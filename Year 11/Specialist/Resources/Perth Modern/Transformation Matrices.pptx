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65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216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49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57" r:id="rId20"/>
    <p:sldId id="258" r:id="rId21"/>
    <p:sldId id="259" r:id="rId22"/>
    <p:sldId id="260" r:id="rId23"/>
    <p:sldId id="261" r:id="rId24"/>
    <p:sldId id="262" r:id="rId25"/>
    <p:sldId id="264" r:id="rId26"/>
    <p:sldId id="267" r:id="rId27"/>
    <p:sldId id="268" r:id="rId28"/>
    <p:sldId id="263" r:id="rId29"/>
    <p:sldId id="265" r:id="rId30"/>
    <p:sldId id="266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269" r:id="rId46"/>
    <p:sldId id="270" r:id="rId47"/>
    <p:sldId id="304" r:id="rId48"/>
  </p:sldIdLst>
  <p:sldSz cx="12192000" cy="6858000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5E340-2136-472F-8E91-925B176CBE3D}" v="89" dt="2021-09-02T23:18:25.2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65075" autoAdjust="0"/>
  </p:normalViewPr>
  <p:slideViewPr>
    <p:cSldViewPr snapToGrid="0">
      <p:cViewPr varScale="1">
        <p:scale>
          <a:sx n="70" d="100"/>
          <a:sy n="70" d="100"/>
        </p:scale>
        <p:origin x="44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MANDO Nathalie [Perth Modern School]" userId="bed7a2e6-6402-4606-b8ce-b5f2d052b18e" providerId="ADAL" clId="{B275E340-2136-472F-8E91-925B176CBE3D}"/>
    <pc:docChg chg="undo custSel addSld delSld modSld">
      <pc:chgData name="RIMANDO Nathalie [Perth Modern School]" userId="bed7a2e6-6402-4606-b8ce-b5f2d052b18e" providerId="ADAL" clId="{B275E340-2136-472F-8E91-925B176CBE3D}" dt="2021-09-03T02:43:53.337" v="1444" actId="47"/>
      <pc:docMkLst>
        <pc:docMk/>
      </pc:docMkLst>
      <pc:sldChg chg="addSp delSp modSp new mod">
        <pc:chgData name="RIMANDO Nathalie [Perth Modern School]" userId="bed7a2e6-6402-4606-b8ce-b5f2d052b18e" providerId="ADAL" clId="{B275E340-2136-472F-8E91-925B176CBE3D}" dt="2021-08-30T22:20:34.198" v="128" actId="20577"/>
        <pc:sldMkLst>
          <pc:docMk/>
          <pc:sldMk cId="1110379727" sldId="271"/>
        </pc:sldMkLst>
        <pc:spChg chg="mod">
          <ac:chgData name="RIMANDO Nathalie [Perth Modern School]" userId="bed7a2e6-6402-4606-b8ce-b5f2d052b18e" providerId="ADAL" clId="{B275E340-2136-472F-8E91-925B176CBE3D}" dt="2021-08-27T04:30:24.971" v="33" actId="1076"/>
          <ac:spMkLst>
            <pc:docMk/>
            <pc:sldMk cId="1110379727" sldId="271"/>
            <ac:spMk id="2" creationId="{DDEB55B9-3ED2-44AB-8EAE-9705954FF8AA}"/>
          </ac:spMkLst>
        </pc:spChg>
        <pc:spChg chg="add mod">
          <ac:chgData name="RIMANDO Nathalie [Perth Modern School]" userId="bed7a2e6-6402-4606-b8ce-b5f2d052b18e" providerId="ADAL" clId="{B275E340-2136-472F-8E91-925B176CBE3D}" dt="2021-08-30T22:20:34.198" v="128" actId="20577"/>
          <ac:spMkLst>
            <pc:docMk/>
            <pc:sldMk cId="1110379727" sldId="271"/>
            <ac:spMk id="3" creationId="{074D4608-93E7-4F98-9FD8-663E6A91BF86}"/>
          </ac:spMkLst>
        </pc:spChg>
        <pc:spChg chg="del">
          <ac:chgData name="RIMANDO Nathalie [Perth Modern School]" userId="bed7a2e6-6402-4606-b8ce-b5f2d052b18e" providerId="ADAL" clId="{B275E340-2136-472F-8E91-925B176CBE3D}" dt="2021-08-27T04:30:19.256" v="30" actId="478"/>
          <ac:spMkLst>
            <pc:docMk/>
            <pc:sldMk cId="1110379727" sldId="271"/>
            <ac:spMk id="3" creationId="{4A49108C-F757-4E45-BA8A-A3D60046251C}"/>
          </ac:spMkLst>
        </pc:spChg>
        <pc:picChg chg="add mod">
          <ac:chgData name="RIMANDO Nathalie [Perth Modern School]" userId="bed7a2e6-6402-4606-b8ce-b5f2d052b18e" providerId="ADAL" clId="{B275E340-2136-472F-8E91-925B176CBE3D}" dt="2021-08-27T04:30:29.497" v="34" actId="1076"/>
          <ac:picMkLst>
            <pc:docMk/>
            <pc:sldMk cId="1110379727" sldId="271"/>
            <ac:picMk id="5" creationId="{89FF1BE4-0968-436D-B11A-F5A75D0BC452}"/>
          </ac:picMkLst>
        </pc:picChg>
        <pc:picChg chg="add mod">
          <ac:chgData name="RIMANDO Nathalie [Perth Modern School]" userId="bed7a2e6-6402-4606-b8ce-b5f2d052b18e" providerId="ADAL" clId="{B275E340-2136-472F-8E91-925B176CBE3D}" dt="2021-08-27T04:31:51.526" v="38" actId="1076"/>
          <ac:picMkLst>
            <pc:docMk/>
            <pc:sldMk cId="1110379727" sldId="271"/>
            <ac:picMk id="7" creationId="{4954A2EF-81C9-4F4C-91C9-ABD8C4D4BE38}"/>
          </ac:picMkLst>
        </pc:picChg>
      </pc:sldChg>
      <pc:sldChg chg="addSp delSp modSp new mod">
        <pc:chgData name="RIMANDO Nathalie [Perth Modern School]" userId="bed7a2e6-6402-4606-b8ce-b5f2d052b18e" providerId="ADAL" clId="{B275E340-2136-472F-8E91-925B176CBE3D}" dt="2021-08-30T22:24:00.846" v="250" actId="20577"/>
        <pc:sldMkLst>
          <pc:docMk/>
          <pc:sldMk cId="2062866378" sldId="272"/>
        </pc:sldMkLst>
        <pc:spChg chg="mod">
          <ac:chgData name="RIMANDO Nathalie [Perth Modern School]" userId="bed7a2e6-6402-4606-b8ce-b5f2d052b18e" providerId="ADAL" clId="{B275E340-2136-472F-8E91-925B176CBE3D}" dt="2021-08-30T22:19:37.878" v="64" actId="20577"/>
          <ac:spMkLst>
            <pc:docMk/>
            <pc:sldMk cId="2062866378" sldId="272"/>
            <ac:spMk id="2" creationId="{C5518465-44BD-4821-A573-DC4196DC30F1}"/>
          </ac:spMkLst>
        </pc:spChg>
        <pc:spChg chg="del">
          <ac:chgData name="RIMANDO Nathalie [Perth Modern School]" userId="bed7a2e6-6402-4606-b8ce-b5f2d052b18e" providerId="ADAL" clId="{B275E340-2136-472F-8E91-925B176CBE3D}" dt="2021-08-30T22:22:36.718" v="129" actId="478"/>
          <ac:spMkLst>
            <pc:docMk/>
            <pc:sldMk cId="2062866378" sldId="272"/>
            <ac:spMk id="3" creationId="{2C203340-EFF1-4461-9723-02D71FD68782}"/>
          </ac:spMkLst>
        </pc:spChg>
        <pc:spChg chg="add mod">
          <ac:chgData name="RIMANDO Nathalie [Perth Modern School]" userId="bed7a2e6-6402-4606-b8ce-b5f2d052b18e" providerId="ADAL" clId="{B275E340-2136-472F-8E91-925B176CBE3D}" dt="2021-08-30T22:22:56.820" v="146" actId="20577"/>
          <ac:spMkLst>
            <pc:docMk/>
            <pc:sldMk cId="2062866378" sldId="272"/>
            <ac:spMk id="6" creationId="{3C201361-657A-4178-9BED-446EA0232F70}"/>
          </ac:spMkLst>
        </pc:spChg>
        <pc:spChg chg="add mod">
          <ac:chgData name="RIMANDO Nathalie [Perth Modern School]" userId="bed7a2e6-6402-4606-b8ce-b5f2d052b18e" providerId="ADAL" clId="{B275E340-2136-472F-8E91-925B176CBE3D}" dt="2021-08-30T22:23:15.309" v="172" actId="20577"/>
          <ac:spMkLst>
            <pc:docMk/>
            <pc:sldMk cId="2062866378" sldId="272"/>
            <ac:spMk id="9" creationId="{5DBE59FD-C6C2-43A9-BA87-1A4F78207F14}"/>
          </ac:spMkLst>
        </pc:spChg>
        <pc:spChg chg="add mod">
          <ac:chgData name="RIMANDO Nathalie [Perth Modern School]" userId="bed7a2e6-6402-4606-b8ce-b5f2d052b18e" providerId="ADAL" clId="{B275E340-2136-472F-8E91-925B176CBE3D}" dt="2021-08-30T22:23:24.683" v="185" actId="20577"/>
          <ac:spMkLst>
            <pc:docMk/>
            <pc:sldMk cId="2062866378" sldId="272"/>
            <ac:spMk id="10" creationId="{4476342B-BC6C-4AD8-9FCB-C3E7DDF32A6F}"/>
          </ac:spMkLst>
        </pc:spChg>
        <pc:spChg chg="add mod">
          <ac:chgData name="RIMANDO Nathalie [Perth Modern School]" userId="bed7a2e6-6402-4606-b8ce-b5f2d052b18e" providerId="ADAL" clId="{B275E340-2136-472F-8E91-925B176CBE3D}" dt="2021-08-30T22:24:00.846" v="250" actId="20577"/>
          <ac:spMkLst>
            <pc:docMk/>
            <pc:sldMk cId="2062866378" sldId="272"/>
            <ac:spMk id="11" creationId="{40B08160-4941-46DF-BE0E-2D60ADDF11B3}"/>
          </ac:spMkLst>
        </pc:spChg>
        <pc:picChg chg="add mod">
          <ac:chgData name="RIMANDO Nathalie [Perth Modern School]" userId="bed7a2e6-6402-4606-b8ce-b5f2d052b18e" providerId="ADAL" clId="{B275E340-2136-472F-8E91-925B176CBE3D}" dt="2021-08-30T22:22:42.605" v="132" actId="1076"/>
          <ac:picMkLst>
            <pc:docMk/>
            <pc:sldMk cId="2062866378" sldId="272"/>
            <ac:picMk id="5" creationId="{64582A8B-9809-4617-8D57-F5768BCFED2A}"/>
          </ac:picMkLst>
        </pc:picChg>
        <pc:picChg chg="add del mod">
          <ac:chgData name="RIMANDO Nathalie [Perth Modern School]" userId="bed7a2e6-6402-4606-b8ce-b5f2d052b18e" providerId="ADAL" clId="{B275E340-2136-472F-8E91-925B176CBE3D}" dt="2021-08-30T22:23:03.047" v="150" actId="478"/>
          <ac:picMkLst>
            <pc:docMk/>
            <pc:sldMk cId="2062866378" sldId="272"/>
            <ac:picMk id="8" creationId="{FFE00D7F-9426-43F7-8FA2-D45FAD669E0C}"/>
          </ac:picMkLst>
        </pc:picChg>
      </pc:sldChg>
      <pc:sldChg chg="addSp delSp modSp new mod modNotesTx">
        <pc:chgData name="RIMANDO Nathalie [Perth Modern School]" userId="bed7a2e6-6402-4606-b8ce-b5f2d052b18e" providerId="ADAL" clId="{B275E340-2136-472F-8E91-925B176CBE3D}" dt="2021-08-30T22:28:16.643" v="410" actId="20577"/>
        <pc:sldMkLst>
          <pc:docMk/>
          <pc:sldMk cId="1231514593" sldId="273"/>
        </pc:sldMkLst>
        <pc:spChg chg="mod">
          <ac:chgData name="RIMANDO Nathalie [Perth Modern School]" userId="bed7a2e6-6402-4606-b8ce-b5f2d052b18e" providerId="ADAL" clId="{B275E340-2136-472F-8E91-925B176CBE3D}" dt="2021-08-30T22:24:17.653" v="262" actId="20577"/>
          <ac:spMkLst>
            <pc:docMk/>
            <pc:sldMk cId="1231514593" sldId="273"/>
            <ac:spMk id="2" creationId="{A39ECBDA-065F-415C-9BF8-424356FFA72A}"/>
          </ac:spMkLst>
        </pc:spChg>
        <pc:spChg chg="del">
          <ac:chgData name="RIMANDO Nathalie [Perth Modern School]" userId="bed7a2e6-6402-4606-b8ce-b5f2d052b18e" providerId="ADAL" clId="{B275E340-2136-472F-8E91-925B176CBE3D}" dt="2021-08-30T22:24:19.845" v="263" actId="478"/>
          <ac:spMkLst>
            <pc:docMk/>
            <pc:sldMk cId="1231514593" sldId="273"/>
            <ac:spMk id="3" creationId="{3F05616B-BBD5-4D05-B7BA-019C6F8CFAAB}"/>
          </ac:spMkLst>
        </pc:spChg>
        <pc:spChg chg="add mod">
          <ac:chgData name="RIMANDO Nathalie [Perth Modern School]" userId="bed7a2e6-6402-4606-b8ce-b5f2d052b18e" providerId="ADAL" clId="{B275E340-2136-472F-8E91-925B176CBE3D}" dt="2021-08-30T22:26:41.854" v="320" actId="20577"/>
          <ac:spMkLst>
            <pc:docMk/>
            <pc:sldMk cId="1231514593" sldId="273"/>
            <ac:spMk id="6" creationId="{F46BFE15-C954-4CCF-88A0-FDA75FA14011}"/>
          </ac:spMkLst>
        </pc:spChg>
        <pc:picChg chg="add mod">
          <ac:chgData name="RIMANDO Nathalie [Perth Modern School]" userId="bed7a2e6-6402-4606-b8ce-b5f2d052b18e" providerId="ADAL" clId="{B275E340-2136-472F-8E91-925B176CBE3D}" dt="2021-08-30T22:25:21.827" v="267" actId="14100"/>
          <ac:picMkLst>
            <pc:docMk/>
            <pc:sldMk cId="1231514593" sldId="273"/>
            <ac:picMk id="5" creationId="{A7473E37-A58C-46BA-ACCD-67B66ABDFB51}"/>
          </ac:picMkLst>
        </pc:picChg>
      </pc:sldChg>
      <pc:sldChg chg="addSp delSp modSp new mod modNotesTx">
        <pc:chgData name="RIMANDO Nathalie [Perth Modern School]" userId="bed7a2e6-6402-4606-b8ce-b5f2d052b18e" providerId="ADAL" clId="{B275E340-2136-472F-8E91-925B176CBE3D}" dt="2021-08-30T22:32:01.510" v="675"/>
        <pc:sldMkLst>
          <pc:docMk/>
          <pc:sldMk cId="479014263" sldId="274"/>
        </pc:sldMkLst>
        <pc:spChg chg="mod">
          <ac:chgData name="RIMANDO Nathalie [Perth Modern School]" userId="bed7a2e6-6402-4606-b8ce-b5f2d052b18e" providerId="ADAL" clId="{B275E340-2136-472F-8E91-925B176CBE3D}" dt="2021-08-30T22:29:48.327" v="449" actId="20577"/>
          <ac:spMkLst>
            <pc:docMk/>
            <pc:sldMk cId="479014263" sldId="274"/>
            <ac:spMk id="2" creationId="{20686EDB-9609-4150-A6BF-1D6902BE0D2A}"/>
          </ac:spMkLst>
        </pc:spChg>
        <pc:spChg chg="del">
          <ac:chgData name="RIMANDO Nathalie [Perth Modern School]" userId="bed7a2e6-6402-4606-b8ce-b5f2d052b18e" providerId="ADAL" clId="{B275E340-2136-472F-8E91-925B176CBE3D}" dt="2021-08-30T22:30:29.900" v="450" actId="478"/>
          <ac:spMkLst>
            <pc:docMk/>
            <pc:sldMk cId="479014263" sldId="274"/>
            <ac:spMk id="3" creationId="{0B5B2584-0F27-44D3-8508-B8DBB253488C}"/>
          </ac:spMkLst>
        </pc:spChg>
        <pc:spChg chg="add del mod">
          <ac:chgData name="RIMANDO Nathalie [Perth Modern School]" userId="bed7a2e6-6402-4606-b8ce-b5f2d052b18e" providerId="ADAL" clId="{B275E340-2136-472F-8E91-925B176CBE3D}" dt="2021-08-30T22:32:01.510" v="675"/>
          <ac:spMkLst>
            <pc:docMk/>
            <pc:sldMk cId="479014263" sldId="274"/>
            <ac:spMk id="6" creationId="{F898C73D-0C3A-4F50-9049-DFA66D2B1FEB}"/>
          </ac:spMkLst>
        </pc:spChg>
        <pc:picChg chg="add mod">
          <ac:chgData name="RIMANDO Nathalie [Perth Modern School]" userId="bed7a2e6-6402-4606-b8ce-b5f2d052b18e" providerId="ADAL" clId="{B275E340-2136-472F-8E91-925B176CBE3D}" dt="2021-08-30T22:30:36.625" v="454" actId="1076"/>
          <ac:picMkLst>
            <pc:docMk/>
            <pc:sldMk cId="479014263" sldId="274"/>
            <ac:picMk id="5" creationId="{4D0135AE-5BA6-4635-9BF8-B0CA4DBDAD85}"/>
          </ac:picMkLst>
        </pc:picChg>
      </pc:sldChg>
      <pc:sldChg chg="addSp delSp modSp new mod modNotesTx">
        <pc:chgData name="RIMANDO Nathalie [Perth Modern School]" userId="bed7a2e6-6402-4606-b8ce-b5f2d052b18e" providerId="ADAL" clId="{B275E340-2136-472F-8E91-925B176CBE3D}" dt="2021-08-30T22:34:31.711" v="711" actId="20577"/>
        <pc:sldMkLst>
          <pc:docMk/>
          <pc:sldMk cId="3795211074" sldId="275"/>
        </pc:sldMkLst>
        <pc:spChg chg="mod">
          <ac:chgData name="RIMANDO Nathalie [Perth Modern School]" userId="bed7a2e6-6402-4606-b8ce-b5f2d052b18e" providerId="ADAL" clId="{B275E340-2136-472F-8E91-925B176CBE3D}" dt="2021-08-30T22:32:09.974" v="702" actId="20577"/>
          <ac:spMkLst>
            <pc:docMk/>
            <pc:sldMk cId="3795211074" sldId="275"/>
            <ac:spMk id="2" creationId="{49ED1427-7B46-4B1F-92F8-B3A96AE312DF}"/>
          </ac:spMkLst>
        </pc:spChg>
        <pc:spChg chg="del">
          <ac:chgData name="RIMANDO Nathalie [Perth Modern School]" userId="bed7a2e6-6402-4606-b8ce-b5f2d052b18e" providerId="ADAL" clId="{B275E340-2136-472F-8E91-925B176CBE3D}" dt="2021-08-30T22:32:12.524" v="703" actId="478"/>
          <ac:spMkLst>
            <pc:docMk/>
            <pc:sldMk cId="3795211074" sldId="275"/>
            <ac:spMk id="3" creationId="{43241487-ADE0-40FA-BE77-5BBAC9FB4EBC}"/>
          </ac:spMkLst>
        </pc:spChg>
        <pc:picChg chg="add mod">
          <ac:chgData name="RIMANDO Nathalie [Perth Modern School]" userId="bed7a2e6-6402-4606-b8ce-b5f2d052b18e" providerId="ADAL" clId="{B275E340-2136-472F-8E91-925B176CBE3D}" dt="2021-08-30T22:33:47.989" v="706" actId="1076"/>
          <ac:picMkLst>
            <pc:docMk/>
            <pc:sldMk cId="3795211074" sldId="275"/>
            <ac:picMk id="5" creationId="{602862BD-C5BE-486A-9BC4-2C5C7DC3DE46}"/>
          </ac:picMkLst>
        </pc:picChg>
      </pc:sldChg>
      <pc:sldChg chg="addSp delSp modSp add mod modAnim modNotesTx">
        <pc:chgData name="RIMANDO Nathalie [Perth Modern School]" userId="bed7a2e6-6402-4606-b8ce-b5f2d052b18e" providerId="ADAL" clId="{B275E340-2136-472F-8E91-925B176CBE3D}" dt="2021-08-30T22:39:04.810" v="843" actId="20577"/>
        <pc:sldMkLst>
          <pc:docMk/>
          <pc:sldMk cId="3724993358" sldId="276"/>
        </pc:sldMkLst>
        <pc:spChg chg="mod">
          <ac:chgData name="RIMANDO Nathalie [Perth Modern School]" userId="bed7a2e6-6402-4606-b8ce-b5f2d052b18e" providerId="ADAL" clId="{B275E340-2136-472F-8E91-925B176CBE3D}" dt="2021-08-30T22:39:04.810" v="843" actId="20577"/>
          <ac:spMkLst>
            <pc:docMk/>
            <pc:sldMk cId="3724993358" sldId="276"/>
            <ac:spMk id="2" creationId="{49ED1427-7B46-4B1F-92F8-B3A96AE312DF}"/>
          </ac:spMkLst>
        </pc:spChg>
        <pc:picChg chg="add mod">
          <ac:chgData name="RIMANDO Nathalie [Perth Modern School]" userId="bed7a2e6-6402-4606-b8ce-b5f2d052b18e" providerId="ADAL" clId="{B275E340-2136-472F-8E91-925B176CBE3D}" dt="2021-08-30T22:37:22.013" v="825" actId="1076"/>
          <ac:picMkLst>
            <pc:docMk/>
            <pc:sldMk cId="3724993358" sldId="276"/>
            <ac:picMk id="4" creationId="{5379402C-4D5F-4AEF-81C3-C4FE6B420B11}"/>
          </ac:picMkLst>
        </pc:picChg>
        <pc:picChg chg="del">
          <ac:chgData name="RIMANDO Nathalie [Perth Modern School]" userId="bed7a2e6-6402-4606-b8ce-b5f2d052b18e" providerId="ADAL" clId="{B275E340-2136-472F-8E91-925B176CBE3D}" dt="2021-08-30T22:35:13.934" v="742" actId="478"/>
          <ac:picMkLst>
            <pc:docMk/>
            <pc:sldMk cId="3724993358" sldId="276"/>
            <ac:picMk id="5" creationId="{602862BD-C5BE-486A-9BC4-2C5C7DC3DE46}"/>
          </ac:picMkLst>
        </pc:picChg>
        <pc:picChg chg="add mod">
          <ac:chgData name="RIMANDO Nathalie [Perth Modern School]" userId="bed7a2e6-6402-4606-b8ce-b5f2d052b18e" providerId="ADAL" clId="{B275E340-2136-472F-8E91-925B176CBE3D}" dt="2021-08-30T22:38:15.979" v="828" actId="1076"/>
          <ac:picMkLst>
            <pc:docMk/>
            <pc:sldMk cId="3724993358" sldId="276"/>
            <ac:picMk id="7" creationId="{CDFA1040-D22F-47BD-8504-C03CF0028FD1}"/>
          </ac:picMkLst>
        </pc:picChg>
      </pc:sldChg>
      <pc:sldChg chg="addSp delSp modSp add mod delAnim">
        <pc:chgData name="RIMANDO Nathalie [Perth Modern School]" userId="bed7a2e6-6402-4606-b8ce-b5f2d052b18e" providerId="ADAL" clId="{B275E340-2136-472F-8E91-925B176CBE3D}" dt="2021-08-30T22:42:41.008" v="852" actId="1076"/>
        <pc:sldMkLst>
          <pc:docMk/>
          <pc:sldMk cId="1203126604" sldId="277"/>
        </pc:sldMkLst>
        <pc:spChg chg="mod">
          <ac:chgData name="RIMANDO Nathalie [Perth Modern School]" userId="bed7a2e6-6402-4606-b8ce-b5f2d052b18e" providerId="ADAL" clId="{B275E340-2136-472F-8E91-925B176CBE3D}" dt="2021-08-30T22:42:20.316" v="849" actId="20577"/>
          <ac:spMkLst>
            <pc:docMk/>
            <pc:sldMk cId="1203126604" sldId="277"/>
            <ac:spMk id="2" creationId="{49ED1427-7B46-4B1F-92F8-B3A96AE312DF}"/>
          </ac:spMkLst>
        </pc:spChg>
        <pc:picChg chg="del">
          <ac:chgData name="RIMANDO Nathalie [Perth Modern School]" userId="bed7a2e6-6402-4606-b8ce-b5f2d052b18e" providerId="ADAL" clId="{B275E340-2136-472F-8E91-925B176CBE3D}" dt="2021-08-30T22:39:10.682" v="845" actId="478"/>
          <ac:picMkLst>
            <pc:docMk/>
            <pc:sldMk cId="1203126604" sldId="277"/>
            <ac:picMk id="4" creationId="{5379402C-4D5F-4AEF-81C3-C4FE6B420B11}"/>
          </ac:picMkLst>
        </pc:picChg>
        <pc:picChg chg="add mod">
          <ac:chgData name="RIMANDO Nathalie [Perth Modern School]" userId="bed7a2e6-6402-4606-b8ce-b5f2d052b18e" providerId="ADAL" clId="{B275E340-2136-472F-8E91-925B176CBE3D}" dt="2021-08-30T22:42:13.721" v="847" actId="1076"/>
          <ac:picMkLst>
            <pc:docMk/>
            <pc:sldMk cId="1203126604" sldId="277"/>
            <ac:picMk id="5" creationId="{CF13FD2F-B781-4B07-95FA-29F2B79B9E1F}"/>
          </ac:picMkLst>
        </pc:picChg>
        <pc:picChg chg="del">
          <ac:chgData name="RIMANDO Nathalie [Perth Modern School]" userId="bed7a2e6-6402-4606-b8ce-b5f2d052b18e" providerId="ADAL" clId="{B275E340-2136-472F-8E91-925B176CBE3D}" dt="2021-08-30T22:42:38.055" v="850" actId="478"/>
          <ac:picMkLst>
            <pc:docMk/>
            <pc:sldMk cId="1203126604" sldId="277"/>
            <ac:picMk id="7" creationId="{CDFA1040-D22F-47BD-8504-C03CF0028FD1}"/>
          </ac:picMkLst>
        </pc:picChg>
        <pc:picChg chg="add mod">
          <ac:chgData name="RIMANDO Nathalie [Perth Modern School]" userId="bed7a2e6-6402-4606-b8ce-b5f2d052b18e" providerId="ADAL" clId="{B275E340-2136-472F-8E91-925B176CBE3D}" dt="2021-08-30T22:42:41.008" v="852" actId="1076"/>
          <ac:picMkLst>
            <pc:docMk/>
            <pc:sldMk cId="1203126604" sldId="277"/>
            <ac:picMk id="8" creationId="{C9657F45-CAD1-4DDF-A937-C30652DA432B}"/>
          </ac:picMkLst>
        </pc:picChg>
      </pc:sldChg>
      <pc:sldChg chg="addSp delSp modSp add del mod">
        <pc:chgData name="RIMANDO Nathalie [Perth Modern School]" userId="bed7a2e6-6402-4606-b8ce-b5f2d052b18e" providerId="ADAL" clId="{B275E340-2136-472F-8E91-925B176CBE3D}" dt="2021-08-30T22:46:05.663" v="874" actId="47"/>
        <pc:sldMkLst>
          <pc:docMk/>
          <pc:sldMk cId="1860101482" sldId="278"/>
        </pc:sldMkLst>
        <pc:spChg chg="mod">
          <ac:chgData name="RIMANDO Nathalie [Perth Modern School]" userId="bed7a2e6-6402-4606-b8ce-b5f2d052b18e" providerId="ADAL" clId="{B275E340-2136-472F-8E91-925B176CBE3D}" dt="2021-08-30T22:44:50.698" v="861" actId="20577"/>
          <ac:spMkLst>
            <pc:docMk/>
            <pc:sldMk cId="1860101482" sldId="278"/>
            <ac:spMk id="2" creationId="{49ED1427-7B46-4B1F-92F8-B3A96AE312DF}"/>
          </ac:spMkLst>
        </pc:spChg>
        <pc:picChg chg="add mod">
          <ac:chgData name="RIMANDO Nathalie [Perth Modern School]" userId="bed7a2e6-6402-4606-b8ce-b5f2d052b18e" providerId="ADAL" clId="{B275E340-2136-472F-8E91-925B176CBE3D}" dt="2021-08-30T22:45:21.805" v="868" actId="1076"/>
          <ac:picMkLst>
            <pc:docMk/>
            <pc:sldMk cId="1860101482" sldId="278"/>
            <ac:picMk id="4" creationId="{68CFC681-9443-4973-9CB9-A0F75696B5AB}"/>
          </ac:picMkLst>
        </pc:picChg>
        <pc:picChg chg="del">
          <ac:chgData name="RIMANDO Nathalie [Perth Modern School]" userId="bed7a2e6-6402-4606-b8ce-b5f2d052b18e" providerId="ADAL" clId="{B275E340-2136-472F-8E91-925B176CBE3D}" dt="2021-08-30T22:44:52.809" v="862" actId="478"/>
          <ac:picMkLst>
            <pc:docMk/>
            <pc:sldMk cId="1860101482" sldId="278"/>
            <ac:picMk id="5" creationId="{CF13FD2F-B781-4B07-95FA-29F2B79B9E1F}"/>
          </ac:picMkLst>
        </pc:picChg>
        <pc:picChg chg="add mod">
          <ac:chgData name="RIMANDO Nathalie [Perth Modern School]" userId="bed7a2e6-6402-4606-b8ce-b5f2d052b18e" providerId="ADAL" clId="{B275E340-2136-472F-8E91-925B176CBE3D}" dt="2021-08-30T22:44:58.880" v="865" actId="1076"/>
          <ac:picMkLst>
            <pc:docMk/>
            <pc:sldMk cId="1860101482" sldId="278"/>
            <ac:picMk id="6" creationId="{97D0DBAD-0DE2-4793-A6CA-8313D5125DFA}"/>
          </ac:picMkLst>
        </pc:picChg>
        <pc:picChg chg="del">
          <ac:chgData name="RIMANDO Nathalie [Perth Modern School]" userId="bed7a2e6-6402-4606-b8ce-b5f2d052b18e" providerId="ADAL" clId="{B275E340-2136-472F-8E91-925B176CBE3D}" dt="2021-08-30T22:45:19.183" v="866" actId="478"/>
          <ac:picMkLst>
            <pc:docMk/>
            <pc:sldMk cId="1860101482" sldId="278"/>
            <ac:picMk id="8" creationId="{C9657F45-CAD1-4DDF-A937-C30652DA432B}"/>
          </ac:picMkLst>
        </pc:picChg>
      </pc:sldChg>
      <pc:sldChg chg="addSp modSp add mod">
        <pc:chgData name="RIMANDO Nathalie [Perth Modern School]" userId="bed7a2e6-6402-4606-b8ce-b5f2d052b18e" providerId="ADAL" clId="{B275E340-2136-472F-8E91-925B176CBE3D}" dt="2021-08-30T22:45:53.058" v="872" actId="14100"/>
        <pc:sldMkLst>
          <pc:docMk/>
          <pc:sldMk cId="3990695881" sldId="279"/>
        </pc:sldMkLst>
        <pc:cxnChg chg="add mod">
          <ac:chgData name="RIMANDO Nathalie [Perth Modern School]" userId="bed7a2e6-6402-4606-b8ce-b5f2d052b18e" providerId="ADAL" clId="{B275E340-2136-472F-8E91-925B176CBE3D}" dt="2021-08-30T22:45:53.058" v="872" actId="14100"/>
          <ac:cxnSpMkLst>
            <pc:docMk/>
            <pc:sldMk cId="3990695881" sldId="279"/>
            <ac:cxnSpMk id="5" creationId="{5B113A00-7569-485C-B11C-683559C7AA7B}"/>
          </ac:cxnSpMkLst>
        </pc:cxnChg>
      </pc:sldChg>
      <pc:sldChg chg="addSp delSp modSp add mod">
        <pc:chgData name="RIMANDO Nathalie [Perth Modern School]" userId="bed7a2e6-6402-4606-b8ce-b5f2d052b18e" providerId="ADAL" clId="{B275E340-2136-472F-8E91-925B176CBE3D}" dt="2021-08-31T03:25:59.856" v="1041" actId="1076"/>
        <pc:sldMkLst>
          <pc:docMk/>
          <pc:sldMk cId="384152647" sldId="280"/>
        </pc:sldMkLst>
        <pc:spChg chg="mod">
          <ac:chgData name="RIMANDO Nathalie [Perth Modern School]" userId="bed7a2e6-6402-4606-b8ce-b5f2d052b18e" providerId="ADAL" clId="{B275E340-2136-472F-8E91-925B176CBE3D}" dt="2021-08-30T22:46:11.694" v="876" actId="20577"/>
          <ac:spMkLst>
            <pc:docMk/>
            <pc:sldMk cId="384152647" sldId="280"/>
            <ac:spMk id="2" creationId="{49ED1427-7B46-4B1F-92F8-B3A96AE312DF}"/>
          </ac:spMkLst>
        </pc:spChg>
        <pc:picChg chg="del">
          <ac:chgData name="RIMANDO Nathalie [Perth Modern School]" userId="bed7a2e6-6402-4606-b8ce-b5f2d052b18e" providerId="ADAL" clId="{B275E340-2136-472F-8E91-925B176CBE3D}" dt="2021-08-30T22:47:13.631" v="879" actId="478"/>
          <ac:picMkLst>
            <pc:docMk/>
            <pc:sldMk cId="384152647" sldId="280"/>
            <ac:picMk id="4" creationId="{68CFC681-9443-4973-9CB9-A0F75696B5AB}"/>
          </ac:picMkLst>
        </pc:picChg>
        <pc:picChg chg="add mod">
          <ac:chgData name="RIMANDO Nathalie [Perth Modern School]" userId="bed7a2e6-6402-4606-b8ce-b5f2d052b18e" providerId="ADAL" clId="{B275E340-2136-472F-8E91-925B176CBE3D}" dt="2021-08-30T22:47:16.004" v="881" actId="1076"/>
          <ac:picMkLst>
            <pc:docMk/>
            <pc:sldMk cId="384152647" sldId="280"/>
            <ac:picMk id="10" creationId="{5FFFC98F-2890-44AE-90F0-86B1A40B9715}"/>
          </ac:picMkLst>
        </pc:picChg>
        <pc:cxnChg chg="del">
          <ac:chgData name="RIMANDO Nathalie [Perth Modern School]" userId="bed7a2e6-6402-4606-b8ce-b5f2d052b18e" providerId="ADAL" clId="{B275E340-2136-472F-8E91-925B176CBE3D}" dt="2021-08-30T22:46:09.389" v="875" actId="478"/>
          <ac:cxnSpMkLst>
            <pc:docMk/>
            <pc:sldMk cId="384152647" sldId="280"/>
            <ac:cxnSpMk id="5" creationId="{5B113A00-7569-485C-B11C-683559C7AA7B}"/>
          </ac:cxnSpMkLst>
        </pc:cxnChg>
        <pc:cxnChg chg="add mod">
          <ac:chgData name="RIMANDO Nathalie [Perth Modern School]" userId="bed7a2e6-6402-4606-b8ce-b5f2d052b18e" providerId="ADAL" clId="{B275E340-2136-472F-8E91-925B176CBE3D}" dt="2021-08-31T03:25:59.856" v="1041" actId="1076"/>
          <ac:cxnSpMkLst>
            <pc:docMk/>
            <pc:sldMk cId="384152647" sldId="280"/>
            <ac:cxnSpMk id="7" creationId="{224248E3-63C8-4752-8D60-B13A3BA96112}"/>
          </ac:cxnSpMkLst>
        </pc:cxnChg>
      </pc:sldChg>
      <pc:sldChg chg="addSp delSp modSp new mod">
        <pc:chgData name="RIMANDO Nathalie [Perth Modern School]" userId="bed7a2e6-6402-4606-b8ce-b5f2d052b18e" providerId="ADAL" clId="{B275E340-2136-472F-8E91-925B176CBE3D}" dt="2021-08-30T22:53:43.355" v="918" actId="14100"/>
        <pc:sldMkLst>
          <pc:docMk/>
          <pc:sldMk cId="2184070070" sldId="281"/>
        </pc:sldMkLst>
        <pc:spChg chg="mod">
          <ac:chgData name="RIMANDO Nathalie [Perth Modern School]" userId="bed7a2e6-6402-4606-b8ce-b5f2d052b18e" providerId="ADAL" clId="{B275E340-2136-472F-8E91-925B176CBE3D}" dt="2021-08-30T22:52:35.742" v="907" actId="20577"/>
          <ac:spMkLst>
            <pc:docMk/>
            <pc:sldMk cId="2184070070" sldId="281"/>
            <ac:spMk id="2" creationId="{6CF138F4-C41A-45D3-AF81-EEFF48349611}"/>
          </ac:spMkLst>
        </pc:spChg>
        <pc:spChg chg="del">
          <ac:chgData name="RIMANDO Nathalie [Perth Modern School]" userId="bed7a2e6-6402-4606-b8ce-b5f2d052b18e" providerId="ADAL" clId="{B275E340-2136-472F-8E91-925B176CBE3D}" dt="2021-08-30T22:52:55.515" v="908" actId="478"/>
          <ac:spMkLst>
            <pc:docMk/>
            <pc:sldMk cId="2184070070" sldId="281"/>
            <ac:spMk id="3" creationId="{61C20DAA-BF47-4C4B-BA0D-2CE9C3E09BE4}"/>
          </ac:spMkLst>
        </pc:spChg>
        <pc:picChg chg="add mod">
          <ac:chgData name="RIMANDO Nathalie [Perth Modern School]" userId="bed7a2e6-6402-4606-b8ce-b5f2d052b18e" providerId="ADAL" clId="{B275E340-2136-472F-8E91-925B176CBE3D}" dt="2021-08-30T22:53:00.987" v="912" actId="1076"/>
          <ac:picMkLst>
            <pc:docMk/>
            <pc:sldMk cId="2184070070" sldId="281"/>
            <ac:picMk id="5" creationId="{D35AD232-F6AA-4A4D-A847-3489F7C72825}"/>
          </ac:picMkLst>
        </pc:picChg>
        <pc:picChg chg="add mod">
          <ac:chgData name="RIMANDO Nathalie [Perth Modern School]" userId="bed7a2e6-6402-4606-b8ce-b5f2d052b18e" providerId="ADAL" clId="{B275E340-2136-472F-8E91-925B176CBE3D}" dt="2021-08-30T22:53:37.225" v="915" actId="1076"/>
          <ac:picMkLst>
            <pc:docMk/>
            <pc:sldMk cId="2184070070" sldId="281"/>
            <ac:picMk id="7" creationId="{438ACB79-BEAF-4C98-80E5-F6FEA50F412D}"/>
          </ac:picMkLst>
        </pc:picChg>
        <pc:picChg chg="add mod">
          <ac:chgData name="RIMANDO Nathalie [Perth Modern School]" userId="bed7a2e6-6402-4606-b8ce-b5f2d052b18e" providerId="ADAL" clId="{B275E340-2136-472F-8E91-925B176CBE3D}" dt="2021-08-30T22:53:43.355" v="918" actId="14100"/>
          <ac:picMkLst>
            <pc:docMk/>
            <pc:sldMk cId="2184070070" sldId="281"/>
            <ac:picMk id="9" creationId="{4361DE72-1DEE-4C03-89EB-42CA1D8014C2}"/>
          </ac:picMkLst>
        </pc:picChg>
      </pc:sldChg>
      <pc:sldChg chg="addSp delSp modSp add mod">
        <pc:chgData name="RIMANDO Nathalie [Perth Modern School]" userId="bed7a2e6-6402-4606-b8ce-b5f2d052b18e" providerId="ADAL" clId="{B275E340-2136-472F-8E91-925B176CBE3D}" dt="2021-08-30T22:54:47.621" v="933" actId="1076"/>
        <pc:sldMkLst>
          <pc:docMk/>
          <pc:sldMk cId="1371071386" sldId="282"/>
        </pc:sldMkLst>
        <pc:spChg chg="mod">
          <ac:chgData name="RIMANDO Nathalie [Perth Modern School]" userId="bed7a2e6-6402-4606-b8ce-b5f2d052b18e" providerId="ADAL" clId="{B275E340-2136-472F-8E91-925B176CBE3D}" dt="2021-08-30T22:53:48.321" v="921" actId="20577"/>
          <ac:spMkLst>
            <pc:docMk/>
            <pc:sldMk cId="1371071386" sldId="282"/>
            <ac:spMk id="2" creationId="{6CF138F4-C41A-45D3-AF81-EEFF48349611}"/>
          </ac:spMkLst>
        </pc:spChg>
        <pc:picChg chg="add mod">
          <ac:chgData name="RIMANDO Nathalie [Perth Modern School]" userId="bed7a2e6-6402-4606-b8ce-b5f2d052b18e" providerId="ADAL" clId="{B275E340-2136-472F-8E91-925B176CBE3D}" dt="2021-08-30T22:54:06.996" v="925" actId="14100"/>
          <ac:picMkLst>
            <pc:docMk/>
            <pc:sldMk cId="1371071386" sldId="282"/>
            <ac:picMk id="4" creationId="{09F7E7C0-211B-49D6-BEB9-7320AAE4CF8A}"/>
          </ac:picMkLst>
        </pc:picChg>
        <pc:picChg chg="del">
          <ac:chgData name="RIMANDO Nathalie [Perth Modern School]" userId="bed7a2e6-6402-4606-b8ce-b5f2d052b18e" providerId="ADAL" clId="{B275E340-2136-472F-8E91-925B176CBE3D}" dt="2021-08-30T22:54:02.128" v="922" actId="478"/>
          <ac:picMkLst>
            <pc:docMk/>
            <pc:sldMk cId="1371071386" sldId="282"/>
            <ac:picMk id="5" creationId="{D35AD232-F6AA-4A4D-A847-3489F7C72825}"/>
          </ac:picMkLst>
        </pc:picChg>
        <pc:picChg chg="del">
          <ac:chgData name="RIMANDO Nathalie [Perth Modern School]" userId="bed7a2e6-6402-4606-b8ce-b5f2d052b18e" providerId="ADAL" clId="{B275E340-2136-472F-8E91-925B176CBE3D}" dt="2021-08-30T22:54:17.956" v="926" actId="478"/>
          <ac:picMkLst>
            <pc:docMk/>
            <pc:sldMk cId="1371071386" sldId="282"/>
            <ac:picMk id="7" creationId="{438ACB79-BEAF-4C98-80E5-F6FEA50F412D}"/>
          </ac:picMkLst>
        </pc:picChg>
        <pc:picChg chg="add mod">
          <ac:chgData name="RIMANDO Nathalie [Perth Modern School]" userId="bed7a2e6-6402-4606-b8ce-b5f2d052b18e" providerId="ADAL" clId="{B275E340-2136-472F-8E91-925B176CBE3D}" dt="2021-08-30T22:54:20.290" v="928" actId="1076"/>
          <ac:picMkLst>
            <pc:docMk/>
            <pc:sldMk cId="1371071386" sldId="282"/>
            <ac:picMk id="8" creationId="{0EC8307B-4ABE-4AED-AE85-0576AF71323A}"/>
          </ac:picMkLst>
        </pc:picChg>
        <pc:picChg chg="del">
          <ac:chgData name="RIMANDO Nathalie [Perth Modern School]" userId="bed7a2e6-6402-4606-b8ce-b5f2d052b18e" providerId="ADAL" clId="{B275E340-2136-472F-8E91-925B176CBE3D}" dt="2021-08-30T22:54:41.722" v="929" actId="478"/>
          <ac:picMkLst>
            <pc:docMk/>
            <pc:sldMk cId="1371071386" sldId="282"/>
            <ac:picMk id="9" creationId="{4361DE72-1DEE-4C03-89EB-42CA1D8014C2}"/>
          </ac:picMkLst>
        </pc:picChg>
        <pc:picChg chg="add mod">
          <ac:chgData name="RIMANDO Nathalie [Perth Modern School]" userId="bed7a2e6-6402-4606-b8ce-b5f2d052b18e" providerId="ADAL" clId="{B275E340-2136-472F-8E91-925B176CBE3D}" dt="2021-08-30T22:54:47.621" v="933" actId="1076"/>
          <ac:picMkLst>
            <pc:docMk/>
            <pc:sldMk cId="1371071386" sldId="282"/>
            <ac:picMk id="11" creationId="{0D392A41-338B-4A72-94EE-53B6136FC610}"/>
          </ac:picMkLst>
        </pc:picChg>
      </pc:sldChg>
      <pc:sldChg chg="addSp delSp modSp add mod">
        <pc:chgData name="RIMANDO Nathalie [Perth Modern School]" userId="bed7a2e6-6402-4606-b8ce-b5f2d052b18e" providerId="ADAL" clId="{B275E340-2136-472F-8E91-925B176CBE3D}" dt="2021-08-30T22:55:25.889" v="950" actId="14100"/>
        <pc:sldMkLst>
          <pc:docMk/>
          <pc:sldMk cId="3737577816" sldId="283"/>
        </pc:sldMkLst>
        <pc:spChg chg="mod">
          <ac:chgData name="RIMANDO Nathalie [Perth Modern School]" userId="bed7a2e6-6402-4606-b8ce-b5f2d052b18e" providerId="ADAL" clId="{B275E340-2136-472F-8E91-925B176CBE3D}" dt="2021-08-30T22:55:00.144" v="942" actId="20577"/>
          <ac:spMkLst>
            <pc:docMk/>
            <pc:sldMk cId="3737577816" sldId="283"/>
            <ac:spMk id="2" creationId="{6CF138F4-C41A-45D3-AF81-EEFF48349611}"/>
          </ac:spMkLst>
        </pc:spChg>
        <pc:picChg chg="del">
          <ac:chgData name="RIMANDO Nathalie [Perth Modern School]" userId="bed7a2e6-6402-4606-b8ce-b5f2d052b18e" providerId="ADAL" clId="{B275E340-2136-472F-8E91-925B176CBE3D}" dt="2021-08-30T22:55:20.175" v="946" actId="478"/>
          <ac:picMkLst>
            <pc:docMk/>
            <pc:sldMk cId="3737577816" sldId="283"/>
            <ac:picMk id="4" creationId="{09F7E7C0-211B-49D6-BEB9-7320AAE4CF8A}"/>
          </ac:picMkLst>
        </pc:picChg>
        <pc:picChg chg="add mod">
          <ac:chgData name="RIMANDO Nathalie [Perth Modern School]" userId="bed7a2e6-6402-4606-b8ce-b5f2d052b18e" providerId="ADAL" clId="{B275E340-2136-472F-8E91-925B176CBE3D}" dt="2021-08-30T22:55:25.889" v="950" actId="14100"/>
          <ac:picMkLst>
            <pc:docMk/>
            <pc:sldMk cId="3737577816" sldId="283"/>
            <ac:picMk id="5" creationId="{3E08A777-EED0-495D-9665-1C8BF1A3A83E}"/>
          </ac:picMkLst>
        </pc:picChg>
        <pc:picChg chg="del mod">
          <ac:chgData name="RIMANDO Nathalie [Perth Modern School]" userId="bed7a2e6-6402-4606-b8ce-b5f2d052b18e" providerId="ADAL" clId="{B275E340-2136-472F-8E91-925B176CBE3D}" dt="2021-08-30T22:55:17.504" v="944" actId="478"/>
          <ac:picMkLst>
            <pc:docMk/>
            <pc:sldMk cId="3737577816" sldId="283"/>
            <ac:picMk id="8" creationId="{0EC8307B-4ABE-4AED-AE85-0576AF71323A}"/>
          </ac:picMkLst>
        </pc:picChg>
        <pc:picChg chg="del">
          <ac:chgData name="RIMANDO Nathalie [Perth Modern School]" userId="bed7a2e6-6402-4606-b8ce-b5f2d052b18e" providerId="ADAL" clId="{B275E340-2136-472F-8E91-925B176CBE3D}" dt="2021-08-30T22:55:18.723" v="945" actId="478"/>
          <ac:picMkLst>
            <pc:docMk/>
            <pc:sldMk cId="3737577816" sldId="283"/>
            <ac:picMk id="11" creationId="{0D392A41-338B-4A72-94EE-53B6136FC610}"/>
          </ac:picMkLst>
        </pc:picChg>
      </pc:sldChg>
      <pc:sldChg chg="addSp delSp modSp new mod modNotesTx">
        <pc:chgData name="RIMANDO Nathalie [Perth Modern School]" userId="bed7a2e6-6402-4606-b8ce-b5f2d052b18e" providerId="ADAL" clId="{B275E340-2136-472F-8E91-925B176CBE3D}" dt="2021-08-30T22:58:15.092" v="968" actId="20577"/>
        <pc:sldMkLst>
          <pc:docMk/>
          <pc:sldMk cId="3662394643" sldId="284"/>
        </pc:sldMkLst>
        <pc:spChg chg="mod">
          <ac:chgData name="RIMANDO Nathalie [Perth Modern School]" userId="bed7a2e6-6402-4606-b8ce-b5f2d052b18e" providerId="ADAL" clId="{B275E340-2136-472F-8E91-925B176CBE3D}" dt="2021-08-30T22:56:04.109" v="957" actId="20577"/>
          <ac:spMkLst>
            <pc:docMk/>
            <pc:sldMk cId="3662394643" sldId="284"/>
            <ac:spMk id="2" creationId="{3D21FF4C-191B-461D-93BE-04E4E1094970}"/>
          </ac:spMkLst>
        </pc:spChg>
        <pc:spChg chg="del">
          <ac:chgData name="RIMANDO Nathalie [Perth Modern School]" userId="bed7a2e6-6402-4606-b8ce-b5f2d052b18e" providerId="ADAL" clId="{B275E340-2136-472F-8E91-925B176CBE3D}" dt="2021-08-30T22:57:43.711" v="959" actId="478"/>
          <ac:spMkLst>
            <pc:docMk/>
            <pc:sldMk cId="3662394643" sldId="284"/>
            <ac:spMk id="3" creationId="{4F2F74A6-49A3-4A6D-AC5A-AF0DF758BFCF}"/>
          </ac:spMkLst>
        </pc:spChg>
        <pc:picChg chg="add mod">
          <ac:chgData name="RIMANDO Nathalie [Perth Modern School]" userId="bed7a2e6-6402-4606-b8ce-b5f2d052b18e" providerId="ADAL" clId="{B275E340-2136-472F-8E91-925B176CBE3D}" dt="2021-08-30T22:57:49.985" v="962" actId="1076"/>
          <ac:picMkLst>
            <pc:docMk/>
            <pc:sldMk cId="3662394643" sldId="284"/>
            <ac:picMk id="5" creationId="{3308AE66-FD48-4D76-A7D2-B1433B2E4C6D}"/>
          </ac:picMkLst>
        </pc:picChg>
      </pc:sldChg>
      <pc:sldChg chg="addSp delSp modSp add mod">
        <pc:chgData name="RIMANDO Nathalie [Perth Modern School]" userId="bed7a2e6-6402-4606-b8ce-b5f2d052b18e" providerId="ADAL" clId="{B275E340-2136-472F-8E91-925B176CBE3D}" dt="2021-08-30T23:02:17.450" v="978" actId="1076"/>
        <pc:sldMkLst>
          <pc:docMk/>
          <pc:sldMk cId="1101665394" sldId="285"/>
        </pc:sldMkLst>
        <pc:picChg chg="add mod">
          <ac:chgData name="RIMANDO Nathalie [Perth Modern School]" userId="bed7a2e6-6402-4606-b8ce-b5f2d052b18e" providerId="ADAL" clId="{B275E340-2136-472F-8E91-925B176CBE3D}" dt="2021-08-30T23:01:55.964" v="974" actId="1076"/>
          <ac:picMkLst>
            <pc:docMk/>
            <pc:sldMk cId="1101665394" sldId="285"/>
            <ac:picMk id="4" creationId="{130E23DF-3556-42D6-8BB2-8BFBA5AB9968}"/>
          </ac:picMkLst>
        </pc:picChg>
        <pc:picChg chg="del">
          <ac:chgData name="RIMANDO Nathalie [Perth Modern School]" userId="bed7a2e6-6402-4606-b8ce-b5f2d052b18e" providerId="ADAL" clId="{B275E340-2136-472F-8E91-925B176CBE3D}" dt="2021-08-30T23:01:49.331" v="970" actId="478"/>
          <ac:picMkLst>
            <pc:docMk/>
            <pc:sldMk cId="1101665394" sldId="285"/>
            <ac:picMk id="5" creationId="{3308AE66-FD48-4D76-A7D2-B1433B2E4C6D}"/>
          </ac:picMkLst>
        </pc:picChg>
        <pc:picChg chg="add mod">
          <ac:chgData name="RIMANDO Nathalie [Perth Modern School]" userId="bed7a2e6-6402-4606-b8ce-b5f2d052b18e" providerId="ADAL" clId="{B275E340-2136-472F-8E91-925B176CBE3D}" dt="2021-08-30T23:02:17.450" v="978" actId="1076"/>
          <ac:picMkLst>
            <pc:docMk/>
            <pc:sldMk cId="1101665394" sldId="285"/>
            <ac:picMk id="7" creationId="{7C43D3E6-8374-4D9A-A9F5-0D63398ADAC4}"/>
          </ac:picMkLst>
        </pc:picChg>
      </pc:sldChg>
      <pc:sldChg chg="addSp modSp add mod">
        <pc:chgData name="RIMANDO Nathalie [Perth Modern School]" userId="bed7a2e6-6402-4606-b8ce-b5f2d052b18e" providerId="ADAL" clId="{B275E340-2136-472F-8E91-925B176CBE3D}" dt="2021-08-30T23:04:08.642" v="988" actId="1076"/>
        <pc:sldMkLst>
          <pc:docMk/>
          <pc:sldMk cId="773749748" sldId="286"/>
        </pc:sldMkLst>
        <pc:picChg chg="mod">
          <ac:chgData name="RIMANDO Nathalie [Perth Modern School]" userId="bed7a2e6-6402-4606-b8ce-b5f2d052b18e" providerId="ADAL" clId="{B275E340-2136-472F-8E91-925B176CBE3D}" dt="2021-08-30T23:03:22.873" v="980" actId="1076"/>
          <ac:picMkLst>
            <pc:docMk/>
            <pc:sldMk cId="773749748" sldId="286"/>
            <ac:picMk id="4" creationId="{130E23DF-3556-42D6-8BB2-8BFBA5AB9968}"/>
          </ac:picMkLst>
        </pc:picChg>
        <pc:picChg chg="add mod">
          <ac:chgData name="RIMANDO Nathalie [Perth Modern School]" userId="bed7a2e6-6402-4606-b8ce-b5f2d052b18e" providerId="ADAL" clId="{B275E340-2136-472F-8E91-925B176CBE3D}" dt="2021-08-30T23:03:54.747" v="986" actId="1076"/>
          <ac:picMkLst>
            <pc:docMk/>
            <pc:sldMk cId="773749748" sldId="286"/>
            <ac:picMk id="5" creationId="{68278FD6-DC36-4F6E-B3BB-27D09A689C29}"/>
          </ac:picMkLst>
        </pc:picChg>
        <pc:picChg chg="mod">
          <ac:chgData name="RIMANDO Nathalie [Perth Modern School]" userId="bed7a2e6-6402-4606-b8ce-b5f2d052b18e" providerId="ADAL" clId="{B275E340-2136-472F-8E91-925B176CBE3D}" dt="2021-08-30T23:03:24.805" v="981" actId="1076"/>
          <ac:picMkLst>
            <pc:docMk/>
            <pc:sldMk cId="773749748" sldId="286"/>
            <ac:picMk id="7" creationId="{7C43D3E6-8374-4D9A-A9F5-0D63398ADAC4}"/>
          </ac:picMkLst>
        </pc:picChg>
        <pc:picChg chg="add mod">
          <ac:chgData name="RIMANDO Nathalie [Perth Modern School]" userId="bed7a2e6-6402-4606-b8ce-b5f2d052b18e" providerId="ADAL" clId="{B275E340-2136-472F-8E91-925B176CBE3D}" dt="2021-08-30T23:04:08.642" v="988" actId="1076"/>
          <ac:picMkLst>
            <pc:docMk/>
            <pc:sldMk cId="773749748" sldId="286"/>
            <ac:picMk id="8" creationId="{D157ED75-FDD4-4118-BA5E-54CB6E001541}"/>
          </ac:picMkLst>
        </pc:picChg>
      </pc:sldChg>
      <pc:sldChg chg="addSp delSp modSp add mod">
        <pc:chgData name="RIMANDO Nathalie [Perth Modern School]" userId="bed7a2e6-6402-4606-b8ce-b5f2d052b18e" providerId="ADAL" clId="{B275E340-2136-472F-8E91-925B176CBE3D}" dt="2021-08-31T02:38:38.187" v="1030" actId="1076"/>
        <pc:sldMkLst>
          <pc:docMk/>
          <pc:sldMk cId="2102862165" sldId="287"/>
        </pc:sldMkLst>
        <pc:spChg chg="mod">
          <ac:chgData name="RIMANDO Nathalie [Perth Modern School]" userId="bed7a2e6-6402-4606-b8ce-b5f2d052b18e" providerId="ADAL" clId="{B275E340-2136-472F-8E91-925B176CBE3D}" dt="2021-08-31T02:30:54.511" v="1021" actId="20577"/>
          <ac:spMkLst>
            <pc:docMk/>
            <pc:sldMk cId="2102862165" sldId="287"/>
            <ac:spMk id="2" creationId="{3D21FF4C-191B-461D-93BE-04E4E1094970}"/>
          </ac:spMkLst>
        </pc:spChg>
        <pc:picChg chg="del">
          <ac:chgData name="RIMANDO Nathalie [Perth Modern School]" userId="bed7a2e6-6402-4606-b8ce-b5f2d052b18e" providerId="ADAL" clId="{B275E340-2136-472F-8E91-925B176CBE3D}" dt="2021-08-31T02:30:56.296" v="1022" actId="478"/>
          <ac:picMkLst>
            <pc:docMk/>
            <pc:sldMk cId="2102862165" sldId="287"/>
            <ac:picMk id="4" creationId="{130E23DF-3556-42D6-8BB2-8BFBA5AB9968}"/>
          </ac:picMkLst>
        </pc:picChg>
        <pc:picChg chg="del">
          <ac:chgData name="RIMANDO Nathalie [Perth Modern School]" userId="bed7a2e6-6402-4606-b8ce-b5f2d052b18e" providerId="ADAL" clId="{B275E340-2136-472F-8E91-925B176CBE3D}" dt="2021-08-31T02:30:58.811" v="1024" actId="478"/>
          <ac:picMkLst>
            <pc:docMk/>
            <pc:sldMk cId="2102862165" sldId="287"/>
            <ac:picMk id="5" creationId="{68278FD6-DC36-4F6E-B3BB-27D09A689C29}"/>
          </ac:picMkLst>
        </pc:picChg>
        <pc:picChg chg="add mod">
          <ac:chgData name="RIMANDO Nathalie [Perth Modern School]" userId="bed7a2e6-6402-4606-b8ce-b5f2d052b18e" providerId="ADAL" clId="{B275E340-2136-472F-8E91-925B176CBE3D}" dt="2021-08-31T02:31:04.401" v="1028" actId="1076"/>
          <ac:picMkLst>
            <pc:docMk/>
            <pc:sldMk cId="2102862165" sldId="287"/>
            <ac:picMk id="6" creationId="{5E225005-3A3C-498C-964E-71535E84DFC5}"/>
          </ac:picMkLst>
        </pc:picChg>
        <pc:picChg chg="del">
          <ac:chgData name="RIMANDO Nathalie [Perth Modern School]" userId="bed7a2e6-6402-4606-b8ce-b5f2d052b18e" providerId="ADAL" clId="{B275E340-2136-472F-8E91-925B176CBE3D}" dt="2021-08-31T02:30:57.468" v="1023" actId="478"/>
          <ac:picMkLst>
            <pc:docMk/>
            <pc:sldMk cId="2102862165" sldId="287"/>
            <ac:picMk id="7" creationId="{7C43D3E6-8374-4D9A-A9F5-0D63398ADAC4}"/>
          </ac:picMkLst>
        </pc:picChg>
        <pc:picChg chg="del">
          <ac:chgData name="RIMANDO Nathalie [Perth Modern School]" userId="bed7a2e6-6402-4606-b8ce-b5f2d052b18e" providerId="ADAL" clId="{B275E340-2136-472F-8E91-925B176CBE3D}" dt="2021-08-31T02:30:59.988" v="1025" actId="478"/>
          <ac:picMkLst>
            <pc:docMk/>
            <pc:sldMk cId="2102862165" sldId="287"/>
            <ac:picMk id="8" creationId="{D157ED75-FDD4-4118-BA5E-54CB6E001541}"/>
          </ac:picMkLst>
        </pc:picChg>
        <pc:picChg chg="add mod">
          <ac:chgData name="RIMANDO Nathalie [Perth Modern School]" userId="bed7a2e6-6402-4606-b8ce-b5f2d052b18e" providerId="ADAL" clId="{B275E340-2136-472F-8E91-925B176CBE3D}" dt="2021-08-31T02:38:38.187" v="1030" actId="1076"/>
          <ac:picMkLst>
            <pc:docMk/>
            <pc:sldMk cId="2102862165" sldId="287"/>
            <ac:picMk id="10" creationId="{91F0CC35-38BC-44F5-93AD-F8CBAACAC7B7}"/>
          </ac:picMkLst>
        </pc:picChg>
      </pc:sldChg>
      <pc:sldChg chg="addSp delSp modSp add mod">
        <pc:chgData name="RIMANDO Nathalie [Perth Modern School]" userId="bed7a2e6-6402-4606-b8ce-b5f2d052b18e" providerId="ADAL" clId="{B275E340-2136-472F-8E91-925B176CBE3D}" dt="2021-08-31T02:40:00.902" v="1040" actId="1076"/>
        <pc:sldMkLst>
          <pc:docMk/>
          <pc:sldMk cId="1690639197" sldId="288"/>
        </pc:sldMkLst>
        <pc:picChg chg="add mod">
          <ac:chgData name="RIMANDO Nathalie [Perth Modern School]" userId="bed7a2e6-6402-4606-b8ce-b5f2d052b18e" providerId="ADAL" clId="{B275E340-2136-472F-8E91-925B176CBE3D}" dt="2021-08-31T02:39:10.100" v="1034" actId="1076"/>
          <ac:picMkLst>
            <pc:docMk/>
            <pc:sldMk cId="1690639197" sldId="288"/>
            <ac:picMk id="4" creationId="{BCD18ACC-A5B2-491D-A1F6-3A6C811A7ADC}"/>
          </ac:picMkLst>
        </pc:picChg>
        <pc:picChg chg="add mod">
          <ac:chgData name="RIMANDO Nathalie [Perth Modern School]" userId="bed7a2e6-6402-4606-b8ce-b5f2d052b18e" providerId="ADAL" clId="{B275E340-2136-472F-8E91-925B176CBE3D}" dt="2021-08-31T02:39:30.990" v="1036" actId="1076"/>
          <ac:picMkLst>
            <pc:docMk/>
            <pc:sldMk cId="1690639197" sldId="288"/>
            <ac:picMk id="7" creationId="{1653F371-31BF-4B11-B129-4AF1AA8CD45F}"/>
          </ac:picMkLst>
        </pc:picChg>
        <pc:picChg chg="add mod">
          <ac:chgData name="RIMANDO Nathalie [Perth Modern School]" userId="bed7a2e6-6402-4606-b8ce-b5f2d052b18e" providerId="ADAL" clId="{B275E340-2136-472F-8E91-925B176CBE3D}" dt="2021-08-31T02:39:42.594" v="1038" actId="1076"/>
          <ac:picMkLst>
            <pc:docMk/>
            <pc:sldMk cId="1690639197" sldId="288"/>
            <ac:picMk id="9" creationId="{2943E58B-BDCC-4941-BB7A-78AC28A46231}"/>
          </ac:picMkLst>
        </pc:picChg>
        <pc:picChg chg="del">
          <ac:chgData name="RIMANDO Nathalie [Perth Modern School]" userId="bed7a2e6-6402-4606-b8ce-b5f2d052b18e" providerId="ADAL" clId="{B275E340-2136-472F-8E91-925B176CBE3D}" dt="2021-08-31T02:39:07.300" v="1032" actId="478"/>
          <ac:picMkLst>
            <pc:docMk/>
            <pc:sldMk cId="1690639197" sldId="288"/>
            <ac:picMk id="10" creationId="{91F0CC35-38BC-44F5-93AD-F8CBAACAC7B7}"/>
          </ac:picMkLst>
        </pc:picChg>
        <pc:picChg chg="add mod">
          <ac:chgData name="RIMANDO Nathalie [Perth Modern School]" userId="bed7a2e6-6402-4606-b8ce-b5f2d052b18e" providerId="ADAL" clId="{B275E340-2136-472F-8E91-925B176CBE3D}" dt="2021-08-31T02:40:00.902" v="1040" actId="1076"/>
          <ac:picMkLst>
            <pc:docMk/>
            <pc:sldMk cId="1690639197" sldId="288"/>
            <ac:picMk id="12" creationId="{92DFEC5C-C788-450F-A56C-0B0E30311424}"/>
          </ac:picMkLst>
        </pc:picChg>
      </pc:sldChg>
      <pc:sldChg chg="addSp delSp modSp new mod">
        <pc:chgData name="RIMANDO Nathalie [Perth Modern School]" userId="bed7a2e6-6402-4606-b8ce-b5f2d052b18e" providerId="ADAL" clId="{B275E340-2136-472F-8E91-925B176CBE3D}" dt="2021-09-02T22:48:09.555" v="1065" actId="1076"/>
        <pc:sldMkLst>
          <pc:docMk/>
          <pc:sldMk cId="1509792937" sldId="289"/>
        </pc:sldMkLst>
        <pc:spChg chg="mod">
          <ac:chgData name="RIMANDO Nathalie [Perth Modern School]" userId="bed7a2e6-6402-4606-b8ce-b5f2d052b18e" providerId="ADAL" clId="{B275E340-2136-472F-8E91-925B176CBE3D}" dt="2021-09-02T22:41:32.854" v="1051" actId="20577"/>
          <ac:spMkLst>
            <pc:docMk/>
            <pc:sldMk cId="1509792937" sldId="289"/>
            <ac:spMk id="2" creationId="{C35FCC1D-6AFA-410C-B249-DEBD0054922E}"/>
          </ac:spMkLst>
        </pc:spChg>
        <pc:spChg chg="del">
          <ac:chgData name="RIMANDO Nathalie [Perth Modern School]" userId="bed7a2e6-6402-4606-b8ce-b5f2d052b18e" providerId="ADAL" clId="{B275E340-2136-472F-8E91-925B176CBE3D}" dt="2021-09-02T22:45:08.786" v="1052" actId="478"/>
          <ac:spMkLst>
            <pc:docMk/>
            <pc:sldMk cId="1509792937" sldId="289"/>
            <ac:spMk id="3" creationId="{517A1A13-42D8-4473-9DCE-9D135E1B1FBC}"/>
          </ac:spMkLst>
        </pc:spChg>
        <pc:picChg chg="add mod">
          <ac:chgData name="RIMANDO Nathalie [Perth Modern School]" userId="bed7a2e6-6402-4606-b8ce-b5f2d052b18e" providerId="ADAL" clId="{B275E340-2136-472F-8E91-925B176CBE3D}" dt="2021-09-02T22:48:04.585" v="1063" actId="1076"/>
          <ac:picMkLst>
            <pc:docMk/>
            <pc:sldMk cId="1509792937" sldId="289"/>
            <ac:picMk id="5" creationId="{C21D5D7E-D5B7-4641-88B4-AF569014B801}"/>
          </ac:picMkLst>
        </pc:picChg>
        <pc:picChg chg="add mod">
          <ac:chgData name="RIMANDO Nathalie [Perth Modern School]" userId="bed7a2e6-6402-4606-b8ce-b5f2d052b18e" providerId="ADAL" clId="{B275E340-2136-472F-8E91-925B176CBE3D}" dt="2021-09-02T22:46:28.107" v="1057" actId="1076"/>
          <ac:picMkLst>
            <pc:docMk/>
            <pc:sldMk cId="1509792937" sldId="289"/>
            <ac:picMk id="6" creationId="{385456A2-85F5-4648-A878-D6BA925F393A}"/>
          </ac:picMkLst>
        </pc:picChg>
        <pc:picChg chg="add mod">
          <ac:chgData name="RIMANDO Nathalie [Perth Modern School]" userId="bed7a2e6-6402-4606-b8ce-b5f2d052b18e" providerId="ADAL" clId="{B275E340-2136-472F-8E91-925B176CBE3D}" dt="2021-09-02T22:48:06.825" v="1064" actId="1076"/>
          <ac:picMkLst>
            <pc:docMk/>
            <pc:sldMk cId="1509792937" sldId="289"/>
            <ac:picMk id="8" creationId="{DFDF28E6-89C1-4B54-AD2B-18B31B847AA6}"/>
          </ac:picMkLst>
        </pc:picChg>
        <pc:picChg chg="add mod">
          <ac:chgData name="RIMANDO Nathalie [Perth Modern School]" userId="bed7a2e6-6402-4606-b8ce-b5f2d052b18e" providerId="ADAL" clId="{B275E340-2136-472F-8E91-925B176CBE3D}" dt="2021-09-02T22:48:09.555" v="1065" actId="1076"/>
          <ac:picMkLst>
            <pc:docMk/>
            <pc:sldMk cId="1509792937" sldId="289"/>
            <ac:picMk id="10" creationId="{6FD21423-3E7D-43AE-9C6A-10B3F508A2F5}"/>
          </ac:picMkLst>
        </pc:picChg>
      </pc:sldChg>
      <pc:sldChg chg="addSp delSp modSp add mod">
        <pc:chgData name="RIMANDO Nathalie [Perth Modern School]" userId="bed7a2e6-6402-4606-b8ce-b5f2d052b18e" providerId="ADAL" clId="{B275E340-2136-472F-8E91-925B176CBE3D}" dt="2021-09-02T22:49:19.659" v="1100" actId="20577"/>
        <pc:sldMkLst>
          <pc:docMk/>
          <pc:sldMk cId="1813196141" sldId="290"/>
        </pc:sldMkLst>
        <pc:spChg chg="mod">
          <ac:chgData name="RIMANDO Nathalie [Perth Modern School]" userId="bed7a2e6-6402-4606-b8ce-b5f2d052b18e" providerId="ADAL" clId="{B275E340-2136-472F-8E91-925B176CBE3D}" dt="2021-09-02T22:49:19.659" v="1100" actId="20577"/>
          <ac:spMkLst>
            <pc:docMk/>
            <pc:sldMk cId="1813196141" sldId="290"/>
            <ac:spMk id="2" creationId="{C35FCC1D-6AFA-410C-B249-DEBD0054922E}"/>
          </ac:spMkLst>
        </pc:spChg>
        <pc:picChg chg="del mod">
          <ac:chgData name="RIMANDO Nathalie [Perth Modern School]" userId="bed7a2e6-6402-4606-b8ce-b5f2d052b18e" providerId="ADAL" clId="{B275E340-2136-472F-8E91-925B176CBE3D}" dt="2021-09-02T22:48:23.317" v="1069" actId="478"/>
          <ac:picMkLst>
            <pc:docMk/>
            <pc:sldMk cId="1813196141" sldId="290"/>
            <ac:picMk id="5" creationId="{C21D5D7E-D5B7-4641-88B4-AF569014B801}"/>
          </ac:picMkLst>
        </pc:picChg>
        <pc:picChg chg="del">
          <ac:chgData name="RIMANDO Nathalie [Perth Modern School]" userId="bed7a2e6-6402-4606-b8ce-b5f2d052b18e" providerId="ADAL" clId="{B275E340-2136-472F-8E91-925B176CBE3D}" dt="2021-09-02T22:48:21.147" v="1067" actId="478"/>
          <ac:picMkLst>
            <pc:docMk/>
            <pc:sldMk cId="1813196141" sldId="290"/>
            <ac:picMk id="6" creationId="{385456A2-85F5-4648-A878-D6BA925F393A}"/>
          </ac:picMkLst>
        </pc:picChg>
        <pc:picChg chg="add mod">
          <ac:chgData name="RIMANDO Nathalie [Perth Modern School]" userId="bed7a2e6-6402-4606-b8ce-b5f2d052b18e" providerId="ADAL" clId="{B275E340-2136-472F-8E91-925B176CBE3D}" dt="2021-09-02T22:49:09.531" v="1073" actId="1076"/>
          <ac:picMkLst>
            <pc:docMk/>
            <pc:sldMk cId="1813196141" sldId="290"/>
            <ac:picMk id="7" creationId="{060E8D72-50E7-465C-ADCC-9FA8804F223B}"/>
          </ac:picMkLst>
        </pc:picChg>
        <pc:picChg chg="del">
          <ac:chgData name="RIMANDO Nathalie [Perth Modern School]" userId="bed7a2e6-6402-4606-b8ce-b5f2d052b18e" providerId="ADAL" clId="{B275E340-2136-472F-8E91-925B176CBE3D}" dt="2021-09-02T22:48:24.730" v="1070" actId="478"/>
          <ac:picMkLst>
            <pc:docMk/>
            <pc:sldMk cId="1813196141" sldId="290"/>
            <ac:picMk id="8" creationId="{DFDF28E6-89C1-4B54-AD2B-18B31B847AA6}"/>
          </ac:picMkLst>
        </pc:picChg>
        <pc:picChg chg="del">
          <ac:chgData name="RIMANDO Nathalie [Perth Modern School]" userId="bed7a2e6-6402-4606-b8ce-b5f2d052b18e" providerId="ADAL" clId="{B275E340-2136-472F-8E91-925B176CBE3D}" dt="2021-09-02T22:48:26.162" v="1071" actId="478"/>
          <ac:picMkLst>
            <pc:docMk/>
            <pc:sldMk cId="1813196141" sldId="290"/>
            <ac:picMk id="10" creationId="{6FD21423-3E7D-43AE-9C6A-10B3F508A2F5}"/>
          </ac:picMkLst>
        </pc:picChg>
      </pc:sldChg>
      <pc:sldChg chg="addSp delSp modSp add mod">
        <pc:chgData name="RIMANDO Nathalie [Perth Modern School]" userId="bed7a2e6-6402-4606-b8ce-b5f2d052b18e" providerId="ADAL" clId="{B275E340-2136-472F-8E91-925B176CBE3D}" dt="2021-09-02T22:53:00.164" v="1170" actId="1076"/>
        <pc:sldMkLst>
          <pc:docMk/>
          <pc:sldMk cId="3228780789" sldId="291"/>
        </pc:sldMkLst>
        <pc:spChg chg="mod">
          <ac:chgData name="RIMANDO Nathalie [Perth Modern School]" userId="bed7a2e6-6402-4606-b8ce-b5f2d052b18e" providerId="ADAL" clId="{B275E340-2136-472F-8E91-925B176CBE3D}" dt="2021-09-02T22:52:57.724" v="1169" actId="14100"/>
          <ac:spMkLst>
            <pc:docMk/>
            <pc:sldMk cId="3228780789" sldId="291"/>
            <ac:spMk id="2" creationId="{C35FCC1D-6AFA-410C-B249-DEBD0054922E}"/>
          </ac:spMkLst>
        </pc:spChg>
        <pc:picChg chg="add mod">
          <ac:chgData name="RIMANDO Nathalie [Perth Modern School]" userId="bed7a2e6-6402-4606-b8ce-b5f2d052b18e" providerId="ADAL" clId="{B275E340-2136-472F-8E91-925B176CBE3D}" dt="2021-09-02T22:53:00.164" v="1170" actId="1076"/>
          <ac:picMkLst>
            <pc:docMk/>
            <pc:sldMk cId="3228780789" sldId="291"/>
            <ac:picMk id="4" creationId="{83092142-8D87-4F3D-AEA5-9E527A7F1358}"/>
          </ac:picMkLst>
        </pc:picChg>
        <pc:picChg chg="del">
          <ac:chgData name="RIMANDO Nathalie [Perth Modern School]" userId="bed7a2e6-6402-4606-b8ce-b5f2d052b18e" providerId="ADAL" clId="{B275E340-2136-472F-8E91-925B176CBE3D}" dt="2021-09-02T22:50:01.627" v="1102" actId="478"/>
          <ac:picMkLst>
            <pc:docMk/>
            <pc:sldMk cId="3228780789" sldId="291"/>
            <ac:picMk id="7" creationId="{060E8D72-50E7-465C-ADCC-9FA8804F223B}"/>
          </ac:picMkLst>
        </pc:picChg>
      </pc:sldChg>
      <pc:sldChg chg="addSp delSp modSp add mod">
        <pc:chgData name="RIMANDO Nathalie [Perth Modern School]" userId="bed7a2e6-6402-4606-b8ce-b5f2d052b18e" providerId="ADAL" clId="{B275E340-2136-472F-8E91-925B176CBE3D}" dt="2021-09-02T22:54:52.967" v="1178" actId="1076"/>
        <pc:sldMkLst>
          <pc:docMk/>
          <pc:sldMk cId="1339278170" sldId="292"/>
        </pc:sldMkLst>
        <pc:picChg chg="del">
          <ac:chgData name="RIMANDO Nathalie [Perth Modern School]" userId="bed7a2e6-6402-4606-b8ce-b5f2d052b18e" providerId="ADAL" clId="{B275E340-2136-472F-8E91-925B176CBE3D}" dt="2021-09-02T22:54:29.696" v="1172" actId="478"/>
          <ac:picMkLst>
            <pc:docMk/>
            <pc:sldMk cId="1339278170" sldId="292"/>
            <ac:picMk id="4" creationId="{83092142-8D87-4F3D-AEA5-9E527A7F1358}"/>
          </ac:picMkLst>
        </pc:picChg>
        <pc:picChg chg="add mod">
          <ac:chgData name="RIMANDO Nathalie [Perth Modern School]" userId="bed7a2e6-6402-4606-b8ce-b5f2d052b18e" providerId="ADAL" clId="{B275E340-2136-472F-8E91-925B176CBE3D}" dt="2021-09-02T22:54:32.988" v="1174" actId="1076"/>
          <ac:picMkLst>
            <pc:docMk/>
            <pc:sldMk cId="1339278170" sldId="292"/>
            <ac:picMk id="5" creationId="{387D8CF8-C513-480A-92FB-113C049A0C24}"/>
          </ac:picMkLst>
        </pc:picChg>
        <pc:cxnChg chg="add mod">
          <ac:chgData name="RIMANDO Nathalie [Perth Modern School]" userId="bed7a2e6-6402-4606-b8ce-b5f2d052b18e" providerId="ADAL" clId="{B275E340-2136-472F-8E91-925B176CBE3D}" dt="2021-09-02T22:54:40.856" v="1176" actId="1076"/>
          <ac:cxnSpMkLst>
            <pc:docMk/>
            <pc:sldMk cId="1339278170" sldId="292"/>
            <ac:cxnSpMk id="6" creationId="{0FEE2B11-4946-443A-A381-CB90544EE117}"/>
          </ac:cxnSpMkLst>
        </pc:cxnChg>
        <pc:cxnChg chg="add mod">
          <ac:chgData name="RIMANDO Nathalie [Perth Modern School]" userId="bed7a2e6-6402-4606-b8ce-b5f2d052b18e" providerId="ADAL" clId="{B275E340-2136-472F-8E91-925B176CBE3D}" dt="2021-09-02T22:54:52.967" v="1178" actId="1076"/>
          <ac:cxnSpMkLst>
            <pc:docMk/>
            <pc:sldMk cId="1339278170" sldId="292"/>
            <ac:cxnSpMk id="7" creationId="{B927AEDC-D5A4-4262-A56C-AF92B13B3FC9}"/>
          </ac:cxnSpMkLst>
        </pc:cxnChg>
      </pc:sldChg>
      <pc:sldChg chg="addSp modSp add mod">
        <pc:chgData name="RIMANDO Nathalie [Perth Modern School]" userId="bed7a2e6-6402-4606-b8ce-b5f2d052b18e" providerId="ADAL" clId="{B275E340-2136-472F-8E91-925B176CBE3D}" dt="2021-09-02T22:55:41.724" v="1181" actId="1076"/>
        <pc:sldMkLst>
          <pc:docMk/>
          <pc:sldMk cId="695220529" sldId="293"/>
        </pc:sldMkLst>
        <pc:picChg chg="add mod">
          <ac:chgData name="RIMANDO Nathalie [Perth Modern School]" userId="bed7a2e6-6402-4606-b8ce-b5f2d052b18e" providerId="ADAL" clId="{B275E340-2136-472F-8E91-925B176CBE3D}" dt="2021-09-02T22:55:41.724" v="1181" actId="1076"/>
          <ac:picMkLst>
            <pc:docMk/>
            <pc:sldMk cId="695220529" sldId="293"/>
            <ac:picMk id="4" creationId="{3B48BC15-9059-4F25-A03F-28F0B7114F1E}"/>
          </ac:picMkLst>
        </pc:picChg>
      </pc:sldChg>
      <pc:sldChg chg="addSp delSp modSp new mod">
        <pc:chgData name="RIMANDO Nathalie [Perth Modern School]" userId="bed7a2e6-6402-4606-b8ce-b5f2d052b18e" providerId="ADAL" clId="{B275E340-2136-472F-8E91-925B176CBE3D}" dt="2021-09-02T22:59:14.156" v="1221" actId="1076"/>
        <pc:sldMkLst>
          <pc:docMk/>
          <pc:sldMk cId="1733304092" sldId="294"/>
        </pc:sldMkLst>
        <pc:spChg chg="mod">
          <ac:chgData name="RIMANDO Nathalie [Perth Modern School]" userId="bed7a2e6-6402-4606-b8ce-b5f2d052b18e" providerId="ADAL" clId="{B275E340-2136-472F-8E91-925B176CBE3D}" dt="2021-09-02T22:59:11.053" v="1220" actId="1076"/>
          <ac:spMkLst>
            <pc:docMk/>
            <pc:sldMk cId="1733304092" sldId="294"/>
            <ac:spMk id="2" creationId="{06E002CB-E578-418C-8D38-E00514B4F61A}"/>
          </ac:spMkLst>
        </pc:spChg>
        <pc:spChg chg="del">
          <ac:chgData name="RIMANDO Nathalie [Perth Modern School]" userId="bed7a2e6-6402-4606-b8ce-b5f2d052b18e" providerId="ADAL" clId="{B275E340-2136-472F-8E91-925B176CBE3D}" dt="2021-09-02T22:58:57.412" v="1218" actId="478"/>
          <ac:spMkLst>
            <pc:docMk/>
            <pc:sldMk cId="1733304092" sldId="294"/>
            <ac:spMk id="3" creationId="{234D3A9E-7540-4EF7-9D92-E5C4341B167D}"/>
          </ac:spMkLst>
        </pc:spChg>
        <pc:picChg chg="add mod">
          <ac:chgData name="RIMANDO Nathalie [Perth Modern School]" userId="bed7a2e6-6402-4606-b8ce-b5f2d052b18e" providerId="ADAL" clId="{B275E340-2136-472F-8E91-925B176CBE3D}" dt="2021-09-02T22:59:14.156" v="1221" actId="1076"/>
          <ac:picMkLst>
            <pc:docMk/>
            <pc:sldMk cId="1733304092" sldId="294"/>
            <ac:picMk id="5" creationId="{7BE2D910-ABBC-4BAF-B4DB-299CA1BAFE26}"/>
          </ac:picMkLst>
        </pc:picChg>
      </pc:sldChg>
      <pc:sldChg chg="addSp delSp add del">
        <pc:chgData name="RIMANDO Nathalie [Perth Modern School]" userId="bed7a2e6-6402-4606-b8ce-b5f2d052b18e" providerId="ADAL" clId="{B275E340-2136-472F-8E91-925B176CBE3D}" dt="2021-09-02T22:57:55.367" v="1185" actId="2890"/>
        <pc:sldMkLst>
          <pc:docMk/>
          <pc:sldMk cId="1817954618" sldId="294"/>
        </pc:sldMkLst>
        <pc:picChg chg="add del">
          <ac:chgData name="RIMANDO Nathalie [Perth Modern School]" userId="bed7a2e6-6402-4606-b8ce-b5f2d052b18e" providerId="ADAL" clId="{B275E340-2136-472F-8E91-925B176CBE3D}" dt="2021-09-02T22:57:53.018" v="1184" actId="478"/>
          <ac:picMkLst>
            <pc:docMk/>
            <pc:sldMk cId="1817954618" sldId="294"/>
            <ac:picMk id="5" creationId="{387D8CF8-C513-480A-92FB-113C049A0C24}"/>
          </ac:picMkLst>
        </pc:picChg>
      </pc:sldChg>
      <pc:sldChg chg="addSp delSp modSp add mod modNotesTx">
        <pc:chgData name="RIMANDO Nathalie [Perth Modern School]" userId="bed7a2e6-6402-4606-b8ce-b5f2d052b18e" providerId="ADAL" clId="{B275E340-2136-472F-8E91-925B176CBE3D}" dt="2021-09-02T23:03:37.790" v="1275" actId="20577"/>
        <pc:sldMkLst>
          <pc:docMk/>
          <pc:sldMk cId="3601203593" sldId="295"/>
        </pc:sldMkLst>
        <pc:picChg chg="add del">
          <ac:chgData name="RIMANDO Nathalie [Perth Modern School]" userId="bed7a2e6-6402-4606-b8ce-b5f2d052b18e" providerId="ADAL" clId="{B275E340-2136-472F-8E91-925B176CBE3D}" dt="2021-09-02T23:02:05.272" v="1224" actId="478"/>
          <ac:picMkLst>
            <pc:docMk/>
            <pc:sldMk cId="3601203593" sldId="295"/>
            <ac:picMk id="4" creationId="{44D32095-EBAD-4BCB-80C4-FECDCF2F6BDE}"/>
          </ac:picMkLst>
        </pc:picChg>
        <pc:picChg chg="add mod">
          <ac:chgData name="RIMANDO Nathalie [Perth Modern School]" userId="bed7a2e6-6402-4606-b8ce-b5f2d052b18e" providerId="ADAL" clId="{B275E340-2136-472F-8E91-925B176CBE3D}" dt="2021-09-02T23:02:10.880" v="1226" actId="1076"/>
          <ac:picMkLst>
            <pc:docMk/>
            <pc:sldMk cId="3601203593" sldId="295"/>
            <ac:picMk id="6" creationId="{E8865F08-C29C-439C-847F-D4C1CE057530}"/>
          </ac:picMkLst>
        </pc:picChg>
        <pc:picChg chg="add mod">
          <ac:chgData name="RIMANDO Nathalie [Perth Modern School]" userId="bed7a2e6-6402-4606-b8ce-b5f2d052b18e" providerId="ADAL" clId="{B275E340-2136-472F-8E91-925B176CBE3D}" dt="2021-09-02T23:02:17.902" v="1228" actId="1076"/>
          <ac:picMkLst>
            <pc:docMk/>
            <pc:sldMk cId="3601203593" sldId="295"/>
            <ac:picMk id="7" creationId="{C0988C0E-98A6-4CF5-8092-9B3FF51AC7E9}"/>
          </ac:picMkLst>
        </pc:picChg>
        <pc:picChg chg="add mod">
          <ac:chgData name="RIMANDO Nathalie [Perth Modern School]" userId="bed7a2e6-6402-4606-b8ce-b5f2d052b18e" providerId="ADAL" clId="{B275E340-2136-472F-8E91-925B176CBE3D}" dt="2021-09-02T23:02:27.222" v="1230" actId="1076"/>
          <ac:picMkLst>
            <pc:docMk/>
            <pc:sldMk cId="3601203593" sldId="295"/>
            <ac:picMk id="8" creationId="{FBFB8BAB-4357-4A1E-AB41-91CD15EF6E27}"/>
          </ac:picMkLst>
        </pc:picChg>
      </pc:sldChg>
      <pc:sldChg chg="addSp delSp modSp add modNotesTx">
        <pc:chgData name="RIMANDO Nathalie [Perth Modern School]" userId="bed7a2e6-6402-4606-b8ce-b5f2d052b18e" providerId="ADAL" clId="{B275E340-2136-472F-8E91-925B176CBE3D}" dt="2021-09-02T23:03:46.269" v="1310" actId="20577"/>
        <pc:sldMkLst>
          <pc:docMk/>
          <pc:sldMk cId="3613753246" sldId="296"/>
        </pc:sldMkLst>
        <pc:picChg chg="del">
          <ac:chgData name="RIMANDO Nathalie [Perth Modern School]" userId="bed7a2e6-6402-4606-b8ce-b5f2d052b18e" providerId="ADAL" clId="{B275E340-2136-472F-8E91-925B176CBE3D}" dt="2021-09-02T23:03:04.820" v="1232" actId="478"/>
          <ac:picMkLst>
            <pc:docMk/>
            <pc:sldMk cId="3613753246" sldId="296"/>
            <ac:picMk id="6" creationId="{E8865F08-C29C-439C-847F-D4C1CE057530}"/>
          </ac:picMkLst>
        </pc:picChg>
        <pc:picChg chg="del">
          <ac:chgData name="RIMANDO Nathalie [Perth Modern School]" userId="bed7a2e6-6402-4606-b8ce-b5f2d052b18e" providerId="ADAL" clId="{B275E340-2136-472F-8E91-925B176CBE3D}" dt="2021-09-02T23:03:06.175" v="1233" actId="478"/>
          <ac:picMkLst>
            <pc:docMk/>
            <pc:sldMk cId="3613753246" sldId="296"/>
            <ac:picMk id="7" creationId="{C0988C0E-98A6-4CF5-8092-9B3FF51AC7E9}"/>
          </ac:picMkLst>
        </pc:picChg>
        <pc:picChg chg="del">
          <ac:chgData name="RIMANDO Nathalie [Perth Modern School]" userId="bed7a2e6-6402-4606-b8ce-b5f2d052b18e" providerId="ADAL" clId="{B275E340-2136-472F-8E91-925B176CBE3D}" dt="2021-09-02T23:03:07.535" v="1234" actId="478"/>
          <ac:picMkLst>
            <pc:docMk/>
            <pc:sldMk cId="3613753246" sldId="296"/>
            <ac:picMk id="8" creationId="{FBFB8BAB-4357-4A1E-AB41-91CD15EF6E27}"/>
          </ac:picMkLst>
        </pc:picChg>
        <pc:picChg chg="add mod">
          <ac:chgData name="RIMANDO Nathalie [Perth Modern School]" userId="bed7a2e6-6402-4606-b8ce-b5f2d052b18e" providerId="ADAL" clId="{B275E340-2136-472F-8E91-925B176CBE3D}" dt="2021-09-02T23:03:13.525" v="1236" actId="1076"/>
          <ac:picMkLst>
            <pc:docMk/>
            <pc:sldMk cId="3613753246" sldId="296"/>
            <ac:picMk id="9" creationId="{3A6E49E5-47AC-42E8-B324-AC2ED157F664}"/>
          </ac:picMkLst>
        </pc:picChg>
        <pc:picChg chg="add mod">
          <ac:chgData name="RIMANDO Nathalie [Perth Modern School]" userId="bed7a2e6-6402-4606-b8ce-b5f2d052b18e" providerId="ADAL" clId="{B275E340-2136-472F-8E91-925B176CBE3D}" dt="2021-09-02T23:03:18.327" v="1238" actId="1076"/>
          <ac:picMkLst>
            <pc:docMk/>
            <pc:sldMk cId="3613753246" sldId="296"/>
            <ac:picMk id="10" creationId="{79753094-AAC7-4628-A4ED-B9293336D574}"/>
          </ac:picMkLst>
        </pc:picChg>
        <pc:picChg chg="add mod">
          <ac:chgData name="RIMANDO Nathalie [Perth Modern School]" userId="bed7a2e6-6402-4606-b8ce-b5f2d052b18e" providerId="ADAL" clId="{B275E340-2136-472F-8E91-925B176CBE3D}" dt="2021-09-02T23:03:23.338" v="1240" actId="1076"/>
          <ac:picMkLst>
            <pc:docMk/>
            <pc:sldMk cId="3613753246" sldId="296"/>
            <ac:picMk id="11" creationId="{55414E5D-5B6F-412C-AEDE-6C01121467BC}"/>
          </ac:picMkLst>
        </pc:picChg>
      </pc:sldChg>
      <pc:sldChg chg="addSp delSp modSp add mod">
        <pc:chgData name="RIMANDO Nathalie [Perth Modern School]" userId="bed7a2e6-6402-4606-b8ce-b5f2d052b18e" providerId="ADAL" clId="{B275E340-2136-472F-8E91-925B176CBE3D}" dt="2021-09-02T23:05:30.473" v="1319" actId="1076"/>
        <pc:sldMkLst>
          <pc:docMk/>
          <pc:sldMk cId="3096792728" sldId="297"/>
        </pc:sldMkLst>
        <pc:picChg chg="del">
          <ac:chgData name="RIMANDO Nathalie [Perth Modern School]" userId="bed7a2e6-6402-4606-b8ce-b5f2d052b18e" providerId="ADAL" clId="{B275E340-2136-472F-8E91-925B176CBE3D}" dt="2021-09-02T23:05:24.636" v="1315" actId="478"/>
          <ac:picMkLst>
            <pc:docMk/>
            <pc:sldMk cId="3096792728" sldId="297"/>
            <ac:picMk id="5" creationId="{7BE2D910-ABBC-4BAF-B4DB-299CA1BAFE26}"/>
          </ac:picMkLst>
        </pc:picChg>
        <pc:picChg chg="add mod">
          <ac:chgData name="RIMANDO Nathalie [Perth Modern School]" userId="bed7a2e6-6402-4606-b8ce-b5f2d052b18e" providerId="ADAL" clId="{B275E340-2136-472F-8E91-925B176CBE3D}" dt="2021-09-02T23:05:30.473" v="1319" actId="1076"/>
          <ac:picMkLst>
            <pc:docMk/>
            <pc:sldMk cId="3096792728" sldId="297"/>
            <ac:picMk id="7" creationId="{7B493DF0-F6E5-43C2-8497-9AA26D391EBD}"/>
          </ac:picMkLst>
        </pc:picChg>
        <pc:picChg chg="del">
          <ac:chgData name="RIMANDO Nathalie [Perth Modern School]" userId="bed7a2e6-6402-4606-b8ce-b5f2d052b18e" providerId="ADAL" clId="{B275E340-2136-472F-8E91-925B176CBE3D}" dt="2021-09-02T23:05:20.587" v="1312" actId="478"/>
          <ac:picMkLst>
            <pc:docMk/>
            <pc:sldMk cId="3096792728" sldId="297"/>
            <ac:picMk id="9" creationId="{3A6E49E5-47AC-42E8-B324-AC2ED157F664}"/>
          </ac:picMkLst>
        </pc:picChg>
        <pc:picChg chg="del">
          <ac:chgData name="RIMANDO Nathalie [Perth Modern School]" userId="bed7a2e6-6402-4606-b8ce-b5f2d052b18e" providerId="ADAL" clId="{B275E340-2136-472F-8E91-925B176CBE3D}" dt="2021-09-02T23:05:22.172" v="1313" actId="478"/>
          <ac:picMkLst>
            <pc:docMk/>
            <pc:sldMk cId="3096792728" sldId="297"/>
            <ac:picMk id="10" creationId="{79753094-AAC7-4628-A4ED-B9293336D574}"/>
          </ac:picMkLst>
        </pc:picChg>
        <pc:picChg chg="del">
          <ac:chgData name="RIMANDO Nathalie [Perth Modern School]" userId="bed7a2e6-6402-4606-b8ce-b5f2d052b18e" providerId="ADAL" clId="{B275E340-2136-472F-8E91-925B176CBE3D}" dt="2021-09-02T23:05:23.367" v="1314" actId="478"/>
          <ac:picMkLst>
            <pc:docMk/>
            <pc:sldMk cId="3096792728" sldId="297"/>
            <ac:picMk id="11" creationId="{55414E5D-5B6F-412C-AEDE-6C01121467BC}"/>
          </ac:picMkLst>
        </pc:picChg>
      </pc:sldChg>
      <pc:sldChg chg="addSp delSp modSp new mod">
        <pc:chgData name="RIMANDO Nathalie [Perth Modern School]" userId="bed7a2e6-6402-4606-b8ce-b5f2d052b18e" providerId="ADAL" clId="{B275E340-2136-472F-8E91-925B176CBE3D}" dt="2021-09-02T23:07:33.530" v="1324" actId="1076"/>
        <pc:sldMkLst>
          <pc:docMk/>
          <pc:sldMk cId="333394811" sldId="298"/>
        </pc:sldMkLst>
        <pc:spChg chg="del">
          <ac:chgData name="RIMANDO Nathalie [Perth Modern School]" userId="bed7a2e6-6402-4606-b8ce-b5f2d052b18e" providerId="ADAL" clId="{B275E340-2136-472F-8E91-925B176CBE3D}" dt="2021-09-02T23:07:18.076" v="1321" actId="478"/>
          <ac:spMkLst>
            <pc:docMk/>
            <pc:sldMk cId="333394811" sldId="298"/>
            <ac:spMk id="2" creationId="{13071010-D865-4177-A2F4-7F095B5C8C23}"/>
          </ac:spMkLst>
        </pc:spChg>
        <pc:spChg chg="del">
          <ac:chgData name="RIMANDO Nathalie [Perth Modern School]" userId="bed7a2e6-6402-4606-b8ce-b5f2d052b18e" providerId="ADAL" clId="{B275E340-2136-472F-8E91-925B176CBE3D}" dt="2021-09-02T23:07:19.795" v="1322" actId="478"/>
          <ac:spMkLst>
            <pc:docMk/>
            <pc:sldMk cId="333394811" sldId="298"/>
            <ac:spMk id="3" creationId="{E52DA459-9F60-41FA-AC9C-7951EABB0706}"/>
          </ac:spMkLst>
        </pc:spChg>
        <pc:picChg chg="add mod">
          <ac:chgData name="RIMANDO Nathalie [Perth Modern School]" userId="bed7a2e6-6402-4606-b8ce-b5f2d052b18e" providerId="ADAL" clId="{B275E340-2136-472F-8E91-925B176CBE3D}" dt="2021-09-02T23:07:33.530" v="1324" actId="1076"/>
          <ac:picMkLst>
            <pc:docMk/>
            <pc:sldMk cId="333394811" sldId="298"/>
            <ac:picMk id="5" creationId="{4A3B4141-4334-48AA-8D61-1428F4ECA808}"/>
          </ac:picMkLst>
        </pc:picChg>
      </pc:sldChg>
      <pc:sldChg chg="addSp modSp add mod">
        <pc:chgData name="RIMANDO Nathalie [Perth Modern School]" userId="bed7a2e6-6402-4606-b8ce-b5f2d052b18e" providerId="ADAL" clId="{B275E340-2136-472F-8E91-925B176CBE3D}" dt="2021-09-02T23:07:51.518" v="1327" actId="1076"/>
        <pc:sldMkLst>
          <pc:docMk/>
          <pc:sldMk cId="1599487029" sldId="299"/>
        </pc:sldMkLst>
        <pc:picChg chg="add mod">
          <ac:chgData name="RIMANDO Nathalie [Perth Modern School]" userId="bed7a2e6-6402-4606-b8ce-b5f2d052b18e" providerId="ADAL" clId="{B275E340-2136-472F-8E91-925B176CBE3D}" dt="2021-09-02T23:07:51.518" v="1327" actId="1076"/>
          <ac:picMkLst>
            <pc:docMk/>
            <pc:sldMk cId="1599487029" sldId="299"/>
            <ac:picMk id="3" creationId="{F50C4D5B-9627-4B32-A6C3-7FA8F71221E8}"/>
          </ac:picMkLst>
        </pc:picChg>
      </pc:sldChg>
      <pc:sldChg chg="addSp delSp modSp new mod">
        <pc:chgData name="RIMANDO Nathalie [Perth Modern School]" userId="bed7a2e6-6402-4606-b8ce-b5f2d052b18e" providerId="ADAL" clId="{B275E340-2136-472F-8E91-925B176CBE3D}" dt="2021-09-02T23:08:17.905" v="1332" actId="1076"/>
        <pc:sldMkLst>
          <pc:docMk/>
          <pc:sldMk cId="1258262486" sldId="300"/>
        </pc:sldMkLst>
        <pc:spChg chg="del">
          <ac:chgData name="RIMANDO Nathalie [Perth Modern School]" userId="bed7a2e6-6402-4606-b8ce-b5f2d052b18e" providerId="ADAL" clId="{B275E340-2136-472F-8E91-925B176CBE3D}" dt="2021-09-02T23:07:57.777" v="1330" actId="478"/>
          <ac:spMkLst>
            <pc:docMk/>
            <pc:sldMk cId="1258262486" sldId="300"/>
            <ac:spMk id="2" creationId="{44C54A2B-9CE9-41EB-833C-FD56D53BD368}"/>
          </ac:spMkLst>
        </pc:spChg>
        <pc:spChg chg="del">
          <ac:chgData name="RIMANDO Nathalie [Perth Modern School]" userId="bed7a2e6-6402-4606-b8ce-b5f2d052b18e" providerId="ADAL" clId="{B275E340-2136-472F-8E91-925B176CBE3D}" dt="2021-09-02T23:07:56.298" v="1329" actId="478"/>
          <ac:spMkLst>
            <pc:docMk/>
            <pc:sldMk cId="1258262486" sldId="300"/>
            <ac:spMk id="3" creationId="{91C77867-7451-41A8-9CAC-7E2E6ADC97C1}"/>
          </ac:spMkLst>
        </pc:spChg>
        <pc:picChg chg="add mod">
          <ac:chgData name="RIMANDO Nathalie [Perth Modern School]" userId="bed7a2e6-6402-4606-b8ce-b5f2d052b18e" providerId="ADAL" clId="{B275E340-2136-472F-8E91-925B176CBE3D}" dt="2021-09-02T23:08:17.905" v="1332" actId="1076"/>
          <ac:picMkLst>
            <pc:docMk/>
            <pc:sldMk cId="1258262486" sldId="300"/>
            <ac:picMk id="5" creationId="{434A03FA-6A1C-4190-B79E-7E65E635EC32}"/>
          </ac:picMkLst>
        </pc:picChg>
      </pc:sldChg>
      <pc:sldChg chg="addSp add mod">
        <pc:chgData name="RIMANDO Nathalie [Perth Modern School]" userId="bed7a2e6-6402-4606-b8ce-b5f2d052b18e" providerId="ADAL" clId="{B275E340-2136-472F-8E91-925B176CBE3D}" dt="2021-09-02T23:08:58.203" v="1334" actId="22"/>
        <pc:sldMkLst>
          <pc:docMk/>
          <pc:sldMk cId="2721338968" sldId="301"/>
        </pc:sldMkLst>
        <pc:picChg chg="add">
          <ac:chgData name="RIMANDO Nathalie [Perth Modern School]" userId="bed7a2e6-6402-4606-b8ce-b5f2d052b18e" providerId="ADAL" clId="{B275E340-2136-472F-8E91-925B176CBE3D}" dt="2021-09-02T23:08:58.203" v="1334" actId="22"/>
          <ac:picMkLst>
            <pc:docMk/>
            <pc:sldMk cId="2721338968" sldId="301"/>
            <ac:picMk id="3" creationId="{C93A8EC7-C2AA-49AF-8A0D-4CDF1DC70DA8}"/>
          </ac:picMkLst>
        </pc:picChg>
      </pc:sldChg>
      <pc:sldChg chg="addSp delSp modSp new mod">
        <pc:chgData name="RIMANDO Nathalie [Perth Modern School]" userId="bed7a2e6-6402-4606-b8ce-b5f2d052b18e" providerId="ADAL" clId="{B275E340-2136-472F-8E91-925B176CBE3D}" dt="2021-09-02T23:12:48.682" v="1408" actId="1076"/>
        <pc:sldMkLst>
          <pc:docMk/>
          <pc:sldMk cId="2321199054" sldId="302"/>
        </pc:sldMkLst>
        <pc:spChg chg="mod">
          <ac:chgData name="RIMANDO Nathalie [Perth Modern School]" userId="bed7a2e6-6402-4606-b8ce-b5f2d052b18e" providerId="ADAL" clId="{B275E340-2136-472F-8E91-925B176CBE3D}" dt="2021-09-02T23:10:50.215" v="1392" actId="1076"/>
          <ac:spMkLst>
            <pc:docMk/>
            <pc:sldMk cId="2321199054" sldId="302"/>
            <ac:spMk id="2" creationId="{420E5759-B8DF-4D4B-B47F-ECD6B48C72BF}"/>
          </ac:spMkLst>
        </pc:spChg>
        <pc:spChg chg="del">
          <ac:chgData name="RIMANDO Nathalie [Perth Modern School]" userId="bed7a2e6-6402-4606-b8ce-b5f2d052b18e" providerId="ADAL" clId="{B275E340-2136-472F-8E91-925B176CBE3D}" dt="2021-09-02T23:10:45.054" v="1389" actId="478"/>
          <ac:spMkLst>
            <pc:docMk/>
            <pc:sldMk cId="2321199054" sldId="302"/>
            <ac:spMk id="3" creationId="{E49F539A-084B-43A6-AF09-943764478C77}"/>
          </ac:spMkLst>
        </pc:spChg>
        <pc:picChg chg="add mod">
          <ac:chgData name="RIMANDO Nathalie [Perth Modern School]" userId="bed7a2e6-6402-4606-b8ce-b5f2d052b18e" providerId="ADAL" clId="{B275E340-2136-472F-8E91-925B176CBE3D}" dt="2021-09-02T23:10:52.074" v="1393" actId="1076"/>
          <ac:picMkLst>
            <pc:docMk/>
            <pc:sldMk cId="2321199054" sldId="302"/>
            <ac:picMk id="4" creationId="{EDE07786-58F2-4D30-89CC-B6D8D6780B6D}"/>
          </ac:picMkLst>
        </pc:picChg>
        <pc:picChg chg="add mod">
          <ac:chgData name="RIMANDO Nathalie [Perth Modern School]" userId="bed7a2e6-6402-4606-b8ce-b5f2d052b18e" providerId="ADAL" clId="{B275E340-2136-472F-8E91-925B176CBE3D}" dt="2021-09-02T23:10:58.401" v="1395" actId="1076"/>
          <ac:picMkLst>
            <pc:docMk/>
            <pc:sldMk cId="2321199054" sldId="302"/>
            <ac:picMk id="5" creationId="{4069658A-F158-4C2F-9431-BDA7FA06AFB8}"/>
          </ac:picMkLst>
        </pc:picChg>
        <pc:picChg chg="add mod">
          <ac:chgData name="RIMANDO Nathalie [Perth Modern School]" userId="bed7a2e6-6402-4606-b8ce-b5f2d052b18e" providerId="ADAL" clId="{B275E340-2136-472F-8E91-925B176CBE3D}" dt="2021-09-02T23:11:04.786" v="1397" actId="1076"/>
          <ac:picMkLst>
            <pc:docMk/>
            <pc:sldMk cId="2321199054" sldId="302"/>
            <ac:picMk id="6" creationId="{CD0F6B46-64BA-4063-87CB-5E963C36C622}"/>
          </ac:picMkLst>
        </pc:picChg>
        <pc:picChg chg="add mod">
          <ac:chgData name="RIMANDO Nathalie [Perth Modern School]" userId="bed7a2e6-6402-4606-b8ce-b5f2d052b18e" providerId="ADAL" clId="{B275E340-2136-472F-8E91-925B176CBE3D}" dt="2021-09-02T23:11:10.631" v="1399" actId="1076"/>
          <ac:picMkLst>
            <pc:docMk/>
            <pc:sldMk cId="2321199054" sldId="302"/>
            <ac:picMk id="7" creationId="{A05F9208-217B-45C4-B074-002AF6E89125}"/>
          </ac:picMkLst>
        </pc:picChg>
        <pc:picChg chg="add mod">
          <ac:chgData name="RIMANDO Nathalie [Perth Modern School]" userId="bed7a2e6-6402-4606-b8ce-b5f2d052b18e" providerId="ADAL" clId="{B275E340-2136-472F-8E91-925B176CBE3D}" dt="2021-09-02T23:12:04.102" v="1403" actId="1076"/>
          <ac:picMkLst>
            <pc:docMk/>
            <pc:sldMk cId="2321199054" sldId="302"/>
            <ac:picMk id="9" creationId="{F2AFFE1D-9DC1-4905-BF59-D15EDA52FF58}"/>
          </ac:picMkLst>
        </pc:picChg>
        <pc:picChg chg="add mod">
          <ac:chgData name="RIMANDO Nathalie [Perth Modern School]" userId="bed7a2e6-6402-4606-b8ce-b5f2d052b18e" providerId="ADAL" clId="{B275E340-2136-472F-8E91-925B176CBE3D}" dt="2021-09-02T23:12:48.682" v="1408" actId="1076"/>
          <ac:picMkLst>
            <pc:docMk/>
            <pc:sldMk cId="2321199054" sldId="302"/>
            <ac:picMk id="11" creationId="{479D5B05-5A08-40B6-B18A-3AAD0047ACCA}"/>
          </ac:picMkLst>
        </pc:picChg>
      </pc:sldChg>
      <pc:sldChg chg="add del">
        <pc:chgData name="RIMANDO Nathalie [Perth Modern School]" userId="bed7a2e6-6402-4606-b8ce-b5f2d052b18e" providerId="ADAL" clId="{B275E340-2136-472F-8E91-925B176CBE3D}" dt="2021-09-02T23:13:17.305" v="1410" actId="2890"/>
        <pc:sldMkLst>
          <pc:docMk/>
          <pc:sldMk cId="1616964429" sldId="303"/>
        </pc:sldMkLst>
      </pc:sldChg>
      <pc:sldChg chg="addSp delSp modSp new del mod modNotesTx">
        <pc:chgData name="RIMANDO Nathalie [Perth Modern School]" userId="bed7a2e6-6402-4606-b8ce-b5f2d052b18e" providerId="ADAL" clId="{B275E340-2136-472F-8E91-925B176CBE3D}" dt="2021-09-03T02:43:53.337" v="1444" actId="47"/>
        <pc:sldMkLst>
          <pc:docMk/>
          <pc:sldMk cId="2338183736" sldId="303"/>
        </pc:sldMkLst>
        <pc:spChg chg="del">
          <ac:chgData name="RIMANDO Nathalie [Perth Modern School]" userId="bed7a2e6-6402-4606-b8ce-b5f2d052b18e" providerId="ADAL" clId="{B275E340-2136-472F-8E91-925B176CBE3D}" dt="2021-09-02T23:13:26.032" v="1413" actId="478"/>
          <ac:spMkLst>
            <pc:docMk/>
            <pc:sldMk cId="2338183736" sldId="303"/>
            <ac:spMk id="2" creationId="{66846EE0-856B-4719-95B3-359F75CF960A}"/>
          </ac:spMkLst>
        </pc:spChg>
        <pc:spChg chg="del">
          <ac:chgData name="RIMANDO Nathalie [Perth Modern School]" userId="bed7a2e6-6402-4606-b8ce-b5f2d052b18e" providerId="ADAL" clId="{B275E340-2136-472F-8E91-925B176CBE3D}" dt="2021-09-02T23:13:24.265" v="1412" actId="478"/>
          <ac:spMkLst>
            <pc:docMk/>
            <pc:sldMk cId="2338183736" sldId="303"/>
            <ac:spMk id="3" creationId="{BAE7C41E-D750-4D24-9C3A-AE27A0B9EA6D}"/>
          </ac:spMkLst>
        </pc:spChg>
        <pc:inkChg chg="add mod">
          <ac:chgData name="RIMANDO Nathalie [Perth Modern School]" userId="bed7a2e6-6402-4606-b8ce-b5f2d052b18e" providerId="ADAL" clId="{B275E340-2136-472F-8E91-925B176CBE3D}" dt="2021-09-02T23:13:28.239" v="1415" actId="1076"/>
          <ac:inkMkLst>
            <pc:docMk/>
            <pc:sldMk cId="2338183736" sldId="303"/>
            <ac:inkMk id="4" creationId="{056CF3BA-13C4-41A1-BEC9-91CA36AFDAA3}"/>
          </ac:inkMkLst>
        </pc:inkChg>
      </pc:sldChg>
      <pc:sldChg chg="addSp delSp modSp new mod">
        <pc:chgData name="RIMANDO Nathalie [Perth Modern School]" userId="bed7a2e6-6402-4606-b8ce-b5f2d052b18e" providerId="ADAL" clId="{B275E340-2136-472F-8E91-925B176CBE3D}" dt="2021-09-02T23:17:25.911" v="1432" actId="1076"/>
        <pc:sldMkLst>
          <pc:docMk/>
          <pc:sldMk cId="336080748" sldId="304"/>
        </pc:sldMkLst>
        <pc:spChg chg="del">
          <ac:chgData name="RIMANDO Nathalie [Perth Modern School]" userId="bed7a2e6-6402-4606-b8ce-b5f2d052b18e" providerId="ADAL" clId="{B275E340-2136-472F-8E91-925B176CBE3D}" dt="2021-09-02T23:16:13.481" v="1419" actId="478"/>
          <ac:spMkLst>
            <pc:docMk/>
            <pc:sldMk cId="336080748" sldId="304"/>
            <ac:spMk id="2" creationId="{AD3E60EF-D8E2-48B1-B7C6-54A9267E362D}"/>
          </ac:spMkLst>
        </pc:spChg>
        <pc:spChg chg="del">
          <ac:chgData name="RIMANDO Nathalie [Perth Modern School]" userId="bed7a2e6-6402-4606-b8ce-b5f2d052b18e" providerId="ADAL" clId="{B275E340-2136-472F-8E91-925B176CBE3D}" dt="2021-09-02T23:16:11.673" v="1418" actId="478"/>
          <ac:spMkLst>
            <pc:docMk/>
            <pc:sldMk cId="336080748" sldId="304"/>
            <ac:spMk id="3" creationId="{AE561EE9-B4FE-4154-9340-4CBB1F92992D}"/>
          </ac:spMkLst>
        </pc:spChg>
        <pc:picChg chg="add mod">
          <ac:chgData name="RIMANDO Nathalie [Perth Modern School]" userId="bed7a2e6-6402-4606-b8ce-b5f2d052b18e" providerId="ADAL" clId="{B275E340-2136-472F-8E91-925B176CBE3D}" dt="2021-09-02T23:16:20.770" v="1423" actId="1076"/>
          <ac:picMkLst>
            <pc:docMk/>
            <pc:sldMk cId="336080748" sldId="304"/>
            <ac:picMk id="4" creationId="{518978ED-D9CF-4254-9C09-6C52009570FC}"/>
          </ac:picMkLst>
        </pc:picChg>
        <pc:picChg chg="add mod">
          <ac:chgData name="RIMANDO Nathalie [Perth Modern School]" userId="bed7a2e6-6402-4606-b8ce-b5f2d052b18e" providerId="ADAL" clId="{B275E340-2136-472F-8E91-925B176CBE3D}" dt="2021-09-02T23:16:32.348" v="1426" actId="1076"/>
          <ac:picMkLst>
            <pc:docMk/>
            <pc:sldMk cId="336080748" sldId="304"/>
            <ac:picMk id="5" creationId="{1678EE02-E963-4885-83F4-8CA38CDDC9E2}"/>
          </ac:picMkLst>
        </pc:picChg>
        <pc:picChg chg="add mod">
          <ac:chgData name="RIMANDO Nathalie [Perth Modern School]" userId="bed7a2e6-6402-4606-b8ce-b5f2d052b18e" providerId="ADAL" clId="{B275E340-2136-472F-8E91-925B176CBE3D}" dt="2021-09-02T23:16:59.108" v="1429" actId="1076"/>
          <ac:picMkLst>
            <pc:docMk/>
            <pc:sldMk cId="336080748" sldId="304"/>
            <ac:picMk id="6" creationId="{9B4EFA21-4D2E-4EC6-8D58-2C6F23D856D4}"/>
          </ac:picMkLst>
        </pc:picChg>
        <pc:picChg chg="add mod">
          <ac:chgData name="RIMANDO Nathalie [Perth Modern School]" userId="bed7a2e6-6402-4606-b8ce-b5f2d052b18e" providerId="ADAL" clId="{B275E340-2136-472F-8E91-925B176CBE3D}" dt="2021-09-02T23:17:25.911" v="1432" actId="1076"/>
          <ac:picMkLst>
            <pc:docMk/>
            <pc:sldMk cId="336080748" sldId="304"/>
            <ac:picMk id="8" creationId="{3385C00A-EF5C-4D17-962E-CC06D5BA5613}"/>
          </ac:picMkLst>
        </pc:picChg>
      </pc:sldChg>
      <pc:sldChg chg="modSp add del">
        <pc:chgData name="RIMANDO Nathalie [Perth Modern School]" userId="bed7a2e6-6402-4606-b8ce-b5f2d052b18e" providerId="ADAL" clId="{B275E340-2136-472F-8E91-925B176CBE3D}" dt="2021-09-02T23:18:25.263" v="1438"/>
        <pc:sldMkLst>
          <pc:docMk/>
          <pc:sldMk cId="707272526" sldId="305"/>
        </pc:sldMkLst>
        <pc:picChg chg="mod">
          <ac:chgData name="RIMANDO Nathalie [Perth Modern School]" userId="bed7a2e6-6402-4606-b8ce-b5f2d052b18e" providerId="ADAL" clId="{B275E340-2136-472F-8E91-925B176CBE3D}" dt="2021-09-02T23:18:24.146" v="1437" actId="1076"/>
          <ac:picMkLst>
            <pc:docMk/>
            <pc:sldMk cId="707272526" sldId="305"/>
            <ac:picMk id="1026" creationId="{00000000-0000-0000-0000-000000000000}"/>
          </ac:picMkLst>
        </pc:picChg>
      </pc:sldChg>
      <pc:sldChg chg="addSp delSp new del mod">
        <pc:chgData name="RIMANDO Nathalie [Perth Modern School]" userId="bed7a2e6-6402-4606-b8ce-b5f2d052b18e" providerId="ADAL" clId="{B275E340-2136-472F-8E91-925B176CBE3D}" dt="2021-09-03T02:43:51.753" v="1443" actId="47"/>
        <pc:sldMkLst>
          <pc:docMk/>
          <pc:sldMk cId="1503669106" sldId="305"/>
        </pc:sldMkLst>
        <pc:spChg chg="del">
          <ac:chgData name="RIMANDO Nathalie [Perth Modern School]" userId="bed7a2e6-6402-4606-b8ce-b5f2d052b18e" providerId="ADAL" clId="{B275E340-2136-472F-8E91-925B176CBE3D}" dt="2021-09-02T23:18:49.190" v="1441" actId="478"/>
          <ac:spMkLst>
            <pc:docMk/>
            <pc:sldMk cId="1503669106" sldId="305"/>
            <ac:spMk id="2" creationId="{E1942E30-76DF-4AB7-91EC-45112CB3FB39}"/>
          </ac:spMkLst>
        </pc:spChg>
        <pc:spChg chg="del">
          <ac:chgData name="RIMANDO Nathalie [Perth Modern School]" userId="bed7a2e6-6402-4606-b8ce-b5f2d052b18e" providerId="ADAL" clId="{B275E340-2136-472F-8E91-925B176CBE3D}" dt="2021-09-02T23:18:46.376" v="1440" actId="478"/>
          <ac:spMkLst>
            <pc:docMk/>
            <pc:sldMk cId="1503669106" sldId="305"/>
            <ac:spMk id="3" creationId="{E5FB85F3-8C13-4830-8F9C-89651F783442}"/>
          </ac:spMkLst>
        </pc:spChg>
        <pc:picChg chg="add">
          <ac:chgData name="RIMANDO Nathalie [Perth Modern School]" userId="bed7a2e6-6402-4606-b8ce-b5f2d052b18e" providerId="ADAL" clId="{B275E340-2136-472F-8E91-925B176CBE3D}" dt="2021-09-02T23:18:49.819" v="1442" actId="22"/>
          <ac:picMkLst>
            <pc:docMk/>
            <pc:sldMk cId="1503669106" sldId="305"/>
            <ac:picMk id="5" creationId="{B1A18E44-4C53-4CF4-B30D-768E53657992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00.1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278 154 18799 0 0,'0'0'416'0'0,"0"0"80"0"0,0 0 16 0 0,0 0 24 0 0,0 0-432 0 0,0 0-104 0 0,0 0 0 0 0,0 0 0 0 0,0 0 568 0 0,0 0 88 0 0,0 16 16 0 0,0-16 8 0 0,0 0-304 0 0,15 15-64 0 0,-15-15-16 0 0,0 16 0 0 0,0-16-40 0 0,15 15 0 0 0,-15-15-8 0 0,0 15 0 0 0,0 1-48 0 0,0-16-8 0 0,0 0 0 0 0,16 0 0 0 0,-16 0-24 0 0,0 0-8 0 0,0 0 0 0 0,0 0 0 0 0,0 0-32 0 0,0 0-16 0 0,0 0 0 0 0,0 0 0 0 0,0 0-32 0 0,0 0-8 0 0,0 0 0 0 0,0 0 0 0 0,0 0 8 0 0,0-16 0 0 0,0 16 0 0 0,0-15 0 0 0,-16 15 24 0 0,16-15 8 0 0,0-1 0 0 0,0 16 0 0 0,0-15 48 0 0,-15-1 0 0 0,15 1 8 0 0,-15 15 0 0 0,15-15-48 0 0,-16-1-16 0 0,16 1 0 0 0,-15-1 0 0 0,-1 16-104 0 0,1-15 88 0 0,15 0-88 0 0,-15-1 80 0 0,-1 1-80 0 0,16 15 80 0 0,-15-16-80 0 0,-1 16 80 0 0,16 0-80 0 0,-15 0 80 0 0,0 0-80 0 0,-1 0 80 0 0,1 0-80 0 0,15 16 0 0 0,-16-16 0 0 0,1 15 64 0 0,15 16-64 0 0,-15-16 0 0 0,15 1 0 0 0,-16 15 0 0 0,16-1 0 0 0,-15 1 0 0 0,15 15-72 0 0,0 0 72 0 0,-16 16 0 0 0,16-16 0 0 0,0 0 0 0 0,0 1 0 0 0,0-1 0 0 0,0 0 0 0 0,0-15 0 0 0,0 15 0 0 0,0-15 0 0 0,0 0 0 0 0,0-1 0 0 0,16 1 0 0 0,-16-16 0 0 0,15 16 0 0 0,-15-15 0 0 0,16-1 72 0 0,-1 0-72 0 0,0-15 0 0 0,1 16 0 0 0,15-16 64 0 0,-16 0 0 0 0,0 0 0 0 0,16 0 0 0 0,-15 0 0 0 0,14-16 8 0 0,-14 1 0 0 0,15 15 0 0 0,-16-15 0 0 0,0-1 8 0 0,1 1 0 0 0,-1-1 0 0 0,0 1 0 0 0,1 0-16 0 0,-1-1 0 0 0,-15 1 0 0 0,16 0 0 0 0,-16-1-64 0 0,15 1 0 0 0,-15 15 0 0 0,0-16 64 0 0,15 1-64 0 0,-15 15 0 0 0,0-15 0 0 0,0 15 0 0 0,0 0 0 0 0,0 0 0 0 0,0 0 0 0 0,0 0-88 0 0,0 0-136 0 0,16 0-32 0 0,-16 0-8 0 0,0 0 0 0 0,0 0-952 0 0,15-16-192 0 0,-15 16-40 0 0,0 0-9255 0 0</inkml:trace>
  <inkml:trace contextRef="#ctx0" brushRef="#br0" timeOffset="548.3399">878 416 18343 0 0,'0'0'400'0'0,"0"0"80"0"0,-16 0 24 0 0,16-15 16 0 0,-15 15-416 0 0,15 0-104 0 0,-15 0 0 0 0,-1-16 0 0 0,16 16 832 0 0,-15 0 136 0 0,15 0 32 0 0,-15 0 8 0 0,15 0-376 0 0,-16 0-80 0 0,1 0-8 0 0,15 0-8 0 0,-16 16-184 0 0,1-16-32 0 0,15 15 0 0 0,-15-15-8 0 0,15 15-112 0 0,-16 1-16 0 0,16-1-8 0 0,-15 1 0 0 0,15-1-80 0 0,-16 0-8 0 0,16 1-8 0 0,0-1 0 0 0,-15 1-16 0 0,15 14 0 0 0,0-14 0 0 0,0-1 0 0 0,0 1 0 0 0,0-1 0 0 0,0 0 0 0 0,0 1 0 0 0,0-1-64 0 0,0 1 0 0 0,15-1 72 0 0,-15-15-72 0 0,0 15 0 0 0,16 1 0 0 0,-1-16 0 0 0,-15 15 0 0 0,16 0 0 0 0,-1-15 0 0 0,-15 0 0 0 0,15 16 0 0 0,1-16 0 0 0,-1 0 0 0 0,1 0 0 0 0,-1 0 64 0 0,0 0-64 0 0,1-16 0 0 0,-1 16 64 0 0,0 0-64 0 0,1-15 104 0 0,-16 15-8 0 0,15-15-8 0 0,1 15 0 0 0,-16-16 32 0 0,15 1 8 0 0,0 0 0 0 0,-15-1 0 0 0,0 1-8 0 0,16-1 0 0 0,-16 1 0 0 0,0 0 0 0 0,0-1-48 0 0,-16 1-8 0 0,16-16 0 0 0,-15 16 0 0 0,15-1-64 0 0,-15 1 96 0 0,-1-16-96 0 0,1 31 96 0 0,-1-15-96 0 0,1-1 0 0 0,15 1 72 0 0,-15 15-72 0 0,-1 0 0 0 0,1 0 0 0 0,0 0 0 0 0,15 15 0 0 0,-16-15-160 0 0,1 16 0 0 0,15-1 8 0 0,-16-15 0 0 0,16 15-464 0 0,0 1-96 0 0,0-1-24 0 0,-15 1 0 0 0,15-1-664 0 0,15-15-136 0 0,-15 15-24 0 0</inkml:trace>
  <inkml:trace contextRef="#ctx0" brushRef="#br0" timeOffset="968.07">1170 62 17735 0 0,'0'0'384'0'0,"0"0"88"0"0,0 0 8 0 0,0 0 32 0 0,0 0-416 0 0,0 0-96 0 0,0 0 0 0 0,0 0 0 0 0,0 0 888 0 0,0 0 152 0 0,0 0 32 0 0,0 0 8 0 0,0 0-424 0 0,0 0-80 0 0,0 15-24 0 0,0 1 0 0 0,0-16-144 0 0,0 15-32 0 0,0 1-8 0 0,0-1 0 0 0,0 0-112 0 0,16 1-16 0 0,-16-1-8 0 0,0 1 0 0 0,15 14-40 0 0,-15 1-16 0 0,0-16 0 0 0,0 16 0 0 0,0 0-16 0 0,0 0 0 0 0,16 0 0 0 0,-16-1 0 0 0,0 1-40 0 0,0 0-16 0 0,0 0 0 0 0,15-16 0 0 0,-15 16-16 0 0,0-16-8 0 0,0 1 0 0 0,0-1 0 0 0,0 1-16 0 0,0-1 0 0 0,0 0 0 0 0,0-15 0 0 0,15 16-64 0 0,-15-1 96 0 0,0-15-96 0 0,0 0 96 0 0,0 16-96 0 0,0-16 0 0 0,0 0 72 0 0,0 0-72 0 0,0 0 0 0 0,0 0 0 0 0,0 0 0 0 0,0 0 0 0 0,0 0 0 0 0,0 0 0 0 0,0 0-80 0 0,0 0 80 0 0,0 0-704 0 0,0 0-80 0 0,0 0-16 0 0,16 0-7008 0 0,-16-16-1391 0 0</inkml:trace>
  <inkml:trace contextRef="#ctx0" brushRef="#br0" timeOffset="1544.56">1463 339 20159 0 0,'0'0'448'0'0,"0"0"88"0"0,0 0 16 0 0,0 0 8 0 0,0 0-448 0 0,0 0-112 0 0,-16 0 0 0 0,16 15 0 0 0,0-15 656 0 0,0 16 112 0 0,0-1 16 0 0,0-15 8 0 0,0 16-328 0 0,0-1-64 0 0,0 0-16 0 0,0 1 0 0 0,16-1-64 0 0,-16 16-8 0 0,0-16-8 0 0,0 1 0 0 0,0-1-96 0 0,0 16-16 0 0,0-16-8 0 0,15 1 0 0 0,-15-1-56 0 0,0 1 0 0 0,0-1-8 0 0,0 0 0 0 0,16-15-120 0 0,-16 16 72 0 0,15-1-72 0 0,-15-15 64 0 0,15 16-64 0 0,-15-16 0 0 0,16 15 0 0 0,-16-15 0 0 0,15 0 0 0 0,1 0 0 0 0,-16 15 64 0 0,15-15-64 0 0,0 0 0 0 0,-15-15 0 0 0,16 15 0 0 0,-1 0 0 0 0,1 0 64 0 0,-16 0-64 0 0,15-15 0 0 0,0-1 64 0 0,-15 16-64 0 0,16-15 0 0 0,-1 15 0 0 0,-15-16 0 0 0,16 1 0 0 0,-16 0 0 0 0,15-1 64 0 0,0 1-64 0 0,-15-1 0 0 0,0 1 0 0 0,0 0 0 0 0,16-1 0 0 0,-16 1 0 0 0,0-16 64 0 0,15 16-64 0 0,-15-1 0 0 0,0 1 0 0 0,0-1 0 0 0,0 1 64 0 0,0 15-64 0 0,0-15 0 0 0,0-1 0 0 0,0 16 0 0 0,0 0 0 0 0,0 0 0 0 0,0 0 0 0 0,0 0 0 0 0,0 0 0 0 0,0 0 0 0 0,16 16 64 0 0,-16-1-64 0 0,0-15 0 0 0,15 15 64 0 0,-15 1-64 0 0,0-1 0 0 0,0 16 64 0 0,15-16-64 0 0,-15 1 0 0 0,0-1 72 0 0,0 1-72 0 0,0-1 72 0 0,16 0-72 0 0,-16 16 96 0 0,0-31-96 0 0,0 16 88 0 0,0-1-88 0 0,0 0 80 0 0,0 1-80 0 0,0-16 0 0 0,0 15 64 0 0,15 1-64 0 0,-15-16 0 0 0,0 15 0 0 0,0-15 0 0 0,0 0 0 0 0,0 0 0 0 0,0 0 0 0 0,0 15-64 0 0,0-15 64 0 0,0 0-104 0 0,0 0-184 0 0,0 0-40 0 0,0 0-8 0 0,0 0 0 0 0,0 0-920 0 0,15 0-184 0 0,-15-15-40 0 0,16 15-5400 0 0,-1 0-1087 0 0</inkml:trace>
  <inkml:trace contextRef="#ctx0" brushRef="#br0" timeOffset="2268.64">2017 508 18487 0 0,'0'0'408'0'0,"0"0"80"0"0,0 0 24 0 0,0 0 0 0 0,0 0-408 0 0,0 0-104 0 0,0 0 0 0 0,0 0 0 0 0,0 16 800 0 0,15-16 144 0 0,-15 15 24 0 0,0-15 8 0 0,0 16-424 0 0,0-1-80 0 0,0 0-24 0 0,16-15 0 0 0,-16 16-120 0 0,0-1-24 0 0,0 1-8 0 0,0-1 0 0 0,0 0-72 0 0,15 1-8 0 0,-15-1-8 0 0,0 1 0 0 0,0-1-80 0 0,0-15-8 0 0,0 31-8 0 0,16-31 0 0 0,-16 15-112 0 0,0-15 72 0 0,0 15-72 0 0,0-15 64 0 0,0 0-64 0 0,0 16 0 0 0,0-16 0 0 0,0 0 0 0 0,0 0 0 0 0,0 0 0 0 0,0 0 64 0 0,0 0-64 0 0,0 0 0 0 0,0 0 0 0 0,0 0 0 0 0,0 0 0 0 0,15-16 0 0 0,-15 16 0 0 0,15 0 0 0 0,-15-15 0 0 0,0 0 64 0 0,16 15-64 0 0,-16-31 0 0 0,0 31 64 0 0,0-31-64 0 0,0 16 0 0 0,15-1 72 0 0,-15 1-72 0 0,0 0 0 0 0,0-1 0 0 0,16-15 0 0 0,-16 16-64 0 0,15 0 64 0 0,-15-1 0 0 0,15 1 0 0 0,1-1 0 0 0,-16 1 0 0 0,15 15 0 0 0,1-15 0 0 0,-1 15-64 0 0,0 0 64 0 0,-15 0 0 0 0,16 0 0 0 0,-1 15 0 0 0,1-15 0 0 0,-1 15 0 0 0,-15 1 0 0 0,15-1 0 0 0,1 1 0 0 0,-16-1 0 0 0,15 0 0 0 0,0-15 0 0 0,-15 16 0 0 0,16-1 0 0 0,-1 1 0 0 0,-15-1 0 0 0,16 0 0 0 0,-16 1 0 0 0,15-16 0 0 0,-15 15 0 0 0,0 1 0 0 0,15-1 0 0 0,-15-15 0 0 0,16 15 0 0 0,-16-15 0 0 0,0 0 0 0 0,0 0 0 0 0,15 16 0 0 0,-15-16 0 0 0,0 0-64 0 0,0 0 64 0 0,0 0 0 0 0,0 0 0 0 0,16 0-64 0 0,-16 0 64 0 0,0-16 0 0 0,15 1 0 0 0,-15 15 0 0 0,15-15 0 0 0,-15-1-64 0 0,0 1 64 0 0,0-1 0 0 0,0 1 0 0 0,0 0 0 0 0,0-1 0 0 0,0 1 0 0 0,16-16 0 0 0,-16 16 0 0 0,0-1 0 0 0,15 1 0 0 0,-15-16 0 0 0,0 16 0 0 0,16-1 0 0 0,-1 1 0 0 0,-15-1 0 0 0,0 16 0 0 0,15-15 0 0 0,-15 15 0 0 0,16 0 0 0 0,-16 0 0 0 0,0 15 0 0 0,15-15 0 0 0,-15 16 0 0 0,16-16 0 0 0,-16 15 80 0 0,15 1-16 0 0,-15-1-64 0 0,15 0 96 0 0,-15 1 0 0 0,0-1 0 0 0,0 1 0 0 0,0-1 0 0 0,16 0-16 0 0,-16 1-8 0 0,0-1 0 0 0,0 1 0 0 0,0-1-72 0 0,0 0 64 0 0,0 1-64 0 0,0-1 64 0 0,0 1-64 0 0,0-1 0 0 0,0-15 0 0 0,0 15 0 0 0,0 1 0 0 0,0-16 0 0 0,0 0 0 0 0,0 0 0 0 0,0 0-80 0 0,0 15-8 0 0,0-15 0 0 0,0 0 0 0 0,0 0-200 0 0,0 0-48 0 0,0 0-8 0 0,0 0 0 0 0,0 0-1080 0 0,0 0-216 0 0,15 0-48 0 0</inkml:trace>
  <inkml:trace contextRef="#ctx0" brushRef="#br0" timeOffset="2816.65">2910 570 16751 0 0,'0'0'480'0'0,"0"0"96"0"0,0 0-464 0 0,0 0-112 0 0,0 0 0 0 0,0 0 0 0 0,0 0 1056 0 0,0 0 184 0 0,0 0 40 0 0,0 0 0 0 0,0 0-576 0 0,0 15-128 0 0,15-15-16 0 0,-15 16-8 0 0,0-1-168 0 0,0-15-40 0 0,16 16-8 0 0,-16-16 0 0 0,0 15-112 0 0,0 0-16 0 0,0-15-8 0 0,0 16 0 0 0,0-1-72 0 0,15-15-24 0 0,-15 16 0 0 0,0-1 0 0 0,0-15-40 0 0,0 0 0 0 0,0 0-64 0 0,0 15 96 0 0,0-15-32 0 0,0 0-64 0 0,0 0 88 0 0,0 0-88 0 0,0 0 64 0 0,0 0-64 0 0,0 0 0 0 0,0 0 0 0 0,0 0 64 0 0,0 0-64 0 0,0 0 0 0 0,0 0 0 0 0,0 0 64 0 0,0 0-64 0 0,15 0 0 0 0,-15-15 0 0 0,0 15 64 0 0,16-15-64 0 0,-16-1 0 0 0,0 16 0 0 0,15-15 0 0 0,-15-1 0 0 0,0 1 0 0 0,0 0 0 0 0,16-1 0 0 0,-16 1 0 0 0,15-1 0 0 0,-15 1 0 0 0,15 0 0 0 0,-15-1 0 0 0,0 1 0 0 0,16-1 0 0 0,-1 1 0 0 0,-15 15 0 0 0,16-15 0 0 0,-1 15 0 0 0,0-16 0 0 0,-15 16 0 0 0,16 0 64 0 0,-1 16-64 0 0,-15-16 64 0 0,16 0-64 0 0,-1 15 72 0 0,0-15-72 0 0,-15 15 120 0 0,16 1-24 0 0,-16-16-8 0 0,15 15 0 0 0,-15 1 24 0 0,0-1 8 0 0,16 0 0 0 0,-16 1 0 0 0,0-1 0 0 0,15-15 0 0 0,-15 16 0 0 0,0-1 0 0 0,0 0-40 0 0,0 1-8 0 0,0-1 0 0 0,0-15 0 0 0,0 16-72 0 0,0-1 0 0 0,0 0 0 0 0,0-15 0 0 0,0 0 0 0 0,0 16 0 0 0,0-16 64 0 0,0 0-64 0 0,0 0 0 0 0,0 0 0 0 0,0 0 0 0 0,0 0 0 0 0,0 0-80 0 0,0 0-8 0 0,0 0 0 0 0,0 0 0 0 0,0 0-768 0 0,0 0-152 0 0,0 0-32 0 0,0 0-9919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03.6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47 17879 0 0,'0'0'392'0'0,"0"0"88"0"0,0 0 8 0 0,0 0 16 0 0,0-16-408 0 0,0 16-96 0 0,0 0 0 0 0,0 0 0 0 0,0 0 1080 0 0,0 0 192 0 0,0 0 40 0 0,0 0 0 0 0,0 0-696 0 0,0 0-136 0 0,0 0-32 0 0,0 0-8 0 0,15 16-200 0 0,-15-1-40 0 0,0 1-8 0 0,16-1 0 0 0,-1 16-16 0 0,-15-1-8 0 0,0 1 0 0 0,15 0 0 0 0,-15 0-8 0 0,16 0-8 0 0,-16-1 0 0 0,0 1 0 0 0,15 0-64 0 0,1 0-16 0 0,-16 0 0 0 0,0-1 0 0 0,15-14-72 0 0,-15-1 0 0 0,15 1 0 0 0,-15 14 0 0 0,0-30 0 0 0,16 16 0 0 0,-16-1 64 0 0,0 1-64 0 0,15-1 0 0 0,-15-15 0 0 0,0 0 0 0 0,0 15 64 0 0,0-15-64 0 0,0 0 0 0 0,0 0 0 0 0,0 0 0 0 0,0 0 64 0 0,0 0-64 0 0,16 0 64 0 0,-16 0-64 0 0,15-15 0 0 0,-15 15 64 0 0,0-15-64 0 0,15-1 0 0 0,-15 16 104 0 0,0-15-16 0 0,16-16-8 0 0,-16 16 0 0 0,0-1-16 0 0,0-15 0 0 0,0 1 0 0 0,15-17 0 0 0,-15 17-64 0 0,0-17 64 0 0,16 1-64 0 0,-16 15 64 0 0,0-15-64 0 0,0 15 80 0 0,15 1-80 0 0,-15 14 80 0 0,15-14-80 0 0,-15 14 0 0 0,0 1 0 0 0,0-1 64 0 0,0 1-64 0 0,16 0 0 0 0,-16 15 0 0 0,0 0 0 0 0,0 0 0 0 0,0 0 0 0 0,0 0 0 0 0,0 0 0 0 0,0 0-128 0 0,0 0-48 0 0,0 0-8 0 0,15 0 0 0 0,-15 15-640 0 0,16-15-128 0 0,-16 15-24 0 0,15-15-6376 0 0,-15 16-1271 0 0</inkml:trace>
  <inkml:trace contextRef="#ctx0" brushRef="#br0" timeOffset="579.62">447 432 17879 0 0,'0'0'392'0'0,"0"0"88"0"0,0 0 8 0 0,16 0 16 0 0,-16 0-408 0 0,15 0-96 0 0,0 0 0 0 0,1 0 0 0 0,-1 0 752 0 0,1 0 128 0 0,-1 0 24 0 0,-15-16 8 0 0,15 16-224 0 0,1 0-48 0 0,-1-15 0 0 0,-15 15-8 0 0,16 0-176 0 0,-16-16-32 0 0,15 1-8 0 0,-15 15 0 0 0,0-15-192 0 0,15-1-32 0 0,-15 16-16 0 0,0-15 0 0 0,0-1-96 0 0,16 1-16 0 0,-16 0-64 0 0,0-1 96 0 0,0 1-96 0 0,0-1 88 0 0,-16 16-88 0 0,16-15 80 0 0,0 0 8 0 0,0 15 0 0 0,-15-16 0 0 0,0 16 0 0 0,15-15 0 0 0,-16 15 0 0 0,1 0 0 0 0,-1 0 0 0 0,1 15-88 0 0,15-15 0 0 0,-15 16 0 0 0,-1-1 64 0 0,1 0-64 0 0,-1 16 0 0 0,16 0 0 0 0,-15 0 0 0 0,15 0 0 0 0,0-1 0 0 0,-15 1 0 0 0,15 0 0 0 0,0 0 0 0 0,0 0 0 0 0,0-16 0 0 0,15 16 0 0 0,-15 0 136 0 0,15-16-8 0 0,-15 0-8 0 0,16 1 0 0 0,-1-1-24 0 0,1 0 0 0 0,-1-15 0 0 0,0 16 0 0 0,1-16-96 0 0,-1 0 64 0 0,1 0-64 0 0,-1 0 0 0 0,0 0 64 0 0,-15-16-64 0 0,16 16 0 0 0,-1-15 72 0 0,1 0-72 0 0,-16-1 0 0 0,15 1 0 0 0,0 15 0 0 0,-15-15-640 0 0,16-1-88 0 0,-16 1-16 0 0,15-1-6968 0 0,1 1-1383 0 0</inkml:trace>
  <inkml:trace contextRef="#ctx0" brushRef="#br0" timeOffset="873.93">1048 462 15528 0 0,'0'0'440'0'0,"0"0"95"0"0,0 0-431 0 0,15 0-104 0 0,-15-15 0 0 0,0 15 0 0 0,15-15 1128 0 0,-15-1 208 0 0,0 1 40 0 0,0 15 0 0 0,0-31-536 0 0,0 31-104 0 0,0-31-32 0 0,0 16 0 0 0,0-1-192 0 0,0 1-48 0 0,0 0-8 0 0,-15-1 0 0 0,15 16-64 0 0,-15-15-8 0 0,15-1-8 0 0,-16 1 0 0 0,1 15-112 0 0,15 0-16 0 0,-16 0-8 0 0,1 0 0 0 0,0 0-112 0 0,-1 0-32 0 0,16 0 0 0 0,-15 15 0 0 0,-1 1-96 0 0,1-1 88 0 0,0 1-88 0 0,15 14 80 0 0,-16 1-80 0 0,1-15 0 0 0,15 14 0 0 0,-15 1 64 0 0,15-15-64 0 0,0 14 96 0 0,-16-14-96 0 0,16 15 96 0 0,0-16 8 0 0,16 0 8 0 0,-16 1 0 0 0,15-1 0 0 0,-15 1-24 0 0,15-1-8 0 0,1-15 0 0 0,-16 15 0 0 0,15-15 16 0 0,0 16 8 0 0,1-16 0 0 0,-1 0 0 0 0,16 0-104 0 0,-16 0 88 0 0,1 0-88 0 0,-1-16 80 0 0,1 16-80 0 0,-1-15 0 0 0,0 15 0 0 0,1 0 64 0 0,-1-15-64 0 0,1-1 0 0 0,-1 16 0 0 0,0-15 0 0 0,1 15-368 0 0,-1-16-88 0 0,-15 16-24 0 0,16-15 0 0 0,-1 15-1056 0 0,0-15-224 0 0,1-1-32 0 0</inkml:trace>
  <inkml:trace contextRef="#ctx0" brushRef="#br0" timeOffset="1263.03">1417 62 19495 0 0,'0'0'424'0'0,"0"0"88"0"0,0 0 24 0 0,0-15 16 0 0,0-1-440 0 0,0 16-112 0 0,0-15 0 0 0,0 15 0 0 0,0 0 848 0 0,0 0 144 0 0,0 0 32 0 0,0 0 8 0 0,0 0-424 0 0,0 0-80 0 0,0 0-16 0 0,0 0-8 0 0,0 0-160 0 0,0 0-32 0 0,0 0-8 0 0,15 0 0 0 0,-15 15-104 0 0,0 1-16 0 0,0-1-8 0 0,0 1 0 0 0,16 14-96 0 0,-16-14-16 0 0,0 14-64 0 0,0 1 96 0 0,0 0-32 0 0,15 0-64 0 0,-15 0 88 0 0,0-1-88 0 0,0 1 96 0 0,0 0-32 0 0,0 0 0 0 0,0-16-64 0 0,0 16 72 0 0,16-16-72 0 0,-16 1 0 0 0,0-1 72 0 0,0 16-72 0 0,0-16 0 0 0,0-15 0 0 0,0 16 64 0 0,0-1-64 0 0,15 1 0 0 0,-15-1 0 0 0,0-15 0 0 0,0 0 0 0 0,0 0 0 0 0,0 0 0 0 0,0 0-88 0 0,0 0-80 0 0,0 0-24 0 0,0 0 0 0 0,0 0 0 0 0,0 0-560 0 0,0 0-112 0 0,0 0-32 0 0,0 0 0 0 0,0 0-680 0 0,0 0-144 0 0,0-15-24 0 0,0-1-8 0 0</inkml:trace>
  <inkml:trace contextRef="#ctx0" brushRef="#br0" timeOffset="1545.98">1356 308 15704 0 0,'0'0'448'0'0,"0"0"95"0"0,0 0-439 0 0,0 0-104 0 0,0 0 0 0 0,0 0 0 0 0,0 0 1104 0 0,0 0 200 0 0,0 0 40 0 0,15 0 0 0 0,0-15-712 0 0,1 15-152 0 0,-1 0-24 0 0,0 0-8 0 0,1-15-264 0 0,-1 15-56 0 0,1 0-16 0 0,14 0 0 0 0,-14 0-112 0 0,15 15 0 0 0,-16-15 0 0 0,0 0 0 0 0,16 0-808 0 0,-15 0-216 0 0,-1 15-32 0 0</inkml:trace>
  <inkml:trace contextRef="#ctx0" brushRef="#br0" timeOffset="1861.2">1987 231 18687 0 0,'0'0'416'0'0,"0"0"80"0"0,0 0 16 0 0,0 0 8 0 0,-16 0-416 0 0,1-15-104 0 0,15 15 0 0 0,0 0 0 0 0,-16 0 752 0 0,1 0 128 0 0,15 0 24 0 0,-15 0 8 0 0,15 0-368 0 0,-16 15-80 0 0,1-15-16 0 0,15 0 0 0 0,-15 16-120 0 0,-1-1-24 0 0,1 1-8 0 0,15-1 0 0 0,-16 0-96 0 0,16 1-16 0 0,-15 15-8 0 0,15-16 0 0 0,0 16-80 0 0,-15-16-24 0 0,15 1 0 0 0,0-1 0 0 0,0 16-72 0 0,0-16 96 0 0,15 1-96 0 0,-15-1 96 0 0,0 0-96 0 0,0 16 64 0 0,15-15-64 0 0,1-1 64 0 0,-16-15-64 0 0,15 15 0 0 0,1 1 0 0 0,-1-16 64 0 0,0 15-64 0 0,1-15 0 0 0,-1 0 0 0 0,0 0 64 0 0,1 0-64 0 0,-16 0 80 0 0,15-15-80 0 0,1 15 80 0 0,-1 0 16 0 0,-15-16 0 0 0,15 1 0 0 0,1 0 0 0 0,-16-1 0 0 0,15 16 0 0 0,-15-15 0 0 0,16-1 0 0 0,-16 1 32 0 0,0 0 0 0 0,0-1 8 0 0,0 1 0 0 0,0-1 0 0 0,0 1 0 0 0,-16-16 0 0 0,16 16 0 0 0,0-1-40 0 0,-15 1 0 0 0,-1-16-8 0 0,16 16 0 0 0,0-1-88 0 0,-15 1 0 0 0,0 0 0 0 0,15-1 64 0 0,0 1-64 0 0,-16-1 0 0 0,16 16-96 0 0,-15 0 96 0 0,15-15-240 0 0,0 15 16 0 0,-16 0 0 0 0,16 0 0 0 0,0 15-688 0 0,-15 1-136 0 0,15-1-24 0 0,0 1-6320 0 0,0-1-1271 0 0</inkml:trace>
  <inkml:trace contextRef="#ctx0" brushRef="#br0" timeOffset="2324.93">2202 355 15376 0 0,'0'0'432'0'0,"0"0"104"0"0,0 0-433 0 0,0 0-103 0 0,0 0 0 0 0,0 0 0 0 0,0 0 1112 0 0,0 0 200 0 0,0 0 32 0 0,0 0 16 0 0,0 0-592 0 0,0 15-128 0 0,0-15-16 0 0,0 31-8 0 0,16-31-328 0 0,-16 31-72 0 0,0-16-16 0 0,15 0 0 0 0,-15 1-56 0 0,0-1-16 0 0,0 1 0 0 0,0-1 0 0 0,0 0-32 0 0,15 1 0 0 0,-15-1-8 0 0,0-15 0 0 0,0 16-8 0 0,0-1 0 0 0,0 0 0 0 0,0 1 0 0 0,0-16-80 0 0,0 0 64 0 0,0 0-64 0 0,0 0 64 0 0,0 0-64 0 0,0 0 80 0 0,0 0-80 0 0,0 0 80 0 0,0 0-80 0 0,0 0 64 0 0,0 0-64 0 0,0 0 64 0 0,0 0 16 0 0,0 0 0 0 0,0-16 0 0 0,0 1 0 0 0,0 0-16 0 0,0-1 0 0 0,0 1 0 0 0,0-1 0 0 0,0 1 24 0 0,0 0 0 0 0,0-1 0 0 0,16-15 0 0 0,-16 16-16 0 0,0-16 0 0 0,15 0 0 0 0,-15 16 0 0 0,16-16-72 0 0,-1 0 0 0 0,0 16 0 0 0,-15 0 0 0 0,16-1 64 0 0,-1 1-64 0 0,1-1 64 0 0,-1 16-64 0 0,0 0 128 0 0,1 0-8 0 0,-16 16-8 0 0,15-16 0 0 0,-15 15-48 0 0,15 1 0 0 0,1-16-64 0 0,-16 15 96 0 0,0 0-96 0 0,15 1 64 0 0,-15-1-64 0 0,16 1 0 0 0,-16-1 0 0 0,0-15 0 0 0,0 0-64 0 0,0 0-7624 0 0,0 0-1527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09.8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108 124 19375 0 0,'0'0'424'0'0,"0"0"88"0"0,0 0 24 0 0,0 0 8 0 0,0 0-432 0 0,0 0-112 0 0,0 0 0 0 0,0 0 0 0 0,0 0 784 0 0,0 0 136 0 0,0 0 24 0 0,0 0 8 0 0,0 0-416 0 0,0 0-88 0 0,0 0-8 0 0,0 0-8 0 0,0 0-152 0 0,0 15-32 0 0,0 0-8 0 0,0 1 0 0 0,0-1-24 0 0,0 1-8 0 0,0-1 0 0 0,0 16 0 0 0,0-16 32 0 0,15 1 8 0 0,-15-1 0 0 0,0 0 0 0 0,0 16-144 0 0,0-15-24 0 0,0-1-8 0 0,0 0 0 0 0,0 1-72 0 0,0 15 64 0 0,0-16-64 0 0,0 0 64 0 0,0 16 16 0 0,0-15 0 0 0,16 14 0 0 0,-16-14 0 0 0,0 15 16 0 0,0-16 8 0 0,0 16 0 0 0,0-16 0 0 0,0 16-32 0 0,0-16-8 0 0,-16 1 0 0 0,16-1 0 0 0,0 0-64 0 0,0 1 0 0 0,0-1 0 0 0,0 1 64 0 0,0-16-64 0 0,0 0 0 0 0,0 0 0 0 0,0 0 0 0 0,0 0 0 0 0,0 0 0 0 0,0 0 0 0 0,0 0 0 0 0,0 0 0 0 0,0 0-88 0 0,0 0 8 0 0,0 0 0 0 0,0 0-424 0 0,0 0-80 0 0,0 0-24 0 0,0-16 0 0 0,0 1-664 0 0,0-1-136 0 0,0 1-24 0 0,0 0-5328 0 0,0-16-1071 0 0</inkml:trace>
  <inkml:trace contextRef="#ctx0" brushRef="#br0" timeOffset="283.39">46 124 17767 0 0,'-15'0'384'0'0,"15"0"88"0"0,-15 0 8 0 0,15-16 32 0 0,0 16-416 0 0,-16 0-96 0 0,16 0 0 0 0,0 0 0 0 0,0 0 936 0 0,0 0 168 0 0,0 0 32 0 0,0 0 8 0 0,16 0-504 0 0,-1-15-104 0 0,0 15-24 0 0,1-15 0 0 0,-1 15-72 0 0,0 0-24 0 0,1-16 0 0 0,-1 16 0 0 0,1-15-64 0 0,14 15-24 0 0,-14 0 0 0 0,-1-16 0 0 0,1 16-208 0 0,14 0-48 0 0,-30-15-8 0 0,31 15 0 0 0,-31 0-64 0 0,16 0 64 0 0,-1-15-64 0 0,-15 15 64 0 0,15 0-64 0 0,1 0 0 0 0,-16 0 0 0 0,0 0 0 0 0,0 0-464 0 0,15 0-80 0 0,-15 0-24 0 0,16 0-7008 0 0,-16 0-1399 0 0</inkml:trace>
  <inkml:trace contextRef="#ctx0" brushRef="#br0" timeOffset="717.9499">370 385 21855 0 0,'0'0'480'0'0,"0"0"104"0"0,0 0 24 0 0,0 0 0 0 0,0 0-488 0 0,0 0-120 0 0,0 0 0 0 0,0 0 0 0 0,0 0 640 0 0,0 0 96 0 0,0 16 32 0 0,0-1 0 0 0,0 1-456 0 0,0-1-88 0 0,0 0-24 0 0,0 1 0 0 0,0 15-72 0 0,15-16-24 0 0,-15 0 0 0 0,0 16 0 0 0,0-15-32 0 0,15-1-8 0 0,-15 0 0 0 0,0 1 0 0 0,0-1 0 0 0,0 0 0 0 0,0 1 0 0 0,16-1 0 0 0,-16-15 0 0 0,0 0-64 0 0,0 0 96 0 0,0 0-32 0 0,0 0-64 0 0,0 0 0 0 0,0 0 72 0 0,0 0-72 0 0,0 0 0 0 0,0 0 72 0 0,0 0-72 0 0,0 0 0 0 0,15-15 128 0 0,-15-1-24 0 0,16 1-8 0 0,-16 0 0 0 0,15-1-16 0 0,-15 1-8 0 0,15 0 0 0 0,1-1 0 0 0,-16-15 32 0 0,15 16 8 0 0,1-16 0 0 0,-16 16 0 0 0,30-1-48 0 0,-30 1 0 0 0,16 0-64 0 0,-1-1 96 0 0,16 1-96 0 0,-16-1 0 0 0,1 16 64 0 0,-1-15-64 0 0,0 0 0 0 0,1 15 0 0 0,-1 0 64 0 0,-15 0-64 0 0,16 0 0 0 0,-16 0 0 0 0,0 0 0 0 0,0 0 0 0 0,0 0 0 0 0,15 0 0 0 0,-15 15 0 0 0,0-15 0 0 0,15 15-608 0 0,-15 1-96 0 0,0-16-24 0 0,16 15-7080 0 0,-16 1-1407 0 0</inkml:trace>
  <inkml:trace contextRef="#ctx0" brushRef="#br0" timeOffset="1530.1">862 416 20935 0 0,'0'0'456'0'0,"0"0"96"0"0,16-15 24 0 0,-1 15 16 0 0,-15-16-472 0 0,15 16-120 0 0,-15 0 0 0 0,16-15 0 0 0,-1 15 808 0 0,1 0 144 0 0,-1 0 24 0 0,0 0 8 0 0,1 0-472 0 0,-1 0-96 0 0,1 0-24 0 0,-1 15 0 0 0,0-15-208 0 0,1 0-48 0 0,-1 16-8 0 0,-15-16 0 0 0,15 15-48 0 0,-15-15-16 0 0,16 16 0 0 0,-16-16 0 0 0,0 0-64 0 0,15 15 0 0 0,-15 0 72 0 0,0-15-72 0 0,0 0 64 0 0,0 16-64 0 0,-15-1 80 0 0,15-15-80 0 0,0 16 64 0 0,-16-16-64 0 0,1 15 0 0 0,0 0 0 0 0,-1-15 0 0 0,1 16 0 0 0,0-16 0 0 0,-1 15 0 0 0,1 1 0 0 0,-16-1 0 0 0,16-15 0 0 0,-1 15 0 0 0,1 1 0 0 0,-1-1 0 0 0,1 0 0 0 0,0 1 0 0 0,-1-1 0 0 0,1 1-64 0 0,15-1 64 0 0,-16 0 0 0 0,16 1 0 0 0,0-1 0 0 0,-15 1 0 0 0,15-16 0 0 0,0 15 0 0 0,0-15 0 0 0,0 0 0 0 0,0 0 0 0 0,15 15 0 0 0,-15-15 0 0 0,0 0 0 0 0,0 0 0 0 0,16 0 0 0 0,-1 0 0 0 0,-15 0 64 0 0,16 0-64 0 0,-1-15 96 0 0,0 15-32 0 0,1-15-64 0 0,-1-1 96 0 0,1 1 8 0 0,-1-1 0 0 0,16 1 0 0 0,-16-16 0 0 0,1 16-40 0 0,-1-1 0 0 0,0-14-64 0 0,16 14 96 0 0,-16 1-96 0 0,1 0 64 0 0,-1-1-64 0 0,1 16 0 0 0,-1-15 0 0 0,0 15 0 0 0,-15-16 0 0 0,16 16 0 0 0,-1 0 0 0 0,-15 16 64 0 0,16-16-64 0 0,-1 15 0 0 0,-15-15 0 0 0,0 16 0 0 0,15-1 0 0 0,-15 0 0 0 0,0 1 0 0 0,16-16 0 0 0,-16 15 0 0 0,0 0 0 0 0,0 1 0 0 0,0-1 0 0 0,0 1 0 0 0,0-1 0 0 0,-16 0 0 0 0,16 1-64 0 0,0-16 64 0 0,0 0 0 0 0,0 0 0 0 0,0 0-80 0 0,0 0 80 0 0,0 0-64 0 0,0 0 64 0 0,0 0 0 0 0,0 0-72 0 0,0 0 72 0 0,0 0 0 0 0,16 0 0 0 0,-16-16-72 0 0,15 1 72 0 0,-15 0 0 0 0,16 15 0 0 0,-16-16-64 0 0,15-15 64 0 0,0 16 0 0 0,-15 0 0 0 0,16-1 0 0 0,-1 1 0 0 0,-15 0 0 0 0,16-1 0 0 0,-16 1 0 0 0,15-1 0 0 0,0 16 0 0 0,-15-15 0 0 0,16 15 64 0 0,-16 0-64 0 0,0 0 64 0 0,0 0 0 0 0,15 0-64 0 0,1 15 96 0 0,-16 1-24 0 0,15-1-8 0 0,-15 1 0 0 0,0-1 0 0 0,15 0-64 0 0,-15 16 64 0 0,0-16-64 0 0,0 1 64 0 0,0 15-64 0 0,0-16 0 0 0,0 0 0 0 0,0 16 64 0 0,0-15-64 0 0,16-1 0 0 0,-16 0 0 0 0,0-15 0 0 0,0 16 0 0 0,15-1 0 0 0,-15-15 0 0 0,0 0-88 0 0,0 0-168 0 0,0 0-40 0 0,0 0-8 0 0,0 0 0 0 0,0 0-960 0 0,0 0-192 0 0,0 0-40 0 0,0 0-8 0 0</inkml:trace>
  <inkml:trace contextRef="#ctx0" brushRef="#br0" timeOffset="2077.69">2048 539 16991 0 0,'0'0'376'0'0,"0"0"72"0"0,0 0 24 0 0,0 0 0 0 0,0 0-376 0 0,-16 0-96 0 0,16-15 0 0 0,0 15 0 0 0,-15-15 896 0 0,15 15 168 0 0,-16 0 32 0 0,1 0 8 0 0,0-16-528 0 0,-1 16-112 0 0,1 16-16 0 0,-1-16-8 0 0,1 0-280 0 0,0 15-48 0 0,-16-15-16 0 0,15 15 0 0 0,1-15-24 0 0,0 16-8 0 0,-1-1 0 0 0,1-15 0 0 0,-1 16 24 0 0,16-1 0 0 0,-15 0 0 0 0,15 1 0 0 0,-15-16-24 0 0,15 15 0 0 0,0 0 0 0 0,0-15 0 0 0,15 0-64 0 0,-15 16 0 0 0,15-1 0 0 0,-15-15 0 0 0,16 0 0 0 0,-1 16 0 0 0,1-16 0 0 0,-1 15 0 0 0,0-15 0 0 0,1 15 0 0 0,15-15 0 0 0,-16 0 0 0 0,0 16 0 0 0,1-16 0 0 0,-1 15 0 0 0,1-15 0 0 0,-16 0 0 0 0,15 16 0 0 0,0-1 64 0 0,-15-15-64 0 0,16 0 0 0 0,-16 0 0 0 0,0 15 0 0 0,0 1 64 0 0,0-16 0 0 0,0 15-64 0 0,0-15 96 0 0,0 16-32 0 0,0-1 32 0 0,-16-15 0 0 0,16 15 0 0 0,-15-15 0 0 0,15 16 120 0 0,-15-16 24 0 0,15 15 8 0 0,-16-15 0 0 0,1 0 0 0 0,15 0 0 0 0,-16 16 0 0 0,1-16 0 0 0,0 0-88 0 0,15-16-8 0 0,-16 16-8 0 0,1 0 0 0 0,15 0-144 0 0,-16-15 0 0 0,1 15 0 0 0,0 0 0 0 0,-1-16-128 0 0,16 16-48 0 0,-15-15-16 0 0,-1 15 0 0 0,16-15-1072 0 0,-15-1-216 0 0,0 16-48 0 0,-1-15-8 0 0</inkml:trace>
  <inkml:trace contextRef="#ctx0" brushRef="#br0" timeOffset="2641.5">2386 462 16184 0 0,'0'0'455'0'0,"0"0"105"0"0,0 0-448 0 0,0 0-112 0 0,0-15 0 0 0,16 15 0 0 0,-16-15 1192 0 0,15-1 216 0 0,-15 16 48 0 0,15-15 8 0 0,-15-1-808 0 0,16 16-160 0 0,-16-15-32 0 0,0 0-8 0 0,15-1-176 0 0,-15 1-40 0 0,0-1-8 0 0,0 1 0 0 0,0 0-32 0 0,0-1-8 0 0,0-15 0 0 0,0 16 0 0 0,-15 0-64 0 0,15-1-24 0 0,0 1 0 0 0,-16-1 0 0 0,16 1-24 0 0,-15 0-8 0 0,15-1 0 0 0,-15 16 0 0 0,-1-15-8 0 0,16 15-64 0 0,-15-15 96 0 0,15 15-32 0 0,-16 0 0 0 0,1 15 0 0 0,15-15 0 0 0,-15 0 0 0 0,15 15-64 0 0,-16 1 0 0 0,16-1 0 0 0,-15 0 0 0 0,15 1 0 0 0,-16-1 0 0 0,16 1-64 0 0,0 14 64 0 0,0-14 0 0 0,-15 15 0 0 0,15-16 0 0 0,0 16 0 0 0,0-16 0 0 0,0 16 64 0 0,0-16 0 0 0,0 16 0 0 0,0 0 48 0 0,0-16 8 0 0,0 16 0 0 0,0 0 0 0 0,0 0-8 0 0,0 0 0 0 0,0-1 0 0 0,15 1 0 0 0,-15-16-16 0 0,0 16 0 0 0,0 0 0 0 0,0-16 0 0 0,0 16-96 0 0,0-31 88 0 0,0 31-88 0 0,0-16 80 0 0,0 1-80 0 0,-15-1 0 0 0,15-15 0 0 0,0 16 64 0 0,0-16-64 0 0,0 0 0 0 0,0 0-80 0 0,0 0 80 0 0,0 0-320 0 0,0 0-8 0 0,0 0-8 0 0,0 0 0 0 0,0 0-1104 0 0,0 0-216 0 0,0 0-40 0 0</inkml:trace>
  <inkml:trace contextRef="#ctx0" brushRef="#br0" timeOffset="2816.29">2140 616 12992 0 0,'0'0'368'0'0,"0"0"80"0"0,15 0-360 0 0,1 0-88 0 0,-1 0 0 0 0,0-15 0 0 0,1 15 624 0 0,15 15 112 0 0,-1-15 16 0 0,-14 0 7 0 0,15 0-383 0 0,-1 16-80 0 0,-14-16-8 0 0,15 0-4983 0 0,-1 15-993 0 0</inkml:trace>
  <inkml:trace contextRef="#ctx0" brushRef="#br0" timeOffset="3168.01">2771 601 17423 0 0,'0'0'384'0'0,"0"0"72"0"0,0 0 24 0 0,-15-15 8 0 0,15 15-392 0 0,-16-16-96 0 0,16 16 0 0 0,-15 0 0 0 0,15-15 768 0 0,0 15 136 0 0,-16 0 24 0 0,16 0 8 0 0,-15 0-368 0 0,15 0-80 0 0,-15 0-8 0 0,-1 15-8 0 0,16 1-288 0 0,-15-1-56 0 0,-1 0-16 0 0,1 1 0 0 0,15-1-112 0 0,-15 16 0 0 0,-1 0 64 0 0,16-16-64 0 0,-15 16 0 0 0,15 0 0 0 0,0-16 64 0 0,0 16-64 0 0,0-16 0 0 0,0 16 0 0 0,15-16 0 0 0,-15 1 0 0 0,16-1 64 0 0,-16-15-64 0 0,15 16 0 0 0,0-1 0 0 0,1-15 96 0 0,-1 0-24 0 0,-15 15-8 0 0,16-15 0 0 0,-1 0 64 0 0,-15 0 16 0 0,15-15 0 0 0,1 15 0 0 0,-16-15 64 0 0,15 15 16 0 0,1-16 0 0 0,-16 16 0 0 0,15-15 0 0 0,0-1 0 0 0,-15 1 0 0 0,0 15 0 0 0,16-15-8 0 0,-16-1 0 0 0,0 1 0 0 0,0-16 0 0 0,0 16-72 0 0,0-1-16 0 0,0 1 0 0 0,0-16 0 0 0,0 16-128 0 0,-16-1 0 0 0,16 1 0 0 0,0-16 0 0 0,-15 16-144 0 0,15-1-32 0 0,0 1-8 0 0,-15 15 0 0 0,15-15-1120 0 0,0 15-224 0 0,-16 0-40 0 0</inkml:trace>
  <inkml:trace contextRef="#ctx0" brushRef="#br0" timeOffset="3682.26">2879 709 19807 0 0,'0'15'440'0'0,"0"0"88"0"0,0 1 16 0 0,-16-1 8 0 0,16 1-440 0 0,0-1-112 0 0,0 0 0 0 0,0 1 0 0 0,0-1 568 0 0,0 16 88 0 0,0-16 16 0 0,0 1 8 0 0,0-1-320 0 0,0 1-64 0 0,0-16-8 0 0,0 15-8 0 0,16 0-104 0 0,-16 1-16 0 0,0-16-8 0 0,0 0 0 0 0,0 0 8 0 0,0 0 8 0 0,0 0 0 0 0,0 0 0 0 0,0 0-72 0 0,15 0-8 0 0,-15-16-8 0 0,16 16 0 0 0,-1 0-80 0 0,-15-15 80 0 0,15 0-80 0 0,-15-1 80 0 0,0 16 16 0 0,16-15 8 0 0,-1-1 0 0 0,-15 1 0 0 0,16-16 48 0 0,-1 16 8 0 0,-15-16 0 0 0,15 16 0 0 0,1-1-80 0 0,-1-15-16 0 0,1 1 0 0 0,-1 14 0 0 0,0-15-64 0 0,16 16 0 0 0,-31 0 0 0 0,15-1 64 0 0,1 16-64 0 0,-1-15 0 0 0,1 15 0 0 0,-1 0 0 0 0,-15 0 0 0 0,0 0 0 0 0,15 0 0 0 0,-15 15 0 0 0,16-15-184 0 0,-16 16 0 0 0,15-1 0 0 0,-15 0 0 0 0,0 1-1312 0 0,0-1-264 0 0,0 1-48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14.2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17495 0 0,'0'0'496'0'0,"0"0"112"0"0,0 0-488 0 0,0 0-120 0 0,0 0 0 0 0,0 0 0 0 0,0 0 1088 0 0,15 16 200 0 0,-15-1 40 0 0,0 0 8 0 0,0-15-640 0 0,0 31-128 0 0,15-15-24 0 0,-15-1-8 0 0,0 0-200 0 0,0 1-40 0 0,0-1-8 0 0,0 1 0 0 0,0-1-96 0 0,0 0-32 0 0,0 1 0 0 0,0-1 0 0 0,0 1-96 0 0,0-1-64 0 0,0 0 80 0 0,0-15-80 0 0,0 0 64 0 0,0 0-64 0 0,0 0 0 0 0,0 0 72 0 0,0 0-72 0 0,0 0 0 0 0,0 0 0 0 0,0 0 64 0 0,0 0-64 0 0,0 0 0 0 0,0 0 0 0 0,0 0 0 0 0,0 0 0 0 0,0 0 0 0 0,0 0 64 0 0,0-15-64 0 0,0 0 0 0 0,0 15 0 0 0,0-16 0 0 0,16 1 0 0 0,-16 15 0 0 0,0-16 0 0 0,0 1 0 0 0,15 15 0 0 0,-15-15 0 0 0,0-1 0 0 0,16 1 0 0 0,-16 15 0 0 0,0-16 0 0 0,15 1 0 0 0,-15 15 64 0 0,0 0-64 0 0,0 0 0 0 0,0 0 0 0 0,15 0 0 0 0,-15 0 0 0 0,16 15 0 0 0,-16-15 0 0 0,15 16 0 0 0,-15-1 0 0 0,0-15 0 0 0,16 16 0 0 0,-16-1 0 0 0,0-15 0 0 0,0 15 0 0 0,0 1 0 0 0,0-1 0 0 0,0-15 0 0 0,0 16 0 0 0,0-16 0 0 0,0 0 0 0 0,0 0 0 0 0,0 0 0 0 0,0 0 0 0 0,0 0 0 0 0,0 0 0 0 0,0 0 0 0 0,0 0-112 0 0,0 0 40 0 0,0 0 8 0 0,0 0-32 0 0,0 0-8 0 0,15 0 0 0 0,-15-16 0 0 0,0 16 16 0 0,0-15 8 0 0,15 15 0 0 0,-15-16 0 0 0,16 1 80 0 0,-16 15 0 0 0,15-15 0 0 0,-15-1-64 0 0,16 1 64 0 0,-16-1 0 0 0,15 1 0 0 0,0 15 0 0 0,-15-15 0 0 0,16-1 0 0 0,-1 16 0 0 0,-15 0 0 0 0,15 0 176 0 0,1 0 0 0 0,-16 0 0 0 0,0 0 0 0 0,15 0-104 0 0,1 16-72 0 0,-16-1 96 0 0,0-15-96 0 0,0 15 200 0 0,0 1-8 0 0,0-1-8 0 0,0 1 0 0 0,0-1-40 0 0,0-15-8 0 0,0 15 0 0 0,0 1 0 0 0,-16-1-72 0 0,16 1-64 0 0,0-16 72 0 0,0 15-72 0 0,0 0 0 0 0,0-15 0 0 0,0 0 0 0 0,0 0 0 0 0,0 0 0 0 0,0 0-120 0 0,0 0 16 0 0,0 0 0 0 0,0 0-296 0 0,0 16-56 0 0,0-16-16 0 0,0 0 0 0 0,0 0-1128 0 0,0 0-232 0 0,16 0-48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14.5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0 262 17767 0 0,'0'0'384'0'0,"0"0"88"0"0,0 0 8 0 0,16-16 32 0 0,-16 16-416 0 0,15 0-96 0 0,0 0 0 0 0,1 0 0 0 0,-1 0 784 0 0,1 0 136 0 0,-16 16 24 0 0,15-16 8 0 0,0 0-312 0 0,1 15-64 0 0,-1-15-16 0 0,-15 16 0 0 0,16-16-176 0 0,-16 15-40 0 0,15 0-8 0 0,-15-15 0 0 0,15 16-80 0 0,-15-1-24 0 0,0-15 0 0 0,0 0 0 0 0,0 16-96 0 0,16-1-16 0 0,-16-15-8 0 0,0 0 0 0 0,0 0-48 0 0,0 15 0 0 0,0-15-64 0 0,-16 0 96 0 0,16 0-32 0 0,0 16-64 0 0,0-16 88 0 0,-15 15-88 0 0,15-15 64 0 0,-15 16-64 0 0,-1-16 0 0 0,16 15 0 0 0,-15-15 0 0 0,-1 15 0 0 0,16-15 0 0 0,-15 16 0 0 0,0-16 0 0 0,-1 15 0 0 0,1-15 0 0 0,-1 16 0 0 0,1-16 0 0 0,15 15 0 0 0,-15-15 0 0 0,15 15 0 0 0,0-15 0 0 0,0 0 0 0 0,0 0 0 0 0,0 0 0 0 0,0 0 0 0 0,0 0 0 0 0,0 0 96 0 0,0 0-96 0 0,0 0 72 0 0,15 0-72 0 0,0 0 0 0 0,1-15 72 0 0,-16 15-72 0 0,15 0 0 0 0,1-15 0 0 0,-1 15 0 0 0,0-16-96 0 0,-15 16-32 0 0,16-15 0 0 0,-1-1-8 0 0,1 1-1152 0 0,-1 15-232 0 0,0-31-48 0 0</inkml:trace>
  <inkml:trace contextRef="#ctx0" brushRef="#br0" timeOffset="331.67">477 0 16991 0 0,'0'0'480'0'0,"0"0"104"0"0,0 0-464 0 0,0 0-120 0 0,0 0 0 0 0,0 0 0 0 0,0 0 1200 0 0,0 0 216 0 0,0 0 48 0 0,0 0 8 0 0,0 0-712 0 0,0 0-144 0 0,0 16-24 0 0,0-1-8 0 0,0 0-104 0 0,0-15-32 0 0,0 16 0 0 0,0-1 0 0 0,-15 1-160 0 0,15 14-32 0 0,0-14 0 0 0,-15 15-8 0 0,15-16-56 0 0,0 16-16 0 0,0-16 0 0 0,0 16 0 0 0,0 0-24 0 0,-16-16-8 0 0,16 16 0 0 0,0 0 0 0 0,0-16-80 0 0,0 0-64 0 0,0 16 72 0 0,0-15-72 0 0,-15-1 64 0 0,15 0-64 0 0,0 1 0 0 0,0-1 0 0 0,-16 1 0 0 0,16-16 64 0 0,0 15-64 0 0,0 0 0 0 0,0-15 0 0 0,0 16 0 0 0,-15-16 0 0 0,15 15 0 0 0,0-15-128 0 0,0 0-32 0 0,-15 0 0 0 0,15 0 0 0 0,0 0-552 0 0,0 0-120 0 0,0 0-16 0 0,0 0-8 0 0,0 0-760 0 0,0 0-152 0 0,-16-15-32 0 0</inkml:trace>
  <inkml:trace contextRef="#ctx0" brushRef="#br0" timeOffset="614.22">154 323 11632 0 0,'0'0'256'0'0,"0"0"48"0"0,0 0 16 0 0,0 0 8 0 0,16 0-264 0 0,-1 0-64 0 0,0 0 0 0 0,1 0 0 0 0,-1 0 704 0 0,0 0 128 0 0,1 0 32 0 0,-1 0 0 0 0,16 0-233 0 0,-16 0-47 0 0,1 0-8 0 0,-1 0 0 0 0,1 0 200 0 0,-16 0 40 0 0,30 16 8 0 0,-30-16 0 0 0,0 0-120 0 0,16 0-16 0 0,-1 0-8 0 0,1 0 0 0 0,-1 15-192 0 0,0-15-40 0 0,-15 0 0 0 0,0 0-8 0 0,16 16-152 0 0,-1-1-32 0 0,-15-15-8 0 0,16 0 0 0 0,-16 15-112 0 0,15 1-16 0 0,-15-16-8 0 0,0 15 0 0 0,0-15-112 0 0,0 16 88 0 0,0-1-88 0 0,0-15 80 0 0,0 0-80 0 0,0 0 0 0 0,0 15 0 0 0,0-15 0 0 0,0 0-88 0 0,0 0-56 0 0,0 0-16 0 0,0 0 0 0 0,0 0-1136 0 0,0 0-232 0 0,0 0-40 0 0,0 0-7831 0 0</inkml:trace>
  <inkml:trace contextRef="#ctx0" brushRef="#br0" timeOffset="887.61">524 108 15432 0 0,'0'0'336'0'0,"0"0"72"0"0,0 0 7 0 0,0 0 33 0 0,0 0-360 0 0,0 0-88 0 0,0 0 0 0 0,0 0 0 0 0,0 0 464 0 0,0 0 80 0 0,0 0 8 0 0,0 0 8 0 0,0 0-560 0 0,0 0-120 0 0,15 0-16 0 0,-15 15-7479 0 0</inkml:trace>
  <inkml:trace contextRef="#ctx0" brushRef="#br0" timeOffset="1140.58">847 293 18831 0 0,'0'0'416'0'0,"0"0"80"0"0,0 0 16 0 0,0 0 24 0 0,0 0-432 0 0,-16 0-104 0 0,1 0 0 0 0,15 0 0 0 0,-15 0 680 0 0,15 15 120 0 0,-16-15 16 0 0,1 15 8 0 0,15-15-344 0 0,-16 16-64 0 0,16-16-8 0 0,-15 15-8 0 0,15 1-136 0 0,0-1-24 0 0,-15 0-8 0 0,15 1 0 0 0,0-1-112 0 0,0 1-24 0 0,-16-1-8 0 0,16 0 0 0 0,16 1-88 0 0,-16-1 64 0 0,0 1-64 0 0,0-1 64 0 0,15-15-64 0 0,-15 15 80 0 0,15 1-80 0 0,-15-16 80 0 0,16 15 16 0 0,-1-15 0 0 0,-15 0 0 0 0,16 0 0 0 0,-1 0 48 0 0,0 0 16 0 0,1-15 0 0 0,-1 15 0 0 0,1-16 48 0 0,14 1 16 0 0,-14 15 0 0 0,-1-15 0 0 0,1-1 16 0 0,-1 1 8 0 0,0-1 0 0 0,-15 16 0 0 0,16-15-160 0 0,-16 0-88 0 0,0-1 96 0 0,0 1-96 0 0,0-1 72 0 0,0 1-72 0 0,0 15 0 0 0,-16-15 72 0 0,16-1-72 0 0,-15 1 80 0 0,15 15-80 0 0,-15-16 80 0 0,15 1-80 0 0,-16 15 0 0 0,1-15 0 0 0,15 15-88 0 0,-16 0-360 0 0,16 0-80 0 0,-15 0-16 0 0,0 0-7296 0 0,15 0-1455 0 0</inkml:trace>
  <inkml:trace contextRef="#ctx0" brushRef="#br0" timeOffset="1592.49">1124 370 17567 0 0,'0'0'384'0'0,"0"0"88"0"0,0 0 8 0 0,0 0 8 0 0,0 0-392 0 0,0 0-96 0 0,0 0 0 0 0,15 15 0 0 0,-15-15 976 0 0,0 15 176 0 0,0 1 32 0 0,16-1 0 0 0,-16-15-456 0 0,-16 16-96 0 0,16-1-24 0 0,0 0 0 0 0,0-15-184 0 0,0 0-40 0 0,0 16 0 0 0,-15-1-8 0 0,15-15-312 0 0,0 0-64 0 0,0 0 0 0 0,0 16 0 0 0,0-16 0 0 0,0 0 0 0 0,0 0 0 0 0,0 0 0 0 0,0 0 0 0 0,0 0 0 0 0,0 0 0 0 0,0 0 0 0 0,0 0 0 0 0,0 0 0 0 0,0 0 0 0 0,15 0-80 0 0,-15-16 80 0 0,16 1 72 0 0,-16 15-8 0 0,15-16-64 0 0,1 1 64 0 0,-16 0-64 0 0,15-1 0 0 0,0 16 0 0 0,1-15 0 0 0,-1-16 0 0 0,0 31 0 0 0,1-15 0 0 0,-1-1 0 0 0,1 1 0 0 0,-1 15 0 0 0,0-16 0 0 0,1 16 136 0 0,-1 0-24 0 0,-15 0-8 0 0,16 0 0 0 0,-1 16 120 0 0,0-16 32 0 0,-15 15 0 0 0,16-15 0 0 0,-16 16-80 0 0,15-1-16 0 0,-15 0 0 0 0,0 1 0 0 0,0-1-72 0 0,0 1-24 0 0,0-1 0 0 0,0 0 0 0 0,0 1-64 0 0,0-1 64 0 0,0-15-64 0 0,0 16 64 0 0,-15-1-64 0 0,15-15 0 0 0,0 0 0 0 0,0 15 0 0 0,0-15-184 0 0,0 0-24 0 0,0 0-8 0 0,0 0 0 0 0,0 0-904 0 0,0 0-176 0 0,0 0-40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17.2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18455 0 0,'0'0'408'0'0,"0"0"80"0"0,0 0 24 0 0,0 0 0 0 0,0 0-408 0 0,0 0-104 0 0,0 0 0 0 0,0 0 0 0 0,0 0 1056 0 0,0 0 192 0 0,0 0 40 0 0,0 0 8 0 0,0 0-560 0 0,0 0-120 0 0,0 0-16 0 0,15 16-8 0 0,-15-1-344 0 0,0 1-72 0 0,0-1-16 0 0,16 0 0 0 0,-16 16-64 0 0,0-15-8 0 0,0 14-8 0 0,0-14 0 0 0,15 14 8 0 0,-15 1 0 0 0,0 0 0 0 0,0 0 0 0 0,0-16 8 0 0,0 16 8 0 0,0 0 0 0 0,0 0 0 0 0,-15-1-32 0 0,15 1-8 0 0,0-15 0 0 0,0 14 0 0 0,15 1-64 0 0,-30-15 0 0 0,15-1 0 0 0,0 0 0 0 0,0 1 0 0 0,0-1 0 0 0,0 1 64 0 0,0-16-64 0 0,0 0 0 0 0,0 0 0 0 0,0 0 0 0 0,0 0 0 0 0,0 0 0 0 0,0 0 0 0 0,0 0 0 0 0,0 0 0 0 0,0 0 0 0 0,0 0 0 0 0,0-16 0 0 0,15 1 0 0 0,-15-1 0 0 0,0 1 0 0 0,16 0 0 0 0,-16-16 0 0 0,15 0 0 0 0,-15 0 0 0 0,15 0 0 0 0,1 1 0 0 0,-16-1 0 0 0,15 0 0 0 0,0 0 0 0 0,1 0 0 0 0,-1 16 0 0 0,1 0 0 0 0,-1-1 0 0 0,0 1 0 0 0,1-1 0 0 0,-1 1 0 0 0,1 0 0 0 0,-1 15 0 0 0,0 0 0 0 0,1-16 0 0 0,15 16 0 0 0,-16 0 0 0 0,0 16 0 0 0,1-16 0 0 0,-16 15 72 0 0,15-15-72 0 0,1 15 0 0 0,-16 1 0 0 0,0 15 0 0 0,15-16 64 0 0,-15 0-64 0 0,0 16 0 0 0,0-15 0 0 0,0-1 0 0 0,0 16 0 0 0,0-16 0 0 0,0 16 0 0 0,0-16 0 0 0,0 1 0 0 0,0-1 0 0 0,0 1 0 0 0,0-1 0 0 0,0-15-64 0 0,0 0 0 0 0,0 0 0 0 0,0 0 0 0 0,0 0-56 0 0,0 0-8 0 0,0 0 0 0 0,0 0 0 0 0,15-15-32 0 0,-15-1 0 0 0,0 1-8 0 0,16-1 0 0 0,-16 1 80 0 0,0 0 24 0 0,15-16 0 0 0,-15 15 0 0 0,16 1 64 0 0,-16-16 0 0 0,0 16 0 0 0,15-1 0 0 0,-15 1 0 0 0,15 0 0 0 0,-15-1 0 0 0,16 1 0 0 0,-1-1 0 0 0,-15 1 0 0 0,16 0 0 0 0,-1-1 0 0 0,0 1 88 0 0,-15 15-24 0 0,16 0 0 0 0,-1 0 0 0 0,-15 0 80 0 0,15 0 16 0 0,-15 15 0 0 0,16 1 0 0 0,-1-16-40 0 0,-15 15-8 0 0,0 16 0 0 0,16-16 0 0 0,-16 1-8 0 0,0-1 0 0 0,0 16 0 0 0,0-16 0 0 0,0 16-32 0 0,0 0-8 0 0,-16 0 0 0 0,16-1 0 0 0,0 1-64 0 0,0 0 0 0 0,0 0 72 0 0,0-16-72 0 0,0 1 0 0 0,0-1 0 0 0,0 0 0 0 0,0 1 0 0 0,0-16-216 0 0,0 0 0 0 0,0 0 0 0 0,0 0 0 0 0,0 0-776 0 0,0 0-152 0 0,0 0-32 0 0,0 0-6040 0 0,0 0-1207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17.7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1 109 18831 0 0,'0'0'416'0'0,"0"0"80"0"0,0-16 16 0 0,0 16 24 0 0,0-15-432 0 0,0-1-104 0 0,15 16 0 0 0,-15-15 0 0 0,15 0 824 0 0,-15 15 136 0 0,16-16 32 0 0,15 16 8 0 0,-16 0-440 0 0,0-15-88 0 0,16 15-24 0 0,-15 0 0 0 0,-1 0-144 0 0,16 0-32 0 0,-16 15-8 0 0,0-15 0 0 0,1 16-32 0 0,-1-16-8 0 0,1 15 0 0 0,-1-15 0 0 0,-15 15-136 0 0,15 1-88 0 0,-15-1 96 0 0,16 1-96 0 0,-16-1 80 0 0,0 0-80 0 0,0-15 64 0 0,15 16-64 0 0,-15-1 0 0 0,0 1 0 0 0,0-16 64 0 0,0 15-64 0 0,0-15 0 0 0,0 15 0 0 0,0-15 0 0 0,-15 0 0 0 0,15 16-120 0 0,0-16 40 0 0,-16 15 8 0 0,1 1 0 0 0,15-16-88 0 0,-15 0-8 0 0,-1 15-8 0 0,1 0 0 0 0,-1-15 72 0 0,1 16 8 0 0,0-16 8 0 0,-1 15 0 0 0,1 1 88 0 0,0-16 0 0 0,-1 15 0 0 0,1 0 0 0 0,-1-15 0 0 0,16 0 0 0 0,-15 16 0 0 0,15-16 0 0 0,0 0 128 0 0,0 0 0 0 0,0 0-8 0 0,0 0 0 0 0,0 0 16 0 0,0 0 8 0 0,15 0 0 0 0,1-16 0 0 0,-1 16 16 0 0,1-15 0 0 0,-1 15 0 0 0,0-15 0 0 0,1-1-56 0 0,-1 1-8 0 0,0 15 0 0 0,1-16 0 0 0,-1 1 32 0 0,16 0 0 0 0,-16-1 0 0 0,1 1 0 0 0,-1 15-352 0 0,1-16-72 0 0,-1 1-16 0 0,0 0-7560 0 0,-15-1-1519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18.1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31 19151 0 0,'0'0'416'0'0,"0"0"96"0"0,0 0 8 0 0,0-15 24 0 0,0 15-440 0 0,0-16-104 0 0,0 16 0 0 0,0 0 0 0 0,0 0 1008 0 0,0 0 176 0 0,15 0 40 0 0,-15 0 8 0 0,0 0-616 0 0,0 0-120 0 0,15 16-24 0 0,-15-16-8 0 0,0 15-224 0 0,0 1-48 0 0,0-1 0 0 0,0 0-8 0 0,0 1-56 0 0,0-1-16 0 0,0 16 0 0 0,0 0 0 0 0,0-16 48 0 0,0 16 16 0 0,0 0 0 0 0,0-1 0 0 0,0-14-32 0 0,0 15-8 0 0,0-1 0 0 0,-15-14 0 0 0,15 15-136 0 0,0-16 0 0 0,0 16 64 0 0,0-16-64 0 0,0 1 0 0 0,0-1 0 0 0,0 0 0 0 0,0 1 0 0 0,0-1 0 0 0,0 1 0 0 0,0-16-104 0 0,0 0 40 0 0,0 0-216 0 0,0 0-40 0 0,0 0 0 0 0,0 0-8 0 0,0 0-984 0 0,0 0-192 0 0,0 0-32 0 0,-15 0-5272 0 0,15 0-1047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18.5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0 123 13944 0 0,'0'0'392'0'0,"0"0"88"0"0,0 0-384 0 0,0 0-96 0 0,0 0 0 0 0,16 0 0 0 0,-1-15 904 0 0,0 15 159 0 0,1 0 33 0 0,-1 0 8 0 0,1 0-208 0 0,14 0-32 0 0,-14 0-16 0 0,-1-16 0 0 0,16 16-112 0 0,-16 0-32 0 0,1 0 0 0 0,14 0 0 0 0,-30 16-224 0 0,31-16-56 0 0,-15 0-8 0 0,-1 0 0 0 0,-15 0-24 0 0,15 15-8 0 0,1-15 0 0 0,-1 16 0 0 0,1-1-224 0 0,-16 0-40 0 0,15 1-16 0 0,-15-1 0 0 0,15 1-104 0 0,-15-1 64 0 0,0 0-64 0 0,16 1 0 0 0,-16-16 64 0 0,0 31-64 0 0,0-31 0 0 0,0 15 0 0 0,0 0 0 0 0,0-15 64 0 0,0 0-64 0 0,0 0 0 0 0,0 0 0 0 0,0 0 0 0 0,0 0 0 0 0,0 0 0 0 0,0 0 0 0 0,0 0 0 0 0,0 0-80 0 0,15-15 80 0 0,-15 0-128 0 0,16 15 24 0 0,-16-16 0 0 0,15 1 0 0 0,0-1 104 0 0,-15 1 0 0 0,0 0-80 0 0,16-16 80 0 0,-1 15 0 0 0,-15 1 0 0 0,16 0 0 0 0,-1-1 0 0 0,-15-15 0 0 0,15 16 0 0 0,1 0 0 0 0,-1-1 64 0 0,1 16-64 0 0,-1-15 0 0 0,0-1 72 0 0,1 16-72 0 0,-1 0 80 0 0,0-15-16 0 0,-15 15-64 0 0,0 0 96 0 0,0 0-16 0 0,16 0-8 0 0,-16 0 0 0 0,0 15 0 0 0,0-15-72 0 0,15 0 0 0 0,-15 0 0 0 0,0 16 64 0 0,16-16-160 0 0,-16 15-32 0 0,0-15 0 0 0,0 16-8 0 0,15-16-1064 0 0,-15 15-208 0 0,0-15-48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18.8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 0 21407 0 0,'0'0'608'0'0,"0"0"128"0"0,0 0-584 0 0,0 0-152 0 0,0 0 0 0 0,0 0 0 0 0,0 0 960 0 0,0 0 168 0 0,0 0 32 0 0,0 0 8 0 0,0 0-560 0 0,0 16-120 0 0,0-16-16 0 0,0 15-8 0 0,0 0-168 0 0,0 1-32 0 0,0-16-8 0 0,0 15 0 0 0,0 1-112 0 0,0 14-24 0 0,0-14-8 0 0,0-1 0 0 0,0 1-112 0 0,0-1 88 0 0,-16 0-88 0 0,16 1 80 0 0,0-16-80 0 0,0 15 0 0 0,0-15 0 0 0,0 16 64 0 0,0-16-64 0 0,0 0-88 0 0,0 0 24 0 0,0 0 0 0 0,0 0-488 0 0,0 0-96 0 0,0 0-24 0 0,-15 0 0 0 0,15 0-1024 0 0,0-16-216 0 0,0 1-40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19.0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77 15856 0 0,'0'0'448'0'0,"0"0"95"0"0,0-15-431 0 0,0 0-112 0 0,0 15 0 0 0,0-16 0 0 0,-15 1 656 0 0,15 15 112 0 0,0-16 16 0 0,0 16 8 0 0,0 0-792 0 0,0 0-128 0 0,0 0-32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19.4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0 20615 0 0,'0'0'448'0'0,"0"0"96"0"0,0 0 24 0 0,0 0 16 0 0,0 0-464 0 0,0 0-120 0 0,0 0 0 0 0,0 0 0 0 0,0 0 816 0 0,0 0 144 0 0,0 0 24 0 0,0 0 8 0 0,15 0-416 0 0,-15 0-72 0 0,16 0-24 0 0,-1 16 0 0 0,-15-16-160 0 0,15 0-32 0 0,-15 15 0 0 0,0-15-8 0 0,16 0-104 0 0,-1 16-16 0 0,1-1-8 0 0,-16-15 0 0 0,15 15-72 0 0,0 1-16 0 0,-15-16 0 0 0,0 15 0 0 0,16 1 0 0 0,-16-1 0 0 0,0 0 0 0 0,0 1 0 0 0,0-1-64 0 0,0-15 80 0 0,0 16-80 0 0,-16-1 80 0 0,16-15-80 0 0,-15 15 0 0 0,15 1 0 0 0,-15-16 0 0 0,15 0 64 0 0,0 15 0 0 0,0-15 0 0 0,-16 16 0 0 0,16-16-64 0 0,0 0 0 0 0,-15 0-80 0 0,-1 0 80 0 0,16 15 0 0 0,-15-15 0 0 0,0 0 0 0 0,15 0 0 0 0,-16 15 0 0 0,16-15-88 0 0,0 0 88 0 0,0 0-80 0 0,-15 0-8 0 0,15 0 0 0 0,0 0 0 0 0,-16 0 0 0 0,16 0-144 0 0,0 0-32 0 0,0 0-8 0 0,0 0 0 0 0,0 0-696 0 0,0 0-144 0 0,0 0-24 0 0,0 0-6104 0 0,0 0-1223 0 0</inkml:trace>
  <inkml:trace contextRef="#ctx0" brushRef="#br0" timeOffset="449.75">601 62 14000 0 0,'0'0'392'0'0,"0"0"96"0"0,0 0-392 0 0,0 0-96 0 0,0 0 0 0 0,0-15 0 0 0,-16 15 1024 0 0,16-16 191 0 0,0 16 33 0 0,0-15 0 0 0,-15 15-552 0 0,15 0-120 0 0,0 0-16 0 0,-15 0-8 0 0,-1 0-48 0 0,16 0-16 0 0,-15 0 0 0 0,-1 0 0 0 0,16 0-16 0 0,-15 0-8 0 0,0 15 0 0 0,-1-15 0 0 0,-14 16-232 0 0,14-16-40 0 0,1 15-16 0 0,-1 0 0 0 0,-14 1-8 0 0,14-16 0 0 0,1 15 0 0 0,-16 1 0 0 0,16-1-32 0 0,-1 0-8 0 0,1 1 0 0 0,-1-1 0 0 0,16 1 40 0 0,-15-1 8 0 0,15 0 0 0 0,0 1 0 0 0,0-1 8 0 0,0 1 0 0 0,0-16 0 0 0,15 15 0 0 0,1 0-32 0 0,-16-15-8 0 0,15 16 0 0 0,1-1 0 0 0,-1-15 24 0 0,0 16 8 0 0,1-16 0 0 0,-1 0 0 0 0,1 0 32 0 0,14 0 8 0 0,-14 0 0 0 0,-1 0 0 0 0,1 0-56 0 0,14 0-16 0 0,-14 0 0 0 0,-1 0 0 0 0,0-16-80 0 0,-15 16-64 0 0,16 0 96 0 0,-1-15-96 0 0,-15 15 0 0 0,16 0 0 0 0,-16 0 0 0 0,0 0 0 0 0,0 0 0 0 0,0 0 0 0 0,0 0 0 0 0,0 0-72 0 0,0 0-120 0 0,0 0-32 0 0,0 0 0 0 0,0 0 0 0 0,0 0-536 0 0,0 0-104 0 0,0 0-32 0 0,0 15-6888 0 0,0-15-1383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28.9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493 47 13680 0 0,'0'0'296'0'0,"0"0"64"0"0,0 0 16 0 0,0 0 8 0 0,0 0-304 0 0,0 0-80 0 0,0 0 0 0 0,0 0 0 0 0,-16-16 776 0 0,16 16 143 0 0,-15 0 25 0 0,15-15 8 0 0,0 15-216 0 0,-15 0-32 0 0,-1 0-16 0 0,16 0 0 0 0,-15-15-48 0 0,-1 15-16 0 0,1 0 0 0 0,0 0 0 0 0,-1 0-192 0 0,1 0-40 0 0,-16 0-8 0 0,16 0 0 0 0,-16 15-152 0 0,15-15-32 0 0,-14 0-8 0 0,14 0 0 0 0,-15 15-24 0 0,16-15-8 0 0,0 16 0 0 0,-1-16 0 0 0,-14 0 0 0 0,30 15 0 0 0,-16-15 0 0 0,1 15 0 0 0,-1-15 32 0 0,16 0 0 0 0,-15 16 0 0 0,0-16 0 0 0,15 0-64 0 0,0 0 0 0 0,0 0-8 0 0,0 15 0 0 0,-16-15-40 0 0,16 0-8 0 0,0 16 0 0 0,0-16 0 0 0,0 15-72 0 0,0 0 0 0 0,0 1 72 0 0,0-16-72 0 0,0 15 0 0 0,0 1 64 0 0,0-1-64 0 0,0 0 0 0 0,0 16 0 0 0,0-15 0 0 0,16-1 0 0 0,-16 0 64 0 0,0 1-64 0 0,0-1 0 0 0,0 16 0 0 0,0-16 0 0 0,0 1 0 0 0,15-1 0 0 0,-15 16 0 0 0,0-16 64 0 0,0 1-64 0 0,0-1 0 0 0,15 16 0 0 0,-15-16 0 0 0,0 1 0 0 0,0-1 0 0 0,0 0 0 0 0,0 1 64 0 0,16 15-64 0 0,-16-16 0 0 0,0 16 0 0 0,0-16 0 0 0,0 16 0 0 0,0 0 0 0 0,0 0 0 0 0,15-1 0 0 0,-15 1 0 0 0,0 0 0 0 0,0 0 0 0 0,0 0 0 0 0,16-1 0 0 0,-16 1 0 0 0,0 0 0 0 0,0 0 64 0 0,0-16-64 0 0,0 16 0 0 0,0-16 0 0 0,15 16 0 0 0,-15-16 0 0 0,0 16 0 0 0,0-15 0 0 0,15-1 0 0 0,-15 16 0 0 0,0 0 0 0 0,0-16 0 0 0,0 16 0 0 0,0 0 0 0 0,0-1 0 0 0,0 1 0 0 0,16 0 0 0 0,-16 0 0 0 0,0 0 0 0 0,0-1 0 0 0,0 16 0 0 0,0-15 0 0 0,0-15 0 0 0,0 14 0 0 0,0 1 0 0 0,0-15 0 0 0,0 14 0 0 0,15-14 0 0 0,-15-1 64 0 0,0 16-64 0 0,0-16 0 0 0,0 1 0 0 0,0 15 0 0 0,0-1 0 0 0,0-14 0 0 0,0-1 0 0 0,0 16 0 0 0,0 0 0 0 0,0-16 0 0 0,0 16 0 0 0,0 15 0 0 0,0-15 0 0 0,0 0 0 0 0,0-1 0 0 0,0 1 0 0 0,0 0 0 0 0,15 0 0 0 0,-15 0 0 0 0,0-1 0 0 0,0 1 0 0 0,0-15 0 0 0,16-1 0 0 0,-16 16 64 0 0,0-16-64 0 0,0 16 0 0 0,0-31 0 0 0,0 15 0 0 0,0 16 0 0 0,0 0 0 0 0,0-16 0 0 0,0 16 0 0 0,0-16 0 0 0,0 16 0 0 0,0 0 0 0 0,0-16 0 0 0,0 16 0 0 0,0 0 0 0 0,0-16 0 0 0,0 16 0 0 0,0 0 0 0 0,0 0 0 0 0,0-16 0 0 0,0 16 64 0 0,0-16-64 0 0,0 16 0 0 0,0-15 0 0 0,0-1 0 0 0,0 0 0 0 0,-16 1 0 0 0,16-1 0 0 0,0 16 64 0 0,0-31-64 0 0,0 31 0 0 0,0-31 0 0 0,0 15 0 0 0,0 0 0 0 0,-15-15 0 0 0,15 16 0 0 0,0-16 64 0 0,0 0-64 0 0,0 0 96 0 0,0 0-32 0 0,0 0 0 0 0,0 0-64 0 0,0 0 96 0 0,0 15-32 0 0,0-15 0 0 0,0 0-64 0 0,0 0 88 0 0,0 0-88 0 0,0 0 96 0 0,0 0-96 0 0,0 0 0 0 0,15-15 0 0 0,-15 15 0 0 0,0 15 0 0 0,16-15 0 0 0,-1 0 0 0 0,1 0 0 0 0,-1 16 0 0 0,0-16 0 0 0,1 0 0 0 0,-1 0 0 0 0,16 0 0 0 0,0 15 0 0 0,-16-15 0 0 0,16 0 0 0 0,-16 15-96 0 0,16-15 0 0 0,0 16-8 0 0,0-16 0 0 0,-16 0-1208 0 0,16 0-248 0 0,0 15-40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29.7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0 124 16655 0 0,'0'0'472'0'0,"0"0"104"0"0,0 0-456 0 0,0 0-120 0 0,0 0 0 0 0,0 0 0 0 0,0 0 768 0 0,0 0 136 0 0,0 0 24 0 0,0 0 8 0 0,0 0-200 0 0,16 15-48 0 0,-16 1-8 0 0,15-16 0 0 0,-15 15-96 0 0,15-15-16 0 0,-15 15-8 0 0,16 1 0 0 0,-1-16-120 0 0,-15 15-24 0 0,16 1-8 0 0,-1-16 0 0 0,-15 15-96 0 0,15 0-24 0 0,1 1 0 0 0,-1-1 0 0 0,0 1-80 0 0,1-1-16 0 0,-1 0-8 0 0,-15 1 0 0 0,31-1-72 0 0,-16 16-16 0 0,1-31 0 0 0,-1 31 0 0 0,1-16-96 0 0,-1 1 88 0 0,0-1-88 0 0,16 0 80 0 0,-15 1-80 0 0,-1-16 0 0 0,0 15 72 0 0,1 0-72 0 0,-16 1 0 0 0,15-16 0 0 0,1 15 0 0 0,-1-15 64 0 0,-15 16-64 0 0,0-16 0 0 0,0 0 0 0 0,0 0 64 0 0,15 15-64 0 0,-15-15 0 0 0,0 0 0 0 0,0 0-64 0 0,0 0-112 0 0,0 0-16 0 0,0 0-8 0 0,0 0 0 0 0,0 0-840 0 0,0 0-168 0 0,0 0-32 0 0,0 0-5992 0 0,0 0-1191 0 0</inkml:trace>
  <inkml:trace contextRef="#ctx0" brushRef="#br0" timeOffset="399.84">370 1 15344 0 0,'0'0'432'0'0,"0"0"104"0"0,0 0-432 0 0,0 0-104 0 0,0 0 0 0 0,0 0 0 0 0,0 0 1031 0 0,0 0 185 0 0,0 0 40 0 0,0 0 8 0 0,0 0-600 0 0,0 0-120 0 0,0 15-32 0 0,0-15 0 0 0,-16 15-128 0 0,16 1-24 0 0,0-16-8 0 0,-15 15 0 0 0,15 1-56 0 0,-16-1-8 0 0,16 0-8 0 0,-15 1 0 0 0,0 15-72 0 0,15-16-16 0 0,-16 0 0 0 0,1 16 0 0 0,15-15-64 0 0,-16 14-8 0 0,1-14-8 0 0,0 15 0 0 0,-1-16-112 0 0,1 0 64 0 0,-1 1-64 0 0,16 15 0 0 0,-15-16 88 0 0,0 0-88 0 0,15 1 96 0 0,-16-1-96 0 0,1 1 96 0 0,15-1-96 0 0,-15 0 96 0 0,-1 1-96 0 0,16-1 72 0 0,-15-15-72 0 0,-1 15 0 0 0,16-15 72 0 0,-15 16-72 0 0,15-16 0 0 0,-15 15 0 0 0,15-15 0 0 0,0 0 0 0 0,-16 16 0 0 0,16-16 0 0 0,0 0 0 0 0,0 0 0 0 0,0 0-112 0 0,0 0 40 0 0,0 0 8 0 0,0 0-688 0 0,0 0-136 0 0,0 0-24 0 0,0 0-5888 0 0,0 0-1175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30.5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0 15288 0 0,'0'0'432'0'0,"0"0"96"0"0,0 0-424 0 0,15 0-104 0 0,-15 0 0 0 0,15 0 0 0 0,-15 0 1087 0 0,16 15 193 0 0,-16-15 32 0 0,0 16 16 0 0,15-16-336 0 0,-15 15-64 0 0,0-15-8 0 0,16 0-8 0 0,-16 16-288 0 0,0-1-56 0 0,0-15-16 0 0,0 15 0 0 0,0 1-320 0 0,-16-16-64 0 0,16 15-8 0 0,-15-15-8 0 0,15 16-152 0 0,-16-1-96 0 0,1 0 8 0 0,0-15-7368 0 0,-1 16-1479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31.6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1 123 13824 0 0,'0'0'392'0'0,"0"0"88"0"0,0-15-384 0 0,0-1-96 0 0,0 16 0 0 0,0-15 0 0 0,0 15 992 0 0,0-15 191 0 0,0-1 33 0 0,0 16 0 0 0,0-15-264 0 0,0-1-56 0 0,0 16-16 0 0,0-15 0 0 0,0 15-208 0 0,0 0-48 0 0,0 0-8 0 0,0 0 0 0 0,0 0-144 0 0,0 0-32 0 0,0 0-8 0 0,0 0 0 0 0,0 0-144 0 0,0 0-24 0 0,0 0-8 0 0,15 0 0 0 0,-15 15-136 0 0,0 1-32 0 0,0-1-8 0 0,0 1 0 0 0,16 14-80 0 0,-16-14 0 0 0,0-1 0 0 0,0 16 0 0 0,0-16 0 0 0,0 16 0 0 0,15 0 0 0 0,-15-16 0 0 0,0 16 0 0 0,15 0 0 0 0,-15-16 0 0 0,0 16 0 0 0,0 0 0 0 0,16-16 0 0 0,-16 16 0 0 0,15-16 0 0 0,-15 16 0 0 0,0-15 0 0 0,16-1 0 0 0,-1 0 0 0 0,-15 1 0 0 0,0-1 0 0 0,15-15 64 0 0,1 16-64 0 0,-16-16 0 0 0,0 0 0 0 0,15 0 0 0 0,-15 0 0 0 0,16-16 72 0 0,-1 16-72 0 0,-15-15 80 0 0,15-1-80 0 0,-15 1 80 0 0,16 0-80 0 0,-16-1 80 0 0,15 1-80 0 0,-15-16 64 0 0,0 16-64 0 0,16-1 0 0 0,-16-14 72 0 0,15 14-72 0 0,-15 1 0 0 0,0-1 72 0 0,15-14-72 0 0,-15 14 0 0 0,0 1 0 0 0,0-1 0 0 0,16 16 64 0 0,-16-30-64 0 0,0 30 0 0 0,0-16 0 0 0,0 16 0 0 0,15-15 0 0 0,-15 15 64 0 0,0 0-64 0 0,0 0 0 0 0,0 0 0 0 0,0 0 0 0 0,0 0 0 0 0,0 0 64 0 0,0 0-64 0 0,0 0 0 0 0,0 0 0 0 0,0 15 64 0 0,16-15-64 0 0,-16 0 0 0 0,15 16 0 0 0,-15-1 0 0 0,0 0 0 0 0,15-15 0 0 0,1 31 0 0 0,-16-15 0 0 0,15-1 0 0 0,-15 0 0 0 0,16 16 0 0 0,-16-15 0 0 0,15 14 0 0 0,-15 1 0 0 0,15 0 0 0 0,-15-16 0 0 0,0 16 0 0 0,16 0 0 0 0,-16 0 0 0 0,0-1 0 0 0,0 1 0 0 0,0-15 0 0 0,0 14 0 0 0,0-14 0 0 0,0-1 0 0 0,0 1 0 0 0,0-1 0 0 0,-16 0 64 0 0,16 1-64 0 0,0-1 64 0 0,-15 1-64 0 0,0-1 64 0 0,15 0-64 0 0,-16-15 64 0 0,1 16-64 0 0,-1-1 64 0 0,1-15-64 0 0,0 16 72 0 0,-16-16-72 0 0,15 15 80 0 0,1-15-80 0 0,-16 0 0 0 0,16 15 0 0 0,-1-15 64 0 0,-14 0-64 0 0,14 0 0 0 0,1 0 0 0 0,-1 0 0 0 0,1 0 0 0 0,0 0 0 0 0,-1 0 0 0 0,16 0 0 0 0,-15 0-544 0 0,15 0-64 0 0,0 0-24 0 0,0 0-7008 0 0,0 0-1399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32.0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47 0 20183 0 0,'0'0'448'0'0,"0"0"88"0"0,0 0 16 0 0,0 0 16 0 0,0 0-456 0 0,0 0-112 0 0,15 0 0 0 0,-15 16 0 0 0,0-1 848 0 0,0-15 144 0 0,0 15 32 0 0,0 1 8 0 0,0-1-552 0 0,0 1-104 0 0,0-1-24 0 0,0 0-8 0 0,0 1-240 0 0,-15 14-40 0 0,0-14-64 0 0,15-1 88 0 0,-16 1-1240 0 0,1-1-240 0 0,15 0-48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33.2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 0 14240 0 0,'0'0'400'0'0,"0"0"96"0"0,0 0-400 0 0,0 0-96 0 0,15 0 0 0 0,1 0 0 0 0,-16 0 704 0 0,15 16 127 0 0,1-16 17 0 0,-1 0 8 0 0,-15 0-376 0 0,15 0-64 0 0,1 0-24 0 0,-1 0 0 0 0,1 0-24 0 0,-16 0-8 0 0,15 0 0 0 0,0 0 0 0 0,-15 0-56 0 0,16 0-16 0 0,-16 0 0 0 0,15 0 0 0 0,-15 0-112 0 0,0 0-24 0 0,16 0-8 0 0,-16 0 0 0 0,0 0-48 0 0,0 0 0 0 0,0 0-8 0 0,0 0 0 0 0,0 0-88 0 0,15 0 0 0 0,-15 15 0 0 0,0-15 64 0 0,0 0 32 0 0,15 16 8 0 0,-15-1 0 0 0,0 0 0 0 0,0-15 16 0 0,0 16 0 0 0,0-1 0 0 0,0 0 0 0 0,0 1-48 0 0,0-1-8 0 0,0 1 0 0 0,0-1 0 0 0,0 16-64 0 0,16-16 80 0 0,-16 16-80 0 0,0-16 80 0 0,0 16-80 0 0,0 0 80 0 0,0-16-80 0 0,0 16 80 0 0,0-15-16 0 0,0-1 0 0 0,0 16 0 0 0,15 0 0 0 0,-15-16 48 0 0,0 16 8 0 0,0-16 0 0 0,16 1 0 0 0,-16 14-16 0 0,0-14 0 0 0,0-1 0 0 0,0 16 0 0 0,0-16-32 0 0,0 1-8 0 0,0 14 0 0 0,0-14 0 0 0,0 15-64 0 0,0-16 0 0 0,0 16 72 0 0,0 0-72 0 0,0-1 64 0 0,0 1-64 0 0,0 0 64 0 0,15 0-64 0 0,-15-16 64 0 0,0 16-64 0 0,0 0 80 0 0,0 0-80 0 0,0-16 72 0 0,0 16-72 0 0,0-16 64 0 0,0 16-64 0 0,0-16 72 0 0,0 16-72 0 0,0-16 80 0 0,0 16-80 0 0,0-15 96 0 0,0-1-32 0 0,0 16-64 0 0,0-16 96 0 0,0 16-32 0 0,0-16 0 0 0,0 16-64 0 0,0 0 96 0 0,0-16-96 0 0,0 16 88 0 0,0 0-88 0 0,0 0 80 0 0,0-16-80 0 0,15 16 96 0 0,-15 0-96 0 0,0-1 96 0 0,0-14-32 0 0,0 15-64 0 0,0-16 96 0 0,0 0-32 0 0,0 16-64 0 0,0-15 96 0 0,0-1-96 0 0,0 0 96 0 0,0 1-96 0 0,0-1 80 0 0,0 1-80 0 0,0-1 80 0 0,0 0-80 0 0,-15 1 96 0 0,15-1-96 0 0,0 1 96 0 0,0-1-32 0 0,0 0-64 0 0,0-15 96 0 0,0 31-32 0 0,0-31-64 0 0,0 31 96 0 0,0-16-96 0 0,0 1 96 0 0,0-1-96 0 0,0 1 64 0 0,0-1-64 0 0,0 0 64 0 0,0 1-64 0 0,0-1 0 0 0,0 16 0 0 0,0-16 64 0 0,0 1-64 0 0,0-1 0 0 0,0 16 0 0 0,0-16 0 0 0,0 1 0 0 0,0-1 0 0 0,0 16 64 0 0,0-16-64 0 0,0 1 0 0 0,0-1 0 0 0,0-15 0 0 0,15 15 0 0 0,-15 1 0 0 0,0-1 0 0 0,0 1 0 0 0,0-16 0 0 0,0 15 0 0 0,0 0 0 0 0,0 1 0 0 0,0-16 0 0 0,0 15 0 0 0,0 1 0 0 0,0-16 64 0 0,0 15-64 0 0,0-15 0 0 0,0 15 0 0 0,0 1 0 0 0,16-1 0 0 0,-16-15 0 0 0,0 16 0 0 0,0-1 64 0 0,0-15-64 0 0,0 0 0 0 0,0 0 0 0 0,0 15 0 0 0,0 1 0 0 0,0-1 0 0 0,0 0 0 0 0,0-15 0 0 0,15 16 0 0 0,-15-1 0 0 0,0-15 0 0 0,0 16 0 0 0,0-16 0 0 0,0 15 0 0 0,0 0 0 0 0,0 1 0 0 0,0-16 0 0 0,0 15 0 0 0,0-15 64 0 0,0 16-64 0 0,0-16 0 0 0,0 15 0 0 0,0-15 0 0 0,0 0 64 0 0,0 15-64 0 0,0 1 0 0 0,0-16 0 0 0,-15 0 72 0 0,15 0-72 0 0,0 15 64 0 0,0-15-64 0 0,0 0 64 0 0,0 0-64 0 0,-16 16 72 0 0,16-16-72 0 0,0 0 96 0 0,0 0-96 0 0,0 15 80 0 0,-15-15-80 0 0,0 0 64 0 0,15 0-64 0 0,-16 0 64 0 0,1-15-64 0 0,15 15 0 0 0,-16 0 64 0 0,1 0-64 0 0,15-16 0 0 0,-15 16 0 0 0,-1 0 64 0 0,1-15-64 0 0,-1 15 0 0 0,1 0 0 0 0,0-16 0 0 0,-1 16-232 0 0,1 0-16 0 0,-16-15 0 0 0,16 15 0 0 0,-16 0-936 0 0,0 0-192 0 0,0 0-40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33.96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13760 0 0,'0'0'384'0'0,"0"0"96"0"0,0 0-384 0 0,0 0-96 0 0,0 0 0 0 0,0 0 0 0 0,0 0 904 0 0,0 0 159 0 0,0 0 33 0 0,0 0 8 0 0,0 0-400 0 0,0 0-72 0 0,15 0-24 0 0,0 0 0 0 0,-15 0-72 0 0,0 0-24 0 0,16 0 0 0 0,-1 0 0 0 0,-15 0-72 0 0,16 0-24 0 0,-1 0 0 0 0,-15 0 0 0 0,15 0-128 0 0,1 0-24 0 0,-16 0-8 0 0,0 0 0 0 0,15 0-504 0 0,1 0-104 0 0,-16 0-16 0 0,15 0-8 0 0,-15 0 760 0 0,15 0 144 0 0,-15 0 32 0 0,16 0 8 0 0,-1 0-448 0 0,-15 0-120 0 0,0 0 0 0 0,0 0 0 0 0,16 0 64 0 0,-16 0-64 0 0,0 0 0 0 0,0 0 64 0 0,15 0-64 0 0,-15 0 0 0 0,0 0 0 0 0,0 0 0 0 0,0 0-160 0 0,15 0-32 0 0,-15 0 0 0 0,0 0 0 0 0,0 0-328 0 0,0 0-72 0 0,0 0-16 0 0,0 0 0 0 0,0 0-792 0 0,0 0-160 0 0,0 0-32 0 0,0 0-6407 0 0</inkml:trace>
  <inkml:trace contextRef="#ctx0" brushRef="#br0" timeOffset="275.2">93 154 15696 0 0,'0'0'344'0'0,"0"0"71"0"0,0 0 9 0 0,0 0 24 0 0,0 0-360 0 0,0 0-88 0 0,0 0 0 0 0,0 0 0 0 0,0 0 528 0 0,15 0 88 0 0,1 0 24 0 0,-16 0 0 0 0,15 0-184 0 0,1-15-32 0 0,-16 15-8 0 0,15 0 0 0 0,0 0-160 0 0,1 0-40 0 0,-1 0-8 0 0,1 0 0 0 0,-1 0-208 0 0,-15 0 64 0 0,15 0-64 0 0,1 0 0 0 0,-1 0 0 0 0,1 0-128 0 0,-1 0 24 0 0,-15 0-5847 0 0,15 0-1177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39.0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31 11016 0 0,'0'0'312'0'0,"0"0"72"0"0,0 0-312 0 0,0 0-72 0 0,0-15 0 0 0,0 15 0 0 0,0 0 1072 0 0,0 0 200 0 0,0-16 40 0 0,0 16-1 0 0,0 0-399 0 0,0 0-80 0 0,0 0-24 0 0,0 0 0 0 0,0 0-192 0 0,0 0-40 0 0,0 0 0 0 0,0 0-8 0 0,0 0-136 0 0,0 0-24 0 0,0 0-8 0 0,0 16 0 0 0,0-16-64 0 0,0 15-16 0 0,0 1 0 0 0,0-1 0 0 0,0 0-104 0 0,0 1-24 0 0,15-1-8 0 0,-15 1 0 0 0,0-1-64 0 0,0 16-16 0 0,0-16 0 0 0,15 1 0 0 0,-15 14-32 0 0,0-14-8 0 0,0-1 0 0 0,0 16 0 0 0,0-16-64 0 0,16 1 0 0 0,-16 15 0 0 0,0-16 64 0 0,0 0-64 0 0,15 1 64 0 0,-15-1-64 0 0,0 0 64 0 0,0 1-64 0 0,0-1 64 0 0,0 1-64 0 0,0-1 64 0 0,16-15-64 0 0,-16 15 0 0 0,0 1 0 0 0,0-16 64 0 0,0 0-64 0 0,0 15 64 0 0,0-15-64 0 0,0 0 64 0 0,0 0-64 0 0,0 0 0 0 0,0 0 0 0 0,0 0 64 0 0,0 0-64 0 0,0 0 64 0 0,0 0-64 0 0,0 0 64 0 0,0 0-64 0 0,0 0 0 0 0,0-15 0 0 0,15 15 64 0 0,-15-16-64 0 0,0 16 0 0 0,0-15 0 0 0,0 0 0 0 0,15 15 0 0 0,-15-16 0 0 0,0 1 64 0 0,0-1-64 0 0,16 1 0 0 0,-16 0 0 0 0,0-1 0 0 0,15 1 0 0 0,1 0 0 0 0,-16-1 0 0 0,15 1 0 0 0,-15 15 0 0 0,15-31 0 0 0,-15 31 0 0 0,16-15 0 0 0,-1 15 0 0 0,-15-16-64 0 0,16 16 64 0 0,-1-15 0 0 0,-15 15 0 0 0,15 0 0 0 0,1 0 0 0 0,-1 0 0 0 0,1 15 0 0 0,-1-15-72 0 0,0 16 72 0 0,-15-16 0 0 0,16 15 0 0 0,-1-15 0 0 0,1 0 0 0 0,-16 15 0 0 0,15 1 0 0 0,-15-1 0 0 0,15-15 0 0 0,-15 16 0 0 0,16-1 0 0 0,-16 0 0 0 0,0 1 0 0 0,0-1 0 0 0,-16 0 0 0 0,16 1 80 0 0,0-16-80 0 0,-15 15 80 0 0,15 1-80 0 0,-15-1 112 0 0,-1 0-24 0 0,1 1-8 0 0,-1-1 0 0 0,16 1 56 0 0,-15-16 16 0 0,0 15 0 0 0,-1 0 0 0 0,1-15-64 0 0,-1 16-16 0 0,1-16 0 0 0,0 0 0 0 0,-1 0-72 0 0,16 0 0 0 0,-15 0 0 0 0,-1 0 0 0 0,1-16-112 0 0,0 1-40 0 0,15 15-8 0 0,-16-15 0 0 0,1-1-776 0 0,-1 1-160 0 0,1-1-32 0 0,0 16-9079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36.8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370 16 14456 0 0,'0'0'320'0'0,"0"0"64"0"0,-15 0 8 0 0,15 0 16 0 0,-16 0-328 0 0,16-15-80 0 0,-15 15 0 0 0,0 0 0 0 0,15 0 519 0 0,-16 0 89 0 0,1 0 24 0 0,-1 0 0 0 0,16 0-320 0 0,-15 0-64 0 0,15 0-16 0 0,-15 0 0 0 0,-1 0 112 0 0,16 0 16 0 0,0 0 8 0 0,0 15 0 0 0,-15-15-8 0 0,-1 0 0 0 0,16 0 0 0 0,-15 0 0 0 0,15 0-104 0 0,-15 0-16 0 0,15 0-8 0 0,0 0 0 0 0,-16 0-8 0 0,1 16-8 0 0,15-16 0 0 0,-16 0 0 0 0,1 0-16 0 0,0 0 0 0 0,15 0 0 0 0,-16 0 0 0 0,1 0 8 0 0,15 15 0 0 0,-16-15 0 0 0,16 0 0 0 0,0 0-16 0 0,0 0 0 0 0,0 0 0 0 0,-15 0 0 0 0,15 0-32 0 0,0 0 0 0 0,0 0-8 0 0,0 15 0 0 0,0-15-40 0 0,0 0-8 0 0,0 0 0 0 0,-15 16 0 0 0,15-1-32 0 0,0-15-8 0 0,0 16 0 0 0,0-1 0 0 0,0-15 8 0 0,15 15 0 0 0,-15 1 0 0 0,0-1 0 0 0,0-15 0 0 0,0 16 0 0 0,0-1 0 0 0,0 0 0 0 0,0 1-72 0 0,15-16 64 0 0,-15 15-64 0 0,0 1 64 0 0,0-1-64 0 0,0 0 0 0 0,0 1 0 0 0,16-1 64 0 0,-16 1-64 0 0,0-1 0 0 0,0 0 0 0 0,15 1 0 0 0,-15 14 0 0 0,0-14 0 0 0,0-1 0 0 0,0 1 0 0 0,0-1 0 0 0,0 16 0 0 0,0-16 0 0 0,16 1 0 0 0,-16 14 0 0 0,0 1 0 0 0,0 0 64 0 0,15-16-64 0 0,-15 16 0 0 0,0 0 0 0 0,0 0 0 0 0,0 0 0 0 0,0-16 0 0 0,0 16 0 0 0,15 0 0 0 0,-15-16 0 0 0,0 16 0 0 0,0-16 64 0 0,0 16-64 0 0,0-16 0 0 0,16 16 0 0 0,-16-16 64 0 0,0 16-64 0 0,0-15 0 0 0,0 14 0 0 0,0 1 64 0 0,0-15-64 0 0,0 14 0 0 0,0 1 0 0 0,0 0 0 0 0,0-16 64 0 0,0 16-64 0 0,0 0 0 0 0,0 0 0 0 0,0 0 0 0 0,0-1 0 0 0,0 1 80 0 0,0 0-80 0 0,0 0 96 0 0,0-16-96 0 0,0 16 88 0 0,0-16-88 0 0,0 1 80 0 0,0 14-80 0 0,0-14 88 0 0,0-1-88 0 0,0 1 96 0 0,0 14-96 0 0,0-14 64 0 0,0-1-64 0 0,0 1 0 0 0,-16-1 0 0 0,16 0 64 0 0,0 1-64 0 0,0-1 0 0 0,0 16 0 0 0,0-16 0 0 0,0 1 0 0 0,-15-1 0 0 0,15 1 0 0 0,0 14 64 0 0,0-14-64 0 0,0-1 0 0 0,0 16 0 0 0,0-16 0 0 0,0 1 0 0 0,0 14 0 0 0,0-14 0 0 0,0-1 0 0 0,0 16 0 0 0,0-16 0 0 0,0 1 0 0 0,-15-1 64 0 0,15 1-64 0 0,0-1 0 0 0,0 0 0 0 0,0 1 0 0 0,0-1 0 0 0,0 1 64 0 0,0-1-64 0 0,0 0 0 0 0,0-15 0 0 0,0 16 0 0 0,0-1 0 0 0,0 1 64 0 0,0-1-64 0 0,0 0 0 0 0,0-15 0 0 0,0 31 0 0 0,0-31 0 0 0,0 16 0 0 0,0-1 0 0 0,0-15 64 0 0,0 15-64 0 0,0 1 0 0 0,-16-16 0 0 0,16 15 0 0 0,0 0 0 0 0,0 1 0 0 0,0-16 0 0 0,0 15 0 0 0,0 1 0 0 0,0-1 0 0 0,0-15 0 0 0,0 15 0 0 0,0 1 0 0 0,0-1 0 0 0,0 1 0 0 0,0-1 0 0 0,0 0 0 0 0,0 1 0 0 0,0-1 0 0 0,0-15 0 0 0,0 31 0 0 0,0-31 0 0 0,0 15 0 0 0,0 1 64 0 0,0-16-64 0 0,0 0 0 0 0,0 15 0 0 0,0-15 0 0 0,0 16 0 0 0,0-16 0 0 0,0 0 0 0 0,0 0 72 0 0,0 0-72 0 0,0 0 0 0 0,0 0 72 0 0,0 0-72 0 0,0 0 80 0 0,0 0-80 0 0,0 0 80 0 0,0 0-80 0 0,0 0 0 0 0,0 0 0 0 0,0 0 64 0 0,0 0-64 0 0,0 0 0 0 0,0 0 0 0 0,0 0 0 0 0,0 0 0 0 0,16 15 0 0 0,-1-15 0 0 0,-15 0 0 0 0,15 15 0 0 0,1-15 0 0 0,-1 16 0 0 0,1-16 0 0 0,-16 15-72 0 0,30 1 72 0 0,-14-1 0 0 0,-1-15 0 0 0,16 15-192 0 0,-16 1 24 0 0,16-16 0 0 0,0 15 0 0 0,-16-15-928 0 0,31 0-184 0 0,-15 0-40 0 0,0 0-9175 0 0</inkml:trace>
  <inkml:trace contextRef="#ctx0" brushRef="#br0" timeOffset="1163.95">909 355 16559 0 0,'0'0'360'0'0,"0"0"80"0"0,0 0 8 0 0,0 0 24 0 0,0 0-376 0 0,0 0-96 0 0,0 0 0 0 0,0 0 0 0 0,0 0 544 0 0,0 0 96 0 0,0-15 24 0 0,0 15 0 0 0,-16 0-144 0 0,16 0-24 0 0,0-16-8 0 0,0 16 0 0 0,0 0 24 0 0,0 0 0 0 0,-15-15 0 0 0,15 15 0 0 0,0-16-72 0 0,0 16-16 0 0,0-15 0 0 0,-15 15 0 0 0,15 0-104 0 0,-16-15-32 0 0,16 15 0 0 0,0 0 0 0 0,0-16-112 0 0,-15 16-24 0 0,15-15-8 0 0,-15 15 0 0 0,15 0-72 0 0,-16-16-8 0 0,16 16-64 0 0,0 0 96 0 0,-15 0-96 0 0,15 0 88 0 0,-16 0-88 0 0,1 16 80 0 0,15-16-80 0 0,-15 0 0 0 0,-1 15 0 0 0,1 1 0 0 0,-1-1 0 0 0,16-15 0 0 0,-15 31 64 0 0,0-16-64 0 0,-1 1 0 0 0,16-1 0 0 0,-15 0 0 0 0,15 16 0 0 0,-16-16 0 0 0,16 1 0 0 0,0-1 0 0 0,0 1 0 0 0,0-1 0 0 0,0 0 0 0 0,0 1 0 0 0,16-1 0 0 0,-16 1-80 0 0,15-1 80 0 0,-15-15 0 0 0,16 15-72 0 0,-16 1 72 0 0,15-16 0 0 0,0 0 0 0 0,1 0 0 0 0,-1 15 0 0 0,-15-15 0 0 0,16-15 0 0 0,-1 15 0 0 0,0 0 0 0 0,1 0 0 0 0,-16-16 0 0 0,15 1 0 0 0,1 15 0 0 0,-16-15 0 0 0,15-1 0 0 0,-15 1 0 0 0,15-1 0 0 0,-15 1 0 0 0,16 0 0 0 0,-1-1 64 0 0,-15 1-64 0 0,0 15 0 0 0,15-16 0 0 0,1 1 0 0 0,-16 0 0 0 0,0-1 0 0 0,15 16 0 0 0,-15-15 0 0 0,0 15 0 0 0,0 0 0 0 0,0 0 0 0 0,0 0 64 0 0,0 0-64 0 0,0 0 0 0 0,0 0 0 0 0,0 0 64 0 0,0 0-64 0 0,16 0 64 0 0,-16 15-64 0 0,15-15 64 0 0,-15 16-64 0 0,0-1 88 0 0,15 0-88 0 0,-15 1 96 0 0,0-16-32 0 0,0 15 0 0 0,0 1 0 0 0,0-1 0 0 0,0 0-64 0 0,0 1 96 0 0,0 15-96 0 0,0-31 96 0 0,0 15-96 0 0,0 0 0 0 0,0 1 72 0 0,0-16-72 0 0,0 0 0 0 0,0 0 0 0 0,0 0 0 0 0,0 0 64 0 0,0 0-64 0 0,0 0-104 0 0,0 0 24 0 0,0 0 8 0 0,0 0-1152 0 0,0-16-232 0 0,0 1-48 0 0</inkml:trace>
  <inkml:trace contextRef="#ctx0" brushRef="#br0" timeOffset="2856.59">1001 1756 14456 0 0,'0'0'320'0'0,"0"0"64"0"0,0 0 8 0 0,0 0 16 0 0,0 0-328 0 0,0 0-80 0 0,0 0 0 0 0,0 0 0 0 0,0 0 831 0 0,0 0 161 0 0,0 0 24 0 0,16-16 8 0 0,-16 16-304 0 0,0-15-56 0 0,15 0-16 0 0,-15 15 0 0 0,0-16-208 0 0,0 16-48 0 0,0-15-8 0 0,0-1 0 0 0,0 16-48 0 0,0-15-16 0 0,-15 15 0 0 0,15 0 0 0 0,-16-15-80 0 0,16 15-16 0 0,-15-16-8 0 0,-1 16 0 0 0,16 0-88 0 0,-15 0-8 0 0,0 0-8 0 0,15 0 0 0 0,-16 16-112 0 0,1-16 64 0 0,-1 15-64 0 0,16-15 0 0 0,-15 15 0 0 0,0 16 0 0 0,15-15 0 0 0,-16 14 0 0 0,16-14 0 0 0,-15 15 0 0 0,15-1 0 0 0,0 1-80 0 0,-15 15 80 0 0,15-15 0 0 0,0 0 0 0 0,0 0 0 0 0,0-1 80 0 0,0 1-16 0 0,0 0-64 0 0,0-16 96 0 0,15 16 0 0 0,-15-15 0 0 0,15-16 0 0 0,-15 15 0 0 0,16 0 80 0 0,-1-15 16 0 0,-15 0 0 0 0,15 0 0 0 0,1 0 0 0 0,-1 0 0 0 0,1-15 0 0 0,-16 15 0 0 0,15-15-72 0 0,0-1-16 0 0,1 1 0 0 0,-1-1 0 0 0,1-14-104 0 0,-1 14 72 0 0,-15 1-72 0 0,15-16 64 0 0,1 16-64 0 0,-16-1 0 0 0,15 1 0 0 0,1-1 0 0 0,-16 1-184 0 0,15 0-48 0 0,0-1-16 0 0,-15 16 0 0 0,16-15-1272 0 0,-1 15-256 0 0,-15 0-48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40.58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277 524 14336 0 0,'0'0'320'0'0,"0"0"64"0"0,0 0 8 0 0,0 0 8 0 0,0 0-320 0 0,0-15-80 0 0,0 15 0 0 0,0-16 0 0 0,0 16 599 0 0,0-15 105 0 0,0-1 16 0 0,0 1 8 0 0,0 0-80 0 0,-15 15-8 0 0,15-16-8 0 0,0 1 0 0 0,-15-1 0 0 0,15 16 0 0 0,0-15 0 0 0,-16 15 0 0 0,16-15-152 0 0,-15 15-24 0 0,15-16-8 0 0,-16 16 0 0 0,1 0-120 0 0,15-15-24 0 0,0 15-8 0 0,-15 0 0 0 0,-1 0-136 0 0,16 0-24 0 0,-15 15-8 0 0,-1-15 0 0 0,16 0-64 0 0,-15 16-64 0 0,0-16 96 0 0,15 15-96 0 0,-16 0 0 0 0,1 1 0 0 0,15-1 0 0 0,-16 16 0 0 0,1-16 0 0 0,15 16 0 0 0,-15-15 0 0 0,15 14 0 0 0,-16 1 0 0 0,16 0 0 0 0,0-16 0 0 0,0 16 0 0 0,0 0 0 0 0,0 0 0 0 0,0-1 0 0 0,16-14 0 0 0,-16-1 0 0 0,15 16 0 0 0,-15-16-64 0 0,15 1 64 0 0,1-1 0 0 0,-16-15 0 0 0,15 16 0 0 0,1-16 0 0 0,-1 15 0 0 0,-15-15 0 0 0,15 0 0 0 0,-15 0 0 0 0,16 0 0 0 0,-1 0 0 0 0,-15-15 80 0 0,16 15-80 0 0,-1-16 64 0 0,-15 16-64 0 0,0-15 64 0 0,15-16-64 0 0,1 16 64 0 0,-16-16-64 0 0,15 0 64 0 0,1 0-64 0 0,-16 0 0 0 0,15 1 0 0 0,0-1 64 0 0,-15 0-64 0 0,16 0 0 0 0,-1 1 0 0 0,-15-17 0 0 0,16 17 0 0 0,-1-1 0 0 0,-15 0 0 0 0,0 0 0 0 0,15 0 0 0 0,-15 1 0 0 0,0-1 0 0 0,16-15 64 0 0,-16 15-64 0 0,0 0 0 0 0,0 0 64 0 0,-16 1-64 0 0,16 14 64 0 0,0 1-64 0 0,0-1 96 0 0,0 1-96 0 0,0 0 96 0 0,-15 15 0 0 0,15 0 0 0 0,0 0 0 0 0,0 0 0 0 0,0 0-32 0 0,0 0 0 0 0,0 15 0 0 0,0 16 0 0 0,0-16-64 0 0,0 16 0 0 0,0 0 0 0 0,0-1 64 0 0,0 17-64 0 0,0-17 0 0 0,0 1 0 0 0,0 15 0 0 0,0-15 80 0 0,0 15-80 0 0,0-15 96 0 0,0 15-96 0 0,0-15 128 0 0,0 15-32 0 0,15-15-8 0 0,-15 15 0 0 0,16-15-88 0 0,-16 0 96 0 0,15 0-96 0 0,0-1 96 0 0,-15-14-96 0 0,16-1 0 0 0,-1 16 0 0 0,-15-31 0 0 0,16 15 0 0 0,-1 1 0 0 0,-15-16 0 0 0,15 0 0 0 0,1 0 0 0 0,-16-16 0 0 0,15 1 0 0 0,1 15 0 0 0,-1-31-512 0 0,0 16-48 0 0,-15-16-8 0 0,16 0-6992 0 0,-1 0-1399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7:41.65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92 14456 0 0,'0'0'320'0'0,"0"0"64"0"0,0 0 8 0 0,0 0 16 0 0,0 0-328 0 0,0 0-80 0 0,0 0 0 0 0,0 16 0 0 0,16-16 479 0 0,-1 0 89 0 0,0 0 8 0 0,1 0 8 0 0,-1 0-120 0 0,1 0-24 0 0,14 0-8 0 0,-14 0 0 0 0,15-16-144 0 0,-16 16-32 0 0,16-15-8 0 0,-16 15 0 0 0,16 0-104 0 0,-16-15-16 0 0,16-1-8 0 0,-15 16 0 0 0,-1-15-56 0 0,0 15 0 0 0,1-16-64 0 0,-1 16 96 0 0,1-15-32 0 0,-1 15-64 0 0,0 0 88 0 0,-15 0-88 0 0,0 0 96 0 0,16 0-32 0 0,-16 0 0 0 0,0 0-64 0 0,0 0 192 0 0,0 0-24 0 0,0 0 0 0 0,0 0 0 0 0,15 0 8 0 0,-15 15 0 0 0,0-15 0 0 0,15 16 0 0 0,-15-1-80 0 0,0 1-24 0 0,0-1 0 0 0,16-15 0 0 0,-16 31-8 0 0,0-16-64 0 0,0 1 96 0 0,0 14-32 0 0,0-14 8 0 0,0 15 0 0 0,0-16 0 0 0,0 0 0 0 0,15 16 40 0 0,-15-15 8 0 0,0 14 0 0 0,0-14 0 0 0,0 15 40 0 0,0-16 0 0 0,0 16 8 0 0,0 0 0 0 0,0-16-8 0 0,0 16-8 0 0,0-16 0 0 0,0 16 0 0 0,0-16-32 0 0,0 16-8 0 0,0-16 0 0 0,0 16 0 0 0,0 0-32 0 0,0 0-8 0 0,0 0 0 0 0,0-1 0 0 0,0 1 8 0 0,0 0 0 0 0,0 0 0 0 0,0 0 0 0 0,0-1-16 0 0,0 1 0 0 0,0 0 0 0 0,-15 0 0 0 0,15-16 0 0 0,0 16-64 0 0,0 0 96 0 0,0-16-32 0 0,0 16 0 0 0,0 0-64 0 0,0-16 96 0 0,0 16-32 0 0,0 0 0 0 0,0-16-64 0 0,0 16 96 0 0,0 0-32 0 0,0-1-64 0 0,0 1 80 0 0,0-15-80 0 0,0 14 80 0 0,0 1-80 0 0,0 0 0 0 0,0 0 0 0 0,0-1 64 0 0,0 1-64 0 0,0 0 0 0 0,0-16 0 0 0,0 16 0 0 0,0 0 0 0 0,0-16 64 0 0,0 1-64 0 0,0 15 0 0 0,0-16 0 0 0,0 0 0 0 0,0 16 64 0 0,0-15-64 0 0,0-1 0 0 0,0 0 0 0 0,0 16 72 0 0,0-15-72 0 0,0-1 0 0 0,0 0 64 0 0,0 16-64 0 0,0-15 0 0 0,0-1 0 0 0,0 0 64 0 0,0 16-64 0 0,0-16 0 0 0,0 16 64 0 0,0-15-64 0 0,0-1 80 0 0,0 16-80 0 0,0-16 80 0 0,0 16-80 0 0,0-16 80 0 0,0 1-80 0 0,0-1 72 0 0,0 1-72 0 0,0-1 64 0 0,0 0-64 0 0,0-15 64 0 0,0 16-64 0 0,0-1 64 0 0,0-15-64 0 0,0 16 80 0 0,0-1-80 0 0,0-15 96 0 0,0 0-96 0 0,-16 15 80 0 0,16 1-80 0 0,0-16 64 0 0,0 15-64 0 0,0-15 0 0 0,0 16 64 0 0,0-16-64 0 0,0 15 0 0 0,0-15 0 0 0,0 15 0 0 0,0-15 64 0 0,0 0-64 0 0,0 0 0 0 0,0 16 0 0 0,0-16 0 0 0,0 0 0 0 0,0 0 64 0 0,0 15-64 0 0,0-15 0 0 0,0 0 64 0 0,0 0-64 0 0,0 0 80 0 0,-15 0-80 0 0,15 0 80 0 0,0 0-16 0 0,0 0-64 0 0,0 16 96 0 0,-15-16-32 0 0,-1 0 0 0 0,16 0-64 0 0,-15 0 96 0 0,15 0-32 0 0,-15 0-64 0 0,15 0 64 0 0,-16 0-64 0 0,1 0 64 0 0,-1-16-64 0 0,1 16 0 0 0,0 0 72 0 0,-16 0-72 0 0,15 0 0 0 0,-14 0 0 0 0,14-15 0 0 0,-15 15 0 0 0,1-16-184 0 0,14 16-40 0 0,-15 0-16 0 0,1-15 0 0 0,-1 15-1208 0 0,0 0-248 0 0,-15-15-40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18.56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355 1 16184 0 0,'0'0'455'0'0,"0"0"105"0"0,0 0-448 0 0,0 0-112 0 0,0 0 0 0 0,0 0 0 0 0,0 0 984 0 0,0 0 168 0 0,0 0 40 0 0,0 0 8 0 0,-16 0-464 0 0,16 0-96 0 0,0 15-24 0 0,0-15 0 0 0,-15 0-192 0 0,0 0-40 0 0,15 0 0 0 0,0 0-8 0 0,-16 0-64 0 0,16 0-16 0 0,-15 0 0 0 0,15 0 0 0 0,-16 0-88 0 0,1 0-16 0 0,15 0-8 0 0,-15 0 0 0 0,-1 0-88 0 0,1-15-8 0 0,-1 15-8 0 0,1 0 0 0 0,0 0-80 0 0,-1 0 0 0 0,1 0 0 0 0,-1 0 64 0 0,1 0-64 0 0,0 0 0 0 0,-1 0 0 0 0,1 0 0 0 0,-1 0 0 0 0,16 0 0 0 0,-15 0 0 0 0,15 0 0 0 0,0 0 0 0 0,0 0 0 0 0,0 0 0 0 0,0 0 0 0 0,-15 15 0 0 0,15-15 0 0 0,0 0 64 0 0,0 15-64 0 0,0 1 0 0 0,0-16 0 0 0,0 15 72 0 0,0 0-72 0 0,0-15 0 0 0,0 16 72 0 0,0-1-72 0 0,15 1 0 0 0,-15-1 64 0 0,0 0-64 0 0,0 1 0 0 0,0-1 0 0 0,15 1 64 0 0,-15-1-64 0 0,0 0 0 0 0,0 1 0 0 0,0-1 64 0 0,16 1-64 0 0,-16-1 0 0 0,0 0 0 0 0,0 1 0 0 0,0-1 0 0 0,15 1 0 0 0,-15-1 0 0 0,0-15 0 0 0,0 31 0 0 0,0-16 0 0 0,0 1 0 0 0,16-1 64 0 0,-16 0-64 0 0,0 1 0 0 0,0 15 0 0 0,0-31 0 0 0,0 15 0 0 0,15 0 64 0 0,-15 16-64 0 0,0-31 0 0 0,0 15 0 0 0,0 1 0 0 0,0-1 0 0 0,0 1 64 0 0,0-1-64 0 0,0 0 0 0 0,0 1 0 0 0,0-1 64 0 0,15 16-64 0 0,-15-16 0 0 0,0 1 0 0 0,0 15 0 0 0,0-16 0 0 0,0 16 64 0 0,16-16-64 0 0,-16 16 0 0 0,0-16 0 0 0,0 16 64 0 0,0-15-64 0 0,0 14 0 0 0,0-14 80 0 0,15-1-80 0 0,-15 16 64 0 0,0-16-64 0 0,0 1 0 0 0,0-1 72 0 0,0 0-72 0 0,0 16 0 0 0,0-15 72 0 0,0-1-72 0 0,0 0 0 0 0,0 1 64 0 0,0-1-64 0 0,0 1 0 0 0,0-1 0 0 0,0 0 0 0 0,0 16 0 0 0,0-15 64 0 0,0-1-64 0 0,0 0 0 0 0,0 1 64 0 0,0 15-64 0 0,0-16 0 0 0,0 0 72 0 0,0 16-72 0 0,0-15 0 0 0,0 14 72 0 0,0-14-72 0 0,0 15 0 0 0,0-16 0 0 0,0 16 64 0 0,0-16-64 0 0,0 0 0 0 0,0 16 0 0 0,0-15 64 0 0,0-1-64 0 0,0 16 0 0 0,0-16 72 0 0,0 1-72 0 0,0-1 0 0 0,0 0 0 0 0,0 1 0 0 0,0-1 64 0 0,0 1-64 0 0,0-1 0 0 0,0 0 0 0 0,0 1 0 0 0,0-1 0 0 0,0 1 0 0 0,0-1 0 0 0,0 0 0 0 0,0 1 0 0 0,0-1 0 0 0,0 1 0 0 0,0-1 0 0 0,0 0 0 0 0,0 1 0 0 0,0-16 0 0 0,0 15 64 0 0,0 16-64 0 0,0-16 0 0 0,0 16 0 0 0,0-16 0 0 0,0 1 0 0 0,0-1 0 0 0,0 16 0 0 0,0-16 0 0 0,0 1 0 0 0,0-1 0 0 0,0 16 0 0 0,0-16 64 0 0,0 1-64 0 0,0-1 0 0 0,0 1 0 0 0,0-1 0 0 0,0-15 0 0 0,0 15 0 0 0,0 1 0 0 0,0-1 0 0 0,0 1 0 0 0,0-16 0 0 0,16 15 0 0 0,-16-15 0 0 0,0 0 0 0 0,0 15 0 0 0,0 1 0 0 0,0-16 64 0 0,0 0-64 0 0,0 0 0 0 0,0 15 0 0 0,0-15 64 0 0,0 16-64 0 0,0-16 0 0 0,0 0 0 0 0,0 0 0 0 0,0 15 0 0 0,0-15 64 0 0,0 0-64 0 0,0 0 0 0 0,0 15 0 0 0,0-15 64 0 0,0 16-64 0 0,0-16 0 0 0,0 0 0 0 0,0 15 0 0 0,0-15 0 0 0,0 0 64 0 0,0 0-64 0 0,0 0 64 0 0,0 0-64 0 0,0 0 64 0 0,0 0-64 0 0,0 0 0 0 0,0 0 0 0 0,0 0 64 0 0,0 0-64 0 0,0 0 0 0 0,0 0 0 0 0,0 0 0 0 0,0-15 0 0 0,15 15 0 0 0,0 0 0 0 0,-15 0 0 0 0,16 0 0 0 0,-1 0 0 0 0,1 0 0 0 0,-1 0 0 0 0,0 0-176 0 0,1 0 8 0 0,-1 15 0 0 0,1-15 0 0 0,14 0-1136 0 0,-14 0-224 0 0,-1 16-40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19.4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47 16 15344 0 0,'0'0'432'0'0,"0"0"104"0"0,0 0-432 0 0,0 0-104 0 0,0 0 0 0 0,0 0 0 0 0,0 0 1119 0 0,0 0 193 0 0,0 0 48 0 0,0 0 8 0 0,0 0-472 0 0,0 0-96 0 0,0 0-24 0 0,0 0 0 0 0,0 15-272 0 0,0-15-56 0 0,15 16-16 0 0,-15-1 0 0 0,16 0-152 0 0,-16 1-32 0 0,15-1-8 0 0,-15 1 0 0 0,15-1-104 0 0,1 0-16 0 0,-1 1-8 0 0,-15 15 0 0 0,16-16-48 0 0,-1 0-64 0 0,16 16 88 0 0,-31-15-88 0 0,31-1 112 0 0,-16 0-32 0 0,0 1-8 0 0,1-1 0 0 0,-1 1 0 0 0,16-1 0 0 0,-16 0 0 0 0,1 1 0 0 0,-1-1-72 0 0,1-15 80 0 0,-16 15-80 0 0,15-15 80 0 0,0 16-16 0 0,-15-16 0 0 0,16 15 0 0 0,-16-15 0 0 0,15 0-64 0 0,-15 0 0 0 0,0 16 0 0 0,0-16 0 0 0,0 0 0 0 0,0 0 0 0 0,0 0 0 0 0,0 0 0 0 0,0 0-152 0 0,0 0 8 0 0,0 0 0 0 0,0 0 0 0 0,0 0-656 0 0,0 0-136 0 0,0 0-24 0 0,0 0-8 0 0,0 0-528 0 0,0 0-104 0 0,0 0-16 0 0</inkml:trace>
  <inkml:trace contextRef="#ctx0" brushRef="#br0" timeOffset="308.77">447 0 17423 0 0,'0'0'384'0'0,"0"0"72"0"0,0 0 24 0 0,0 0 8 0 0,0 0-392 0 0,0 0-96 0 0,0 0 0 0 0,0 0 0 0 0,0 0 784 0 0,0 0 136 0 0,-15 0 24 0 0,15 0 8 0 0,-16 0-328 0 0,16 16-64 0 0,-15-16-16 0 0,15 15 0 0 0,-15-15-136 0 0,15 16-32 0 0,-16-1-8 0 0,1 0 0 0 0,-1 16-112 0 0,1-15-32 0 0,-16-1 0 0 0,16 16 0 0 0,-1-16-104 0 0,1 1-24 0 0,0 14-8 0 0,-16-14 0 0 0,15-1-88 0 0,1 16 0 0 0,0-31 0 0 0,-1 31 64 0 0,1-16-64 0 0,-1 1 0 0 0,1-1 0 0 0,0 0 0 0 0,15-15 0 0 0,-16 16 0 0 0,1-1 0 0 0,15-15 0 0 0,-15 15-112 0 0,15-15 16 0 0,0 0 0 0 0,-16 0 0 0 0,16 16-240 0 0,0-16-48 0 0,0 0 0 0 0,-15 0-8 0 0,15 0-1080 0 0,0 0-208 0 0,0 0-48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20.57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 15 15720 0 0,'0'0'344'0'0,"0"0"71"0"0,0 0 9 0 0,0-15 24 0 0,0 15-352 0 0,0 0-96 0 0,0 0 0 0 0,0 0 0 0 0,0 0 952 0 0,0 0 168 0 0,0 0 40 0 0,0 0 8 0 0,0 0-336 0 0,0 0-64 0 0,0 0-8 0 0,0 0-8 0 0,0 15-240 0 0,-15-15-40 0 0,15 31-16 0 0,0-15 0 0 0,0-1-232 0 0,0 16-56 0 0,0-16-8 0 0,0 16 0 0 0,0 0-88 0 0,0 0-72 0 0,15-1 96 0 0,-15 1-96 0 0,0-16 72 0 0,16 16-72 0 0,-16-15 0 0 0,0 14 72 0 0,15-14-72 0 0,-15-1 0 0 0,0 1 0 0 0,15-1 0 0 0,-15-15 0 0 0,0 15 64 0 0,0-15-64 0 0,16 0 0 0 0,-16 0 0 0 0,15 0 64 0 0,0 0-64 0 0,-15-15 0 0 0,16 15 0 0 0,-1 0 64 0 0,-15-15-64 0 0,16-1 0 0 0,-16 16 64 0 0,15-15-64 0 0,-15-1 64 0 0,15-14-64 0 0,-15 14 0 0 0,16 1 64 0 0,-16-1-64 0 0,0-14 0 0 0,15 14 0 0 0,-15-14 64 0 0,0 14-64 0 0,0-15 0 0 0,16 16 0 0 0,-16 0 64 0 0,0-1-64 0 0,0 1 0 0 0,0-1 0 0 0,0 1 0 0 0,0 0 64 0 0,0 15-64 0 0,0 0 0 0 0,0 0 0 0 0,0 0 0 0 0,0 0 0 0 0,0 0 64 0 0,0 0-64 0 0,0 0 0 0 0,0 0 64 0 0,0 0-64 0 0,0 0 0 0 0,15 0 0 0 0,-15 15 0 0 0,0 0 0 0 0,0 1 0 0 0,15 15 0 0 0,-15-16 0 0 0,0 16 0 0 0,16-16 0 0 0,-16 16 0 0 0,0 0 0 0 0,15-1 0 0 0,-15-14 0 0 0,0 15 0 0 0,16-1 0 0 0,-16-14 0 0 0,0 15 0 0 0,15-16 0 0 0,-15 0 0 0 0,0 16 0 0 0,0-15 0 0 0,0-1 64 0 0,0 16-64 0 0,0-16 0 0 0,0 1 0 0 0,0-1 0 0 0,0 0 64 0 0,0 16-64 0 0,-15-15 0 0 0,15-1 72 0 0,0 0-72 0 0,-16 16 88 0 0,16-15-24 0 0,-15-16 0 0 0,15 15 0 0 0,-16 16 16 0 0,1-16 0 0 0,0 0 0 0 0,15 1 0 0 0,-16-16-16 0 0,1 15-64 0 0,-1 1 96 0 0,1-16-32 0 0,0 15 0 0 0,-1-15-64 0 0,1 0 96 0 0,-1 0-32 0 0,16 0-64 0 0,-15 0 0 0 0,0 0 0 0 0,-1-15 64 0 0,1 15-64 0 0,15-16-88 0 0,-15 16 24 0 0,15-15 0 0 0,-16 15-192 0 0,1-16-32 0 0,15 16 0 0 0,0-15-8 0 0,-16 15-896 0 0,16-15-184 0 0,0-1-32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21.5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 1 16871 0 0,'0'0'368'0'0,"0"0"80"0"0,0 0 8 0 0,0 0 24 0 0,0 0-384 0 0,0 0-96 0 0,0 0 0 0 0,0 0 0 0 0,0 0 504 0 0,0 15 72 0 0,0 0 24 0 0,15-15 0 0 0,1 0-264 0 0,-1 16-48 0 0,0-16-16 0 0,1 0 0 0 0,-1 0-96 0 0,1 15-16 0 0,14-15-8 0 0,1 0 0 0 0,-15 0-72 0 0,-1 0-16 0 0,16 0 0 0 0,-16 0 0 0 0,1 0-64 0 0,-1 0 96 0 0,0 0-96 0 0,1 0 96 0 0,-1 0-32 0 0,-15 0 0 0 0,0 0 0 0 0,0 0 0 0 0,0 0-64 0 0,0 0 96 0 0,15 16-96 0 0,-15-16 96 0 0,0 0-96 0 0,0 0 96 0 0,16 0-96 0 0,-16 0 96 0 0,0 15-96 0 0,0-15 0 0 0,0 15 72 0 0,15 1-72 0 0,-15-16 88 0 0,0 15-24 0 0,0 1 0 0 0,0-1 0 0 0,0 0 8 0 0,0 1 0 0 0,0-1 0 0 0,16 1 0 0 0,-16-1 16 0 0,0 0 0 0 0,0 1 0 0 0,0-1 0 0 0,0 16 32 0 0,0-16 8 0 0,0 1 0 0 0,0-1 0 0 0,0 16-8 0 0,0-16 0 0 0,0 16 0 0 0,0-15 0 0 0,0 14-48 0 0,0-14-8 0 0,0 14 0 0 0,0-14 0 0 0,0 15 0 0 0,0-1 0 0 0,0-14 0 0 0,0 15 0 0 0,0 15 0 0 0,0-15-64 0 0,0-1 96 0 0,0 17-32 0 0,0-17 0 0 0,0 1 0 0 0,0 0 0 0 0,0 0 0 0 0,0 15-64 0 0,0-15 96 0 0,0-1-96 0 0,0 1 96 0 0,0-15-96 0 0,0 14 0 0 0,0 1 72 0 0,0 0-72 0 0,0 0 64 0 0,0 0-64 0 0,0-1 80 0 0,0 1-80 0 0,0 0 96 0 0,0 0-32 0 0,0 0-64 0 0,0-1 96 0 0,0 1-32 0 0,0 0-64 0 0,0 0 88 0 0,0-1-88 0 0,0 1 72 0 0,0 0-72 0 0,0-16 0 0 0,0 16 72 0 0,0 0-72 0 0,0-16 0 0 0,0 16 0 0 0,0-15 64 0 0,0-1-64 0 0,0 16 0 0 0,0-16 72 0 0,0 16-72 0 0,0-16 0 0 0,0 1 72 0 0,0-1-72 0 0,0 16 0 0 0,0-16 64 0 0,0 1-64 0 0,0 15 0 0 0,0-16 0 0 0,0 0 0 0 0,-16 16 0 0 0,16-16 0 0 0,0 1 0 0 0,0 15 64 0 0,0-16-64 0 0,0 0 0 0 0,0 16 0 0 0,0-15 72 0 0,0 14-72 0 0,0-14 0 0 0,0-1 72 0 0,0 1-72 0 0,-15-1 80 0 0,15 0-80 0 0,0 1 80 0 0,0-16-8 0 0,0 15 0 0 0,0 1 0 0 0,0-16 0 0 0,0 15-8 0 0,0-15 0 0 0,0 15 0 0 0,-16-15 0 0 0,16 0 32 0 0,0 16 0 0 0,0-16 0 0 0,0 0 0 0 0,-15 15 0 0 0,15-15 8 0 0,-15 16 0 0 0,15-16 0 0 0,-16 0 0 0 0,16 0 0 0 0,-15 15 0 0 0,0-15 0 0 0,-1 0-24 0 0,1 0-8 0 0,-1 0 0 0 0,1 0 0 0 0,0 0-72 0 0,-1 0 64 0 0,1 0-64 0 0,-1 0 64 0 0,-14 0-64 0 0,14 0 0 0 0,1 0 0 0 0,-1-15-88 0 0,1 15-168 0 0,-16 0-40 0 0,16-16-8 0 0,-1 16-7664 0 0,1-15-1527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21.9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47 16 19175 0 0,'0'0'416'0'0,"0"0"96"0"0,0 0 8 0 0,0 0 24 0 0,0 0-432 0 0,0 0-112 0 0,0 0 0 0 0,15 0 0 0 0,-15 0 224 0 0,16 0 16 0 0,-1 0 8 0 0,1 0 0 0 0,-1 0-248 0 0,-15-15 0 0 0,15 15 0 0 0,1 0 0 0 0,-1 0 0 0 0,-15 0-80 0 0,0 0 0 0 0,16 0-5815 0 0,-16 0-1169 0 0</inkml:trace>
  <inkml:trace contextRef="#ctx0" brushRef="#br0" timeOffset="266.63">1 186 16759 0 0,'0'0'368'0'0,"0"0"80"0"0,0 0 8 0 0,15 15 16 0 0,-15-15-376 0 0,16 0-96 0 0,-1 0 0 0 0,0 0 0 0 0,1 0 232 0 0,-1 0 32 0 0,1 0 8 0 0,-1 0 0 0 0,0-15-272 0 0,1 15 0 0 0,15 0 0 0 0,-16 0-5247 0 0,0 0-1033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23.5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401 47 17047 0 0,'0'0'480'0'0,"0"0"112"0"0,0 0-472 0 0,0 0-120 0 0,0 0 0 0 0,0 0 0 0 0,0 0 960 0 0,0 0 160 0 0,0 0 40 0 0,0 0 8 0 0,-15 0-560 0 0,15 0-104 0 0,0 0-24 0 0,0 0-8 0 0,-16 0-160 0 0,16 0-32 0 0,0 0-8 0 0,0 0 0 0 0,-15 0-72 0 0,-1 0-8 0 0,16-16-8 0 0,-15 16 0 0 0,15 0-88 0 0,-15 0-24 0 0,15 0 0 0 0,-16 0 0 0 0,1-15-72 0 0,15 15 80 0 0,-31 0-80 0 0,31 0 80 0 0,-31 0-80 0 0,16-16 0 0 0,-1 16 72 0 0,1 0-72 0 0,0 0 0 0 0,-1 0 72 0 0,1 0-72 0 0,-1 0 0 0 0,1 0 64 0 0,15 0-64 0 0,-15 0 0 0 0,-1 0 0 0 0,16 0 72 0 0,0 0-72 0 0,0 0 0 0 0,-15 16 72 0 0,15-16-8 0 0,-15 0 0 0 0,15 15 0 0 0,0-15 0 0 0,-16 16-64 0 0,16-16 96 0 0,0 0-96 0 0,0 15 96 0 0,0 0-96 0 0,0 1 0 0 0,0-1 0 0 0,0 1 0 0 0,0-1 0 0 0,0 0 0 0 0,0 1 0 0 0,0-1 0 0 0,0 16 0 0 0,0-16 64 0 0,0 16-64 0 0,16 0 0 0 0,-16 0 0 0 0,0-1 0 0 0,0 1 64 0 0,0-15-64 0 0,0 14 0 0 0,0 1 0 0 0,0 0 0 0 0,-16 0 0 0 0,16-16 0 0 0,0 16 0 0 0,0 0 0 0 0,0-16 64 0 0,0 16-64 0 0,0-16 96 0 0,0 16-96 0 0,0-16 96 0 0,0 16-32 0 0,0-15-64 0 0,0 14 96 0 0,0 1-32 0 0,0 0-64 0 0,0 0 96 0 0,0 0-96 0 0,0 15 96 0 0,0-15-96 0 0,0 15 0 0 0,-15 0 0 0 0,15-15 64 0 0,0 0-64 0 0,0-16 0 0 0,0 31 0 0 0,0-15 64 0 0,0-16-64 0 0,0 1 0 0 0,0 14 0 0 0,0 1 0 0 0,15-15 0 0 0,-15 14 0 0 0,0-14 0 0 0,0 15 0 0 0,0-1 64 0 0,0 1-64 0 0,0 0 64 0 0,-15 0-64 0 0,15 0 72 0 0,0-1-72 0 0,0 1 80 0 0,0 15-80 0 0,0-15 64 0 0,0 0-64 0 0,0 0 0 0 0,0-16 72 0 0,0 16-72 0 0,0 0 0 0 0,0-16 72 0 0,0 16-72 0 0,0-16 64 0 0,0 16-64 0 0,0-16 64 0 0,0 16-64 0 0,0-15 0 0 0,0 14 72 0 0,0 1-72 0 0,0-15 0 0 0,0 14 72 0 0,0-14-72 0 0,0 15 0 0 0,0-1 72 0 0,0 1-72 0 0,0 0 0 0 0,0 0 0 0 0,0-1 0 0 0,0 1 0 0 0,0 0 0 0 0,0-16 64 0 0,0 16-64 0 0,0 0 0 0 0,0-16 0 0 0,0 1 0 0 0,0-1 0 0 0,15 16 0 0 0,-15-16 0 0 0,-15 1 0 0 0,15-1 0 0 0,15 1 0 0 0,-15-1 0 0 0,-15 0 64 0 0,15 1-64 0 0,0-1 0 0 0,0 1 0 0 0,0-1 0 0 0,0 0 0 0 0,0 1 0 0 0,0-1 0 0 0,0-15 0 0 0,0 15 0 0 0,0 1 0 0 0,0-1 0 0 0,0 1 64 0 0,0-16-64 0 0,0 15 0 0 0,0-15 0 0 0,0 0 0 0 0,0 0 0 0 0,0 15 0 0 0,0-15 0 0 0,0 0 0 0 0,0 0 64 0 0,0 0-64 0 0,0 0 0 0 0,0 0 0 0 0,0 0 0 0 0,0 0 0 0 0,0 0 0 0 0,0 0 64 0 0,0 0-64 0 0,0 0 0 0 0,0 0 0 0 0,0 0 0 0 0,0 0 0 0 0,15 0 0 0 0,1-15 0 0 0,-16 15 0 0 0,30 0 0 0 0,-14 0 0 0 0,-1-15 0 0 0,-15 15-72 0 0,31 0 72 0 0,-16 0 0 0 0,1 0 0 0 0,14 0 0 0 0,-14 0 0 0 0,-1 0-208 0 0,1 0 16 0 0,-1 0 0 0 0,16 0 0 0 0,-16 0-1048 0 0,1-16-200 0 0,-1 16-48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26.6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201 185 15664 0 0,'0'0'344'0'0,"0"0"71"0"0,0 0 9 0 0,0 0 24 0 0,0 0-360 0 0,0 0-88 0 0,0-15 0 0 0,0 15 0 0 0,0 0 624 0 0,15 0 112 0 0,-15-16 16 0 0,0 16 8 0 0,0 0 8 0 0,0 0 0 0 0,0 0 0 0 0,0 0 0 0 0,0-15-128 0 0,0 15-32 0 0,0 0 0 0 0,0 0 0 0 0,0-15-160 0 0,0-1-32 0 0,0 16 0 0 0,-15-15-8 0 0,15 15-184 0 0,-15 0-32 0 0,15-16 0 0 0,0 16-8 0 0,0-15-88 0 0,0 15-24 0 0,-16-15 0 0 0,16 15 0 0 0,-15-16-72 0 0,15 16 0 0 0,0-15 72 0 0,-16 15-72 0 0,16 0 0 0 0,0-16 72 0 0,-15 16-72 0 0,15 0 0 0 0,0 0 72 0 0,0 0-72 0 0,-15 0 0 0 0,15 0 72 0 0,-16 0-72 0 0,1 16 64 0 0,15-16-64 0 0,-16 15 64 0 0,16 1-64 0 0,-15-1 0 0 0,0-15 0 0 0,15 15 0 0 0,0 16 0 0 0,-16-15 0 0 0,1-1 0 0 0,15-15 0 0 0,0 31 0 0 0,0-16 0 0 0,0 1 0 0 0,0-1 0 0 0,0 0 0 0 0,0-15 0 0 0,0 16 0 0 0,0-1 0 0 0,0 0 0 0 0,0-15 0 0 0,15 16 0 0 0,-15-1 0 0 0,0-15 0 0 0,16 0 0 0 0,-16 16 0 0 0,0-16 0 0 0,15 0 0 0 0,-15 0 0 0 0,0 0 0 0 0,15 0 0 0 0,1 0 0 0 0,-1 0 0 0 0,-15 0 64 0 0,0 0-64 0 0,16-16 0 0 0,-16 16 64 0 0,15-15-64 0 0,-15 15 64 0 0,15-16-64 0 0,-15 1 0 0 0,16 0 0 0 0,-16 15 64 0 0,0-16-64 0 0,0 1 0 0 0,15 0 72 0 0,-15-1-72 0 0,0 1 0 0 0,16 15 64 0 0,-16-16-64 0 0,0 16 0 0 0,0-15 0 0 0,0 15 0 0 0,0 0 0 0 0,0 0 64 0 0,0 0-64 0 0,0 0 0 0 0,0 0 0 0 0,0 0 64 0 0,0 0-64 0 0,15 15 0 0 0,0 1 0 0 0,-15-16 0 0 0,0 15 0 0 0,0 1 72 0 0,16-1-72 0 0,-16 0 0 0 0,0 1 104 0 0,0-1-32 0 0,15 0-8 0 0,-15 1 0 0 0,0-1-64 0 0,0 1 96 0 0,0-16-96 0 0,0 15 96 0 0,0 0-96 0 0,0 1 0 0 0,0-16 0 0 0,0 0 64 0 0,0 0-64 0 0,0 0 0 0 0,0 0 0 0 0,0 0 0 0 0,0 0-88 0 0,0 0-56 0 0,0 0-16 0 0,0 0 0 0 0,0 0-1408 0 0,0 0-288 0 0,0 0-64 0 0,0-16 0 0 0</inkml:trace>
  <inkml:trace contextRef="#ctx0" brushRef="#br0" timeOffset="421.45">432 77 18943 0 0,'0'0'416'0'0,"0"0"96"0"0,0 0 8 0 0,0 0 8 0 0,15 0-424 0 0,1 0-104 0 0,-16 16 0 0 0,15-16 0 0 0,0 0 768 0 0,-15 15 136 0 0,16-15 24 0 0,-1 0 8 0 0,1 16-216 0 0,-1-1-48 0 0,-15-15 0 0 0,15 15-8 0 0,1 1-224 0 0,-16-16-48 0 0,15 15-8 0 0,1 1 0 0 0,-1-1-160 0 0,-15 0-40 0 0,15 1-8 0 0,-15-1 0 0 0,0 0-80 0 0,0 1-24 0 0,0-1 0 0 0,0 1 0 0 0,0-1-72 0 0,0 0 64 0 0,0 1-64 0 0,0-1 64 0 0,-15 1-64 0 0,15-1 64 0 0,-15 0-64 0 0,15 1 64 0 0,0-1-64 0 0,-16 1 0 0 0,1-1 72 0 0,15 0-72 0 0,-16-15 0 0 0,1 16 0 0 0,15-1 0 0 0,-15-15 0 0 0,-1 0 0 0 0,16 16 0 0 0,-15-16-80 0 0,-1 0 80 0 0,16 0-216 0 0,-15 0 16 0 0,15 0 0 0 0,0 0 0 0 0,-15 0-568 0 0,15 0-104 0 0,0-16-24 0 0,0 16-8 0 0,0-15-552 0 0,0-1-112 0 0,0 1-16 0 0</inkml:trace>
  <inkml:trace contextRef="#ctx0" brushRef="#br0" timeOffset="781.67">847 201 15464 0 0,'0'0'440'0'0,"0"0"95"0"0,0 0-431 0 0,0 0-104 0 0,0 0 0 0 0,0 0 0 0 0,0-16 736 0 0,0 16 128 0 0,-15 0 32 0 0,15 0 0 0 0,0 0-384 0 0,0 0-64 0 0,-15 0-24 0 0,15 0 0 0 0,0 0-8 0 0,0 0 0 0 0,0 0 0 0 0,-16 0 0 0 0,16 0-72 0 0,0 16-24 0 0,-15-16 0 0 0,15 15 0 0 0,-16-15-128 0 0,16 15-24 0 0,0 1-8 0 0,-15-1 0 0 0,15-15-16 0 0,-15 15-8 0 0,15 1 0 0 0,0-1 0 0 0,0 1 40 0 0,0 14 8 0 0,0-14 0 0 0,0-1 0 0 0,15 1 32 0 0,-15-1 8 0 0,15-15 0 0 0,-15 31 0 0 0,0-31 24 0 0,16 15 8 0 0,-1 1 0 0 0,-15-16 0 0 0,16 15-40 0 0,-16-15-8 0 0,15 15 0 0 0,-15-15 0 0 0,0 0-72 0 0,15 0-8 0 0,1 0-8 0 0,-16 0 0 0 0,0-15-56 0 0,15 15-64 0 0,1 0 88 0 0,-16-15-88 0 0,0 15 72 0 0,15-16-72 0 0,-15 1 0 0 0,15 15 72 0 0,-15-16-360 0 0,0 16-80 0 0,16-15-16 0 0,-16 0-7448 0 0,15 15-1487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27.9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124 1 17503 0 0,'0'0'384'0'0,"0"0"88"0"0,0 0 8 0 0,0 0 8 0 0,0 0-392 0 0,0 0-96 0 0,0 0 0 0 0,0 0 0 0 0,0 0 920 0 0,0 0 160 0 0,0 0 32 0 0,0 0 8 0 0,0 0-416 0 0,0 0-72 0 0,0 0-24 0 0,0 0 0 0 0,0 15-128 0 0,0-15-24 0 0,0 16-8 0 0,0-16 0 0 0,15 15-80 0 0,-15 1-16 0 0,0-1-8 0 0,0-15 0 0 0,0 15-120 0 0,0 1-32 0 0,0-1 0 0 0,0 1 0 0 0,0-1-56 0 0,0 0-8 0 0,0 1-8 0 0,0-1 0 0 0,0 0-40 0 0,0-15-8 0 0,0 16 0 0 0,0-1 0 0 0,15 1-72 0 0,-15-1 0 0 0,0-15 0 0 0,0 15 64 0 0,0 1-64 0 0,0-16 0 0 0,0 0 0 0 0,0 0 0 0 0,0 15 0 0 0,0-15 0 0 0,0 0 64 0 0,0 0-64 0 0,0 0 0 0 0,0 0 0 0 0,0 0 0 0 0,0 0 0 0 0,0 0-160 0 0,0 0-56 0 0,0 0-8 0 0,0 0 0 0 0,0 0-512 0 0,0 0-112 0 0,0 0-16 0 0,0 0-8 0 0,0 0-624 0 0,0 0-120 0 0,0 0-24 0 0</inkml:trace>
  <inkml:trace contextRef="#ctx0" brushRef="#br0" timeOffset="265.9">0 155 17503 0 0,'0'0'384'0'0,"0"0"88"0"0,0 0 8 0 0,0 0 8 0 0,0 0-392 0 0,0 0-96 0 0,0 15 0 0 0,0-15 0 0 0,16 0 392 0 0,-1 0 56 0 0,1 0 16 0 0,-1 0 0 0 0,0 0-344 0 0,1 0-120 0 0,15 0 72 0 0,-16 0-72 0 0,0-15 0 0 0,16 15-72 0 0,-16 0 0 0 0,1-15-8439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28.84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15048 0 0,'0'0'424'0'0,"0"0"96"0"0,0 0-416 0 0,0 0-104 0 0,0 0 0 0 0,0 0 0 0 0,0 0 1055 0 0,0 0 193 0 0,0 0 40 0 0,0 0 8 0 0,0 0-368 0 0,0 0-64 0 0,0 16-24 0 0,0-1 0 0 0,0 1-272 0 0,0 14-56 0 0,15-14-16 0 0,-15-1 0 0 0,0 16-184 0 0,0 0-40 0 0,0-16-8 0 0,16 16 0 0 0,-16 0-112 0 0,0 0-24 0 0,0-16-8 0 0,15 16 0 0 0,-15 0-120 0 0,0-16 72 0 0,0 16-72 0 0,0-16 64 0 0,0 0-64 0 0,0 16 0 0 0,0-15 0 0 0,0-1 0 0 0,0 0 0 0 0,16 1 0 0 0,-16-1 64 0 0,0 1-64 0 0,0-16 0 0 0,0 0 0 0 0,0 0 0 0 0,15 15 0 0 0,-15-15 0 0 0,0 0 0 0 0,0 0 0 0 0,0 0 0 0 0,0 0 0 0 0,0 0 0 0 0,0 0 0 0 0,0 0 0 0 0,0-15 0 0 0,0-1 0 0 0,15 16 0 0 0,-15-15 0 0 0,0-1 0 0 0,16 16 0 0 0,-16-15 0 0 0,15 0 0 0 0,-15-1 0 0 0,16 1 0 0 0,-16-1 0 0 0,15 1 0 0 0,0-16-64 0 0,-15 16 64 0 0,16 0 0 0 0,-1 15 0 0 0,1-16 0 0 0,-1 1 0 0 0,0-1 0 0 0,16 1 0 0 0,-31 15 0 0 0,31 0-72 0 0,-16 0 72 0 0,1 0-104 0 0,-1 0 104 0 0,0 0 0 0 0,-15 0 0 0 0,16 15-72 0 0,-1-15 72 0 0,-15 16 0 0 0,16-1 0 0 0,-1-15 0 0 0,-15 16 0 0 0,0-1 0 0 0,15 0 0 0 0,-15-15 0 0 0,0 16 64 0 0,0-1-64 0 0,0 0 80 0 0,0-15-80 0 0,0 16 80 0 0,-15-1-80 0 0,15 1 80 0 0,0-16-80 0 0,0 15 80 0 0,-15-15-80 0 0,-1 15 80 0 0,16 1-80 0 0,-15-16 64 0 0,15 15-64 0 0,-16-15 0 0 0,1 16 72 0 0,0-16-72 0 0,-1 0 64 0 0,1 0-64 0 0,0 0 64 0 0,-1 15-64 0 0,1-15 0 0 0,-1-15 72 0 0,-14 15-72 0 0,30 0 0 0 0,-31 0 0 0 0,15 0 0 0 0,1-16 0 0 0,0 16 0 0 0,-1-15 0 0 0,16 15-80 0 0,-15-16 80 0 0,-1 16-184 0 0,16-15 24 0 0,0 15 0 0 0,-15-15 0 0 0,15 15-872 0 0,0 0-176 0 0,15-16-32 0 0,1 16-8735 0 0</inkml:trace>
  <inkml:trace contextRef="#ctx0" brushRef="#br0" timeOffset="614.79">616 308 16423 0 0,'0'0'464'0'0,"0"0"104"0"0,0 0-456 0 0,0 0-112 0 0,0 0 0 0 0,0 0 0 0 0,0 0 904 0 0,0 0 160 0 0,0 16 32 0 0,0-16 8 0 0,0 15-344 0 0,15 1-72 0 0,-15-1-16 0 0,0 0 0 0 0,0 1-224 0 0,0-1-40 0 0,16 0-16 0 0,-16 1 0 0 0,0-1-176 0 0,15 1-40 0 0,-15-16-8 0 0,15 15 0 0 0,-15 0-64 0 0,16 1-8 0 0,-16-1-8 0 0,15-15 0 0 0,1 16-88 0 0,-1-16 96 0 0,0 0-96 0 0,1 0 96 0 0,-1 0-96 0 0,1 0 80 0 0,-1 0-80 0 0,-15-16 80 0 0,15 16-80 0 0,1-15 96 0 0,-1 15-96 0 0,0-16 96 0 0,-15 1-96 0 0,16 0 96 0 0,-1 15-96 0 0,-15-16 96 0 0,16 1-96 0 0,-1-1 0 0 0,-15 1 0 0 0,15 0 64 0 0,-15 15-64 0 0,0-16 0 0 0,0 1 0 0 0,16 0 64 0 0,-16-1-64 0 0,0 1 0 0 0,15-1 0 0 0,-15 1 0 0 0,0 15 0 0 0,0 0 64 0 0,0 0-64 0 0,0 0 0 0 0,0 0 0 0 0,0 0 0 0 0,0 0 0 0 0,0 0 0 0 0,0 0 0 0 0,0 0 0 0 0,16 15 0 0 0,-16 1 0 0 0,0-1 0 0 0,15 1 0 0 0,-15-1 0 0 0,0 0 0 0 0,0 1 64 0 0,0-1-64 0 0,0 0 0 0 0,15 16 64 0 0,-15-15 64 0 0,0-1 0 0 0,0 16 8 0 0,0-16 0 0 0,16 16 16 0 0,-16-16 0 0 0,0 16 0 0 0,0 0 0 0 0,0-16 0 0 0,0 16 0 0 0,0 0 0 0 0,0-16 0 0 0,-16 1-8 0 0,16 15 0 0 0,0-16 0 0 0,-15 0 0 0 0,15 1-16 0 0,0-1-8 0 0,-15 1 0 0 0,-1-1 0 0 0,1 0-24 0 0,-1-15-8 0 0,16 16 0 0 0,-30-16 0 0 0,14 15-88 0 0,1-15 0 0 0,-1 15 0 0 0,1-15 64 0 0,0 0-64 0 0,-16 0 0 0 0,16 0 0 0 0,-1 0 0 0 0,1 0-192 0 0,-1 0-24 0 0,1-15-8 0 0,0 15 0 0 0,-1-15-1200 0 0,16 15-240 0 0,-15 0-56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30.8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354 108 18079 0 0,'0'0'400'0'0,"0"0"80"0"0,0 0 24 0 0,0 0 0 0 0,0 0-408 0 0,0 0-96 0 0,0 0 0 0 0,0 0 0 0 0,0 0 416 0 0,0 0 64 0 0,0 0 16 0 0,0 0 0 0 0,0 0-80 0 0,0 0-24 0 0,0 0 0 0 0,0 0 0 0 0,0 0-120 0 0,0-15-24 0 0,0-1-8 0 0,0 16 0 0 0,0-15-136 0 0,0 15-24 0 0,0-16-8 0 0,-15 16 0 0 0,15-15-72 0 0,0 15 64 0 0,0 0-64 0 0,-15-15 64 0 0,-1 15-64 0 0,16 0 0 0 0,-15-16 72 0 0,-1 16-72 0 0,1 0 80 0 0,0 0-16 0 0,-1 0-64 0 0,1 16 96 0 0,-16-16-96 0 0,16 15 64 0 0,-1-15-64 0 0,1 15 0 0 0,-1 1 0 0 0,-14-1 64 0 0,14 1-64 0 0,1 14 0 0 0,-1-14 112 0 0,1 15 0 0 0,15-16 0 0 0,-15 16 0 0 0,15 0 48 0 0,-16-1 0 0 0,16 1 8 0 0,0 0 0 0 0,0 0 120 0 0,0-1 16 0 0,16 1 8 0 0,-16 0 0 0 0,15-16-56 0 0,0 16 0 0 0,1-15-8 0 0,-1-1 0 0 0,1 0-56 0 0,-1-15 0 0 0,0 16-8 0 0,16-16 0 0 0,-15 0-56 0 0,-1 0 0 0 0,0 0-8 0 0,1-16 0 0 0,-1 16-40 0 0,1-15-8 0 0,-1 15 0 0 0,0-15 0 0 0,1-1-72 0 0,-1 16 0 0 0,1-15 72 0 0,-16-1-72 0 0,15 1 0 0 0,-15 15 0 0 0,15-15 0 0 0,1-1 0 0 0,-16 16-352 0 0,0-15-112 0 0,15 15-16 0 0,0 0-8 0 0,-15-16-1032 0 0,0 16-208 0 0,0 0-32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31.2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 0 20239 0 0,'0'0'448'0'0,"0"0"88"0"0,0 0 16 0 0,0 0 24 0 0,0 0-464 0 0,0 0-112 0 0,0 0 0 0 0,15 0 0 0 0,1 0 664 0 0,-16 16 104 0 0,15-16 32 0 0,1 0 0 0 0,-1 15-248 0 0,-15-15-40 0 0,15 15-16 0 0,1-15 0 0 0,-1 16-160 0 0,1-1-32 0 0,-1-15-8 0 0,0 16 0 0 0,1-1-104 0 0,-1 0-16 0 0,-15 1-8 0 0,16-1 0 0 0,-16 1-72 0 0,15-1-8 0 0,-15 0-8 0 0,0-15 0 0 0,0 31-16 0 0,0-15-64 0 0,0-1 96 0 0,-15 0-32 0 0,15 1-64 0 0,0-1 0 0 0,-16 1 72 0 0,16-1-72 0 0,-15 0 0 0 0,-1 1 0 0 0,16-1 0 0 0,-15 0 64 0 0,0 1-64 0 0,-1-1 0 0 0,1-15-64 0 0,-1 16 64 0 0,1-1-112 0 0,0-15 16 0 0,-1 15 8 0 0,16-15 0 0 0,-15 16-56 0 0,-1-16-16 0 0,16 0 0 0 0,-15 0 0 0 0,15 0-128 0 0,0 0-32 0 0,-15 0-8 0 0,15 0 0 0 0,0-16-944 0 0,0 16-184 0 0,0-15-40 0 0,-16 0-8103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31.6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185 1 16096 0 0,'0'0'351'0'0,"0"0"81"0"0,0 15 16 0 0,-15-15 0 0 0,15 0-360 0 0,-16 0-88 0 0,1 16 0 0 0,0-16 0 0 0,15 0 728 0 0,-16 15 128 0 0,1-15 24 0 0,-1 15 8 0 0,1-15-176 0 0,15 16-32 0 0,-15-16-8 0 0,-1 15 0 0 0,16 1-168 0 0,-15-16-40 0 0,-1 15-8 0 0,16 0 0 0 0,0 1-80 0 0,0-1-24 0 0,0 1 0 0 0,0-1 0 0 0,0 0-32 0 0,0 16 0 0 0,0-15-8 0 0,0-1 0 0 0,16 0-56 0 0,-1 1 0 0 0,-15-1-8 0 0,16 0 0 0 0,-1 1-48 0 0,-15-1-8 0 0,15 1 0 0 0,1-16 0 0 0,-1 15-64 0 0,-15-15-8 0 0,16 0-8 0 0,-1 0 0 0 0,-15 0-112 0 0,0 0 88 0 0,15 0-88 0 0,1-15 80 0 0,-16 15-80 0 0,15-16 0 0 0,-15 16 0 0 0,16-15 64 0 0,-16-1-64 0 0,15 16 0 0 0,-15-15-96 0 0,0 0 96 0 0,15-1-992 0 0,1 16-144 0 0,-16-15-24 0 0,15 0-10008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32.0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63 0 16439 0 0,'0'0'360'0'0,"0"0"80"0"0,0 0 8 0 0,0 0 16 0 0,0 0-368 0 0,0 0-96 0 0,0 0 0 0 0,0 0 0 0 0,0 0 952 0 0,0 0 168 0 0,0 0 40 0 0,0 0 8 0 0,0 0-352 0 0,0 0-72 0 0,0 0-8 0 0,0 0-8 0 0,0 15-216 0 0,0 1-48 0 0,0-16-8 0 0,0 15 0 0 0,0 1-136 0 0,15-1-24 0 0,-15 0-8 0 0,0 1 0 0 0,0-1-80 0 0,0 1-16 0 0,0 14-8 0 0,0-14 0 0 0,0-1-72 0 0,0 16-16 0 0,0-16 0 0 0,0 16 0 0 0,0-15-96 0 0,0 14 88 0 0,0-14-88 0 0,0-1 80 0 0,0 16-80 0 0,0-16 0 0 0,0 16 0 0 0,0-16 64 0 0,0 1-64 0 0,0-1 0 0 0,0 1 0 0 0,0-16 0 0 0,0 0-96 0 0,0 0-40 0 0,0 0-8 0 0,0 0 0 0 0,0 0-816 0 0,0 0-168 0 0,0 0-32 0 0,0 0-9511 0 0</inkml:trace>
  <inkml:trace contextRef="#ctx0" brushRef="#br0" timeOffset="270.81">1 200 18743 0 0,'0'0'416'0'0,"0"0"80"0"0,0 0 16 0 0,0 0 16 0 0,15 0-424 0 0,-15 0-104 0 0,16 16 0 0 0,-1-16 0 0 0,1 0 224 0 0,-16 0 32 0 0,30 0 0 0 0,-14 0 0 0 0,-1 0-176 0 0,16-16-80 0 0,-16 16 80 0 0,16 0-80 0 0,-16 0 0 0 0,16 0 0 0 0,-15 0 0 0 0,14-15-8791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32.9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247 447 13312 0 0,'0'0'376'0'0,"0"0"88"0"0,0-16-368 0 0,0 16-96 0 0,0-15 0 0 0,-15 15 0 0 0,15-16 1096 0 0,-16 16 207 0 0,16-15 41 0 0,-15 15 0 0 0,15-15-392 0 0,-16 15-88 0 0,16-16-8 0 0,-15 16-8 0 0,0 0-192 0 0,15-15-40 0 0,-16 15-8 0 0,1 0 0 0 0,15 0-176 0 0,-16 0-40 0 0,1 0-8 0 0,0 0 0 0 0,15 15-184 0 0,-16-15-40 0 0,1 16 0 0 0,15-16-8 0 0,-16 15-48 0 0,16 0-8 0 0,-15 1 0 0 0,15-1 0 0 0,0 1-96 0 0,0-1 72 0 0,-15 0-72 0 0,15 16 64 0 0,0-15-64 0 0,0-1 0 0 0,0 0 0 0 0,0 1 0 0 0,15-1 64 0 0,-15 1-64 0 0,0-1 0 0 0,0 0 64 0 0,15 1-64 0 0,-15-16 0 0 0,16 15 0 0 0,-16-15 0 0 0,0 0 0 0 0,15 0 0 0 0,-15 15 0 0 0,16-15 0 0 0,-1-15 0 0 0,0 15 0 0 0,-15 0 0 0 0,16-15 0 0 0,-1 15 0 0 0,1-16 0 0 0,-16 1 0 0 0,15 15 0 0 0,-15-15 64 0 0,15-1-64 0 0,1 1 0 0 0,-16-1 64 0 0,15-14-64 0 0,-15 14 0 0 0,16 1 0 0 0,-1-1 0 0 0,-15-14 0 0 0,0 14 0 0 0,15-15 0 0 0,-15 16 0 0 0,0-16 0 0 0,0 16 0 0 0,0-16 0 0 0,0 0 0 0 0,0 16 0 0 0,0-16 0 0 0,0 0 0 0 0,0 0 0 0 0,-15-15 0 0 0,15 31 64 0 0,0-16-64 0 0,0 0 0 0 0,-15 16 72 0 0,15 0-72 0 0,0-1 80 0 0,0 16-80 0 0,0 0 80 0 0,0 0-80 0 0,0 0 80 0 0,0 0-80 0 0,0 0 80 0 0,0 0-80 0 0,0 16 80 0 0,-16-16-80 0 0,16 30 0 0 0,16-14 64 0 0,-16-1-64 0 0,0 16 0 0 0,0 0 0 0 0,0-1 72 0 0,0 1-72 0 0,15 0 64 0 0,-15 0-64 0 0,0 0 96 0 0,0-1-96 0 0,0 1 96 0 0,15 0 0 0 0,-15 0 0 0 0,0-16 0 0 0,16 16 0 0 0,-16 0-24 0 0,0 0 0 0 0,15-16 0 0 0,-15 16 0 0 0,16 0-72 0 0,-16-16 0 0 0,15 0 0 0 0,-15 16 64 0 0,15-16-64 0 0,-15 1 0 0 0,16-16 0 0 0,-1 15 0 0 0,-15-15 0 0 0,16 16 0 0 0,-16-16 0 0 0,15 0 0 0 0,-15-16 0 0 0,15 16 0 0 0,1 0 0 0 0,-16-15 0 0 0,15 15-80 0 0,0-16-8 0 0,-15 1 0 0 0,16 0 0 0 0,-1-1-936 0 0,1 16-184 0 0,-1-15-40 0 0,0 0-9375 0 0</inkml:trace>
  <inkml:trace contextRef="#ctx0" brushRef="#br0" timeOffset="608.76">663 354 21679 0 0,'0'0'480'0'0,"0"0"96"0"0,0 0 16 0 0,0 0 16 0 0,0 0-480 0 0,0 0-128 0 0,0 0 0 0 0,0 0 0 0 0,0 0 560 0 0,0 0 88 0 0,0 16 24 0 0,15-1 0 0 0,-15 0-216 0 0,0 1-40 0 0,0-1 0 0 0,0 1-8 0 0,0-1-192 0 0,0 0-40 0 0,15 1-8 0 0,-15-1 0 0 0,0 16-72 0 0,16-16-8 0 0,-16 1-8 0 0,0-1 0 0 0,15-15-80 0 0,-15 16 0 0 0,16-1 72 0 0,-16-15-72 0 0,0 0 0 0 0,15 15 0 0 0,0-15 0 0 0,-15 0 64 0 0,16 0-64 0 0,-16 0 0 0 0,15-15 0 0 0,1 15 0 0 0,-1-15 0 0 0,-15-1 0 0 0,15 1 64 0 0,1-1-64 0 0,-16 1 0 0 0,15 15 0 0 0,1-15 0 0 0,-16-1 0 0 0,15-15 0 0 0,-15 31 0 0 0,0-15-72 0 0,15 0 72 0 0,-15-1 0 0 0,0 1 0 0 0,16-1 0 0 0,-16 1 0 0 0,0 15 0 0 0,0-15 0 0 0,0-1 0 0 0,0 16 0 0 0,0 0 0 0 0,0 0 0 0 0,0 0 64 0 0,0 0-64 0 0,0 0 0 0 0,0 0 0 0 0,0 0-72 0 0,0 0 72 0 0,15 16 0 0 0,-15-1 0 0 0,15 0 0 0 0,-15 1 0 0 0,16-1 0 0 0,-16 1 0 0 0,15-1 80 0 0,-15 0-16 0 0,16 16-64 0 0,-16 0-64 0 0,0-16 64 0 0,0 16-96 0 0,0-15 96 0 0,15 14 64 0 0,-30 1-64 0 0,15 0 88 0 0,0 0 8 0 0,0-1 8 0 0,0 1 0 0 0,0 0 0 0 0,-16 0-24 0 0,16-16-8 0 0,-15 1 0 0 0,-1 14 0 0 0,16-14 16 0 0,-15-1 0 0 0,0 1 0 0 0,-1-1 0 0 0,1 0 0 0 0,0 1 0 0 0,-1-16 0 0 0,-15 15 0 0 0,16 1-88 0 0,0-16 96 0 0,-1 15-96 0 0,-15-15 96 0 0,16 15-96 0 0,0-15 0 0 0,-1 0 72 0 0,-15 0-72 0 0,16 0 0 0 0,0 0 0 0 0,-1 0 0 0 0,1 0 0 0 0,-1 0-240 0 0,1-15-8 0 0,0 15 0 0 0,-1 0 0 0 0,16 0-728 0 0,-15 0-144 0 0,15 0-32 0 0,0-15-9799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34.69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31 16903 0 0,'0'0'368'0'0,"0"0"80"0"0,0 0 8 0 0,0 0 24 0 0,0 0-384 0 0,0 0-96 0 0,0 0 0 0 0,0 0 0 0 0,0 0 680 0 0,0 0 120 0 0,15 0 16 0 0,-15-15 8 0 0,15 15-240 0 0,1 0-40 0 0,-16 0-16 0 0,15 0 0 0 0,1 0-208 0 0,-1-15-32 0 0,0 15-16 0 0,-15 0 0 0 0,16 0-176 0 0,-1 0-32 0 0,0 0 0 0 0,1 0-64 0 0,-16 0 96 0 0,15 0-32 0 0,1 0 0 0 0,-1 0-64 0 0,0 0 104 0 0,-15 0-32 0 0,0 0-8 0 0,16 0 0 0 0,-1 0 56 0 0,-15 0 8 0 0,0 15 0 0 0,0-15 0 0 0,16 0 24 0 0,-16 15 8 0 0,0-15 0 0 0,15 16 0 0 0,-15-16-32 0 0,0 15 0 0 0,15 0 0 0 0,-15 1 0 0 0,0-1-8 0 0,0 1-8 0 0,0-1 0 0 0,0 16 0 0 0,0-16-16 0 0,0 1 0 0 0,0-1 0 0 0,0 16 0 0 0,0-16 8 0 0,16 1 0 0 0,-16 14 0 0 0,0-14 0 0 0,0-1-8 0 0,0 1-8 0 0,0-1 0 0 0,0 16 0 0 0,0-16 8 0 0,0 1 8 0 0,0-1 0 0 0,0 0 0 0 0,0 1-104 0 0,0 15 64 0 0,0-16-64 0 0,0 0 0 0 0,15 1 80 0 0,-15 14-80 0 0,0-14 80 0 0,0-1-80 0 0,0 16 64 0 0,16-16-64 0 0,-16 16 0 0 0,0-15 72 0 0,0 14-72 0 0,0 1 0 0 0,0 0 0 0 0,15 0 64 0 0,-15 0-64 0 0,0-1 64 0 0,0 1-64 0 0,0-15 64 0 0,0 14-64 0 0,0 1 64 0 0,0 0-64 0 0,0-16 64 0 0,0 1-64 0 0,15 14 96 0 0,-15 1-96 0 0,0 0 96 0 0,0-16-32 0 0,0 1-64 0 0,0-1 96 0 0,16 1-32 0 0,-16-1-64 0 0,0 16 64 0 0,0-16-64 0 0,0 1 64 0 0,0 14-64 0 0,0-14 0 0 0,0-1 0 0 0,0 16 64 0 0,15-16-64 0 0,-15 16 0 0 0,0 0 0 0 0,0-16 0 0 0,16 16 0 0 0,-16 0 64 0 0,0-16-64 0 0,0 16 0 0 0,0-16 64 0 0,0 16-64 0 0,15-15 64 0 0,-15 14-64 0 0,0-14 64 0 0,0-1-64 0 0,0 1 0 0 0,0-1 64 0 0,0 0-64 0 0,0 1 0 0 0,15-1 0 0 0,-15 1 64 0 0,0-1-64 0 0,0 0 0 0 0,0 1 72 0 0,0-1-72 0 0,0 1 0 0 0,0-1 0 0 0,0 0 0 0 0,0 1 0 0 0,0-1 72 0 0,0 1-72 0 0,0-1 96 0 0,0 0-96 0 0,0 1 72 0 0,0-16-72 0 0,0 15 0 0 0,0 1 72 0 0,0-1-8 0 0,16 0 0 0 0,-16 1 0 0 0,0-16 0 0 0,0 15-64 0 0,0 0 0 0 0,0 1-80 0 0,0-1 80 0 0,0 1 0 0 0,0-1 0 0 0,0-15 0 0 0,0 15 0 0 0,0 1 0 0 0,0-1 0 0 0,0-15 0 0 0,0 16 0 0 0,0-1 0 0 0,0 0 0 0 0,0-15 0 0 0,0 0 0 0 0,0 16 0 0 0,0-16 0 0 0,0 15 0 0 0,0-15 0 0 0,0 0 0 0 0,0 16 0 0 0,0-16 0 0 0,0 0 0 0 0,0 0 0 0 0,0 0 0 0 0,0 15 0 0 0,0-15 0 0 0,0 0 0 0 0,0 0 0 0 0,0 15 0 0 0,0-15 0 0 0,0 0 64 0 0,0 0-64 0 0,0 0 0 0 0,0 0 0 0 0,-16 0 64 0 0,16 0-64 0 0,0 0 0 0 0,0 0 0 0 0,0 0 64 0 0,0 0-64 0 0,0 16 96 0 0,0-16-96 0 0,0 0 0 0 0,0 0 0 0 0,0 0 0 0 0,-15 0 0 0 0,0 0 96 0 0,15 0-96 0 0,-16-16 96 0 0,1 16-96 0 0,15 0 88 0 0,-16 0-88 0 0,1 0 80 0 0,0-15-80 0 0,-1 15 64 0 0,1 0-64 0 0,-1 0 0 0 0,1 0 72 0 0,0 0-72 0 0,-1 0 0 0 0,1 0 0 0 0,-16 0 0 0 0,16 15 0 0 0,-1-15 0 0 0,1 0-96 0 0,-16 16 96 0 0,16-16-920 0 0,-1 0-120 0 0,-14 0-24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39.2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16671 0 0,'0'0'368'0'0,"0"0"80"0"0,0 0 8 0 0,0 0 8 0 0,0 0-368 0 0,0 0-96 0 0,0 0 0 0 0,0 0 0 0 0,0 0 744 0 0,0 0 136 0 0,0 0 24 0 0,15 15 8 0 0,-15-15-184 0 0,0 15-40 0 0,0-15-8 0 0,0 16 0 0 0,0-1-136 0 0,0 1-32 0 0,0-1-8 0 0,0 0 0 0 0,0 1-200 0 0,0-1-40 0 0,-15 1-8 0 0,15 14 0 0 0,0-14-104 0 0,0 15-24 0 0,0-16-8 0 0,0 16 0 0 0,0 15-120 0 0,0-15 88 0 0,0 0-88 0 0,0-1 80 0 0,0 1-80 0 0,0 0 0 0 0,0 0 0 0 0,0-1 0 0 0,0 1 0 0 0,0-15 0 0 0,0 14 64 0 0,15 1-64 0 0,-15-15 0 0 0,0 14 0 0 0,0-14 0 0 0,0 15 0 0 0,0-16 0 0 0,0 0 0 0 0,0 1 0 0 0,16-1 64 0 0,-16 1-64 0 0,0-16 0 0 0,0 15 0 0 0,15 0 0 0 0,-15-15 0 0 0,0 0 64 0 0,0 16-64 0 0,16-16 0 0 0,-1 15 0 0 0,-15-15 0 0 0,15 16 64 0 0,1-16-64 0 0,-16 0 0 0 0,15 0 0 0 0,1 0 0 0 0,14 0 0 0 0,-14 0 0 0 0,15 0 0 0 0,-1 0 0 0 0,1 0 0 0 0,0-16 0 0 0,0 16 64 0 0,15 0-64 0 0,-15 0 0 0 0,15 0 0 0 0,0 0 64 0 0,-15 0-64 0 0,15 0 0 0 0,-15 0 0 0 0,15 0 0 0 0,-15 0 64 0 0,15 0-64 0 0,0 0 0 0 0,-15 0 0 0 0,15 0 0 0 0,16 0 0 0 0,-16 0 0 0 0,0 0 0 0 0,16 0 0 0 0,-16 0 0 0 0,0 16 64 0 0,0-16-64 0 0,0 0 0 0 0,-15 0 64 0 0,0 0-64 0 0,0 0 0 0 0,-1 0 0 0 0,1 0 0 0 0,0 0 0 0 0,0 0 64 0 0,0 0-64 0 0,-16 0 0 0 0,16 0 64 0 0,-16 0-64 0 0,1 0 64 0 0,-1 0-64 0 0,0 15 72 0 0,1-15-72 0 0,-16 0 80 0 0,0 0-80 0 0,0 0 72 0 0,0 0-72 0 0,0 0 64 0 0,0 0-64 0 0,0 0 0 0 0,0 0 0 0 0,0 0 0 0 0,0 0 0 0 0,0 0-208 0 0,0 0-80 0 0,0 0-24 0 0,0 0 0 0 0,0-15-1264 0 0,0 15-256 0 0,15-16-56 0 0</inkml:trace>
  <inkml:trace contextRef="#ctx0" brushRef="#br0" timeOffset="341.9">1555 678 18599 0 0,'0'0'408'0'0,"0"0"80"0"0,0 0 24 0 0,0 0 16 0 0,0 0-424 0 0,0 0-104 0 0,0 0 0 0 0,15 0 0 0 0,1 0 680 0 0,-1 0 120 0 0,0 15 16 0 0,1-15 8 0 0,-1 0-128 0 0,1 16-24 0 0,-1-16-8 0 0,0 15 0 0 0,1-15-184 0 0,-1 16-32 0 0,1-16 0 0 0,-1 15-8 0 0,0 0-152 0 0,1-15-24 0 0,-16 16-8 0 0,15-1 0 0 0,-15-15-96 0 0,0 16-16 0 0,0-1-8 0 0,0 0 0 0 0,-15 1-40 0 0,15-1 0 0 0,-16 16-8 0 0,16-16 0 0 0,-15 16-88 0 0,0 0 64 0 0,-1 0-64 0 0,16-16 64 0 0,-15 16-64 0 0,-1-16 0 0 0,16 16 0 0 0,-15-16 0 0 0,15 1 0 0 0,-15-1 0 0 0,15 1 0 0 0,0-1 0 0 0,-16 0-224 0 0,16-15 8 0 0,0 0 8 0 0,0 0 0 0 0,0 0-816 0 0,0 0-168 0 0,0 0-32 0 0,0 0-5904 0 0,16 0-1175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40.4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16 400 17191 0 0,'0'0'376'0'0,"0"0"72"0"0,0 0 24 0 0,0 0 16 0 0,-16-15-392 0 0,16 0-96 0 0,16 15 0 0 0,-16-16 0 0 0,0 1 712 0 0,0-1 120 0 0,15 16 32 0 0,-15-15 0 0 0,15 0-224 0 0,-15-1-48 0 0,16 1-8 0 0,-1 15 0 0 0,-15-16-208 0 0,16 1-48 0 0,-1 15-8 0 0,0-15 0 0 0,1 15-136 0 0,-16 0-32 0 0,15 0-8 0 0,1 0 0 0 0,-1 0-72 0 0,0 0-8 0 0,1 0-64 0 0,-1 15 96 0 0,0 0-96 0 0,-15-15 88 0 0,16 16-88 0 0,-1-1 80 0 0,1 1-80 0 0,-1-1 0 0 0,-15 0 72 0 0,15 16-72 0 0,1-15 0 0 0,-16 14 64 0 0,15 1-64 0 0,-15 0 0 0 0,0 0 0 0 0,16-1 72 0 0,-16-14-72 0 0,0 15 0 0 0,15-16 64 0 0,-15 16-64 0 0,0-16 0 0 0,0 1 0 0 0,15-1 0 0 0,-15 0 0 0 0,0-15 64 0 0,0 0-64 0 0,0 0 0 0 0,0 0 64 0 0,0 0-64 0 0,0 0 0 0 0,0 0 72 0 0,0 0-72 0 0,0 0 0 0 0,0 0 72 0 0,0 0-72 0 0,-15 0 0 0 0,15 0 0 0 0,-15-15 0 0 0,15 0 0 0 0,0 15 0 0 0,-16-16 0 0 0,16 1 0 0 0,-15-1 0 0 0,15 1 0 0 0,-16 0 0 0 0,1-1 0 0 0,15 1 0 0 0,-15 15 0 0 0,-1-16 0 0 0,1 16 0 0 0,-1 0 0 0 0,1 0-72 0 0,0 0 72 0 0,-1 0-80 0 0,1 16 80 0 0,0-1-104 0 0,15 1 40 0 0,-16 14 64 0 0,1-14-96 0 0,-1-1 96 0 0,1 16-96 0 0,15-16 96 0 0,-15 16-80 0 0,-1-15 80 0 0,16-1 0 0 0,-15 0-72 0 0,15 1 72 0 0,0-1 0 0 0,-16 1 0 0 0,16-16 64 0 0,0 0 0 0 0,16 0 8 0 0,-16 0 0 0 0,0 15 0 0 0,0-15-72 0 0,15-15 0 0 0,1 15 0 0 0,-1 0 64 0 0,0-16-64 0 0,1 16 96 0 0,-16-15-96 0 0,15-1 96 0 0,1 16-96 0 0,-1-15 0 0 0,0 0 72 0 0,1 15-72 0 0,-16-16 0 0 0,15 1 64 0 0,0-1-64 0 0,1 1 0 0 0,-1 0-432 0 0,1-1-120 0 0,-1 1-24 0 0,0 15-6480 0 0,1-16-1295 0 0</inkml:trace>
  <inkml:trace contextRef="#ctx0" brushRef="#br0" timeOffset="361.07">585 0 18343 0 0,'0'0'400'0'0,"0"0"80"0"0,0 0 24 0 0,0 0 16 0 0,0 0-416 0 0,0 0-104 0 0,0 0 0 0 0,0 15 0 0 0,0-15 784 0 0,0 16 136 0 0,0-16 24 0 0,16 15 8 0 0,-16 1-240 0 0,0-1-40 0 0,15 0-16 0 0,-15 1 0 0 0,0-1-216 0 0,0 16-48 0 0,0 0-8 0 0,15 0 0 0 0,-15-1-88 0 0,0 1-16 0 0,0 0-8 0 0,0 15 0 0 0,0 0-80 0 0,0-15-8 0 0,0 15-8 0 0,0 0 0 0 0,-15-15-96 0 0,15 15-16 0 0,0-15-64 0 0,0-15 96 0 0,0 14-96 0 0,0 1 0 0 0,0-15 0 0 0,0-1 0 0 0,0 0 0 0 0,0-15 0 0 0,0 0 0 0 0,0 16 0 0 0,0-16-464 0 0,0 0-88 0 0,0 0-24 0 0,0 0-7168 0 0,0 0-1431 0 0</inkml:trace>
  <inkml:trace contextRef="#ctx0" brushRef="#br0" timeOffset="910.71">831 431 18479 0 0,'0'0'520'0'0,"0"0"120"0"0,0 0-512 0 0,0 0-128 0 0,0 0 0 0 0,0 16 0 0 0,0-1 656 0 0,0 0 104 0 0,0 1 16 0 0,0-1 8 0 0,0 0-272 0 0,0 16-48 0 0,0-15-16 0 0,0 14 0 0 0,16-14-160 0 0,-16 15-32 0 0,0-16 0 0 0,0 0-8 0 0,15 1-96 0 0,-15-1-24 0 0,16 1 0 0 0,-16-1 0 0 0,15 0-128 0 0,-15-15 0 0 0,15 16 64 0 0,-15-16-64 0 0,16 0 0 0 0,-1 0 0 0 0,-15 0 0 0 0,16 0 0 0 0,-1 0 0 0 0,0-16 80 0 0,1 16-80 0 0,-1-15 64 0 0,1 0-64 0 0,-16-1 80 0 0,15 16-80 0 0,0-31 80 0 0,-15 16-80 0 0,16 0 96 0 0,-1-1-96 0 0,-15-15 96 0 0,0 16-96 0 0,16 0 64 0 0,-16-1-64 0 0,0-15 64 0 0,15 16 8 0 0,-15 0 0 0 0,0 15 0 0 0,0-16 0 0 0,0 16 24 0 0,0 0 0 0 0,0 0 0 0 0,0 0 0 0 0,0 0-96 0 0,0 16 0 0 0,0-1 72 0 0,0 0-72 0 0,0 16 0 0 0,0-15 0 0 0,15 14 0 0 0,-15-14 64 0 0,16-1-64 0 0,-16 1 0 0 0,15 14 0 0 0,1-14 0 0 0,-16-1 0 0 0,15 1 0 0 0,0-1 0 0 0,1-15 0 0 0,-1 15 0 0 0,0-15 0 0 0,1 0 0 0 0,15 16 0 0 0,-16-16 0 0 0,0 0 0 0 0,1-16 80 0 0,-1 16-80 0 0,16 0 120 0 0,-31-15-24 0 0,15 15-8 0 0,1-15 0 0 0,-1-1 8 0 0,-15 1 8 0 0,16-1 0 0 0,-16 1 0 0 0,15 0-8 0 0,-15-1-8 0 0,0-15 0 0 0,0 16 0 0 0,0 0 0 0 0,-15-1 0 0 0,15-15 0 0 0,0 16 0 0 0,0 0-88 0 0,-16-1 96 0 0,16 1-96 0 0,-15 0 96 0 0,15 15-96 0 0,-16-16 0 0 0,16 1 0 0 0,-15 15 0 0 0,15 0-600 0 0,0 0-80 0 0,0-16-24 0 0,0 16-6720 0 0,0 0-1351 0 0</inkml:trace>
  <inkml:trace contextRef="#ctx0" brushRef="#br0" timeOffset="1855.97">1663 539 15232 0 0,'0'0'432'0'0,"0"0"88"0"0,-16 0-416 0 0,16-16-104 0 0,0 16 0 0 0,0-15 0 0 0,0 0 1031 0 0,0-1 185 0 0,0 16 40 0 0,16-15 8 0 0,-16 0-520 0 0,15-1-104 0 0,1 16-16 0 0,-16-15-8 0 0,15 15-128 0 0,0 0-24 0 0,1-16-8 0 0,-1 16 0 0 0,0 0-136 0 0,1 0-24 0 0,-1 16-8 0 0,1-16 0 0 0,14 15-152 0 0,-14 1-32 0 0,-1-16-8 0 0,1 30 0 0 0,-1-14-96 0 0,0-1 88 0 0,1 0-88 0 0,-1 16 80 0 0,-15-15-80 0 0,16-1 0 0 0,-16 0 0 0 0,15 1 64 0 0,-15-1-64 0 0,15 1 0 0 0,-15-1 0 0 0,0-15 0 0 0,0 0 0 0 0,0 0 0 0 0,0 0 0 0 0,0 0 0 0 0,0 0 0 0 0,0 0-88 0 0,-15 15 88 0 0,0-15-96 0 0,15 0 0 0 0,-16 0-8 0 0,1-15 0 0 0,15 15 0 0 0,-16 0 40 0 0,1 0 64 0 0,0-15-104 0 0,-1 15 40 0 0,-15 0 64 0 0,16 0 0 0 0,0 0 0 0 0,-16 0 0 0 0,15 15 0 0 0,1-15 0 0 0,0 0 0 0 0,-16 15 0 0 0,16-15 0 0 0,-1 16 0 0 0,1-1 0 0 0,-1-15-64 0 0,1 16 64 0 0,15-1-96 0 0,0 0 96 0 0,-15 1-96 0 0,15-16 96 0 0,0 15-104 0 0,0 1 40 0 0,15-1 64 0 0,-15-15-104 0 0,0 15 40 0 0,15 1 64 0 0,1-16-104 0 0,-1 0 104 0 0,1 15-96 0 0,-1-15 96 0 0,0 0-96 0 0,16-15 96 0 0,-16 15 0 0 0,1-16 0 0 0,15 16-72 0 0,-16-15 72 0 0,16 0 0 0 0,-16 15 0 0 0,16-16 0 0 0,-16 1 0 0 0,1-1 0 0 0,-1 1 64 0 0,1 0-64 0 0,-1-1 64 0 0,0-15-64 0 0,1 16 64 0 0,-1 0-64 0 0,-15-1 112 0 0,16 1-16 0 0,-16-1 0 0 0,15 1 0 0 0,-15 0 72 0 0,0 15 16 0 0,15-16 0 0 0,-15 16 0 0 0,0 0-56 0 0,0 0 0 0 0,0 0-8 0 0,0 0 0 0 0,0 0-56 0 0,0 16-64 0 0,0-1 88 0 0,0 0-88 0 0,0 1 64 0 0,0 15-64 0 0,0-16 0 0 0,16 0 0 0 0,-16 16 0 0 0,0-15 0 0 0,0-1 0 0 0,15 0 0 0 0,-15 1 0 0 0,16-1 0 0 0,-16 1 0 0 0,15-16 0 0 0,-15 15 0 0 0,15-15-72 0 0,-15 15 72 0 0,16-15-64 0 0,-16 0 64 0 0,15-15 0 0 0,-15 15 0 0 0,16-15-64 0 0,-1 15 64 0 0,-15-16 0 0 0,15 1 0 0 0,-15-1 0 0 0,16 1 0 0 0,-16 0 0 0 0,0-1 0 0 0,15 16 0 0 0,-15-31 0 0 0,15 16 0 0 0,-15 0 0 0 0,0-1 0 0 0,16 1 0 0 0,-16-1 0 0 0,0 1 0 0 0,0 0 0 0 0,15 15 0 0 0,-15-16 64 0 0,0 16-64 0 0,0 0 0 0 0,0 0 0 0 0,0 0 0 0 0,0 0 0 0 0,0 16 64 0 0,16-1-64 0 0,-16 0 0 0 0,15 1 0 0 0,-15-1 0 0 0,15 1 0 0 0,-15 14 0 0 0,16-14 0 0 0,-16 15 0 0 0,0-1 0 0 0,15-14 64 0 0,-15 15-64 0 0,16-1 0 0 0,-16 1 0 0 0,0-15 72 0 0,0 14-72 0 0,0 1 0 0 0,0 15 72 0 0,0-15-72 0 0,0 0 0 0 0,0 0 72 0 0,-16-1-72 0 0,16 1 64 0 0,-15 0-64 0 0,15-16 64 0 0,-16 16 0 0 0,16 0 0 0 0,-15-31 0 0 0,0 31 0 0 0,-1-16 64 0 0,1-15 0 0 0,-1 16 8 0 0,1-16 0 0 0,0 15-32 0 0,15-15-8 0 0,-31 0 0 0 0,31 0 0 0 0,-15 0-96 0 0,-1 0 0 0 0,1-15 64 0 0,-1 15-64 0 0,1 0-72 0 0,0-16-40 0 0,15 16-8 0 0,-16-15 0 0 0,1 15-232 0 0,15-16-56 0 0,-16 16-8 0 0,16-15-7008 0 0,0 15-1399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42.9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293 62 16240 0 0,'0'0'455'0'0,"0"0"113"0"0,0 0-456 0 0,0 0-112 0 0,0-15 0 0 0,-15 15 0 0 0,15-16 976 0 0,0 16 176 0 0,-16-15 32 0 0,16 15 0 0 0,-15 0-440 0 0,15-15-88 0 0,0 15-16 0 0,-16 0-8 0 0,1 0-240 0 0,15 0-40 0 0,-15 0-16 0 0,15 0 0 0 0,-16 15-176 0 0,1-15-40 0 0,15 0-8 0 0,-16 15 0 0 0,1-15-112 0 0,0 16 88 0 0,15-1-88 0 0,-16 1 80 0 0,1-1-80 0 0,0 0 0 0 0,-1 1 0 0 0,16-16 0 0 0,0 15 0 0 0,-15 1 0 0 0,15-1 0 0 0,0-15 0 0 0,0 0-96 0 0,0 15 96 0 0,15-15-96 0 0,-15 0 96 0 0,16 16-96 0 0,-1-16 96 0 0,-15 0-96 0 0,15 15 96 0 0,1-15-80 0 0,-16 0 80 0 0,30 0 0 0 0,-30 0-72 0 0,16 0 72 0 0,-1 0 0 0 0,1 0-72 0 0,-1 0 72 0 0,0 16 0 0 0,1-16 0 0 0,-1 0 0 0 0,1 0 0 0 0,-16 15 0 0 0,15-15 0 0 0,0 0 0 0 0,-15 15 0 0 0,16-15 64 0 0,-16 0-64 0 0,0 16 64 0 0,0-16-64 0 0,0 0 88 0 0,0 15-24 0 0,0 1-64 0 0,0-16 96 0 0,0 15 32 0 0,-16 0 0 0 0,16-15 0 0 0,0 16 0 0 0,-15-16 48 0 0,15 15 16 0 0,-15-15 0 0 0,-1 16 0 0 0,16-16 32 0 0,-15 0 0 0 0,-1 15 8 0 0,1-15 0 0 0,15 0-48 0 0,-15 15-16 0 0,-1-15 0 0 0,1 0 0 0 0,-1 0-80 0 0,1 0-24 0 0,0 0 0 0 0,-1 0 0 0 0,1 0-64 0 0,0 0 0 0 0,-1 0 0 0 0,1-15 0 0 0,-1 15 0 0 0,16 0-128 0 0,-15-15 32 0 0,15 15 8 0 0,-15-16-264 0 0,15 16-48 0 0,0-15-16 0 0,0 15 0 0 0,0-16-1256 0 0,0 1-256 0 0,0 15-56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45.9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185 124 16759 0 0,'0'0'368'0'0,"0"0"80"0"0,0 0 8 0 0,0-16 16 0 0,0 1-376 0 0,0 15-96 0 0,0-16 0 0 0,16 1 0 0 0,-16 0 776 0 0,15-1 144 0 0,1 16 24 0 0,-16-15 8 0 0,15 15-384 0 0,0-15-80 0 0,1 15-8 0 0,-1 0-8 0 0,16 0-200 0 0,-16 15-40 0 0,-15 0-8 0 0,16-15 0 0 0,-1 16-128 0 0,1 14-24 0 0,-1-14-8 0 0,-15-1 0 0 0,15 16 16 0 0,-15-16 0 0 0,16 1 0 0 0,-16 15 0 0 0,0-16-80 0 0,15 0 64 0 0,-15 16-64 0 0,16-31 64 0 0,-16 16-64 0 0,0-1 0 0 0,0 0 0 0 0,0-15 0 0 0,0 0 0 0 0,0 0 0 0 0,0 0 64 0 0,0 0-64 0 0,0 0 0 0 0,0 0 0 0 0,0 0 72 0 0,0 0-72 0 0,0 0 0 0 0,0 0 0 0 0,0-15 0 0 0,-16 15 64 0 0,1-15-64 0 0,15 15 0 0 0,-16-16 0 0 0,1 16 0 0 0,0 0 0 0 0,-1 0 0 0 0,-15 0 0 0 0,16 0 0 0 0,-16 16-112 0 0,0-16 16 0 0,1 15 8 0 0,-1 0 0 0 0,0 1 0 0 0,0-1 0 0 0,0 1 0 0 0,1-1 0 0 0,14 0 88 0 0,1 1 0 0 0,-1-1 0 0 0,1-15 0 0 0,0 16 96 0 0,15-1 0 0 0,0-15 8 0 0,0 0 0 0 0,0 0-104 0 0,0 0 0 0 0,0 0 0 0 0,15 15 0 0 0,0-15 0 0 0,1 0 72 0 0,-1-15-72 0 0,1 15 64 0 0,14 0-64 0 0,1-15 96 0 0,-15 15-96 0 0,-1 0 96 0 0,16-16-96 0 0,-16 1 0 0 0,16-1 72 0 0,-16 16-72 0 0,1-15-72 0 0,15 0-56 0 0,-16-1 0 0 0,0 16-6784 0 0,16-15-1343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46.1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31 139 19439 0 0,'0'0'424'0'0,"0"0"88"0"0,0 0 24 0 0,0 0 8 0 0,-15 0-432 0 0,15 0-112 0 0,0 0 0 0 0,0 0 0 0 0,0 0 640 0 0,0 0 96 0 0,0 0 32 0 0,0 16 0 0 0,0-1-232 0 0,0 0-48 0 0,0 1-8 0 0,0-1 0 0 0,0 16-192 0 0,0-16-32 0 0,0 16-16 0 0,0 0 0 0 0,0 0-120 0 0,0 0-24 0 0,0-1-8 0 0,0 1 0 0 0,0-15-88 0 0,0 14 64 0 0,0 1-64 0 0,0 0 64 0 0,0 0-64 0 0,0 0 0 0 0,0-1 0 0 0,0 16 0 0 0,0-15 0 0 0,0 0 64 0 0,0 0-64 0 0,0 0 0 0 0,0-1 0 0 0,0-14 0 0 0,0-1 64 0 0,0 16-64 0 0,0-31 0 0 0,-16 15 0 0 0,16 1 0 0 0,0-16 0 0 0,0 0 0 0 0,0 0 0 0 0,0 0 0 0 0,0 0 0 0 0,0 0 0 0 0,0 0 0 0 0,0 0 0 0 0,0 0 0 0 0,0 0-64 0 0,0-16 64 0 0,0 1-80 0 0,0 0 80 0 0,0-1-104 0 0,0 1 24 0 0,0-1 8 0 0,0 1 0 0 0,0-16 72 0 0,0 16-104 0 0,16-16 40 0 0,-16 0 64 0 0,0 0-88 0 0,15 16 88 0 0,-15-31-64 0 0,16 15 64 0 0,-1 0 0 0 0,0 1-64 0 0,-15-17 64 0 0,31 17 0 0 0,-31-1 0 0 0,31 0-80 0 0,-16 0 80 0 0,1 0 0 0 0,14-15 0 0 0,-14 31 0 0 0,-1-16 0 0 0,16 0 0 0 0,-16 16 0 0 0,1-1-64 0 0,-1 1 64 0 0,16 0 0 0 0,-16 15 0 0 0,1-16 0 0 0,-1 16-64 0 0,-15 0 64 0 0,16 0 0 0 0,-1 0-64 0 0,0 16 64 0 0,-15-16 0 0 0,0 15 0 0 0,16 0-64 0 0,-16 1 64 0 0,0-1 0 0 0,-16 1 0 0 0,16 14 0 0 0,0-14 0 0 0,0-1 0 0 0,-15 16 0 0 0,15-16 0 0 0,-15 1 0 0 0,15-1 72 0 0,-16 1 16 0 0,16-1 0 0 0,0-15 0 0 0,-15 15 0 0 0,-1 1-8 0 0,16-16 0 0 0,-15 0 0 0 0,15 15 0 0 0,-15-15 16 0 0,15 0 8 0 0,-16 0 0 0 0,1 0 0 0 0,-1 0-104 0 0,1 0 72 0 0,15-15-72 0 0,-15 15 64 0 0,-1 0-64 0 0,16-16-72 0 0,-15 16 72 0 0,-1-15-104 0 0,1 15-208 0 0,15 0-40 0 0,-15-15 0 0 0,15 15-6912 0 0,-16-16-1375 0 0</inkml:trace>
  <inkml:trace contextRef="#ctx0" brushRef="#br0" timeOffset="1">539 185 18455 0 0,'0'0'408'0'0,"0"0"80"0"0,-15 16 24 0 0,15-1 0 0 0,0-15-408 0 0,0 16-104 0 0,0-1 0 0 0,-16 0 0 0 0,16 1 368 0 0,0 15 48 0 0,0-16 16 0 0,0 0 0 0 0,0 16-192 0 0,0-15-40 0 0,0-1-8 0 0,0 0 0 0 0,0 1-96 0 0,0-1-32 0 0,0-15 0 0 0,16 16 0 0 0,-16-16 0 0 0,0 0 0 0 0,0 0 0 0 0,0 0 0 0 0,0 0-64 0 0,0 0 96 0 0,0 0-96 0 0,0 0 96 0 0,0 0-96 0 0,0 0 0 0 0,15-16 72 0 0,-15 16-72 0 0,16-15 0 0 0,-1-1 0 0 0,-15 1 0 0 0,15 0 0 0 0,1-1 0 0 0,-1 1 0 0 0,1-1 0 0 0,-16 1 0 0 0,30 0 0 0 0,-14-1-80 0 0,-1 1 80 0 0,0-1 0 0 0,1 1 0 0 0,-1 15 0 0 0,1-15 0 0 0,14 15 0 0 0,-14 0-64 0 0,-1 0 64 0 0,16 0 0 0 0,-16 0 0 0 0,16 15 0 0 0,-15-15 0 0 0,-1 0 0 0 0,0 0 0 0 0,16 0 0 0 0,-15 15 0 0 0,-1-15 0 0 0,0 0 0 0 0,1 0 0 0 0,-1-15 0 0 0,1 15 64 0 0,-1 0-64 0 0,-15-15 120 0 0,15 15-24 0 0,1-16-8 0 0,-1 1 0 0 0,-15-1 8 0 0,16 1 0 0 0,-16 0 0 0 0,15-1 0 0 0,-15-14 8 0 0,0 14 8 0 0,0 1 0 0 0,0-1 0 0 0,0 1 80 0 0,0 0 24 0 0,-15 15 0 0 0,15-16 0 0 0,-16 1 64 0 0,16 15 8 0 0,-15 0 8 0 0,-1 0 0 0 0,1 0-72 0 0,15 0-24 0 0,-15 0 0 0 0,-1 15 0 0 0,1 1-136 0 0,-1-1-64 0 0,1 16 64 0 0,0 0-64 0 0,-16-1 0 0 0,15 1 0 0 0,1 0 0 0 0,15 0 0 0 0,-15-1 0 0 0,15 1 0 0 0,0 0 0 0 0,0 0 0 0 0,0-16 0 0 0,0 16 80 0 0,15-16-80 0 0,-15-15 80 0 0,15 16-16 0 0,-15-1-64 0 0,16-15 96 0 0,-1 16-32 0 0,1-16-64 0 0,-16 0 0 0 0,15 0 0 0 0,0 0 0 0 0,-15 0 0 0 0,16 0 0 0 0,-1-16 64 0 0,1 16-64 0 0,-1-15 0 0 0,-15 15 0 0 0,15 0 0 0 0,1-16-88 0 0,15 16-712 0 0,-16-15-136 0 0,0 15-32 0 0,16 0-5968 0 0,0-15-1191 0 0</inkml:trace>
  <inkml:trace contextRef="#ctx0" brushRef="#br0" timeOffset="2">1524 201 12408 0 0,'0'0'272'0'0,"0"0"56"0"0,16 0 16 0 0,-1 0 8 0 0,1 0-288 0 0,-1 15-64 0 0,0-15 0 0 0,16 0 0 0 0,-15 0 0 0 0,-1 0 0 0 0,16 0 0 0 0,-16 0-5520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1:58:46.2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16 416 19175 0 0,'0'0'416'0'0,"0"0"96"0"0,0 0 8 0 0,0 0 24 0 0,0 0-432 0 0,0 0-112 0 0,0 0 0 0 0,0 16 0 0 0,0-1 528 0 0,0-15 80 0 0,0 16 24 0 0,0 14 0 0 0,0-14-280 0 0,0-1-48 0 0,0 16-16 0 0,0-16 0 0 0,0 16-136 0 0,0-15-32 0 0,0 14-8 0 0,0-14 0 0 0,-15-1-48 0 0,15 1 0 0 0,0-1-64 0 0,0 0 96 0 0,0 1-96 0 0,0-1 88 0 0,0 1-88 0 0,0-16 80 0 0,0 0-80 0 0,0 0 0 0 0,0 0 0 0 0,0 0 0 0 0,0 0 0 0 0,0 0 0 0 0,0 0 0 0 0,0 0 0 0 0,0 0-88 0 0,0-16-32 0 0,0 16-8 0 0,15-15 0 0 0,-15-1 48 0 0,15 1 8 0 0,-15 0 0 0 0,16 15 0 0 0,-16-16 72 0 0,15 1 0 0 0,1-1 0 0 0,-16 1 0 0 0,15 0 0 0 0,0-1 0 0 0,1-15 0 0 0,-1 16 0 0 0,-15 0 0 0 0,16-1 0 0 0,-1 1 0 0 0,0-1 64 0 0,1 1-64 0 0,-1 15 0 0 0,0-15 64 0 0,1 15-64 0 0,-1 0 0 0 0,1 0 0 0 0,-16 0 0 0 0,15 15 0 0 0,0-15 0 0 0,1 15 72 0 0,-16 1-72 0 0,15-1 0 0 0,-15 1 64 0 0,0-1-64 0 0,0 0 0 0 0,0 1 0 0 0,0-1 0 0 0,0 1 0 0 0,0-1 0 0 0,0-15 0 0 0,0 15-72 0 0,0 1-24 0 0,-15-16 0 0 0,15 15 0 0 0,0-15-32 0 0,0 0 0 0 0,0 0-8 0 0,0 0 0 0 0,-16 0-8 0 0,16 0 0 0 0,0 0 0 0 0,0 0 0 0 0,0 0 40 0 0,0 0 8 0 0,0 0 0 0 0,0-15 0 0 0,0 15 32 0 0,0-16 64 0 0,0 16-104 0 0,0-15 40 0 0,16 0 64 0 0,-16 15 0 0 0,15-16 0 0 0,-15 1 0 0 0,16-1 72 0 0,-1 1 32 0 0,-15 0 8 0 0,0-1 0 0 0,15 1 128 0 0,1-1 24 0 0,-16 1 8 0 0,15 15 0 0 0,-15-15-32 0 0,16 15-8 0 0,-16 0 0 0 0,15-16 0 0 0,0 16-56 0 0,-15 16-16 0 0,16-16 0 0 0,-1 15 0 0 0,1-15-32 0 0,-1 15 0 0 0,-15 1-8 0 0,15-1 0 0 0,1 1 0 0 0,-16-1 0 0 0,0 0 0 0 0,0 1 0 0 0,0-1 8 0 0,0 1 0 0 0,0-1 0 0 0,0-15 0 0 0,0 15-56 0 0,-16 1-8 0 0,16-1 0 0 0,-15-15 0 0 0,15 16-64 0 0,0-16 0 0 0,0 0 72 0 0,0 0-72 0 0,-15 15 0 0 0,15-15 0 0 0,0 0-96 0 0,0 0 32 0 0,0 0-176 0 0,0 0-32 0 0,0 0-8 0 0,0 0 0 0 0,0 0-792 0 0,0 0-160 0 0,0-15-32 0 0</inkml:trace>
  <inkml:trace contextRef="#ctx0" brushRef="#br0" timeOffset="326.67">663 447 17319 0 0,'0'0'488'0'0,"0"0"112"0"0,0 0-480 0 0,0 16-120 0 0,0-1 0 0 0,0 0 0 0 0,0-15 496 0 0,0 16 80 0 0,0-1 8 0 0,0 1 8 0 0,0-1-352 0 0,0 0-72 0 0,0 1-8 0 0,0-1-8 0 0,15-15 56 0 0,-15 16 16 0 0,0-1 0 0 0,15-15 0 0 0,-15 0-32 0 0,0 15 0 0 0,16-15 0 0 0,-16 16 0 0 0,0-16-48 0 0,15 0-16 0 0,0-16 0 0 0,-15 16 0 0 0,16 0 0 0 0,-1 0-8 0 0,1-15 0 0 0,-1 15 0 0 0,-15-15-56 0 0,15-1-64 0 0,1 1 88 0 0,-1-1-88 0 0,1 1 64 0 0,-1 0-64 0 0,0-1 0 0 0,1 1 0 0 0,-1-1 0 0 0,1 1 0 0 0,-16 0 0 0 0,15-1 0 0 0,0 1 64 0 0,1-1-64 0 0,-16 1 96 0 0,15 0-96 0 0,1 15 208 0 0,-16-16-16 0 0,0 16 0 0 0,0 0 0 0 0,0 0-40 0 0,0 0-16 0 0,15 16 0 0 0,-15-16 0 0 0,0 15-8 0 0,15 0 0 0 0,-15 1 0 0 0,0-1 0 0 0,0 1-64 0 0,-15 14-64 0 0,15-14 72 0 0,0-1-72 0 0,0 1 80 0 0,0-1-80 0 0,-15 0 80 0 0,15-15-80 0 0,0 16 0 0 0,0-1 64 0 0,0-15-64 0 0,-16 0 0 0 0,16 0 0 0 0,0 16 0 0 0,0-16 0 0 0,0 0 0 0 0,0 0-296 0 0,0 0-32 0 0,0 0-8 0 0,0 0 0 0 0,0-16-1296 0 0,0 16-264 0 0,0-15-56 0 0</inkml:trace>
  <inkml:trace contextRef="#ctx0" brushRef="#br0" timeOffset="744.99">1324 93 16671 0 0,'0'0'368'0'0,"0"0"80"0"0,0 0 8 0 0,0 0 8 0 0,0 0-368 0 0,0 0-96 0 0,0 0 0 0 0,0 0 0 0 0,0 0 808 0 0,0 0 152 0 0,0 0 24 0 0,0 0 8 0 0,0 0-288 0 0,0 0-64 0 0,0 16 0 0 0,-15-1-8 0 0,15 0-632 0 0,0 1-80 0 0,0-1-40 0 0,0 1-8 0 0,0-1 664 0 0,0 16 128 0 0,0 0 24 0 0,-15-1 8 0 0,15 1-480 0 0,0 0-96 0 0,-16 15-24 0 0,16-15 0 0 0,0 0 64 0 0,0-1 0 0 0,-15 1 8 0 0,15-15 0 0 0,0 14-80 0 0,-16-14-24 0 0,16-1 0 0 0,0 1 0 0 0,0-1-64 0 0,0-15 0 0 0,-15 15 0 0 0,15-15 0 0 0,0 0 0 0 0,0 0-72 0 0,0 0 72 0 0,0 0-104 0 0,0 0-464 0 0,0 0-88 0 0,0 0-16 0 0,15-15-6496 0 0,1 15-1287 0 0</inkml:trace>
  <inkml:trace contextRef="#ctx0" brushRef="#br0" timeOffset="1031.58">1679 139 20071 0 0,'0'0'440'0'0,"0"0"88"0"0,0 0 16 0 0,0 0 32 0 0,0 0-464 0 0,-16 16-112 0 0,16-16 0 0 0,-15 15 0 0 0,15 1 496 0 0,0-16 80 0 0,0 15 8 0 0,0 0 8 0 0,0 1-48 0 0,0-1 0 0 0,0 1-8 0 0,0 14 0 0 0,0 1-184 0 0,0-15-32 0 0,0 14 0 0 0,0 16-8 0 0,-16-15-168 0 0,16 0-32 0 0,0 0-8 0 0,-15-16 0 0 0,15 16-40 0 0,0 0-64 0 0,-15-16 88 0 0,15 16-88 0 0,-16-16 72 0 0,16 1-72 0 0,0-1 0 0 0,-15 1 72 0 0,15-1-72 0 0,-16 0 0 0 0,16-15 0 0 0,0 0 0 0 0,0 0 0 0 0,0 0-88 0 0,0 0 24 0 0,0 0 0 0 0,0 0-240 0 0,0 0-48 0 0,0 0 0 0 0,0-15-8 0 0,0 0-1096 0 0,0 15-216 0 0,16-16-48 0 0</inkml:trace>
  <inkml:trace contextRef="#ctx0" brushRef="#br0" timeOffset="1338.28">1401 370 12328 0 0,'0'0'352'0'0,"0"0"72"0"0,0 0-336 0 0,16 0-88 0 0,-1 16 0 0 0,1-16 0 0 0,-1 0 672 0 0,16 0 128 0 0,-16-16 16 0 0,1 16 8 0 0,14 0-121 0 0,-14 0-15 0 0,15-15-8 0 0,-16 15 0 0 0,16 0-128 0 0,-16-15-24 0 0,1 15-8 0 0,-1 0 0 0 0,0 0-104 0 0,1-16-32 0 0,-1 16 0 0 0,0 0 0 0 0,1 0 32 0 0,-16 16 0 0 0,15-16 0 0 0,1 15 0 0 0,-16 0-192 0 0,15 1-32 0 0,-15-1 0 0 0,0 0-8 0 0,15 16-32 0 0,-15-15-8 0 0,0-1 0 0 0,0 16 0 0 0,0-16 16 0 0,0 1 8 0 0,-15-1 0 0 0,15 0 0 0 0,0 1-48 0 0,0-1-16 0 0,-15 1 0 0 0,15-16 0 0 0,0 0-104 0 0,0 0 0 0 0,0 0 64 0 0,0 0-64 0 0,0 0-160 0 0,0 0-48 0 0,0 0-16 0 0,0 0 0 0 0,0 0-984 0 0,-16 0-200 0 0,16-16-32 0 0,0 1-7535 0 0</inkml:trace>
  <inkml:trace contextRef="#ctx0" brushRef="#br0" timeOffset="1530.58">1879 186 14864 0 0,'0'0'416'0'0,"0"0"104"0"0,0 0-416 0 0,0 0-104 0 0,0 0 0 0 0,0 0 0 0 0,0 0 488 0 0,0 0 79 0 0,0 0 9 0 0,0 0-5175 0 0,0 0-1033 0 0</inkml:trace>
  <inkml:trace contextRef="#ctx0" brushRef="#br0" timeOffset="2160.04">1909 401 17647 0 0,'0'0'504'0'0,"0"0"104"0"0,0 0-488 0 0,0 0-120 0 0,0 0 0 0 0,0 15 0 0 0,0-15 880 0 0,-15 0 152 0 0,15 16 32 0 0,0-1 8 0 0,0 1-488 0 0,0-1-96 0 0,0 16-16 0 0,0-16-8 0 0,0 1-240 0 0,0 14-40 0 0,0 1-16 0 0,0-15 0 0 0,0-1-104 0 0,-15 16-64 0 0,15-16 64 0 0,0 16-64 0 0,-16-16 72 0 0,16 16-72 0 0,-15-15 96 0 0,15-1-96 0 0,-16 16 64 0 0,16-16-64 0 0,-15 1 0 0 0,15-1 0 0 0,0 0 72 0 0,-15-15-72 0 0,15 16 0 0 0,0-16 72 0 0,0 15-72 0 0,0-15 0 0 0,0 0 0 0 0,0 0 0 0 0,0 0 0 0 0,0 0 0 0 0,0 0 0 0 0,0 0 0 0 0,0 0-88 0 0,0-15 88 0 0,15-1-64 0 0,-15 16 64 0 0,0-15-72 0 0,15 0 72 0 0,-15-1-80 0 0,16 1 80 0 0,-16-1-72 0 0,15-14 72 0 0,-15 14-64 0 0,16 1 64 0 0,-1-16 0 0 0,-15 0 0 0 0,15 16 0 0 0,1-16-64 0 0,-1-15 64 0 0,1 15 0 0 0,-1-15 0 0 0,0 0 0 0 0,1-1 64 0 0,15 17 24 0 0,-16-16 8 0 0,16 15 0 0 0,0 0-16 0 0,-1 16 0 0 0,-14-16 0 0 0,15 15 0 0 0,-1 16-80 0 0,1-15 0 0 0,0 15 0 0 0,0 0 64 0 0,-1 0-64 0 0,-14 0 0 0 0,-1 0 0 0 0,16 15-88 0 0,-16-15 88 0 0,1 16 0 0 0,-1-1 0 0 0,-15 1 0 0 0,16-1 0 0 0,-16 0-80 0 0,15 1 8 0 0,-15 15 0 0 0,0-16 72 0 0,0 0 0 0 0,-15 1 64 0 0,15-1-64 0 0,0 0 0 0 0,-16 16 0 0 0,1-31 0 0 0,15 16-64 0 0,-16-1 64 0 0,1 0 0 0 0,0-15 80 0 0,-1 16-80 0 0,1-16 72 0 0,-1 0-72 0 0,-14 0 64 0 0,14 15-64 0 0,1-15 0 0 0,-16 0 0 0 0,16 0 0 0 0,-16 0 0 0 0,16-15 0 0 0,-1 15 0 0 0,1 0 0 0 0,-1 0-88 0 0,1-16-48 0 0,0 16-16 0 0,-1-15 0 0 0,1 0 0 0 0,-1-1-136 0 0,16 16-32 0 0,-15-15-8 0 0,15-1 0 0 0,-15 1-96 0 0,15 0-24 0 0,-16-1 0 0 0,16 16-5760 0 0,0-15-1151 0 0</inkml:trace>
  <inkml:trace contextRef="#ctx0" brushRef="#br0" timeOffset="2631.2199">2741 1 14048 0 0,'0'0'312'0'0,"0"0"64"0"0,0 0 8 0 0,0 0 8 0 0,0 0-312 0 0,0 0-80 0 0,0 0 0 0 0,0 0 0 0 0,0 0 768 0 0,0 15 127 0 0,0-15 33 0 0,0 0 8 0 0,0 16-104 0 0,15-1-32 0 0,-15-15 0 0 0,0 15 0 0 0,0 1-128 0 0,0-16-32 0 0,0 15-8 0 0,0 1 0 0 0,0-16-40 0 0,0 15-8 0 0,0 0 0 0 0,0 1 0 0 0,0-1-296 0 0,0 1-64 0 0,-15-1-16 0 0,15 0 0 0 0,0 16-120 0 0,-16-15-24 0 0,16 14-64 0 0,-15 1 96 0 0,15 0-96 0 0,-15 0 64 0 0,15-16-64 0 0,0 16 0 0 0,-16-16 0 0 0,16 16 0 0 0,0-16 0 0 0,-15 1 0 0 0,15-1 0 0 0,-16 1 0 0 0,16-16-104 0 0,0 0 32 0 0,0 0-216 0 0,0 0-48 0 0,0 0-8 0 0,0 0 0 0 0,0 0-1184 0 0,0 0-232 0 0,0 0-56 0 0</inkml:trace>
  <inkml:trace contextRef="#ctx0" brushRef="#br0" timeOffset="2890.94">2879 309 15824 0 0,'0'0'448'0'0,"0"0"95"0"0,0 15-431 0 0,-15 1-112 0 0,15-1 0 0 0,0 0 0 0 0,0 1 512 0 0,0 14 72 0 0,0-14 24 0 0,-16-1 0 0 0,16 1-232 0 0,0-1-48 0 0,0 0-8 0 0,0 1 0 0 0,0-1-176 0 0,-15 1-40 0 0,15-16-8 0 0,0 0 0 0 0,0 0-96 0 0,0 0 0 0 0,0 0-72 0 0,0 0-5527 0 0,0 0-1097 0 0</inkml:trace>
  <inkml:trace contextRef="#ctx0" brushRef="#br0" timeOffset="3155.62">3002 124 17375 0 0,'0'0'488'0'0,"0"0"120"0"0,-15 0-488 0 0,15 0-120 0 0,0 0 0 0 0,0 0 0 0 0,0 0 296 0 0,0 0 40 0 0,0 0 8 0 0,0 0-5519 0 0,0 0-1097 0 0</inkml:trace>
  <inkml:trace contextRef="#ctx0" brushRef="#br0" timeOffset="3776.01">3126 309 17591 0 0,'0'0'384'0'0,"0"0"88"0"0,0 0 8 0 0,0 0 16 0 0,0 0-400 0 0,15 0-96 0 0,0 0 0 0 0,1 0 0 0 0,-1 0 560 0 0,1 0 88 0 0,-16 0 24 0 0,15-16 0 0 0,16 16-192 0 0,-16 0-40 0 0,0 0-8 0 0,1 0 0 0 0,-1 0-264 0 0,1-15-48 0 0,-1 15-16 0 0,0-15 0 0 0,1 15-40 0 0,-1 0 0 0 0,1-16-64 0 0,-1 1 96 0 0,0 15-8 0 0,-15-16-8 0 0,0 16 0 0 0,16-15 0 0 0,-16 0 16 0 0,0 15 0 0 0,0-16 0 0 0,-16 16 0 0 0,16-15-8 0 0,0 15 0 0 0,-15 0 0 0 0,0-16 0 0 0,-1 16 32 0 0,1 0 8 0 0,-1 0 0 0 0,1 0 0 0 0,0 0-128 0 0,-1 16 0 0 0,1-16 0 0 0,-16 15 0 0 0,16 1 0 0 0,-1-1 0 0 0,1 0 0 0 0,0 1 0 0 0,-1 15 0 0 0,1-16 0 0 0,-1 16 0 0 0,1-16 0 0 0,15 16 0 0 0,0-16 0 0 0,-15 16-104 0 0,15-16 32 0 0,0 1 72 0 0,0-1-104 0 0,15 1 40 0 0,-15-1 64 0 0,15 0-112 0 0,-15-15 40 0 0,16 16 8 0 0,-1-16 0 0 0,1 15 64 0 0,-1-15-80 0 0,0-15 80 0 0,1 15-80 0 0,-1 0 80 0 0,16 0-96 0 0,-16-16 96 0 0,16 1-96 0 0,0 15 96 0 0,-16-15 0 0 0,16-1 80 0 0,0 1-80 0 0,-16-1 0 0 0,16 1 0 0 0,-16 0 0 0 0,1-1 0 0 0,-1 1 0 0 0,1 15 0 0 0,-1-15 0 0 0,0-1-80 0 0,-15 16 224 0 0,16-15 48 0 0,-1 15 0 0 0,-15 0 8 0 0,0 0-72 0 0,0 0-24 0 0,0 0 0 0 0,0 0 0 0 0,0 0-40 0 0,16 15 0 0 0,-16-15-64 0 0,0 16 96 0 0,0-1-96 0 0,0 0 88 0 0,0 1-88 0 0,0-1 80 0 0,0 0-80 0 0,0 1 0 0 0,-16-1 72 0 0,16 1-72 0 0,0-16 0 0 0,0 15 0 0 0,-15 0 0 0 0,15 1 0 0 0,-16-16 0 0 0,16 15 72 0 0,0-15-72 0 0,-15 0 0 0 0,15 0 64 0 0,0 0-64 0 0,0 0 0 0 0,0 0 0 0 0,0 0 0 0 0,0 0 0 0 0,-15-15 0 0 0,30 15-72 0 0,-15-16 72 0 0,0 16 0 0 0,15-15-72 0 0,-15 0 72 0 0,0 15 0 0 0,16-16 0 0 0,-1 1 0 0 0,1-1 0 0 0,-1-14 0 0 0,-15 14 0 0 0,15 1 96 0 0,1 0-32 0 0,-1-1 88 0 0,1-15 8 0 0,-1 16 8 0 0,16 0 0 0 0,-31 15-24 0 0,15-16-8 0 0,0 1 0 0 0,-15 15 0 0 0,0 0-136 0 0,0 0 0 0 0,16 0 0 0 0,-16 0 0 0 0,0 0 0 0 0,0 0 0 0 0,0 0 0 0 0,0 0 0 0 0,0 0-1032 0 0,0 0-160 0 0,0 0-32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08:31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2232 216 18223 0 0,'0'0'400'0'0,"0"0"80"0"0,0 0 24 0 0,0 0 8 0 0,0 0-408 0 0,-15 0-104 0 0,15 0 0 0 0,0 0 0 0 0,0 0 200 0 0,0 0 24 0 0,0 0 0 0 0,0 0 0 0 0,0 0-704 0 0,15 15-144 0 0,-15-15-24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08:35.337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16 0 19007 0 0,'0'0'416'0'0,"0"0"96"0"0,0 0 8 0 0,0 0 8 0 0,0 0-424 0 0,-15 0-104 0 0,15 0 0 0 0,0 0-5607 0 0,0 0-1145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09:14.304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5110.78809"/>
      <inkml:brushProperty name="anchorY" value="-4125.57764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6376.93994"/>
      <inkml:brushProperty name="anchorY" value="-5207.00244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7442.96973"/>
      <inkml:brushProperty name="anchorY" value="-6226.85107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8185.72705"/>
      <inkml:brushProperty name="anchorY" value="-7462.21484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9020.84863"/>
      <inkml:brushProperty name="anchorY" value="-8789.94238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9994.51465"/>
      <inkml:brushProperty name="anchorY" value="-9424.94238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0783.4541"/>
      <inkml:brushProperty name="anchorY" value="-10444.79102"/>
      <inkml:brushProperty name="scaleFactor" value="0.5"/>
    </inkml:brush>
  </inkml:definitions>
  <inkml:trace contextRef="#ctx0" brushRef="#br0">0 339 19783 0 0,'0'0'2168'0'0,"0"0"-2168"0"0,0 0 0 0 0,0 0 0 0 0,0 0 584 0 0,0 0 96 0 0,0 0 1584 0 0,0 15-2016 0 0,16 1-32 0 0,-16-1-8 0 0,0-15 0 0 0,15 31 192 0 0,-15 0-208 0 0,0-16 0 0 0,15 16 128 0 0,-15-16-216 0 0,0 16 0 0 0,0-15 0 0 0,0-1-40 0 0,0 0 0 0 0,16 16-64 0 0,-16-15 96 0 0,0-1-96 0 0,15 0 64 0 0,-15 1-64 0 0,0-1 0 0 0,0 1 0 0 0,0 14 0 0 0,0-30 0 0 0,16 16 0 0 0,-16-1 0 0 0,0-15 0 0 0,0 0 0 0 0,0 0 0 0 0,0 0 88 0 0,0 0-88 0 0,0 0 96 0 0,0 0-96 0 0,0 0 0 0 0,0 0 0 0 0,0 0 0 0 0,0 0 0 0 0,0-15 0 0 0,0-1 64 0 0,0 16-64 0 0,-16-15 0 0 0,16-16 64 0 0,0 16-64 0 0,0-1 0 0 0,0 1 0 0 0,0-16 64 0 0,0 16-64 0 0,0-1 0 0 0,0 1 0 0 0,16 0 0 0 0,-16-32 0 0 0,15 47 0 0 0,-15-15 0 0 0,15 0 0 0 0,-15 15 0 0 0,16-16 0 0 0,-16 1 0 0 0,31 15-64 0 0,-31 0 64 0 0,15 0 0 0 0,0 0 0 0 0,-15 0 0 0 0,16 0 0 0 0,-1 15 0 0 0,1-15 0 0 0,-1 16 0 0 0,-15-16-72 0 0,15 15 72 0 0,1 0 0 0 0,-16-15 0 0 0,15 31 0 0 0,-15-31-64 0 0,15 16 64 0 0,-15-1-64 0 0,16 16 64 0 0,-1-16-80 0 0,-15 1 80 0 0,0-1 0 0 0,0-15 0 0 0,16 31-64 0 0,-16-31 64 0 0,0 15 0 0 0,0-15-64 0 0,0 0 64 0 0,0 0 0 0 0,0 0 0 0 0,0 0 0 0 0,0 0 0 0 0,0 0 0 0 0,0 0-64 0 0,0 0 64 0 0,0 0 0 0 0,0-15 0 0 0,0-1-64 0 0,0 1 64 0 0,-16 0-72 0 0,16-1 72 0 0,0 1 0 0 0,0-1-72 0 0,0 1 72 0 0,0 0 0 0 0,16-1 0 0 0,-16 1-64 0 0,15-1 64 0 0,-15 1-80 0 0,15 0 80 0 0,1 15-80 0 0,-16-16 80 0 0,15 1 0 0 0,1-1-72 0 0,-1 16 72 0 0,0 0 0 0 0,1-15 0 0 0,-16 15 0 0 0,15 0 0 0 0,1 15 0 0 0,-1-15 0 0 0,-15 0 0 0 0,15 16 0 0 0,1-1 0 0 0,-1 1 88 0 0,-15-1-88 0 0,16 0 104 0 0,-16 1-24 0 0,0 15-8 0 0,15-1 88 0 0,-15-14-72 0 0,0 15 0 0 0,15-16 0 0 0,-15 0-88 0 0,0 16 96 0 0,0-15-96 0 0,0-1 96 0 0,0 0-96 0 0,0 1 0 0 0,0-1 0 0 0,0-15 0 0 0,0 15 0 0 0,0-15 0 0 0,0 0 0 0 0,0 0-712 0 0,0 0 480 0 0,0 0-4320 0 0,0 0 2920 0 0,0 0-19599 0 0</inkml:trace>
  <inkml:trace contextRef="#ctx0" brushRef="#br1" timeOffset="605.71">785 401 19783 0 0,'0'0'2168'0'0,"0"0"-2168"0"0,0 0 0 0 0,-15 15 0 0 0,15-15 784 0 0,0 15 1080 0 0,0 1-912 0 0,0-1-568 0 0,0 1-104 0 0,15-1-24 0 0,-15 16 152 0 0,16 15-112 0 0,-1 0-32 0 0,16 16-40 0 0,-16-47-112 0 0,-15 16-24 0 0,16-16-8 0 0,-1 16 0 0 0,0 0 0 0 0,1-16-80 0 0,-1 1 0 0 0,1-16 0 0 0,-1 15 0 0 0,-15-15 0 0 0,15 0 0 0 0,1 0 0 0 0,-1-15 0 0 0,-15 15 0 0 0,16-16 64 0 0,-1 1-64 0 0,-15 15 0 0 0,15-16 0 0 0,1-14 0 0 0,-16 14 64 0 0,0 1-64 0 0,15-16 0 0 0,-15 16 0 0 0,0-16 0 0 0,16 16 0 0 0,-16-1 0 0 0,0 1 0 0 0,0-16 0 0 0,0 16 64 0 0,0-1-64 0 0,15-15 0 0 0,-15 31 0 0 0,0-15 0 0 0,0 15 0 0 0,0 0 0 0 0,0 0 0 0 0,0 0 64 0 0,0 0-64 0 0,0 0 0 0 0,15 0 0 0 0,-15 15 0 0 0,0-15 0 0 0,16 16 64 0 0,-16-1-64 0 0,15-15 0 0 0,-15 16 64 0 0,0-1-64 0 0,16 16 64 0 0,-16-16-64 0 0,0 1 64 0 0,15-1-64 0 0,-15 16 0 0 0,0-16 64 0 0,0 1-64 0 0,0-1 0 0 0,15 0 0 0 0,-15 16 0 0 0,0-16 0 0 0,0-15 0 0 0,0 0 0 0 0,0 0-768 0 0,0 0 504 0 0,0 0-4408 0 0,0 0-18303 0 0</inkml:trace>
  <inkml:trace contextRef="#ctx0" brushRef="#br2" timeOffset="965.39">1278 108 16615 0 0,'0'0'1248'0'0,"0"0"-672"0"0,0 16-576 0 0,-15-16 0 0 0,15 15 0 0 0,0 0 896 0 0,0 1 1248 0 0,0-1-1056 0 0,0 1-448 0 0,15 14 448 0 0,-15 16-136 0 0,15-15-144 0 0,-15 0-408 0 0,16-16-88 0 0,-1 32 264 0 0,-15-17-288 0 0,0-14-32 0 0,15 15-16 0 0,-15-16 0 0 0,0 0 0 0 0,16 16-112 0 0,-16-15-16 0 0,0-1-8 0 0,15 31 0 0 0,-15-30-32 0 0,0-1-72 0 0,0 0 64 0 0,0 1-64 0 0,16-16 0 0 0,-16 15 0 0 0,0 1 0 0 0,0-16 0 0 0,0 0 64 0 0,0 0-64 0 0,0 0 0 0 0,0 0 0 0 0,0 0-96 0 0,0 0 96 0 0,0 0-1048 0 0,0 0 696 0 0,0 0-3848 0 0,0 0-19359 0 0</inkml:trace>
  <inkml:trace contextRef="#ctx0" brushRef="#br3" timeOffset="1380.95">1601 77 15408 0 0,'0'0'440'0'0,"0"0"191"0"0,0 0-631 0 0,0 0 0 0 0,0 0 0 0 0,0 0 864 0 0,0 0 160 0 0,0 0 24 0 0,16 0 768 0 0,-16 16-424 0 0,15-1-704 0 0,-15 1-64 0 0,15-16-16 0 0,-15 15 0 0 0,0 0 0 0 0,0 1-168 0 0,16-1-40 0 0,-16 1-8 0 0,15 14 0 0 0,-15-14-136 0 0,16 30 184 0 0,-16-31-224 0 0,15 1-56 0 0,-15-1 0 0 0,15 16-8 0 0,-15-16 0 0 0,16 1-16 0 0,-16 14 0 0 0,0-14 0 0 0,15 15 0 0 0,-15-16-40 0 0,0 0-16 0 0,16 1 0 0 0,-16-1 0 0 0,0 16-80 0 0,0-16 64 0 0,0 1-64 0 0,15-1 64 0 0,-15 1-64 0 0,0-1 0 0 0,0 0 0 0 0,0 1 64 0 0,0-1-64 0 0,0 1 0 0 0,15-1 0 0 0,-15 0 0 0 0,0 1 0 0 0,0-1 0 0 0,0-15 0 0 0,0 15 0 0 0,0-15 0 0 0,0 0 0 0 0,0 0 0 0 0,0 0 0 0 0,0 0-144 0 0,0 0-16 0 0,0 0-8 0 0,0 0 0 0 0,0 0-2472 0 0,0-15-4608 0 0,0 15-1263 0 0,0 0-2441 0 0</inkml:trace>
  <inkml:trace contextRef="#ctx0" brushRef="#br4" timeOffset="1613.32">1586 462 19495 0 0,'0'0'1360'0'0,"0"0"-1360"0"0,0 0 0 0 0,0 0 1160 0 0,0 0 208 0 0,15 0 40 0 0,1 16 0 0 0,-16-16-784 0 0,15 0-160 0 0,0 0-32 0 0,-15 0-8 0 0,31 0-232 0 0,-31 0-56 0 0,31-16-8 0 0,-31 16 0 0 0,31 0-64 0 0,-16-15-64 0 0,1 15 72 0 0,-1 0-72 0 0,0 0 0 0 0,1 0 0 0 0,-1 0 0 0 0,0 0 0 0 0,32 15-1512 0 0,-32-15-5856 0 0,0 0-1367 0 0,-15 0-2513 0 0</inkml:trace>
  <inkml:trace contextRef="#ctx0" brushRef="#br5" timeOffset="1842.62">2109 401 13792 0 0,'0'0'1512'0'0,"0"0"-1512"0"0,0 0 0 0 0,0 0 0 0 0,0 0 928 0 0,0 0 159 0 0,0 0 41 0 0,0 15 792 0 0,16 0-504 0 0,-1 1-720 0 0,-15-1-128 0 0,15 1-24 0 0,-15-1-8 0 0,16 31 384 0 0,-1-30-560 0 0,1-1-8 0 0,-16 16 0 0 0,15 0-160 0 0,-15-16-32 0 0,15 16 0 0 0,-15 15-8 0 0,16-31-88 0 0,-16 1-64 0 0,15-1 0 0 0,-15 0-96 0 0,0-15-64 0 0,0 0-24 0 0,0 0-6880 0 0,0 0-1375 0 0,0 0-2457 0 0</inkml:trace>
  <inkml:trace contextRef="#ctx0" brushRef="#br6" timeOffset="1975.41">2048 0 18599 0 0,'0'0'1296'0'0,"0"0"-1296"0"0,0 0 0 0 0,0 0 0 0 0,-16 0 520 0 0,16 0 80 0 0,0 0 8 0 0,0 0 8 0 0,0 0-616 0 0,0 0 0 0 0,0 0-104 0 0,0 0-22031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09:16.980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0133.05957"/>
      <inkml:brushProperty name="anchorY" value="-9809.79102"/>
      <inkml:brushProperty name="scaleFactor" value="0.5"/>
    </inkml:brush>
  </inkml:definitions>
  <inkml:trace contextRef="#ctx0" brushRef="#br0">0 124 17551 0 0,'0'0'496'0'0,"0"0"240"0"0,0 0-736 0 0,0 0 0 0 0,0 0 0 0 0,0 0 960 0 0,0 0 176 0 0,0 0 32 0 0,0 0 8 0 0,0 0-504 0 0,0 0-96 0 0,0 0-16 0 0,0 0-8 0 0,16 15-200 0 0,15 16 248 0 0,-16 0-304 0 0,-15-16-104 0 0,15 0-16 0 0,1 16-8 0 0,-1 15 88 0 0,1-15-192 0 0,-16 15 0 0 0,15-15 0 0 0,-15 0-64 0 0,15 0 80 0 0,1 15-80 0 0,-16-15 80 0 0,0-1-80 0 0,15-14 0 0 0,1 15 0 0 0,-16-16 0 0 0,0 16 0 0 0,0-16 0 0 0,15 1 64 0 0,-15 14-64 0 0,15-14 0 0 0,-15-1 0 0 0,0-15 0 0 0,0 0 0 0 0,0 16 0 0 0,0-16 64 0 0,0 0-64 0 0,0 0 0 0 0,0 0 0 0 0,0 0 0 0 0,0 0 0 0 0,0 0 64 0 0,0 0-64 0 0,0 0 64 0 0,0 0-64 0 0,0-16 0 0 0,-15 16 64 0 0,15-15-64 0 0,-15-1 0 0 0,15 1 0 0 0,0-16 0 0 0,-16 16 0 0 0,16-16 0 0 0,-15 0 0 0 0,15 0 0 0 0,-16-15 0 0 0,16 0 0 0 0,-15 0 0 0 0,15 0 0 0 0,0 15 0 0 0,0-15 0 0 0,0 15 0 0 0,0-15 0 0 0,0 15 0 0 0,15 0-88 0 0,1 0 88 0 0,-16 1 0 0 0,15 14-72 0 0,1-15 72 0 0,-1 16 0 0 0,0 0 0 0 0,1-1-72 0 0,-1 1 72 0 0,1 15 0 0 0,-1 0 0 0 0,0-16 0 0 0,1 16 0 0 0,-1 16-72 0 0,1-16 72 0 0,-1 0 0 0 0,0 15-72 0 0,1-15 72 0 0,-1 16 0 0 0,1-1 0 0 0,-1 0 0 0 0,0 16 0 0 0,-15-15 64 0 0,0 14-64 0 0,0 1 72 0 0,0 0 8 0 0,0-16 16 0 0,-15 1-96 0 0,0 15 176 0 0,-1-16-96 0 0,1 0 0 0 0,15 1 0 0 0,-16-16 8 0 0,1 15 0 0 0,0-15 0 0 0,-1 0 0 0 0,1 0-88 0 0,-1 0 64 0 0,1-15-64 0 0,0 15 64 0 0,-32-31-616 0 0,47 31 344 0 0,-15-15-3896 0 0,15 15-20159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09:17.431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0983.5752"/>
      <inkml:brushProperty name="anchorY" value="-10598.7314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1803.30273"/>
      <inkml:brushProperty name="anchorY" value="-11864.88379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2484.48438"/>
      <inkml:brushProperty name="anchorY" value="-13177.2168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3258.03027"/>
      <inkml:brushProperty name="anchorY" value="-14166.27734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3893.03027"/>
      <inkml:brushProperty name="anchorY" value="-14801.27734"/>
      <inkml:brushProperty name="scaleFactor" value="0.5"/>
    </inkml:brush>
  </inkml:definitions>
  <inkml:trace contextRef="#ctx0" brushRef="#br0">1 15 12480 0 0,'0'0'352'0'0,"0"0"168"0"0,0 0-520 0 0,0 0 0 0 0,0 16 1344 0 0,15-16 248 0 0,-15 15 47 0 0,16 1 1169 0 0,-16 14-712 0 0,30 1-288 0 0,-30 15-368 0 0,31 16-224 0 0,-31-31-760 0 0,0 0-8 0 0,16 30 296 0 0,-1 1-224 0 0,-15-47-264 0 0,0 16-80 0 0,15-16-16 0 0,-15 1-8 0 0,16 30 104 0 0,-16-31-160 0 0,0 1 0 0 0,0-1 0 0 0,15 0-32 0 0,-15 1-64 0 0,0-1 88 0 0,0 1-88 0 0,0-16 64 0 0,0 0-64 0 0,0 0 0 0 0,0 0 0 0 0,0 0 0 0 0,0 15 0 0 0,0-15 0 0 0,0 0 0 0 0,0 0-96 0 0,0 0-16 0 0,0 0-8 0 0,0 0 0 0 0,0 0-2464 0 0,16 0-4992 0 0,-16-15-1327 0 0,0 15-2553 0 0</inkml:trace>
  <inkml:trace contextRef="#ctx0" brushRef="#br1" timeOffset="503.27">309 323 17359 0 0,'0'0'1320'0'0,"0"0"-736"0"0,0 0-584 0 0,0 0 0 0 0,15 16 0 0 0,-15-1 944 0 0,0 1 168 0 0,0-16 32 0 0,15 46 592 0 0,1-16-808 0 0,-1 17-200 0 0,1-17-256 0 0,-1-14-240 0 0,-15-1-64 0 0,15 1-8 0 0,1-1-8 0 0,-16 0 0 0 0,15 1-88 0 0,1-1 32 0 0,-1-15-96 0 0,-15 0 64 0 0,0 16-64 0 0,15-16 0 0 0,1 0 0 0 0,-16 0 72 0 0,0-16-72 0 0,15 16 0 0 0,-15-15 72 0 0,16 15-72 0 0,-16-16 0 0 0,15 1 0 0 0,-15 0 0 0 0,0-1 0 0 0,0 16 0 0 0,15-15 0 0 0,-15-1-88 0 0,0 1 88 0 0,0 0 0 0 0,0-16 0 0 0,0 15 0 0 0,0 1 0 0 0,0 0 0 0 0,0-1 0 0 0,0 1 64 0 0,0 0-64 0 0,0 15 0 0 0,16-16 0 0 0,-16 16 0 0 0,0 0 0 0 0,0 0 0 0 0,0 0 0 0 0,15 0 0 0 0,-15 16 0 0 0,16-16 0 0 0,-1 15 0 0 0,0 0 0 0 0,-15 1 0 0 0,16-1 0 0 0,-1 0 0 0 0,1 16 0 0 0,-1-15 0 0 0,0-1 0 0 0,1 16 0 0 0,-1-16 0 0 0,-15 16 0 0 0,16 0 0 0 0,-1 0 64 0 0,0-16-64 0 0,-15 16 72 0 0,0 0-72 0 0,16-1 96 0 0,-16 1-96 0 0,15 0 96 0 0,-15 15 0 0 0,0-15-96 0 0,0 0 112 0 0,0-16-32 0 0,-15 16-8 0 0,15-16 0 0 0,-16 1 64 0 0,1-1 16 0 0,15 0 0 0 0,-31 1 152 0 0,0-1-152 0 0,16-15 0 0 0,0 16 0 0 0,-16-16-56 0 0,15 0-16 0 0,-14 0 0 0 0,-1 0 0 0 0,0 0-80 0 0,16 0 0 0 0,-16-16 0 0 0,0 16-88 0 0,16-15-40 0 0,-16 15 0 0 0,15 0-8 0 0,1-16 0 0 0,-31 1-1000 0 0,46 0-6408 0 0,0 15-1423 0 0,0 0-2601 0 0</inkml:trace>
  <inkml:trace contextRef="#ctx0" brushRef="#br2" timeOffset="880.54">924 370 19231 0 0,'0'0'2112'0'0,"0"0"-2112"0"0,0 0 0 0 0,0 0 0 0 0,16 15 800 0 0,-16 16 1088 0 0,0-16-920 0 0,15-15-368 0 0,-15 31-80 0 0,16-16-8 0 0,-16 1-8 0 0,15-1-152 0 0,-15 0-32 0 0,15 1-8 0 0,-15-1 0 0 0,16 16-104 0 0,-16-16-16 0 0,15 1-8 0 0,-15-1 0 0 0,16 1-120 0 0,-16-1-64 0 0,0 0 80 0 0,15-15-80 0 0,-15 16 0 0 0,0-1 0 0 0,0-15 0 0 0,0 0 0 0 0,0 16-512 0 0,0-16 304 0 0,0 0-3496 0 0,0 0-6399 0 0,0 0-4713 0 0</inkml:trace>
  <inkml:trace contextRef="#ctx0" brushRef="#br3" timeOffset="996.33">878 0 15032 0 0,'0'0'1647'0'0,"0"0"-1647"0"0,0 0 0 0 0,0 0-96 0 0,0 0-16487 0 0</inkml:trace>
  <inkml:trace contextRef="#ctx0" brushRef="#br4" timeOffset="1553.2">1263 293 18799 0 0,'-15'15'1960'0'0,"15"0"-1856"0"0,0 1-104 0 0,0-16 0 0 0,15 15 0 0 0,-15 1 632 0 0,0-1 104 0 0,16 0 16 0 0,-16 1 8 0 0,15 14-352 0 0,0 1 248 0 0,-15-15-336 0 0,16-1-112 0 0,-1 16 152 0 0,0 15 8 0 0,1-15 32 0 0,-16 0-48 0 0,15-16-216 0 0,-15-15 0 0 0,0 15 64 0 0,16-15-200 0 0,-16 0 96 0 0,0 0-96 0 0,0 0 72 0 0,0 0-72 0 0,0 0 0 0 0,0 0 72 0 0,0 0-72 0 0,0 0 0 0 0,0 0 0 0 0,0 0 0 0 0,0 0 0 0 0,0-30 0 0 0,15 30 0 0 0,-15-16 64 0 0,0 1-64 0 0,0-16 0 0 0,0 16 64 0 0,0-1-64 0 0,15-15 0 0 0,-15 16 0 0 0,0 0 0 0 0,16-1 0 0 0,-1 1 0 0 0,-15 15 0 0 0,0-16 0 0 0,16 1 0 0 0,-1 15 0 0 0,-15-15 0 0 0,15 15 0 0 0,1 0 0 0 0,-16 0 0 0 0,15 0 0 0 0,1 15 0 0 0,-16-15 0 0 0,15 15 0 0 0,0 1 0 0 0,-15-16 0 0 0,16 15 0 0 0,-16 1 64 0 0,15-1-64 0 0,-15 0 72 0 0,16 1-72 0 0,-16-1 80 0 0,15 1-80 0 0,-15-1 64 0 0,0 0-64 0 0,0 1 0 0 0,15 15 72 0 0,-15-31-72 0 0,0 15 0 0 0,0 0 0 0 0,0 1 0 0 0,16-1-64 0 0,-16 1-136 0 0,0-16 96 0 0,0 0-1136 0 0,0 0 800 0 0,0 0-3632 0 0,0 0-4823 0 0,0 0-4097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09:19.679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4943.66699"/>
      <inkml:brushProperty name="anchorY" value="-15867.30664"/>
      <inkml:brushProperty name="scaleFactor" value="0.5"/>
    </inkml:brush>
  </inkml:definitions>
  <inkml:trace contextRef="#ctx0" brushRef="#br0">324 154 12928 0 0,'0'0'368'0'0,"0"0"168"0"0,-15-15-536 0 0,15 15 0 0 0,0-15 0 0 0,-16 15 1176 0 0,1-16 216 0 0,15 1 47 0 0,-15 15 1 0 0,-1-16-416 0 0,16 1-80 0 0,-15 15-16 0 0,-1-15-8 0 0,1 15-264 0 0,0-31 544 0 0,-1 31-608 0 0,1-15-144 0 0,-1 15-24 0 0,1 0-8 0 0,0 0 0 0 0,-1 15-152 0 0,1-15-32 0 0,15 15-8 0 0,-16-15 0 0 0,1 16-72 0 0,15-1-24 0 0,-15 0 0 0 0,15 1 0 0 0,0-1-128 0 0,0 16 80 0 0,-16-16-80 0 0,32 16 64 0 0,-16-15-64 0 0,0 14 0 0 0,0 1 0 0 0,15-15 0 0 0,0 14 0 0 0,-15 1 0 0 0,16-15 0 0 0,-1-1 0 0 0,-15 16 0 0 0,16-16 0 0 0,-1 1-64 0 0,0-1 64 0 0,1-15 0 0 0,-1 15-88 0 0,1-15 88 0 0,14 0-64 0 0,-30 0 64 0 0,16-15-80 0 0,-1 15 80 0 0,1-15-80 0 0,-1 15 80 0 0,-15-16 0 0 0,15 1 0 0 0,1-1-64 0 0,-16 1 64 0 0,0 0 0 0 0,15-1 0 0 0,-15-15-64 0 0,0 16 64 0 0,16-16 0 0 0,-32 16 0 0 0,16-1 0 0 0,0 1 0 0 0,0 0 64 0 0,0-1-64 0 0,0 16 64 0 0,0-15-64 0 0,0 15 64 0 0,0 0-64 0 0,0 0 0 0 0,0 0 0 0 0,0 0 0 0 0,0 0 0 0 0,0 0 0 0 0,0 0 0 0 0,0 0 0 0 0,16 15 0 0 0,-16-15 0 0 0,15 16 0 0 0,-15-1 0 0 0,15 0 64 0 0,1 1-64 0 0,-16 15 0 0 0,15-31 0 0 0,-15 30 0 0 0,16-14 0 0 0,-16 15 0 0 0,15-16 0 0 0,-15 16 0 0 0,0-16 64 0 0,15 16-64 0 0,-15 0 80 0 0,16 0-80 0 0,-32-1 136 0 0,16 1-16 0 0,16 0-8 0 0,-16 0 0 0 0,-16-16 0 0 0,16 16 0 0 0,0-16 0 0 0,-15 16 0 0 0,15-16 32 0 0,-15 1 8 0 0,-1-1 0 0 0,16 1 0 0 0,-15-1 8 0 0,-1 0 0 0 0,1 1 0 0 0,-16-1 120 0 0,16-15-168 0 0,-1 0 0 0 0,-14 0 0 0 0,14 0-112 0 0,-15 0 0 0 0,16 0 0 0 0,-16 0 0 0 0,16 0 0 0 0,-16-15 0 0 0,16 15-88 0 0,-32-16-456 0 0,17 1-640 0 0,14 0-6784 0 0,1-1-1471 0 0,15 16-2729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09:25.743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 16 18199 0 0,'0'0'1384'0'0,"0"0"-776"0"0,0 0-608 0 0,0 0 0 0 0,15 0 0 0 0,-15 0 656 0 0,15 0 112 0 0,-15 0 16 0 0,31 0 536 0 0,-15 0-840 0 0,-16-15-16 0 0,30 15 336 0 0,-14 0-488 0 0,-1 0-8 0 0,1 0 0 0 0,-1 0-112 0 0,0 0-32 0 0,-15 0 0 0 0,16 0 0 0 0,-1 0-64 0 0,1 0-24 0 0,-1 0 0 0 0,0 0 0 0 0,-15 15-72 0 0,16-15 0 0 0,-1 0 0 0 0,-15 0 0 0 0,16 0 0 0 0,-16 0 0 0 0,15 0-704 0 0,-15 0 440 0 0,0 0-3368 0 0,0 0-2608 0 0,0 0-991 0 0,0 0-2065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09:25.973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958.27325"/>
      <inkml:brushProperty name="anchorY" value="-635"/>
      <inkml:brushProperty name="scaleFactor" value="0.5"/>
    </inkml:brush>
  </inkml:definitions>
  <inkml:trace contextRef="#ctx0" brushRef="#br0">0 0 16575 0 0,'0'0'1152'0'0,"0"0"-1152"0"0,0 0 0 0 0,0 0 824 0 0,0 0 136 0 0,0 0 32 0 0,0 0 8 0 0,0 0-448 0 0,31 16 360 0 0,-31-16-472 0 0,16 0-232 0 0,-1 0-48 0 0,0 0 0 0 0,1 0-8 0 0,-1 0-152 0 0,1 0 64 0 0,14-16-64 0 0,-14 16 0 0 0,-1 0 0 0 0,16 0 0 0 0,-16 0-6440 0 0,1 0-1287 0 0,-16 0-2257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09:27.814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839.57605"/>
      <inkml:brushProperty name="anchorY" value="-1270"/>
      <inkml:brushProperty name="scaleFactor" value="0.5"/>
    </inkml:brush>
  </inkml:definitions>
  <inkml:trace contextRef="#ctx0" brushRef="#br0">539 0 15176 0 0,'0'0'1663'0'0,"0"0"-1663"0"0,0 0 0 0 0,0 0 0 0 0,-15 0 736 0 0,15 0 128 0 0,-16 0 24 0 0,16 0 8 0 0,-15 0-240 0 0,0 0-48 0 0,15 16 0 0 0,-16-16-8 0 0,1 0-208 0 0,15 0-40 0 0,-16 0 0 0 0,1 0-8 0 0,0 0-184 0 0,15 0-32 0 0,-16 0 0 0 0,1 0-8 0 0,-1 0-120 0 0,16 0 64 0 0,-15 0-64 0 0,0 0 0 0 0,-1 0 88 0 0,1 0-88 0 0,15 0 96 0 0,-16 0-96 0 0,1 0 168 0 0,0 0-16 0 0,15 0-8 0 0,-16 0 0 0 0,1 0 8 0 0,0 0 0 0 0,15 0 0 0 0,-16 0 0 0 0,16 0-56 0 0,-15 0-16 0 0,15 0 0 0 0,0 0 0 0 0,-16 0 16 0 0,1 0 0 0 0,15 0 0 0 0,0 0 0 0 0,0 0-16 0 0,0 0 0 0 0,0 0 0 0 0,-15 0 0 0 0,15 0-8 0 0,0 15 0 0 0,-16-15 0 0 0,16 0 0 0 0,0 15 8 0 0,-15-15 0 0 0,15 0 0 0 0,0 16 0 0 0,0-16-80 0 0,0 15 96 0 0,0-15-96 0 0,0 16 96 0 0,0-1-96 0 0,-16 31 0 0 0,16-31 64 0 0,0-15-64 0 0,0 0 0 0 0,0 0 72 0 0,0 0-72 0 0,0 0 64 0 0,0 16-64 0 0,0-1 64 0 0,0-15-64 0 0,0 16 0 0 0,0-1 64 0 0,0 0-64 0 0,0 1 0 0 0,0-16 0 0 0,0 15 64 0 0,0 1-64 0 0,0-1 0 0 0,0 0 0 0 0,0-15 0 0 0,0 0 0 0 0,0 16 64 0 0,0 15-64 0 0,0-31 0 0 0,0 30 0 0 0,0-14 0 0 0,0-1 64 0 0,0 1-64 0 0,0-1 64 0 0,0 16-64 0 0,0-16 64 0 0,0 1-64 0 0,0-1 64 0 0,0 16-64 0 0,0-16 0 0 0,0 1 72 0 0,0 14-72 0 0,0 1 64 0 0,0-16-64 0 0,0 16 0 0 0,0-15 0 0 0,0-1 0 0 0,0 0 0 0 0,0 1 64 0 0,0-1-64 0 0,0 1 64 0 0,0-1-64 0 0,-15 0 72 0 0,15 1-72 0 0,0-1 96 0 0,0-15-24 0 0,0 16-8 0 0,0 14 0 0 0,0-14 0 0 0,0-16-64 0 0,0 15 64 0 0,0 1-64 0 0,0-1 0 0 0,0 0 0 0 0,0-15 64 0 0,0 16-64 0 0,0-1 0 0 0,0 1 0 0 0,0-1 0 0 0,0-15 0 0 0,0 15 0 0 0,0 1 64 0 0,0-1-64 0 0,-15 1 0 0 0,15-1 0 0 0,0 0 0 0 0,0-15 0 0 0,0 31 0 0 0,0-16 0 0 0,0 1 64 0 0,0 15-64 0 0,0-16 0 0 0,0 0 0 0 0,0 1 0 0 0,0-1 0 0 0,0 31 0 0 0,0-30 0 0 0,-16-1 0 0 0,16 1 0 0 0,0-1 64 0 0,0 0-64 0 0,0 1 0 0 0,0-1 0 0 0,0-15 0 0 0,0 16 0 0 0,0-1 0 0 0,0 0 0 0 0,0 1 0 0 0,0-16 0 0 0,0 15 0 0 0,0 1 0 0 0,0-1 0 0 0,0 0 0 0 0,0-15 0 0 0,0 31 0 0 0,0-31 0 0 0,0 16 0 0 0,0-1 0 0 0,0 0 0 0 0,0-15 0 0 0,0 31 0 0 0,0-16 0 0 0,0-15 0 0 0,0 31 0 0 0,0-15 0 0 0,0-1 0 0 0,0-15 0 0 0,0 15 0 0 0,0 1 0 0 0,0-1 0 0 0,0 1 0 0 0,0-1 0 0 0,0 16 64 0 0,0-16-64 0 0,0 1 0 0 0,0 14 0 0 0,0-14 0 0 0,-15-1 0 0 0,15 16 64 0 0,0-16-64 0 0,0 1 0 0 0,0-16 0 0 0,0 15 0 0 0,0 1 0 0 0,0-1 0 0 0,0-15 0 0 0,0 15 0 0 0,0 1 0 0 0,0-16 0 0 0,0 31 0 0 0,0-16 0 0 0,0-15 0 0 0,0 15 0 0 0,0 1 0 0 0,0-1 0 0 0,0-15 0 0 0,0 15 0 0 0,0 1 0 0 0,0-16 0 0 0,0 15 64 0 0,0 1-64 0 0,0-16 0 0 0,0 15 64 0 0,0-15-64 0 0,0 0 64 0 0,0 15-64 0 0,0-15 0 0 0,0 16 64 0 0,0-16-64 0 0,0 15 0 0 0,0-15 64 0 0,0 16-64 0 0,0-16 0 0 0,0 0 64 0 0,0 15-64 0 0,0-15 0 0 0,0 15 0 0 0,0-15 0 0 0,0 16 0 0 0,0-16 0 0 0,0 0 64 0 0,0 15-64 0 0,0-15 0 0 0,0 16 0 0 0,0-16 0 0 0,0 0 0 0 0,0 15 0 0 0,-16 0 0 0 0,16-15 0 0 0,0 16 0 0 0,0-16 0 0 0,0 15 0 0 0,0-15 0 0 0,0 31 0 0 0,0-31 0 0 0,0 0 0 0 0,0 15 0 0 0,0-15 0 0 0,0 16 0 0 0,0-16 0 0 0,0 0 0 0 0,0 15 0 0 0,0-15 0 0 0,0 0 64 0 0,0 0-64 0 0,0 0 0 0 0,0 16 0 0 0,0-16 0 0 0,0 15 0 0 0,0-15 64 0 0,0 0-64 0 0,0 0 0 0 0,0 0 64 0 0,0 0-64 0 0,0 15 0 0 0,0-15 0 0 0,0 0 0 0 0,0 0 0 0 0,0 16 0 0 0,0-16 64 0 0,0 0-64 0 0,0 0 0 0 0,0 0 0 0 0,0 0 0 0 0,0 0 0 0 0,0 0 0 0 0,0 0 0 0 0,0 0 64 0 0,0 0-64 0 0,0 0 0 0 0,0 0 0 0 0,0 0 0 0 0,0 0 64 0 0,0 0-64 0 0,0 0 0 0 0,0 0 0 0 0,0 0 0 0 0,0 0 0 0 0,0 0 64 0 0,0 0-64 0 0,0 0 0 0 0,0 0 64 0 0,0-16-64 0 0,0 16 0 0 0,16 0 0 0 0,-16 0 0 0 0,0 0 64 0 0,15-15-64 0 0,-15 15 0 0 0,0 0 0 0 0,16 0 0 0 0,-16 0 0 0 0,15-15 0 0 0,-15 15 0 0 0,15 0 0 0 0,1 0 0 0 0,-16 0 0 0 0,15 0 0 0 0,1 0 0 0 0,-1 0 0 0 0,0 0 0 0 0,1 0 0 0 0,15 0 0 0 0,-16 0 0 0 0,0 0 0 0 0,16 0 0 0 0,-16 0 0 0 0,16 0 0 0 0,46 15-1720 0 0,-46-15-6136 0 0,-16 0-1447 0 0,-15 0-2673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09:53.352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096.81934"/>
      <inkml:brushProperty name="anchorY" value="-3205.78784"/>
      <inkml:brushProperty name="scaleFactor" value="0.5"/>
    </inkml:brush>
  </inkml:definitions>
  <inkml:trace contextRef="#ctx0" brushRef="#br0">185 77 11400 0 0,'0'0'856'0'0,"0"0"-464"0"0,0 0-392 0 0,0 0 0 0 0,0 0 0 0 0,0 0 704 0 0,0 0 128 0 0,0 0 32 0 0,0 0 0 0 0,0 0-49 0 0,0 0-7 0 0,0 0 0 0 0,15-15 0 0 0,-15 15-184 0 0,0 0-40 0 0,0 0-8 0 0,0 0 0 0 0,0 0-88 0 0,0 0-16 0 0,0 0-8 0 0,0 0 368 0 0,0 0-480 0 0,0 0-8 0 0,0 0 0 0 0,0 0-56 0 0,0 0-16 0 0,0 0 0 0 0,0 0 0 0 0,0 0-24 0 0,0 0-8 0 0,0 0 0 0 0,0 0 0 0 0,0 0-48 0 0,0 0-16 0 0,0 0 0 0 0,0 0 0 0 0,0-16-40 0 0,0 16-8 0 0,-15 0 0 0 0,15 0 0 0 0,-16 0-16 0 0,16 0-8 0 0,0 0 0 0 0,0 0 0 0 0,-15 16-40 0 0,15-16 0 0 0,-15 0-64 0 0,15 0 96 0 0,0 0-96 0 0,0 0 88 0 0,-16 0-88 0 0,16 15 80 0 0,0-15-80 0 0,-15 0 64 0 0,15 15-64 0 0,-16-15 64 0 0,16 16-64 0 0,-15-16 80 0 0,15 15-80 0 0,-15 1 80 0 0,15-1-16 0 0,-16 0-64 0 0,16-15 64 0 0,0 16-64 0 0,-15-1 80 0 0,15 1-80 0 0,0-1 80 0 0,-16 0-80 0 0,16-15 0 0 0,0 16 0 0 0,0-1 64 0 0,0 1-64 0 0,-15-1 0 0 0,15 0 0 0 0,0 1 0 0 0,0-16 0 0 0,0 15 64 0 0,0 0-64 0 0,0 1 0 0 0,0-1 64 0 0,0 1-64 0 0,0-16 0 0 0,0 15 64 0 0,0 0-64 0 0,0 1 64 0 0,0-16-64 0 0,0 15 64 0 0,0-15-64 0 0,0 16 64 0 0,0-1-64 0 0,0-15 64 0 0,0 0-64 0 0,0 15 0 0 0,15 1 0 0 0,-15-16 64 0 0,0 15-64 0 0,0 1 0 0 0,16-16 0 0 0,-16 15 64 0 0,0-15-64 0 0,15 15 72 0 0,-15-15-72 0 0,0 0 0 0 0,0 16 0 0 0,16-16 0 0 0,-16 0 64 0 0,0 15-64 0 0,15-15 0 0 0,-15 0 0 0 0,15 16 0 0 0,-15-16 0 0 0,16 15 0 0 0,-16-15 0 0 0,15 0 0 0 0,1 15 0 0 0,-16-15 0 0 0,15 0 0 0 0,0 0 0 0 0,-15 0 0 0 0,16 16 0 0 0,-16-16 0 0 0,15 0 0 0 0,-15 0 0 0 0,16 0 0 0 0,-16 0 0 0 0,15 0 0 0 0,0 0 0 0 0,-15 0 0 0 0,16 0 0 0 0,-1-16 0 0 0,-15 16 0 0 0,16 0 0 0 0,-1 0 0 0 0,-15 0 64 0 0,15 0-64 0 0,1-15 0 0 0,-16 15 0 0 0,15 0 0 0 0,-15-15 0 0 0,15 15 0 0 0,-15 0 0 0 0,0 0 0 0 0,16-16 0 0 0,-1 16 0 0 0,-15-15 0 0 0,0 15 0 0 0,16-16 0 0 0,-16 16 0 0 0,15 0 0 0 0,-15-15 0 0 0,0 15 0 0 0,15-15 0 0 0,-15 15 0 0 0,16-16 0 0 0,-16 16 0 0 0,0-15 0 0 0,15 15 0 0 0,-15 0 64 0 0,0-16-64 0 0,0 16 0 0 0,16-15 0 0 0,-16 15 0 0 0,0 0 0 0 0,0-15 0 0 0,0-1 0 0 0,0 16 64 0 0,0-15-64 0 0,0 15 0 0 0,0-16 0 0 0,0 1 0 0 0,0 0 0 0 0,0 15 0 0 0,0-16 0 0 0,0 1 0 0 0,0-1 0 0 0,0 1 0 0 0,0 0 0 0 0,0-1 0 0 0,0 1 0 0 0,0 0 0 0 0,0-1 0 0 0,0 1 0 0 0,-16 15 0 0 0,16-16 0 0 0,0 1 0 0 0,0 0 0 0 0,-15 15 0 0 0,15-16 0 0 0,0 16 0 0 0,0-15 0 0 0,-16-1 0 0 0,16 16 0 0 0,-15-15 0 0 0,15 15 0 0 0,0-15 0 0 0,-15 15 0 0 0,15-16 0 0 0,-16 16 0 0 0,16-15 0 0 0,-15-1 0 0 0,-1 16 0 0 0,16-15 64 0 0,-15 0-64 0 0,0 15 0 0 0,15-16 0 0 0,-16 1 0 0 0,1 15 0 0 0,15-16-80 0 0,-15 16 80 0 0,-1-15-80 0 0,1 15-72 0 0,15 0-8 0 0,-16 0-8 0 0,1 0 0 0 0,-16 0-2648 0 0,16 15-4496 0 0,-1-15-1263 0 0,16 0-2457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09:58.834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446.42462"/>
      <inkml:brushProperty name="anchorY" value="-2509.21216"/>
      <inkml:brushProperty name="scaleFactor" value="0.5"/>
    </inkml:brush>
  </inkml:definitions>
  <inkml:trace contextRef="#ctx0" brushRef="#br0">0 124 19495 0 0,'0'0'1472'0'0,"0"0"-808"0"0,0-16-664 0 0,16 16 0 0 0,-1 0 728 0 0,-15 0 120 0 0,15-15 24 0 0,16 15 616 0 0,-15 0-928 0 0,-1-15-16 0 0,0 15 0 0 0,1 0-248 0 0,-1-16-48 0 0,1 16-16 0 0,-1 0 0 0 0,0 0-120 0 0,1-15-24 0 0,15 15-8 0 0,-16 0 0 0 0,0-16-80 0 0,1 16 0 0 0,-1 0 0 0 0,1-15 0 0 0,45 0-520 0 0,-45 15-6992 0 0,14 0-1455 0 0,-30 0-2617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09:59.945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512.45459"/>
      <inkml:brushProperty name="anchorY" value="-3021.06079"/>
      <inkml:brushProperty name="scaleFactor" value="0.5"/>
    </inkml:brush>
  </inkml:definitions>
  <inkml:trace contextRef="#ctx0" brushRef="#br0">16 47 15088 0 0,'0'0'1144'0'0,"0"0"-633"0"0,0 0-511 0 0,0 15 0 0 0,0-15 0 0 0,0 16 696 0 0,0-16 120 0 0,15 15 24 0 0,-15 0 584 0 0,0 1-912 0 0,15-1 0 0 0,-15-15-8 0 0,16 16-88 0 0,-1-1-24 0 0,-15-15 0 0 0,15 0 0 0 0,1 15-40 0 0,-1-15 0 0 0,-15 0-8 0 0,16 0 0 0 0,-1 0-64 0 0,0 0-16 0 0,-15 0 0 0 0,16 0 0 0 0,-1 0-104 0 0,-15 0-16 0 0,16-15-8 0 0,-16 15 0 0 0,15 0-40 0 0,-15-15-16 0 0,0-1 0 0 0,15 16 0 0 0,-15-15-80 0 0,0 15 80 0 0,16-16-80 0 0,-16 1 80 0 0,0 15-80 0 0,0-15 0 0 0,15 15 72 0 0,-15-16-72 0 0,0 1 0 0 0,0-1 72 0 0,0 16-72 0 0,0-15 0 0 0,0 15 72 0 0,0 0-72 0 0,0-15 0 0 0,0 15 72 0 0,0 0-72 0 0,0 0 64 0 0,0 0-64 0 0,0 0 64 0 0,0 0-64 0 0,0 0 80 0 0,0 0-80 0 0,0 0 80 0 0,0 0-80 0 0,0 0 64 0 0,0 0-64 0 0,0 0 64 0 0,0 0-64 0 0,0 0 64 0 0,0 0-64 0 0,0 0 64 0 0,0 0-64 0 0,16 15 0 0 0,-16-15 0 0 0,0 15 64 0 0,0-15 0 0 0,0 16 0 0 0,0-16 0 0 0,0 15 0 0 0,0 1 0 0 0,0-16-64 0 0,0 15 96 0 0,0 0-32 0 0,0 1-64 0 0,0-1 96 0 0,0 1-96 0 0,0 14 96 0 0,0 1 0 0 0,0-15 0 0 0,0-16-96 0 0,0 30 64 0 0,0-30-64 0 0,0 31 64 0 0,0-15-64 0 0,0-1 96 0 0,0 0-96 0 0,0-15 96 0 0,0 16-96 0 0,0 14 80 0 0,-16-30-80 0 0,16 31 80 0 0,0-15-16 0 0,0-1-64 0 0,0 0 64 0 0,0-15-64 0 0,0 16 0 0 0,0-1 0 0 0,0-15 0 0 0,0 0 0 0 0,0 31 64 0 0,0-31-64 0 0,0 15 0 0 0,0-15 0 0 0,0 0 0 0 0,0 16 0 0 0,0-16 0 0 0,0 15 0 0 0,0-15 0 0 0,0 0 0 0 0,0 16 0 0 0,0-16 0 0 0,0 0 64 0 0,0 0-64 0 0,0 15 0 0 0,0-15 0 0 0,0 0 0 0 0,0 0 64 0 0,0 0-64 0 0,0 15 0 0 0,0-15 0 0 0,-15 16 64 0 0,15-16-64 0 0,-16 0 0 0 0,16 0 0 0 0,-15 15 0 0 0,15-15 0 0 0,-15 0 0 0 0,-1 0 0 0 0,1 0 0 0 0,-1 16 0 0 0,16-16 0 0 0,-15 0 0 0 0,0 0 0 0 0,-1 0 0 0 0,1 0 0 0 0,-1 0 0 0 0,16 0 0 0 0,-15 0 0 0 0,0 0 0 0 0,-1 0 0 0 0,1 0 0 0 0,15 0 0 0 0,-15 0 0 0 0,15 0 0 0 0,-16 0 0 0 0,16 0 0 0 0,0 0 0 0 0,0 0 0 0 0,0 0 0 0 0,0 0 0 0 0,0 0 0 0 0,0 0 0 0 0,0 0 0 0 0,0 0 0 0 0,16 0-64 0 0,-1 0 64 0 0,0-16 0 0 0,1 16 0 0 0,-1 0 0 0 0,0 0 0 0 0,1 0 0 0 0,30 0 0 0 0,-31 0 0 0 0,1 0 0 0 0,15 0 0 0 0,-1 0 80 0 0,-30 0-80 0 0,31 0 80 0 0,-31 0-80 0 0,16 0 80 0 0,-1 0-80 0 0,16 0 80 0 0,-31 0-80 0 0,15 0 0 0 0,1 0 64 0 0,-16 0-64 0 0,0 0 0 0 0,15 16 72 0 0,0-16-72 0 0,-15 0 0 0 0,0 0 64 0 0,0 0-64 0 0,0 0 0 0 0,16 0 0 0 0,-16 0 72 0 0,0 15-72 0 0,0-15 0 0 0,0 0 0 0 0,15 0 0 0 0,-15 0-96 0 0,0 0-640 0 0,0 15-16599 0 0,0-15 5175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10:06.623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2563.08984"/>
      <inkml:brushProperty name="anchorY" value="-4302.60742"/>
      <inkml:brushProperty name="scaleFactor" value="0.5"/>
    </inkml:brush>
  </inkml:definitions>
  <inkml:trace contextRef="#ctx0" brushRef="#br0">155 62 11400 0 0,'0'0'856'0'0,"0"0"-464"0"0,0 0-392 0 0,0 0 0 0 0,0 0 536 0 0,0 0 88 0 0,0 0 16 0 0,0-16 480 0 0,0 16-688 0 0,0 0-9 0 0,0 0 417 0 0,0 0-424 0 0,0 0 0 0 0,0 0 0 0 0,0 0-24 0 0,0 0-8 0 0,-16 0 0 0 0,16 0 0 0 0,-15 0-48 0 0,15 0-16 0 0,0 0 0 0 0,0 0 0 0 0,0 0-56 0 0,0 0-8 0 0,-15 16-8 0 0,15-16 0 0 0,-16 15-16 0 0,16-15 0 0 0,0 16 0 0 0,-15-16 0 0 0,15 15-40 0 0,-16 0 0 0 0,1 16 352 0 0,15-15-368 0 0,0-1 0 0 0,-15-15 0 0 0,15 15-8 0 0,0 1 0 0 0,0-1 0 0 0,-16 0 0 0 0,16-15-40 0 0,0 16-16 0 0,0-1 0 0 0,0 1 0 0 0,0-1-48 0 0,0-15-64 0 0,-15 15 88 0 0,15 1-88 0 0,0-16 96 0 0,0 15-96 0 0,0-15 96 0 0,0 16-96 0 0,0-1 88 0 0,0-15-88 0 0,0 15 80 0 0,15 1-80 0 0,-15-16 72 0 0,0 15-72 0 0,16-15 64 0 0,-16 16-64 0 0,0-16 72 0 0,15 15-72 0 0,-15-15 80 0 0,15 15-80 0 0,-15-15 64 0 0,16 16-64 0 0,-16-16 0 0 0,15 15 0 0 0,-15-15 104 0 0,16 0-24 0 0,-1 16-8 0 0,-15-16 0 0 0,0 0-72 0 0,15 0 0 0 0,1 0 0 0 0,-1 15-88 0 0,31-15 88 0 0,-30 0 0 0 0,-1-15 64 0 0,1 15-64 0 0,-1 0 0 0 0,0 0 0 0 0,16 0 0 0 0,-16 0 64 0 0,1-16-64 0 0,-1 16 0 0 0,1 0 64 0 0,-1 0-64 0 0,0-15 0 0 0,1 15 64 0 0,-16-16-64 0 0,31 16 64 0 0,-16-15-64 0 0,0 0 64 0 0,1-1-64 0 0,-1 16 0 0 0,-15-15 0 0 0,16 15 0 0 0,-1-16 0 0 0,-15 1 64 0 0,15 15-64 0 0,-15-15 0 0 0,16-1 0 0 0,-16 1 72 0 0,0-1-72 0 0,15 1 64 0 0,-15 15-64 0 0,0-15 0 0 0,0-1 0 0 0,0 1 88 0 0,0-1-88 0 0,0 16 80 0 0,-15-15-80 0 0,15 0 88 0 0,-16-16 8 0 0,1 0-16 0 0,0 16-80 0 0,-1-1 64 0 0,1 16-64 0 0,-1-15 72 0 0,1 0-72 0 0,0-1 80 0 0,-1 16-80 0 0,1-15 88 0 0,-1 15-88 0 0,-14-16 96 0 0,14 16-96 0 0,1-15 72 0 0,-16 15-72 0 0,-15-15 72 0 0,31 15-72 0 0,-1-16 0 0 0,1 16 0 0 0,-1 0-144 0 0,1 0-48 0 0,0 0 0 0 0,15 16-7312 0 0,-16-16-1455 0 0,16 0-2601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10:10.526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3213.48291"/>
      <inkml:brushProperty name="anchorY" value="-4891.4248"/>
      <inkml:brushProperty name="scaleFactor" value="0.5"/>
    </inkml:brush>
  </inkml:definitions>
  <inkml:trace contextRef="#ctx0" brushRef="#br0">0 1 18215 0 0,'0'0'1272'0'0,"0"0"-1272"0"0,0 0 0 0 0,0 0 904 0 0,0 15 160 0 0,0-15 32 0 0,16 0 8 0 0,-1 16-536 0 0,1-16 328 0 0,-1 15-464 0 0,0-15-296 0 0,1 15-56 0 0,-1-15-16 0 0,-15 0 0 0 0,16 0-64 0 0,-1 16 0 0 0,0-16 0 0 0,1 0 0 0 0,-1 15-144 0 0,1-15 8 0 0,-1 0 0 0 0,0 0 0 0 0,32-15-4416 0 0,-47 15-16239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10:11.247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4125.5752"/>
      <inkml:brushProperty name="anchorY" value="-5603.39355"/>
      <inkml:brushProperty name="scaleFactor" value="0.5"/>
    </inkml:brush>
  </inkml:definitions>
  <inkml:trace contextRef="#ctx0" brushRef="#br0">0 154 14992 0 0,'0'0'1040'0'0,"0"0"-1040"0"0,16 0 0 0 0,-16 16 831 0 0,15-16 137 0 0,-15 15 32 0 0,16-15 8 0 0,-1 0-400 0 0,-15 15-72 0 0,15-15-24 0 0,1 0 0 0 0,-16 0-144 0 0,15 0-32 0 0,-15-15-8 0 0,16 15 0 0 0,-1 0-56 0 0,-15 0-16 0 0,15-15 0 0 0,-15 15 0 0 0,16-16-96 0 0,-16 16-16 0 0,15-15-8 0 0,-15-1 0 0 0,0 16-48 0 0,0-15-16 0 0,16 0 0 0 0,-16-1 0 0 0,15 1 24 0 0,-15 15-96 0 0,0-16 96 0 0,0 1-96 0 0,15 0 0 0 0,-15 15 0 0 0,0 0 0 0 0,0 0 0 0 0,0-16 0 0 0,0 16 64 0 0,0 0 0 0 0,0 0 0 0 0,0 0 0 0 0,0 0 0 0 0,0 0 72 0 0,0 0 16 0 0,0 0 0 0 0,0 0 0 0 0,0 0 48 0 0,0 0 16 0 0,0 16 0 0 0,0-16 0 0 0,0 15-32 0 0,0 0-8 0 0,0 1 0 0 0,0-1 0 0 0,0 1-40 0 0,0-1-8 0 0,0 0 0 0 0,0 1 0 0 0,0 15-16 0 0,0-16-8 0 0,16 0 0 0 0,-16 16 0 0 0,0 0-16 0 0,0-16-8 0 0,0 16 0 0 0,0-15 0 0 0,0 14-16 0 0,0-14 0 0 0,15 14 0 0 0,-15-14 0 0 0,0 15-64 0 0,0-16 96 0 0,0 0-96 0 0,0 1 96 0 0,0-1-96 0 0,0 1 96 0 0,0-1-96 0 0,0 0 96 0 0,0-15-96 0 0,0 16 80 0 0,0-1-80 0 0,0-15 80 0 0,0 16-80 0 0,-15-1 0 0 0,15 0 64 0 0,0-15-64 0 0,0 0 0 0 0,0 16 0 0 0,0-16 64 0 0,-16 15-64 0 0,16-15 0 0 0,0 0 64 0 0,0 0-64 0 0,0 0 80 0 0,-15 0-80 0 0,0 16 80 0 0,-1-16-80 0 0,16 0 0 0 0,-15 0 0 0 0,15-16 64 0 0,-16 16-64 0 0,1 0 0 0 0,15 0 0 0 0,-15 0 0 0 0,15 0 0 0 0,0 0 0 0 0,0 0 0 0 0,0 0 0 0 0,0-15 0 0 0,0 15 0 0 0,0 0 0 0 0,0 0 0 0 0,0 0 0 0 0,15 0 0 0 0,0-16 0 0 0,-15 16 0 0 0,16 0 0 0 0,-1 0 0 0 0,-15 0 0 0 0,16 0 0 0 0,-1 0 0 0 0,0 0 0 0 0,-15 0 0 0 0,31 0 0 0 0,-31 0 0 0 0,16 0 0 0 0,-1 0 0 0 0,16 0 0 0 0,-16 0-120 0 0,1 0 40 0 0,-1 0 8 0 0,0 0 0 0 0,47-15-3232 0 0,-31 15-7535 0 0,-31 0-5113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10:12.511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5237.7876"/>
      <inkml:brushProperty name="anchorY" value="-6700.21143"/>
      <inkml:brushProperty name="scaleFactor" value="0.5"/>
    </inkml:brush>
  </inkml:definitions>
  <inkml:trace contextRef="#ctx0" brushRef="#br0">1 123 17823 0 0,'0'31'1952'0'0,"0"0"-1952"0"0,15-31 0 0 0,-15 15 808 0 0,15 1 1120 0 0,1-1-328 0 0,-1-15-1056 0 0,-15 16-8 0 0,0-16-8 0 0,16 0-144 0 0,-16 0-32 0 0,0 0-8 0 0,15 15 0 0 0,-15-15-96 0 0,0 0-24 0 0,15 0 0 0 0,-15-15 0 0 0,16 15-88 0 0,-16 0-16 0 0,15 0-8 0 0,-15-16 0 0 0,0 16-32 0 0,16-15-8 0 0,-1 15 0 0 0,-15-16 0 0 0,0 1-72 0 0,0 0 0 0 0,15-1 0 0 0,-15 1 0 0 0,0-1 0 0 0,16 1 0 0 0,-16 0 0 0 0,0-1 0 0 0,0 1 0 0 0,0 15 0 0 0,15-16 0 0 0,-15 1 64 0 0,0 0-64 0 0,0 15 0 0 0,16-16 0 0 0,-16 16 64 0 0,0 0-64 0 0,0 0 0 0 0,0 0 0 0 0,0 0 0 0 0,0 0 0 0 0,0 0 0 0 0,0 0 0 0 0,0 0 0 0 0,0 0 0 0 0,0 0 0 0 0,0 0 64 0 0,0 0-64 0 0,0 0 0 0 0,0 0 0 0 0,0 0 72 0 0,0 0-72 0 0,0 0 0 0 0,0 0 72 0 0,0 0-72 0 0,0 16 0 0 0,15-1 64 0 0,-15-15-64 0 0,0 15 0 0 0,0 1 0 0 0,0-16 96 0 0,0 15-96 0 0,0 1 96 0 0,0-1-96 0 0,0-15 88 0 0,0 15-88 0 0,0 1 80 0 0,0-1-80 0 0,0 1 88 0 0,0-1-88 0 0,0 0 96 0 0,0 1-96 0 0,0-1 88 0 0,0 16-88 0 0,0-31 80 0 0,0 31-80 0 0,15-16 64 0 0,-15 1-64 0 0,0-16 0 0 0,0 30 72 0 0,0-14-72 0 0,0-1 64 0 0,0 1-64 0 0,-15-16 64 0 0,15 15-64 0 0,0 0 64 0 0,0 1-64 0 0,0-16 0 0 0,0 0 64 0 0,0 15-64 0 0,0 1 0 0 0,0-1 96 0 0,0 0 32 0 0,0-15-64 0 0,0 0-64 0 0,0 16 0 0 0,0-16 0 0 0,0 15 0 0 0,0-15 0 0 0,0 15 0 0 0,0 1 0 0 0,0-16 0 0 0,0 0 0 0 0,0 0 0 0 0,0 0 0 0 0,0 0 0 0 0,-15 15 64 0 0,15 1-64 0 0,0-16 64 0 0,0 15 0 0 0,0 0 0 0 0,0-15-64 0 0,0 0 0 0 0,0 0 0 0 0,-16 16 64 0 0,16-16-64 0 0,0 0 0 0 0,0 15 64 0 0,0-15-64 0 0,0 0 0 0 0,0 0 0 0 0,-15 16 0 0 0,15-16 0 0 0,0 0 0 0 0,0 0 0 0 0,0 0 0 0 0,0 15 0 0 0,0-15 0 0 0,0 0 0 0 0,0 0 0 0 0,0 0 0 0 0,-16 0 0 0 0,16 0 0 0 0,0 0 0 0 0,0 15 0 0 0,0-15 0 0 0,-15 0 0 0 0,15 0 0 0 0,0 0 0 0 0,0 0 0 0 0,-15 0 0 0 0,15 0 0 0 0,0 0 0 0 0,0 0 0 0 0,-16 16 0 0 0,16-16 0 0 0,0 0 0 0 0,0 0 0 0 0,-15 0 0 0 0,15 0 0 0 0,0 0 0 0 0,0 0 0 0 0,0 0 0 0 0,-16 0 0 0 0,16 0 0 0 0,0 0 0 0 0,0 0 0 0 0,0 0 0 0 0,-15-16 0 0 0,15 16 0 0 0,0 0 0 0 0,0 0 0 0 0,0 0 0 0 0,0 0 0 0 0,0 0 0 0 0,0 0 0 0 0,0 0 0 0 0,0 0 0 0 0,0 0 0 0 0,0 0 0 0 0,0 0 0 0 0,0 0 0 0 0,0 0 0 0 0,0 0 0 0 0,15 0 0 0 0,-15 0 0 0 0,0 0 0 0 0,16-15 0 0 0,-16 15 0 0 0,15 0 0 0 0,1 0 0 0 0,-1 0 0 0 0,0 0 0 0 0,1 0 64 0 0,-1 0-64 0 0,1-15 64 0 0,-1 15-64 0 0,0 0 64 0 0,16 0 16 0 0,-16 0-80 0 0,16 0 96 0 0,-15 0-96 0 0,-1 0 0 0 0,0 0 0 0 0,1 0 0 0 0,15 0 0 0 0,-16 0 0 0 0,0 0 0 0 0,1 0 0 0 0,-1 0 0 0 0,1 0 0 0 0,-1 0 0 0 0,-15 0 0 0 0,15 0 0 0 0,1 0 0 0 0,-16 0 0 0 0,0 0 0 0 0,0 0 0 0 0,0 0-136 0 0,0 0 8 0 0,0 0 8 0 0,0 0-1952 0 0,0 0-5744 0 0,0 0-1415 0 0,0 0-2649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10:16.175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6426.96875"/>
      <inkml:brushProperty name="anchorY" value="-7889.39258"/>
      <inkml:brushProperty name="scaleFactor" value="0.5"/>
    </inkml:brush>
  </inkml:definitions>
  <inkml:trace contextRef="#ctx0" brushRef="#br0">262 93 10808 0 0,'0'0'752'0'0,"0"0"-752"0"0,0 0 0 0 0,0 0 0 0 0,0 0 936 0 0,0 0 176 0 0,0 0 32 0 0,0 0 8 0 0,0 0-321 0 0,0 0-55 0 0,0 0-8 0 0,0 0-8 0 0,0 0-152 0 0,0-16 536 0 0,0 16-576 0 0,0 0-136 0 0,0 0-24 0 0,-16 0-8 0 0,16 0 0 0 0,0 0-96 0 0,0 0-16 0 0,0 0-8 0 0,0 0 0 0 0,-15 0-24 0 0,0 0-8 0 0,15 0 0 0 0,0 0 0 0 0,-16 0-24 0 0,16 16-8 0 0,-15-16 0 0 0,0 0 0 0 0,15 0 8 0 0,-16 0 0 0 0,16 15 0 0 0,-15-15 0 0 0,15 16-56 0 0,-16-16-8 0 0,16 0 0 0 0,-15 15 0 0 0,15-15-48 0 0,-15 15-16 0 0,15-15 0 0 0,0 16 0 0 0,-16-16-8 0 0,16 15-8 0 0,-15-15 0 0 0,15 16 0 0 0,-16-16-8 0 0,16 15 0 0 0,0-15 0 0 0,0 15 0 0 0,-15 1 0 0 0,15-1 0 0 0,0-15 0 0 0,-15 16 0 0 0,15-16-72 0 0,0 15 96 0 0,0 0-96 0 0,0-15 96 0 0,0 16-96 0 0,0-1 96 0 0,0-15-96 0 0,-16 16 96 0 0,16-1-96 0 0,0-15 96 0 0,0 15-96 0 0,0 1 96 0 0,0-16-96 0 0,0 15 80 0 0,0-15-80 0 0,16 16 80 0 0,-16-1-80 0 0,0-15 80 0 0,0 15-80 0 0,0-15 80 0 0,0 0-80 0 0,15 16 0 0 0,-15-16 72 0 0,15 15-72 0 0,-15 0 0 0 0,16-15 72 0 0,-16 16-72 0 0,15-16 0 0 0,-15 15 72 0 0,16-15-72 0 0,-16 0 0 0 0,15 16 72 0 0,0-16-72 0 0,-15 15 0 0 0,16-15 72 0 0,-1 15-72 0 0,-15-15 0 0 0,16 0 72 0 0,-1 0-72 0 0,-15 16 0 0 0,15-16 72 0 0,1 0-72 0 0,-16 0 0 0 0,15 0 72 0 0,0 0-72 0 0,-15 0 0 0 0,0 0 0 0 0,31 0 64 0 0,-31 0-64 0 0,16 0 0 0 0,-1-16 0 0 0,0 16 0 0 0,-15 0 64 0 0,16-15-64 0 0,-16 15 0 0 0,15-15 0 0 0,1 15 0 0 0,-16-16 0 0 0,15 16 0 0 0,0-15 0 0 0,-15 15 64 0 0,16-16-64 0 0,-1 1 0 0 0,-15 0 0 0 0,16 15 0 0 0,-1 0 0 0 0,-15-16 64 0 0,15 1-64 0 0,1 15 0 0 0,-16-15 64 0 0,0 15-64 0 0,15-16 0 0 0,-15 1 0 0 0,0 15 0 0 0,0-16 0 0 0,16 1 64 0 0,-16 15-64 0 0,0-15 0 0 0,0-1 0 0 0,0 1 64 0 0,0-1-64 0 0,-16 1 64 0 0,16 0-64 0 0,0-1 64 0 0,-15 1-64 0 0,15-16 0 0 0,0 16 64 0 0,-16-1-64 0 0,16 1 0 0 0,-15-16 0 0 0,15 16 0 0 0,-15-1 64 0 0,15 1-64 0 0,-16-1 0 0 0,1-14 0 0 0,-1 30 0 0 0,16-16 0 0 0,-15 16 0 0 0,15-15 0 0 0,-15 15 0 0 0,15 0 0 0 0,-16-16 0 0 0,1 16 0 0 0,15 0 0 0 0,-16 0-96 0 0,1 16-32 0 0,15-16 0 0 0,-15 0-8 0 0,-16 15-2032 0 0,15 1-5512 0 0,16-16-1375 0 0,0 0-2601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10:19.189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5776.57422"/>
      <inkml:brushProperty name="anchorY" value="-7208.21191"/>
      <inkml:brushProperty name="scaleFactor" value="0.5"/>
    </inkml:brush>
  </inkml:definitions>
  <inkml:trace contextRef="#ctx0" brushRef="#br0">308 32 13936 0 0,'-15'-16'1528'0'0,"15"16"-1528"0"0,-15 0 0 0 0,15 0 0 0 0,0 0 736 0 0,0 0 135 0 0,-16 0 25 0 0,16-15 8 0 0,0 15-192 0 0,0 0-40 0 0,-15 0 0 0 0,15 0-8 0 0,0 0-160 0 0,0 0-32 0 0,-16 0-8 0 0,16 0 0 0 0,0 0-48 0 0,-15 0 0 0 0,0 0-8 0 0,15 0 0 0 0,-16 0-88 0 0,16 0-24 0 0,-15 15 0 0 0,0-15 0 0 0,15 0-48 0 0,-16 16-16 0 0,1-1 0 0 0,15-15 0 0 0,-16 15-56 0 0,16-15-16 0 0,-15 16 0 0 0,0-1 0 0 0,15 1-40 0 0,0-1-16 0 0,-16-15 0 0 0,16 31 0 0 0,-15-31-24 0 0,15 15-8 0 0,0 1 0 0 0,-16-1 0 0 0,16 0-72 0 0,0 1 80 0 0,-15-1-80 0 0,15 1 80 0 0,0-1-16 0 0,-15 16 32 0 0,15-16-32 0 0,0 1 0 0 0,0-1-64 0 0,0-15 96 0 0,0 15-32 0 0,0 1-64 0 0,0-16 64 0 0,0 15-64 0 0,0 0 64 0 0,0 1-64 0 0,0-1 0 0 0,15 1 0 0 0,-15-1 64 0 0,0-15-64 0 0,0 15 0 0 0,15 1 72 0 0,-15-16-72 0 0,16 15 0 0 0,-16 1 0 0 0,15-1 0 0 0,1-15 0 0 0,-16 15 0 0 0,15-15 0 0 0,0 16 0 0 0,-15-1 0 0 0,31-15 0 0 0,-31 16 0 0 0,16-16 0 0 0,-1 15 0 0 0,16-15 0 0 0,-31 0 0 0 0,30 15 0 0 0,-14-15 0 0 0,-1 0 0 0 0,1 0 72 0 0,-1 0-72 0 0,0 0 0 0 0,1-15 96 0 0,-1 15-32 0 0,1 0 0 0 0,-1-15-64 0 0,0 15 88 0 0,1 0-88 0 0,-16-16 80 0 0,15 1-80 0 0,-15 15 64 0 0,16-16-64 0 0,-1 16 0 0 0,-15-15 72 0 0,15 0-72 0 0,-15 15 0 0 0,16-16 72 0 0,-16 1-72 0 0,15-1 0 0 0,-15 16 64 0 0,16-15-64 0 0,-16-16 0 0 0,15 16 0 0 0,-15-1 0 0 0,0 1 64 0 0,0 0-64 0 0,15-1 0 0 0,-15 1 64 0 0,0 0-64 0 0,0-1 0 0 0,-15 1 72 0 0,15-1-72 0 0,0 1 0 0 0,-15 0 88 0 0,15-1-88 0 0,0 1 80 0 0,-16-1-80 0 0,16 1 64 0 0,-15 0-64 0 0,15-1 0 0 0,-16 1 0 0 0,16-16 64 0 0,-15 31-64 0 0,15-31 0 0 0,-15 31 0 0 0,-1-15 0 0 0,16-1 64 0 0,-15 16-64 0 0,-1-15 0 0 0,16 15 0 0 0,-15-15 0 0 0,0 15 0 0 0,-1-16-216 0 0,1 16 16 0 0,15 0 0 0 0,-16-15 0 0 0,-14 15-3064 0 0,14 0-7559 0 0,16 0-5121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10:26.059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5095.3916"/>
      <inkml:brushProperty name="anchorY" value="-6542.42383"/>
      <inkml:brushProperty name="scaleFactor" value="0.5"/>
    </inkml:brush>
  </inkml:definitions>
  <inkml:trace contextRef="#ctx0" brushRef="#br0">1 370 17999 0 0,'0'0'1360'0'0,"0"0"-752"0"0,0 0-608 0 0,0 0 0 0 0,15 0 0 0 0,-15 0 504 0 0,0 16 72 0 0,16-16 24 0 0,-1 0 0 0 0,1 0-176 0 0,-16 0-32 0 0,15 0-8 0 0,0 0 0 0 0,1-16-104 0 0,-1 16-24 0 0,16-15-8 0 0,-16-1 0 0 0,1 16-88 0 0,-1-15-24 0 0,0 0 0 0 0,16-1 0 0 0,-15 1-40 0 0,-1-16-16 0 0,0 31 0 0 0,1-31 0 0 0,-1 16-80 0 0,1-1 96 0 0,-1 1-96 0 0,0 0 96 0 0,1-1-96 0 0,-1 1 64 0 0,-15-1-64 0 0,31-14 64 0 0,-16 30 32 0 0,-15-16-96 0 0,16 1 96 0 0,-16 15-96 0 0,0-16 0 0 0,15 16 0 0 0,-15-15 0 0 0,16 15 64 0 0,-16 0-64 0 0,0-15 64 0 0,0 15-64 0 0,0 0 64 0 0,0 0-64 0 0,0 0 0 0 0,0 0 64 0 0,15 0-64 0 0,-15 0 0 0 0,0 0 72 0 0,0 0-72 0 0,0 0 80 0 0,0 0-16 0 0,0 0-64 0 0,0 0 96 0 0,0 0 24 0 0,0 0 0 0 0,0 0 0 0 0,0 0 0 0 0,15 0-48 0 0,-15 0-8 0 0,0 0 0 0 0,0 15 112 0 0,0 0-56 0 0,0-15 0 0 0,0 16 0 0 0,0-1 24 0 0,0-15 8 0 0,0 16 0 0 0,0-1 0 0 0,0 0-24 0 0,0-15-8 0 0,0 16 0 0 0,0-1 0 0 0,0 1-48 0 0,0 14 56 0 0,0-14-64 0 0,0-1-64 0 0,0 16 64 0 0,0-31-64 0 0,0 31 64 0 0,0-16-64 0 0,0 1 0 0 0,0-1 72 0 0,0 16-72 0 0,0-16 72 0 0,0-15-72 0 0,0 16 0 0 0,0-1 0 0 0,0 0 0 0 0,0 1 0 0 0,16-16 0 0 0,-16 15 72 0 0,0 1-72 0 0,0-16 0 0 0,0 15 72 0 0,0-15-72 0 0,0 15 0 0 0,0 1 72 0 0,0-16-72 0 0,0 0 64 0 0,0 15-64 0 0,0 0 64 0 0,0 1-64 0 0,0-16 0 0 0,0 15 0 0 0,0 1 64 0 0,0-16-64 0 0,0 15 0 0 0,0-15 64 0 0,0 0-64 0 0,0 15 72 0 0,0 1-72 0 0,0-16 0 0 0,0 15 0 0 0,0-15 0 0 0,0 16 0 0 0,0-16 0 0 0,0 0 0 0 0,0 0 0 0 0,0 15 64 0 0,0-15-64 0 0,-16 0 0 0 0,16 15 0 0 0,0-15 0 0 0,0 0 0 0 0,0 16 0 0 0,-15-16 64 0 0,15 0-64 0 0,-15 0 0 0 0,15 15 0 0 0,0-15 64 0 0,-16 0-64 0 0,1 0 0 0 0,15 16 0 0 0,-16-16 64 0 0,1 0-64 0 0,15 0 0 0 0,-15 0 0 0 0,-1 0 0 0 0,16 0 0 0 0,-15 0 0 0 0,-1 0 0 0 0,16 0 64 0 0,-15 0-64 0 0,0 0 0 0 0,15 0 0 0 0,0 0 0 0 0,-16 0 0 0 0,1 0 0 0 0,15 0 0 0 0,0 0 0 0 0,0 0 0 0 0,0 0 0 0 0,0 0 0 0 0,0 0 0 0 0,0 0 0 0 0,0 0 0 0 0,0 0 0 0 0,0 0-64 0 0,0 0 64 0 0,0 0 0 0 0,15 0-72 0 0,1 0 72 0 0,-1 0 0 0 0,0 0 0 0 0,1 0 0 0 0,-1 0 0 0 0,16 0 0 0 0,-16 0 0 0 0,1 0 0 0 0,-1 0 0 0 0,1 0 0 0 0,-16 0 0 0 0,15 0 0 0 0,0 0 0 0 0,1 0 0 0 0,-1 0 0 0 0,-15 15 0 0 0,16-15 0 0 0,-1 0 0 0 0,0 0 0 0 0,1 15 0 0 0,-1-15-88 0 0,1 16-24 0 0,-16-16-8 0 0,15 0 0 0 0,31 0-2024 0 0,-15 0 1376 0 0,15 15-3928 0 0,-46-15-17671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10:34.881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6515.48242"/>
      <inkml:brushProperty name="anchorY" value="-7608.45557"/>
      <inkml:brushProperty name="scaleFactor" value="0.5"/>
    </inkml:brush>
  </inkml:definitions>
  <inkml:trace contextRef="#ctx0" brushRef="#br0">16 62 16208 0 0,'-15'0'1783'0'0,"15"0"-1783"0"0,0 0 0 0 0,0 0 0 0 0,0 0 688 0 0,0 0 952 0 0,0 0-800 0 0,0 0-328 0 0,0 0 376 0 0,0 0-144 0 0,15 0-176 0 0,0-16-56 0 0,1 16-288 0 0,-1 0 0 0 0,1 0 0 0 0,-1 0-64 0 0,0 0-8 0 0,16 0-8 0 0,-15 0 0 0 0,-1 0-80 0 0,0-15-64 0 0,16 15 72 0 0,-15 0-72 0 0,14 0 112 0 0,-14 0-24 0 0,-1 0-8 0 0,16 0 0 0 0,-16-15-80 0 0,1 15 0 0 0,15 0 0 0 0,-16 0 0 0 0,0 0 72 0 0,1 0-72 0 0,-1-16 80 0 0,-15 16-80 0 0,15 0 96 0 0,1 0-32 0 0,-16 0-64 0 0,0 0 96 0 0,0 0-32 0 0,0 0 0 0 0,0 0-64 0 0,15 0 96 0 0,-15 0-8 0 0,0 0-88 0 0,0 0 80 0 0,0 0-80 0 0,0 0 64 0 0,0 0-64 0 0,0 0 64 0 0,0 0-64 0 0,0 0 64 0 0,0 0-64 0 0,0 0 64 0 0,0 0-64 0 0,16 0 80 0 0,-16 0-80 0 0,0 0 80 0 0,0 16-80 0 0,0-16 0 0 0,15 0-80 0 0,-15 0 80 0 0,0 15 80 0 0,0-15 64 0 0,0 15 16 0 0,0-15 0 0 0,0 0-56 0 0,0 16 88 0 0,0-1-96 0 0,0 1-24 0 0,0-16-8 0 0,0 0 0 0 0,0 15 0 0 0,0 0-64 0 0,0-15 0 0 0,0 16 0 0 0,0-1-88 0 0,0 1 88 0 0,0-1 0 0 0,0 0 0 0 0,0 1 72 0 0,-15 15-72 0 0,15-16 96 0 0,0 0-96 0 0,0 1 88 0 0,0 15-88 0 0,0-16 80 0 0,-16 0-80 0 0,16 16 72 0 0,0 15-8 0 0,0-30-64 0 0,0-1 0 0 0,-15 16 64 0 0,15-16-64 0 0,0 1 0 0 0,0-1 0 0 0,0 0 0 0 0,0 1 64 0 0,-16-1-64 0 0,16 16 0 0 0,0 0 0 0 0,0-16 0 0 0,0 1 0 0 0,0 14 0 0 0,0-14 0 0 0,0-1 0 0 0,0 1 0 0 0,0 14 0 0 0,0-14 0 0 0,0 15 0 0 0,0-16 0 0 0,0 16 64 0 0,0-16-64 0 0,0 16 0 0 0,0 0 0 0 0,0-16 0 0 0,-15 16 0 0 0,15 0 0 0 0,0-16 0 0 0,0 16 0 0 0,0-16 0 0 0,0 16 64 0 0,0-16-64 0 0,0 1 0 0 0,0 15 0 0 0,0-16 0 0 0,0 0 0 0 0,0 1 0 0 0,-15 15 0 0 0,15-16 0 0 0,15 0 0 0 0,-15 1 0 0 0,-15-1 0 0 0,15 16 64 0 0,0-16-64 0 0,0 1 0 0 0,0-1 0 0 0,0 0 0 0 0,0 16 0 0 0,0-15 0 0 0,0-1 0 0 0,0 16 0 0 0,-16-16 0 0 0,16 16 0 0 0,0-16 0 0 0,0 16 0 0 0,0-15 0 0 0,0 14 0 0 0,0 1 0 0 0,0-15 0 0 0,0-1 0 0 0,0 16 0 0 0,0-16 0 0 0,0 1 0 0 0,0-1 0 0 0,0 16 0 0 0,0-16 0 0 0,0-15 0 0 0,0 31 0 0 0,0-16 0 0 0,0 1 0 0 0,0-1 0 0 0,0 0 0 0 0,0 1 0 0 0,0-1 0 0 0,0 1 0 0 0,0-16 0 0 0,0 15 0 0 0,0 0 0 0 0,0-15 0 0 0,0 31 64 0 0,0-15-64 0 0,0-16 0 0 0,0 15 64 0 0,0 0-64 0 0,0-15 64 0 0,0 16-64 0 0,0-1 64 0 0,0 1-64 0 0,0-16 64 0 0,0 15-64 0 0,0 0 0 0 0,0 1 0 0 0,0-16 0 0 0,0 15 0 0 0,0 1 0 0 0,0-16 64 0 0,0 0-64 0 0,0 15 0 0 0,0 0 0 0 0,0-15 0 0 0,0 0 64 0 0,0 0-64 0 0,0 16 0 0 0,0-16 0 0 0,0 0 64 0 0,0 0-64 0 0,0 0 0 0 0,0 0 0 0 0,0 0 0 0 0,0 0 0 0 0,0 15 0 0 0,0-15 0 0 0,0 0 0 0 0,0 0 0 0 0,0 0 64 0 0,0 0-64 0 0,0 0 0 0 0,0 0 64 0 0,0 16 0 0 0,0-16-64 0 0,-15 0 128 0 0,15 0-128 0 0,0 0 64 0 0,0 0-64 0 0,-15 0 64 0 0,-1 0-64 0 0,16 0 64 0 0,-15 0-64 0 0,-1 0 0 0 0,1 0 64 0 0,15 0-64 0 0,-15-16 0 0 0,-1 16 0 0 0,1 0 64 0 0,-1 0-64 0 0,16 0 0 0 0,-15 0 0 0 0,0 0 0 0 0,-1 0 0 0 0,1 16 0 0 0,-1-16-80 0 0,1 0 80 0 0,-16 15-1976 0 0,16 0-5664 0 0,-1-15-1383 0 0,16 0-2601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10:51.02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78 16703 0 0,'0'0'368'0'0,"0"0"80"0"0,0 0 8 0 0,0 0 8 0 0,0 0-368 0 0,0-15-96 0 0,15 15 0 0 0,-15 0 0 0 0,16-16 704 0 0,-16 16 120 0 0,0 0 24 0 0,15-15 8 0 0,1 15-264 0 0,-16 0-48 0 0,15-16-16 0 0,0 16 0 0 0,16 0-208 0 0,-15-15-48 0 0,-1 15-8 0 0,16 0 0 0 0,-16 0-56 0 0,1 0-16 0 0,14 0 0 0 0,1 0 0 0 0,-16 0-96 0 0,16 0-16 0 0,-15 0-8 0 0,14 0 0 0 0,-14 0-72 0 0,-1 0 0 0 0,1 0 72 0 0,14 15-72 0 0,-14-15 64 0 0,15 0-64 0 0,-16 16 64 0 0,16-16-64 0 0,0 0 72 0 0,15 15-72 0 0,-15-15 96 0 0,-1 16-96 0 0,17-16 128 0 0,-1 15-32 0 0,0 0-8 0 0,-15 1 0 0 0,15-1-24 0 0,-15 1 0 0 0,15-1 0 0 0,-15 0 0 0 0,-1 1-64 0 0,-14-1 96 0 0,15 16-96 0 0,-1-16 96 0 0,1 16-96 0 0,-15 0 0 0 0,14 0 0 0 0,17-16 64 0 0,-17 16-64 0 0,16-16 0 0 0,-15 16 0 0 0,15-16 64 0 0,1 16-64 0 0,-1-15 0 0 0,-15 14 0 0 0,15-14 0 0 0,0 15 0 0 0,-15-16 0 0 0,0 16 0 0 0,-1 0 64 0 0,1-1-64 0 0,0-14 0 0 0,0 14 0 0 0,-1 1 64 0 0,1 15-64 0 0,0-15 0 0 0,0 15 72 0 0,0 1-72 0 0,-1-1 0 0 0,1-15 72 0 0,15 15-72 0 0,-15-15 0 0 0,0 15 64 0 0,15-15-64 0 0,-15-1 0 0 0,15 16 0 0 0,-15-15 96 0 0,0 0-32 0 0,-1 0 0 0 0,1 15-64 0 0,0-15 88 0 0,-16 15-88 0 0,16 0 80 0 0,-15 0-80 0 0,14 1 64 0 0,1-1-64 0 0,-15 0 0 0 0,14 0 0 0 0,1-15 64 0 0,-15 15-64 0 0,14-15 0 0 0,1 0 72 0 0,0 15-72 0 0,-16-15 0 0 0,16-1 0 0 0,0 1 0 0 0,0 15 64 0 0,-16 1-64 0 0,16-1 64 0 0,-16 0-64 0 0,1 0 72 0 0,14 0-72 0 0,-14-15 80 0 0,-1 15-80 0 0,1-15 104 0 0,-1 15-24 0 0,0-15-8 0 0,1 0 0 0 0,-16 0 0 0 0,15-1 0 0 0,-15-14 0 0 0,16 15 0 0 0,-16-1-72 0 0,0 1 96 0 0,0 0-96 0 0,0-16 96 0 0,0 16-96 0 0,0 0 80 0 0,0 0-80 0 0,0 15 80 0 0,0 0-80 0 0,0-15 64 0 0,-16 0-64 0 0,16-1 64 0 0,0 17-64 0 0,0-17 64 0 0,0 1-64 0 0,-15 0 64 0 0,15 0-64 0 0,0 15 80 0 0,0-15-80 0 0,0-1 80 0 0,-16 1-80 0 0,16 0 96 0 0,-15 15-96 0 0,15-15 96 0 0,0 15-96 0 0,-15-15 64 0 0,15 15-64 0 0,-16 0 64 0 0,16 1-64 0 0,-15-1 0 0 0,15-15 72 0 0,-16 15-72 0 0,16-16 0 0 0,-15 17 72 0 0,0-1-72 0 0,15-15 0 0 0,-16 15 64 0 0,1 0-64 0 0,15 0 0 0 0,-16 0 0 0 0,1 1 64 0 0,0-17-64 0 0,-1 17 0 0 0,16-1 0 0 0,-30 0 0 0 0,30 0 0 0 0,-16 0 0 0 0,1 0 0 0 0,-1 1 64 0 0,1-1-64 0 0,0 0 0 0 0,-1 0 0 0 0,16 0 0 0 0,-15 1 0 0 0,-1-1 0 0 0,16 0 0 0 0,-15-15 64 0 0,0 15-64 0 0,-1 0 0 0 0,1 0 0 0 0,-1 0 0 0 0,1 1 0 0 0,0-1 64 0 0,-1 0-64 0 0,1 0 0 0 0,-1-15 80 0 0,-14 15-80 0 0,14 0 64 0 0,1 0-64 0 0,-1 1 0 0 0,1-1 0 0 0,0-15 64 0 0,-1 15-64 0 0,1 0 0 0 0,-1 0 0 0 0,-14 0 64 0 0,14-15-64 0 0,1 15 0 0 0,0-15 0 0 0,-1 15 64 0 0,-15-15-64 0 0,16 15 0 0 0,0 0 72 0 0,-16-15-72 0 0,0 15 0 0 0,16-15 72 0 0,-16 15-72 0 0,15-15 0 0 0,1 15 64 0 0,-16-15-64 0 0,0 15 0 0 0,16-15 0 0 0,0 0 64 0 0,-1 0-64 0 0,1-1 0 0 0,-16 1 0 0 0,16 0 0 0 0,-1 0 0 0 0,-15 0 0 0 0,16-1 0 0 0,-16 17 0 0 0,16-1 0 0 0,-16-15 0 0 0,16 15 0 0 0,-1 0 64 0 0,-14-15-64 0 0,14 15 0 0 0,1-15 0 0 0,-1 15 0 0 0,-14-15 0 0 0,14-1 0 0 0,1 1 0 0 0,-1 0 0 0 0,1 0 0 0 0,-16 0 0 0 0,16-1 0 0 0,-1-14 64 0 0,1 15-64 0 0,0-1 0 0 0,-16-14 0 0 0,15 15 64 0 0,1-1-64 0 0,-16 1 0 0 0,16 0 0 0 0,-1 0 64 0 0,1-1-64 0 0,-16 1 0 0 0,16 0 0 0 0,0 0 0 0 0,-1 0 0 0 0,16-1 0 0 0,-15-14 0 0 0,-1 15 0 0 0,1-1 0 0 0,0-14 0 0 0,-1-1 0 0 0,1 1 0 0 0,15-1 0 0 0,-16 0 0 0 0,1 1 0 0 0,15 15 0 0 0,-15-16 0 0 0,15 0 0 0 0,-16-15 0 0 0,16 16 64 0 0,-15-1-64 0 0,15-15 0 0 0,-16 15 0 0 0,1-15 0 0 0,15 16 0 0 0,-15-1 0 0 0,15-15 0 0 0,0 0 0 0 0,0 16 0 0 0,0-16 0 0 0,-16 15 0 0 0,16 0 64 0 0,0-15-64 0 0,-15 16 0 0 0,15-16 0 0 0,0 0 64 0 0,0 15-64 0 0,0-15 0 0 0,-16 16 0 0 0,16-1 0 0 0,-15-15 0 0 0,15 0 0 0 0,0 15 0 0 0,-15-15 0 0 0,15 16 0 0 0,0-16 0 0 0,0 0 0 0 0,0 0 0 0 0,0 15 0 0 0,-16 1 0 0 0,16-16 0 0 0,0 0 0 0 0,0 0 0 0 0,0 15 0 0 0,0-15 0 0 0,0 0-88 0 0,0 0-40 0 0,0 0-16 0 0,0 0 0 0 0,0 0-528 0 0,0 0-112 0 0,0 0-16 0 0,0 0-8 0 0,0 0-648 0 0,0 0-128 0 0,0 0-24 0 0</inkml:trace>
  <inkml:trace contextRef="#ctx0" brushRef="#br0" timeOffset="2989.52">970 7575 21887 0 0,'0'0'480'0'0,"0"0"104"0"0,0 0 24 0 0,0 0 0 0 0,0 0-488 0 0,0 0-120 0 0,0 0 0 0 0,0 0 0 0 0,0 0 480 0 0,0 0 64 0 0,0 0 24 0 0,0 0 0 0 0,0 0-280 0 0,0 0-48 0 0,0 0-16 0 0,0 15 0 0 0,0 1-48 0 0,0-16-16 0 0,0 15 0 0 0,-16 0 0 0 0,16 1-56 0 0,-15-1-8 0 0,15 16-8 0 0,-15-16 0 0 0,-1 1-88 0 0,16-1 80 0 0,-15 16-80 0 0,-1-16 80 0 0,16 1-80 0 0,-15-1 0 0 0,0 0 0 0 0,-1 1 0 0 0,1-1 0 0 0,15 1 0 0 0,-16-16 64 0 0,1 15-64 0 0,15 0 0 0 0,-15 1 0 0 0,15-16 0 0 0,-16 15 0 0 0,16 1 88 0 0,0-16-24 0 0,0 15-64 0 0,0-15 96 0 0,0 0-16 0 0,0 0-8 0 0,-15 0 0 0 0,15 0 0 0 0,15 15-72 0 0,-15-15 0 0 0,0 16 72 0 0,16-16-72 0 0,-16 15 0 0 0,15-15 64 0 0,-15 16-64 0 0,15-16 0 0 0,1 0 0 0 0,-1 15 0 0 0,1-15 0 0 0,-1 0 64 0 0,0 15-64 0 0,16-15 0 0 0,-15 16 0 0 0,-1-16 0 0 0,0 15 0 0 0,1-15 0 0 0,15 0 0 0 0,-16 16 0 0 0,0-16 0 0 0,1 15 0 0 0,-1-15 0 0 0,16 0 0 0 0,-16 15 0 0 0,1-15 0 0 0,-1 0 0 0 0,1 16 0 0 0,-1-16 0 0 0,0 0 0 0 0,1 0 0 0 0,-16 0 64 0 0,15 15-64 0 0,1-15 0 0 0,-1 0 0 0 0,-15 0 64 0 0,0 0-64 0 0,0 0 0 0 0,0 0 0 0 0,15 0 64 0 0,1 0-64 0 0,-16 0 0 0 0,0 0 64 0 0,0 0-64 0 0,0 0 0 0 0,0 0 72 0 0,0 0-72 0 0,0 0 0 0 0,0 0 80 0 0,0 0-80 0 0,0 0 64 0 0,0 0-64 0 0,0 0 0 0 0,0 0 64 0 0,0 0-64 0 0,0-15 0 0 0,0 15 0 0 0,0-16 0 0 0,0 16 0 0 0,-16-15 0 0 0,16 0 0 0 0,-15-1 0 0 0,15 16 0 0 0,-15-15 0 0 0,-1-1 0 0 0,16-14 0 0 0,-15 14 0 0 0,15 1 0 0 0,-16-1 0 0 0,1 1 0 0 0,0 0 0 0 0,15-16 0 0 0,-16 15 0 0 0,1 1 0 0 0,15 0-72 0 0,-16-1 72 0 0,1-15 0 0 0,15 16 0 0 0,-15 0 0 0 0,-1-1 0 0 0,1 1 0 0 0,15 0 0 0 0,-16-16 0 0 0,1 31-80 0 0,15-31 80 0 0,-15 31 0 0 0,15-15 0 0 0,-16-1 0 0 0,16 1 0 0 0,0 15 0 0 0,-15-16 0 0 0,15 16-64 0 0,0-15 64 0 0,0 15 0 0 0,0 0 0 0 0,-16-15 0 0 0,16 15 0 0 0,0 0 0 0 0,0 0 0 0 0,0 0 0 0 0,0 0 0 0 0,0 0 0 0 0,0 0 0 0 0,16 0 0 0 0,-16 15 0 0 0,15 0 0 0 0,-15-15 0 0 0,16 16 0 0 0,-16-1 0 0 0,15 1 0 0 0,-15-1 0 0 0,15 0 0 0 0,-15 1 0 0 0,0-1 0 0 0,16 1 0 0 0,-16-1 0 0 0,0-15 0 0 0,0 15 0 0 0,15 1 0 0 0,-15-1 64 0 0,0 0-64 0 0,0 1 0 0 0,0-1 0 0 0,0 1 0 0 0,0-16 0 0 0,0 15 0 0 0,16 0 0 0 0,-32-15 64 0 0,16 16-64 0 0,0-16 0 0 0,0 15 0 0 0,0-15 0 0 0,0 0 0 0 0,0 16 0 0 0,0-16 0 0 0,0 0 0 0 0,0 0 0 0 0,0 0 0 0 0,0 0 0 0 0,0 0 0 0 0,0 0 0 0 0,0 0 0 0 0,0 0 0 0 0,0 0 0 0 0,0 0 0 0 0,0 0 0 0 0,0 0 0 0 0,0-16 0 0 0,0 16 0 0 0,0-15 0 0 0,0-1 0 0 0,-15 16-64 0 0,15-15 64 0 0,0 0 0 0 0,-16-16 0 0 0,16 15 0 0 0,0 1 0 0 0,-15 0 0 0 0,15-1 0 0 0,-15-14 0 0 0,15 14 0 0 0,0-15 0 0 0,0 16 0 0 0,-16 15 0 0 0,16-15 0 0 0,-15-1 0 0 0,15 1 0 0 0,0-1 0 0 0,0 1 0 0 0,0 0 0 0 0,0-1 0 0 0,0 1 0 0 0,0-1 0 0 0,0 1 0 0 0,-16 0 0 0 0,16 15 0 0 0,0-16 0 0 0,0 1 0 0 0,0 15 0 0 0,0-16 0 0 0,0 1 0 0 0,0 0 0 0 0,0 15 0 0 0,0 0 0 0 0,0 0 0 0 0,0 0 0 0 0,0 0 0 0 0,0 0 0 0 0,0 0 0 0 0,0 0 64 0 0,0 15-64 0 0,-15 0 0 0 0,15-15 0 0 0,0 16 72 0 0,0-1-72 0 0,-15 1 0 0 0,-1-1 64 0 0,16 0-64 0 0,-15 1 0 0 0,15 15 0 0 0,-16-16 0 0 0,16 0 0 0 0,-15 1 0 0 0,0 15 0 0 0,15-16 0 0 0,-16 0 0 0 0,1 1 0 0 0,15 15 0 0 0,-16-16 0 0 0,1 0 0 0 0,15-15 0 0 0,0 16 0 0 0,-15-1 0 0 0,15 0 0 0 0,-16-15 0 0 0,16 16 0 0 0,0-16 0 0 0,0 0 0 0 0,0 0 0 0 0,0 0 0 0 0,0 0 0 0 0,0 0 0 0 0,0 0 0 0 0,0 0 0 0 0,0 0 0 0 0,0 0 0 0 0,0 0 0 0 0,0 0-72 0 0,0 0 72 0 0,0 0 0 0 0,16 0 0 0 0,-1-16-64 0 0,-15 1 64 0 0,15 15 0 0 0,1-15 0 0 0,-1-1-64 0 0,-15-14 64 0 0,16 14 0 0 0,-1 1 0 0 0,0-16 0 0 0,-15 16 0 0 0,16-16 0 0 0,-16 0 0 0 0,15 0 0 0 0,-15 16 0 0 0,16-16 0 0 0,-16 0 0 0 0,15 0 0 0 0,-15 1 0 0 0,0-1 0 0 0,15 0 0 0 0,-15 16 64 0 0,0-1-64 0 0,16 1 0 0 0,-16-1 0 0 0,0 1 0 0 0,0 15 0 0 0,0 0 0 0 0,0 0 0 0 0,0-15 64 0 0,0 15-64 0 0,0 0 64 0 0,0 0-64 0 0,0 0 64 0 0,0 0-64 0 0,0 0 0 0 0,-16 15 64 0 0,16 0-64 0 0,-15 1 0 0 0,15 15 0 0 0,-15-16 0 0 0,-1 16 64 0 0,16 0-64 0 0,-15 15 0 0 0,15-15 0 0 0,-16-1 0 0 0,16 1 0 0 0,-15 0 0 0 0,0 0 0 0 0,15 0 0 0 0,-16-16 0 0 0,16 16 0 0 0,-15-16 0 0 0,15 1 0 0 0,-16 14 0 0 0,16-14 0 0 0,-15-16 0 0 0,15 15 0 0 0,0 0 0 0 0,0-15 0 0 0,0 0 0 0 0,0 0 0 0 0,0 0 0 0 0,0 0 0 0 0,0 0 0 0 0,0 0 0 0 0,0 0 0 0 0,0 0-64 0 0,0 0 64 0 0,0 0 0 0 0,0 0 0 0 0,15-15-64 0 0,-15 0 64 0 0,16 15 0 0 0,-16-16 0 0 0,15 1-64 0 0,-15-16 64 0 0,16 16 0 0 0,-16-1 0 0 0,15 1 0 0 0,-15-16 72 0 0,15 16-72 0 0,-15-1 0 0 0,0-14 0 0 0,16-1 0 0 0,-16 0-96 0 0,0 16 96 0 0,15-16 0 0 0,-15 0 0 0 0,0 16 0 0 0,0-1 0 0 0,0 1 0 0 0,0-1 0 0 0,16 1 0 0 0,-16 15 0 0 0,0 0 0 0 0,0 0 0 0 0,0-15 0 0 0,0-1 64 0 0,0 16-64 0 0,0 0 0 0 0,0 16 0 0 0,0-1 0 0 0,0 0 0 0 0,0 1 64 0 0,0 15-64 0 0,-16-16 0 0 0,16 16 0 0 0,0 0 64 0 0,0-16-64 0 0,-15 16 0 0 0,15 0 0 0 0,-16-16 0 0 0,16 16 0 0 0,-15-16 0 0 0,0 16 0 0 0,15-16 0 0 0,0 16 0 0 0,-16-15 0 0 0,1-1 0 0 0,15 0 0 0 0,-16 1 0 0 0,16-1 0 0 0,-15 0 0 0 0,15 1 0 0 0,0-1 0 0 0,0-15 0 0 0,-15 16 0 0 0,15-16 0 0 0,0 0 0 0 0,0 0 0 0 0,0 0 0 0 0,0 0 0 0 0,0 0 0 0 0,0 0 0 0 0,0 0 0 0 0,15 15 0 0 0,-15-15 0 0 0,0 0 0 0 0,0 0 0 0 0,15 15 0 0 0,1-15 0 0 0,-1 16 0 0 0,1-16 0 0 0,14 0-64 0 0,-14 0 64 0 0,-1 15 0 0 0,1-15 0 0 0,-1 16 0 0 0,16-16 0 0 0,-16 0 0 0 0,1 15 0 0 0,-1-15 0 0 0,0 15 0 0 0,1 1 0 0 0,-1-16 0 0 0,1 0 0 0 0,-1 15 0 0 0,0 1 0 0 0,1-16 0 0 0,-1 15 0 0 0,-15-15 0 0 0,16 15 0 0 0,-1-15 0 0 0,-15 0 0 0 0,15 16 0 0 0,-15-16 0 0 0,16 15 0 0 0,-16-15 0 0 0,0 0 0 0 0,0 0 72 0 0,0 0-72 0 0,0 0 0 0 0,0 0 72 0 0,0 0-72 0 0,0 0 0 0 0,0 0 0 0 0,0 0 64 0 0,0 0-64 0 0,0 0 0 0 0,-16-15 0 0 0,16 15 0 0 0,0 0 0 0 0,-15-16 0 0 0,0 16 0 0 0,15-15 0 0 0,0 0 0 0 0,-16-1 0 0 0,1 1 0 0 0,15-1 0 0 0,-16 1 0 0 0,1 0 0 0 0,15-1 0 0 0,-15 1 0 0 0,-1-1 0 0 0,16 1 0 0 0,-15 0 0 0 0,-1-1 0 0 0,16 1 0 0 0,-15-1 0 0 0,0 1 0 0 0,15 0 0 0 0,-16 15 0 0 0,16-16 0 0 0,-15 1 0 0 0,15 0 0 0 0,0 15 0 0 0,0 0 0 0 0,0-16 0 0 0,0 16 0 0 0,0 0-72 0 0,0 0 72 0 0,0 0 0 0 0,0 0 0 0 0,0 0-64 0 0,0 16 64 0 0,15-16 0 0 0,1 0 0 0 0,-16 15 0 0 0,15 0-64 0 0,0-15 64 0 0,-15 16 0 0 0,16-1 0 0 0,-1 0 0 0 0,1 1 0 0 0,-16-1 0 0 0,15-15 0 0 0,0 16 0 0 0,1-1 0 0 0,-16 0 0 0 0,15 1 0 0 0,1-16 0 0 0,-16 15 0 0 0,15 1 0 0 0,-15-1 0 0 0,15-15 0 0 0,-15 15 0 0 0,0 1 0 0 0,0-16 0 0 0,0 0 0 0 0,0 0 0 0 0,16 15 0 0 0,-16-15 0 0 0,0 0 0 0 0,0 0 0 0 0,0 0 0 0 0,0 0 0 0 0,0 0 0 0 0,0 0 0 0 0,0 0 0 0 0,0 0 0 0 0,0 0 0 0 0,0 0 0 0 0,-16-15 0 0 0,16 15 0 0 0,-15-16 0 0 0,15 1 0 0 0,-15 0 0 0 0,15 15 0 0 0,-16-16 0 0 0,16 1 0 0 0,-15-1 0 0 0,15-14 0 0 0,-16 14 0 0 0,16 1 0 0 0,-15-1 0 0 0,15-14 0 0 0,-15 14 0 0 0,-1 1 0 0 0,16 0 0 0 0,0-1 0 0 0,-15 1 0 0 0,15-16 0 0 0,-16 0 0 0 0,16 16 0 0 0,0-16 0 0 0,-15 16 0 0 0,15-1 0 0 0,0-15 0 0 0,-15 16 0 0 0,15 0 0 0 0,0-16 0 0 0,0 15 0 0 0,0 16 0 0 0,0-15 0 0 0,0 0 0 0 0,0-1 0 0 0,-16 1 0 0 0,16 15 0 0 0,0 0 0 0 0,0 0 0 0 0,0 0 0 0 0,0 15 0 0 0,0 1 0 0 0,-15-16 0 0 0,15 15 0 0 0,0 0 64 0 0,-16 1-64 0 0,16-1 0 0 0,0 1 0 0 0,-15-1 0 0 0,15 0 0 0 0,-15 1 0 0 0,15-1 0 0 0,-16 16 0 0 0,16-16 0 0 0,-15 1 0 0 0,-1-1 0 0 0,16 1 0 0 0,-15-1 0 0 0,15 16 0 0 0,-15-16 0 0 0,-1 1 0 0 0,1-1 0 0 0,15 0 0 0 0,-16 1 0 0 0,1-1 0 0 0,15 0 0 0 0,0-15 0 0 0,-15 16 0 0 0,15-1 0 0 0,-16 1 0 0 0,16-1 0 0 0,0 0 0 0 0,-15-15 0 0 0,15 16 0 0 0,0-16 0 0 0,-15 15 0 0 0,15 1 0 0 0,0-16 0 0 0,0 15 0 0 0,0-15 0 0 0,0 0 0 0 0,0 0 0 0 0,0 0 0 0 0,0 0 0 0 0,0 15 0 0 0,0-15 0 0 0,0 0 0 0 0,0 0 0 0 0,0 0 0 0 0,0 0 0 0 0,0 0 0 0 0,0 0-64 0 0,0 0 64 0 0,0 0 0 0 0,0 0 0 0 0,0 0 0 0 0,0 0 0 0 0,0-15 0 0 0,15 15 0 0 0,0 0 0 0 0,-15-15-64 0 0,16-1 64 0 0,-16 1 0 0 0,15 15 0 0 0,-15-16 0 0 0,15 1 0 0 0,-15 0 0 0 0,16-1 0 0 0,-16 1 0 0 0,0 15 0 0 0,15-16 0 0 0,-15 1 0 0 0,0 0 0 0 0,0-1 0 0 0,16 1 0 0 0,-16 0 0 0 0,0-1 0 0 0,0 1 0 0 0,0-1 0 0 0,0 1 0 0 0,0 15 0 0 0,0-15 72 0 0,0-1-72 0 0,0 1 0 0 0,0-1 0 0 0,0 1 0 0 0,0 15 0 0 0,0-15 0 0 0,0 15 0 0 0,0 0 0 0 0,0-16 0 0 0,0 16 0 0 0,0 0 0 0 0,0 0 0 0 0,0 0 0 0 0,0 0 0 0 0,0 0 0 0 0,0 0 0 0 0,0 0 0 0 0,0 0 0 0 0,0 0 0 0 0,0 0 0 0 0,0 0 0 0 0,15 0 0 0 0,-15 0 0 0 0,15 16 0 0 0,-15-16 0 0 0,16 15 0 0 0,-1-15 0 0 0,-15 15 0 0 0,16 1 0 0 0,-1-1 0 0 0,-15-15 0 0 0,15 16 0 0 0,1-1 0 0 0,-16 0 0 0 0,15 1 0 0 0,1-1 0 0 0,-16 1-64 0 0,15-1 64 0 0,0 0 0 0 0,-15 1 0 0 0,16-1 0 0 0,-1 0 0 0 0,1-15 0 0 0,-16 16 0 0 0,15-1 0 0 0,0 1 0 0 0,-15-16 0 0 0,16 15 0 0 0,-16 0 0 0 0,0-15 0 0 0,15 16 0 0 0,1-1 0 0 0,-16-15 0 0 0,0 16 0 0 0,0-16 0 0 0,15 0 0 0 0,-15 15 0 0 0,0-15 0 0 0,0 0 0 0 0,0 15 0 0 0,0 1 0 0 0,0-16 0 0 0,0 0 0 0 0,0 0 0 0 0,0 0-96 0 0,0 0-32 0 0,0 0 0 0 0,0 0-8 0 0,0 0-1144 0 0,0 0-224 0 0,0 0-40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32.462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7242.84766"/>
      <inkml:brushProperty name="anchorY" value="-10490.97168"/>
      <inkml:brushProperty name="scaleFactor" value="0.5"/>
    </inkml:brush>
  </inkml:definitions>
  <inkml:trace contextRef="#ctx0" brushRef="#br0">16 0 15344 0 0,'0'0'1072'0'0,"0"0"-1072"0"0,0 0 0 0 0,0 0 799 0 0,0 0 129 0 0,0 0 32 0 0,0 0 8 0 0,0 16-408 0 0,0-1 376 0 0,0 1-480 0 0,0-1-120 0 0,0 16-24 0 0,0-16-8 0 0,0 16 0 0 0,-16 0 32 0 0,16-1 8 0 0,0 17 0 0 0,0-17 0 0 0,0 1-16 0 0,0 0 0 0 0,16 0 0 0 0,-16 0 0 0 0,0-16-128 0 0,0 16-24 0 0,0-16-8 0 0,15 1 0 0 0,-15 14 8 0 0,0-14 0 0 0,16-1 0 0 0,-16-15 0 0 0,0 16-64 0 0,15-16-16 0 0,0 15 0 0 0,-15-15 0 0 0,0 0-24 0 0,16 15 56 0 0,-16-15-64 0 0,0 0 24 0 0,15-15 0 0 0,-15 15 0 0 0,16-15 0 0 0,-1 15-24 0 0,-15-16 0 0 0,0 16 0 0 0,15-15 0 0 0,1-16 8 0 0,-16 16-72 0 0,0 15 0 0 0,0-16 64 0 0,0 1-64 0 0,0-1 0 0 0,0-14 0 0 0,0 14 0 0 0,0 1 0 0 0,0 15 0 0 0,0 0 0 0 0,0 0 0 0 0,0 0 0 0 0,0 0 0 0 0,0 0 0 0 0,15 0 0 0 0,1 31-64 0 0,-16-16 64 0 0,0 0 0 0 0,15 1 0 0 0,-15-1 0 0 0,15 1-64 0 0,-15-1 64 0 0,16 0 0 0 0,-1 1 0 0 0,-15-16-64 0 0,16 15 64 0 0,14 1 0 0 0,-14-16 0 0 0,-16 15 0 0 0,31-15 0 0 0,-31-15-64 0 0,46-1 128 0 0,-31 1-64 0 0,0-1 64 0 0,16-14 16 0 0,-31 14-80 0 0,16 1 80 0 0,14-31 0 0 0,-30 30-80 0 0,16-15 72 0 0,-16-15-8 0 0,0 31-64 0 0,0-16 96 0 0,0 16-32 0 0,0-16 0 0 0,0 15 0 0 0,-16-14-64 0 0,1 14 80 0 0,15 1-80 0 0,-15 0 80 0 0,-1-1-80 0 0,16 1 0 0 0,-15-1 0 0 0,-1 1 64 0 0,16 15-64 0 0,-15-15 0 0 0,15 15 0 0 0,-15 0 0 0 0,15 0-112 0 0,-16 0-40 0 0,16 0-8 0 0,0 0 0 0 0,-15 30-2168 0 0,0-30-4880 0 0,15 16-1279 0 0,0-16-2449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33.120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8216.51465"/>
      <inkml:brushProperty name="anchorY" value="-11218.33496"/>
      <inkml:brushProperty name="scaleFactor" value="0.5"/>
    </inkml:brush>
  </inkml:definitions>
  <inkml:trace contextRef="#ctx0" brushRef="#br0">1 16 16240 0 0,'0'0'455'0'0,"0"0"225"0"0,0-15-680 0 0,0 15 0 0 0,0 0 1120 0 0,0 0 208 0 0,0 0 40 0 0,0 0 8 0 0,0 0-464 0 0,0 0-88 0 0,0 0-24 0 0,0 0 424 0 0,0 15-872 0 0,0 0-24 0 0,15 1 0 0 0,1 45 216 0 0,-16-30-376 0 0,15 61 136 0 0,-15-61-208 0 0,0 31 96 0 0,0-31-96 0 0,16-1 0 0 0,-16-14-32 0 0,0 30 24 0 0,0-15-88 0 0,0-31 64 0 0,0 31-64 0 0,0-16 0 0 0,0 0 0 0 0,0 1 0 0 0,15-1 64 0 0,-15 1-64 0 0,0-16 0 0 0,0 0 0 0 0,0 0 0 0 0,0 0 0 0 0,0 0 0 0 0,0 0 0 0 0,0 0 0 0 0,0 0 72 0 0,0 0-72 0 0,0 0 0 0 0,0-16 72 0 0,0 16-72 0 0,0-15 0 0 0,0-1 0 0 0,0 1 0 0 0,0 0 0 0 0,0-1 0 0 0,15 1 0 0 0,-15-1 0 0 0,0-14 0 0 0,16-17 0 0 0,-16 32 0 0 0,15-16 0 0 0,1 16 0 0 0,-16-1-72 0 0,15-14 72 0 0,0 14 0 0 0,1 16-64 0 0,-1-15 64 0 0,-15-1 0 0 0,15 16 0 0 0,1 0-64 0 0,-16-15 64 0 0,15 30 0 0 0,1-15 0 0 0,-16 0 0 0 0,15 16 0 0 0,0 15 0 0 0,1-1 0 0 0,-16 1 0 0 0,0-15 0 0 0,0-1 64 0 0,15 0-64 0 0,-15 16 72 0 0,0-15-72 0 0,0-1 96 0 0,0 0-96 0 0,0 1 96 0 0,0-1-96 0 0,0 1 80 0 0,0-16-80 0 0,0 15 80 0 0,0-15-80 0 0,0 15 0 0 0,0-15 0 0 0,0 0 0 0 0,0 0 0 0 0,0 0 0 0 0,0 0 0 0 0,0 0 0 0 0,0 16 0 0 0,0-16 0 0 0,0 0-2640 0 0,0 0-4656 0 0,0 0-1279 0 0,0 0-2457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33.386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9174.78711"/>
      <inkml:brushProperty name="anchorY" value="-12392.12305"/>
      <inkml:brushProperty name="scaleFactor" value="0.5"/>
    </inkml:brush>
  </inkml:definitions>
  <inkml:trace contextRef="#ctx0" brushRef="#br0">0 0 17679 0 0,'0'0'1936'0'0,"0"0"-1936"0"0,0 0 0 0 0,0 0 0 0 0,0 0 800 0 0,0 0 144 0 0,0 16 24 0 0,0-1 8 0 0,16 1-304 0 0,-16-1-56 0 0,0 0-8 0 0,0 16 400 0 0,0-15-640 0 0,15-1-8 0 0,-15 16 0 0 0,0-16-88 0 0,0 1-16 0 0,16-1-8 0 0,-16 0 0 0 0,0 1-104 0 0,0-1-16 0 0,0-15-8 0 0,0 16 0 0 0,0-1-120 0 0,0-15 0 0 0,0 0 64 0 0,0 0-64 0 0,0 0 0 0 0,0 0-120 0 0,0 0 24 0 0,0 0 8 0 0,0 0-4928 0 0,0 0-18559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33.517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9855.96875"/>
      <inkml:brushProperty name="anchorY" value="-13319.6084"/>
      <inkml:brushProperty name="scaleFactor" value="0.5"/>
    </inkml:brush>
  </inkml:definitions>
  <inkml:trace contextRef="#ctx0" brushRef="#br0">0 1 20239 0 0,'0'0'2112'0'0,"0"0"-2000"0"0,0 0-112 0 0,0 0 0 0 0,0 0 0 0 0,0 0 0 0 0,0 0-96 0 0,0 0-22271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34.518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0490.96875"/>
      <inkml:brushProperty name="anchorY" value="-13954.6084"/>
      <inkml:brushProperty name="scaleFactor" value="0.5"/>
    </inkml:brush>
  </inkml:definitions>
  <inkml:trace contextRef="#ctx0" brushRef="#br0">185 216 16703 0 0,'-15'-16'1832'0'0,"15"16"-1832"0"0,0 0 0 0 0,0 0 0 0 0,-16-15 688 0 0,16 15 120 0 0,0 0 24 0 0,-15 0 8 0 0,0 0-304 0 0,15 0-64 0 0,-16 15-16 0 0,16-15 0 0 0,-15 16-216 0 0,-1-1-48 0 0,16-15 0 0 0,-15 16-8 0 0,0 14-96 0 0,15-14-24 0 0,-16-1 0 0 0,16 1 0 0 0,-15 14 80 0 0,-1 17 176 0 0,16-32-160 0 0,0 0 40 0 0,0 1 16 0 0,0 15 0 0 0,0-16 0 0 0,0-15-88 0 0,16 15-24 0 0,-16 1 0 0 0,15-1 0 0 0,-15-15-104 0 0,16 16 88 0 0,-1-16-88 0 0,0 0 80 0 0,1 0 32 0 0,-1 0 8 0 0,1 0 0 0 0,-1 0 0 0 0,0-16 0 0 0,16 1 120 0 0,-15-1-120 0 0,-1 16-48 0 0,0-15-8 0 0,1 0 0 0 0,-1-16 0 0 0,1 15-64 0 0,14-30 64 0 0,-14 15 0 0 0,-1 16-64 0 0,1-16 64 0 0,-1 0-64 0 0,-15 1 64 0 0,15 14-64 0 0,-15-15 0 0 0,16 1 72 0 0,-16-1-72 0 0,0-31 128 0 0,0 47-128 0 0,0 0 0 0 0,-16-1 72 0 0,16 1-72 0 0,0 15 0 0 0,0-16 64 0 0,0 16-64 0 0,0 0 0 0 0,0 0 0 0 0,0 0 0 0 0,0 0 0 0 0,0 0 0 0 0,0 0 0 0 0,0 0 0 0 0,0 0 0 0 0,0 0 0 0 0,0 16 0 0 0,0 30 64 0 0,0-15-64 0 0,0 0 0 0 0,16 30 80 0 0,-16-30-16 0 0,0 0-64 0 0,0 30 80 0 0,0-30 0 0 0,15 46-80 0 0,0-62 64 0 0,-15 1-64 0 0,0-1 0 0 0,0 1 0 0 0,0-1 0 0 0,16 0 0 0 0,-16-15 0 0 0,0 16 0 0 0,0-16 0 0 0,0 0 0 0 0,0 0 0 0 0,0 0 0 0 0,0 0 0 0 0,15-16 0 0 0,-15 16 0 0 0,16-15 0 0 0,-16 15 0 0 0,15-15-72 0 0,-15 15 72 0 0,15-31-80 0 0,1 15 80 0 0,-16 1-64 0 0,0 0 64 0 0,15-16-64 0 0,1 15 64 0 0,-1-14 0 0 0,0 14 0 0 0,-15 1-64 0 0,16-1 64 0 0,-1 1 0 0 0,1 0 0 0 0,-1 15-64 0 0,0-16 64 0 0,1 16 0 0 0,-1 0 0 0 0,1 0 0 0 0,-1 16 0 0 0,0-16 0 0 0,-15 15 0 0 0,16 0 0 0 0,-1 1 0 0 0,-15-1 88 0 0,0 1-24 0 0,16-1 0 0 0,-16 0 64 0 0,15 1 16 0 0,-15-1 0 0 0,0 1 0 0 0,0-1-48 0 0,0 16 64 0 0,15-31-80 0 0,-15 0-80 0 0,0 0 0 0 0,0 0 64 0 0,0 15-64 0 0,0-15 0 0 0,0 0 0 0 0,0 0 0 0 0,0 0 0 0 0,0 0-88 0 0,0 0 8 0 0,0 0 0 0 0,0 0-2320 0 0,0 0-4960 0 0,0 0-1295 0 0,0 0-2481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35.391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1757.12012"/>
      <inkml:brushProperty name="anchorY" value="-14835.91211"/>
      <inkml:brushProperty name="scaleFactor" value="0.5"/>
    </inkml:brush>
  </inkml:definitions>
  <inkml:trace contextRef="#ctx0" brushRef="#br0">0 123 17047 0 0,'0'0'1872'0'0,"0"0"-1872"0"0,0 0 0 0 0,0 0 0 0 0,0 0 912 0 0,0 0 168 0 0,0 0 32 0 0,0 0 8 0 0,0 0-544 0 0,0 0-96 0 0,0 16-32 0 0,0-16 0 0 0,16 30-152 0 0,-16-14-32 0 0,0-1-8 0 0,0 16 0 0 0,0-16-8 0 0,15 16-8 0 0,-15-15 0 0 0,0 14 0 0 0,0 1-24 0 0,0 0-8 0 0,15 0 0 0 0,-15-16 0 0 0,0 16-48 0 0,0 0 0 0 0,0-16-8 0 0,16 16 0 0 0,-16 0-80 0 0,0 30-8 0 0,0-45 32 0 0,0 61-32 0 0,0-47-64 0 0,15 17 64 0 0,-15-32-64 0 0,0 0 72 0 0,0 16-8 0 0,0-31-64 0 0,0 16 64 0 0,0-16-64 0 0,0 0 64 0 0,0 0-64 0 0,0 0 80 0 0,0 0-80 0 0,0 0 96 0 0,0 0-96 0 0,0 0 80 0 0,0-16-80 0 0,0 1 64 0 0,0-1-64 0 0,-15 1 0 0 0,15 0 64 0 0,0-16-64 0 0,0 15 0 0 0,0-14 0 0 0,0-1 0 0 0,0 0 64 0 0,0 0-64 0 0,0 0 0 0 0,0 1 0 0 0,0-1 0 0 0,0-15 0 0 0,0 15 0 0 0,15 0 0 0 0,-15 0 0 0 0,0 1 0 0 0,16-1 0 0 0,-16-15 0 0 0,15 15 0 0 0,0 0 0 0 0,1 0 0 0 0,-1 0 0 0 0,1 1 0 0 0,-1-1 0 0 0,16 15-64 0 0,-16-14 64 0 0,16 14 0 0 0,-16 1 0 0 0,16 15 0 0 0,-15-15 0 0 0,14 15 0 0 0,-14-16 0 0 0,-1 16 0 0 0,0 16 0 0 0,1-16 0 0 0,-1 15 0 0 0,1-15 0 0 0,-1 15 0 0 0,-15 1 0 0 0,15-1 0 0 0,-15 0 0 0 0,0 16 0 0 0,0-15 0 0 0,0-1 0 0 0,0 0 0 0 0,0 16 0 0 0,0-15 0 0 0,-15-1 64 0 0,15 0-64 0 0,-15 1 0 0 0,15-1 0 0 0,0 1 0 0 0,-16-16 0 0 0,1 15 0 0 0,-1-15 0 0 0,1 0 0 0 0,15 0 0 0 0,-15 0 0 0 0,-1 0 0 0 0,1 0 0 0 0,0 0-72 0 0,-1 0 72 0 0,1 0-96 0 0,-1-15 96 0 0,1 15-160 0 0,-16 0 16 0 0,31-16 8 0 0,-31 1 0 0 0,1-16-784 0 0,30 16 600 0 0,-31-1-2816 0 0,31 16-3560 0 0,0 0-1119 0 0,0 0-2225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35.882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2530.66504"/>
      <inkml:brushProperty name="anchorY" value="-15547.88184"/>
      <inkml:brushProperty name="scaleFactor" value="0.5"/>
    </inkml:brush>
  </inkml:definitions>
  <inkml:trace contextRef="#ctx0" brushRef="#br0">62 47 17623 0 0,'0'0'1832'0'0,"-15"0"-1736"0"0,-1 15-96 0 0,16-15 0 0 0,0 0 800 0 0,0 0 128 0 0,-15 0 32 0 0,15 15 8 0 0,0 1-464 0 0,-16-1-96 0 0,16 0-24 0 0,0 1 0 0 0,0-1-112 0 0,0 16-24 0 0,0-16-8 0 0,0 16 0 0 0,0-15-88 0 0,0-1-24 0 0,0 0 0 0 0,0 1 0 0 0,16-1-64 0 0,-16 1-64 0 0,0-1 72 0 0,15 0-72 0 0,1 1 64 0 0,-1-16 120 0 0,0 15-64 0 0,1-15 0 0 0,-16-15 0 0 0,15 15 32 0 0,16 0 168 0 0,-31-16-160 0 0,15 1 0 0 0,16 0 160 0 0,-15-16-160 0 0,14-15 96 0 0,-30 15-176 0 0,16 15-16 0 0,-16-30 64 0 0,0 31-64 0 0,0-1 40 0 0,-16-14 120 0 0,16-1-112 0 0,-46 0 160 0 0,31 16-184 0 0,15 15-88 0 0,-16 0 0 0 0,1-16 72 0 0,0 16-72 0 0,-1 0 0 0 0,1 16 0 0 0,15-16 0 0 0,-16 15-160 0 0,16-15-24 0 0,-15 16 0 0 0,15-1 0 0 0,0 46-2304 0 0,0-45-4752 0 0,0-1-1271 0 0,0-15-2441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36.157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3165.66504"/>
      <inkml:brushProperty name="anchorY" value="-16290.64063"/>
      <inkml:brushProperty name="scaleFactor" value="0.5"/>
    </inkml:brush>
  </inkml:definitions>
  <inkml:trace contextRef="#ctx0" brushRef="#br0">1 1 16360 0 0,'0'0'1143'0'0,"0"0"-1143"0"0,0 0 0 0 0,0 0 0 0 0,0 0 912 0 0,15 15 160 0 0,-15 0 32 0 0,0 1 8 0 0,0-1-312 0 0,15 1-56 0 0,-15-1-8 0 0,0 0-8 0 0,0 16-176 0 0,0-15-32 0 0,0-1-8 0 0,0 16 0 0 0,0-16-128 0 0,0 16 312 0 0,0-16-352 0 0,0-15-216 0 0,0 16 48 0 0,0-16-96 0 0,0 0-80 0 0,0 0 0 0 0,0 0 0 0 0,0 0 0 0 0,0 0-1832 0 0,0 0-5400 0 0,0 0-1311 0 0,0 0-2465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36.272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3831.45215"/>
      <inkml:brushProperty name="anchorY" value="-17202.73047"/>
      <inkml:brushProperty name="scaleFactor" value="0.5"/>
    </inkml:brush>
  </inkml:definitions>
  <inkml:trace contextRef="#ctx0" brushRef="#br0">0 15 18655 0 0,'0'0'1944'0'0,"16"0"-1840"0"0,-16 0-104 0 0,0-15 0 0 0,0 15-5503 0 0,0 0-1129 0 0,0 0-1936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36.954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4481.84766"/>
      <inkml:brushProperty name="anchorY" value="-17822.33594"/>
      <inkml:brushProperty name="scaleFactor" value="0.5"/>
    </inkml:brush>
  </inkml:definitions>
  <inkml:trace contextRef="#ctx0" brushRef="#br0">1 32 17359 0 0,'0'0'1904'0'0,"0"0"-1904"0"0,15 15 0 0 0,-15 0 680 0 0,0 1 120 0 0,0-1 16 0 0,16 0 8 0 0,-16 16-136 0 0,0-15-24 0 0,0-1-8 0 0,0 16 0 0 0,0-16-304 0 0,0 1-64 0 0,0 14-16 0 0,15-14 0 0 0,-15 30 216 0 0,0-31-240 0 0,0 1-168 0 0,0-16 0 0 0,0 0 0 0 0,0 0-80 0 0,0 0 64 0 0,0 0-64 0 0,0 0 64 0 0,0 0-64 0 0,0 0 0 0 0,0 0 72 0 0,0 0-72 0 0,0 0 0 0 0,0 0 0 0 0,15-16 64 0 0,-15 1-64 0 0,16 0 0 0 0,-16-1 0 0 0,15 1 0 0 0,-15-1 0 0 0,16-14-64 0 0,-16 14 64 0 0,15-15 0 0 0,-15 16-72 0 0,15-16 72 0 0,1 0 0 0 0,-1 16-72 0 0,1 0 72 0 0,-16-16 0 0 0,15 16-64 0 0,16-1 64 0 0,-16 1 0 0 0,1 15 0 0 0,-1 0-64 0 0,0 0 64 0 0,1 0 0 0 0,15 15 0 0 0,-31 1 0 0 0,30 30 304 0 0,-30-31-192 0 0,0 47 336 0 0,0-47-296 0 0,0 0-32 0 0,0 16 104 0 0,0-15-112 0 0,0-1-112 0 0,0-15 0 0 0,0 0 0 0 0,0 15 0 0 0,0 1 0 0 0,0-16 0 0 0,0 0-136 0 0,0 0-248 0 0,0 0 184 0 0,0 0-4344 0 0,0 0-18799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37.308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5486.30176"/>
      <inkml:brushProperty name="anchorY" value="-18703.63867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6136.69434"/>
      <inkml:brushProperty name="anchorY" value="-19877.42773"/>
      <inkml:brushProperty name="scaleFactor" value="0.5"/>
    </inkml:brush>
    <inkml:brush xml:id="br2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7017.99805"/>
      <inkml:brushProperty name="anchorY" value="-20512.42773"/>
      <inkml:brushProperty name="scaleFactor" value="0.5"/>
    </inkml:brush>
  </inkml:definitions>
  <inkml:trace contextRef="#ctx0" brushRef="#br0">62 0 19783 0 0,'0'0'2056'0'0,"0"0"-1944"0"0,0 0-112 0 0,0 0 0 0 0,0 0 696 0 0,0 0 112 0 0,0 16 24 0 0,0-1 8 0 0,0-15-376 0 0,0 15-80 0 0,0 16-8 0 0,0-15-8 0 0,0-1-16 0 0,16 0-8 0 0,-16 1 0 0 0,0 15 0 0 0,0-16-64 0 0,0 0-16 0 0,0 1 0 0 0,0 15 0 0 0,0-16-72 0 0,0 0-8 0 0,0 16-8 0 0,0 0 0 0 0,0-16-64 0 0,0 1-16 0 0,0 14 0 0 0,0-14 0 0 0,0-1-32 0 0,0 1-64 0 0,0 14 88 0 0,0-14-24 0 0,0-1-64 0 0,0 1 0 0 0,0-1 0 0 0,0-15 0 0 0,0 0 0 0 0,0 0 0 0 0,0 0 0 0 0,0 0 0 0 0,0 0 0 0 0,0 0 0 0 0,0 0-688 0 0,0 0 448 0 0,0 0-2728 0 0,0 0-12751 0 0,0 0 4815 0 0</inkml:trace>
  <inkml:trace contextRef="#ctx0" brushRef="#br1" timeOffset="177.38">1 247 18599 0 0,'0'0'2040'0'0,"0"0"-2040"0"0,0 0 0 0 0,0 0 0 0 0,0 0 960 0 0,15 15 160 0 0,-15-15 40 0 0,15 0 8 0 0,1 0-728 0 0,-1 0-152 0 0,-15 0-24 0 0,31 0-8 0 0,-31 0-184 0 0,31 0-72 0 0,0 0 72 0 0,-16-15-72 0 0,0 15-96 0 0,1 0 16 0 0,-1 0-6936 0 0,16 0-1391 0 0,-31 0-2433 0 0</inkml:trace>
  <inkml:trace contextRef="#ctx0" brushRef="#br2" timeOffset="610.74">647 139 17767 0 0,'0'0'1240'0'0,"0"0"-1240"0"0,0 0 0 0 0,0 0 0 0 0,0 0 960 0 0,-15 0 176 0 0,-1 0 32 0 0,16 0 8 0 0,-15 0-496 0 0,0 0-96 0 0,15 0-16 0 0,-16 0-8 0 0,1 15-328 0 0,-16-15-64 0 0,31 16-8 0 0,-15-1-8 0 0,-1-15-88 0 0,1 15-64 0 0,0 1 96 0 0,-1-16-96 0 0,16 15 72 0 0,-15 1-72 0 0,15-1 0 0 0,0-15 72 0 0,0 0-72 0 0,0 15 0 0 0,-16 1 0 0 0,32-16 0 0 0,-16 15 0 0 0,15-15 0 0 0,-15 0 0 0 0,31 16 0 0 0,-16-1 0 0 0,1-15 0 0 0,-1 0 0 0 0,0 0 0 0 0,1 15 0 0 0,-1-15 0 0 0,1 16 0 0 0,-16-16 0 0 0,15 0 0 0 0,0 15 0 0 0,-15-15 64 0 0,16 15-64 0 0,-1-15 0 0 0,-15 16 72 0 0,0-16-72 0 0,0 15 160 0 0,0 1-8 0 0,0-1 0 0 0,0-15 0 0 0,-15 15 88 0 0,15 1 16 0 0,0-16 8 0 0,0 0 0 0 0,-16 15-96 0 0,16-15-16 0 0,-15 0-8 0 0,0 0 0 0 0,15 0-8 0 0,0 0 0 0 0,-16 0 0 0 0,1 0 0 0 0,15 0-48 0 0,-31-15 56 0 0,16-1-72 0 0,-1 16-72 0 0,1-15-112 0 0,0 0 24 0 0,15 15 8 0 0,-47-31-736 0 0,32 31 528 0 0,-16-16-3920 0 0,31 16-20287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38.531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5455.51367"/>
      <inkml:brushProperty name="anchorY" value="-19765.82031"/>
      <inkml:brushProperty name="scaleFactor" value="0.5"/>
    </inkml:brush>
  </inkml:definitions>
  <inkml:trace contextRef="#ctx0" brushRef="#br0">1 0 18151 0 0,'0'0'1272'0'0,"0"0"-1272"0"0,0 0 664 0 0,0 0 104 0 0,0 0 32 0 0,0 0 96 0 0,0 0-1008 0 0,0 0-22327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38.431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6105.90723"/>
      <inkml:brushProperty name="anchorY" value="-20139.12305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6090.51367"/>
      <inkml:brushProperty name="anchorY" value="-20400.82031"/>
      <inkml:brushProperty name="scaleFactor" value="0.5"/>
    </inkml:brush>
  </inkml:definitions>
  <inkml:trace contextRef="#ctx0" brushRef="#br0">16 93 19495 0 0,'0'0'2136'0'0,"0"0"-2136"0"0,0 16 0 0 0,0-1 800 0 0,-15 16 1112 0 0,15-31-936 0 0,0 31-456 0 0,0-1 328 0 0,0 1-440 0 0,0-15-192 0 0,0-1-40 0 0,0 0-8 0 0,0 1 0 0 0,0-1-80 0 0,0 16 40 0 0,0-31-64 0 0,0 0-64 0 0,0 15 0 0 0,0-15 0 0 0,0 0 0 0 0,0 0 0 0 0,0 0-96 0 0,0 0 96 0 0,0-15-4280 0 0,0 15-19447 0 0</inkml:trace>
  <inkml:trace contextRef="#ctx0" brushRef="#br1" timeOffset="582.48">139 124 16096 0 0,'-15'62'1767'0'0,"15"-47"-1767"0"0,0 0 0 0 0,0 1 888 0 0,0-1 160 0 0,0 1 32 0 0,0 14 616 0 0,15-14-1184 0 0,-15-1-24 0 0,0 1 0 0 0,0-1-152 0 0,0 0-32 0 0,0-15-8 0 0,0 0 0 0 0,0 0-72 0 0,0 0-24 0 0,0 0 0 0 0,0 0 0 0 0,0 0-96 0 0,0 0-16 0 0,0 0-8 0 0,0 0 0 0 0,16-15-80 0 0,-1 0 80 0 0,-15-1 0 0 0,15 1-80 0 0,-15-1 0 0 0,16-14 0 0 0,-16 14 64 0 0,15 1-64 0 0,16-31 0 0 0,-31 15 0 0 0,62-31 0 0 0,-47 32 0 0 0,0 14 0 0 0,16 1 0 0 0,0-1 0 0 0,-16 16 0 0 0,1-15 64 0 0,-1 15-64 0 0,1 0 64 0 0,14 0 152 0 0,-30 0 24 0 0,31 0 8 0 0,-31 15 0 0 0,16-15 64 0 0,-1 16 8 0 0,-15-16 8 0 0,0 15 0 0 0,0 1-72 0 0,0-1-24 0 0,15 0 0 0 0,-15 16 0 0 0,0 15 200 0 0,0-30-296 0 0,0 30-72 0 0,0-31-64 0 0,0-15 0 0 0,0 0 0 0 0,0 0-160 0 0,0 0-32 0 0,0 0 0 0 0,0 0-8 0 0,0 0-3944 0 0,0 0-21615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39.492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7156.54492"/>
      <inkml:brushProperty name="anchorY" value="-21158.97266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7791.54492"/>
      <inkml:brushProperty name="anchorY" value="-22271.18555"/>
      <inkml:brushProperty name="scaleFactor" value="0.5"/>
    </inkml:brush>
    <inkml:brush xml:id="br2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8734.42383"/>
      <inkml:brushProperty name="anchorY" value="-22844.60938"/>
      <inkml:brushProperty name="scaleFactor" value="0.5"/>
    </inkml:brush>
    <inkml:brush xml:id="br3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9631.12109"/>
      <inkml:brushProperty name="anchorY" value="-23941.42773"/>
      <inkml:brushProperty name="scaleFactor" value="0.5"/>
    </inkml:brush>
  </inkml:definitions>
  <inkml:trace contextRef="#ctx0" brushRef="#br0">139 15 18143 0 0,'0'0'1984'0'0,"0"0"-1984"0"0,0 0 0 0 0,0 0 0 0 0,0 0 888 0 0,15 16 152 0 0,-15-1 32 0 0,0 16 704 0 0,0-16-1160 0 0,0 16-8 0 0,0-15-8 0 0,16-1-160 0 0,-16 47 368 0 0,0-32-408 0 0,0-14-104 0 0,0-1-16 0 0,0 16-8 0 0,0-16 0 0 0,0 16-112 0 0,0 0 120 0 0,0 0-144 0 0,0 15 8 0 0,0-46-80 0 0,0 31 0 0 0,0-16-64 0 0,0 0 64 0 0,0 1 0 0 0,0-16-64 0 0,0 0 0 0 0,0 0 0 0 0,0 0 0 0 0,0 0 0 0 0,0 0-72 0 0,0 0 72 0 0,0 0-1080 0 0,-16-16 712 0 0,16 1-4720 0 0,-15 0-4639 0 0,15 15-4409 0 0</inkml:trace>
  <inkml:trace contextRef="#ctx0" brushRef="#br1" timeOffset="145.18">0 293 14240 0 0,'0'0'992'0'0,"16"0"-992"0"0,-1 0 944 0 0,-15 0 167 0 0,31 0 33 0 0,-31 0 8 0 0,31 0-536 0 0,-16-16-104 0 0,1 16-16 0 0,14 0 192 0 0,-14 0-544 0 0,-1 0-16 0 0,-15-15 0 0 0,16 15-128 0 0,-1 0 0 0 0,0 0 64 0 0,1 0-64 0 0,30-16-2544 0 0,-31 1 1616 0 0,-15 15-17959 0 0</inkml:trace>
  <inkml:trace contextRef="#ctx0" brushRef="#br2" timeOffset="619.73">401 0 18887 0 0,'0'0'2072'0'0,"0"0"-2072"0"0,0 0 0 0 0,-16 0 0 0 0,16 15 808 0 0,0 1 144 0 0,0-1 24 0 0,0 16 608 0 0,0-16-1064 0 0,0 1-8 0 0,0-1-8 0 0,0 16-184 0 0,0-16-32 0 0,0 16 0 0 0,0 0-8 0 0,0-16-64 0 0,0 1-16 0 0,0 15 0 0 0,0-16 0 0 0,0 16-96 0 0,0-16-16 0 0,0 1-8 0 0,0 14 0 0 0,0-14-80 0 0,0-1 0 0 0,16 1 0 0 0,-16-1 64 0 0,0-15-64 0 0,0 0 0 0 0,0 0 0 0 0,0 0 0 0 0,0 0 0 0 0,0 0 64 0 0,0 0-64 0 0,0 0 0 0 0,0 0 0 0 0,0 0 0 0 0,0 0-88 0 0,0-15 88 0 0,15-1-96 0 0,-15 1 96 0 0,16-1-96 0 0,-16 1 96 0 0,15 0 0 0 0,-15 15-72 0 0,15-16 72 0 0,-15 1 0 0 0,16-1 0 0 0,-1 1-72 0 0,-15 0 72 0 0,15-1 0 0 0,1 1 0 0 0,-1-1-64 0 0,1 16 64 0 0,-16-15 0 0 0,15 15 0 0 0,0-15 0 0 0,-15 15 0 0 0,16 0 0 0 0,-1 0 0 0 0,1 0 0 0 0,-1 15 0 0 0,-15 0 64 0 0,0 1-64 0 0,15-16 128 0 0,-15 15-16 0 0,0 1-8 0 0,0-1 0 0 0,0 0-24 0 0,0 1-8 0 0,0-16 0 0 0,0 15 0 0 0,0 1-72 0 0,0 14 64 0 0,0-14 0 0 0,0-16-64 0 0,0 15 0 0 0,0 1 0 0 0,0-16 0 0 0,0 15 0 0 0,0-15-136 0 0,0 0 32 0 0,0 0 8 0 0,0 0-2840 0 0,0 0-4264 0 0,0 0-1223 0 0,0 0-2417 0 0</inkml:trace>
  <inkml:trace contextRef="#ctx0" brushRef="#br3" timeOffset="992.92">801 246 17135 0 0,'15'16'1872'0'0,"-15"-16"-1872"0"0,16 15 0 0 0,-1-15 0 0 0,-15 0 1000 0 0,16 0 184 0 0,-16 16 32 0 0,0-16 0 0 0,15 0-424 0 0,0 0-88 0 0,-15-16-24 0 0,31 16 440 0 0,-31 0-736 0 0,16 0 0 0 0,-1-15-8 0 0,-15 15-192 0 0,15-16 96 0 0,1 16-144 0 0,-1-30 0 0 0,-15 30-40 0 0,0 0-32 0 0,0-16 0 0 0,0 16-64 0 0,0-15 96 0 0,0 15-96 0 0,0-16 72 0 0,0 1-72 0 0,-15 15 64 0 0,15 0-64 0 0,-16 0 0 0 0,16 0 0 0 0,-15 0 0 0 0,0 0 0 0 0,15 0 0 0 0,-16 0 0 0 0,1 15 0 0 0,15 1 0 0 0,-16-1 0 0 0,16 1 0 0 0,-15 14 0 0 0,15-14 0 0 0,0-1 80 0 0,-15 16-80 0 0,15-16 80 0 0,0 1 64 0 0,-16 15 16 0 0,16-16 0 0 0,0 16 0 0 0,0-16 0 0 0,0 1 0 0 0,16-1 0 0 0,-16 0 0 0 0,0 1-32 0 0,15-1-8 0 0,-15-15 0 0 0,15 15 64 0 0,1-15-120 0 0,-1 0 32 0 0,1 0-96 0 0,-1-15 88 0 0,0 15-88 0 0,-15-15 80 0 0,16-1-80 0 0,-1 1-128 0 0,0 15 32 0 0,1-15 8 0 0,30-32-3544 0 0,-46 47-23983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41.290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0543.21289"/>
      <inkml:brushProperty name="anchorY" value="-24730.36523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1470.69922"/>
      <inkml:brushProperty name="anchorY" value="-25673.24414"/>
      <inkml:brushProperty name="scaleFactor" value="0.5"/>
    </inkml:brush>
    <inkml:brush xml:id="br2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2382.78906"/>
      <inkml:brushProperty name="anchorY" value="-26446.79102"/>
      <inkml:brushProperty name="scaleFactor" value="0.5"/>
    </inkml:brush>
    <inkml:brush xml:id="br3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3033.18359"/>
      <inkml:brushProperty name="anchorY" value="-27358.87891"/>
      <inkml:brushProperty name="scaleFactor" value="0.5"/>
    </inkml:brush>
  </inkml:definitions>
  <inkml:trace contextRef="#ctx0" brushRef="#br0">31 154 20327 0 0,'0'0'2232'0'0,"0"0"-2232"0"0,0 15 0 0 0,0 1 0 0 0,0-1 648 0 0,-15-15 112 0 0,15 16 16 0 0,0 14 8 0 0,0-14-368 0 0,0 15 264 0 0,0-16-352 0 0,-16 16-80 0 0,16 15 200 0 0,0-15-224 0 0,0-16-32 0 0,0 16 0 0 0,16-16-8 0 0,-16 1 0 0 0,15 30-16 0 0,-15-31-168 0 0,0-15 72 0 0,15 0-72 0 0,-15 0 0 0 0,16 0 72 0 0,-1-15-72 0 0,-15 15 96 0 0,16-16-96 0 0,-1 1 96 0 0,0 0-96 0 0,-15-16 64 0 0,16 16-64 0 0,-1-1 64 0 0,1 1-64 0 0,-1-16 0 0 0,-15 16 0 0 0,15-1 0 0 0,1 1 0 0 0,-1-1 0 0 0,-15 1 0 0 0,16 0 0 0 0,-1-1 0 0 0,0 1 0 0 0,-15-1 0 0 0,0 1 0 0 0,16 15 0 0 0,-1-15 0 0 0,-15 15 0 0 0,0 0 0 0 0,0 0 0 0 0,0 0 0 0 0,0 0 0 0 0,0 0 0 0 0,0 0 0 0 0,0 0 0 0 0,16 15 0 0 0,-16-15 0 0 0,15 15 96 0 0,-15 16 32 0 0,0-15-64 0 0,0 30 312 0 0,0-31-248 0 0,0 1-56 0 0,0-1-8 0 0,0 0 0 0 0,0 1 0 0 0,0-1-64 0 0,0 1 0 0 0,0-16 0 0 0,-15 15 0 0 0,15-15 0 0 0,0 0 0 0 0,0 0-112 0 0,0 0 40 0 0,0 0-2216 0 0,0 0-136 0 0,0 0-1112 0 0,0 0-18343 0 0</inkml:trace>
  <inkml:trace contextRef="#ctx0" brushRef="#br1" timeOffset="393.11">447 262 14000 0 0,'0'0'976'0'0,"0"0"-976"0"0,0 0 0 0 0,0 0 1328 0 0,0 0 239 0 0,0 0 57 0 0,30 15 1112 0 0,-30 1-752 0 0,0-1-1008 0 0,0 0-440 0 0,16 1-88 0 0,-16-1-24 0 0,-16 1 0 0 0,16-1-168 0 0,0 0-32 0 0,0 1 0 0 0,0-1-8 0 0,0 1-144 0 0,0-1 8 0 0,0 0-80 0 0,0-15 0 0 0,0 0 0 0 0,0 0 0 0 0,0 0 0 0 0,0 0 0 0 0,0 0 0 0 0,0 0 0 0 0,0 0 0 0 0,0 0 0 0 0,0 0-96 0 0,0 0 96 0 0,0-15-104 0 0,0 15 32 0 0,16-15 8 0 0,-16 15 0 0 0,15-16 0 0 0,-15 1 64 0 0,16-16-80 0 0,-16 16 0 0 0,15-1 80 0 0,-15 1 0 0 0,15-1 0 0 0,-15 1 0 0 0,16 0 0 0 0,-1-16-64 0 0,1 15 64 0 0,-1 16 0 0 0,-15-15-64 0 0,15 0 64 0 0,1 15 0 0 0,-1 0 0 0 0,-15 0 0 0 0,0 0 96 0 0,16 0-32 0 0,-1 0 64 0 0,-15 15 24 0 0,0-15 0 0 0,15 15 0 0 0,-15 1 88 0 0,16-16 16 0 0,-16 15 8 0 0,0 1 0 0 0,0-16-40 0 0,0 15 0 0 0,0 0-8 0 0,0 1 0 0 0,0-16-120 0 0,0 15-16 0 0,0 1-8 0 0,0-16 0 0 0,0 0-72 0 0,0 15 0 0 0,0-15 0 0 0,0 15 0 0 0,0-15-88 0 0,0 0 24 0 0,0 0 0 0 0,0 0-2224 0 0,0 0-5232 0 0,0 0-1343 0 0,0 0-2561 0 0</inkml:trace>
  <inkml:trace contextRef="#ctx0" brushRef="#br2" timeOffset="630.04">893 246 20935 0 0,'0'0'2176'0'0,"0"0"-2056"0"0,0 0-120 0 0,0 0 0 0 0,0 0 0 0 0,0 0 992 0 0,0 0 184 0 0,15 16 32 0 0,-15-16 8 0 0,0 15-616 0 0,0 1-120 0 0,16-16-32 0 0,-16 15 0 0 0,0 0-176 0 0,0 1-40 0 0,0-1-8 0 0,0 1 0 0 0,0-1-120 0 0,0 0-24 0 0,0 1-8 0 0,0-1 0 0 0,0 1-72 0 0,0-1 0 0 0,-16 0 0 0 0,16 1 64 0 0,0-16-64 0 0,0 15 0 0 0,0 0-96 0 0,0-15 96 0 0,0 0-1944 0 0,0 0-5912 0 0,0 0-1431 0 0,0 0-2673 0 0</inkml:trace>
  <inkml:trace contextRef="#ctx0" brushRef="#br3" timeOffset="777.02">878 108 21623 0 0,'-31'-31'2376'0'0,"31"16"-2376"0"0,0-1 0 0 0,15 16 0 0 0,-15-15 360 0 0,0 15 56 0 0,16-16 0 0 0,-16 16 8 0 0,15 0-424 0 0,-15-15 0 0 0,15 15 0 0 0,1 0-10255 0 0,-16 0-5105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42.463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3714.36523"/>
      <inkml:brushProperty name="anchorY" value="-27886.12109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3063.97266"/>
      <inkml:brushProperty name="anchorY" value="-27851.48633"/>
      <inkml:brushProperty name="scaleFactor" value="0.5"/>
    </inkml:brush>
  </inkml:definitions>
  <inkml:trace contextRef="#ctx0" brushRef="#br0">154 1 15464 0 0,'0'0'1695'0'0,"0"0"-1695"0"0,0 0 0 0 0,0 0 0 0 0,0 0 1080 0 0,0 0 200 0 0,0 0 32 0 0,0 0 1072 0 0,-15 0-1392 0 0,15 15 0 0 0,0 16 664 0 0,0-15-1048 0 0,0-1-16 0 0,0 0 0 0 0,0 1-208 0 0,15-1-48 0 0,-15 0-8 0 0,0 1 0 0 0,0-1-136 0 0,0 16-32 0 0,0-16-8 0 0,0 1 0 0 0,0-1-32 0 0,0 16-8 0 0,0-16 0 0 0,0 1 0 0 0,0-1-8 0 0,0 16 0 0 0,0-16 0 0 0,0 1 0 0 0,0-1 16 0 0,0 1 0 0 0,-15 14 0 0 0,15-14 0 0 0,0-1-56 0 0,0 1 0 0 0,0-1-64 0 0,0 0 96 0 0,0 1-96 0 0,0-1 64 0 0,0 1-64 0 0,0-1 0 0 0,0-15 0 0 0,0 15 64 0 0,0-15-64 0 0,0 0 0 0 0,0 0 0 0 0,0 0 0 0 0,0 0 0 0 0,0 0 0 0 0,0 0 0 0 0,0 0-104 0 0,0 0 16 0 0,0 0 8 0 0,0 0-1616 0 0,0 0 1088 0 0,0 0-5032 0 0,0 0-18527 0 0</inkml:trace>
  <inkml:trace contextRef="#ctx0" brushRef="#br1" timeOffset="145.69">0 417 20527 0 0,'15'0'2256'0'0,"1"0"-2256"0"0,-16 0 0 0 0,31 0 0 0 0,-31 0 440 0 0,30 0 64 0 0,-30 0 8 0 0,31 0 8 0 0,-15 0-232 0 0,-1 0-56 0 0,16 0-8 0 0,-16-16 0 0 0,1 16-224 0 0,14 0 0 0 0,-14 0-64 0 0,14 0-10207 0 0,-30 0-5121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43.766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3991.45703"/>
      <inkml:brushProperty name="anchorY" value="-28471.0918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3017.79102"/>
      <inkml:brushProperty name="anchorY" value="-28020.82031"/>
      <inkml:brushProperty name="scaleFactor" value="0.5"/>
    </inkml:brush>
    <inkml:brush xml:id="br2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3775.94531"/>
      <inkml:brushProperty name="anchorY" value="-29056.0625"/>
      <inkml:brushProperty name="scaleFactor" value="0.5"/>
    </inkml:brush>
  </inkml:definitions>
  <inkml:trace contextRef="#ctx0" brushRef="#br0">339 46 17495 0 0,'0'-15'1224'0'0,"0"15"-1224"0"0,0 0 0 0 0,15-16 1072 0 0,-15 16 192 0 0,0 0 40 0 0,0 0 8 0 0,0-15-504 0 0,-15 15 600 0 0,15 0-720 0 0,-15 0-368 0 0,15 0-80 0 0,-16 0-16 0 0,1 0 0 0 0,-1 0-72 0 0,-14 0 104 0 0,30 0-128 0 0,-62 31 32 0 0,47-16-160 0 0,-1-15 72 0 0,1 16-72 0 0,0-1 0 0 0,-16-15 72 0 0,15 15-72 0 0,-14 1 96 0 0,14-1 0 0 0,1-15-24 0 0,15 0-72 0 0,0 0 0 0 0,0 0 0 0 0,0 0 0 0 0,0 0 0 0 0,15 16 0 0 0,-15-16 0 0 0,16 15 0 0 0,-1-15 0 0 0,0 0 0 0 0,1 15 0 0 0,-1-15 0 0 0,1 0 0 0 0,-1 16 0 0 0,16-16 0 0 0,-16 15 0 0 0,1-15 0 0 0,14 16 0 0 0,-14-16 0 0 0,-1 0 0 0 0,0 15 0 0 0,-15-15 0 0 0,0 0 0 0 0,16 15 0 0 0,-16-15 0 0 0,0 0 0 0 0,0 16 64 0 0,0-16-64 0 0,0 15 0 0 0,0 1 64 0 0,0-1-64 0 0,-16-15 64 0 0,16 15-64 0 0,0 1 80 0 0,-15-16-80 0 0,0 15 80 0 0,15 0-80 0 0,-16-15 80 0 0,1 0-80 0 0,15 16 72 0 0,-15-16-72 0 0,-1 0 64 0 0,16 0-64 0 0,-15-16 104 0 0,-1 16-16 0 0,1 0-8 0 0,0-15 0 0 0,15 15-16 0 0,-16-15-64 0 0,1-1 96 0 0,-1 1-32 0 0,1 15-64 0 0,15-15 0 0 0,-15-1 0 0 0,-1 1 0 0 0,16 15-192 0 0,-15-16 16 0 0,-1 16 8 0 0,16-15 0 0 0,0 15-2232 0 0,0 0 1544 0 0,0 0-3496 0 0,0 0-4407 0 0,0 0-4001 0 0</inkml:trace>
  <inkml:trace contextRef="#ctx0" brushRef="#br1" timeOffset="564.91">570 185 15288 0 0,'15'0'432'0'0,"1"-16"200"0"0,-1 16-632 0 0,1-15 0 0 0,-16 0 0 0 0,15 15 967 0 0,-15-16 177 0 0,15 16 32 0 0,-15-15 8 0 0,0 15-296 0 0,0 0-56 0 0,16-16-16 0 0,-16 16 0 0 0,-16-15-280 0 0,16 15-56 0 0,0-15-16 0 0,-15 15 336 0 0,0 0-184 0 0,15 0-312 0 0,-16 0-152 0 0,1 0-32 0 0,15 0-8 0 0,-16 0 0 0 0,1 15-48 0 0,0-15 0 0 0,15 15-64 0 0,-16 1 96 0 0,1-16-96 0 0,15 15 0 0 0,-16 1 0 0 0,16 14 0 0 0,-15-14 0 0 0,15-1 0 0 0,-15 1 0 0 0,15-1 0 0 0,0 0 0 0 0,0 1 0 0 0,0-1 0 0 0,0 1 0 0 0,0-1 0 0 0,0 0 0 0 0,0 1 0 0 0,0-16 0 0 0,15 0 0 0 0,-15 0 0 0 0,15 0-64 0 0,-15 0 64 0 0,16 0 0 0 0,-1 0 0 0 0,-15-16-64 0 0,16 1 64 0 0,-1 15 0 0 0,0-15 0 0 0,1-1-64 0 0,-1 1 64 0 0,1-1 0 0 0,-16 1 0 0 0,15 0-64 0 0,0-1 64 0 0,1 16 0 0 0,-16-15 0 0 0,15-1 0 0 0,-15 16 0 0 0,16-15 0 0 0,-16 15 0 0 0,0 0 0 0 0,15 0 0 0 0,-15 0 0 0 0,0 0 0 0 0,0 0 0 0 0,0 0 0 0 0,0 0 96 0 0,0 0 0 0 0,0 0 0 0 0,0 0 0 0 0,0 15 56 0 0,15 1 8 0 0,-15-16 0 0 0,0 15 0 0 0,0 47 448 0 0,0-31-400 0 0,-15-1-8 0 0,15 32 200 0 0,-15-31-200 0 0,15-1-56 0 0,0 1-16 0 0,0-15 0 0 0,0 14 0 0 0,-16-14-128 0 0,16-1 80 0 0,0 1-80 0 0,0-1 64 0 0,0 0-64 0 0,0-15 0 0 0,0 0 0 0 0,0 16 0 0 0,0-16 0 0 0,0 0 0 0 0,0 0 0 0 0,0 0-104 0 0,0 0-40 0 0,0 0-8 0 0,0 0 0 0 0,0 0-1312 0 0,0 0 944 0 0,0-31-5024 0 0,0 31-17519 0 0</inkml:trace>
  <inkml:trace contextRef="#ctx0" brushRef="#br2" timeOffset="969.43">862 169 18399 0 0,'16'-30'2016'0'0,"-16"30"-2016"0"0,0 0 0 0 0,15 0 0 0 0,-15 0 808 0 0,16 0 144 0 0,-16 0 24 0 0,15 15 640 0 0,-15 0-1056 0 0,0-15-16 0 0,15 16 0 0 0,-15-1-216 0 0,0 16 232 0 0,0 15-96 0 0,0-30-280 0 0,16-1-8 0 0,-16 16 0 0 0,0-31-80 0 0,0 15-24 0 0,15 0 0 0 0,-15-15 0 0 0,0 0-72 0 0,16 16 0 0 0,-16-16 0 0 0,0 0 64 0 0,15 0-64 0 0,0-16 0 0 0,1 16 64 0 0,-1-15-64 0 0,-15 0 0 0 0,16-1 72 0 0,-1 1-72 0 0,-15 0 0 0 0,15-1 0 0 0,-15 1 0 0 0,16-1 0 0 0,-16 1 0 0 0,15 0 0 0 0,-15-16 0 0 0,16 15 0 0 0,-16 1 0 0 0,15 0 0 0 0,-15-1 0 0 0,0 1 64 0 0,15 15-64 0 0,-15-16 0 0 0,16 16 0 0 0,-16 0 0 0 0,0 0 0 0 0,0 0 0 0 0,0 0 0 0 0,0 0 0 0 0,0 0 136 0 0,0 0-8 0 0,0 0 0 0 0,0 16 0 0 0,0-1 32 0 0,0 1 8 0 0,0-1 0 0 0,0 0 0 0 0,0 1 16 0 0,0 15 0 0 0,0-16 0 0 0,0 0 0 0 0,0 1-80 0 0,0-1-8 0 0,0 1-8 0 0,0-1 0 0 0,0 0-88 0 0,0 1 0 0 0,0-16 0 0 0,0 0 0 0 0,0 0 0 0 0,0 0-96 0 0,0 0 16 0 0,0 0 8 0 0,0 0-2240 0 0,15 0-5432 0 0,-15 0-1375 0 0,0 0-2633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45.644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4749.61133"/>
      <inkml:brushProperty name="anchorY" value="-29860.39648"/>
      <inkml:brushProperty name="scaleFactor" value="0.5"/>
    </inkml:brush>
  </inkml:definitions>
  <inkml:trace contextRef="#ctx0" brushRef="#br0">1 62 16240 0 0,'0'0'455'0'0,"0"0"113"0"0,0 0-456 0 0,0-15-112 0 0,15 15 0 0 0,0 0 0 0 0,-15 0 1008 0 0,0 0 176 0 0,16 0 40 0 0,-1 0 8 0 0,16-15-320 0 0,-31 15-64 0 0,31 0-16 0 0,-16 0 0 0 0,1 0-264 0 0,14 0 440 0 0,-14 0-512 0 0,-1 0-160 0 0,1 0-32 0 0,-1 0-8 0 0,0 0 0 0 0,-15 0-200 0 0,16 15-96 0 0,-16-15 80 0 0,0 0-80 0 0,0 0 88 0 0,0 0-88 0 0,0 0 96 0 0,0 0-96 0 0,0 0 112 0 0,0 0 40 0 0,0 15-80 0 0,-16 1-72 0 0,-14-1 80 0 0,14 1 0 0 0,1-1-80 0 0,-1 0 0 0 0,1 1 0 0 0,0 15 0 0 0,-16-16 0 0 0,15 0 0 0 0,1 16 0 0 0,0 0 0 0 0,-1-16 0 0 0,1 16 0 0 0,-1-16 0 0 0,16 16 0 0 0,-15-15 0 0 0,15-1 0 0 0,0 0 0 0 0,0-15 0 0 0,0 16 0 0 0,0-16 0 0 0,0 0 0 0 0,0 0 0 0 0,0 0 0 0 0,31 0 64 0 0,-16 0-64 0 0,1-16 0 0 0,-1 1 0 0 0,0 0 64 0 0,1-1-64 0 0,-1 1 0 0 0,1-1 0 0 0,-1 1 0 0 0,0-16 64 0 0,16 16-64 0 0,-15 0 0 0 0,-1-1 0 0 0,0 1 0 0 0,1-16 0 0 0,-1 16 0 0 0,1 15 0 0 0,-1-16 0 0 0,-15 1 0 0 0,15-1 0 0 0,1 16 0 0 0,-1 0 0 0 0,-15 0 0 0 0,0 0 0 0 0,0 0 0 0 0,0 0 0 0 0,0 0 0 0 0,0 0 0 0 0,0 16 64 0 0,15-16-64 0 0,-15 15 0 0 0,0 1 0 0 0,0-1 0 0 0,0 0 0 0 0,0 1 0 0 0,0 15 64 0 0,0-16-64 0 0,0 0 0 0 0,0 16 0 0 0,-15-16 0 0 0,15 1 64 0 0,0-16-64 0 0,0 15 0 0 0,0-15 0 0 0,0 0 0 0 0,0 0 0 0 0,0 0 0 0 0,0 0 0 0 0,0 0 0 0 0,0 0 0 0 0,0 0 0 0 0,15 0 0 0 0,-15-15 0 0 0,0-1 0 0 0,16 1 0 0 0,-1-16 0 0 0,-15 16 0 0 0,16 0 0 0 0,-1-1 0 0 0,-15 1-72 0 0,15-1 72 0 0,1 1 0 0 0,-16 0 0 0 0,15-1 0 0 0,1 1 0 0 0,-1-1-64 0 0,0 16 64 0 0,1-15 0 0 0,-1 0 0 0 0,16 15 0 0 0,0-16-64 0 0,0 16 64 0 0,-16 0 0 0 0,31 0 0 0 0,-30 0 0 0 0,45 0 64 0 0,-45 0-64 0 0,14 0 144 0 0,-14 0-16 0 0,-1 0-8 0 0,0-15 0 0 0,1 15-16 0 0,-1 0 0 0 0,1 0 0 0 0,-1 0 0 0 0,0-16-40 0 0,-15 16 0 0 0,16 0-64 0 0,-16-15 96 0 0,15 15-96 0 0,-15 0 72 0 0,0-15-72 0 0,0 15 64 0 0,0 0-64 0 0,0-16 0 0 0,-15 16 0 0 0,-1-15 128 0 0,1 15-32 0 0,0 0-32 0 0,-1 0-64 0 0,1 0 0 0 0,-1 15 0 0 0,1-15 0 0 0,0 16 0 0 0,-1-1-72 0 0,-14 0 72 0 0,-1 16-104 0 0,0-15 104 0 0,16 14 0 0 0,-1-14 80 0 0,1-1 8 0 0,15 16 0 0 0,-16-16 0 0 0,16 16 0 0 0,16-15-16 0 0,-16-1 0 0 0,15 16 0 0 0,-15-16 0 0 0,16 0 8 0 0,14 16 80 0 0,-14-31-80 0 0,15 0-80 0 0,-16 0 96 0 0,0 0-96 0 0,16 0 96 0 0,-16 0-96 0 0,16-15 0 0 0,-15-1 0 0 0,14 1 64 0 0,17-31-616 0 0,-32 46-8008 0 0,0-31-1671 0 0,-15 31-2977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46.695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6431.39844"/>
      <inkml:brushProperty name="anchorY" value="-30680.125"/>
      <inkml:brushProperty name="scaleFactor" value="0.5"/>
    </inkml:brush>
  </inkml:definitions>
  <inkml:trace contextRef="#ctx0" brushRef="#br0">31 16 19783 0 0,'0'0'2168'0'0,"0"0"-2168"0"0,0 0 840 0 0,0 0 152 0 0,0 0 24 0 0,-15 15 8 0 0,15 0-616 0 0,0 1-120 0 0,0-1-32 0 0,0 0 0 0 0,-15 16-64 0 0,15 15 144 0 0,0-15-168 0 0,0 0-48 0 0,0-16-16 0 0,0 16 0 0 0,0 0 0 0 0,15 0 0 0 0,-15-16 0 0 0,0 16 0 0 0,15-16 0 0 0,-15 1-104 0 0,16-16 88 0 0,-1 15-88 0 0,-15-15 80 0 0,16 0-80 0 0,14 0 64 0 0,-30-15 0 0 0,16-1-64 0 0,-1 1 80 0 0,-15 0-80 0 0,16-1 80 0 0,-1 1-80 0 0,0-1 64 0 0,-15 1-64 0 0,16 0 64 0 0,-16-1-64 0 0,15 1 0 0 0,-15-1 0 0 0,16 1 0 0 0,-16 0 0 0 0,15-1 0 0 0,0 16 0 0 0,-15 0-152 0 0,0 0 88 0 0,0 0-16 0 0,0 0 0 0 0,0 0 80 0 0,16 16 0 0 0,-16-16 0 0 0,15 15 0 0 0,-15 0 0 0 0,16 1 0 0 0,-16-1 0 0 0,15-15 0 0 0,-15 16 0 0 0,15-16 0 0 0,1 0 0 0 0,-16 0 64 0 0,31 0 16 0 0,-31-16-80 0 0,15 1 112 0 0,0 15-24 0 0,-15-16-8 0 0,16 1 0 0 0,-1 0 24 0 0,16-32 120 0 0,-31 47-112 0 0,15-30-24 0 0,1 14-8 0 0,-16 1 0 0 0,0-1 0 0 0,15 1-80 0 0,-15 0 64 0 0,0-1-64 0 0,0 1 64 0 0,0 15-64 0 0,0-15 80 0 0,-15 15-80 0 0,15-16 80 0 0,0 16-80 0 0,-16 0 0 0 0,1 0 0 0 0,15 0 0 0 0,-15 0-616 0 0,-1 16 384 0 0,1-1-2664 0 0,15 0-4336 0 0,0-15-1247 0 0,0 0-2409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46.983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7466.63867"/>
      <inkml:brushProperty name="anchorY" value="-31345.91016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6816.24414"/>
      <inkml:brushProperty name="anchorY" value="-31003.39648"/>
      <inkml:brushProperty name="scaleFactor" value="0.5"/>
    </inkml:brush>
  </inkml:definitions>
  <inkml:trace contextRef="#ctx0" brushRef="#br0">62 139 20527 0 0,'0'0'1560'0'0,"0"0"-864"0"0,0 16-696 0 0,-16-16 0 0 0,16 0 864 0 0,0 30 1208 0 0,0-14-440 0 0,0 14-696 0 0,16-14-480 0 0,-16-1-96 0 0,0 1-16 0 0,0-1-8 0 0,0 0 0 0 0,-16 1-96 0 0,16-1-16 0 0,0 1-8 0 0,0-1 0 0 0,0 0-152 0 0,0 1-64 0 0,0-1 64 0 0,0 1-64 0 0,-15-16 0 0 0,15 0 0 0 0,0 0 0 0 0,0 0 0 0 0,0 0-2376 0 0,0 0-5408 0 0,15 0-1391 0 0,-15 0-2633 0 0</inkml:trace>
  <inkml:trace contextRef="#ctx0" brushRef="#br1" timeOffset="129.22">0 47 21079 0 0,'0'0'2312'0'0,"0"0"-2312"0"0,0 0 0 0 0,0 0 0 0 0,0-16 184 0 0,0 1 208 0 0,15 15-6760 0 0,-15-15-1311 0 0,0 15-2241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47.485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7466.63867"/>
      <inkml:brushProperty name="anchorY" value="-31592.21289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8101.63867"/>
      <inkml:brushProperty name="anchorY" value="-32719.81836"/>
      <inkml:brushProperty name="scaleFactor" value="0.5"/>
    </inkml:brush>
  </inkml:definitions>
  <inkml:trace contextRef="#ctx0" brushRef="#br0">16 1 14808 0 0,'0'0'1032'0'0,"0"0"-1032"0"0,0 0 0 0 0,0 15 0 0 0,0 0 1183 0 0,0 1 209 0 0,0-1 48 0 0,0 16 1032 0 0,0-16-1520 0 0,0 1-24 0 0,0 15 0 0 0,0-16-296 0 0,0 16 488 0 0,0 0-568 0 0,0-16-136 0 0,0 31 344 0 0,0-31-384 0 0,0 16-120 0 0,0-15-16 0 0,0-1-8 0 0,0 0 0 0 0,0 16-120 0 0,0 0 56 0 0,0-16-88 0 0,0 1-80 0 0,-15-1 0 0 0,15 1 64 0 0,0-16-64 0 0,0 0 0 0 0,0 0 0 0 0,0 0-1784 0 0,0 0 1152 0 0,15-16-4256 0 0,-15 16-18183 0 0</inkml:trace>
  <inkml:trace contextRef="#ctx0" brushRef="#br1" timeOffset="154.5">124 47 19583 0 0,'0'0'2144'0'0,"0"0"-2144"0"0,0 0 0 0 0,15 15 0 0 0,-15 1 856 0 0,0-16 144 0 0,16 30 32 0 0,-16-14 8 0 0,0-1-400 0 0,0 16-88 0 0,0-16-8 0 0,15 47 368 0 0,-15-31-568 0 0,-15-16-8 0 0,15 16 0 0 0,0 0-128 0 0,0-16-24 0 0,0 16-8 0 0,0-16 0 0 0,0 16-176 0 0,0-16 64 0 0,0 1-64 0 0,0-1 0 0 0,0 1 0 0 0,0-1 0 0 0,0 0 0 0 0,15-15 0 0 0,-15 0-72 0 0,0 0-128 0 0,0 0-872 0 0,0 0-1248 0 0,16 0-8383 0 0,-16 0-5057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48.385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8798.21289"/>
      <inkml:brushProperty name="anchorY" value="-33847.42578"/>
      <inkml:brushProperty name="scaleFactor" value="0.5"/>
    </inkml:brush>
  </inkml:definitions>
  <inkml:trace contextRef="#ctx0" brushRef="#br0">62 0 19647 0 0,'0'0'1368'0'0,"0"0"-1368"0"0,0 16 0 0 0,0-1 0 0 0,0 16 2088 0 0,0-16-928 0 0,0 16 8 0 0,0-15-504 0 0,0-1-104 0 0,15 16-16 0 0,-15-1-8 0 0,-15-14-208 0 0,30-1-40 0 0,-15 1 0 0 0,16 14-8 0 0,-1 1 248 0 0,1-15-360 0 0,-16-1 72 0 0,15-15-168 0 0,0 0 8 0 0,1 0 0 0 0,-1 0 0 0 0,1 0 0 0 0,-16-15-80 0 0,15-1 64 0 0,-15 16-64 0 0,15-15 64 0 0,-15-1-64 0 0,0 16 0 0 0,16-30 72 0 0,-1 14-72 0 0,-15 1 0 0 0,16-16 0 0 0,-1-15-168 0 0,-15 31 96 0 0,0-1 0 0 0,15 1 0 0 0,-15-16 8 0 0,0 16 0 0 0,16-1 0 0 0,-16 1 0 0 0,0 15 64 0 0,0-16-104 0 0,0 16 40 0 0,0 0 64 0 0,0 0-64 0 0,0 0 64 0 0,0 0 0 0 0,0 16 0 0 0,0-1 0 0 0,15 1 0 0 0,-15-1 0 0 0,0 0 0 0 0,0 16 0 0 0,0 0 0 0 0,16-16 0 0 0,-16 16 0 0 0,0 0 80 0 0,0-16 0 0 0,0 16 0 0 0,0 0 0 0 0,0 0 32 0 0,0-1 8 0 0,0 1 0 0 0,0 0 0 0 0,-16 15-24 0 0,16-15 0 0 0,0-16 0 0 0,0 16 0 0 0,0 0-16 0 0,-15-16-8 0 0,15 16 0 0 0,0-15 0 0 0,0-1 0 0 0,-16 0 0 0 0,16 1 0 0 0,-15-1 0 0 0,15-15-72 0 0,0 0 96 0 0,-15 15-96 0 0,-1-15 96 0 0,16 0-96 0 0,0 0 80 0 0,-15 16-80 0 0,-1-16 80 0 0,1 0-80 0 0,-16-16 64 0 0,16 16 0 0 0,-16 0-64 0 0,16-15 0 0 0,-1 15 0 0 0,1-15 64 0 0,-1 15-64 0 0,1-16-96 0 0,0 1 16 0 0,-1 0 8 0 0,-15-32-696 0 0,31 32 496 0 0,16-31-4352 0 0,-16 46-21343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48.799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8117.03125"/>
      <inkml:brushProperty name="anchorY" value="-33735.82031"/>
      <inkml:brushProperty name="scaleFactor" value="0.5"/>
    </inkml:brush>
  </inkml:definitions>
  <inkml:trace contextRef="#ctx0" brushRef="#br0">124 93 16423 0 0,'0'-15'1144'0'0,"0"15"-1144"0"0,15 0 0 0 0,-15 0 0 0 0,0 0 1136 0 0,0 0 208 0 0,0 0 32 0 0,-15-16 16 0 0,15 16-648 0 0,0 0 464 0 0,0 0-624 0 0,-16 0-232 0 0,16 0-56 0 0,-15 0-8 0 0,-1 16 0 0 0,16-16-80 0 0,-15 15-16 0 0,15 0-8 0 0,-15 1 0 0 0,15-1-72 0 0,-16 1-16 0 0,16-1 0 0 0,-15 0 0 0 0,15 16 8 0 0,0-15 0 0 0,-16-1 0 0 0,32 0 0 0 0,-16 1-40 0 0,0-16-64 0 0,15 15 88 0 0,-15 1-88 0 0,16-16 64 0 0,-1 0-64 0 0,0 15 0 0 0,1-15 0 0 0,-1 0 152 0 0,1 0-24 0 0,-1-15-8 0 0,0 15 0 0 0,1-16 0 0 0,15 16 0 0 0,-16-15 0 0 0,0-1 0 0 0,1 1-24 0 0,15 0 0 0 0,-16-1 0 0 0,0 1 0 0 0,1-1-16 0 0,-1 1-8 0 0,-15-16 0 0 0,16 31 0 0 0,-16-15-8 0 0,0-1 0 0 0,0 1 0 0 0,0 0 0 0 0,0-1 16 0 0,-16 1 0 0 0,16 15 0 0 0,-15-15 0 0 0,-1 15-80 0 0,16-16 80 0 0,-15 16-80 0 0,0-15 80 0 0,-1 15-80 0 0,1 0 0 0 0,15 0 0 0 0,-16 0 0 0 0,-14 15-608 0 0,14-15 392 0 0,1 31-3360 0 0,-1-16-7111 0 0,16-15-5017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49.220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8782.81836"/>
      <inkml:brushProperty name="anchorY" value="-34340.03125"/>
      <inkml:brushProperty name="scaleFactor" value="0.5"/>
    </inkml:brush>
  </inkml:definitions>
  <inkml:trace contextRef="#ctx0" brushRef="#br0">1 1 19351 0 0,'0'0'2120'0'0,"0"15"-2120"0"0,15-15 0 0 0,-15 16 0 0 0,16-16 864 0 0,-16 15 160 0 0,0 0 24 0 0,0 16 584 0 0,15-16-1144 0 0,-15 1-16 0 0,0-1-8 0 0,0 1-176 0 0,0-1-32 0 0,15 0 0 0 0,-15-15-8 0 0,0 16-72 0 0,16-1-16 0 0,-16-15 0 0 0,0 0 0 0 0,0 0-64 0 0,15 16-8 0 0,-15-16-8 0 0,16 0 0 0 0,-1 0-16 0 0,0-16 0 0 0,-15 16 0 0 0,16 0 0 0 0,-1-15-64 0 0,1-1 64 0 0,-1 16-64 0 0,-15-15 64 0 0,15 0-64 0 0,1-1 0 0 0,-1 1 0 0 0,1-1 0 0 0,-1 1 0 0 0,-15 0 0 0 0,15-1-96 0 0,1 1 96 0 0,-16 15-80 0 0,15-15 80 0 0,-15-1 0 0 0,16 1-72 0 0,-16 15 72 0 0,0 0 0 0 0,0 0 0 0 0,0 0 0 0 0,0 0 0 0 0,0 0 0 0 0,0 0 0 0 0,15 15 0 0 0,0 1 224 0 0,-15-1-136 0 0,0 0 8 0 0,0 1 8 0 0,0-1 0 0 0,0 0 0 0 0,16 1-8 0 0,-16-16 0 0 0,0 15 0 0 0,0 1 0 0 0,0-1-96 0 0,0-15 0 0 0,0 0 64 0 0,0 0-64 0 0,0 15 0 0 0,0-15 0 0 0,0 0-592 0 0,0 0-7496 0 0,0 0-1575 0 0,0 0-2809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49.736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9802.66406"/>
      <inkml:brushProperty name="anchorY" value="-35159.75781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30437.66406"/>
      <inkml:brushProperty name="anchorY" value="-36333.54688"/>
      <inkml:brushProperty name="scaleFactor" value="0.5"/>
    </inkml:brush>
  </inkml:definitions>
  <inkml:trace contextRef="#ctx0" brushRef="#br0">216 1 17767 0 0,'0'0'1944'0'0,"0"0"-1944"0"0,0 0 0 0 0,0 0 0 0 0,0 0 1056 0 0,0 0 184 0 0,0 0 40 0 0,0 15 0 0 0,0 0-544 0 0,0 1-120 0 0,0-1-16 0 0,0 16-8 0 0,0-16-192 0 0,0 47 312 0 0,0-31-360 0 0,0-16-32 0 0,0 16-16 0 0,0 0 0 0 0,0 0 0 0 0,0 15 176 0 0,0-16-248 0 0,0-14 0 0 0,0 30 24 0 0,0-31-144 0 0,0 1 0 0 0,0-1-112 0 0,0 1 64 0 0,0-1-64 0 0,0-15 0 0 0,0 15 0 0 0,0-15 64 0 0,0 16-64 0 0,0-16 0 0 0,0 0 0 0 0,0 0 0 0 0,0 0 0 0 0,0 0 0 0 0,0 0-720 0 0,0 0 472 0 0,0 0-3600 0 0,0-16-6903 0 0,0 16-5041 0 0</inkml:trace>
  <inkml:trace contextRef="#ctx0" brushRef="#br1" timeOffset="428.78">1 309 18799 0 0,'15'0'2064'0'0,"0"0"-2064"0"0,16 0 0 0 0,-15 0 0 0 0,-1-16 536 0 0,31 16 720 0 0,0-15-160 0 0,1 15-256 0 0,-17-16-16 0 0,-14 16-424 0 0,15 0 0 0 0,-16 0 0 0 0,0 0-192 0 0,1 0-40 0 0,-1 16-8 0 0,-15-16 0 0 0,15 0-8 0 0,1 31 136 0 0,-1-31-144 0 0,1 30 72 0 0,-16-14-112 0 0,0-16 0 0 0,0 15-104 0 0,0 16 88 0 0,0-16-8 0 0,0 16-8 0 0,0-31-72 0 0,0 0 0 0 0,0 0 0 0 0,0 0 0 0 0,0 0 64 0 0,0 0-64 0 0,0 0 0 0 0,0 0 0 0 0,0 0 0 0 0,0 0 0 0 0,0 0 0 0 0,0 0 0 0 0,0 0 0 0 0,0 0 0 0 0,15-15 0 0 0,-15-1 0 0 0,15 1 0 0 0,-15-1 0 0 0,0 1 0 0 0,16 0 0 0 0,-16-1 0 0 0,15 1 0 0 0,1 0 0 0 0,-1-1 0 0 0,0 1 64 0 0,-15-16-64 0 0,16 16 64 0 0,-1-1-64 0 0,16 1 72 0 0,-16-1-72 0 0,1 1 96 0 0,-1 0-96 0 0,1 15 112 0 0,-1-16-32 0 0,0 16-8 0 0,1 0 0 0 0,-1 0-72 0 0,1 0 0 0 0,-1 0 72 0 0,0 0-72 0 0,1 0 0 0 0,-16 16 0 0 0,15-16 64 0 0,-15 0-1616 0 0,0 0-5944 0 0,0 0-1391 0 0,0 0-2569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50.843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31873.14844"/>
      <inkml:brushProperty name="anchorY" value="-36814.60547"/>
      <inkml:brushProperty name="scaleFactor" value="0.5"/>
    </inkml:brush>
  </inkml:definitions>
  <inkml:trace contextRef="#ctx0" brushRef="#br0">1 78 20471 0 0,'15'-16'2248'0'0,"0"1"-2248"0"0,1 0 0 0 0,-1 15 0 0 0,1-16 784 0 0,-1 1 136 0 0,0 15 24 0 0,1 0 8 0 0,15 0-408 0 0,-16 0-88 0 0,0 0-8 0 0,16 15-8 0 0,-15-15-216 0 0,-1 16-32 0 0,16-16-16 0 0,-16 15 0 0 0,1 0-48 0 0,14 16 96 0 0,-30-15-112 0 0,16-1-112 0 0,-16 0 64 0 0,15-15-64 0 0,-15 16 0 0 0,16-1 64 0 0,-16 0-64 0 0,0-15 0 0 0,0 0 72 0 0,0 0-72 0 0,0 0 0 0 0,0 0 72 0 0,0 0-72 0 0,0 0 0 0 0,0 0 64 0 0,0 16-64 0 0,0-16 0 0 0,-16 0 0 0 0,16 0-64 0 0,-15 0 0 0 0,-1 0 0 0 0,16 0 0 0 0,-15 0 0 0 0,0 0 0 0 0,-1 0 0 0 0,1 0 0 0 0,-1-16 0 0 0,1 16 0 0 0,-16 16 0 0 0,-30-1-32 0 0,45-15 0 0 0,1 16 96 0 0,-1-16-64 0 0,1 15 64 0 0,-16 0-64 0 0,0 16 64 0 0,31-15 64 0 0,-15-1 40 0 0,15-15 16 0 0,0 0 0 0 0,0 0 0 0 0,0 0 0 0 0,0 0 120 0 0,0 0-120 0 0,0 0-16 0 0,31 0 104 0 0,-16 0-104 0 0,-15 0-40 0 0,31 0-64 0 0,-16-15 88 0 0,1-1-88 0 0,15 1 64 0 0,-1-1-64 0 0,-14 16 0 0 0,45-30-512 0 0,-30 14 312 0 0,31-15-4544 0 0,-62 31-20191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51.202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32862.21094"/>
      <inkml:brushProperty name="anchorY" value="-37557.36328"/>
      <inkml:brushProperty name="scaleFactor" value="0.5"/>
    </inkml:brush>
  </inkml:definitions>
  <inkml:trace contextRef="#ctx0" brushRef="#br0">154 31 18663 0 0,'0'0'1296'0'0,"0"0"-1296"0"0,0 0 0 0 0,0 0 0 0 0,0 0 848 0 0,0-15 144 0 0,0 15 24 0 0,-15-16 664 0 0,15 16-1096 0 0,-16 0-8 0 0,16 0-8 0 0,0 0-272 0 0,-15 0-48 0 0,15 0-16 0 0,-16 0 0 0 0,1 0 0 0 0,0 16 0 0 0,15-1 0 0 0,-16-15 0 0 0,16 16-128 0 0,-15-1-24 0 0,15 0-8 0 0,-16 1 0 0 0,1-1 72 0 0,15 0 16 0 0,0 16 0 0 0,0-15 0 0 0,0-1 48 0 0,0 0 16 0 0,0-15 0 0 0,0 16 0 0 0,0-1-120 0 0,15-15-16 0 0,1 16-8 0 0,-16-16 0 0 0,0 0 40 0 0,15 0 8 0 0,1 0 0 0 0,-16 0 0 0 0,15 0-32 0 0,0 0-8 0 0,1 0 0 0 0,-1 0 0 0 0,1-16-88 0 0,-1 16 64 0 0,-15 0-64 0 0,15-15 64 0 0,1-1-64 0 0,-1 16 72 0 0,1 0-72 0 0,-16-15-96 0 0,15 15-48 0 0,-15-15-16 0 0,15 15 0 0 0,1-16-3616 0 0,-1 1-7191 0 0,-15 15-5137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51.534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33620.36328"/>
      <inkml:brushProperty name="anchorY" value="-38300.12109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34332.33203"/>
      <inkml:brushProperty name="anchorY" value="-39412.33203"/>
      <inkml:brushProperty name="scaleFactor" value="0.5"/>
    </inkml:brush>
  </inkml:definitions>
  <inkml:trace contextRef="#ctx0" brushRef="#br0">1 16 18599 0 0,'15'0'1296'0'0,"-15"0"-1296"0"0,0 0 0 0 0,0-15 0 0 0,16 15 992 0 0,-16 0 160 0 0,0 0 40 0 0,0 0 8 0 0,0 0-288 0 0,15 15-56 0 0,0-15-16 0 0,-15 15 0 0 0,0 1-336 0 0,16-1-72 0 0,-16 1-16 0 0,0 14 0 0 0,0-14-120 0 0,0 15-24 0 0,0-1-8 0 0,0-14 0 0 0,0 15-32 0 0,0-16-8 0 0,0 16 0 0 0,0-16 0 0 0,0 1-152 0 0,0 14-72 0 0,0-14 64 0 0,0-1-64 0 0,0 31 128 0 0,0-30-128 0 0,0-16 0 0 0,0 30 64 0 0,0-30-64 0 0,0 0 0 0 0,0 16 0 0 0,0-16 0 0 0,0 0 0 0 0,0 0 0 0 0,0 15 0 0 0,0-15 0 0 0,0 0-208 0 0,0 0 16 0 0,0 0 8 0 0,0 0 0 0 0,0 0-2064 0 0,0 0-5584 0 0,0 0-1407 0 0,0 0-2649 0 0</inkml:trace>
  <inkml:trace contextRef="#ctx0" brushRef="#br1" timeOffset="363.07">340 139 21079 0 0,'0'0'2312'0'0,"-16"16"-2312"0"0,16-1 0 0 0,0 0 792 0 0,0-15 136 0 0,-15 16 24 0 0,-1-1 424 0 0,16 1-1072 0 0,-15-16-16 0 0,15 15-8 0 0,-15-15-216 0 0,15 15-64 0 0,-16-15 0 0 0,16 0 0 0 0,-15 16 0 0 0,-1-16-72 0 0,16 15-8 0 0,-15-15 0 0 0,-16 16-160 0 0,16-16 160 0 0,15 0 80 0 0,0 0-64 0 0,0 0 64 0 0,0 0-64 0 0,0 0 64 0 0,0 0 0 0 0,0 0 0 0 0,15 15 0 0 0,1 0 336 0 0,-16 1-152 0 0,30-1 272 0 0,-30 0-168 0 0,16 1 8 0 0,-1-16 0 0 0,-15 15-24 0 0,16 1-8 0 0,-1-16 0 0 0,-15 15 0 0 0,15 0-128 0 0,1-15-24 0 0,-16 0-8 0 0,31 16 0 0 0,-31-16-104 0 0,15 0 64 0 0,0 0-64 0 0,16 0-1648 0 0,-31 0-10208 0 0,0 0-5775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53.182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35028.91016"/>
      <inkml:brushProperty name="anchorY" value="-40386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35710.09375"/>
      <inkml:brushProperty name="anchorY" value="-41513.60547"/>
      <inkml:brushProperty name="scaleFactor" value="0.5"/>
    </inkml:brush>
  </inkml:definitions>
  <inkml:trace contextRef="#ctx0" brushRef="#br0">155 62 18023 0 0,'30'-62'1976'0'0,"-30"62"-1976"0"0,0 0 1088 0 0,0 0 1528 0 0,0 0-1280 0 0,0 0-568 0 0,0 0-120 0 0,0 0-16 0 0,0 0-8 0 0,0 0-280 0 0,16 16 216 0 0,-16-1-288 0 0,15-15-48 0 0,-15 46 192 0 0,0-15-208 0 0,0-15-64 0 0,0 45 112 0 0,0-30-128 0 0,0 46 240 0 0,-15-62-248 0 0,15 16-48 0 0,0-15-8 0 0,0 14 0 0 0,0-14 0 0 0,0 30 16 0 0,0-31-80 0 0,0 1 80 0 0,0-1-80 0 0,0 0 0 0 0,0-15 0 0 0,0 16 0 0 0,0-1 0 0 0,0 1 0 0 0,0-16 0 0 0,0 0 64 0 0,0 0-64 0 0,0 0 0 0 0,0 0 0 0 0,0 0 0 0 0,0 0-72 0 0,0 0 72 0 0,0 0-104 0 0,0 0-1776 0 0,0 0 1208 0 0,0 0-4552 0 0,0 0-18063 0 0</inkml:trace>
  <inkml:trace contextRef="#ctx0" brushRef="#br1" timeOffset="412.8">1 324 20935 0 0,'0'0'2296'0'0,"15"0"-2296"0"0,-15 0 0 0 0,15 0 0 0 0,1 0 616 0 0,-1 0 104 0 0,1 0 16 0 0,-1 0 8 0 0,16 0-392 0 0,15 0 184 0 0,-31 0-280 0 0,16-16-32 0 0,0 16-16 0 0,-16 0 0 0 0,16 0 0 0 0,-15 0-56 0 0,-1 0-16 0 0,0 16 0 0 0,16-16 80 0 0,-16 15-152 0 0,1-15 0 0 0,-16 16 0 0 0,15-1-64 0 0,-15 0 80 0 0,16 1-80 0 0,-16 14 80 0 0,0-14-80 0 0,15-1 0 0 0,-15 1 72 0 0,15 14-72 0 0,-15-14 0 0 0,16-1 0 0 0,-16 1 0 0 0,15-1 0 0 0,-15-15 0 0 0,16 15 0 0 0,-16-15 0 0 0,15 0 64 0 0,0 0-64 0 0,1-15 160 0 0,-1 15-96 0 0,1-15 8 0 0,-1-1 8 0 0,0 1 0 0 0,1-1 0 0 0,-1 1-16 0 0,1 0 0 0 0,-1-16 0 0 0,0 15 0 0 0,1 1 32 0 0,-16 0 0 0 0,0-1 0 0 0,0 1 0 0 0,0 0 56 0 0,0-1 8 0 0,0 1 8 0 0,0-1 0 0 0,-16 16-48 0 0,1-15-16 0 0,15 0 0 0 0,-15 15 0 0 0,-1-16-104 0 0,1 16 64 0 0,-1-15-64 0 0,16 15 0 0 0,-15 0 0 0 0,-16 0-88 0 0,16 15 88 0 0,-1 1-888 0 0,1-16 592 0 0,0 30-4688 0 0,15-30-20247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54.414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36853.09375"/>
      <inkml:brushProperty name="anchorY" value="-42133.21484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37518.88281"/>
      <inkml:brushProperty name="anchorY" value="-43029.91016"/>
      <inkml:brushProperty name="scaleFactor" value="0.5"/>
    </inkml:brush>
    <inkml:brush xml:id="br2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38538.73438"/>
      <inkml:brushProperty name="anchorY" value="-43680.30469"/>
      <inkml:brushProperty name="scaleFactor" value="0.5"/>
    </inkml:brush>
    <inkml:brush xml:id="br3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37888.33984"/>
      <inkml:brushProperty name="anchorY" value="-43599.48438"/>
      <inkml:brushProperty name="scaleFactor" value="0.5"/>
    </inkml:brush>
  </inkml:definitions>
  <inkml:trace contextRef="#ctx0" brushRef="#br0">416 416 18271 0 0,'0'0'1280'0'0,"0"0"-1280"0"0,0 0 0 0 0,0-15 0 0 0,-15-1 1224 0 0,15 16 224 0 0,0-15 48 0 0,0 15 8 0 0,0-16-840 0 0,-15 16-168 0 0,-1-15-32 0 0,16 15-8 0 0,-15-15-120 0 0,-1 15-24 0 0,1-16-8 0 0,0 16 0 0 0,-1 0-104 0 0,1 0-16 0 0,-1-15-8 0 0,-14 30 0 0 0,14-15-48 0 0,-15 0 120 0 0,1 16-128 0 0,14-1-56 0 0,1-15 0 0 0,-1 15-64 0 0,1 1 96 0 0,0-1-96 0 0,-1 1 0 0 0,1 14 0 0 0,-1-14 0 0 0,16-1 0 0 0,-15 16 64 0 0,15-16-64 0 0,-15 1 0 0 0,15 14 0 0 0,15-30 64 0 0,-15 31-64 0 0,15-31 0 0 0,16 31-88 0 0,-31-16 88 0 0,62-15-64 0 0,-31-15 64 0 0,-1 0 0 0 0,-14-1 0 0 0,-1 1 0 0 0,16-1 0 0 0,-16 1 0 0 0,1-16 0 0 0,15 16 0 0 0,30-62 0 0 0,-45 62 0 0 0,14-78 0 0 0,-14 78 0 0 0,-1-78 0 0 0,-15 63 0 0 0,16 14 0 0 0,-16-30 64 0 0,0 31-64 0 0,0-1 0 0 0,0 16 72 0 0,0 0-72 0 0,0 0 0 0 0,0 0 0 0 0,0 0 0 0 0,0 0 0 0 0,0 16 104 0 0,0 14-8 0 0,0-14-8 0 0,0 45 72 0 0,0-30-88 0 0,0 0 0 0 0,-16 0 0 0 0,16 0 24 0 0,0-1 8 0 0,0 1 0 0 0,0 0 0 0 0,0 0-24 0 0,0-1-8 0 0,0 1 0 0 0,0-15 0 0 0,0 14-72 0 0,0-14 0 0 0,0-1 0 0 0,0 1 64 0 0,0-1-64 0 0,0 0 0 0 0,0 1 0 0 0,0-1-64 0 0,0 1-32 0 0,0-16-8 0 0,0 0 0 0 0,0 0-1992 0 0,0 0-5768 0 0,0 0-1415 0 0,0 0-2673 0 0</inkml:trace>
  <inkml:trace contextRef="#ctx0" brushRef="#br1" timeOffset="386.01">555 462 16543 0 0,'0'0'1152'0'0,"0"0"-1152"0"0,15 15 0 0 0,-15-15 0 0 0,0 0 1088 0 0,16 0 200 0 0,-1 0 40 0 0,-15 0 8 0 0,15 0-416 0 0,1 0-88 0 0,-16-15-8 0 0,31 15 568 0 0,-31-15-872 0 0,15 15-8 0 0,0 0 0 0 0,-15-16-240 0 0,0 16-48 0 0,16-15-16 0 0,-16 15 0 0 0,15-15-112 0 0,-15-1-16 0 0,0 16-8 0 0,16-15 0 0 0,-16 15-72 0 0,0-31 80 0 0,0 31 0 0 0,-16-15-80 0 0,16-1 0 0 0,-15 1 0 0 0,-1 15 0 0 0,16 0-72 0 0,-15 0 72 0 0,0 0-80 0 0,15 15 80 0 0,-16-15 0 0 0,1 16-72 0 0,15-1 72 0 0,-16 0-104 0 0,1 1 8 0 0,15-1 8 0 0,-15 1 0 0 0,15 14 88 0 0,0-14 96 0 0,-16 14-16 0 0,16-14-8 0 0,0-1 72 0 0,0 1 16 0 0,0 14 0 0 0,16-14 0 0 0,-16-1-24 0 0,15 1 136 0 0,0-1-136 0 0,1-15-40 0 0,-16 15-16 0 0,15-15 0 0 0,1 0 0 0 0,-1 0-80 0 0,0 0 96 0 0,1 0-96 0 0,-1-15 96 0 0,16 15-96 0 0,-16-15 0 0 0,1 15 0 0 0,15-16 0 0 0,15-15-752 0 0,-31 16 496 0 0,47-47-7304 0 0,-62 62-14855 0 0</inkml:trace>
  <inkml:trace contextRef="#ctx0" brushRef="#br2" timeOffset="660.37">1155 0 23695 0 0,'0'0'2600'0'0,"0"0"-2600"0"0,0 0 0 0 0,0 0 0 0 0,0 16 608 0 0,0-1 88 0 0,0 0 16 0 0,0 1 8 0 0,0-1-352 0 0,0 1-72 0 0,0 14-8 0 0,0 1-8 0 0,0-15-8 0 0,0 45 272 0 0,0 1-80 0 0,0-47-280 0 0,0 16-8 0 0,0-16 0 0 0,-15 16-80 0 0,15-15-24 0 0,0-1 0 0 0,0 16 0 0 0,0-16-72 0 0,0 16 0 0 0,0-16 0 0 0,0-15 0 0 0,0 16 0 0 0,0-1 0 0 0,0 0 0 0 0,0-15 0 0 0,0 0 64 0 0,0 0-64 0 0,0 0-752 0 0,0 0 472 0 0,0 0-2320 0 0,0 0-5208 0 0,0 0-1383 0 0,0 0-2633 0 0</inkml:trace>
  <inkml:trace contextRef="#ctx0" brushRef="#br3" timeOffset="1336.48">1001 370 19583 0 0,'31'0'2144'0'0,"-31"0"-2144"0"0,15 15 0 0 0,1-15 0 0 0,-1 0 768 0 0,1 0 136 0 0,-1 0 24 0 0,0 0 8 0 0,1 0-424 0 0,-1 0-96 0 0,1 0-8 0 0,-1 0-8 0 0,16 0-48 0 0,-16 0 0 0 0,1 0-8 0 0,-1-15 0 0 0,0 15-80 0 0,1-16-8 0 0,15 16-8 0 0,-16-15 0 0 0,0 15-120 0 0,1-15-32 0 0,-1-1 0 0 0,1 16 0 0 0,-1-15-96 0 0,0-1 72 0 0,-15 1-72 0 0,16 0 64 0 0,-16 15-64 0 0,15-31 64 0 0,-15 15 0 0 0,-15 16-64 0 0,15-15 64 0 0,-16 0 0 0 0,1 15-64 0 0,0 15 0 0 0,-1-15 0 0 0,16 15 0 0 0,-15 1 0 0 0,-1-1 0 0 0,1 1 0 0 0,15 14 0 0 0,-15-14 0 0 0,-1-1 0 0 0,16 16 0 0 0,-15 15 0 0 0,15-15 0 0 0,0-16 0 0 0,0 16 0 0 0,0-16 0 0 0,0 1 0 0 0,0-1 0 0 0,15 1 64 0 0,-15-1-64 0 0,0 0 64 0 0,16-15-64 0 0,-1 16 0 0 0,-15-1 72 0 0,15-15-72 0 0,1 0 0 0 0,-1 16 0 0 0,1-16 0 0 0,30-16 64 0 0,-31 16-64 0 0,1 0 0 0 0,30-31 0 0 0,-31 31 0 0 0,16-15 0 0 0,-16 0 0 0 0,1-1 0 0 0,-1 1 0 0 0,0-1 0 0 0,1 16 0 0 0,-1-15 0 0 0,1 0 0 0 0,-1-1 0 0 0,-15 1 0 0 0,15 0 0 0 0,1-1 0 0 0,-16 1 0 0 0,31-1 64 0 0,-31 16-64 0 0,0 0 0 0 0,0 0 0 0 0,0 0 0 0 0,0 0 0 0 0,0 16 0 0 0,0-16 0 0 0,0 31 0 0 0,0-16 0 0 0,0 0 0 0 0,0 1 0 0 0,0-1 0 0 0,0 0 0 0 0,0 16 0 0 0,0-15 0 0 0,0-1 0 0 0,0 0-64 0 0,0 16 64 0 0,0-31 0 0 0,0 0 0 0 0,0 0 0 0 0,0 0 0 0 0,0 0 0 0 0,0 0 0 0 0,0 0 0 0 0,0 0 0 0 0,0 0 0 0 0,0 0 0 0 0,0-15 0 0 0,15 15 0 0 0,0-16 0 0 0,-15 16 0 0 0,0-15 0 0 0,16 0 0 0 0,-1-1 0 0 0,-15 1 0 0 0,0-1 0 0 0,16 1 0 0 0,-1 0 0 0 0,-15-1 0 0 0,15 1 0 0 0,-15 0 0 0 0,16-1 64 0 0,-1 1-64 0 0,-15 15 0 0 0,16-16 0 0 0,-16 16 0 0 0,15-15 0 0 0,0 15 0 0 0,1 0 64 0 0,-1-15-64 0 0,-15 15 0 0 0,16 0 0 0 0,-1 15 0 0 0,16-15-1528 0 0,-16 0-6304 0 0,0 0-1447 0 0,-15 0-2689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56.560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39585.51953"/>
      <inkml:brushProperty name="anchorY" value="-44203.69531"/>
      <inkml:brushProperty name="scaleFactor" value="0.5"/>
    </inkml:brush>
  </inkml:definitions>
  <inkml:trace contextRef="#ctx0" brushRef="#br0">0 0 20239 0 0,'0'0'2224'0'0,"0"16"-2224"0"0,15-1 0 0 0,-15-15 0 0 0,0 15 864 0 0,0 1 160 0 0,16-1 24 0 0,-16 1 8 0 0,0-1-512 0 0,0 0-104 0 0,15 1-24 0 0,-15-1 0 0 0,0 0-160 0 0,0 1-40 0 0,16-1-8 0 0,-16 16 0 0 0,0-16-112 0 0,0-15-32 0 0,0 16 0 0 0,0 15 0 0 0,0-31-64 0 0,0 0 72 0 0,0 0-72 0 0,0 0 0 0 0,0 0 72 0 0,0 0-72 0 0,0 0 0 0 0,0 0 88 0 0,0 0-8 0 0,0 0-80 0 0,0 0 0 0 0,15-16 64 0 0,0 16-64 0 0,1-15 0 0 0,-16-1 0 0 0,0 16 0 0 0,31-30 0 0 0,-31 14 0 0 0,15 1 0 0 0,-15-1 0 0 0,15 1 0 0 0,1 0 0 0 0,-16-1 0 0 0,15 16 0 0 0,-15-15 0 0 0,16 15 0 0 0,-1-15 0 0 0,0 15 0 0 0,-15 0 0 0 0,16 0 0 0 0,-16 0 0 0 0,0 0 0 0 0,15 15 0 0 0,-15 0 0 0 0,0-15 0 0 0,15 16 0 0 0,-15-1 0 0 0,0 0 0 0 0,0 1 0 0 0,0-1 0 0 0,0-15 72 0 0,0 16-72 0 0,0-1 0 0 0,0 0 0 0 0,0-15 0 0 0,0 0 0 0 0,0 0 0 0 0,0 0-88 0 0,0 0 8 0 0,0 0 0 0 0,0 0 0 0 0,0 0 0 0 0,0 0-1000 0 0,16-15 784 0 0,-16 0 152 0 0,15-1 64 0 0,1 1 80 0 0,-1-16-64 0 0,-15 16 64 0 0,15-1 0 0 0,-15 1 0 0 0,16 0 0 0 0,-1 15 0 0 0,1-16 0 0 0,-16 1 64 0 0,15-1 48 0 0,0 16 16 0 0,1-15 0 0 0,-1 15 0 0 0,1 0 120 0 0,-1 0 24 0 0,0 0 8 0 0,1 0 0 0 0,-1 0-24 0 0,1 15 240 0 0,-1-15-248 0 0,-15 16-24 0 0,15-1-8 0 0,-15-15 0 0 0,16 16 0 0 0,-16-1-88 0 0,0 0-8 0 0,0-15-8 0 0,0 16 0 0 0,0-1-112 0 0,0 0 88 0 0,0 1-88 0 0,0-16 80 0 0,0 15-80 0 0,0 1 0 0 0,0-16 0 0 0,-16 0 0 0 0,16 15-704 0 0,0-15 464 0 0,0 15-3208 0 0,0-15-4072 0 0,0 0-1263 0 0,0 0-2497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56.891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41471.27734"/>
      <inkml:brushProperty name="anchorY" value="-45935.51563"/>
      <inkml:brushProperty name="scaleFactor" value="0.5"/>
    </inkml:brush>
  </inkml:definitions>
  <inkml:trace contextRef="#ctx0" brushRef="#br0">16 109 21079 0 0,'-15'-62'2312'0'0,"15"47"-2312"0"0,0-1 0 0 0,0 16 0 0 0,0-15 352 0 0,0 15 40 0 0,0 0 16 0 0,0 0-608 0 0,15 15-1472 0 0,-15-15-20999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56.750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40820.88281"/>
      <inkml:brushProperty name="anchorY" value="-45084.99609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42106.27734"/>
      <inkml:brushProperty name="anchorY" value="-46478.15234"/>
      <inkml:brushProperty name="scaleFactor" value="0.5"/>
    </inkml:brush>
    <inkml:brush xml:id="br2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43079.94531"/>
      <inkml:brushProperty name="anchorY" value="-47359.45703"/>
      <inkml:brushProperty name="scaleFactor" value="0.5"/>
    </inkml:brush>
  </inkml:definitions>
  <inkml:trace contextRef="#ctx0" brushRef="#br0">0 32 21079 0 0,'0'0'2312'0'0,"0"0"-2312"0"0,0 0 0 0 0,0 0 0 0 0,0 15 976 0 0,16 1 176 0 0,-16-16 32 0 0,0 15 0 0 0,0 0-608 0 0,0 1-128 0 0,0-1-32 0 0,0 0 0 0 0,0 1-192 0 0,0-1-48 0 0,0 1-8 0 0,0-16 0 0 0,0 15-168 0 0,0 0 0 0 0,0-15 0 0 0,0 16 0 0 0,0-16-552 0 0,0 0 336 0 0,0 15-4720 0 0,0-15-19839 0 0</inkml:trace>
  <inkml:trace contextRef="#ctx0" brushRef="#br1" timeOffset="600.54">139 16 20415 0 0,'15'16'1560'0'0,"-15"-1"-880"0"0,0 1-680 0 0,0-1 0 0 0,0 0 0 0 0,0 1 864 0 0,0 14 1208 0 0,0 1-504 0 0,0-15-1168 0 0,0-1-16 0 0,0 0-8 0 0,0 16-96 0 0,0-15-24 0 0,0-1 0 0 0,0-15 0 0 0,0 15-152 0 0,0 1-32 0 0,0-1-8 0 0,0-15 0 0 0,0 0-64 0 0,0 0 64 0 0,0 0-64 0 0,0 0 64 0 0,0 0-64 0 0,0 0 0 0 0,0 0 0 0 0,0 0 64 0 0,0 0-64 0 0,0 0 0 0 0,0 0 0 0 0,0-15 0 0 0,16 15 0 0 0,-1-16 0 0 0,-15 1 0 0 0,0 15 0 0 0,15-15-64 0 0,1-1 64 0 0,-16 1 0 0 0,15-1 0 0 0,1 16 0 0 0,-16-15 0 0 0,15 0 0 0 0,0-1 0 0 0,1-15 0 0 0,-1 31 0 0 0,1-15 0 0 0,-1 0 0 0 0,-15-1 0 0 0,31 16 0 0 0,-31-15 0 0 0,15 15-88 0 0,1 0 88 0 0,-1 0 0 0 0,0 0 64 0 0,-15 0-64 0 0,16 0 176 0 0,-1 0 0 0 0,-15 0 0 0 0,0 15 0 0 0,15-15-8 0 0,-15 16 0 0 0,0-1 0 0 0,0 0 0 0 0,16-15-40 0 0,-16 16-16 0 0,0-1 0 0 0,0-15 0 0 0,0 16-48 0 0,0-1-64 0 0,0-15 88 0 0,-16 15-88 0 0,16-15 0 0 0,0 16 0 0 0,0-16 0 0 0,0 15 0 0 0,0-15 0 0 0,0 0-112 0 0,0 0 8 0 0,0 0 0 0 0,0 16-2040 0 0,0-16 1376 0 0,0 0-4016 0 0,0 0-18967 0 0</inkml:trace>
  <inkml:trace contextRef="#ctx0" brushRef="#br2" timeOffset="999.51">647 139 17423 0 0,'0'0'1904'0'0,"0"0"-1904"0"0,0 0 0 0 0,0 0 0 0 0,0 0 840 0 0,31 0 1168 0 0,-31 0-984 0 0,15 0-376 0 0,-15 0-72 0 0,15 0-8 0 0,1-15-8 0 0,-16 15-72 0 0,15 0-8 0 0,-15 0-8 0 0,0 0 0 0 0,16-15-96 0 0,-16 15-24 0 0,15-16 0 0 0,-15 16 0 0 0,0 0-80 0 0,15-15-16 0 0,-15 15-8 0 0,0 0 0 0 0,0-15-96 0 0,0 15-24 0 0,0-16 0 0 0,0 16 0 0 0,0-15-56 0 0,0-1-8 0 0,-15 16 32 0 0,15 0-96 0 0,-15 0 64 0 0,15-15-64 0 0,-16 15 64 0 0,1 15-64 0 0,15-15 0 0 0,-16 16 64 0 0,1-1-64 0 0,0 1 0 0 0,15-1 0 0 0,-16 0 64 0 0,1 1-64 0 0,-1-1 0 0 0,1 16 72 0 0,15-16-8 0 0,0 1-64 0 0,-15-1 96 0 0,15 0-32 0 0,15 1 8 0 0,-15-1 0 0 0,0 1 0 0 0,15-1 0 0 0,1 0 24 0 0,-16 1 8 0 0,15-16 0 0 0,1 15 0 0 0,-1 1-8 0 0,0-16-8 0 0,-15 0 0 0 0,16 15 0 0 0,-1-15-88 0 0,1-15 96 0 0,-1 15-96 0 0,0 0 96 0 0,1-16-96 0 0,-1 16 64 0 0,1 0-64 0 0,-1-15 64 0 0,16-1-64 0 0,-16 16 0 0 0,1-15 0 0 0,-1 15 0 0 0,0-15 0 0 0,1 15 0 0 0,-1-16 0 0 0,0 16 0 0 0,32-15-3160 0 0,-47 15-26295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58.836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44099.79297"/>
      <inkml:brushProperty name="anchorY" value="-48086.82031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44780.97656"/>
      <inkml:brushProperty name="anchorY" value="-49368.36719"/>
      <inkml:brushProperty name="scaleFactor" value="0.5"/>
    </inkml:brush>
    <inkml:brush xml:id="br2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45739.25"/>
      <inkml:brushProperty name="anchorY" value="-50003.36719"/>
      <inkml:brushProperty name="scaleFactor" value="0.5"/>
    </inkml:brush>
    <inkml:brush xml:id="br3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46620.55469"/>
      <inkml:brushProperty name="anchorY" value="-51177.15625"/>
      <inkml:brushProperty name="scaleFactor" value="0.5"/>
    </inkml:brush>
  </inkml:definitions>
  <inkml:trace contextRef="#ctx0" brushRef="#br0">108 16 15840 0 0,'0'0'1735'0'0,"0"0"-1735"0"0,0 0 1520 0 0,0 0 288 0 0,16-15 56 0 0,-16 15 16 0 0,0 0-992 0 0,0 0-200 0 0,0 0-40 0 0,0 0-8 0 0,0 0-384 0 0,0 0-72 0 0,0 0-24 0 0,15 0 0 0 0,-15 15-24 0 0,0 1-8 0 0,15 15 0 0 0,-15-16 0 0 0,16 46 104 0 0,-16-14-120 0 0,0-17 0 0 0,0 63 200 0 0,0-62-208 0 0,0-1 0 0 0,0 1 0 0 0,0 0 0 0 0,0 0 0 0 0,0-16-32 0 0,0 16-8 0 0,0-16 0 0 0,0 1 0 0 0,0 15-64 0 0,0-16 64 0 0,0 0-64 0 0,0 1 64 0 0,0 14-64 0 0,0 1 0 0 0,0-15 0 0 0,0-16 0 0 0,0 15 0 0 0,0 0 0 0 0,0-15 0 0 0,0 0 0 0 0,0 0 0 0 0,0-15-928 0 0,-16 15 608 0 0,16-46-5544 0 0,0 46-17495 0 0</inkml:trace>
  <inkml:trace contextRef="#ctx0" brushRef="#br1" timeOffset="184.46">1 324 19031 0 0,'0'0'2088'0'0,"0"0"-2088"0"0,15 16 0 0 0,0-16 0 0 0,1 0 648 0 0,-1 0 112 0 0,1 0 16 0 0,14 0 392 0 0,1 0-856 0 0,-16 0-24 0 0,1 0 0 0 0,15 0-160 0 0,-1 0 64 0 0,-14 0-104 0 0,15 0-184 0 0,-16-16-32 0 0,0 16 0 0 0,1 0-6672 0 0,-16 0-1327 0 0,0 0-2361 0 0</inkml:trace>
  <inkml:trace contextRef="#ctx0" brushRef="#br2" timeOffset="686.88">416 47 20383 0 0,'0'0'2240'0'0,"0"0"-2240"0"0,0 0 0 0 0,0 0 0 0 0,0 0 632 0 0,16 31 856 0 0,-16 15-320 0 0,15-31-832 0 0,-15 16-16 0 0,0 31 288 0 0,15-1-64 0 0,-15-45-272 0 0,0 30-80 0 0,0-31-24 0 0,16 16 0 0 0,-16 0 0 0 0,0 0-104 0 0,0-16-64 0 0,0 1 64 0 0,0 14-64 0 0,0-14 0 0 0,0-1 0 0 0,0 1 0 0 0,0-1 64 0 0,0 0-64 0 0,0-15 0 0 0,0 0 0 0 0,0 0 0 0 0,0 0 0 0 0,0 0 0 0 0,0 0 0 0 0,0 0 0 0 0,0 0 0 0 0,0 0-104 0 0,15-15 40 0 0,-15 0 64 0 0,0 15-96 0 0,0-16 96 0 0,0 1-96 0 0,16 15 96 0 0,-16-16-72 0 0,0 1 72 0 0,0 0 0 0 0,0-16 0 0 0,0 15 0 0 0,15 1-64 0 0,-15 0 64 0 0,0-16 0 0 0,15 31 0 0 0,-15-31 0 0 0,0 31 0 0 0,16-15 0 0 0,-16-1 0 0 0,15 16 0 0 0,-15-15 0 0 0,0 15 0 0 0,0 0 0 0 0,0 0 64 0 0,16 15-64 0 0,-1-15 136 0 0,-15 16-16 0 0,15-1-8 0 0,-15-15 0 0 0,16 31 32 0 0,-16-31 8 0 0,0 15 0 0 0,0 1 0 0 0,15 14-8 0 0,-15-14 0 0 0,0-1 0 0 0,0 1 0 0 0,0-1-8 0 0,0-15 0 0 0,0 15 0 0 0,0 1 0 0 0,0-1-136 0 0,0 1 80 0 0,0-16-80 0 0,0 0 64 0 0,0 0-64 0 0,15 15 0 0 0,-15-15 0 0 0,0 0 0 0 0,0 0-888 0 0,0 0 592 0 0,0 0-4312 0 0,0 0-5559 0 0,0 0-4665 0 0</inkml:trace>
  <inkml:trace contextRef="#ctx0" brushRef="#br3" timeOffset="1080.52">816 386 21799 0 0,'16'15'2392'0'0,"-1"-15"-2392"0"0,-15 16 0 0 0,16-16 0 0 0,-16 0 712 0 0,15 0 120 0 0,0 0 32 0 0,1 0 0 0 0,-16 15-384 0 0,15-15-80 0 0,1 0-16 0 0,-16 0 0 0 0,15-15-112 0 0,0 15-24 0 0,-15 0-8 0 0,16 0 0 0 0,-16 0-56 0 0,15-16-16 0 0,-15 16 0 0 0,16-15 0 0 0,-16 15-80 0 0,15 0-24 0 0,-15-16 0 0 0,15 1 0 0 0,-15 15-64 0 0,0-15 64 0 0,0-1-64 0 0,0 1 64 0 0,0 15-64 0 0,0-16 0 0 0,0 1 0 0 0,0 0 0 0 0,-15 15 0 0 0,15-16 0 0 0,-15 1 0 0 0,15-1-88 0 0,-16 16 88 0 0,1-15-104 0 0,15 15 40 0 0,-16-15 64 0 0,1 15-88 0 0,0 0 88 0 0,-1 0-64 0 0,1 15 64 0 0,-1-15-72 0 0,1 15 72 0 0,0 1-80 0 0,15 15 80 0 0,-16-16 0 0 0,1 0-72 0 0,15 16 72 0 0,-16 0 0 0 0,16 0 0 0 0,0-16 0 0 0,0 16 72 0 0,0 0-72 0 0,0-16 152 0 0,16 16-24 0 0,-1-16-8 0 0,1 1 0 0 0,-1-1-48 0 0,0 1-8 0 0,1-1 0 0 0,15 0 0 0 0,-16 1-64 0 0,0-16 96 0 0,1 0-96 0 0,15 0 96 0 0,-16 0-96 0 0,16-16 80 0 0,-16 16-80 0 0,1-15 80 0 0,-1 15-80 0 0,16-15 0 0 0,-16-1-80 0 0,0 1 80 0 0,47-31-2944 0 0,-62 46-25815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7:03.055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47671.19141"/>
      <inkml:brushProperty name="anchorY" value="-51919.91406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48367.76563"/>
      <inkml:brushProperty name="anchorY" value="-52985.94531"/>
      <inkml:brushProperty name="scaleFactor" value="0.5"/>
    </inkml:brush>
    <inkml:brush xml:id="br2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49726.28125"/>
      <inkml:brushProperty name="anchorY" value="-53651.73438"/>
      <inkml:brushProperty name="scaleFactor" value="0.5"/>
    </inkml:brush>
    <inkml:brush xml:id="br3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51007.82813"/>
      <inkml:brushProperty name="anchorY" value="-54533.03516"/>
      <inkml:brushProperty name="scaleFactor" value="0.5"/>
    </inkml:brush>
  </inkml:definitions>
  <inkml:trace contextRef="#ctx0" brushRef="#br0">124 123 17567 0 0,'0'-30'1920'0'0,"0"-1"-1920"0"0,0 31 0 0 0,0-16 944 0 0,0 1 168 0 0,15 0 32 0 0,-15 15 8 0 0,0-16-384 0 0,0 16-64 0 0,0 0-24 0 0,0 0 0 0 0,0 0-312 0 0,0 0-64 0 0,0 0-16 0 0,0 0 256 0 0,0 16-288 0 0,0-1-8 0 0,0 0 0 0 0,15 1-8 0 0,-15-1 0 0 0,16 1 0 0 0,-16 14 0 0 0,15 63 16 0 0,-15-78-184 0 0,0 16 32 0 0,0 0 8 0 0,0-1 0 0 0,0 1 0 0 0,0 0-40 0 0,0 15 56 0 0,0-15-64 0 0,0-16-64 0 0,0 1 80 0 0,16-1-80 0 0,-16 1 80 0 0,0-1-80 0 0,0 0 64 0 0,0-15-64 0 0,0 16 64 0 0,0-16-64 0 0,0 15 0 0 0,0-15 0 0 0,0 0 0 0 0,0 0 0 0 0,0 0 0 0 0,0 0 0 0 0,0 0-520 0 0,0 0 312 0 0,0 0-3016 0 0,0 0 2072 0 0,-16-31-4544 0 0,16 31-14711 0 0</inkml:trace>
  <inkml:trace contextRef="#ctx0" brushRef="#br1" timeOffset="469.74">16 277 18687 0 0,'-16'0'2048'0'0,"16"0"-2048"0"0,0 0 0 0 0,0 0 0 0 0,0 0 712 0 0,0 0 120 0 0,0 0 32 0 0,31 16 464 0 0,-15-16-944 0 0,-1 0-8 0 0,0 0-8 0 0,1-16-56 0 0,15 16-16 0 0,-16 0 0 0 0,16-15 0 0 0,-16 15-56 0 0,1 0-16 0 0,14 0 0 0 0,-14-16 0 0 0,-1 16-104 0 0,0 0-24 0 0,1-15-8 0 0,-1 15 0 0 0,1 0-88 0 0,-1 15 96 0 0,0-15-96 0 0,-15 16 96 0 0,16-16-96 0 0,-1 15 0 0 0,1 1 0 0 0,-16-1 0 0 0,15 0 0 0 0,0 1 0 0 0,-15-1 0 0 0,16 16 0 0 0,-16-16 0 0 0,15 1 0 0 0,-15 15 0 0 0,16-16 0 0 0,-16 0 0 0 0,0 1 0 0 0,15-1 0 0 0,-15 1 0 0 0,0-1 0 0 0,15 0 0 0 0,-15-15 0 0 0,0 0 0 0 0,0 16 0 0 0,0-16 0 0 0,0 0 64 0 0,0 0-64 0 0,0 0 0 0 0,0 0 0 0 0,0 0 0 0 0,0 0 0 0 0,0 0 0 0 0,0 0 0 0 0,16-16 0 0 0,-16 16 0 0 0,0-15 0 0 0,0 0 0 0 0,0 15 64 0 0,0-16-64 0 0,15 1 72 0 0,-15-1 0 0 0,0 1 0 0 0,16-31 112 0 0,-16 30-64 0 0,15 1 0 0 0,-15-16 0 0 0,15 16-8 0 0,-15-31 112 0 0,16 30-112 0 0,-16-15 0 0 0,15 16 0 0 0,-15 0 0 0 0,16-1 0 0 0,-1 16-16 0 0,-15-15-8 0 0,15 15 0 0 0,-15 0 0 0 0,0 0-88 0 0,0 0 0 0 0,16 0 72 0 0,-1 0-72 0 0,-15 15 0 0 0,16 1 64 0 0,-16-16-64 0 0,0 15 0 0 0,15 0 0 0 0,-15 1 0 0 0,0-16 0 0 0,0 15-96 0 0,15 1-1840 0 0,-15-16-5768 0 0,0 15-1399 0 0,0-15-2633 0 0</inkml:trace>
  <inkml:trace contextRef="#ctx0" brushRef="#br2" timeOffset="1279.58">816 262 20095 0 0,'0'0'1536'0'0,"16"0"-864"0"0,-16 0-672 0 0,15 0 0 0 0,0 0 0 0 0,1-16 672 0 0,-1 16 104 0 0,-15 16 24 0 0,16-16 8 0 0,-1 0-432 0 0,16 15 176 0 0,-16-15-288 0 0,1 16-56 0 0,-1-16-16 0 0,0 15 0 0 0,-15-15 0 0 0,16 15-16 0 0,-1-15-8 0 0,-15 0 0 0 0,0 16 0 0 0,0-16-56 0 0,0 0-16 0 0,0 0 0 0 0,0 0 0 0 0,0 0-32 0 0,0 0 0 0 0,0 0-64 0 0,0 0 96 0 0,0 0-96 0 0,0 0 72 0 0,0 15-72 0 0,0-15 64 0 0,0 0-64 0 0,-31 31 0 0 0,16-31 64 0 0,0 0-64 0 0,-1 15 0 0 0,1 1 0 0 0,15-16 0 0 0,-31 15 0 0 0,16 1 0 0 0,-1-1 0 0 0,16 0 0 0 0,-15 1 0 0 0,-1-16 0 0 0,1 31 0 0 0,0-16 0 0 0,15 16 0 0 0,0-31 0 0 0,0 15 72 0 0,0-15-72 0 0,0 0 64 0 0,0 0 0 0 0,0 0-64 0 0,0 0 96 0 0,0 0-24 0 0,0 0 0 0 0,15 0 0 0 0,-15 0 0 0 0,15-15 0 0 0,1 15 0 0 0,-16-16 0 0 0,15 16-72 0 0,1-15 64 0 0,-1 0-64 0 0,-15 15 64 0 0,31-16-64 0 0,-31 1 0 0 0,15-1 0 0 0,1 1 64 0 0,-1 0-64 0 0,0-16 0 0 0,1 31 0 0 0,-1-31 64 0 0,1 31-64 0 0,-1-15 0 0 0,0-1 0 0 0,1 16 0 0 0,-1 0 0 0 0,1 0 64 0 0,-16-15-64 0 0,15 30 0 0 0,-15-15 0 0 0,15 0 0 0 0,-15 0 0 0 0,0 16 0 0 0,16-1 0 0 0,-16-15 0 0 0,15 15 0 0 0,-15 1 0 0 0,0-1 0 0 0,0 1 0 0 0,0-16 0 0 0,0 15 0 0 0,0 0-64 0 0,16-15 64 0 0,-16 0 0 0 0,0 16-72 0 0,0-16 72 0 0,0 0 0 0 0,0 0-80 0 0,0 0 80 0 0,0 0-64 0 0,0 0 64 0 0,0 0-96 0 0,0 0 32 0 0,0 0 0 0 0,0 0 0 0 0,0 0 64 0 0,15-31-168 0 0,-15 31 168 0 0,0-15-72 0 0,15-16 72 0 0,-15 15 0 0 0,16 1 0 0 0,-16-16 0 0 0,15 31 0 0 0,16-31 0 0 0,-31 16 0 0 0,15 15 0 0 0,1-15 88 0 0,-16 15-24 0 0,15 0-64 0 0,0 0 160 0 0,1 0 96 0 0,-1 0-128 0 0,-15 15 32 0 0,16 0 176 0 0,-1 1-168 0 0,-15-1-16 0 0,0-15-8 0 0,15 16 0 0 0,-15-1 0 0 0,0 0-64 0 0,0 1-16 0 0,16-16 0 0 0,-16 15 0 0 0,0 1-64 0 0,0-16 0 0 0,0 15 0 0 0,0 0 64 0 0,0-15-64 0 0,0 16 0 0 0,0-16 0 0 0,0 0 0 0 0,0 0-688 0 0,0 15 464 0 0,0-15-2696 0 0,0 0-24679 0 0</inkml:trace>
  <inkml:trace contextRef="#ctx0" brushRef="#br3" timeOffset="1663.53">1832 200 22111 0 0,'0'0'1688'0'0,"0"0"-1072"0"0,-31 0-488 0 0,16 0 400 0 0,-16 16 712 0 0,16-16-608 0 0,15 15-384 0 0,-15-15-80 0 0,-1 15-8 0 0,1 1-8 0 0,-1-16-48 0 0,-14 31 88 0 0,30-16-96 0 0,-16 0-16 0 0,1-15-8 0 0,15 16 0 0 0,0-1 0 0 0,-16-15 8 0 0,16 0 0 0 0,0 16 0 0 0,0-1 0 0 0,16-15-80 0 0,-16 15 64 0 0,0-15-64 0 0,15 16 64 0 0,1-16-64 0 0,-1 0 0 0 0,0 0 0 0 0,1 0 0 0 0,-1 15 0 0 0,-15-15 0 0 0,16 0 0 0 0,-1 16 0 0 0,0-16 0 0 0,1 0 0 0 0,-16 0 0 0 0,15 15 0 0 0,-15-15 0 0 0,15 0 0 0 0,-15 0 64 0 0,0 15-64 0 0,0-15 0 0 0,0 0 64 0 0,0 0 16 0 0,0 0 0 0 0,0 0 0 0 0,0 16 0 0 0,0-16 16 0 0,0 0 8 0 0,0 15 0 0 0,0-15 0 0 0,-30 0 48 0 0,30 0-152 0 0,-16 0 72 0 0,16 0-72 0 0,-15 0 0 0 0,0 0 72 0 0,-1 0-160 0 0,16 0-32 0 0,-15 0-8 0 0,-1 0 0 0 0,-14-15-3336 0 0,30 15-22567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7:05.418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50188.10156"/>
      <inkml:brushProperty name="anchorY" value="-54190.51953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49460.73438"/>
      <inkml:brushProperty name="anchorY" value="-53771.03516"/>
      <inkml:brushProperty name="scaleFactor" value="0.5"/>
    </inkml:brush>
    <inkml:brush xml:id="br2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50419.01172"/>
      <inkml:brushProperty name="anchorY" value="-54375.25"/>
      <inkml:brushProperty name="scaleFactor" value="0.5"/>
    </inkml:brush>
    <inkml:brush xml:id="br3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49753.22266"/>
      <inkml:brushProperty name="anchorY" value="-53817.21875"/>
      <inkml:brushProperty name="scaleFactor" value="0.5"/>
    </inkml:brush>
  </inkml:definitions>
  <inkml:trace contextRef="#ctx0" brushRef="#br0">186 462 16871 0 0,'0'0'480'0'0,"0"0"216"0"0,0 0-696 0 0,0 0 0 0 0,15-16 0 0 0,-15 1 1344 0 0,15 15 256 0 0,-15-15 40 0 0,16-1 16 0 0,-1 1-728 0 0,-15-16-136 0 0,15 0-32 0 0,1 16-8 0 0,-16-16-488 0 0,15 16-96 0 0,-15-16-16 0 0,16 16-8 0 0,-16-1-56 0 0,0 1-16 0 0,0-1 0 0 0,0-14 0 0 0,0-1-8 0 0,0 0 0 0 0,-16 16-64 0 0,1-1 0 0 0,15 16 72 0 0,-16-15-72 0 0,1-1 0 0 0,15 16 0 0 0,-15 0 0 0 0,-1-15 0 0 0,-14 30 0 0 0,30-15 0 0 0,-16 0 0 0 0,1 16 0 0 0,15-1 0 0 0,-16-15 0 0 0,16 16 0 0 0,-15-1 0 0 0,15 16 0 0 0,0-16 0 0 0,-15 1 0 0 0,15 45 80 0 0,0-30-80 0 0,0 0 128 0 0,0 0-32 0 0,0-16 0 0 0,0 16 0 0 0,0-1 64 0 0,0 1 0 0 0,0-15 8 0 0,0 14 0 0 0,0 1 24 0 0,0-15 0 0 0,0 14 0 0 0,15-14 0 0 0,-15-1-64 0 0,0 16 0 0 0,0-16-8 0 0,0 1 0 0 0,0 15 8 0 0,0-16-128 0 0,0-15 96 0 0,-15 15-96 0 0,15-15 0 0 0,0 0 0 0 0,0 0-552 0 0,0 0 352 0 0,0 0-3264 0 0,-16 0-7535 0 0,16 0-5177 0 0</inkml:trace>
  <inkml:trace contextRef="#ctx0" brushRef="#br1" timeOffset="171.51">1 508 18815 0 0,'0'0'1304'0'0,"15"0"-1304"0"0,16 15 760 0 0,-16-15 120 0 0,16 0 24 0 0,-15 0 8 0 0,-1 0-456 0 0,16-15-88 0 0,-16 15-16 0 0,1 0-8 0 0,14 0-344 0 0,1-15 0 0 0,-16 15 0 0 0,47-16-4480 0 0,-62 16-16135 0 0</inkml:trace>
  <inkml:trace contextRef="#ctx0" brushRef="#br2" timeOffset="536.88">540 339 16807 0 0,'0'15'1176'0'0,"-16"-15"-1176"0"0,1 15 0 0 0,-1 1 1304 0 0,16-16 232 0 0,-15 15 56 0 0,0 1 8 0 0,15-1-768 0 0,-16 0-160 0 0,16 1-24 0 0,-15 30 288 0 0,15-46-712 0 0,0 15-8 0 0,0 1-8 0 0,0-1-16 0 0,0 16 0 0 0,0-31 0 0 0,0 15 0 0 0,15 1-56 0 0,-15 15 112 0 0,16-16-128 0 0,-1 0-24 0 0,0-15 80 0 0,1 16-88 0 0,-16-16-24 0 0,15 0-64 0 0,1 0 96 0 0,-1-16-32 0 0,0 16 8 0 0,1-15 0 0 0,-1 0 0 0 0,-15 15 0 0 0,16-31-8 0 0,-1 31-64 0 0,0-31 96 0 0,1 31-32 0 0,-16-31-64 0 0,15 0 64 0 0,1 16 0 0 0,-16 0-64 0 0,0-1 64 0 0,0-15-64 0 0,-16 16 64 0 0,16 0-64 0 0,0-1 96 0 0,-15 1-96 0 0,15-1 96 0 0,-31 1-32 0 0,31 0 0 0 0,-15-1-64 0 0,-1 16 0 0 0,1 0 0 0 0,-1 0 0 0 0,-14 16-672 0 0,30-1 456 0 0,-31 31-3096 0 0,31-30-7407 0 0,0-16-5057 0 0</inkml:trace>
  <inkml:trace contextRef="#ctx0" brushRef="#br3" timeOffset="977.65">786 462 15376 0 0,'15'0'1687'0'0,"1"15"-1687"0"0,-16-15 0 0 0,15 16 0 0 0,-15-16 608 0 0,15 15 96 0 0,-15 0 32 0 0,0 1 0 0 0,0-1-192 0 0,0-15-40 0 0,0 16-8 0 0,0-1 0 0 0,0 0-208 0 0,0 1-48 0 0,-15-16-8 0 0,15 15 0 0 0,0-15-120 0 0,0 16 56 0 0,0-16-88 0 0,0 0-80 0 0,0 0 80 0 0,0 0 0 0 0,0 0 32 0 0,0 0 128 0 0,0-16 104 0 0,0 16-88 0 0,0-15 0 0 0,0 15 0 0 0,0-16 72 0 0,15 1 376 0 0,-15-16-8 0 0,16 16-352 0 0,-16-1 0 0 0,0 1 0 0 0,15 0-88 0 0,1-1-8 0 0,-16-15-8 0 0,15 16 0 0 0,16-16 168 0 0,-16 31-280 0 0,1-15-32 0 0,-1 15-16 0 0,0-16 0 0 0,1 16 0 0 0,15-15-80 0 0,-1 15 72 0 0,-30 0-72 0 0,16 0 0 0 0,-1 0 0 0 0,1 0-7904 0 0,-16 0-1543 0 0,0 0-2753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7:07.227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50726.89063"/>
      <inkml:brushProperty name="anchorY" value="-54344.46094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51916.07422"/>
      <inkml:brushProperty name="anchorY" value="-55287.33594"/>
      <inkml:brushProperty name="scaleFactor" value="0.5"/>
    </inkml:brush>
    <inkml:brush xml:id="br2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52874.34375"/>
      <inkml:brushProperty name="anchorY" value="-56060.88281"/>
      <inkml:brushProperty name="scaleFactor" value="0.5"/>
    </inkml:brush>
    <inkml:brush xml:id="br3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53540.13281"/>
      <inkml:brushProperty name="anchorY" value="-57203.87891"/>
      <inkml:brushProperty name="scaleFactor" value="0.5"/>
    </inkml:brush>
  </inkml:definitions>
  <inkml:trace contextRef="#ctx0" brushRef="#br0">0 232 22143 0 0,'0'0'1688'0'0,"0"0"-944"0"0,16 15-744 0 0,-16-15 0 0 0,0 15 0 0 0,0 1 616 0 0,15-1 104 0 0,-15 1 16 0 0,0 14 8 0 0,0-14-360 0 0,0-1-80 0 0,0 1-16 0 0,0 14 0 0 0,-15-14-96 0 0,15-1-16 0 0,0 1-8 0 0,15-1 0 0 0,-15-15-104 0 0,0 15-64 0 0,0-15 80 0 0,0 0-80 0 0,0 0 0 0 0,0 0 64 0 0,0 0-64 0 0,0 0 64 0 0,0 0-64 0 0,0 0 88 0 0,0 0-88 0 0,0 0 88 0 0,0 0-88 0 0,0 0 80 0 0,0 0-80 0 0,0 0 64 0 0,0 0-64 0 0,0-15 0 0 0,0 15 0 0 0,0-15 0 0 0,0-1 0 0 0,15 1 0 0 0,-15-1 0 0 0,16 1 0 0 0,-16 15 0 0 0,0-15 0 0 0,15-16 0 0 0,1 15 0 0 0,-16 1 0 0 0,15 0 0 0 0,0 15 0 0 0,-15-16 0 0 0,16 16 0 0 0,-1 0 0 0 0,1-15 0 0 0,-1 30 0 0 0,0 1 0 0 0,16 14 0 0 0,-31-14 0 0 0,0-1 0 0 0,0 1 0 0 0,0-1 0 0 0,0 0 0 0 0,0 32 0 0 0,0-32 0 0 0,-15 16 0 0 0,15-31 0 0 0,0 15 0 0 0,0-15-80 0 0,0 0-40 0 0,0 0-8 0 0,0 0 0 0 0,0 0 0 0 0,15-15-384 0 0,1-1 336 0 0,-16 16 112 0 0,15-15 64 0 0,-15 15-80 0 0,0-15 80 0 0,15-1 0 0 0,-15 1 0 0 0,16 15 0 0 0,-1-16 0 0 0,-15 1 0 0 0,16 0 0 0 0,-1-1 0 0 0,0 1 0 0 0,-15-1 0 0 0,16 1 64 0 0,-1 15-64 0 0,1-15 0 0 0,-1 15 128 0 0,16-16 72 0 0,-31 32-104 0 0,15-16 72 0 0,0 0 16 0 0,1 0 0 0 0,-1 15 0 0 0,-15 0-40 0 0,16 1-8 0 0,-1-16 0 0 0,-15 31 128 0 0,15-1-24 0 0,-15-14-120 0 0,0-1-56 0 0,0 1 0 0 0,0-1-64 0 0,0-15 96 0 0,-15 15-96 0 0,15 1 0 0 0,0-1 0 0 0,0 1 0 0 0,0-16 0 0 0,0 0-80 0 0,0 0 0 0 0,0 0 0 0 0,0 0-2336 0 0,0 0 1544 0 0,15 0-4432 0 0,-15 0-16871 0 0</inkml:trace>
  <inkml:trace contextRef="#ctx0" brushRef="#br1" timeOffset="360.91">616 262 18063 0 0,'0'-15'1264'0'0,"0"15"-1264"0"0,0 0 0 0 0,15 0 0 0 0,1 0 880 0 0,-1 0 152 0 0,1-15 32 0 0,-1 15 8 0 0,0 0-232 0 0,16 0-40 0 0,-15 0-16 0 0,-1 15 0 0 0,0-15-288 0 0,1 0-56 0 0,15 15-16 0 0,-1 1 288 0 0,-14 15-208 0 0,-1-16-256 0 0,-15-15-128 0 0,16 31 64 0 0,-1-31-96 0 0,-15 0-88 0 0,0 0 80 0 0,0 0-80 0 0,0 15 80 0 0,0-15-80 0 0,0 16 0 0 0,-15-16 72 0 0,15 0-72 0 0,-16 15 0 0 0,16-15 0 0 0,-15 15 0 0 0,-1-15 0 0 0,16 16 0 0 0,-15-16 0 0 0,0 0-72 0 0,15 0 72 0 0,-16 15 0 0 0,-15-15-72 0 0,16 16 72 0 0,15-1 0 0 0,-31-15 0 0 0,31 15 0 0 0,-15 1 0 0 0,15-16 0 0 0,0 0 0 0 0,0 0 0 0 0,0 0 0 0 0,0 0 72 0 0,0 0-72 0 0,0 0 96 0 0,0 0-96 0 0,0 0 64 0 0,0 0-64 0 0,0 0 64 0 0,15 0-64 0 0,1 0 0 0 0,-1 0 0 0 0,0-16 0 0 0,1 16 0 0 0,15-15-112 0 0,-16 15 40 0 0,31-31-2304 0 0,-30 16-5104 0 0,14-16-1319 0 0,-30 31-2545 0 0</inkml:trace>
  <inkml:trace contextRef="#ctx0" brushRef="#br2" timeOffset="552.88">1201 1 22319 0 0,'0'0'2448'0'0,"0"0"-2448"0"0,0 0 0 0 0,0 0 0 0 0,0 0 808 0 0,0 0 144 0 0,0 0 24 0 0,0 0 8 0 0,0 0-536 0 0,0 15 224 0 0,15 1-352 0 0,-15-1-96 0 0,0-15-16 0 0,0 15-8 0 0,16 16 0 0 0,-16-15-8 0 0,0-1 0 0 0,0 16 0 0 0,0 30 152 0 0,0-30-208 0 0,0 0 0 0 0,0 30 96 0 0,0-30-152 0 0,0-15 0 0 0,0-1 0 0 0,0 16-80 0 0,0-31 0 0 0,0 15 0 0 0,0 1-88 0 0,0-1 88 0 0,0 0 0 0 0,0 1 0 0 0,0-16 0 0 0,0 0-96 0 0,0 0 32 0 0,0 0 0 0 0,0 0-728 0 0,0 0 512 0 0,0 0-2760 0 0,0 0-24959 0 0</inkml:trace>
  <inkml:trace contextRef="#ctx0" brushRef="#br3" timeOffset="940.26">1062 278 19951 0 0,'0'0'2080'0'0,"0"0"-1968"0"0,31 15-112 0 0,-15-15 0 0 0,-1 0 720 0 0,0 0 120 0 0,1 0 24 0 0,-1 0 8 0 0,16 0-464 0 0,-16-15-96 0 0,1 15-24 0 0,-1-16 0 0 0,1 16-16 0 0,-1-15-8 0 0,0 15 0 0 0,1-15 0 0 0,-1 15-72 0 0,1-16-8 0 0,-1 16-8 0 0,0 0 0 0 0,1 0-56 0 0,-16 0-16 0 0,15 0 0 0 0,1 0 0 0 0,-16 0-8 0 0,15 16 0 0 0,-15-1 0 0 0,15-15 0 0 0,-15 31-32 0 0,16-31-64 0 0,-16 31 88 0 0,15-16-88 0 0,-15 0 72 0 0,0 16-72 0 0,0 0 72 0 0,0-31-72 0 0,15 15 0 0 0,-15 1 64 0 0,0-16-64 0 0,0 15 0 0 0,0-15 72 0 0,0 0-72 0 0,0 16 0 0 0,0-16 64 0 0,0 0-64 0 0,0 0 72 0 0,0 0-72 0 0,0 0 96 0 0,0 0-96 0 0,0 0 0 0 0,0 0 0 0 0,0 0 0 0 0,0 0 0 0 0,0 0 64 0 0,0 0-64 0 0,0 0 0 0 0,0 0 0 0 0,0 0 0 0 0,0 0 0 0 0,0 0 0 0 0,0 0 0 0 0,0-16-64 0 0,0 16-112 0 0,0-15 88 0 0,0 15-504 0 0,0 0 384 0 0,0-16-3256 0 0,0 1-6855 0 0,0 15-4841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7:08.454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54606.16406"/>
      <inkml:brushProperty name="anchorY" value="-57962.03125"/>
      <inkml:brushProperty name="scaleFactor" value="0.5"/>
    </inkml:brush>
  </inkml:definitions>
  <inkml:trace contextRef="#ctx0" brushRef="#br0">1 1 24735 0 0,'0'0'2712'0'0,"0"0"-2712"0"0,0 0 0 0 0,0 0 0 0 0,0 0 448 0 0,0 0 64 0 0,0 0 16 0 0,0 0 0 0 0,0 0-408 0 0,0 0-120 0 0,15 0 0 0 0,-15 0 64 0 0,0 0-2536 0 0,0 0-24703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7:08.859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55256.55859"/>
      <inkml:brushProperty name="anchorY" value="-58597.03125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54606.16406"/>
      <inkml:brushProperty name="anchorY" value="-57992.81641"/>
      <inkml:brushProperty name="scaleFactor" value="0.5"/>
    </inkml:brush>
  </inkml:definitions>
  <inkml:trace contextRef="#ctx0" brushRef="#br0">93 1 17359 0 0,'0'0'1904'0'0,"0"0"-1904"0"0,0 0 0 0 0,0 0 0 0 0,-16 0 752 0 0,16 15 128 0 0,-15-15 24 0 0,15 0 8 0 0,0 16-240 0 0,-15-16-56 0 0,15 15-8 0 0,-16 0 0 0 0,16 1-144 0 0,0-1-32 0 0,-15 0-8 0 0,15 16 0 0 0,0-15-192 0 0,0-1-40 0 0,0 0 0 0 0,0 16-8 0 0,-16-15-32 0 0,32-1-8 0 0,-16 0 0 0 0,0-15 0 0 0,15 16-16 0 0,-15-1 0 0 0,0-15 0 0 0,16 16 0 0 0,-1-1 16 0 0,-15-15 0 0 0,15 0 0 0 0,1 15 112 0 0,-1-15-152 0 0,1 0 0 0 0,-16 0 0 0 0,0 0-8 0 0,15-15-8 0 0,0 15 0 0 0,1 0 0 0 0,-16-15-8 0 0,15-1 0 0 0,0 16 0 0 0,-15-15 0 0 0,16-1-16 0 0,-16 1 0 0 0,15 0 0 0 0,-15-1 0 0 0,0 1 0 0 0,0-1 0 0 0,0 1 0 0 0,0 0 0 0 0,0-1-64 0 0,0-15 96 0 0,-15 16-96 0 0,15 0 96 0 0,-16-1-96 0 0,16 1 0 0 0,-15 0 0 0 0,0-1 64 0 0,-1 16-64 0 0,16-15 0 0 0,-15 15-80 0 0,15 0 80 0 0,-15 0-784 0 0,-1 0 520 0 0,1 31-3504 0 0,-1-31-6927 0 0,16 0-5017 0 0</inkml:trace>
  <inkml:trace contextRef="#ctx0" brushRef="#br1" timeOffset="392.5">370 78 20007 0 0,'0'15'1392'0'0,"15"-15"-1392"0"0,-15 15 0 0 0,16 1 0 0 0,-16-1 680 0 0,0 1 112 0 0,0-1 16 0 0,0 0 8 0 0,0 1-40 0 0,0-1-8 0 0,15 1 0 0 0,-15-1 0 0 0,0-15-416 0 0,0 15 152 0 0,0 1-264 0 0,0-16-112 0 0,0 0-16 0 0,0 0-8 0 0,0 0 0 0 0,0 0-104 0 0,0 0 64 0 0,0 0-64 0 0,0 0 0 0 0,0 0 80 0 0,0 0-80 0 0,0 0 80 0 0,0 0-80 0 0,0-16 0 0 0,0 1 0 0 0,15 15 0 0 0,-15-15 0 0 0,16-32-64 0 0,-16 32 64 0 0,0 0 0 0 0,15-1 0 0 0,-15 1 0 0 0,16-16 72 0 0,-1 16-72 0 0,16-16-80 0 0,-16 16 80 0 0,47-16 0 0 0,-47 31 80 0 0,1 0 136 0 0,-1 15 24 0 0,0-15 8 0 0,1 16 0 0 0,-1-1 24 0 0,0 0 8 0 0,-15 16 0 0 0,16-16 0 0 0,-16 16-56 0 0,15-15-16 0 0,-15-1 0 0 0,0 16 0 0 0,16-16-96 0 0,-16 1-16 0 0,0-1-8 0 0,0 0 0 0 0,0-15-88 0 0,15 16 0 0 0,-15-1 0 0 0,0-15 0 0 0,0 0 0 0 0,0 0-72 0 0,0 0 0 0 0,0 0 0 0 0,0 0-2168 0 0,0 0-5920 0 0,0 0-1471 0 0,0 0-2769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7:10.107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55641.40625"/>
      <inkml:brushProperty name="anchorY" value="-58843.33594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56830.58984"/>
      <inkml:brushProperty name="anchorY" value="-59740.03125"/>
      <inkml:brushProperty name="scaleFactor" value="0.5"/>
    </inkml:brush>
    <inkml:brush xml:id="br2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57696.5"/>
      <inkml:brushProperty name="anchorY" value="-60467.39453"/>
      <inkml:brushProperty name="scaleFactor" value="0.5"/>
    </inkml:brush>
    <inkml:brush xml:id="br3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58393.07813"/>
      <inkml:brushProperty name="anchorY" value="-61471.85156"/>
      <inkml:brushProperty name="scaleFactor" value="0.5"/>
    </inkml:brush>
  </inkml:definitions>
  <inkml:trace contextRef="#ctx0" brushRef="#br0">1 185 20303 0 0,'0'0'1416'0'0,"0"0"-1416"0"0,0 0 0 0 0,0 0 0 0 0,0 0 1152 0 0,0 0 208 0 0,0 15 40 0 0,15 1 8 0 0,-15-1-736 0 0,0 16-136 0 0,0-16-32 0 0,16 1-8 0 0,-16 14-296 0 0,0-14-56 0 0,0-1-16 0 0,0 16 0 0 0,0-16-56 0 0,0 1-8 0 0,0-1-64 0 0,15-15 96 0 0,-30 31-96 0 0,15-31 64 0 0,0 0-64 0 0,0 0 0 0 0,0 15 64 0 0,0-15-64 0 0,0 0 0 0 0,0 0 72 0 0,0 0-72 0 0,0 0 0 0 0,0 0 72 0 0,0 0-72 0 0,0 0 0 0 0,0 0 0 0 0,0 0 0 0 0,0 0 0 0 0,0-15 0 0 0,15 15 0 0 0,-15-15-72 0 0,0-1 72 0 0,16 1 0 0 0,-16-16 0 0 0,15 16 0 0 0,-15-1-64 0 0,0 1 64 0 0,15-16 0 0 0,-15 16 0 0 0,16-16 0 0 0,-1 15 0 0 0,-15 1 0 0 0,15 0 0 0 0,1-1 0 0 0,-1 1 0 0 0,1 15 0 0 0,-16-15 0 0 0,0 15-64 0 0,0 0 64 0 0,15 15 0 0 0,-15-15 0 0 0,15 31 0 0 0,1-16 0 0 0,-16 0 0 0 0,0 16 0 0 0,15-15 0 0 0,-15 14 0 0 0,0-14 0 0 0,0-1 0 0 0,0 1 0 0 0,0-1 0 0 0,0 0 0 0 0,0 1 0 0 0,0-16 0 0 0,0 0 0 0 0,0 0 0 0 0,0 0-176 0 0,0 0-8 0 0,0 0 64 0 0,0 0 0 0 0,0 0 0 0 0,0 0 24 0 0,16 0 0 0 0,-16-16 0 0 0,15 1 0 0 0,0-31 16 0 0,1 30 80 0 0,-1-14 0 0 0,1 14 0 0 0,-1 1 0 0 0,16-47 0 0 0,-16 47 0 0 0,31 0 184 0 0,-15 15 40 0 0,-15 0-64 0 0,-1 15 8 0 0,-15-15 0 0 0,15 15 8 0 0,-15 1 0 0 0,0-1 0 0 0,16 0 0 0 0,-16 16-16 0 0,0-15 0 0 0,0-1 0 0 0,0 0 0 0 0,0 16-64 0 0,0-15-8 0 0,0-1-8 0 0,0 0 0 0 0,0 1-80 0 0,0-16 0 0 0,0 15 0 0 0,0-15 64 0 0,0 16-64 0 0,0-16-136 0 0,0 0 32 0 0,0 0 8 0 0,0 0-2488 0 0,0 0-5192 0 0,15 0-1375 0 0,-15 0-2625 0 0</inkml:trace>
  <inkml:trace contextRef="#ctx0" brushRef="#br1" timeOffset="395.75">601 231 18895 0 0,'0'0'1320'0'0,"0"0"-1320"0"0,0 0 0 0 0,0 0 0 0 0,16-15 1056 0 0,-16-1 176 0 0,15 16 40 0 0,0-15 712 0 0,1 15-1400 0 0,-1 0-16 0 0,16 0 400 0 0,-16 0-592 0 0,1 15-8 0 0,-1-15 0 0 0,1 0-96 0 0,14 31 232 0 0,-14 0-128 0 0,-16-31-280 0 0,15 15 0 0 0,-15 1 0 0 0,0-16-32 0 0,0 15-64 0 0,0 0 88 0 0,0 1-88 0 0,-15-16 88 0 0,-1 31-8 0 0,1-31-80 0 0,-31 46 0 0 0,46-46 0 0 0,-16 15 0 0 0,-14 1 0 0 0,30-1 0 0 0,-16-15 0 0 0,16 15 0 0 0,-15-15 0 0 0,-1 16 0 0 0,16-16 0 0 0,0 0 0 0 0,0 0 88 0 0,0 0-88 0 0,0 0 88 0 0,0 0-88 0 0,0 0 80 0 0,0 0-80 0 0,0 0 80 0 0,0 0-80 0 0,0 0 80 0 0,0-16-80 0 0,16 16 0 0 0,-1-15 0 0 0,-15 15 0 0 0,16-15 0 0 0,-1-1-72 0 0,0 16-40 0 0,1-15-8 0 0,15-1 0 0 0,15-45-3280 0 0,-31 45-7663 0 0,-15 16-5217 0 0</inkml:trace>
  <inkml:trace contextRef="#ctx0" brushRef="#br2" timeOffset="653.38">1079 31 22807 0 0,'15'-15'2504'0'0,"-15"15"-2504"0"0,0 0 0 0 0,0 0 0 0 0,0-16 800 0 0,0 16 144 0 0,15 0 24 0 0,-15 0 8 0 0,0 0-528 0 0,0 0-96 0 0,0 0-32 0 0,0 0 0 0 0,0 0-56 0 0,0 0-8 0 0,0 16-8 0 0,16-1 168 0 0,-16 0-256 0 0,0 16-8 0 0,0-15 0 0 0,0 76 144 0 0,0-61-200 0 0,0-1-96 0 0,-16 32 88 0 0,16-47-8 0 0,0 16-80 0 0,0-15 0 0 0,0-1 0 0 0,16 0 64 0 0,-16 1-64 0 0,0-1 0 0 0,0-15 0 0 0,0 16 0 0 0,0-16 56 0 0,0 0-192 0 0,0 0-24 0 0,0 0-8 0 0,0 0 0 0 0,0 0-1816 0 0,0-16 1280 0 0,15-15-4248 0 0,-15 31-19543 0 0</inkml:trace>
  <inkml:trace contextRef="#ctx0" brushRef="#br3" timeOffset="1059.92">955 154 17495 0 0,'0'0'1224'0'0,"0"0"-1224"0"0,0 0 0 0 0,16 0 1072 0 0,-1 0 192 0 0,-15 0 40 0 0,16 0 8 0 0,-1 0-488 0 0,0 0-96 0 0,1 0-24 0 0,-1 0 0 0 0,1 0-256 0 0,14 0-48 0 0,-14 0-16 0 0,-1 0 0 0 0,0 0-64 0 0,1 0-8 0 0,15 0-8 0 0,-1 16 192 0 0,-14-1-176 0 0,-1 0-160 0 0,-15-15-64 0 0,16 16-8 0 0,-1-1-8 0 0,-15-15 0 0 0,0 31-80 0 0,15-31 64 0 0,-15 15-64 0 0,0 1 64 0 0,16-1-64 0 0,-16 16 0 0 0,0-16 64 0 0,0-15-64 0 0,0 16 0 0 0,0-1 0 0 0,0-15 0 0 0,0 0 0 0 0,0 0 0 0 0,0 0 0 0 0,0 0 0 0 0,0 0-72 0 0,0 0 72 0 0,0 0-80 0 0,0 0 80 0 0,0 0-96 0 0,0 0 96 0 0,0 0-96 0 0,0 0 96 0 0,0 0-64 0 0,0 0 64 0 0,15-15-64 0 0,-15-1 64 0 0,16 1 0 0 0,-16-1 0 0 0,0 1-64 0 0,15 0 64 0 0,-15-16 0 0 0,15 15 0 0 0,-15-14 0 0 0,16 14 0 0 0,-16-14 0 0 0,15 14 0 0 0,1 1 0 0 0,-1-1 0 0 0,0 1 0 0 0,-15 0 0 0 0,16-1 0 0 0,-1 16 0 0 0,1 0 0 0 0,-1-15 80 0 0,-15 15-80 0 0,15 0 80 0 0,1 0-80 0 0,-16 0 80 0 0,0 15-80 0 0,15-15 0 0 0,-15 16 0 0 0,16-1 0 0 0,-16-15 0 0 0,0 31-1616 0 0,0-31-6136 0 0,0 15-1431 0 0,0-15-2665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7:11.433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59659.22656"/>
      <inkml:brushProperty name="anchorY" value="-62106.85156"/>
      <inkml:brushProperty name="scaleFactor" value="0.5"/>
    </inkml:brush>
  </inkml:definitions>
  <inkml:trace contextRef="#ctx0" brushRef="#br0">0 1 24535 0 0,'0'0'2688'0'0,"0"0"-2688"0"0,0 0 0 0 0,0 15 0 0 0,0 1 616 0 0,16 14 832 0 0,-16 1-344 0 0,0-15-808 0 0,0 14-8 0 0,0 16 200 0 0,0-15-296 0 0,0-15 0 0 0,0-1 0 0 0,0 0-64 0 0,0 1-24 0 0,0-1 0 0 0,0 1 0 0 0,0-16-104 0 0,0 15 0 0 0,0-15 64 0 0,0 0-64 0 0,0 0 0 0 0,0 0-72 0 0,0 0 72 0 0,0 0-1648 0 0,15-15-6648 0 0,-15-1-1551 0 0,0 16-2833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7:11.555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60325.01563"/>
      <inkml:brushProperty name="anchorY" value="-63034.33203"/>
      <inkml:brushProperty name="scaleFactor" value="0.5"/>
    </inkml:brush>
  </inkml:definitions>
  <inkml:trace contextRef="#ctx0" brushRef="#br0">16 62 19927 0 0,'-16'-46'2184'0'0,"16"31"-2184"0"0,0 15 0 0 0,0 0 656 0 0,0 0 112 0 0,0 0 16 0 0,0 0 8 0 0,0 0-712 0 0,0 0-80 0 0,16 0-136 0 0,-16 0-6568 0 0,0 15-1311 0 0,0-15-2321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7:11.925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60960.01563"/>
      <inkml:brushProperty name="anchorY" value="-63623.15234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61595.01563"/>
      <inkml:brushProperty name="anchorY" value="-64658.39453"/>
      <inkml:brushProperty name="scaleFactor" value="0.5"/>
    </inkml:brush>
    <inkml:brush xml:id="br2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62337.77344"/>
      <inkml:brushProperty name="anchorY" value="-65601.27344"/>
      <inkml:brushProperty name="scaleFactor" value="0.5"/>
    </inkml:brush>
    <inkml:brush xml:id="br3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62988.17188"/>
      <inkml:brushProperty name="anchorY" value="-66236.27344"/>
      <inkml:brushProperty name="scaleFactor" value="0.5"/>
    </inkml:brush>
  </inkml:definitions>
  <inkml:trace contextRef="#ctx0" brushRef="#br0">16 262 21623 0 0,'16'0'2376'0'0,"15"0"-2376"0"0,-31 15 0 0 0,15-15 800 0 0,0 16 144 0 0,1-16 24 0 0,-16 15 8 0 0,15 1-424 0 0,0 14 368 0 0,-15 1-472 0 0,16-15-160 0 0,-16-1-40 0 0,0 16-8 0 0,0-16 0 0 0,-16 16-88 0 0,16-16-24 0 0,-15 1 0 0 0,15-1 0 0 0,-15 16-16 0 0,-1-16-8 0 0,16 1 0 0 0,-15-1 0 0 0,0 0-104 0 0,-1 1 0 0 0,16-16 0 0 0,-15 15 0 0 0,-1-15 0 0 0,16 16 0 0 0,0-16 0 0 0,0 0 72 0 0,0 0-72 0 0,-15 0 0 0 0,15 0 0 0 0,0 0 0 0 0,0 15 0 0 0,0-15-88 0 0,0 0 88 0 0,0 0-1464 0 0,0 0 952 0 0,15-31-3992 0 0,-15 31-20583 0 0</inkml:trace>
  <inkml:trace contextRef="#ctx0" brushRef="#br1" timeOffset="393.84">355 324 19647 0 0,'0'0'1368'0'0,"0"0"-1368"0"0,-15 0 0 0 0,15-16 0 0 0,-16 16 1056 0 0,16 0 192 0 0,-15 0 32 0 0,-1 0 0 0 0,16 16-592 0 0,-15-16-120 0 0,0 0-24 0 0,-1 15-8 0 0,1 0-248 0 0,15 1-56 0 0,-16-16-8 0 0,1 31 0 0 0,15-16-8 0 0,-15 0-8 0 0,-1 16 0 0 0,1 0 168 0 0,15 15-56 0 0,0-15-160 0 0,0-16-32 0 0,0 1 0 0 0,0-1-8 0 0,0-15 0 0 0,15 15-24 0 0,1 16 96 0 0,-16-31-96 0 0,15 16 0 0 0,0-16 0 0 0,1 0 0 0 0,-1 15 0 0 0,31-15-24 0 0,-30 0-8 0 0,-1-15-64 0 0,16 15 0 0 0,-16 0 0 0 0,1-16 0 0 0,-1 16 0 0 0,1 0-88 0 0,-1-15 24 0 0,0 15-8456 0 0,1-16-1687 0 0,-16 16-2985 0 0</inkml:trace>
  <inkml:trace contextRef="#ctx0" brushRef="#br2" timeOffset="448.97">740 585 28943 0 0,'0'0'3168'0'0,"0"0"-3168"0"0,0 0 0 0 0,0 0 0 0 0,0 0 144 0 0,0 0-8 0 0,0 0 0 0 0,0 0 0 0 0,0 0-808 0 0,0 0-7896 0 0,15 0-1663 0 0,-15 0-2961 0 0</inkml:trace>
  <inkml:trace contextRef="#ctx0" brushRef="#br3" timeOffset="2621.78">632 108 9704 0 0,'0'0'672'0'0,"0"0"-672"0"0,0 0 0 0 0,0 0 1504 0 0,0 0 288 0 0,0 0 64 0 0,0 0-1 0 0,0 0-503 0 0,0-15-104 0 0,0 15-16 0 0,0 0-8 0 0,0-16-328 0 0,0 16-72 0 0,0 0-16 0 0,0-15 0 0 0,0 15-240 0 0,0 0-56 0 0,0 0 0 0 0,0-16-8 0 0,0 16-224 0 0,0 0-48 0 0,0 0-8 0 0,0 0 0 0 0,0 0-56 0 0,0-15-8 0 0,15 15-8 0 0,-15 0 0 0 0,16-15-80 0 0,-1 15-8 0 0,-15 0-64 0 0,16 0 96 0 0,-16-16-24 0 0,30 16 56 0 0,-14 0-64 0 0,-16 16 8 0 0,15-16 0 0 0,1 0 0 0 0,-16 0 0 0 0,0 0-72 0 0,15 15 0 0 0,-15-15-96 0 0,0 0 96 0 0,15 0 0 0 0,-15 15 0 0 0,16 1 0 0 0,-16-16 0 0 0,0 0 0 0 0,0 0 0 0 0,0 15 72 0 0,0-15-72 0 0,0 0 0 0 0,0 16 64 0 0,-16-1-64 0 0,16 0 0 0 0,-15 1 0 0 0,15-16 0 0 0,-15 15 0 0 0,15-15 0 0 0,-16 16 0 0 0,16-1 0 0 0,-15-15 0 0 0,15 15 0 0 0,0 1 0 0 0,-16-16 0 0 0,16 15 0 0 0,-15 1 0 0 0,15-16 0 0 0,0 15 0 0 0,0 0 64 0 0,0 1 16 0 0,-15 15 96 0 0,15-16-88 0 0,0-15-24 0 0,0 15 0 0 0,0 1 0 0 0,0-1 0 0 0,0 1-64 0 0,15 14 0 0 0,-15-30 64 0 0,0 16-64 0 0,0-1 0 0 0,0-15 0 0 0,0 15 0 0 0,0 1 0 0 0,0-16 0 0 0,0 0-992 0 0,15 15-7064 0 0,-15-15-1535 0 0,0 0-2785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7:15.671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63715.53125"/>
      <inkml:brushProperty name="anchorY" value="-67271.51563"/>
      <inkml:brushProperty name="scaleFactor" value="0.5"/>
    </inkml:brush>
  </inkml:definitions>
  <inkml:trace contextRef="#ctx0" brushRef="#br0">0 1 19639 0 0,'0'0'2152'0'0,"0"0"-2152"0"0,0 0 0 0 0,0 0 1184 0 0,0 0 208 0 0,0 0 48 0 0,0 0 0 0 0,0 0-552 0 0,0 0-120 0 0,0 0-16 0 0,0 0-8 0 0,0 0-264 0 0,0 0-64 0 0,0 0 0 0 0,0 0-8 0 0,0 0-240 0 0,15 0-40 0 0,-15 0-16 0 0,0 0 0 0 0,0 0-112 0 0,0 0 64 0 0,0 0-64 0 0,16 0-8704 0 0,-1 0-1759 0 0,-15 0-3073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38:59.3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 16 15232 0 0,'0'0'336'0'0,"0"0"72"0"0,0 0 8 0 0,0 0 7 0 0,0 0-335 0 0,0 0-88 0 0,0 0 0 0 0,0-15 0 0 0,0 15 928 0 0,0 0 176 0 0,0 0 32 0 0,0 0 8 0 0,0 0-400 0 0,0 0-72 0 0,0 0-24 0 0,0 0 0 0 0,0 0-104 0 0,0 0-16 0 0,0 0-8 0 0,0 0 0 0 0,0 0-104 0 0,0 0-32 0 0,0 0 0 0 0,0 0 0 0 0,-16 15-96 0 0,16 1-32 0 0,0-1 0 0 0,0 0 0 0 0,-15 1-72 0 0,15-1-24 0 0,-15 1 0 0 0,15 14 0 0 0,0-14-32 0 0,-16-1-16 0 0,16 16 0 0 0,0-16 0 0 0,0 16-112 0 0,0-15 64 0 0,0 14-64 0 0,0-14 0 0 0,0 14 128 0 0,0 1-32 0 0,16-15 0 0 0,-16 14 0 0 0,0 1 56 0 0,15 0 8 0 0,-15 0 0 0 0,0-16 0 0 0,15 16-24 0 0,-15-16 0 0 0,16 16 0 0 0,-1-15 0 0 0,-15-1-16 0 0,16 0-8 0 0,-16 1 0 0 0,15-1 0 0 0,-15-15-112 0 0,15 16 0 0 0,1-1 0 0 0,-16-15 0 0 0,0 0 0 0 0,0 15 0 0 0,0-15 64 0 0,15 0-64 0 0,-15 0 0 0 0,0 0 0 0 0,16 0 0 0 0,-16 0 0 0 0,0 0-128 0 0,0 0-32 0 0,15 0 0 0 0,0 0 0 0 0,-15 0-776 0 0,16-15-160 0 0,-16 15-32 0 0,15-15-6544 0 0,-15 15-1303 0 0</inkml:trace>
  <inkml:trace contextRef="#ctx0" brushRef="#br0" timeOffset="494.1">477 170 23351 0 0,'0'0'512'0'0,"0"0"112"0"0,0 0 16 0 0,0 0 16 0 0,-15 0-528 0 0,15 0-128 0 0,-15 0 0 0 0,15 0 0 0 0,0 0 672 0 0,0 0 96 0 0,0 0 32 0 0,-16 0 0 0 0,16 0-416 0 0,-15 0-88 0 0,15 0-8 0 0,0 16-8 0 0,-16-16-88 0 0,16 15-8 0 0,-15 0-8 0 0,15 1 0 0 0,0-1-80 0 0,-15 1-24 0 0,15-1 0 0 0,0 0 0 0 0,0 16-72 0 0,0-16 96 0 0,0 16-96 0 0,0-15 96 0 0,0 14-96 0 0,0-14 0 0 0,0-1 0 0 0,0 1 0 0 0,0 14 0 0 0,15-14 0 0 0,-15-1 0 0 0,0 1 0 0 0,15-16 0 0 0,-15 15 0 0 0,16 0 0 0 0,-16-15 0 0 0,0 16 0 0 0,15-16 0 0 0,1 0 0 0 0,-16 0 0 0 0,15 15 0 0 0,0-30 0 0 0,-15 15 0 0 0,16 0 0 0 0,-1-16 0 0 0,-15 16 0 0 0,16-15 0 0 0,-1 15 0 0 0,-15-15 0 0 0,15-1 0 0 0,1 1 0 0 0,-16-1 64 0 0,0 1-64 0 0,15 0 0 0 0,-15-1 0 0 0,16 1 64 0 0,-16-1-64 0 0,0 1 0 0 0,0 0 0 0 0,0-1 64 0 0,0 1-64 0 0,0-1 80 0 0,-16 1-80 0 0,16 0 80 0 0,-15-1-80 0 0,15 1 0 0 0,-16 0 72 0 0,16-1-72 0 0,-15 1 0 0 0,15-1 0 0 0,-15 16 0 0 0,-1-15 64 0 0,16 15-64 0 0,-15-15 0 0 0,15 15 0 0 0,-16-16 0 0 0,16 16 0 0 0,0 0-64 0 0,0 0 0 0 0,0 0 0 0 0,0 0-344 0 0,0 0-64 0 0,0 0-8 0 0,0 0-8 0 0,0 0-912 0 0,0 16-176 0 0,0-16-40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39:00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 0 9728 0 0,'0'0'272'0'0,"0"0"72"0"0,0 0-280 0 0,0 0-64 0 0,0 0 0 0 0,0 0 0 0 0,0 0 1144 0 0,0 0 208 0 0,0 0 48 0 0,0 16 8 0 0,0-1-145 0 0,0-15-23 0 0,0 0-8 0 0,0 16 0 0 0,15-1-144 0 0,-15-15-24 0 0,0 15-8 0 0,0 1 0 0 0,0-16-232 0 0,0 15-56 0 0,0 1 0 0 0,0-1-8 0 0,0 0-248 0 0,-15-15-56 0 0,15 31-8 0 0,0-31 0 0 0,0 16-160 0 0,0-1-40 0 0,-16 0-8 0 0,16 1 0 0 0,0-16-160 0 0,-15 15-80 0 0,15-15 80 0 0,0 15-80 0 0,0-15 0 0 0,-15 16-80 0 0,15-16 0 0 0,0 0 0 0 0,-16 0-832 0 0,16 0-168 0 0,0 0-32 0 0,0 0-6440 0 0,0 15-1279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39:01.5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0 340 21103 0 0,'0'0'464'0'0,"0"0"96"0"0,0 0 16 0 0,0 15 24 0 0,0-15-480 0 0,0 0-120 0 0,0 15 0 0 0,0-15 0 0 0,0 16 696 0 0,0-16 112 0 0,0 0 24 0 0,0 0 8 0 0,0 0-456 0 0,0 0-96 0 0,0 0-24 0 0,0 0 0 0 0,16 0-64 0 0,-16 0-8 0 0,15 0-8 0 0,-15 0 0 0 0,16 0-56 0 0,-16-16-16 0 0,15 16 0 0 0,-15-15 0 0 0,15 15-112 0 0,-15 0 88 0 0,0 0-88 0 0,0-15 80 0 0,0-1-80 0 0,16 16 0 0 0,-16-15 0 0 0,0 15 64 0 0,0-16-64 0 0,0 1 0 0 0,15 15 0 0 0,-15-15 64 0 0,0-1-64 0 0,0 16 0 0 0,0-15 0 0 0,0-1 64 0 0,0 16-64 0 0,0-15 0 0 0,0 0 0 0 0,0 15 0 0 0,0-16 0 0 0,0 16 0 0 0,0 0 0 0 0,0 0 0 0 0,0 0 0 0 0,0 0 64 0 0,0 0-64 0 0,0 0 0 0 0,0 0 80 0 0,0 0-80 0 0,0 0 96 0 0,0 0-96 0 0,0 0 120 0 0,16 16-32 0 0,-16-16-8 0 0,0 15 0 0 0,15 0-80 0 0,-15 1 96 0 0,0-1-96 0 0,0-15 96 0 0,15 16-96 0 0,-15-1 96 0 0,0 0-96 0 0,0 1 96 0 0,16-1-32 0 0,-16 1-64 0 0,0-1 96 0 0,0 0-32 0 0,0-15 8 0 0,0 16 0 0 0,0-1 0 0 0,15 0 0 0 0,-15 1-8 0 0,0-1 0 0 0,0-15 0 0 0,0 16 0 0 0,0-1-64 0 0,0 0 0 0 0,0 1-96 0 0,0-1 96 0 0,-15-15 0 0 0,15 16 0 0 0,0-1 0 0 0,0-15 0 0 0,0 15 0 0 0,0-15 0 0 0,0 16 0 0 0,-16-16 0 0 0,16 0 0 0 0,0 15 0 0 0,0-15 0 0 0,-15 0 0 0 0,15 16 0 0 0,-15-16 0 0 0,15 0 0 0 0,0 0 0 0 0,-16 0 0 0 0,16 15 0 0 0,-15-15 0 0 0,15 0 0 0 0,0 0 0 0 0,0 0 0 0 0,-16 0 0 0 0,16 0 0 0 0,0 0 0 0 0,0 0 0 0 0,0 0 0 0 0,0 0 0 0 0,0 0 0 0 0,0 0 0 0 0,0 0 0 0 0,0 0 0 0 0,0 0 0 0 0,0 0 0 0 0,0 0 0 0 0,0 0 0 0 0,0 0 0 0 0,16 0 0 0 0,-1 0 0 0 0,-15 0 0 0 0,16 0 0 0 0,-1 0 0 0 0,0 0 0 0 0,1 0 0 0 0,-1 0 0 0 0,1 0 0 0 0,-1 0 0 0 0,0 15 0 0 0,1-15 0 0 0,-1 0 0 0 0,-15 0 0 0 0,16 0 0 0 0,-1 0 0 0 0,0 0-96 0 0,1 0 16 0 0,-16-15 8 0 0,15 15-696 0 0,0 0-128 0 0,-15 0-32 0 0,16 0-6720 0 0,-16 0-1343 0 0</inkml:trace>
  <inkml:trace contextRef="#ctx0" brushRef="#br0" timeOffset="440">401 1 21103 0 0,'0'0'464'0'0,"0"0"96"0"0,0 0 16 0 0,0 0 24 0 0,0 0-480 0 0,0 0-120 0 0,0 0 0 0 0,15 15 0 0 0,-15-15 688 0 0,15 16 112 0 0,1-16 32 0 0,-1 15 0 0 0,-15 0-296 0 0,16-15-56 0 0,-1 16-16 0 0,0-1 0 0 0,1 1-80 0 0,-1 14-24 0 0,1-14 0 0 0,-1 15 0 0 0,0-16-104 0 0,1 0-16 0 0,-1 16-8 0 0,1-15 0 0 0,-16-1-72 0 0,15 16-24 0 0,0-16 0 0 0,1 16 0 0 0,-16-16-48 0 0,0 16-16 0 0,15-16 0 0 0,-15 16 0 0 0,16-15-72 0 0,-16 14 64 0 0,0 1-64 0 0,0-15 64 0 0,0 14-64 0 0,0 1 0 0 0,0-15 72 0 0,0 14-72 0 0,0 1 64 0 0,0-15-64 0 0,0 14 64 0 0,-16-14-64 0 0,16 15 64 0 0,0-16-64 0 0,0 0 80 0 0,-15 1-80 0 0,15-1 0 0 0,0 1 64 0 0,0-16-64 0 0,-16 15 0 0 0,16 0 0 0 0,0-15 0 0 0,0 0 0 0 0,0 0 0 0 0,0 0 0 0 0,0 0-120 0 0,0 0 40 0 0,0 0 8 0 0,0 0-136 0 0,0 0-24 0 0,0 0-8 0 0,0 0 0 0 0,0 0-672 0 0,0 0-136 0 0,0 0-24 0 0,0 0-6576 0 0,0 0-1311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39:02.7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93 14120 0 0,'0'0'400'0'0,"0"0"88"0"0,0 0-392 0 0,0 0-96 0 0,0 0 0 0 0,0 0 0 0 0,0 0 1144 0 0,0 0 199 0 0,0 0 49 0 0,0 0 8 0 0,15 0-648 0 0,1 0-128 0 0,-16 0-24 0 0,15 0-8 0 0,-15 0-96 0 0,16 0-16 0 0,-1 0-8 0 0,-15 0 0 0 0,15 0-8 0 0,1 0 0 0 0,-16 0 0 0 0,15 0 0 0 0,1 0-176 0 0,-16 0-40 0 0,15 0-8 0 0,0 0 0 0 0,-15 0-80 0 0,16 0-24 0 0,-1 0 0 0 0,-15 0 0 0 0,16 0-56 0 0,-1 0-16 0 0,0 0 0 0 0,1 0 0 0 0,-1 0 8 0 0,0 0 0 0 0,-15 0 0 0 0,31 0 0 0 0,-15 0 64 0 0,-1 0 16 0 0,0 0 0 0 0,1 0 0 0 0,-1 0 8 0 0,1 0 8 0 0,-1 0 0 0 0,0 0 0 0 0,16 0-48 0 0,-15 0-16 0 0,-1 0 0 0 0,0 0 0 0 0,1 0-24 0 0,-1 16-8 0 0,1-16 0 0 0,-1 0 0 0 0,0 0-72 0 0,1 0 80 0 0,-1 0-80 0 0,1 0 80 0 0,-1 0-80 0 0,0 15 80 0 0,1-15-80 0 0,-1 0 80 0 0,1 0-80 0 0,-1 0 80 0 0,0 0-80 0 0,-15 0 80 0 0,16 0-80 0 0,-1 0 64 0 0,-15 0-64 0 0,0 0 64 0 0,0 0-64 0 0,0 0 0 0 0,0 0 0 0 0,0 0 64 0 0,0 0-64 0 0,0 0 0 0 0,0 0 0 0 0,0 0 64 0 0,0 0-64 0 0,0 0 0 0 0,0 0 0 0 0,0 0 0 0 0,0 0-88 0 0,0 0-8 0 0,0 0 0 0 0,0 0 0 0 0,0 0-200 0 0,0 0-48 0 0,0 0-8 0 0,15 0 0 0 0,-15 0-800 0 0,0 0-160 0 0,16 0-32 0 0,-16 0-5784 0 0,0 0-1159 0 0</inkml:trace>
  <inkml:trace contextRef="#ctx0" brushRef="#br0" timeOffset="329.52">708 1 19231 0 0,'0'0'424'0'0,"0"0"88"0"0,0 0 24 0 0,0 0 0 0 0,0 0-432 0 0,0 0-104 0 0,16 0 0 0 0,-1 0 0 0 0,-15 0 896 0 0,15 0 152 0 0,1 15 32 0 0,-16-15 8 0 0,15 0-416 0 0,-15 0-88 0 0,15 0-8 0 0,-15 16-8 0 0,16-16-184 0 0,-16 15-32 0 0,15-15 0 0 0,-15 16-8 0 0,0-1-152 0 0,0-15-24 0 0,0 15-8 0 0,0 1 0 0 0,0-1-72 0 0,0 0-24 0 0,0 1 0 0 0,0-1 0 0 0,-15 1-64 0 0,15-1 0 0 0,0 0 0 0 0,0 1 64 0 0,-16-1-64 0 0,16 1 0 0 0,-15-1 0 0 0,15-15 0 0 0,0 15-224 0 0,-15 1 24 0 0,15-16 0 0 0,0 15 0 0 0,-16 1-472 0 0,16-16-88 0 0,0 0-16 0 0,0 0-8 0 0,0 0-512 0 0,0 0-104 0 0,0 0-16 0 0,0 0-7679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39:03.5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139 16 17935 0 0,'0'0'392'0'0,"0"0"88"0"0,0 0 8 0 0,0 0 24 0 0,0 0-416 0 0,0 0-96 0 0,0 0 0 0 0,0 0 0 0 0,0-16 880 0 0,0 16 152 0 0,0 0 32 0 0,0 0 8 0 0,0 0-368 0 0,0 0-80 0 0,0 0-16 0 0,0 0 0 0 0,-16 0-192 0 0,16 16-48 0 0,-15-16-8 0 0,15 15 0 0 0,-16 0-112 0 0,1 1-24 0 0,15 15-8 0 0,-15-16 0 0 0,15 16-80 0 0,-16-16-8 0 0,16 16-8 0 0,-15 0 0 0 0,15 0-56 0 0,-15-1 0 0 0,15-14-64 0 0,0 15 96 0 0,-16-1-32 0 0,16 1-64 0 0,0-16 88 0 0,0 16-88 0 0,0 0 112 0 0,0-16-32 0 0,0 16-8 0 0,16-15 0 0 0,-16 14 24 0 0,15 1 0 0 0,-15-15 0 0 0,15 14 0 0 0,1-14 0 0 0,-1-1 0 0 0,-15 16 0 0 0,15-16 0 0 0,1 1-96 0 0,-1-1 96 0 0,1 1-96 0 0,-16-16 96 0 0,15 15-32 0 0,0 0-64 0 0,-15-15 96 0 0,16 16-32 0 0,-16-16-64 0 0,0 0 0 0 0,15 15 0 0 0,-15-15 64 0 0,0 0-64 0 0,0 0 0 0 0,0 0-80 0 0,0 0 80 0 0,16 0-576 0 0,-16 0-64 0 0,0 0-8 0 0,15 0-8 0 0,-15 0-984 0 0,0 0-200 0 0,0 0-40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39:04.3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1 170 14632 0 0,'0'0'416'0'0,"0"0"88"0"0,0 0-408 0 0,0 15-96 0 0,0 1 0 0 0,0-16 0 0 0,0 0 1071 0 0,0 0 193 0 0,0 15 40 0 0,0-15 8 0 0,15 0-416 0 0,-15 0-72 0 0,0 16-24 0 0,0-16 0 0 0,0 0-320 0 0,15 0-72 0 0,1 0-16 0 0,-16 0 0 0 0,0 0-56 0 0,15-16-16 0 0,-15 16 0 0 0,16 0 0 0 0,-16-15-128 0 0,15 15-24 0 0,-15-16-8 0 0,15 16 0 0 0,-15-15-88 0 0,0 15-72 0 0,16-15 96 0 0,-16-1-96 0 0,0 16 72 0 0,15-15-72 0 0,-15-1 0 0 0,0 1 72 0 0,0 0-72 0 0,0 15 80 0 0,16-16-80 0 0,-16 1 80 0 0,0-1-8 0 0,0 16 0 0 0,0-15 0 0 0,15 15 0 0 0,-15 0 8 0 0,0 0 0 0 0,0 0 0 0 0,0 0 0 0 0,0-15 16 0 0,0 15 8 0 0,0 0 0 0 0,0 0 0 0 0,0 0 16 0 0,0 0 0 0 0,0 0 0 0 0,0 0 0 0 0,0 0-24 0 0,0 15-8 0 0,15-15 0 0 0,-15 15 0 0 0,16 1-16 0 0,-16-1 0 0 0,0 1 0 0 0,0-1 0 0 0,0 0-8 0 0,15 1-64 0 0,-15-1 96 0 0,0 1-32 0 0,0-1 0 0 0,15 0 0 0 0,-15 1 0 0 0,0-1 0 0 0,0 1-64 0 0,0-1 96 0 0,0 0-96 0 0,16 1 96 0 0,-16-1 0 0 0,0-15 8 0 0,0 15 0 0 0,0 1 0 0 0,0-1-104 0 0,0-15-64 0 0,0 16 64 0 0,0-1-104 0 0,0 0 104 0 0,0-15 0 0 0,0 16 0 0 0,0-16 0 0 0,-16 15 0 0 0,16-15 0 0 0,0 0 0 0 0,0 16 0 0 0,0-16 0 0 0,0 0 0 0 0,0 0 0 0 0,0 15 0 0 0,0-15 0 0 0,-15 0 0 0 0,15 0 0 0 0,0 0 0 0 0,-15 15 0 0 0,15-15 0 0 0,-16 0 0 0 0,16 0 0 0 0,-15 0 0 0 0,15 0 0 0 0,0 0 0 0 0,0 0 0 0 0,-15-15 0 0 0,15 15 0 0 0,-16 0 0 0 0,16 0 0 0 0,0 0 0 0 0,0 0 0 0 0,0 0 0 0 0,0 0 0 0 0,0 0 0 0 0,0 0 0 0 0,0 0 0 0 0,0 0 0 0 0,0 0 0 0 0,0 0 0 0 0,0 0 0 0 0,0 0 0 0 0,0 0 0 0 0,16 0 0 0 0,-16 0 0 0 0,15 0 0 0 0,0 0 72 0 0,1 0-72 0 0,-16 0 0 0 0,30 0 72 0 0,-30 0-72 0 0,16 0 0 0 0,-1 0 72 0 0,1 0-72 0 0,-1 0 0 0 0,16 0 0 0 0,-31 0 0 0 0,15 0 64 0 0,1 0-64 0 0,-1 0 0 0 0,0 0 0 0 0,-15 0-64 0 0,16 0-584 0 0,-1 0-120 0 0,1 0-16 0 0,-16 15-7088 0 0,0-15-1407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39:04.6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 1 20215 0 0,'0'0'576'0'0,"0"0"120"0"0,0 15-560 0 0,0-15-136 0 0,0 15 0 0 0,-16 1 0 0 0,16-1 864 0 0,0-15 136 0 0,0 16 32 0 0,0-1 8 0 0,0 0-640 0 0,-15 1-128 0 0,15-16-24 0 0,0 15-8 0 0,0 1-312 0 0,0-1-64 0 0,0-15-16 0 0,0 0-6896 0 0,0 15-1383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39:05.3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1 278 18831 0 0,'0'0'416'0'0,"0"0"80"0"0,0 0 16 0 0,0 0 24 0 0,0 0-432 0 0,0 0-104 0 0,0 15 0 0 0,0-15 0 0 0,0 0 760 0 0,0 15 128 0 0,0-15 24 0 0,0 0 8 0 0,0 0-296 0 0,0 16-56 0 0,0-16-16 0 0,0 0 0 0 0,0 0-144 0 0,0 15-32 0 0,0-15-8 0 0,0 0 0 0 0,0 0-144 0 0,0 0-24 0 0,0 0-8 0 0,0 0 0 0 0,0 0-80 0 0,0 0-16 0 0,0 0-8 0 0,0 0 0 0 0,0 0-88 0 0,0 0 80 0 0,0 0-80 0 0,0 0 80 0 0,0 0-80 0 0,0 0 0 0 0,0 0 0 0 0,0 0 64 0 0,0 0-64 0 0,0 0 64 0 0,0-15-64 0 0,15 15 64 0 0,-15-16-64 0 0,15 16 0 0 0,-15-15 0 0 0,0 15 64 0 0,16-15-64 0 0,-16 15 96 0 0,0-16-96 0 0,15 16 96 0 0,-15-15-96 0 0,16 15 0 0 0,-16-16 0 0 0,15 16 64 0 0,-15-15-64 0 0,15 15 80 0 0,-15 0-80 0 0,16-15 80 0 0,-16 15-80 0 0,15 0 80 0 0,-15 0-80 0 0,16 0 80 0 0,-16 0-80 0 0,15 0 64 0 0,0 0-64 0 0,-15 0 64 0 0,0 0-64 0 0,16 0 0 0 0,-16 0 72 0 0,15 15-72 0 0,-15-15 0 0 0,0 0 64 0 0,0 0-64 0 0,16 15 0 0 0,-16-15 0 0 0,0 0 64 0 0,0 16-64 0 0,0-1 0 0 0,0-15 72 0 0,0 16-72 0 0,0-1 96 0 0,0-15-96 0 0,0 15 64 0 0,-16 1-64 0 0,16-16 0 0 0,0 15 0 0 0,0 1 0 0 0,-15-1 0 0 0,15 0 0 0 0,-16-15 0 0 0,16 16 0 0 0,0-1 0 0 0,-15 0 0 0 0,0 1 0 0 0,15-1 0 0 0,-16-15 0 0 0,16 16 0 0 0,-15-1 0 0 0,15 0 0 0 0,-16-15 0 0 0,16 16 64 0 0,-15-1-64 0 0,15 1 0 0 0,0-16 0 0 0,-15 15 0 0 0,15-15 0 0 0,0 0 0 0 0,-16 15 0 0 0,16-15 0 0 0,0 0 0 0 0,0 0 0 0 0,0 0 0 0 0,0 0-64 0 0,0 0 64 0 0,0 0 0 0 0,0 0 0 0 0,0 0 0 0 0,16 0-72 0 0,-1 0 144 0 0,-15 0 32 0 0,15 0 8 0 0,1-15 0 0 0,-1 15-192 0 0,1 0-40 0 0,-1 0-8 0 0,0 0 0 0 0,1-15 128 0 0,-1 15 0 0 0,1 0 0 0 0,-1 0-72 0 0,0 0 72 0 0,1 0 0 0 0,-1 0 0 0 0,-15 0 0 0 0,16 0 0 0 0,-1 0 0 0 0,-15 0 0 0 0,15 0-64 0 0,-15 0-88 0 0,0 0-8 0 0,16-16-8 0 0,-16 16 0 0 0,0 0-192 0 0,0 0-40 0 0,0 0-8 0 0,0 0 0 0 0,15 0-1088 0 0,-15 0-216 0 0,15 0-48 0 0</inkml:trace>
  <inkml:trace contextRef="#ctx0" brushRef="#br0" timeOffset="474.17">432 0 18143 0 0,'0'0'400'0'0,"0"0"80"0"0,0 0 24 0 0,0 0 0 0 0,0 0-408 0 0,0 0-96 0 0,0 0 0 0 0,0 0 0 0 0,0 0 1080 0 0,0 0 192 0 0,0 0 40 0 0,0 0 0 0 0,0 0-512 0 0,0 0-96 0 0,0 16-32 0 0,15-1 0 0 0,-15-15-224 0 0,15 16-40 0 0,-15-1-16 0 0,16-15 0 0 0,-16 15-144 0 0,15 1-32 0 0,1-1-8 0 0,-16 1 0 0 0,15 14-80 0 0,0-14-24 0 0,-15-1 0 0 0,16 1 0 0 0,-1 14-32 0 0,1-14-8 0 0,-16-1 0 0 0,15 1 0 0 0,0 14 0 0 0,-15-14 0 0 0,16-1 0 0 0,-16 1 0 0 0,15-1 16 0 0,-15 0 0 0 0,0 1 0 0 0,0-1 0 0 0,0 0 24 0 0,0 16 8 0 0,0-15 0 0 0,0-1 0 0 0,0 0-40 0 0,-15 1-8 0 0,15-1 0 0 0,0 1 0 0 0,0-1-64 0 0,-16 0 0 0 0,16 1 0 0 0,-15-1 0 0 0,15-15 64 0 0,-15 16-64 0 0,15-1 96 0 0,-16 0-32 0 0,16 1-64 0 0,0-16-72 0 0,-15 15 72 0 0,15-15-104 0 0,0 16 104 0 0,-16-16 0 0 0,16 0 0 0 0,0 0 0 0 0,0 0-400 0 0,0 0-32 0 0,0 0-8 0 0,0 15 0 0 0,0-15-520 0 0,0 0-112 0 0,0 0-16 0 0,0 0-10096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39:06.8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1 16615 0 0,'0'0'360'0'0,"0"0"80"0"0,0 0 8 0 0,0 0 32 0 0,0 0-384 0 0,0 0-96 0 0,0 0 0 0 0,0 0 0 0 0,0 0 1024 0 0,0 0 192 0 0,0 0 40 0 0,0 0 8 0 0,0 0-392 0 0,0 0-72 0 0,0 0-24 0 0,0 0 0 0 0,0 0-232 0 0,0 0-40 0 0,0 0-16 0 0,0 0 0 0 0,0 0-200 0 0,0 0-32 0 0,0 0-16 0 0,0 0 0 0 0,-16 0-112 0 0,16 0-16 0 0,0 0-8 0 0,-15 15 0 0 0,15-15-40 0 0,-16 16-64 0 0,16-1 88 0 0,0-15-88 0 0,-15 15 96 0 0,15 16-96 0 0,-15-31 96 0 0,15 31-96 0 0,0-16 96 0 0,0 1-96 0 0,-16 14 96 0 0,16-14-96 0 0,0 15 104 0 0,0-16-32 0 0,0 0-8 0 0,0 1 0 0 0,0 15 56 0 0,0-16 8 0 0,16 16 0 0 0,-16-16 0 0 0,0 16-128 0 0,0-16 72 0 0,15 1-72 0 0,0 15 64 0 0,-15-16 8 0 0,0 0 0 0 0,16 1 0 0 0,-1 15 0 0 0,-15-16-8 0 0,16 0-64 0 0,-1 1 96 0 0,-15-1-32 0 0,15 0 0 0 0,-15 1 0 0 0,16-16 0 0 0,-16 15 0 0 0,15 1-64 0 0,-15-16 0 0 0,0 15 0 0 0,16 0 64 0 0,-16-15-64 0 0,0 0 96 0 0,0 0-96 0 0,0 0 96 0 0,15 16-96 0 0,-15-16 0 0 0,0 0 72 0 0,0 0-72 0 0,0 0 0 0 0,0 0 0 0 0,0 0 0 0 0,0 0 64 0 0,15 0-64 0 0,-15 0 0 0 0,0 0 0 0 0,0 15 0 0 0,0-15-72 0 0,0 0 0 0 0,0 0 0 0 0,16 0 0 0 0,-16 0-136 0 0,0 0-24 0 0,0 0-8 0 0,0 0 0 0 0,0 0-464 0 0,0 0-88 0 0,0 0-16 0 0,15 16-8 0 0,-15-16-632 0 0,0 0-128 0 0,0 0-24 0 0,0 0-8 0 0</inkml:trace>
  <inkml:trace contextRef="#ctx0" brushRef="#br0" timeOffset="3522.85">262 201 16272 0 0,'0'0'351'0'0,"0"0"81"0"0,0 0 16 0 0,0 0 8 0 0,0 0-360 0 0,0 0-96 0 0,0 0 0 0 0,0 15 0 0 0,0-15 832 0 0,0 0 160 0 0,0 16 24 0 0,0-16 8 0 0,0 0-352 0 0,0 0-72 0 0,0 0-16 0 0,0 0 0 0 0,0 0-168 0 0,0 0-40 0 0,0 0-8 0 0,15 0 0 0 0,-15 0-48 0 0,0 0 0 0 0,0 0-8 0 0,16 0 0 0 0,-16 0-88 0 0,0 0-8 0 0,15 0-8 0 0,-15-16 0 0 0,15 16-56 0 0,-15-15-16 0 0,0 15 0 0 0,16-16 0 0 0,-16 16-56 0 0,15-15-16 0 0,-15 15 0 0 0,0-15 0 0 0,0-1-64 0 0,0 1 0 0 0,16 15 0 0 0,-16-16 0 0 0,0 1 0 0 0,0 15 0 0 0,15-15 64 0 0,-15-1-64 0 0,0 16 0 0 0,0-15 0 0 0,0 0 0 0 0,0 15 0 0 0,0-16 0 0 0,0 16 0 0 0,0 0 64 0 0,0 0-64 0 0,0 0 0 0 0,0 0 0 0 0,0 0 0 0 0,0 0 0 0 0,0 0 0 0 0,0 0 0 0 0,0 0 0 0 0,0 0 0 0 0,0 0 0 0 0,0 0 64 0 0,0 0-64 0 0,0 0 0 0 0,0 0 0 0 0,0 16 64 0 0,15-1-64 0 0,-15 0 0 0 0,0-15 0 0 0,0 31 0 0 0,0-31 64 0 0,0 31-64 0 0,0-16 0 0 0,0 1 0 0 0,0-1 0 0 0,0 0 0 0 0,0 1 64 0 0,16-1-64 0 0,-16 1 64 0 0,0-1-64 0 0,0 0 88 0 0,0 1-24 0 0,0-1-64 0 0,0-15 96 0 0,0 16-96 0 0,0-1 88 0 0,0 0-88 0 0,0 1 80 0 0,0-16-80 0 0,0 15 64 0 0,0 1-64 0 0,0-16 64 0 0,0 15-64 0 0,0 0 80 0 0,0-15-80 0 0,0 16 80 0 0,0-16-80 0 0,0 0 0 0 0,0 15 0 0 0,0-15 64 0 0,0 0-64 0 0,0 16 64 0 0,0-16-64 0 0,0 0 64 0 0,0 15-64 0 0,0-15 0 0 0,0 0 72 0 0,0 0-72 0 0,0 0 0 0 0,-16 15 0 0 0,16-15 0 0 0,0 16 64 0 0,0-16-64 0 0,0 0 0 0 0,0 0 0 0 0,0 0 0 0 0,0 0 0 0 0,0 0 0 0 0,0 0 0 0 0,0 0 0 0 0,-15 0 0 0 0,15 0 0 0 0,0 15 0 0 0,0-15 0 0 0,0 0 0 0 0,0 0 64 0 0,-15 0-64 0 0,15 0 0 0 0,-16 0 0 0 0,16 0 0 0 0,0 0 0 0 0,0 0 0 0 0,-15 0 0 0 0,15 0 0 0 0,0 0 0 0 0,-16 0 0 0 0,16 0 0 0 0,0 0 0 0 0,0 0 0 0 0,0 0 0 0 0,0-15 0 0 0,0 15 0 0 0,0 0 0 0 0,0 0 0 0 0,0 0 0 0 0,0 0 0 0 0,0 0 0 0 0,0 0 0 0 0,0 0 0 0 0,0 0 0 0 0,0 0 0 0 0,0 0 0 0 0,0 0 0 0 0,16 0 0 0 0,-1 0 0 0 0,-15 0 0 0 0,16 0 0 0 0,-1 15 0 0 0,0-15 64 0 0,1 0-64 0 0,-16 0 0 0 0,15 0 64 0 0,1 0-64 0 0,-1 0 0 0 0,0 0 0 0 0,1 0 0 0 0,-1 0 0 0 0,1 0 64 0 0,-1 0-64 0 0,-15 0 0 0 0,15 0-88 0 0,1 0 88 0 0,-16 0-896 0 0,15 0-128 0 0,1 0-24 0 0,-16-15-10063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39:11.1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22607 0 0,'0'0'496'0'0,"0"0"104"0"0,0 0 16 0 0,0 0 24 0 0,0 0-512 0 0,0 0-128 0 0,0 0 0 0 0,0 0 0 0 0,0 0 816 0 0,0 15 144 0 0,0-15 24 0 0,0 0 8 0 0,0 15-568 0 0,0 1-104 0 0,0-1-32 0 0,0 1 0 0 0,0-16-184 0 0,0 30-40 0 0,0-14 0 0 0,0-1-64 0 0,0 1 0 0 0,0-1 0 0 0,0 0 0 0 0,0-15-96 0 0,0 16-568 0 0,0-1-104 0 0,0 1-32 0 0,0-1 0 0 0,0 0-1104 0 0,0-15-224 0 0,0 0-48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39:11.6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93 278 15552 0 0,'0'0'440'0'0,"0"0"103"0"0,0 0-439 0 0,0 0-104 0 0,-15 15 0 0 0,15-15 0 0 0,0 0 1248 0 0,-16 0 232 0 0,16 0 48 0 0,0 0 8 0 0,-15 15-584 0 0,15-15-120 0 0,0 0-16 0 0,-16 16-8 0 0,16-16-336 0 0,-15 15-72 0 0,15-15-16 0 0,0 16 0 0 0,-15-1-144 0 0,15-15-32 0 0,0 31-8 0 0,0-31 0 0 0,0 31-40 0 0,0-16-16 0 0,0 0 0 0 0,0 1 0 0 0,15-1-32 0 0,-15 1-8 0 0,0-1 0 0 0,15 0 0 0 0,-15 1-104 0 0,16-16 0 0 0,-1 15 64 0 0,-15 1-64 0 0,16-16 72 0 0,-1 15-8 0 0,-15-15 0 0 0,15 0 0 0 0,1 0-64 0 0,-1 0 80 0 0,0 0-80 0 0,-15 0 80 0 0,16 0-80 0 0,-1 0 80 0 0,1-15-80 0 0,-16 15 80 0 0,15-16-16 0 0,0 16 0 0 0,-15-15 0 0 0,16-1 0 0 0,-1 16 0 0 0,-15-15 0 0 0,16 0 0 0 0,-16-1 0 0 0,15 1-64 0 0,-15-1 96 0 0,0 1-96 0 0,0 0 96 0 0,0 15-96 0 0,0-16 64 0 0,0 1-64 0 0,0-1 64 0 0,-15 1-64 0 0,15 15 64 0 0,-16-15-64 0 0,16-1 64 0 0,-15 16-64 0 0,15-15 0 0 0,-16-1 0 0 0,16 16 0 0 0,-15 0-96 0 0,15-15 0 0 0,-15 15-8 0 0,15 0 0 0 0,0 0-184 0 0,0 0-40 0 0,0 0-8 0 0,0 0 0 0 0,0 0-864 0 0,0 0-176 0 0,0 0-32 0 0,0 0-8847 0 0</inkml:trace>
  <inkml:trace contextRef="#ctx0" brushRef="#br0" timeOffset="374.63">370 1 18799 0 0,'0'0'416'0'0,"0"0"80"0"0,0 0 16 0 0,0 0 24 0 0,0 0-432 0 0,0 0-104 0 0,0 0 0 0 0,0 0 0 0 0,0 0 888 0 0,0 0 152 0 0,0 0 32 0 0,0 0 8 0 0,15 0-376 0 0,1 0-80 0 0,-16 15-16 0 0,15-15 0 0 0,1 15-152 0 0,-1 1-32 0 0,-15-16-8 0 0,31 15 0 0 0,-31 16-104 0 0,15-16-24 0 0,1 1-8 0 0,14-1 0 0 0,-30 16-96 0 0,31-16-24 0 0,-15 16 0 0 0,-1-16 0 0 0,0 1-64 0 0,1 15-8 0 0,-16-16-8 0 0,15 0 0 0 0,0 1-80 0 0,1 15 64 0 0,-16-16-64 0 0,0 16 64 0 0,15-16-64 0 0,-15 1 0 0 0,0 14 0 0 0,0-14 64 0 0,-15-1-64 0 0,15 16 0 0 0,0-16 0 0 0,-16 1 0 0 0,16-1 0 0 0,0 1 0 0 0,-15-1 64 0 0,15 0-64 0 0,-15 1 0 0 0,15-1 0 0 0,0 0 0 0 0,-16 1 0 0 0,16-16-88 0 0,-15 15 24 0 0,15-15 0 0 0,0 16 0 0 0,0-16-168 0 0,0 0-32 0 0,0 0-8 0 0,0 0 0 0 0,0 0-688 0 0,0 0-128 0 0,0 0-32 0 0,0 0-6272 0 0,15-16-1247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39:12.5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0 216 16064 0 0,'0'0'352'0'0,"0"0"79"0"0,0 0 17 0 0,0 0 0 0 0,0 0-360 0 0,0 0-88 0 0,0 0 0 0 0,0 0 0 0 0,0 0 864 0 0,0 0 152 0 0,0 0 32 0 0,0 0 8 0 0,0 0-360 0 0,0 0-72 0 0,15 15-16 0 0,-15-15 0 0 0,16 0-72 0 0,-16 16-24 0 0,15-16 0 0 0,1 0 0 0 0,-1 0-152 0 0,-15 0-32 0 0,31 0-8 0 0,-31 0 0 0 0,31 0-88 0 0,-16 0-16 0 0,0 0-8 0 0,1 0 0 0 0,15 0-40 0 0,-16 0-8 0 0,16 0 0 0 0,-16 0 0 0 0,16 0-32 0 0,-16-16 0 0 0,16 16-8 0 0,-15 0 0 0 0,-1 0-16 0 0,0 0 0 0 0,16 0 0 0 0,-15 0 0 0 0,-1-15-8 0 0,0 15 0 0 0,1 0 0 0 0,-1 0 0 0 0,0 0 0 0 0,1 0 0 0 0,-16 0 0 0 0,15-16 0 0 0,-15 16-32 0 0,16 0 0 0 0,-16 0-64 0 0,0 0 96 0 0,0 0-96 0 0,0 0 0 0 0,15 0 64 0 0,-15 0-64 0 0,0 0 0 0 0,0 0 0 0 0,15 0 64 0 0,-15 0-64 0 0,0 0 0 0 0,0 0 0 0 0,0 0 0 0 0,0 0 0 0 0,0 0-64 0 0,0 0-16 0 0,0 0 0 0 0,0 0 0 0 0,0 0-160 0 0,0 0-32 0 0,0 0-8 0 0,0 0 0 0 0,0 0-696 0 0,0-15-144 0 0,0 15-24 0 0,0 0-6120 0 0,0 0-1231 0 0</inkml:trace>
  <inkml:trace contextRef="#ctx0" brushRef="#br0" timeOffset="271.9699">508 0 18079 0 0,'0'0'400'0'0,"0"0"80"0"0,0 0 24 0 0,0 0 0 0 0,0 0-408 0 0,0 0-96 0 0,0 0 0 0 0,15 0 0 0 0,1 0 928 0 0,-16 0 160 0 0,15 0 32 0 0,1 0 0 0 0,-16 0-376 0 0,15 16-72 0 0,-15-16-24 0 0,15 15 0 0 0,-15 1-208 0 0,16-1-48 0 0,-16-15-8 0 0,0 15 0 0 0,15 16-144 0 0,-15-31-32 0 0,0 31-8 0 0,0-16 0 0 0,0 1-104 0 0,0-1-16 0 0,0 0-8 0 0,0 1 0 0 0,0-1-72 0 0,0 1 0 0 0,-15-1 0 0 0,15 0 0 0 0,0-15-288 0 0,0 16-32 0 0,-16-1 0 0 0,16 1 0 0 0,0-16-1208 0 0,0 15-240 0 0,-15 0-56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39:13.5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123 46 13760 0 0,'0'0'384'0'0,"0"0"96"0"0,0 0-384 0 0,0 0-96 0 0,0 0 0 0 0,0 0 0 0 0,0 0 1392 0 0,0 0 255 0 0,0 0 49 0 0,0 0 16 0 0,0 0-704 0 0,0 0-144 0 0,0 0-24 0 0,0 0-8 0 0,0 0-320 0 0,0 0-64 0 0,0 0-8 0 0,0 0-8 0 0,0 0-144 0 0,0 0-32 0 0,-15 0-8 0 0,15 0 0 0 0,-16 16-64 0 0,16-16-16 0 0,0 0 0 0 0,-15 0 0 0 0,15 15-56 0 0,-15 1-16 0 0,15-16 0 0 0,-16 15 0 0 0,16 0-96 0 0,-15 1 88 0 0,15-1-88 0 0,-16 16 80 0 0,16-16-80 0 0,0 1 0 0 0,0 15 72 0 0,-15-16-72 0 0,15 16 0 0 0,0-1 72 0 0,0-14-72 0 0,0 15 0 0 0,0-16 88 0 0,0 16-88 0 0,0-16 80 0 0,0 1-80 0 0,0-1 96 0 0,0 16-32 0 0,0-16-64 0 0,0 1 96 0 0,15-1-96 0 0,-15-15 88 0 0,0 31-88 0 0,16-31 80 0 0,-16 15-16 0 0,15 1 0 0 0,-15-16 0 0 0,0 15 0 0 0,16-15 32 0 0,-1 15 0 0 0,-15-15 0 0 0,0 0 0 0 0,0 0-8 0 0,15 16 0 0 0,1-16 0 0 0,-16 0 0 0 0,0 0-24 0 0,0 0-64 0 0,0 0 96 0 0,15 15-32 0 0,-15-15-64 0 0,0 0 0 0 0,0 0 0 0 0,0 0 0 0 0,16 0 0 0 0,-16 0 0 0 0,0 0-112 0 0,0 0 40 0 0,0 0-608 0 0,0 0-120 0 0,15 0-32 0 0,-15 0-6824 0 0,0 0-1367 0 0</inkml:trace>
  <inkml:trace contextRef="#ctx0" brushRef="#br0" timeOffset="849.24">277 108 15952 0 0,'0'0'352'0'0,"0"0"63"0"0,0 15 25 0 0,0 1 8 0 0,-15-1-352 0 0,15-15-96 0 0,0 16 0 0 0,15-1 0 0 0,-15-15 904 0 0,0 0 168 0 0,0 0 32 0 0,15 15 8 0 0,-15-15-432 0 0,0 0-80 0 0,16 0-24 0 0,-16 0 0 0 0,15 0-320 0 0,1 0-72 0 0,-16-15-16 0 0,15 15 0 0 0,-15 0 88 0 0,15-15 8 0 0,1 15 8 0 0,-16-16 0 0 0,15 1-8 0 0,-15 15 0 0 0,16-16 0 0 0,-16 16 0 0 0,0-15-96 0 0,15 0-16 0 0,-15 15-8 0 0,15-16 0 0 0,-15 1-80 0 0,0 15-64 0 0,0-16 72 0 0,16 16-72 0 0,-16-15 64 0 0,0 15-64 0 0,0-15 0 0 0,0 15 72 0 0,15-16-72 0 0,-15 16 0 0 0,0 0 0 0 0,0 0 64 0 0,0 0-64 0 0,0 0 64 0 0,0 0-64 0 0,0 0 64 0 0,0 0-64 0 0,0 0 96 0 0,0 0-96 0 0,0 0 96 0 0,0 0-16 0 0,0 0 0 0 0,0 0 0 0 0,0 16 0 0 0,0-1-16 0 0,0 0-64 0 0,0 1 96 0 0,0-1-32 0 0,16 1-64 0 0,-16-1 64 0 0,0 16-64 0 0,0-16 64 0 0,0 1-64 0 0,0 14 64 0 0,0-14-64 0 0,0-1 64 0 0,0 16 0 0 0,0-16-64 0 0,0 1 96 0 0,0-1-32 0 0,0 16-64 0 0,0-16 64 0 0,0 1-64 0 0,0-1 64 0 0,0-15-64 0 0,-16 15 0 0 0,16 1 72 0 0,0-1-72 0 0,0-15 0 0 0,0 16 64 0 0,-15-16-64 0 0,15 0 0 0 0,0 15 0 0 0,-16-15 64 0 0,16 0-64 0 0,0 0 0 0 0,-15 15 0 0 0,15-15 0 0 0,0 0 0 0 0,-15 0 64 0 0,15 0-64 0 0,-16 0 64 0 0,1 0-64 0 0,15 0 64 0 0,0 0-64 0 0,0 0 88 0 0,0 0-88 0 0,0 0 96 0 0,0-15-8 0 0,0 15 0 0 0,0 0 0 0 0,0 0 0 0 0,0 0-88 0 0,0 0 64 0 0,0 0-64 0 0,0 0 64 0 0,0 0 0 0 0,0 0-64 0 0,0 0 96 0 0,0 0-32 0 0,0 15 16 0 0,15-15 0 0 0,1 0 0 0 0,-16 0 0 0 0,15 0-8 0 0,0 0 0 0 0,1 0 0 0 0,-1 0 0 0 0,1 0-72 0 0,-1 0 0 0 0,0 0 72 0 0,1 0-72 0 0,-16 0 0 0 0,15 0 0 0 0,1 0 0 0 0,-1 0 0 0 0,0-15-360 0 0,-15 15-112 0 0,16 0-16 0 0,-1 0-8 0 0,-15 0-1088 0 0,16 0-216 0 0,-1-15-48 0 0</inkml:trace>
  <inkml:trace contextRef="#ctx0" brushRef="#br0" timeOffset="1107.1699">800 493 23039 0 0,'0'0'512'0'0,"0"0"96"0"0,0 0 32 0 0,0 15 0 0 0,0-15-512 0 0,0 16-128 0 0,0-1 0 0 0,0-15 0 0 0,0 0 664 0 0,0 15 104 0 0,0 1 32 0 0,0-16 0 0 0,0 0-568 0 0,0 15-104 0 0,0 1-32 0 0,0-16 0 0 0,0 15-96 0 0,0 0-64 0 0,0 1 64 0 0,0-16-104 0 0,0 15-1304 0 0,-15 1-264 0 0,15-16-56 0 0</inkml:trace>
  <inkml:trace contextRef="#ctx0" brushRef="#br0" timeOffset="1605.96">893 277 19351 0 0,'0'0'424'0'0,"0"0"88"0"0,0 0 24 0 0,0 0 8 0 0,0 0-440 0 0,0 0-104 0 0,0 0 0 0 0,0 0 0 0 0,0 0 1080 0 0,0 0 192 0 0,0 0 40 0 0,0 0 0 0 0,15 16-656 0 0,1-16-136 0 0,-1 0-24 0 0,0 0-8 0 0,-15 0-352 0 0,16 0-72 0 0,-1 0-64 0 0,1 0 96 0 0,-1 15-96 0 0,-15-15-72 0 0,15 0 72 0 0,1 0-104 0 0,-1 0-1192 0 0,1 0-240 0 0,-1 0-40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39:15.8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0 185 15320 0 0,'0'0'336'0'0,"0"0"72"0"0,0 0 7 0 0,0 0 17 0 0,0 0-344 0 0,0 0-88 0 0,0 0 0 0 0,0 0 0 0 0,0 0 896 0 0,0 0 168 0 0,0 0 32 0 0,0 15 8 0 0,0-15-336 0 0,0 0-64 0 0,0 0-8 0 0,0 16-8 0 0,0-16-256 0 0,16 0-48 0 0,-16 0-16 0 0,0 0 0 0 0,0 0-112 0 0,0 0-16 0 0,15 0-8 0 0,-15 0 0 0 0,0 0-72 0 0,0 0-24 0 0,15 0 0 0 0,1 0 0 0 0,-16-16-136 0 0,15 16 80 0 0,-15 0-80 0 0,16-15 64 0 0,-16 15-64 0 0,0-15 0 0 0,15 15 0 0 0,-15-16 0 0 0,0 16 64 0 0,0 0-64 0 0,0-15 0 0 0,15 15 64 0 0,-15 0-64 0 0,0 0 0 0 0,0-16 0 0 0,0 16 0 0 0,0 0 0 0 0,0 0 64 0 0,0 0-64 0 0,0 0 0 0 0,0 0 64 0 0,0 0-64 0 0,0 0 64 0 0,0 0-64 0 0,0 0 0 0 0,0 0 64 0 0,0 0-64 0 0,0 0 0 0 0,0 0 64 0 0,0 0-64 0 0,0 0 0 0 0,-15 0 64 0 0,15 16-64 0 0,0-1 64 0 0,0 1-64 0 0,0-1 64 0 0,0 0-64 0 0,0 1 0 0 0,0-1 72 0 0,15 1-72 0 0,-15-1 72 0 0,0 0-72 0 0,0 16 96 0 0,0-15-96 0 0,0-1 152 0 0,0 0-24 0 0,16 16-8 0 0,-16-16 0 0 0,0 1-24 0 0,0-1-8 0 0,0 1 0 0 0,0-1 0 0 0,0 0-8 0 0,-16-15 0 0 0,16 16 0 0 0,0-1 0 0 0,0 1-80 0 0,0-16 64 0 0,-15 15-64 0 0,15-15 64 0 0,0 0-64 0 0,0 15 0 0 0,-15-15 0 0 0,15 16 64 0 0,0-16-64 0 0,0 0 0 0 0,-16 0 0 0 0,16 0 0 0 0,-15 15 104 0 0,15-15-16 0 0,0 0-8 0 0,0 0 0 0 0,0 0 8 0 0,0 0 0 0 0,0 0 0 0 0,0 0 0 0 0,0 0-24 0 0,0 0-64 0 0,0 0 96 0 0,0 0-32 0 0,0 0-64 0 0,0 0 64 0 0,0 0-64 0 0,0 0 64 0 0,0 0-64 0 0,0 0 80 0 0,0 0-80 0 0,15 0 80 0 0,1 0-80 0 0,-16 16 0 0 0,15-16 72 0 0,0 0-72 0 0,1 0 0 0 0,-1 0 0 0 0,1 0 0 0 0,-1 15 0 0 0,0-15 0 0 0,1 0 0 0 0,-1 0 0 0 0,1 0 0 0 0,-1 0-96 0 0,0 0-24 0 0,1 0-8 0 0,-1 0 0 0 0,-15 0-696 0 0,16-15-136 0 0,-1 15-32 0 0,-15 0-6496 0 0,0 0-1287 0 0</inkml:trace>
  <inkml:trace contextRef="#ctx0" brushRef="#br0" timeOffset="416.2799">370 0 21167 0 0,'0'0'464'0'0,"0"0"96"0"0,0 0 16 0 0,0 0 24 0 0,0 0-480 0 0,0 0-120 0 0,0 0 0 0 0,15 0 0 0 0,1 0 768 0 0,-16 0 136 0 0,15 0 24 0 0,0 16 8 0 0,-15-16-424 0 0,16 15-96 0 0,-1-15-8 0 0,0 15-8 0 0,1 1-80 0 0,-1-1-24 0 0,1 1 0 0 0,-1-1 0 0 0,0 0-72 0 0,-15 1-24 0 0,16 15 0 0 0,-1-16 0 0 0,1 0-48 0 0,-16 16-16 0 0,15 0 0 0 0,-15-16 0 0 0,0 16-16 0 0,15 0-8 0 0,-15-16 0 0 0,0 16 0 0 0,0 0-32 0 0,0 0-8 0 0,0-16 0 0 0,-15 16 0 0 0,15-16-8 0 0,0 1-64 0 0,-15 14 96 0 0,15-14-32 0 0,-16-1-64 0 0,16 1 0 0 0,0-1 0 0 0,-15 0 64 0 0,15 1-64 0 0,-16-16 0 0 0,16 31 0 0 0,-15-31 0 0 0,15 15 0 0 0,-15 0 0 0 0,15-15 0 0 0,-16 16 0 0 0,16-16 0 0 0,-15 0 0 0 0,15 15 0 0 0,-16-15-88 0 0,16 0-96 0 0,0 16-16 0 0,0-16-8 0 0,-15 0 0 0 0,15 0-864 0 0,0 0-176 0 0,0 0-32 0 0,0 0-10016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0:48.8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19783 0 0,'0'0'432'0'0,"0"0"88"0"0,0 0 24 0 0,0 0 16 0 0,0 0-448 0 0,0 0-112 0 0,0-16 0 0 0,0 16 0 0 0,0 0 888 0 0,0 0 152 0 0,0 0 32 0 0,0 0 8 0 0,0 0-496 0 0,0 0-96 0 0,0 0-16 0 0,0 0-8 0 0,0 0-128 0 0,0 0-24 0 0,0 16-8 0 0,0-1 0 0 0,0-15-112 0 0,0 15-16 0 0,0 1-8 0 0,0-1 0 0 0,0 1-96 0 0,16 14-72 0 0,-16-14 96 0 0,0 15-96 0 0,0-16 72 0 0,0 0-72 0 0,0 16 0 0 0,0-16 72 0 0,0 1-72 0 0,0 15 0 0 0,0-16 0 0 0,15 0 0 0 0,-15 16 0 0 0,0-15 0 0 0,0-1 0 0 0,0 16 0 0 0,0-16 0 0 0,0 1 0 0 0,0-1 64 0 0,0 0-64 0 0,0 1 0 0 0,0-1 64 0 0,16 1-64 0 0,-16-1 64 0 0,0-15-64 0 0,0 0 96 0 0,0 0-96 0 0,0 0 96 0 0,0 0-96 0 0,0 0 64 0 0,0 0-64 0 0,0 0 64 0 0,0 0-64 0 0,0 0 80 0 0,0 0-80 0 0,0 0 80 0 0,0 0 24 0 0,0 0 8 0 0,0-15 0 0 0,15 15 0 0 0,-15-16-112 0 0,0 1 88 0 0,0-1-88 0 0,0 1 80 0 0,15 15-80 0 0,-15-31 0 0 0,0 16 0 0 0,16-1 0 0 0,-16 1 0 0 0,15 0 0 0 0,-15-1 0 0 0,16 1 0 0 0,-16-1 0 0 0,15 16 0 0 0,0-15 0 0 0,1 0 0 0 0,-16 15 0 0 0,15 0 0 0 0,1-16 0 0 0,-16 16 0 0 0,15 0 0 0 0,0 0 0 0 0,-15 0 0 0 0,0 0 0 0 0,16 16 0 0 0,-16-16 0 0 0,15 15 0 0 0,-15-15 0 0 0,0 15 0 0 0,16-15 0 0 0,-16 16 0 0 0,15-1 0 0 0,-15-15 0 0 0,0 16-88 0 0,0-1 8 0 0,0 0 0 0 0,0 1 80 0 0,15-1 0 0 0,-15-15 0 0 0,0 16-64 0 0,0-1 64 0 0,0-15 0 0 0,0 0 0 0 0,0 15 0 0 0,0-15 0 0 0,16 0 88 0 0,-16 0-24 0 0,0 0 0 0 0,0 0-64 0 0,0 0 0 0 0,0 0 0 0 0,0 0-88 0 0,0 0-400 0 0,0 0-88 0 0,0 0-8 0 0,0 0-8 0 0,0 0-528 0 0,0 0-112 0 0,0 0-16 0 0,0 0-9111 0 0</inkml:trace>
  <inkml:trace contextRef="#ctx0" brushRef="#br0" timeOffset="498.8">493 308 18287 0 0,'0'0'400'0'0,"0"0"80"0"0,0 0 24 0 0,0 0 8 0 0,0 0-408 0 0,0 0-104 0 0,0 0 0 0 0,0 0 0 0 0,15 0 600 0 0,1 0 96 0 0,-16 15 16 0 0,0-15 8 0 0,0 0-208 0 0,0 0-32 0 0,15 0-16 0 0,1 0 0 0 0,-16 0-80 0 0,0 0-24 0 0,0 0 0 0 0,15 0 0 0 0,0 0-96 0 0,-15 0-16 0 0,0 0-8 0 0,0 0 0 0 0,16 0-64 0 0,-16 0-16 0 0,0 0 0 0 0,0 0 0 0 0,15-15-56 0 0,-15 15-8 0 0,0 0-8 0 0,0 0 0 0 0,0 0-16 0 0,0 0 0 0 0,0-15 0 0 0,0 15 0 0 0,0 0-72 0 0,-15-16 0 0 0,15 16 72 0 0,0 0-72 0 0,-16 0 0 0 0,16 0 72 0 0,-15 0-72 0 0,0 0 0 0 0,15 0 64 0 0,0 0-64 0 0,-16 0 0 0 0,1 0 0 0 0,15 16 0 0 0,-16-1 0 0 0,1 0 0 0 0,15 1 0 0 0,-15-1 64 0 0,-1 1-64 0 0,16-1 0 0 0,-15 0 0 0 0,0 16 96 0 0,15-15-16 0 0,0 14 0 0 0,0-14 0 0 0,0-1 48 0 0,0 16 0 0 0,0-16 8 0 0,0 1 0 0 0,0-1 0 0 0,0 1 0 0 0,15-1 0 0 0,-15 0 0 0 0,15-15-32 0 0,1 16-8 0 0,-1-16 0 0 0,-15 0 0 0 0,15 0-96 0 0,1 0 88 0 0,-16 0-88 0 0,15 0 80 0 0,1-16-80 0 0,-1 16 0 0 0,0-15 0 0 0,1 15 64 0 0,-1-15-64 0 0,-15-1 0 0 0,16 1-96 0 0,-1 15 96 0 0,0-16-544 0 0,1 1-40 0 0,-16 15-16 0 0,15-15 0 0 0,-15-1-920 0 0,16 1-184 0 0,-1 15-40 0 0</inkml:trace>
  <inkml:trace contextRef="#ctx0" brushRef="#br0" timeOffset="1000.81">847 354 18599 0 0,'0'0'408'0'0,"0"0"80"0"0,0 0 24 0 0,0 0 16 0 0,0 0-424 0 0,0 0-104 0 0,0 0 0 0 0,0 0 0 0 0,0 0 1008 0 0,0 0 176 0 0,0 0 40 0 0,0 16 8 0 0,0-16-496 0 0,0 15-96 0 0,0-15-16 0 0,0 15-8 0 0,0-15-256 0 0,0 16-48 0 0,0-1-16 0 0,0-15 0 0 0,0 16-168 0 0,0-16-32 0 0,0 15 0 0 0,0-15-8 0 0,0 15-88 0 0,0-15 64 0 0,0 16-64 0 0,0-16 64 0 0,0 15-64 0 0,0-15 0 0 0,0 0 0 0 0,0 16 0 0 0,16-16 0 0 0,-16 0 0 0 0,0 0 64 0 0,0 0-64 0 0,0 0 0 0 0,0 0 0 0 0,0 0 0 0 0,0 0 0 0 0,0 0 0 0 0,0 0 0 0 0,0 0 0 0 0,0 0 0 0 0,0 0 0 0 0,0 0 0 0 0,0 0 64 0 0,0 0-64 0 0,0 0 0 0 0,0 0 0 0 0,0-16 0 0 0,15 16 0 0 0,-15-15-64 0 0,0-1 64 0 0,15 1 0 0 0,-15 15 0 0 0,0-15 0 0 0,16-1 0 0 0,-16 1-72 0 0,15-1 72 0 0,-15 1 0 0 0,16 0 0 0 0,-16 15 0 0 0,15-16 0 0 0,0 1 0 0 0,-15 15 0 0 0,16 0 0 0 0,-1 0 0 0 0,-15-16 0 0 0,15 16 0 0 0,1 16 0 0 0,-16-16 0 0 0,15 0 0 0 0,1 0 0 0 0,-16 0 0 0 0,0 15 72 0 0,15 1 40 0 0,-15-16 8 0 0,0 15 0 0 0,0 0 0 0 0,0 1-120 0 0,15-1 88 0 0,-15-15-88 0 0,0 31 80 0 0,0-31-80 0 0,0 15 0 0 0,0 1 72 0 0,0-1-72 0 0,0-15 0 0 0,0 0 0 0 0,0 16 0 0 0,0-16 0 0 0,0 15 0 0 0,0-15 0 0 0,0 0 0 0 0,0 0 0 0 0,0 0-176 0 0,0 0-16 0 0,0 0-8 0 0,0 0 0 0 0,0 0-632 0 0,0 0-128 0 0,0 0-32 0 0,0 0 0 0 0,0 0-632 0 0,0 0-128 0 0,16-15-24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0:50.5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93 108 18831 0 0,'0'0'416'0'0,"0"0"80"0"0,0 0 16 0 0,0 0 24 0 0,0 0-432 0 0,0-15-104 0 0,-16 15 0 0 0,16 0 0 0 0,0-15 832 0 0,0 15 152 0 0,0 0 24 0 0,0 0 8 0 0,0 0-424 0 0,0 0-80 0 0,0-16-24 0 0,0 16 0 0 0,0 0-200 0 0,0 0-32 0 0,-15 0-16 0 0,15 0 0 0 0,0 16-48 0 0,-16-16-16 0 0,16 15 0 0 0,-15 0 0 0 0,15-15-24 0 0,-15 16-8 0 0,15-1 0 0 0,0 1 0 0 0,0-1-80 0 0,-16 0-64 0 0,16-15 96 0 0,0 16-96 0 0,0-1 128 0 0,16 1-24 0 0,-16-16-8 0 0,0 15 0 0 0,0 0 0 0 0,0-15 0 0 0,0 0 0 0 0,15 16 0 0 0,-15-16-32 0 0,0 0-64 0 0,0 0 88 0 0,0 0-88 0 0,15 15 104 0 0,-15-15-32 0 0,0 0-8 0 0,0 0 0 0 0,0 0 24 0 0,16 0 0 0 0,-1 0 0 0 0,-15 0 0 0 0,16 0-16 0 0,-16-15 0 0 0,15 15 0 0 0,-15 0 0 0 0,15-16-72 0 0,-15 16 64 0 0,16-15-64 0 0,-16 15 64 0 0,15-15-64 0 0,1-1 0 0 0,-16 16 0 0 0,15-15 0 0 0,0-1 0 0 0,1 16 64 0 0,-1-15-64 0 0,-15 15 0 0 0,15-15 0 0 0,1-1 0 0 0,-1 16 0 0 0,1 0 0 0 0,-16 0 0 0 0,15-15 0 0 0,0 15 0 0 0,1 0 0 0 0,-16 0 0 0 0,15-16 0 0 0,1 16 0 0 0,-16 0-88 0 0,15 0 88 0 0,0 0 0 0 0,-15 0 0 0 0,16 0 0 0 0,-1 0-88 0 0,-15 0 88 0 0,16-15-104 0 0,-16 15 40 0 0,0 0 64 0 0,15 0-104 0 0,-15 0 40 0 0,15-15 64 0 0,-15 15-96 0 0,0 0 96 0 0,16-16-80 0 0,-16 16 80 0 0,0 0-64 0 0,15 0 64 0 0,-15-15 0 0 0,0 15-72 0 0,0 0 72 0 0,0-16 0 0 0,0 1 0 0 0,0 15 0 0 0,-15 0 0 0 0,15 0 0 0 0,0 0 0 0 0,-16-15 0 0 0,16 15 0 0 0,0 0 72 0 0,0 0-72 0 0,-15 0 0 0 0,0 0 64 0 0,15 0-64 0 0,-16 0 0 0 0,16 15 0 0 0,-15-15 0 0 0,15 15 0 0 0,-16 1 0 0 0,1-1 0 0 0,15 1 0 0 0,0-1 0 0 0,-15 0 64 0 0,15 16-64 0 0,0-15 0 0 0,0-1 0 0 0,0 16 0 0 0,0-16 0 0 0,15 1 64 0 0,-15-1-64 0 0,15 0 72 0 0,1 1-72 0 0,-1-1 112 0 0,1-15-24 0 0,-1 16-8 0 0,0-16 0 0 0,-15 15-8 0 0,31-15 0 0 0,-31 0 0 0 0,31 0 0 0 0,-16 0-72 0 0,1-15 64 0 0,-1 15-64 0 0,1-16 64 0 0,-1 16-64 0 0,0-15 0 0 0,1-1 0 0 0,-1 16 0 0 0,-15-15-128 0 0,16 15-24 0 0,-1-15 0 0 0,-15-1 0 0 0,15 16-1272 0 0,1-15-256 0 0,-16-1-48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0:51.7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170 62 18223 0 0,'0'0'400'0'0,"0"0"80"0"0,0 0 24 0 0,0 0 8 0 0,0 0-408 0 0,0 0-104 0 0,0 0 0 0 0,0 0 0 0 0,0 0 584 0 0,0 0 96 0 0,0-15 24 0 0,-15 15 0 0 0,15 0-272 0 0,0-16-48 0 0,-16 16-16 0 0,16 0 0 0 0,0 0-16 0 0,0 0-8 0 0,-15 0 0 0 0,15-15 0 0 0,-15 15-32 0 0,15 0-8 0 0,0 0 0 0 0,-16 0 0 0 0,16 0-56 0 0,-15-16-16 0 0,15 16 0 0 0,0 0 0 0 0,-16 0-56 0 0,1 0-16 0 0,15 0 0 0 0,0 0 0 0 0,-15 0-56 0 0,15 0-8 0 0,0 0-8 0 0,0 0 0 0 0,-16 0-88 0 0,16 0 96 0 0,0 16-96 0 0,0-16 96 0 0,0 0-96 0 0,0 0 96 0 0,0 0-96 0 0,-15 0 96 0 0,15 0-96 0 0,0 15 96 0 0,0-15-96 0 0,0 0 96 0 0,0 0-8 0 0,0 16 0 0 0,0-16 0 0 0,0 15 0 0 0,0 0 8 0 0,0 1 8 0 0,0-16 0 0 0,0 15 0 0 0,0 1-104 0 0,0-1 72 0 0,0 0-72 0 0,0 1 64 0 0,0-16-64 0 0,0 15 0 0 0,0 1 0 0 0,0-1 0 0 0,0 0 0 0 0,0 1 0 0 0,0-1 64 0 0,0 16-64 0 0,15-16 0 0 0,-15 1 0 0 0,0 14 0 0 0,0-14 0 0 0,0 15 0 0 0,0-16 0 0 0,0 16 0 0 0,0 0 0 0 0,0-1 0 0 0,0 1 0 0 0,0 0 64 0 0,0 0-64 0 0,16 0 0 0 0,-16 15 0 0 0,0-15 0 0 0,0-1 0 0 0,0 17 0 0 0,0-17 0 0 0,0 1 0 0 0,0 0 0 0 0,0 0 0 0 0,15-1 0 0 0,-15 1 64 0 0,0 0-64 0 0,0 15 0 0 0,0-15 0 0 0,0 0 0 0 0,0 0 0 0 0,0-1 0 0 0,0 1 0 0 0,0 0 0 0 0,0 0 0 0 0,0 0 0 0 0,0-1 0 0 0,0 1 0 0 0,0 0 0 0 0,15 0 0 0 0,-15-16 0 0 0,0 16 0 0 0,0-16 0 0 0,0 16 0 0 0,0-16 0 0 0,0 1 0 0 0,16-1 0 0 0,-16 1 0 0 0,0-1 0 0 0,0 0 0 0 0,0 1 0 0 0,0-16 0 0 0,0 15 0 0 0,0-15 0 0 0,0 0 0 0 0,0 16 0 0 0,0-16 0 0 0,0 0 0 0 0,0 0 0 0 0,0 0 0 0 0,0 0 0 0 0,0 0 64 0 0,0 0-64 0 0,0 0 0 0 0,0 0 64 0 0,0 0-64 0 0,0 0 64 0 0,0 0-64 0 0,15 0 0 0 0,1 0 0 0 0,-1 0 64 0 0,0 0-64 0 0,-15 0 0 0 0,31 0 0 0 0,-31 0 0 0 0,31 0 0 0 0,-31 0 0 0 0,31 0 0 0 0,-16 15 0 0 0,0-15 0 0 0,1 0 0 0 0,-1 0 0 0 0,1 0 0 0 0,-1 0-888 0 0,0 0-136 0 0,1 0-32 0 0,-1 0-10248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0:53.1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 31 15048 0 0,'0'0'424'0'0,"0"0"96"0"0,0 0-416 0 0,0 0-104 0 0,0 0 0 0 0,0 0 0 0 0,0 0 1183 0 0,0 0 209 0 0,0 0 48 0 0,0 0 0 0 0,0 0-432 0 0,0 0-88 0 0,0 0-24 0 0,0 16 0 0 0,0-16-272 0 0,0 0-56 0 0,0 15-16 0 0,0 1 0 0 0,-15-16-208 0 0,15 15-48 0 0,0 0-8 0 0,-16-15 0 0 0,16 16-152 0 0,0-1-32 0 0,0-15-8 0 0,0 16 0 0 0,-15-1-96 0 0,15-15 88 0 0,0 15-88 0 0,0-15 80 0 0,-15 16-80 0 0,15-16 0 0 0,0 0 0 0 0,0 15 0 0 0,0-15 0 0 0,0 0 0 0 0,0 0 0 0 0,0 0 0 0 0,0 0 0 0 0,0 0 0 0 0,0 0 0 0 0,0 0 0 0 0,0 0 0 0 0,0 0 0 0 0,0 0 64 0 0,0 0-64 0 0,0 0 0 0 0,0 0 0 0 0,0 0 0 0 0,0 0 0 0 0,0 0 0 0 0,0 0 0 0 0,0 0 0 0 0,15 0 0 0 0,-15-15 0 0 0,0 15 0 0 0,15-16 64 0 0,-15 16-64 0 0,0-15 0 0 0,16 15 0 0 0,-16-15 0 0 0,0-1 64 0 0,15 1 8 0 0,-15 15 0 0 0,0-16 0 0 0,0 1 0 0 0,16 0-72 0 0,-16-1 0 0 0,0 1 0 0 0,0 15 64 0 0,0-16-64 0 0,15 1 0 0 0,-15 15 0 0 0,0-15 64 0 0,0 15-64 0 0,0 0 0 0 0,0 0 0 0 0,0 0 0 0 0,0 0 0 0 0,0 0 0 0 0,0 0 64 0 0,0 0-64 0 0,0 0 0 0 0,0 0 0 0 0,0 0 0 0 0,0 0 0 0 0,0 0 0 0 0,0 0 80 0 0,0 0-80 0 0,15 0 80 0 0,-15 15 8 0 0,0-15 0 0 0,16 15 0 0 0,-16 1 0 0 0,0-1-88 0 0,0 1 64 0 0,0-16-64 0 0,0 15 64 0 0,0 0-64 0 0,0 1 0 0 0,0-1 0 0 0,0 1 0 0 0,15-1 0 0 0,-15 0 0 0 0,0 1 64 0 0,0-1-64 0 0,0-15 0 0 0,0 16 0 0 0,0-1 0 0 0,0 0 0 0 0,0 1 0 0 0,0-1 0 0 0,0 0 0 0 0,0-15 0 0 0,-15 16 0 0 0,15-1 0 0 0,0-15 64 0 0,0 16-64 0 0,0-16 0 0 0,0 15 0 0 0,0-15 0 0 0,0 0 0 0 0,0 0 0 0 0,0 15 0 0 0,0-15 0 0 0,0 0 0 0 0,0 0 0 0 0,0 0 0 0 0,0 0 0 0 0,0 0 0 0 0,0 0 0 0 0,0 16-112 0 0,0-16 24 0 0,0 0 8 0 0,0 0-208 0 0,0 0-48 0 0,0 0-8 0 0,0 0 0 0 0,0 0-1056 0 0,0 0-208 0 0,0 0-48 0 0,0 0-8335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0:54.4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92 10600 0 0,'0'0'296'0'0,"0"0"72"0"0,0 0-296 0 0,0 0-72 0 0,0 0 0 0 0,0 0 0 0 0,0 0 920 0 0,0 16 168 0 0,0-16 32 0 0,0 0 0 0 0,0 0-344 0 0,0 15-73 0 0,0-15-7 0 0,0 0-8 0 0,0 0-152 0 0,0 0-32 0 0,0 0-8 0 0,0 0 0 0 0,0 16-16 0 0,0-16-8 0 0,0 0 0 0 0,0 15 0 0 0,0-15-56 0 0,0 0 0 0 0,0 0-8 0 0,-15 0 0 0 0,15 0-40 0 0,0 0-8 0 0,0 0 0 0 0,0 0 0 0 0,0 15-88 0 0,0-15-16 0 0,0 0-8 0 0,0 0 0 0 0,0 0-64 0 0,0 0-16 0 0,0 0 0 0 0,0 0 0 0 0,0 0-40 0 0,0 0 0 0 0,0 0-8 0 0,0 0 0 0 0,0 0 0 0 0,0 0 0 0 0,0 0 0 0 0,0 0 0 0 0,0 0-16 0 0,0 0 0 0 0,0 0 0 0 0,0 0 0 0 0,0 0-8 0 0,0 0-8 0 0,0 0 0 0 0,0-15 0 0 0,0 15-8 0 0,0 0 0 0 0,0-15 0 0 0,0-1 0 0 0,0 16-80 0 0,0 0 0 0 0,0 0 0 0 0,0-15 0 0 0,0-1 0 0 0,0 16 64 0 0,0-15-64 0 0,0 15 0 0 0,15 0 0 0 0,-15-15 0 0 0,0 15 0 0 0,0 0 0 0 0,0 0 0 0 0,0-16 0 0 0,0 16 0 0 0,0 0 0 0 0,15-15 0 0 0,-15 15 0 0 0,0 0 0 0 0,0 0 0 0 0,16-16 0 0 0,-16 16 0 0 0,0 0 0 0 0,0 0 0 0 0,0 0 0 0 0,0 0 0 0 0,15-15 0 0 0,-15 15 0 0 0,0 0 0 0 0,0 0 0 0 0,0 0 0 0 0,16 0 0 0 0,-16 0 0 0 0,0 0 0 0 0,15 0 0 0 0,-15 0 0 0 0,0 0 0 0 0,15 0 0 0 0,-15 0 0 0 0,16 0 0 0 0,-16 15 0 0 0,0-15 0 0 0,15 0 64 0 0,-15 0-64 0 0,0 0 0 0 0,16 16 0 0 0,-16-16 0 0 0,0 0 0 0 0,0 0 0 0 0,15 0 0 0 0,-15 0 64 0 0,0 15-64 0 0,0-15 0 0 0,15 0 0 0 0,-15 0 72 0 0,0 16-72 0 0,0-16 0 0 0,0 15 0 0 0,0-15 0 0 0,16 0 64 0 0,-16 15-64 0 0,0-15 0 0 0,0 0 0 0 0,0 0 0 0 0,0 16 0 0 0,0-16 0 0 0,0 0 0 0 0,0 15 64 0 0,0-15-64 0 0,0 0 0 0 0,0 0 0 0 0,0 16 64 0 0,0-16-64 0 0,0 15 64 0 0,0-15-64 0 0,0 0 64 0 0,-16 15-64 0 0,16-15 0 0 0,0 0 64 0 0,0 16-64 0 0,0-16 64 0 0,0 0-64 0 0,-15 15 64 0 0,15-15-64 0 0,0 0 0 0 0,-15 16 0 0 0,15-16 0 0 0,-16 15 64 0 0,16-15-64 0 0,-15 0 0 0 0,15 15 0 0 0,0-15 64 0 0,-16 16-64 0 0,16-16 0 0 0,-15 0 0 0 0,15 15 0 0 0,0-15 0 0 0,-15 16 0 0 0,15-16 0 0 0,-16 15 64 0 0,16 0-64 0 0,0-15 0 0 0,-15 16 0 0 0,15-1 0 0 0,0 1 0 0 0,0-1 0 0 0,-16-15 0 0 0,16 15 0 0 0,0 1 0 0 0,0-1 0 0 0,-15 0 0 0 0,15 1 0 0 0,0-1 0 0 0,0-15 0 0 0,0 16 0 0 0,0-16 0 0 0,0 0 0 0 0,0 0 0 0 0,0 15 0 0 0,0-15 0 0 0,0 0 0 0 0,0 0 0 0 0,0 0 0 0 0,0 0 0 0 0,0 0 0 0 0,0 0 0 0 0,0 0 0 0 0,0 0 0 0 0,0 0 0 0 0,0 0 0 0 0,0 0 0 0 0,15 0 64 0 0,-15 0-64 0 0,16 0 0 0 0,-1-15 0 0 0,-15 15 0 0 0,16 0 0 0 0,-1-16 0 0 0,-15 16 0 0 0,15 0 0 0 0,1-15 0 0 0,-16 15 0 0 0,15 0 0 0 0,1 0 0 0 0,-16 0 0 0 0,0 0 0 0 0,15 0 0 0 0,0 0 0 0 0,-15 0 0 0 0,0 0 0 0 0,0 0 0 0 0,0 0 0 0 0,16 0 0 0 0,-16 0-64 0 0,0 0 0 0 0,0 0 0 0 0,0 0-232 0 0,0 0-48 0 0,0 0-8 0 0,15 15 0 0 0,-15-15-1280 0 0,0 0-264 0 0,0 0-56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0:55.6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16 21079 0 0,'0'0'464'0'0,"0"0"96"0"0,0 0 16 0 0,0 0 16 0 0,0 0-472 0 0,0 0-120 0 0,0 0 0 0 0,0 0 0 0 0,0 0 800 0 0,0 0 128 0 0,0 0 32 0 0,0 0 8 0 0,0 15-416 0 0,-15-15-80 0 0,15 16-24 0 0,0-1 0 0 0,0 1-152 0 0,-16-16-32 0 0,16 15-8 0 0,0 0 0 0 0,-15 1-160 0 0,15-1-32 0 0,-15 1 0 0 0,15-1-64 0 0,0-15 64 0 0,0 15-64 0 0,-16 1 0 0 0,16-1 0 0 0,-15-15 0 0 0,15 0 0 0 0,0 16 0 0 0,0-16 0 0 0,0 0 0 0 0,0 0 0 0 0,0 0 0 0 0,0 0 0 0 0,0 0 0 0 0,0 0 0 0 0,0 0 0 0 0,0 0 0 0 0,0 0 0 0 0,0 0 0 0 0,0 0 0 0 0,0 0 0 0 0,15-16 0 0 0,-15 16-96 0 0,16-15 96 0 0,-16-1-96 0 0,0 16 96 0 0,15-15 0 0 0,-15 0 0 0 0,15 15 0 0 0,-15-16 0 0 0,0 1 0 0 0,0-1 0 0 0,16 1 0 0 0,-16 0 0 0 0,0 15 0 0 0,15-16 0 0 0,-15 1 0 0 0,0-1 0 0 0,0 1 0 0 0,0 15 0 0 0,0-15 0 0 0,0 15 0 0 0,0 0 0 0 0,0 0 0 0 0,0 0 0 0 0,0 0 0 0 0,0 0 0 0 0,0 0 0 0 0,0 0 0 0 0,0 0 64 0 0,0 0-64 0 0,0 0 72 0 0,0 0-72 0 0,0 0 88 0 0,0 0-88 0 0,0 0 96 0 0,0 0-96 0 0,0 0 96 0 0,0 0-32 0 0,0 15 0 0 0,16 0-64 0 0,-16-15 120 0 0,0 16-32 0 0,0-16-8 0 0,0 15 0 0 0,0 1 8 0 0,0-1 0 0 0,0 0 0 0 0,0-15 0 0 0,0 16-88 0 0,0-1 0 0 0,0-15 0 0 0,0 16 0 0 0,0-1 0 0 0,0 0 0 0 0,0-15 0 0 0,0 16 0 0 0,0-16 0 0 0,0 15 0 0 0,0 1 0 0 0,0-16 0 0 0,0 15 0 0 0,0 0 0 0 0,0-15 0 0 0,0 16 0 0 0,0-1 0 0 0,0-15 0 0 0,0 15 0 0 0,0-15 0 0 0,0 0 0 0 0,0 0 0 0 0,0 16 0 0 0,0-1 0 0 0,0-15 0 0 0,0 0 0 0 0,0 16 0 0 0,0-16 0 0 0,0 15 0 0 0,0-15 0 0 0,0 0 0 0 0,0 0 0 0 0,0 0 0 0 0,0 15 0 0 0,0-15 0 0 0,0 0 0 0 0,0 0 0 0 0,0 0 0 0 0,0 16 0 0 0,0-16 0 0 0,0 0 0 0 0,0 0 0 0 0,-16 15 0 0 0,16-15 0 0 0,0 0 0 0 0,0 0 0 0 0,0 0 0 0 0,0 0 0 0 0,0 0 0 0 0,0 0 0 0 0,0 0 0 0 0,0 0 0 0 0,0 0 0 0 0,0 0 0 0 0,0 0 0 0 0,-15 16 0 0 0,15-16 0 0 0,0 0 0 0 0,0 0 0 0 0,0 0 0 0 0,0 0 0 0 0,0 0 0 0 0,0 0 0 0 0,0 0 0 0 0,0 0 0 0 0,0 0 0 0 0,0 0 0 0 0,0 0 0 0 0,0 0 0 0 0,0 0 0 0 0,0 0 0 0 0,0 0 0 0 0,0 0 0 0 0,15-16 0 0 0,-15 16-72 0 0,16 0 72 0 0,-1 0 0 0 0,-15 0-64 0 0,15-15 64 0 0,1 15 0 0 0,-1 0-184 0 0,1-16 24 0 0,-16 16 0 0 0,15 0 0 0 0,0 0-824 0 0,1 0-160 0 0,-1-15-32 0 0,-15 15-9863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0:56.2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0 216 20559 0 0,'0'0'448'0'0,"0"0"96"0"0,0 0 24 0 0,0 0 8 0 0,0 0-456 0 0,0 0-120 0 0,0 0 0 0 0,16 0 0 0 0,-16 0 992 0 0,15 0 168 0 0,-15 0 40 0 0,16 0 8 0 0,-1-15-600 0 0,-15 15-128 0 0,15 0-16 0 0,1 0-8 0 0,-16 0-256 0 0,15 0-48 0 0,1 0-16 0 0,-16 0 0 0 0,0 0-136 0 0,15 0 0 0 0,0 0 0 0 0,1 0 0 0 0,-16 0 0 0 0,15 0-88 0 0,1 0 0 0 0,-1 0 0 0 0,-15 0-1072 0 0,15 0-216 0 0,1 0-48 0 0</inkml:trace>
  <inkml:trace contextRef="#ctx0" brushRef="#br0" timeOffset="749.26">401 139 16687 0 0,'0'0'472'0'0,"0"0"104"0"0,0 0-456 0 0,0 0-120 0 0,0 0 0 0 0,0 0 0 0 0,0 0 976 0 0,0 0 176 0 0,0 0 32 0 0,0 0 0 0 0,0 0-448 0 0,15-15-88 0 0,-15 15-16 0 0,0 0-8 0 0,0 0-168 0 0,16 0-32 0 0,-1 0-8 0 0,-15 0 0 0 0,0 0-168 0 0,15-15-40 0 0,-15 15-8 0 0,16-16 0 0 0,-16 16-56 0 0,0 0-16 0 0,15 0 0 0 0,-15-15 0 0 0,0-1-8 0 0,15 16-8 0 0,-15-15 0 0 0,0 15 0 0 0,16 0-32 0 0,-16 0-8 0 0,0-15 0 0 0,0 15 0 0 0,0 0-72 0 0,0-16 0 0 0,15 16 0 0 0,-15 0 0 0 0,0-15 0 0 0,0 15 0 0 0,0 0 72 0 0,0 0-72 0 0,0 0 0 0 0,0 0 72 0 0,0 0-72 0 0,0 0 0 0 0,0 0 96 0 0,0 0-32 0 0,0 0 0 0 0,0 0-64 0 0,0 0 96 0 0,0 0-32 0 0,0 0 0 0 0,0 0-64 0 0,0 0 88 0 0,0 0-88 0 0,0 0 80 0 0,0 0-80 0 0,0 0 64 0 0,0 0-64 0 0,0 0 0 0 0,16 0 72 0 0,-16 15-72 0 0,0 1 0 0 0,0-16 72 0 0,0 0-72 0 0,15 15 64 0 0,-15 0-64 0 0,0-15 64 0 0,0 16-64 0 0,0-1 0 0 0,0-15 72 0 0,0 16-72 0 0,0-1 0 0 0,0 0 64 0 0,0-15-64 0 0,0 16 0 0 0,0-1 0 0 0,0 1 64 0 0,0-16-64 0 0,0 15 0 0 0,0 0 0 0 0,0 1 0 0 0,0-1 0 0 0,0-15 64 0 0,0 16-64 0 0,0-1 0 0 0,0 0 0 0 0,0 1 0 0 0,0-1 0 0 0,-15-15 0 0 0,15 16 80 0 0,0-1-80 0 0,0 0 64 0 0,0-15-64 0 0,-16 16 0 0 0,16-1 0 0 0,0-15 0 0 0,0 0 0 0 0,0 0 0 0 0,-15 15 0 0 0,15-15 0 0 0,0 16 0 0 0,0-16 0 0 0,0 0 0 0 0,0 0 0 0 0,0 0 0 0 0,0 15 0 0 0,-16-15 0 0 0,16 0 0 0 0,0 0 0 0 0,0 0 0 0 0,0 0 0 0 0,0 0 64 0 0,0 0 16 0 0,0 0 0 0 0,0 0 0 0 0,0 0 0 0 0,0 0-16 0 0,0 0-64 0 0,0 0 96 0 0,0 0-32 0 0,0 0-64 0 0,0 0 0 0 0,0 0 0 0 0,0 0 0 0 0,0 16 0 0 0,16-16 0 0 0,-1 0 72 0 0,-15 0-72 0 0,16 15 0 0 0,-1-15 0 0 0,0 0 0 0 0,1 0 0 0 0,-1 0 0 0 0,1 0 0 0 0,-16 0 0 0 0,15 0 0 0 0,0 0-240 0 0,1-15-80 0 0,-1 15-24 0 0,-15 0 0 0 0,16 0-1128 0 0,-1-16-224 0 0,-15 16-40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0:58.1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15 19639 0 0,'0'0'432'0'0,"0"0"88"0"0,0 0 24 0 0,0 0 0 0 0,0 0-432 0 0,0 0-112 0 0,0-15 0 0 0,0 15 0 0 0,0 0 928 0 0,0 0 160 0 0,0 0 32 0 0,0 0 0 0 0,0 0-648 0 0,0 0-136 0 0,15 0-24 0 0,1 0-8 0 0,-16 0-176 0 0,0 0-32 0 0,15 0 0 0 0,1 15-8 0 0,-16-15-88 0 0,15 0 0 0 0,0 0 72 0 0,-15 0-72 0 0,16 0 0 0 0,-1 0 0 0 0,-15 0 0 0 0,16-15 64 0 0,-16 15-64 0 0,15 0 0 0 0,-15 0 0 0 0,0 0 64 0 0,0 0-64 0 0,15 0 0 0 0,-15 0 64 0 0,0 0-64 0 0,0 0 64 0 0,0 0-64 0 0,0 0 64 0 0,0 0-64 0 0,0 0 0 0 0,0 0 0 0 0,0 0 0 0 0,0 0 64 0 0,0 0-64 0 0,0 0 0 0 0,0 0 0 0 0,0 0 64 0 0,0 0-64 0 0,0 0 0 0 0,16 0 0 0 0,-16 0 0 0 0,0 15 64 0 0,0-15-64 0 0,0 16 64 0 0,0-1-64 0 0,15-15 96 0 0,-15 16-24 0 0,0-1 0 0 0,0 0 0 0 0,0 1-72 0 0,0-1 0 0 0,0 1 0 0 0,0-1 64 0 0,0 0-64 0 0,0 1 0 0 0,0-1 0 0 0,0 1 0 0 0,0-1 0 0 0,0 0 0 0 0,0 1 0 0 0,0 15 0 0 0,0-16 0 0 0,0 0 0 0 0,0 1 64 0 0,0-1-64 0 0,0 16 0 0 0,0-16 0 0 0,0 1 0 0 0,0 14 0 0 0,0-14 0 0 0,0 15 0 0 0,0-16 0 0 0,0 16 64 0 0,0-16-64 0 0,0 16 96 0 0,0 0-96 0 0,0-16 96 0 0,0 16-96 0 0,0 0 64 0 0,0 0-64 0 0,0-16 64 0 0,0 16-64 0 0,0-16 0 0 0,0 16 0 0 0,0-16 64 0 0,0 1-64 0 0,16 14 0 0 0,-16-14 0 0 0,0-1 0 0 0,0 1 0 0 0,0-1 0 0 0,0 0 0 0 0,0 1 0 0 0,0-1 0 0 0,0 1 0 0 0,15-1 0 0 0,-15 0 0 0 0,0 1 0 0 0,0-1 0 0 0,0 1 0 0 0,0-1 0 0 0,0 0 0 0 0,0 1 0 0 0,0-1 0 0 0,0 1 0 0 0,0-1 0 0 0,15 0 0 0 0,-15 1 64 0 0,0-1-64 0 0,0 1 0 0 0,0-1 0 0 0,0 0 0 0 0,0 1 0 0 0,0-1 0 0 0,0 1 64 0 0,16-1-64 0 0,-16 0 64 0 0,0-15-64 0 0,0 31 0 0 0,0-31 0 0 0,0 15 0 0 0,0 1 0 0 0,0-1 0 0 0,15 1 0 0 0,-15-16 0 0 0,0 15 0 0 0,0 0 0 0 0,0-15 0 0 0,0 16 0 0 0,0-16 0 0 0,0 0 0 0 0,0 15 0 0 0,16 1 0 0 0,-16-16 0 0 0,0 0 0 0 0,0 15 0 0 0,0-15 0 0 0,0 0 0 0 0,0 15 0 0 0,0-15 0 0 0,0 0 0 0 0,0 0 0 0 0,0 0 0 0 0,0 16 0 0 0,0-16 0 0 0,0 0 88 0 0,0 0 24 0 0,0 0 8 0 0,0 0 0 0 0,0 0 32 0 0,0 0 8 0 0,0 0 0 0 0,0 0 0 0 0,0 0-48 0 0,0 15-8 0 0,0-15 0 0 0,-16 0 0 0 0,16 16-8 0 0,-15-16 0 0 0,15 0 0 0 0,-16 0 0 0 0,16 0-24 0 0,-15 0-8 0 0,0 0 0 0 0,15 0 0 0 0,-16 0-64 0 0,1 15 64 0 0,15-15-64 0 0,-16 0 64 0 0,1 0-64 0 0,15 0 0 0 0,-15 0-96 0 0,-1 0 96 0 0,1 0-672 0 0,-1 15-80 0 0,16-15-16 0 0,-15 0-11144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3:51.6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139 47 20759 0 0,'0'0'456'0'0,"0"0"96"0"0,0 0 24 0 0,0 0 0 0 0,0 0-456 0 0,0 0-120 0 0,0 0 0 0 0,15-16 0 0 0,-15 16 832 0 0,0 0 152 0 0,0-15 24 0 0,0 15 8 0 0,0 0-432 0 0,0 0-80 0 0,0 0-24 0 0,0 0 0 0 0,0 0-128 0 0,-15-15-32 0 0,15 15-8 0 0,0 0 0 0 0,0 0-120 0 0,0 0-16 0 0,-15 0-8 0 0,15 0 0 0 0,-16 0-72 0 0,16 15-24 0 0,-15-15 0 0 0,-1 15 0 0 0,16-15-72 0 0,-15 16 64 0 0,15-1-64 0 0,-15 16 64 0 0,15-16-64 0 0,-16 16 0 0 0,16-15 0 0 0,-15 14 64 0 0,15-14-64 0 0,0 15 96 0 0,-16-1-96 0 0,16-14 96 0 0,0 15-32 0 0,0-16 0 0 0,0 0 0 0 0,0 16 0 0 0,0-15-64 0 0,16-1 96 0 0,-16 0-96 0 0,0 1 96 0 0,15-1-96 0 0,-15 0 80 0 0,16-15-80 0 0,-16 16 80 0 0,15-16-8 0 0,0 15 0 0 0,1-15 0 0 0,-16 16 0 0 0,15-16-8 0 0,1 15-64 0 0,-16-15 96 0 0,0 0-32 0 0,0 0-40 0 0,15 0-24 0 0,-15 0 0 0 0,0 0 0 0 0,0 0-88 0 0,0 0-8 0 0,0 0-8 0 0,0 0 0 0 0,0 0 168 0 0,0 0 32 0 0,0 0 0 0 0,0 0 8 0 0,0 0-304 0 0,0 0-64 0 0,0 0-16 0 0,15 15 0 0 0,-15-15-616 0 0,0 0-128 0 0,0 0-32 0 0,0 0-6752 0 0,0 0-1343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3:52.2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169 155 19175 0 0,'0'0'416'0'0,"0"0"96"0"0,0 0 8 0 0,0-16 24 0 0,0 1-432 0 0,0 15-112 0 0,0-15 0 0 0,0-1 0 0 0,-15 16 800 0 0,15-15 128 0 0,0 15 32 0 0,0-16 8 0 0,-15 16-328 0 0,15 0-64 0 0,0 0-8 0 0,0 0-8 0 0,-16 0-176 0 0,16 0-32 0 0,-15 0 0 0 0,15 0-8 0 0,-16 0-104 0 0,1 0-16 0 0,15 16-8 0 0,-15-1 0 0 0,15-15-88 0 0,-16 16-24 0 0,16-1 0 0 0,-15 0 0 0 0,15 1-32 0 0,-15-1-8 0 0,15 1 0 0 0,0 14 0 0 0,-16-14-64 0 0,16-1 64 0 0,0 1-64 0 0,0-1 64 0 0,0 0-64 0 0,0 1 80 0 0,0-1-80 0 0,0 1 80 0 0,0-1-80 0 0,16-15 0 0 0,-16 15 0 0 0,0 1 0 0 0,15-16 0 0 0,-15 15 0 0 0,15-15 0 0 0,1 15 0 0 0,-16-15 0 0 0,15 0 0 0 0,0 0 0 0 0,1 0 0 0 0,-1 0 0 0 0,1 0 0 0 0,-1 0 0 0 0,0 0 0 0 0,1-15 0 0 0,-1 15 64 0 0,1-15-64 0 0,-1 15 96 0 0,-15-16-32 0 0,15 1-64 0 0,1 15 96 0 0,-1-31-32 0 0,1 16-64 0 0,-16-1 96 0 0,15 1-96 0 0,-15 0 96 0 0,0-1-96 0 0,0-15 64 0 0,0 16-64 0 0,0 0 64 0 0,0-16-64 0 0,-15 0 64 0 0,15 16-64 0 0,-16-1 64 0 0,1-15-64 0 0,-1 16 0 0 0,1 0 72 0 0,15-1-72 0 0,-15 16 0 0 0,-1-15 0 0 0,16 15 0 0 0,-15 0 64 0 0,15 0-128 0 0,-16 0-32 0 0,16 0 0 0 0,-15 15 0 0 0,0-15-216 0 0,15 16-40 0 0,0-1-16 0 0,0 0 0 0 0,0 1-1224 0 0,0-1-240 0 0,0 16-56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3:52.5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 0 25079 0 0,'0'0'552'0'0,"0"0"120"0"0,0 0 16 0 0,0 0 16 0 0,0 0-568 0 0,0 0-136 0 0,0 0 0 0 0,0 0 0 0 0,16 16 560 0 0,-16-16 80 0 0,0 15 24 0 0,0 1 0 0 0,0-16-408 0 0,0 15-88 0 0,0-15-8 0 0,0 15-8 0 0,-16 1-152 0 0,16-1 0 0 0,0-15 64 0 0,-15 16-64 0 0,15-1 0 0 0,0 0-136 0 0,0 1 24 0 0,-15-16 8 0 0,15 15-832 0 0,0 1-168 0 0,0-1-32 0 0,0-15-6384 0 0,0 0-1279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3:53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32 216 14688 0 0,'0'0'320'0'0,"0"0"72"0"0,0 0 16 0 0,0 0 0 0 0,-16 0-328 0 0,16 0-80 0 0,0 16 0 0 0,0-16 0 0 0,-15 0 1167 0 0,15 0 217 0 0,0 15 48 0 0,0-15 8 0 0,0 0-400 0 0,0 0-80 0 0,0 0-8 0 0,0 15-8 0 0,0-15-296 0 0,0 16-56 0 0,0-16-16 0 0,0 0 0 0 0,0 0-160 0 0,15 0-32 0 0,-15 0 0 0 0,16 15-8 0 0,-16-15-112 0 0,15 0-16 0 0,-15 0-8 0 0,15-15 0 0 0,-15 15-64 0 0,16 0-16 0 0,-1 0 0 0 0,-15-16 0 0 0,16 1-64 0 0,-16 15-24 0 0,15-15 0 0 0,-15-1 0 0 0,0 1-72 0 0,15-1 0 0 0,-15 1 72 0 0,16 0-72 0 0,-16-1 0 0 0,0 16 64 0 0,0-15-64 0 0,0-1 0 0 0,0 1 0 0 0,0 15 0 0 0,0-15 0 0 0,15 15 0 0 0,-15-16 88 0 0,0 16-24 0 0,0 0 0 0 0,0-15 0 0 0,0 15-64 0 0,0 0-72 0 0,0 0 72 0 0,0 0-104 0 0,0 0 104 0 0,0 0 64 0 0,0 0 0 0 0,0 0-64 0 0,0 0 0 0 0,0 0 0 0 0,0 0 0 0 0,0 0-96 0 0,0 15 96 0 0,0-15 0 0 0,16 16 0 0 0,-16-1 0 0 0,0 0 0 0 0,0 1 0 0 0,0-1 96 0 0,15 16-96 0 0,-15-16 0 0 0,0 1 0 0 0,0-1 0 0 0,15 16-96 0 0,-15-16 96 0 0,0 1 0 0 0,0-1 0 0 0,0 16 0 0 0,0-16 0 0 0,16 1 0 0 0,-16-1 0 0 0,0-15 0 0 0,0 16 64 0 0,0-1-64 0 0,0 0 0 0 0,0-15 0 0 0,0 16 0 0 0,0-1 64 0 0,0-15-64 0 0,0 16 0 0 0,0-16 64 0 0,-16 15-64 0 0,16-15 0 0 0,0 0 0 0 0,0 0 0 0 0,-15 15 0 0 0,15-15 0 0 0,0 0 0 0 0,-15 16 64 0 0,15-16-64 0 0,-16 0 0 0 0,16 0 0 0 0,-15 0 0 0 0,15 0 0 0 0,-16 15 64 0 0,1-15-64 0 0,15 0 0 0 0,0 0 0 0 0,-15 0 64 0 0,15 0-64 0 0,-16-15 72 0 0,16 15-8 0 0,0 0-64 0 0,0 0 96 0 0,-15 0-96 0 0,15 0 0 0 0,0 0 0 0 0,0 0 0 0 0,0 0 0 0 0,0 0 0 0 0,0 0 0 0 0,0 0 0 0 0,0 0 64 0 0,0 0-64 0 0,0 0 0 0 0,15 0 0 0 0,1 0 0 0 0,-1 0 0 0 0,0 0 0 0 0,1 0 0 0 0,-1 0 0 0 0,1 0 0 0 0,-1 0 0 0 0,0 0 0 0 0,-15 0 0 0 0,31 0 88 0 0,-31 0-88 0 0,16 0 80 0 0,-1 15-80 0 0,0-15 0 0 0,-15 0 0 0 0,16 0 0 0 0,-16 0-96 0 0,0 0-16 0 0,0 0 0 0 0,15 0 0 0 0,0 0-480 0 0,-15 0-96 0 0,0 15-16 0 0,16-15-8 0 0,-16 0-664 0 0,15 0-128 0 0,-15 16-24 0 0,0-16-8671 0 0</inkml:trace>
  <inkml:trace contextRef="#ctx0" brushRef="#br0" timeOffset="452.3">463 47 16479 0 0,'0'0'464'0'0,"0"0"112"0"0,0-16-464 0 0,0 16-112 0 0,-16 0 0 0 0,16 0 0 0 0,16-15 1080 0 0,-16 15 192 0 0,0 0 40 0 0,0 0 0 0 0,0 0-376 0 0,0-15-72 0 0,15 15-24 0 0,-15 0 0 0 0,0 0-200 0 0,15 0-48 0 0,1 0-8 0 0,-1 15 0 0 0,1-15-200 0 0,-1 0-32 0 0,0 15-16 0 0,-15 1 0 0 0,16-16-96 0 0,-1 15-16 0 0,1 1-8 0 0,-16-1 0 0 0,15 0-56 0 0,0 1 0 0 0,1 15-8 0 0,-16-16 0 0 0,15 0-48 0 0,-15 16-8 0 0,16-15 0 0 0,-16-1 0 0 0,0 16-16 0 0,0-16-8 0 0,0 16 0 0 0,0-16 0 0 0,0 1-8 0 0,0 15-64 0 0,-16-16 96 0 0,16 0-32 0 0,-15 16-64 0 0,15-15 0 0 0,-16-1 0 0 0,16 0 0 0 0,-15 1 0 0 0,15-1 0 0 0,-15 0 64 0 0,15 1-64 0 0,-16-16 0 0 0,16 15 0 0 0,-15-15 0 0 0,15 16 0 0 0,0-16 0 0 0,0 0 0 0 0,-16 15 0 0 0,16-15 0 0 0,0 0-120 0 0,0 0-8 0 0,0 0-8 0 0,0 0 0 0 0,0 0-696 0 0,0 0-144 0 0,0 0-24 0 0,0 0-6888 0 0,0 0-1375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3:54.7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 62 14856 0 0,'0'0'320'0'0,"0"0"72"0"0,0 0 16 0 0,0 0 16 0 0,0 0-337 0 0,16-15-87 0 0,-16-1 0 0 0,0 16 0 0 0,15 0 1120 0 0,-15-15 200 0 0,0 15 48 0 0,0 0 8 0 0,0 0-416 0 0,15-15-72 0 0,-15 15-24 0 0,0 0 0 0 0,0 0-104 0 0,0 0-24 0 0,0 0-8 0 0,0 0 0 0 0,0 0-304 0 0,0 0-56 0 0,0 0-16 0 0,0 0 0 0 0,-15 0-96 0 0,15 0-16 0 0,-15 0-8 0 0,-1 15 0 0 0,16 0-120 0 0,-15-15-24 0 0,-1 16-8 0 0,16-1 0 0 0,0 1-80 0 0,-15 14 0 0 0,15-14 0 0 0,-15-1 0 0 0,15 16 0 0 0,0-16 0 0 0,0 16 64 0 0,0 0-64 0 0,0 0 0 0 0,0 0 64 0 0,0-16-64 0 0,0 16 64 0 0,15 0-64 0 0,-15-16 96 0 0,15 16-96 0 0,-15-16 96 0 0,0 0-24 0 0,16 1 0 0 0,-1-1 0 0 0,-15 1 0 0 0,16-1 8 0 0,-16-15 0 0 0,15 15 0 0 0,-15-15 0 0 0,0 0-16 0 0,15 0-64 0 0,-15 0 96 0 0,0 0-32 0 0,16 16-64 0 0,-16-16 96 0 0,0 0-96 0 0,0 0 96 0 0,0 0-96 0 0,0 0 0 0 0,0 0 0 0 0,0 0 64 0 0,0 0-64 0 0,0 0 0 0 0,0 0 0 0 0,0 0 0 0 0,0 0 0 0 0,0 0-136 0 0,15-16 32 0 0,-15 16 8 0 0,0 0-480 0 0,0 0-88 0 0,0 0-16 0 0,0 0-8 0 0,0-15-816 0 0,0 15-160 0 0,0 0-32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3:55.5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93 17423 0 0,'0'0'384'0'0,"0"0"72"0"0,0 0 24 0 0,0 0 8 0 0,0 0-392 0 0,0 0-96 0 0,0 0 0 0 0,0 0 0 0 0,0 0 896 0 0,0 0 160 0 0,0 0 32 0 0,0 0 8 0 0,0 15-360 0 0,0-15-80 0 0,0 0-16 0 0,-16 16 0 0 0,16-1-192 0 0,0-15-48 0 0,-15 0-8 0 0,15 0 0 0 0,0 15-136 0 0,-16 1-32 0 0,16-16-8 0 0,0 0 0 0 0,0 0-80 0 0,0 0-8 0 0,0 0-8 0 0,0 0 0 0 0,0 0-48 0 0,0 0-8 0 0,0 0 0 0 0,0 0 0 0 0,0 0-64 0 0,0 0 80 0 0,0 0-80 0 0,0 0 80 0 0,0 0-80 0 0,0 0 80 0 0,16-16-80 0 0,-16 16 80 0 0,0-15-80 0 0,15 15 0 0 0,-15-15 0 0 0,16 15 64 0 0,-16-16-64 0 0,15 1 0 0 0,-15 15 0 0 0,0-16 0 0 0,15 1 0 0 0,-15 15 64 0 0,16-15-64 0 0,-16 15 0 0 0,0-16 64 0 0,15 16-64 0 0,-15-15 64 0 0,16 15-64 0 0,-16-16 96 0 0,0 16-16 0 0,0 0-8 0 0,0 0 0 0 0,0 0 0 0 0,0 0 0 0 0,0 0 0 0 0,0 0 0 0 0,0 0-8 0 0,0 0 0 0 0,0 0 0 0 0,0 0 0 0 0,0 0 0 0 0,0 0 0 0 0,15 0 0 0 0,-15 16 0 0 0,0-16-64 0 0,15 15 80 0 0,-15-15-80 0 0,0 16 80 0 0,16-1-80 0 0,-16 0 64 0 0,0 1-64 0 0,15-16 64 0 0,-15 15-64 0 0,0 1 96 0 0,0-1-96 0 0,0 0 96 0 0,0 1-96 0 0,16-1 64 0 0,-16 1-64 0 0,0 14 64 0 0,0-14-64 0 0,0-1 64 0 0,0 1-64 0 0,0-1 64 0 0,0 0-64 0 0,0 1 0 0 0,0-1 72 0 0,0 1-72 0 0,0-1 0 0 0,0 0 72 0 0,0-15-72 0 0,-16 16 0 0 0,16-16 64 0 0,0 0-64 0 0,0 15 0 0 0,0-15 0 0 0,0 0 0 0 0,-15 15 0 0 0,15-15 64 0 0,-16 0-64 0 0,16 0 0 0 0,-15 0 0 0 0,0 0 64 0 0,15 0-64 0 0,0 0 0 0 0,-16 0 0 0 0,1 0 0 0 0,15 0 0 0 0,0 0 0 0 0,-16 0 0 0 0,16 0 0 0 0,0 0 0 0 0,0 0 0 0 0,0 0 0 0 0,0 0 0 0 0,0 0 0 0 0,0 0 0 0 0,0 0 0 0 0,0 0 0 0 0,0 0 0 0 0,0 0 0 0 0,0 0 0 0 0,0 0 0 0 0,16 0 0 0 0,-16 0 0 0 0,15 0 0 0 0,1 0 0 0 0,-1 0 0 0 0,0-15 0 0 0,1 15 0 0 0,-1 0 0 0 0,1 0 0 0 0,-1-15 0 0 0,0 15 0 0 0,1 0 0 0 0,15 0 0 0 0,-16-16-72 0 0,0 16-24 0 0,1-15 0 0 0,-1 15 0 0 0,1 0-832 0 0,-1 0-176 0 0,16-15-32 0 0,-16 15-10456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3:55.8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23439 0 0,'0'0'512'0'0,"0"0"112"0"0,0 0 16 0 0,0 0 24 0 0,0 0-536 0 0,0 0-128 0 0,0 0 0 0 0,0 15 0 0 0,0 1 768 0 0,0-16 128 0 0,0 0 32 0 0,0 15 0 0 0,0 0-424 0 0,0-15-88 0 0,0 16-8 0 0,16-1-8 0 0,-16 1-224 0 0,-16-16-48 0 0,16 15 0 0 0,0 0-8 0 0,0 1-120 0 0,0-1 0 0 0,0 1 0 0 0,0-1 0 0 0,0 0-600 0 0,0-15-88 0 0,0 16-16 0 0,0-1-7344 0 0,0 1-1463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3:56.3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139 200 19727 0 0,'0'0'432'0'0,"0"0"88"0"0,0 0 24 0 0,0 0 8 0 0,0 0-440 0 0,-15-15-112 0 0,15 15 0 0 0,0 0 0 0 0,0 0 864 0 0,0 0 144 0 0,-15 0 32 0 0,15 0 8 0 0,0 0-384 0 0,-16 0-80 0 0,16 0-8 0 0,-15 0-8 0 0,15 0-176 0 0,-16 15-32 0 0,16 1-8 0 0,-15-16 0 0 0,15 15-160 0 0,-15 0-32 0 0,15 1 0 0 0,-16-1-8 0 0,16 16-88 0 0,-15 0-64 0 0,15 0 72 0 0,0-1-72 0 0,0-14 72 0 0,0 15-72 0 0,0-1 64 0 0,0-14-64 0 0,15-1 64 0 0,-15 16-64 0 0,16-31 0 0 0,-16 15 64 0 0,15 1-64 0 0,0-16 0 0 0,1 15 0 0 0,-1-15 64 0 0,-15 0 16 0 0,16 0 0 0 0,14 0 0 0 0,-14-15 0 0 0,-1 15-80 0 0,1-16 80 0 0,-1 1-80 0 0,0-1 80 0 0,1-14 8 0 0,-1 14 0 0 0,-15-14 0 0 0,16 14 0 0 0,-1-15-88 0 0,-15 1 0 0 0,15-1 0 0 0,-15 15 0 0 0,0-14 72 0 0,0 14 0 0 0,0 1 0 0 0,0-1 0 0 0,0 1-72 0 0,-15 0 0 0 0,15-16 0 0 0,-15 31 0 0 0,15-16 0 0 0,-16 1 64 0 0,16 15-64 0 0,-15-15 96 0 0,-1 15-96 0 0,1 0-128 0 0,15 0 32 0 0,-15 0 8 0 0,-1 0-88 0 0,16 0-16 0 0,-15 0-8 0 0,15 0 0 0 0,0 0-200 0 0,-16 15-40 0 0,16-15-8 0 0,0 15 0 0 0,0-15-832 0 0,0 16-176 0 0,0-16-32 0 0,0 0-8687 0 0</inkml:trace>
  <inkml:trace contextRef="#ctx0" brushRef="#br0" timeOffset="377.44">386 0 19351 0 0,'0'0'424'0'0,"0"0"88"0"0,0 0 24 0 0,0 0 8 0 0,0 0-440 0 0,0 0-104 0 0,0 0 0 0 0,0 0 0 0 0,0 0 1056 0 0,15 0 184 0 0,-15 0 40 0 0,16 0 0 0 0,-1 0-512 0 0,-15 0-96 0 0,15 0-32 0 0,1 15 0 0 0,-1-15-224 0 0,1 16-40 0 0,-1-16-16 0 0,0 15 0 0 0,1 1-120 0 0,14-1-24 0 0,-14 0-8 0 0,15 1 0 0 0,-16-1-64 0 0,0 16-16 0 0,1-16 0 0 0,15 1 0 0 0,-31 15-48 0 0,15-16-16 0 0,0 16 0 0 0,1 0 0 0 0,-16-1-64 0 0,15 1 96 0 0,-15 0-96 0 0,0 0 96 0 0,0 0-96 0 0,0-1 80 0 0,0 1-80 0 0,-15 0 80 0 0,15-16-80 0 0,0 1 0 0 0,-16 14 72 0 0,16-14-72 0 0,-15-1 0 0 0,15 1 64 0 0,-15-16-64 0 0,15 15 48 0 0,-16 0-48 0 0,1-15 0 0 0,15 0 0 0 0,-16 16 0 0 0,1-16-104 0 0,15 15-24 0 0,0-15 0 0 0,-15 0 0 0 0,15 0-672 0 0,-16 0-144 0 0,16 0-24 0 0,0 0-7048 0 0,0 0-1407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3:57.3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1 108 16423 0 0,'0'0'464'0'0,"0"0"104"0"0,0 0-456 0 0,0 0-112 0 0,0 0 0 0 0,0 0 0 0 0,0 0 1208 0 0,0 0 216 0 0,0 0 48 0 0,0 0 0 0 0,0 0-528 0 0,15 0-112 0 0,0 0-16 0 0,-15 0-8 0 0,16 0-264 0 0,-1 0-64 0 0,-15 0 0 0 0,15 0-8 0 0,1 0-120 0 0,-1 0-32 0 0,1 0 0 0 0,-1 0 0 0 0,0 0-96 0 0,1 0-16 0 0,15-15-8 0 0,-16 15 0 0 0,16 0-40 0 0,-16 0 0 0 0,16 0-8 0 0,-16 0 0 0 0,16 0-88 0 0,0 0-64 0 0,-16 0 96 0 0,16 0-96 0 0,0-15 96 0 0,0 15-96 0 0,-16 0 96 0 0,16 0-96 0 0,-16 0 104 0 0,16 0-32 0 0,-16 0-8 0 0,16 0 0 0 0,-15 0-64 0 0,-1 0 80 0 0,0 0-80 0 0,16 0 80 0 0,-15 0-80 0 0,-1 0 0 0 0,0 0 72 0 0,1 0-72 0 0,-1 0 88 0 0,16 0-24 0 0,-16 0 0 0 0,1 15 0 0 0,-1-15-64 0 0,1 0 0 0 0,-1 0 0 0 0,0 0 0 0 0,1 0 0 0 0,-16 0 0 0 0,15 0-80 0 0,1 15 80 0 0,-1-15 0 0 0,0 0 0 0 0,-15 0 0 0 0,16 0 0 0 0,-16 0 0 0 0,0 0 0 0 0,0 0 0 0 0,15 0 0 0 0,1 0 0 0 0,-16 0 0 0 0,0 0 0 0 0,0 0 0 0 0,0 0-96 0 0,0 0 8 0 0,0 0 0 0 0,15-15 0 0 0,-15 15-376 0 0,0 0-80 0 0,0 0-8 0 0,0 0-8 0 0,0-15-784 0 0,0 15-152 0 0,0 0-32 0 0</inkml:trace>
  <inkml:trace contextRef="#ctx0" brushRef="#br0" timeOffset="297.46">924 16 22255 0 0,'0'0'488'0'0,"0"0"104"0"0,0 0 16 0 0,0 0 24 0 0,0 0-504 0 0,16 0-128 0 0,-16 0 0 0 0,15 0 0 0 0,0-15 632 0 0,1 15 104 0 0,-1 0 16 0 0,-15 0 8 0 0,31 0-256 0 0,-31 0-56 0 0,15 0 0 0 0,1 15-8 0 0,-1-15-88 0 0,-15 0-8 0 0,15 0-8 0 0,-15 15 0 0 0,16 1-112 0 0,-16-16-32 0 0,0 15 0 0 0,0 1 0 0 0,0-1-96 0 0,0 0-16 0 0,0-15-8 0 0,0 16 0 0 0,-16-1-72 0 0,16 1 0 0 0,-15-1 0 0 0,15-15 64 0 0,0 15-64 0 0,-15 1 0 0 0,15-16-80 0 0,-16 15 80 0 0,16 1-256 0 0,-15-1 0 0 0,15-15 0 0 0,-15 15 0 0 0,-1 1-976 0 0,16-16-200 0 0,0 15-40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3:58.3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0 170 20015 0 0,'0'0'440'0'0,"0"0"88"0"0,0 0 16 0 0,0 0 24 0 0,0 0-456 0 0,0 0-112 0 0,0 0 0 0 0,0 0 0 0 0,0 0 672 0 0,0 0 120 0 0,0 0 16 0 0,16 0 8 0 0,-16 0-192 0 0,15 0-40 0 0,0 0-8 0 0,1-15 0 0 0,-1 15-176 0 0,1 0-40 0 0,-1 0-8 0 0,16-16 0 0 0,-16 16-104 0 0,1 0-24 0 0,14 0-8 0 0,-14 0 0 0 0,-1 0-64 0 0,16 0-16 0 0,0 0 0 0 0,-16 0 0 0 0,1 0-8 0 0,14 0-8 0 0,1 0 0 0 0,-16 0 0 0 0,1 0-32 0 0,15 0-8 0 0,-16 0 0 0 0,0 0 0 0 0,1 0-80 0 0,15 0 96 0 0,-16 0-96 0 0,0 0 96 0 0,1 0-96 0 0,-1 0 80 0 0,1 0-80 0 0,-1 0 80 0 0,0 0-80 0 0,1 16 96 0 0,-1-16-96 0 0,-15 0 96 0 0,0 0-96 0 0,0 0 64 0 0,16 0-64 0 0,-16 0 64 0 0,0 0-64 0 0,0 0 0 0 0,0 0 0 0 0,0 0 0 0 0,0 0 0 0 0,0 0 0 0 0,0 0 0 0 0,0 0 0 0 0,0 0 0 0 0,0 0 0 0 0,0 0 0 0 0,0 0 0 0 0,0 0-64 0 0,0 0-8 0 0,0 0 0 0 0,0 0 0 0 0,0 0-408 0 0,0 0-72 0 0,0 0-24 0 0,0 0 0 0 0,0 0-792 0 0,0 0-160 0 0,0 0-32 0 0,0 0-8 0 0</inkml:trace>
  <inkml:trace contextRef="#ctx0" brushRef="#br0" timeOffset="427.05">601 1 15232 0 0,'0'0'432'0'0,"0"0"88"0"0,0 0-416 0 0,0 0-104 0 0,0 0 0 0 0,0 0 0 0 0,0 0 1119 0 0,0 0 209 0 0,0 0 40 0 0,0 0 8 0 0,0 0-440 0 0,0 0-80 0 0,0 0-24 0 0,0 0 0 0 0,0 0-168 0 0,0 0-40 0 0,0 0-8 0 0,0 0 0 0 0,15 0-208 0 0,0 0-48 0 0,1 0-8 0 0,-1 0 0 0 0,-15 0-120 0 0,16 15-24 0 0,-1-15-8 0 0,0 0 0 0 0,1 0-64 0 0,-1 15-8 0 0,1-15-8 0 0,-16 16 0 0 0,15-16-16 0 0,-15 0 0 0 0,0 0 0 0 0,15 15 0 0 0,-15 1 24 0 0,0-16 8 0 0,0 15 0 0 0,0 0 0 0 0,-15 1-8 0 0,15-1-8 0 0,0 1 0 0 0,-15-1 0 0 0,15 0-48 0 0,0 16-8 0 0,-16-15 0 0 0,16 14 0 0 0,-15-14-64 0 0,15-1 0 0 0,0 16 0 0 0,0-16 0 0 0,-16 1 80 0 0,16-1-80 0 0,0 0 96 0 0,0 1-96 0 0,0-16-312 0 0,0 15-112 0 0,0 1-24 0 0,0-16-7872 0 0,0 0-1575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4:23.6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16 14976 0 0,'0'0'328'0'0,"0"0"72"0"0,0 0 16 0 0,0 0-1 0 0,0 0-335 0 0,0 0-80 0 0,0 0 0 0 0,0 0 0 0 0,0-16 736 0 0,0 16 128 0 0,0 0 24 0 0,0 0 8 0 0,0 0-64 0 0,0 0 0 0 0,0 0-8 0 0,0 0 0 0 0,0 0-264 0 0,0 0-48 0 0,-16 0-16 0 0,16 0 0 0 0,0 0-232 0 0,-15 16-40 0 0,15-16-16 0 0,-16 15 0 0 0,16-15-48 0 0,-15 16 0 0 0,15-1-8 0 0,0 0 0 0 0,-15 1-24 0 0,15-1-8 0 0,0 1 0 0 0,0-1 0 0 0,0 0 8 0 0,-16 16 0 0 0,16-15 0 0 0,0-1 0 0 0,0 16 32 0 0,0-1 0 0 0,0-14 8 0 0,0 15 0 0 0,0-1-16 0 0,16 1-8 0 0,-16-15 0 0 0,0 14 0 0 0,0-14 16 0 0,15 15 0 0 0,-15-16 0 0 0,15 16 0 0 0,-15-16 0 0 0,16 1 8 0 0,-16-1 0 0 0,15-15 0 0 0,-15 15-32 0 0,16 1-8 0 0,-1-16 0 0 0,0 15 0 0 0,-15-15-24 0 0,16 16-8 0 0,-16-16 0 0 0,15 0 0 0 0,1 15-32 0 0,-16-15-64 0 0,0 0 88 0 0,15 0-88 0 0,0 0 64 0 0,-15 0-64 0 0,0 0 0 0 0,0 0 0 0 0,16 15 0 0 0,-16-15 0 0 0,15 0 0 0 0,-15 0 0 0 0,0 0 0 0 0,0 0 0 0 0,0 0-120 0 0,0 0 40 0 0,0 0-592 0 0,16 0-112 0 0,-16 0-24 0 0,15-15-7064 0 0,-15 15-1415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4:24.0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21423 0 0,'0'0'472'0'0,"0"0"96"0"0,0 0 16 0 0,0 0 24 0 0,0 0-488 0 0,0 0-120 0 0,0 0 0 0 0,0 0 0 0 0,15 0 672 0 0,0 0 120 0 0,1 0 16 0 0,-16 0 8 0 0,15 0-432 0 0,0 0-80 0 0,-15 0-16 0 0,16 0-8 0 0,-1 0-184 0 0,1 0-96 0 0,-16 0 96 0 0,15 0-96 0 0,0 0 0 0 0,-15 0-88 0 0,16 0 0 0 0,-1 0 0 0 0,1 0-1544 0 0,-1 0-320 0 0,0 0-56 0 0,1 0-8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4:24.6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93 14000 0 0,'0'0'392'0'0,"0"0"96"0"0,0 0-392 0 0,0 0-96 0 0,0 0 0 0 0,0 0 0 0 0,0 0 1064 0 0,0 0 191 0 0,16 0 41 0 0,-16-15 8 0 0,0 15-488 0 0,0-16-96 0 0,0 16-16 0 0,15 0-8 0 0,-15-15-136 0 0,15 15-24 0 0,-15-15-8 0 0,16 15 0 0 0,-16-16-152 0 0,15 16-32 0 0,-15 0-8 0 0,16 0 0 0 0,-1-15-152 0 0,-15 15-32 0 0,15 0-8 0 0,1 0 0 0 0,-16 0-48 0 0,0 0 0 0 0,15 0-8 0 0,1 15 0 0 0,-16-15-88 0 0,15 0 96 0 0,-15 16-96 0 0,15-16 96 0 0,-15 0-96 0 0,0 15 0 0 0,16 0 72 0 0,-16-15-72 0 0,0 16 0 0 0,0-1 72 0 0,0 1-72 0 0,0-16 0 0 0,0 15 0 0 0,0 0 0 0 0,0 1 0 0 0,0-1 0 0 0,0 1 0 0 0,-16-1 0 0 0,16 16 0 0 0,0-16 0 0 0,0 0 0 0 0,-15 1 0 0 0,15-1 0 0 0,-15 16 0 0 0,15-16 0 0 0,0 1 0 0 0,-16-1 0 0 0,16 1 0 0 0,0-1 0 0 0,-15-15 0 0 0,15 15 0 0 0,-16 1 0 0 0,16-16 0 0 0,-15 0 0 0 0,15 15 0 0 0,-15-15 0 0 0,15 0 0 0 0,-16 0 0 0 0,16 0 0 0 0,-15 0 0 0 0,-1 0 0 0 0,16 0 0 0 0,0-15 0 0 0,-15 15 0 0 0,15 0 0 0 0,-15-16 0 0 0,15 16 0 0 0,0-15 0 0 0,0 0 0 0 0,0 15 0 0 0,0-16 0 0 0,0 16 0 0 0,0-15 0 0 0,15 15 0 0 0,0-16 0 0 0,-15 16-72 0 0,16-15 72 0 0,-1 15 0 0 0,-15 0 0 0 0,16-15-64 0 0,-1 15 64 0 0,0 0 0 0 0,1 0 0 0 0,-1 15 0 0 0,-15-15 80 0 0,16 0-16 0 0,-1 15-64 0 0,-15-15 96 0 0,15 16 24 0 0,-15-16 0 0 0,16 15 0 0 0,-16 1 0 0 0,0-16-32 0 0,15 15-8 0 0,-15 0 0 0 0,0-15 0 0 0,0 16-80 0 0,16-1 0 0 0,-16-15 72 0 0,0 16-72 0 0,0-1 0 0 0,0-15 0 0 0,0 0 0 0 0,0 0 64 0 0,0 15-64 0 0,0-15-96 0 0,0 16 32 0 0,0-16 0 0 0,0 0-672 0 0,0 0-128 0 0,0 0-24 0 0,0 0-6176 0 0,0 0-1231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4:24.9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20647 0 0,'0'0'448'0'0,"0"0"96"0"0,0 0 24 0 0,0 0 16 0 0,0 0-464 0 0,0 16-120 0 0,0-1 0 0 0,0-15 0 0 0,0 0 336 0 0,0 16 48 0 0,0-16 0 0 0,0 0 8 0 0,0 0-312 0 0,0 15-80 0 0,0-15 0 0 0,0 15 0 0 0,0-15-776 0 0,0 0-176 0 0,0 0-32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4:25.6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0 185 17999 0 0,'0'0'392'0'0,"0"0"88"0"0,0 0 8 0 0,0 16 24 0 0,0-16-416 0 0,0 15-96 0 0,16-15 0 0 0,-16 16 0 0 0,15-16 544 0 0,-15 15 80 0 0,16 0 16 0 0,-16-15 8 0 0,15 0-176 0 0,0 0-40 0 0,-15 16-8 0 0,16-16 0 0 0,-1 0-136 0 0,1 0-24 0 0,-16 0-8 0 0,15-16 0 0 0,-15 16-32 0 0,15 0 0 0 0,-15-15-8 0 0,16 15 0 0 0,-16-15-88 0 0,15 15-8 0 0,-15-16-8 0 0,0 16 0 0 0,16-15-112 0 0,-16-1 88 0 0,15 16-88 0 0,-15-15 80 0 0,0 0-80 0 0,0 15 0 0 0,0-16 0 0 0,0 1 0 0 0,0 15 0 0 0,15-16 64 0 0,-15 16-64 0 0,0 0 0 0 0,0 0 0 0 0,0 0 0 0 0,0 0 64 0 0,0 0-64 0 0,0 0 0 0 0,0 0 0 0 0,0 0 0 0 0,0 0 0 0 0,0 0 80 0 0,0 0-80 0 0,0 0 96 0 0,0 0-96 0 0,0 0 104 0 0,16 16-32 0 0,-16-1-8 0 0,0 1 0 0 0,15-1 0 0 0,-15 0-64 0 0,0 1 96 0 0,15-1-32 0 0,-15 1 32 0 0,0-1 8 0 0,0 0 0 0 0,0 1 0 0 0,16-1 0 0 0,-16 1 0 0 0,0-1 0 0 0,0-15 0 0 0,15 31-40 0 0,-15-16 0 0 0,0 0-64 0 0,0 1 96 0 0,0-1-32 0 0,0 1-64 0 0,0-1 88 0 0,0-15-88 0 0,0 15 128 0 0,0 1-32 0 0,0-1-8 0 0,0-15 0 0 0,0 0-88 0 0,0 16 0 0 0,0-16 72 0 0,0 15-72 0 0,-15-15 64 0 0,15 0-64 0 0,0 15 64 0 0,0-15-64 0 0,-16 0 64 0 0,16 0-64 0 0,0 0 64 0 0,-15 0-64 0 0,15 0 0 0 0,-15 0 64 0 0,15 0-64 0 0,-16 0 0 0 0,16 0 80 0 0,-15 0-16 0 0,15 0-64 0 0,0 0 96 0 0,0 0-96 0 0,0 0 88 0 0,0 0-88 0 0,0 0 80 0 0,0 0-80 0 0,0 0 0 0 0,0 0 0 0 0,0 0 0 0 0,0 0 0 0 0,0 0 0 0 0,0 0 0 0 0,15 0 0 0 0,-15 16 0 0 0,16-16 64 0 0,-1 0-64 0 0,0 0 64 0 0,-15 15-64 0 0,16-15 0 0 0,-1 0 0 0 0,1 0-88 0 0,-1 0 88 0 0,0 0 0 0 0,1 0 0 0 0,-16 0 0 0 0,15 0 0 0 0,1 0 0 0 0,-1 0 0 0 0,-15 0 64 0 0,15 0-144 0 0,-15 0-24 0 0,16 0-8 0 0,-16 0 0 0 0,0 0-712 0 0,15 0-136 0 0,1 0-32 0 0,-16 0-6320 0 0,0 0-1263 0 0</inkml:trace>
  <inkml:trace contextRef="#ctx0" brushRef="#br0" timeOffset="388.9699">539 1 15824 0 0,'0'0'448'0'0,"0"0"95"0"0,0 0-431 0 0,16 15-112 0 0,-16-15 0 0 0,15 0 0 0 0,0 0 1096 0 0,-15 0 200 0 0,16 15 40 0 0,-1-15 8 0 0,1 16-432 0 0,-16-16-80 0 0,15 15-24 0 0,0-15 0 0 0,1 16-216 0 0,-1-1-48 0 0,1 0 0 0 0,-1 1-8 0 0,-15-1-152 0 0,15 1-32 0 0,1 14-8 0 0,-1-14 0 0 0,-15-1-104 0 0,0 1-16 0 0,15 14-8 0 0,-15-14 0 0 0,0-1-56 0 0,0 16-16 0 0,0-16 0 0 0,0 16 0 0 0,0 0-56 0 0,-15-16-16 0 0,15 16 0 0 0,0-16 0 0 0,-15 16-72 0 0,15 0 96 0 0,-16-16-96 0 0,16 16 96 0 0,-15-15-96 0 0,15-1 64 0 0,-15 16-64 0 0,15-16 64 0 0,-16 1-64 0 0,16-1 0 0 0,-15-15 0 0 0,15 15 0 0 0,-16 1 0 0 0,16-16 0 0 0,0 15 0 0 0,0-15 0 0 0,-15 0-88 0 0,15 0-8 0 0,0 0 0 0 0,0 0 0 0 0,0 0-576 0 0,0 0-128 0 0,0 0-16 0 0,0 0-6880 0 0,0 0-1375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4:29.6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262 46 12064 0 0,'0'0'344'0'0,"0"0"72"0"0,0 0-336 0 0,0 0-80 0 0,0 0 0 0 0,0 0 0 0 0,0-15 960 0 0,0 15 184 0 0,-15 0 32 0 0,15 0 7 0 0,0-15-223 0 0,0 15-48 0 0,0 0-8 0 0,0 0 0 0 0,-16 0-160 0 0,16-16-32 0 0,0 16-8 0 0,-15 0 0 0 0,-1 0-232 0 0,16 16-56 0 0,-15-16 0 0 0,0 0-8 0 0,-1 15-176 0 0,1-15-32 0 0,15 15-8 0 0,-16-15 0 0 0,1 16-8 0 0,0-1-8 0 0,-1-15 0 0 0,1 15 0 0 0,-1 1-72 0 0,16 15-8 0 0,-15-31-8 0 0,15 30 0 0 0,-15-14-88 0 0,15-1 0 0 0,0 16 0 0 0,-16-16 0 0 0,16 16 0 0 0,0-15 0 0 0,0 14 64 0 0,16 1-64 0 0,-16 0 0 0 0,0 0 80 0 0,0 0-80 0 0,15-1 80 0 0,0-14 0 0 0,-15 15 0 0 0,16-16 0 0 0,-1 16 0 0 0,1-16 0 0 0,-16 0 0 0 0,15 1 0 0 0,0-16 0 0 0,1 15-16 0 0,-1 1-64 0 0,1-16 96 0 0,-1 15-32 0 0,0-15-64 0 0,-15 0 0 0 0,16 0 0 0 0,-1 0 0 0 0,1 0 0 0 0,-16 0 0 0 0,0 0 0 0 0,15 0 0 0 0,-15 0-720 0 0,15 0-136 0 0,1 0-24 0 0,-16 0-6216 0 0,15-15-1239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4:30.4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1 109 14928 0 0,'0'0'416'0'0,"0"0"104"0"0,0 0-416 0 0,0 0-104 0 0,0 15 0 0 0,0-15 0 0 0,0 15 943 0 0,0 1 169 0 0,0-16 32 0 0,15 15 8 0 0,-15-15-424 0 0,0 0-88 0 0,16 16-8 0 0,-16-16-8 0 0,15 15-160 0 0,-15-15-32 0 0,0 0-8 0 0,15 0 0 0 0,1 15-48 0 0,-16-15-16 0 0,15 0 0 0 0,1-15 0 0 0,-1 15-72 0 0,-15 0-24 0 0,15 0 0 0 0,1-15 0 0 0,-16 15-56 0 0,0-16-16 0 0,15 16 0 0 0,1-15 0 0 0,-16 15-96 0 0,0-16-16 0 0,15 1-8 0 0,-15 15 0 0 0,15-15-72 0 0,-15 15 0 0 0,16-16 0 0 0,-16 16 0 0 0,0-15 0 0 0,15-1 0 0 0,-15 16 64 0 0,0-15-64 0 0,0 0 0 0 0,16 15 0 0 0,-16-16 0 0 0,0 16 0 0 0,0 0 0 0 0,15-15 0 0 0,-15 15 64 0 0,0 0-64 0 0,0 0 0 0 0,0 0 0 0 0,0 0 0 0 0,0 0 0 0 0,0 0 0 0 0,0 0 0 0 0,0 0 0 0 0,15 15 0 0 0,-15 1 0 0 0,16-16 0 0 0,-16 15 0 0 0,0 0 0 0 0,15-15 0 0 0,-15 16 64 0 0,16-1-64 0 0,-16 1 0 0 0,0-1 0 0 0,0 0 64 0 0,15 1-64 0 0,-15-1 0 0 0,15 1 0 0 0,-15-1 0 0 0,0 0 64 0 0,0 16-64 0 0,0-15 0 0 0,0-1 0 0 0,0 0 0 0 0,0 1 0 0 0,0-1 0 0 0,0 1 0 0 0,0-1 64 0 0,0 0-64 0 0,0-15 0 0 0,0 16 0 0 0,0-1 0 0 0,-15 1 0 0 0,15-16 0 0 0,-15 15 64 0 0,15-15-64 0 0,0 0 0 0 0,-16 15 0 0 0,1-15 0 0 0,15 0 64 0 0,-16 0-64 0 0,1 16 0 0 0,15-16 0 0 0,-15 0 0 0 0,15 0 0 0 0,0 0 0 0 0,0 0 0 0 0,-16 0 0 0 0,16 0 0 0 0,0 0 0 0 0,0 0 0 0 0,0 0 0 0 0,0 0 0 0 0,0 0 0 0 0,0 0 0 0 0,0 0 0 0 0,0 0 0 0 0,16-16 0 0 0,-16 16 0 0 0,15 0 0 0 0,0-15 0 0 0,-15 15 0 0 0,16 0 0 0 0,-1 0 64 0 0,1 0-64 0 0,-1 0 0 0 0,0 0 0 0 0,1 0 0 0 0,-1 0 0 0 0,0 0 0 0 0,1 0 0 0 0,-16 0 0 0 0,15 0 0 0 0,1 0 0 0 0,-16 0 0 0 0,15 0-72 0 0,0 0 72 0 0,-15 0-984 0 0,16 0-136 0 0,-1 0-32 0 0,1 0-5824 0 0,-1 0-1167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4:30.7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1 17767 0 0,'0'0'384'0'0,"0"0"88"0"0,0 0 8 0 0,0 15 32 0 0,0-15-416 0 0,0 15-96 0 0,0-15 0 0 0,0 16 0 0 0,0-1 880 0 0,0-15 152 0 0,-16 16 32 0 0,16-16 8 0 0,0 15-632 0 0,0 0-128 0 0,-15-15-24 0 0,15 16-8 0 0,0-1-192 0 0,0-15-88 0 0,-15 16 80 0 0,15-1-80 0 0,0 0-480 0 0,0-15-152 0 0,0 0-24 0 0,0 0-8807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4:30.9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17287 0 0,'0'0'488'0'0,"0"0"112"0"0,0 0-480 0 0,0 0-120 0 0,0 0 0 0 0,0 0 0 0 0,0 0 1120 0 0,0 0 192 0 0,0 0 48 0 0,0 0 8 0 0,0 0-656 0 0,0 0-128 0 0,16 16-24 0 0,-1-16-8 0 0,0 0-304 0 0,-15 0-64 0 0,16 0-16 0 0,-1 0 0 0 0,1 0-168 0 0,-16 0 64 0 0,15 0-64 0 0,0 15 0 0 0,1-15-592 0 0,-1 0-152 0 0,-15 0-32 0 0,16 0-9215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4:31.6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1 386 14864 0 0,'0'0'416'0'0,"0"0"104"0"0,0 0-416 0 0,0 0-104 0 0,0 0 0 0 0,0 15 0 0 0,0 0 911 0 0,15-15 161 0 0,0 16 32 0 0,-15-16 8 0 0,16 15-312 0 0,-16-15-56 0 0,15 16-8 0 0,-15-16-8 0 0,16 0-104 0 0,-16 0-16 0 0,15 0-8 0 0,0 0 0 0 0,-15 0-272 0 0,0 0-48 0 0,16 0-16 0 0,-1 0 0 0 0,-15-16-144 0 0,16 16-32 0 0,-16-15-8 0 0,15-1 0 0 0,-15 16-80 0 0,0-15 80 0 0,0 0-80 0 0,15 15 80 0 0,-15-16-80 0 0,16 1 0 0 0,-16-1 0 0 0,0 16 0 0 0,0-15 0 0 0,0 0 0 0 0,0 15 0 0 0,0-16 0 0 0,0 16 0 0 0,0 0 0 0 0,0 0 0 0 0,0 0 0 0 0,0 0 0 0 0,0 0 0 0 0,0 0 0 0 0,0 0 0 0 0,0 0 0 0 0,0 0 0 0 0,0 0 0 0 0,0 0 0 0 0,15 0 0 0 0,-15 16 0 0 0,0-1 0 0 0,0 0 0 0 0,0 1 0 0 0,15-1 0 0 0,-15 1 72 0 0,0 14-8 0 0,0-14 96 0 0,0-1 16 0 0,0 1 8 0 0,0 14 0 0 0,0-14-56 0 0,0-1 0 0 0,0 1-8 0 0,0-1 0 0 0,0 0-120 0 0,0 1 0 0 0,0-1 64 0 0,0 1-64 0 0,0-1 0 0 0,-15 0 0 0 0,15 1 0 0 0,0-16 0 0 0,0 15 64 0 0,-15 1-64 0 0,15-16 0 0 0,0 15 0 0 0,-16 0 0 0 0,16-15 64 0 0,-15 0-64 0 0,15 0 0 0 0,-15 16 0 0 0,15-16 0 0 0,-16 0 64 0 0,16 0-64 0 0,-15 0 0 0 0,15 0 0 0 0,0 0 0 0 0,0 0 0 0 0,0 0 72 0 0,-16-16-72 0 0,16 16 64 0 0,0 0-64 0 0,0 0 80 0 0,0 0-80 0 0,0 0 96 0 0,16-15-96 0 0,-16 15 0 0 0,15-15 0 0 0,1 15 0 0 0,-16 0 0 0 0,15 0 0 0 0,0 0 0 0 0,1 0 0 0 0,-1 0 0 0 0,0 0 0 0 0,-15 0 0 0 0,16 0 0 0 0,-1 0 0 0 0,1 0 0 0 0,-1 15 0 0 0,-15-15 0 0 0,15 0 0 0 0,1 0 0 0 0,-16 0 0 0 0,15 0-88 0 0,1 0 88 0 0,-16 0-784 0 0,15 0-104 0 0,0 0-16 0 0,-15 0-6272 0 0,16 0-1255 0 0</inkml:trace>
  <inkml:trace contextRef="#ctx0" brushRef="#br0" timeOffset="323.26">462 16 16384 0 0,'0'0'359'0'0,"0"0"81"0"0,16-15 8 0 0,-16 15 8 0 0,15 0-360 0 0,1 0-96 0 0,-1 15 0 0 0,16-15 0 0 0,-16 16 808 0 0,1-16 152 0 0,-1 15 24 0 0,16 16 8 0 0,-16-16-184 0 0,1 1-32 0 0,-1 14-8 0 0,0-14 0 0 0,1 15-160 0 0,-1-1-40 0 0,0 1-8 0 0,1 0 0 0 0,-16 0-224 0 0,0-1-48 0 0,15 1 0 0 0,-15 0-8 0 0,16 0-136 0 0,-16 0-24 0 0,-16-1-8 0 0,16 1 0 0 0,0 0-40 0 0,0 0-8 0 0,-15 15 0 0 0,15-15 0 0 0,-16 0-64 0 0,16-1 0 0 0,-15 17 0 0 0,15-32 64 0 0,-15 16-64 0 0,-1-1 0 0 0,16-14 0 0 0,-15 15 0 0 0,0-16 0 0 0,15 0 0 0 0,-16 1 0 0 0,1-1 0 0 0,15-15-136 0 0,0 16-24 0 0,-16-1 0 0 0,1-15 0 0 0,15 0-976 0 0,0 0-200 0 0,0 0-40 0 0,0 0-8719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4:32.6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1 16559 0 0,'0'0'360'0'0,"0"0"80"0"0,0 0 8 0 0,0 0 24 0 0,0 0-376 0 0,0 0-96 0 0,-16 15 0 0 0,16 0 0 0 0,0 1 600 0 0,0-1 104 0 0,16 16 16 0 0,-16-16 8 0 0,0 1-336 0 0,0 15-64 0 0,15-1-8 0 0,-15 1-8 0 0,0-15-40 0 0,0 14-8 0 0,0 1 0 0 0,0 0 0 0 0,0-16 56 0 0,15 16 0 0 0,-15 0 8 0 0,0 0 0 0 0,0-1-128 0 0,16 1-24 0 0,-16-15-8 0 0,0-1 0 0 0,0 16-88 0 0,0-16-16 0 0,0 1-64 0 0,0-1 96 0 0,0-15-96 0 0,0 0 64 0 0,0 0-64 0 0,0 0 0 0 0,0 0 64 0 0,0 0-64 0 0,0 0 0 0 0,0 0 0 0 0,15 0 88 0 0,-15-15-88 0 0,16-1 96 0 0,-16 16-96 0 0,0-15 0 0 0,0-1 0 0 0,15 1 0 0 0,-15 0 0 0 0,0-1 0 0 0,15 1 0 0 0,-15-16 0 0 0,0 16 0 0 0,0-1 0 0 0,16 1 0 0 0,-16 0 0 0 0,15-1 0 0 0,-15 16 0 0 0,16-15 0 0 0,-1-1 0 0 0,-15 1 0 0 0,15 15 0 0 0,1 0 0 0 0,-1 0 0 0 0,1 0 0 0 0,-1 0 0 0 0,0 0 0 0 0,1 15 0 0 0,-1-15 0 0 0,-15 16 0 0 0,16-1 64 0 0,-1-15 0 0 0,-15 31-64 0 0,15-31 200 0 0,-15 31-8 0 0,16-16-8 0 0,-16 0 0 0 0,0 1-72 0 0,0-1-16 0 0,0 1 0 0 0,15-1 0 0 0,-15 0-96 0 0,0 1 0 0 0,0-1 0 0 0,0 1 0 0 0,0-1-384 0 0,0-15-120 0 0,0 0-24 0 0,0 0-6472 0 0,0 0-1287 0 0</inkml:trace>
  <inkml:trace contextRef="#ctx0" brushRef="#br0" timeOffset="755.04">462 447 14224 0 0,'0'0'312'0'0,"0"0"64"0"0,16 0 8 0 0,-1 15 24 0 0,-15-15-328 0 0,15 0-80 0 0,1 16 0 0 0,-16-16 0 0 0,15 0 759 0 0,0 0 137 0 0,-15 0 24 0 0,16 0 8 0 0,-16 0-256 0 0,15 0-40 0 0,-15 0-16 0 0,16 0 0 0 0,-16 0-248 0 0,15 0-48 0 0,-15 0-16 0 0,15-16 0 0 0,-15 16-152 0 0,16-15-32 0 0,-16 15-8 0 0,0-15 0 0 0,0 15-40 0 0,15-16-8 0 0,-15 16 0 0 0,0-15 0 0 0,0 15-64 0 0,0-15 64 0 0,0 15-64 0 0,0-16 64 0 0,-15 16-64 0 0,15 0 80 0 0,0-15-80 0 0,0 15 80 0 0,0 0-16 0 0,-16-16-64 0 0,16 16 96 0 0,0 0-32 0 0,0 0 0 0 0,-15 0 0 0 0,15 0 0 0 0,0 0 0 0 0,0 16-64 0 0,-15-16 64 0 0,15 15-64 0 0,-16-15 64 0 0,16 31 56 0 0,0-31 8 0 0,0 31 0 0 0,0-16 0 0 0,-15 16-128 0 0,15-16 72 0 0,15 16-72 0 0,-15-16 64 0 0,0 1-64 0 0,0 15 0 0 0,0-16 0 0 0,16 0 0 0 0,-16 16 0 0 0,15-31 0 0 0,-15 31 0 0 0,15-31 0 0 0,-15 15 0 0 0,16-15 0 0 0,-16 16 0 0 0,15-16 0 0 0,1 0 0 0 0,-16 0 0 0 0,15-16 0 0 0,0 16 0 0 0,-15-15 0 0 0,16 15 0 0 0,-1-15 0 0 0,-15-1 0 0 0,16 1 0 0 0,-16-1 0 0 0,15 1 0 0 0,-15 0 0 0 0,15-16 0 0 0,-15 15 0 0 0,16 1 0 0 0,-16 0 0 0 0,15-1 0 0 0,-15 1 0 0 0,0-1 0 0 0,16 1 0 0 0,-16 15 0 0 0,0-15 0 0 0,15-1 0 0 0,-15 16 0 0 0,0 0 0 0 0,0 0 0 0 0,0 0 0 0 0,0 0 0 0 0,15 0 0 0 0,-15 16 0 0 0,16-16 0 0 0,-16 15 0 0 0,0 0 0 0 0,15 1 0 0 0,-15-1 0 0 0,16 1 0 0 0,-16-1 0 0 0,0 0 0 0 0,15 1 0 0 0,-15-1 0 0 0,0 1 0 0 0,15-1 0 0 0,-15 0 64 0 0,0 1-64 0 0,16-16 0 0 0,-16 0 0 0 0,0 15 0 0 0,0-15 0 0 0,0 0 0 0 0,0 0 0 0 0,0 0 0 0 0,0 0 0 0 0,0 0 0 0 0,0 0 0 0 0,15 0 0 0 0,-15-15 0 0 0,0-1 0 0 0,16 16 0 0 0,-16-15 0 0 0,15 0 0 0 0,-15-1 0 0 0,0 1 0 0 0,0-1 0 0 0,15 1 0 0 0,-15 0 0 0 0,16-1 0 0 0,-16 16 0 0 0,15-15 0 0 0,0-1 0 0 0,-15 1 0 0 0,0 15 0 0 0,16-15 64 0 0,-1 15-64 0 0,-15 0 0 0 0,0 0 0 0 0,16 0 0 0 0,-1 0 88 0 0,0 0-24 0 0,-15 0-64 0 0,0 15 96 0 0,16-15 8 0 0,-16 15 0 0 0,15 1 0 0 0,-15-16 0 0 0,0 15 24 0 0,16 1 0 0 0,-16-1 0 0 0,0 0 0 0 0,0 1-48 0 0,0-1-8 0 0,0-15 0 0 0,0 16 0 0 0,0-1-72 0 0,0 0 0 0 0,0-15 0 0 0,0 0 0 0 0,0 0-144 0 0,0 0-48 0 0,0 0 0 0 0,0 0-8 0 0,0 0-968 0 0,0 0-192 0 0,0 0-40 0 0,0 0-7687 0 0</inkml:trace>
  <inkml:trace contextRef="#ctx0" brushRef="#br0" timeOffset="1335.33">1293 432 16703 0 0,'0'0'368'0'0,"0"0"80"0"0,0 0 8 0 0,0 0 8 0 0,0 0-368 0 0,0 0-96 0 0,0 0 0 0 0,0 0 0 0 0,0 15 704 0 0,0-15 120 0 0,0 15 24 0 0,0 1 8 0 0,0-1-280 0 0,0 1-48 0 0,0-1-16 0 0,0 0 0 0 0,0 16-152 0 0,0-15-32 0 0,0 14-8 0 0,0-14 0 0 0,16-1-128 0 0,-16 16-32 0 0,0-31-8 0 0,0 31 0 0 0,0-31-152 0 0,15 15 0 0 0,-15-15 64 0 0,0 0-64 0 0,0 0 64 0 0,16 16-64 0 0,-16-16 96 0 0,0 0-96 0 0,0 0 240 0 0,0 0-8 0 0,15 0 0 0 0,-15 0 0 0 0,15-16-96 0 0,-15 16-16 0 0,16-15-8 0 0,-1 15 0 0 0,-15-16-112 0 0,0 1 88 0 0,16 0-88 0 0,-1-1 80 0 0,-15 1-80 0 0,15-1 0 0 0,-15 16 0 0 0,16-15 64 0 0,-16 0-64 0 0,15 15 0 0 0,1-16 0 0 0,-1 16 0 0 0,0-15 0 0 0,-15 15 0 0 0,16 0 0 0 0,-1-16 0 0 0,0 16 0 0 0,1 0 0 0 0,-16 0 0 0 0,15-15 0 0 0,-15 15 0 0 0,16 0 0 0 0,-1 0 0 0 0,-15 0 0 0 0,15 0 0 0 0,-15-15 0 0 0,16 15 0 0 0,-16 0 0 0 0,15-16 0 0 0,-15 16 0 0 0,0-15 0 0 0,16 15 0 0 0,-16-16 0 0 0,0 16 0 0 0,0-15 64 0 0,0 15-64 0 0,0-15 0 0 0,0 15 0 0 0,0 0 0 0 0,0 0 64 0 0,0-16-64 0 0,0 16 0 0 0,-16-15 0 0 0,16 15 0 0 0,0 0 0 0 0,-15 0 0 0 0,-1 0 72 0 0,16 0-72 0 0,-15 15 0 0 0,0-15 0 0 0,15 16 0 0 0,-16-1 0 0 0,1 16 0 0 0,15-16 0 0 0,-16 16 0 0 0,1-16 64 0 0,15 16-64 0 0,0 0 0 0 0,-15 0 0 0 0,15-16 0 0 0,0 16 0 0 0,0-16 0 0 0,15 1 0 0 0,-15-1 0 0 0,0 1 0 0 0,15-1 64 0 0,1-15-64 0 0,-1 15 0 0 0,1-15 64 0 0,-16 0-64 0 0,15 0 64 0 0,0 0-64 0 0,1-15 64 0 0,-1 15-64 0 0,1-15 80 0 0,-1 15-80 0 0,-15-16 0 0 0,15 1 0 0 0,1-1-104 0 0,-1 1 32 0 0,-15 15-632 0 0,16-31-120 0 0,-1 31-24 0 0,-15-15-6144 0 0,15-1-1231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4:34.8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216 78 17071 0 0,'0'0'376'0'0,"0"0"72"0"0,0 0 24 0 0,0 0 8 0 0,0 0-384 0 0,0 0-96 0 0,0 0 0 0 0,0 0 0 0 0,0 0 568 0 0,0-16 88 0 0,0 16 16 0 0,-16 0 8 0 0,16 0-264 0 0,-15-15-64 0 0,15 15 0 0 0,0 0-8 0 0,0 0-16 0 0,-16 0 0 0 0,16-16 0 0 0,-15 16 0 0 0,15 0-88 0 0,-15-15-16 0 0,15 15-8 0 0,-16 0 0 0 0,16 0-32 0 0,-15 0-8 0 0,-1 0 0 0 0,16-15 0 0 0,-15 15-48 0 0,15 0 0 0 0,-15 0-8 0 0,-1 0 0 0 0,16 0 24 0 0,-15 15 8 0 0,15-15 0 0 0,0 0 0 0 0,0 0-24 0 0,-16 0 0 0 0,16 0 0 0 0,0 0 0 0 0,0 0-24 0 0,0 15-8 0 0,-15-15 0 0 0,15 0 0 0 0,0 16 0 0 0,0-1-8 0 0,0-15 0 0 0,0 16 0 0 0,0-16-8 0 0,0 15 0 0 0,0 0 0 0 0,0 1 0 0 0,0-1-80 0 0,0 1 96 0 0,15-1-96 0 0,-15 0 96 0 0,0 1-96 0 0,0-1 96 0 0,0 1-96 0 0,0 14 96 0 0,0 1-96 0 0,16-15 96 0 0,-16 14-96 0 0,0 1 96 0 0,0 0-96 0 0,0 0 80 0 0,15-1-80 0 0,-15 1 80 0 0,0 0-80 0 0,0 15 0 0 0,0-15 72 0 0,0 0-72 0 0,16 0 0 0 0,-16-1 0 0 0,0 1 0 0 0,0 0 64 0 0,0 15-64 0 0,0-15 0 0 0,15 0 0 0 0,-15-1 0 0 0,0 17 0 0 0,0-17 0 0 0,0 17 0 0 0,0-17 64 0 0,15 17-64 0 0,-15-1 0 0 0,0 0 0 0 0,0 0 0 0 0,0 0 0 0 0,16-15 0 0 0,-16 15 0 0 0,0-15 0 0 0,0 15 0 0 0,0 0 0 0 0,0-15 0 0 0,0 0 0 0 0,0 0 0 0 0,0 0 0 0 0,0 15 0 0 0,0-15 0 0 0,0-1 0 0 0,0 1 0 0 0,0 0 0 0 0,0 0 0 0 0,15 0 0 0 0,-15-1 0 0 0,0 1 0 0 0,0-16 0 0 0,0 1 0 0 0,16 15 0 0 0,-16-31 0 0 0,0 15 0 0 0,0 0 0 0 0,0-15 0 0 0,0 0 0 0 0,0 0 64 0 0,0 0-64 0 0,0 0 64 0 0,0 0-64 0 0,0 0 64 0 0,0 0-64 0 0,15 0 72 0 0,-15 0-72 0 0,15-15 80 0 0,1 15-16 0 0,-16-15 0 0 0,15 15 0 0 0,-15-16 0 0 0,16 16-64 0 0,-1-15-72 0 0,-15 15 72 0 0,15 0-104 0 0,1 0 104 0 0,-1 0-72 0 0,1 0 72 0 0,-1 15-64 0 0,0-15-240 0 0,1 16-48 0 0,-1-16 0 0 0,16 15-8 0 0,-16 0-1160 0 0,16-15-232 0 0,-15 0-40 0 0</inkml:trace>
  <inkml:trace contextRef="#ctx0" brushRef="#br0" timeOffset="6749.7">447 432 18167 0 0,'0'0'400'0'0,"0"0"80"0"0,0 0 24 0 0,0 0 8 0 0,0 0-416 0 0,0 0-96 0 0,0 0 0 0 0,15 0 0 0 0,-15-16 640 0 0,15 16 96 0 0,1-15 32 0 0,-1 15 0 0 0,0-16-352 0 0,-15 16-64 0 0,16 0-8 0 0,-1 0-8 0 0,1-15-224 0 0,-1 15-48 0 0,0 0 0 0 0,1 0-64 0 0,-1 15-464 0 0,1-15-144 0 0,-1 0-32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4:42.2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78 17999 0 0,'0'0'392'0'0,"0"0"88"0"0,0 0 8 0 0,0 0 24 0 0,0 0-416 0 0,0 0-96 0 0,0 0 0 0 0,0 0 0 0 0,0-15 504 0 0,0 15 72 0 0,0-16 24 0 0,0 16 0 0 0,15 0-184 0 0,-15-15-32 0 0,0 15 0 0 0,16 0-8 0 0,-1-16-96 0 0,-15 16-24 0 0,15 0 0 0 0,1 0 0 0 0,-16-15-72 0 0,15 15-24 0 0,1 0 0 0 0,-16 0 0 0 0,15 0-96 0 0,0 0-64 0 0,1 0 80 0 0,-1 15-80 0 0,1-15 64 0 0,-1 0-64 0 0,0 16 0 0 0,-15-1 72 0 0,16-15-72 0 0,-1 16 80 0 0,1-1-80 0 0,-16 0 80 0 0,15-15-80 0 0,-15 31 64 0 0,0-31-64 0 0,15 31 64 0 0,-15-31-64 0 0,0 31 96 0 0,-15-16-96 0 0,15 0 96 0 0,0 1-96 0 0,0 15 64 0 0,-15-16-64 0 0,-1 16 64 0 0,16-16-64 0 0,-15 16 0 0 0,-1-16 0 0 0,16 1 0 0 0,-15-1 0 0 0,0 16 0 0 0,15-16 64 0 0,-16 1-64 0 0,1-16 0 0 0,-1 15 0 0 0,16 1 0 0 0,-15-16 64 0 0,0 15 0 0 0,15-15-64 0 0,-16 0 96 0 0,16 0-32 0 0,-15 0-64 0 0,15 0 0 0 0,-16 0 0 0 0,16-15-88 0 0,-15 15 88 0 0,15 0 0 0 0,0-16 0 0 0,-15 1 64 0 0,15 15-64 0 0,0-16 0 0 0,-16 1 0 0 0,16 0 0 0 0,0-1 0 0 0,0 1 0 0 0,16-1 0 0 0,-16 1 0 0 0,15 0 0 0 0,-15-1 0 0 0,0 16-72 0 0,15-15 72 0 0,1 15 0 0 0,-1 0 0 0 0,-15-16 0 0 0,16 16 0 0 0,-1 16 0 0 0,0-16 0 0 0,1 0 0 0 0,-1 15 0 0 0,1-15 176 0 0,-1 16-8 0 0,0-1 0 0 0,1-15 0 0 0,-1 15 64 0 0,1-15 16 0 0,-1 16 0 0 0,0-16 0 0 0,1 0-112 0 0,-1 15-16 0 0,1-15-8 0 0,-1 0 0 0 0,0 0-112 0 0,-15 0 0 0 0,16 0 0 0 0,-1 0 0 0 0,1-15 0 0 0,-16 15 0 0 0,15 0 0 0 0,-15-16 0 0 0,0 16-224 0 0,0 0-32 0 0,15 0-16 0 0,-15 0 0 0 0,0 0-752 0 0,0 0-160 0 0,0 0-24 0 0,0 0-5448 0 0,0 0-1095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4:43.2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123 78 17735 0 0,'0'0'384'0'0,"0"0"88"0"0,0 0 8 0 0,0 0 32 0 0,0 0-416 0 0,0 0-96 0 0,0 0 0 0 0,0 0 0 0 0,0 0 680 0 0,0 0 120 0 0,0 0 16 0 0,0 0 8 0 0,0 0-424 0 0,0 0-80 0 0,0 0-24 0 0,0 0 0 0 0,0 15-88 0 0,0 1-16 0 0,0-1-8 0 0,0 0 0 0 0,-15 1-56 0 0,15-1-16 0 0,0 1 0 0 0,-16-16 0 0 0,16 15-48 0 0,0 0 0 0 0,0 1-64 0 0,-15-16 96 0 0,15 15-96 0 0,0-15 72 0 0,0 0-72 0 0,0 0 64 0 0,0 0-64 0 0,0 0 0 0 0,0 0 0 0 0,0 0 64 0 0,0 0-64 0 0,0 0 64 0 0,0 0-64 0 0,0 0 64 0 0,0 0 32 0 0,0 0 0 0 0,0 0 0 0 0,0 0 0 0 0,0-15-96 0 0,0 15 96 0 0,0-16-96 0 0,0 1 96 0 0,0 0-96 0 0,0-1 80 0 0,15 1-80 0 0,-15-1 80 0 0,0 1-80 0 0,0 0 64 0 0,16-1-64 0 0,-16 1 64 0 0,15-1-64 0 0,-15 1 0 0 0,0 0 72 0 0,16-1-72 0 0,-16 16 0 0 0,0-15 0 0 0,0 15 0 0 0,15 0 64 0 0,-15 0-64 0 0,0 0 0 0 0,0 0 0 0 0,0 0 64 0 0,0 0 40 0 0,0 0 16 0 0,0 0 0 0 0,0 0 0 0 0,0 0-24 0 0,0 15 0 0 0,0 1 0 0 0,15-16 0 0 0,-15 15-16 0 0,0 16-8 0 0,0-31 0 0 0,0 31 0 0 0,0-16-8 0 0,0 0 0 0 0,0 1 0 0 0,0-1 0 0 0,0 1 0 0 0,0 14-64 0 0,0-14 96 0 0,16-1-32 0 0,-16 1-64 0 0,0-1 64 0 0,0 0-64 0 0,0 1 64 0 0,0-1-64 0 0,0 0 96 0 0,0 1-96 0 0,0-1 96 0 0,0 1-32 0 0,0-16-64 0 0,0 15 96 0 0,0 0-32 0 0,0-15-64 0 0,0 16 0 0 0,0-1 72 0 0,0 1-72 0 0,0-16 0 0 0,0 0 64 0 0,0 15-64 0 0,0 0 0 0 0,0-15 0 0 0,0 0 0 0 0,0 16 0 0 0,0-16 64 0 0,0 0-64 0 0,0 15 0 0 0,0-15 0 0 0,0 0 0 0 0,-16 16 0 0 0,16-16 0 0 0,0 0 0 0 0,0 0 64 0 0,0 0-64 0 0,0 15 0 0 0,-15-15 0 0 0,15 0 0 0 0,0 0 0 0 0,-15 15 0 0 0,15-15 0 0 0,-16 0 64 0 0,16 0-64 0 0,-15 0 0 0 0,15 0 0 0 0,-16 0 64 0 0,16 0-64 0 0,-15 0 0 0 0,0 0 0 0 0,15 0 0 0 0,-16 0 0 0 0,1 0 0 0 0,15 0 0 0 0,0 0 0 0 0,0 0 0 0 0,-16 0 0 0 0,16 0 0 0 0,0 0 0 0 0,-15 0 0 0 0,15 0 0 0 0,0 0 0 0 0,0 0 0 0 0,0 0 0 0 0,0 0 0 0 0,0 0 0 0 0,0 0 0 0 0,0 0 0 0 0,0 0 0 0 0,0 0 0 0 0,15 0 0 0 0,1 0 0 0 0,-1-15 0 0 0,1 15 0 0 0,14 0 0 0 0,-14 0 0 0 0,-1 0 0 0 0,1 0 0 0 0,14 0 0 0 0,-14 0 0 0 0,-1-15 0 0 0,1 15 0 0 0,-1 0 64 0 0,0 0-64 0 0,1 0 0 0 0,-1 0 0 0 0,1 0 0 0 0,-1 0 0 0 0,-15 15 0 0 0,0-15 0 0 0,15 0 0 0 0,-15 0-248 0 0,16 0-32 0 0,-16 0-8 0 0,0 0 0 0 0,0 0-1048 0 0,15 0-208 0 0,-15 0-48 0 0,0 0-8167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4:48.2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0 109 17247 0 0,'0'0'384'0'0,"0"0"72"0"0,0 0 24 0 0,0 0 0 0 0,0 0-384 0 0,0 0-96 0 0,0 15 0 0 0,0-15 0 0 0,0 0 672 0 0,0 0 112 0 0,0 0 24 0 0,0 0 8 0 0,0 0-320 0 0,0 16-64 0 0,0-16-16 0 0,0 0 0 0 0,0 0-80 0 0,16 15-16 0 0,-16-15-8 0 0,0 0 0 0 0,0 0-56 0 0,15 0-16 0 0,-15 0 0 0 0,16 0 0 0 0,-16 0-56 0 0,15 0-16 0 0,0 0 0 0 0,-15 0 0 0 0,16 0 16 0 0,-1 0 0 0 0,-15-15 0 0 0,16 15 0 0 0,-1-16-88 0 0,-15 16-8 0 0,0-15-8 0 0,15-1 0 0 0,-15 16-80 0 0,16-15 0 0 0,-16 15 72 0 0,0-15-72 0 0,0-1 64 0 0,0 16-64 0 0,0-15 64 0 0,15-1-64 0 0,-15 16 0 0 0,0-15 64 0 0,0 15-64 0 0,0 0 0 0 0,0 0 0 0 0,0 0 0 0 0,0 0 0 0 0,0 0 64 0 0,0 0-64 0 0,0 0 0 0 0,0 0 0 0 0,0 0 0 0 0,0 0 0 0 0,0 0 0 0 0,0 0 0 0 0,0 15 0 0 0,0 1 80 0 0,0-1 8 0 0,16 1 0 0 0,-16-1 0 0 0,0 0-24 0 0,0 1 0 0 0,0-1 0 0 0,0 1 0 0 0,0-1-64 0 0,15 16 0 0 0,-15-16 0 0 0,0 16 64 0 0,0-16-64 0 0,15 16 64 0 0,-15-16-64 0 0,0 16 64 0 0,0-15-64 0 0,0-1 0 0 0,0 16 0 0 0,0-16 64 0 0,0 1-64 0 0,0-1 0 0 0,0 0 0 0 0,0 1 64 0 0,0-16-64 0 0,0 0 0 0 0,0 15 0 0 0,0-15 64 0 0,-15 0-64 0 0,15 16 0 0 0,0-16 0 0 0,-15 0 64 0 0,15 0-64 0 0,-16 0 0 0 0,1 0 0 0 0,15 0 64 0 0,-16 0-64 0 0,1-16 0 0 0,15 16 0 0 0,-15 0 64 0 0,-1 0-64 0 0,16 0 0 0 0,0 0 0 0 0,0-15 0 0 0,0 15 0 0 0,0 0 0 0 0,0 0 0 0 0,0 0 0 0 0,0 0 0 0 0,0 0 0 0 0,0 0 0 0 0,16 0 0 0 0,-1 15 0 0 0,0-15 0 0 0,1 0 0 0 0,-1 0 0 0 0,1 0 0 0 0,-1 0 0 0 0,0 0 0 0 0,1 0 0 0 0,-1 0 0 0 0,-15 0 0 0 0,16 0 0 0 0,-1 0 0 0 0,0 0 0 0 0,-15 0 0 0 0,0 0 0 0 0,16 0-88 0 0,-1 0-760 0 0,-15 0-152 0 0,0 0-32 0 0,0 0-9687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4:48.7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 14912 0 0,'0'0'328'0'0,"0"0"72"0"0,0 0 16 0 0,0 0-1 0 0,0 0-335 0 0,0 0-80 0 0,0 0 0 0 0,0 0 0 0 0,0 0 1072 0 0,0 0 200 0 0,0 0 40 0 0,0 0 0 0 0,0 0-344 0 0,0 0-72 0 0,0 0-8 0 0,0 0-8 0 0,0 0-488 0 0,15 0-96 0 0,1 0-16 0 0,-16 0-8 0 0,15-15-200 0 0,0 15-72 0 0,-15 0 0 0 0,16 0 72 0 0,-1 0-456 0 0,1 0-88 0 0,-16 0-16 0 0,15 0-6296 0 0,0 0-1263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4:49.4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1 170 17735 0 0,'0'0'384'0'0,"0"0"88"0"0,0 0 8 0 0,0 0 32 0 0,0 0-416 0 0,0 0-96 0 0,0 0 0 0 0,0 0 0 0 0,0 0 592 0 0,0 0 96 0 0,0 0 16 0 0,0 15 8 0 0,15-15-232 0 0,-15 0-56 0 0,0 0-8 0 0,0 0 0 0 0,15 16-8 0 0,1-16-8 0 0,-16 0 0 0 0,0 0 0 0 0,15-16-136 0 0,-15 16-24 0 0,16 0-8 0 0,-16 0 0 0 0,15-15-72 0 0,-15 15-24 0 0,15-16 0 0 0,-15 16 0 0 0,16-15-136 0 0,-16 0 0 0 0,0-1 64 0 0,0 16-64 0 0,15-15 0 0 0,-15-1 0 0 0,0 1 0 0 0,15 15 0 0 0,-15-15 64 0 0,0-1-64 0 0,0 1 0 0 0,0 15 0 0 0,0 0 64 0 0,0 0-64 0 0,0-16 0 0 0,0 16 0 0 0,0 0 0 0 0,0 0 0 0 0,0 0 64 0 0,0 0-64 0 0,0 0 0 0 0,0 0 0 0 0,0 0 0 0 0,0 0 0 0 0,16 16 64 0 0,-16-16-64 0 0,0 31 0 0 0,0-16 0 0 0,0 0 96 0 0,0 1-16 0 0,15 15 0 0 0,-15-16 0 0 0,0 0 48 0 0,0 1 16 0 0,0 15 0 0 0,0-16 0 0 0,0 0-48 0 0,0 1 0 0 0,16-1-8 0 0,-16 16 0 0 0,0-16-88 0 0,0 1 96 0 0,0-1-96 0 0,0 0 96 0 0,0 1-96 0 0,15-1 0 0 0,-15 1 72 0 0,0-1-72 0 0,0-15 0 0 0,-15 15 0 0 0,15 1 0 0 0,0-16 64 0 0,0 15-64 0 0,0 1 0 0 0,0-16 0 0 0,-16 0 0 0 0,16 15 0 0 0,-15-15 64 0 0,15 0-64 0 0,-16 15 0 0 0,16-15 0 0 0,-15 0 0 0 0,0 0 0 0 0,15 0 0 0 0,-16 0 0 0 0,1 0 0 0 0,15 0 0 0 0,0 0 64 0 0,0 0-64 0 0,-15 0 0 0 0,15 0 0 0 0,0 0 0 0 0,0 0 0 0 0,0 0 0 0 0,0 0 0 0 0,0 0 0 0 0,0 0 0 0 0,0 0 0 0 0,15 0 0 0 0,-15 0-64 0 0,15 0 64 0 0,1 0-64 0 0,-1 0 64 0 0,0 0-64 0 0,1 0 64 0 0,-1 0 0 0 0,1 0 0 0 0,-1 0 0 0 0,0 0-80 0 0,1 0 0 0 0,-1 0 0 0 0,1 0 0 0 0,-1 0-1288 0 0,0 0-256 0 0,1 0-48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4:50.3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18343 0 0,'0'0'400'0'0,"0"0"80"0"0,0 0 24 0 0,0 0 16 0 0,0 0-416 0 0,0 0-104 0 0,0 0 0 0 0,0 0 0 0 0,0 0 688 0 0,0 0 112 0 0,15 0 32 0 0,1 0 0 0 0,-1 0-416 0 0,-15 0-88 0 0,15 0-8 0 0,1 15-8 0 0,-1-30-56 0 0,0 15 0 0 0,1 0-8 0 0,-1 0 0 0 0,1 0-72 0 0,-1 0-16 0 0,0 0 0 0 0,1 0 0 0 0,-1 0-88 0 0,1 0-72 0 0,-1 0 96 0 0,0 0-96 0 0,1 0 72 0 0,-1 0-72 0 0,1 0 0 0 0,-1 0 72 0 0,0 0-72 0 0,1 0 80 0 0,-1 0-80 0 0,-15 15 80 0 0,0-15-80 0 0,16 0 0 0 0,-16 0 0 0 0,0 0 0 0 0,15 0 0 0 0,-15 0 0 0 0,15 16 72 0 0,-15-1-72 0 0,0-15 64 0 0,16 15-64 0 0,-16-15 64 0 0,0 16-64 0 0,0-1 0 0 0,15-15 0 0 0,-15 16 0 0 0,0-1 64 0 0,0 0-64 0 0,0 1 0 0 0,16-1 0 0 0,-16 1 0 0 0,0-1 0 0 0,0 0 72 0 0,15 16-72 0 0,-15-15 80 0 0,0-1 16 0 0,0 16 8 0 0,0-1 0 0 0,0 1 0 0 0,15 0-40 0 0,-15 0 0 0 0,0 0-64 0 0,16-1 96 0 0,-16 1-96 0 0,0 0 0 0 0,0 0 64 0 0,15 0-64 0 0,-15-16 0 0 0,16 16 64 0 0,-16 0-64 0 0,0-16 0 0 0,15 16 64 0 0,-15 0-64 0 0,15-16 0 0 0,-15 16 72 0 0,0-1-72 0 0,0-14 80 0 0,0 15-80 0 0,16-1 80 0 0,-16 1-16 0 0,0 0-64 0 0,15 0 96 0 0,-15 0-32 0 0,0 15-64 0 0,0-15 0 0 0,0-1 72 0 0,15 1-72 0 0,-15 0 0 0 0,0 0 72 0 0,0 0-72 0 0,0-1 0 0 0,16-14 64 0 0,-16 14-64 0 0,0-14 0 0 0,0 15 0 0 0,0-1 64 0 0,15-14-64 0 0,-15-1 0 0 0,0 16 0 0 0,0-16 0 0 0,16 1 0 0 0,-16 15 0 0 0,0-16 0 0 0,0 0 64 0 0,0 16-64 0 0,0-15 0 0 0,0-1 0 0 0,15 16 0 0 0,-15-16 0 0 0,0 1 0 0 0,0 14 0 0 0,0-14 64 0 0,0-1-64 0 0,0 1 72 0 0,0-1-72 0 0,0 0 112 0 0,0 1-24 0 0,0-16-8 0 0,0 0 0 0 0,0 15 0 0 0,0-15 0 0 0,0 0 0 0 0,0 0 0 0 0,0 0 48 0 0,0 0 16 0 0,0 0 0 0 0,-15 0 0 0 0,15 15-16 0 0,-16-15-8 0 0,1 0 0 0 0,-1 0 0 0 0,1 0-56 0 0,0 0 0 0 0,-1-15-64 0 0,1 15 96 0 0,-16 0-32 0 0,16 0-64 0 0,-16 0 88 0 0,16-15-88 0 0,-16 15 64 0 0,15 0-64 0 0,-14 0 0 0 0,14 0 0 0 0,1 0 0 0 0,-16 0-128 0 0,16 15 32 0 0,-1-15 0 0 0,1 0-1064 0 0,-1 0-216 0 0,1 15-32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4:59.9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16 19031 0 0,'0'0'416'0'0,"0"0"96"0"0,0 0 8 0 0,0 0 16 0 0,0 0-432 0 0,0 0-104 0 0,0 0 0 0 0,0 0 0 0 0,0 0 864 0 0,0 0 160 0 0,0 0 24 0 0,-15-16 8 0 0,15 16-408 0 0,0 0-72 0 0,0 0-24 0 0,0 0 0 0 0,0 0-224 0 0,0 0-40 0 0,0 16-16 0 0,-16-16 0 0 0,16 15-112 0 0,0 1-32 0 0,-15-1 0 0 0,15-15 0 0 0,0 15-32 0 0,0 1-16 0 0,0-1 0 0 0,0 0 0 0 0,0 1-80 0 0,0-16 0 0 0,0 15 72 0 0,0 1-72 0 0,15-1 0 0 0,-15-15 0 0 0,0 15 0 0 0,0-15 64 0 0,16 16-64 0 0,-1-16 0 0 0,-15 0 0 0 0,0 15 0 0 0,0-15 0 0 0,15 0 0 0 0,1 0 0 0 0,-16 0 0 0 0,0-15 64 0 0,15 15 0 0 0,-15 0 0 0 0,16-16 0 0 0,-16 16-64 0 0,15-15 96 0 0,-15 15-32 0 0,0-15 0 0 0,0 15-64 0 0,15 0 72 0 0,-15-16-72 0 0,0 16 80 0 0,0-15-16 0 0,0-1 0 0 0,0 16 0 0 0,0-15 0 0 0,-15 0 0 0 0,15 15 0 0 0,0-16 0 0 0,0 1 0 0 0,-15 15-64 0 0,15 0 0 0 0,0 0 0 0 0,-16 0 64 0 0,16-15-64 0 0,0 15 0 0 0,0 0 0 0 0,-15 15-88 0 0,15-15-168 0 0,0 0-32 0 0,0 0 0 0 0,0 0-8 0 0,0 0-1016 0 0,0 0-208 0 0,0 0-40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00.3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18095 0 0,'0'0'512'0'0,"0"0"112"0"0,0 0-496 0 0,0 16-128 0 0,0-16 0 0 0,0 15 0 0 0,0-15 928 0 0,16 15 168 0 0,-16 1 32 0 0,0-16 8 0 0,0 15-408 0 0,0 0-88 0 0,0-15-8 0 0,0 16-8 0 0,0-1-256 0 0,0-15-48 0 0,0 16-16 0 0,0-1 0 0 0,0-15-40 0 0,0 15-8 0 0,0-15 0 0 0,0 16 0 0 0,0-16-80 0 0,0 15-16 0 0,0-15-8 0 0,0 16 0 0 0,0-16-72 0 0,0 0-16 0 0,0 0 0 0 0,0 0 0 0 0,0 0-64 0 0,0 0 0 0 0,0 0 0 0 0,0 0 0 0 0,0 0 0 0 0,-16-16 0 0 0,16 16 0 0 0,0-15 0 0 0,0 15 0 0 0,0-16 0 0 0,0 1 0 0 0,0 0 0 0 0,0 15 0 0 0,0-16 64 0 0,0 1-64 0 0,0-1 0 0 0,16 1 64 0 0,-16 0-64 0 0,0-1 0 0 0,15 1 64 0 0,1 0-64 0 0,-1 15 0 0 0,0-16 0 0 0,-15 16 0 0 0,16-15 64 0 0,-1 15-64 0 0,1 0 64 0 0,-1 0-64 0 0,-15 0 0 0 0,15 0 0 0 0,-15 15 64 0 0,16-15-64 0 0,-16 0 0 0 0,0 0 0 0 0,15 16 72 0 0,-15-16-72 0 0,0 0-248 0 0,16 15-80 0 0,-16-15-24 0 0,15 0-7440 0 0,0 0-1487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01.1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201 78 17735 0 0,'0'0'384'0'0,"0"0"88"0"0,0 0 8 0 0,15 0 32 0 0,-15-16-416 0 0,0 16-96 0 0,0 0 0 0 0,0-15 0 0 0,0 15 992 0 0,0 0 184 0 0,0-16 32 0 0,0 16 8 0 0,-15 0-448 0 0,15-15-96 0 0,0 15-8 0 0,-15 0-8 0 0,15-15-328 0 0,-16 15-64 0 0,1 0-8 0 0,15 0-8 0 0,-16 0-88 0 0,1 0-8 0 0,15 0-8 0 0,-15 0 0 0 0,15 0-48 0 0,-16 0-16 0 0,16 0 0 0 0,-15 0 0 0 0,15 0 0 0 0,0 0 0 0 0,-16 15 0 0 0,16-15 0 0 0,0 0-16 0 0,-15 0-64 0 0,15 0 96 0 0,-15 0-32 0 0,15 0 0 0 0,0 0 0 0 0,0 0 0 0 0,0 15 0 0 0,0-15 8 0 0,0 0 0 0 0,0 0 0 0 0,0 0 0 0 0,-16 0-8 0 0,16 0 0 0 0,0 16 0 0 0,0-16 0 0 0,0 15 0 0 0,-15 1-64 0 0,15-16 96 0 0,0 15-32 0 0,15 0-64 0 0,-15 1 64 0 0,0-1-64 0 0,0 1 64 0 0,0-1-64 0 0,0 0 0 0 0,16 1 72 0 0,-16-1-72 0 0,0 1 0 0 0,0 14 64 0 0,15-14-64 0 0,-15-1 0 0 0,0 16 64 0 0,0-16-64 0 0,15 16 64 0 0,-15 0-64 0 0,0 0 72 0 0,0-1-72 0 0,16 1 96 0 0,-16 0-96 0 0,0 0 96 0 0,0 15-96 0 0,15-15 96 0 0,-15 15-96 0 0,0-15 64 0 0,0 0-64 0 0,0-1 0 0 0,16 1 0 0 0,-16 0 0 0 0,0 0 0 0 0,15-1 0 0 0,-15 1 0 0 0,0 0 0 0 0,0 0 0 0 0,0 0 0 0 0,0-1 0 0 0,15 1 0 0 0,-15 0 0 0 0,0 15 0 0 0,0-15 0 0 0,0 0 0 0 0,0 0 0 0 0,0 15 0 0 0,0-16 0 0 0,0 1 0 0 0,0-15 0 0 0,0 14 0 0 0,0-14 0 0 0,0 15 64 0 0,0-16-64 0 0,0 0 0 0 0,0 1 0 0 0,0-16 0 0 0,0 15 0 0 0,0 1 0 0 0,0-16 0 0 0,0 0 64 0 0,0 0-64 0 0,0 0 0 0 0,0 0 0 0 0,0 0 0 0 0,0 0 0 0 0,0 0 0 0 0,0 0 0 0 0,0 0 0 0 0,0 0 0 0 0,16-16 0 0 0,-16 16 0 0 0,15 0 64 0 0,1-15-64 0 0,-16 15 0 0 0,15-16 0 0 0,-15 1 0 0 0,15 15 0 0 0,1 0 0 0 0,-16-15 0 0 0,15 15 0 0 0,1 0 0 0 0,-1 0 0 0 0,0 0 0 0 0,1 0-160 0 0,-1 0 0 0 0,0 0-8 0 0,1 15 0 0 0,-16-15-528 0 0,15 0-104 0 0,1 0-16 0 0,-1 15-6936 0 0,0-15-1391 0 0</inkml:trace>
  <inkml:trace contextRef="#ctx0" brushRef="#br0" timeOffset="1620.73">817 31 18455 0 0,'0'0'408'0'0,"0"0"80"0"0,0 0 24 0 0,0 0 0 0 0,0 0-408 0 0,0 0-104 0 0,0 0 0 0 0,0-15 0 0 0,0 15 592 0 0,0 0 96 0 0,0 0 16 0 0,0 0 8 0 0,0 0-280 0 0,0 0-56 0 0,0 0-16 0 0,0 0 0 0 0,0 0-8 0 0,0 0 0 0 0,-16 15 0 0 0,16-15 0 0 0,-15 16-128 0 0,15-16-32 0 0,-15 15-8 0 0,15 1 0 0 0,-16-16-64 0 0,16 15-16 0 0,0 0 0 0 0,-15 1 0 0 0,15-16-40 0 0,0 15 0 0 0,0-15-64 0 0,-16 0 96 0 0,16 16-96 0 0,0-16 0 0 0,0 0 0 0 0,0 0-80 0 0,0 0 80 0 0,0 0 0 0 0,0 0 0 0 0,0 0 0 0 0,0 0 0 0 0,0 0 0 0 0,0 0 0 0 0,0 0 0 0 0,0 0 0 0 0,0 0 0 0 0,0 0 0 0 0,0 0 0 0 0,16-16 0 0 0,-16 16 0 0 0,0 0 0 0 0,0-15 0 0 0,15 15 0 0 0,-15 0 0 0 0,0-16 0 0 0,0 16 0 0 0,0 0 0 0 0,0-15 0 0 0,16 0 0 0 0,-16 15 0 0 0,0-16 0 0 0,15 16 0 0 0,-15 0 0 0 0,0-15 0 0 0,0 15 0 0 0,0 0 0 0 0,0 0 0 0 0,0-16 0 0 0,0 16 0 0 0,0 0 0 0 0,0 0 0 0 0,0 0 64 0 0,15 0 8 0 0,-15 0 8 0 0,0 0 0 0 0,0 0 0 0 0,0 0 16 0 0,0 0 8 0 0,0 0 0 0 0,0 0 0 0 0,0 0 0 0 0,0 0 0 0 0,0 0 0 0 0,0 0 0 0 0,0 0-40 0 0,0 0-64 0 0,0 16 88 0 0,16-1-88 0 0,-16-15 96 0 0,0 16-32 0 0,0-16 0 0 0,0 15-64 0 0,0 0 72 0 0,0 1-72 0 0,0-1 0 0 0,15-15 72 0 0,-15 16-72 0 0,0-1 0 0 0,0-15 72 0 0,0 15-72 0 0,0-15 0 0 0,0 16 72 0 0,0-1-72 0 0,0-15 0 0 0,0 16 64 0 0,0-1-64 0 0,0-15 0 0 0,0 15 0 0 0,0 1 64 0 0,0-16-64 0 0,0 0 0 0 0,0 15 0 0 0,0 0 64 0 0,0-15-64 0 0,0 0 0 0 0,0 16 0 0 0,0-16 80 0 0,0 0-16 0 0,0 0 0 0 0,0 15 0 0 0,0-15-64 0 0,0 16 0 0 0,0-16 0 0 0,0 0 0 0 0,0 0 0 0 0,0 15 0 0 0,0 0 0 0 0,0-15 0 0 0,-15 0 0 0 0,15 0 0 0 0,0 0 64 0 0,0 0-64 0 0,-16 16 0 0 0,16-16 0 0 0,0 0 0 0 0,0 0 0 0 0,-15 15 0 0 0,15-15 0 0 0,-15 0 0 0 0,15 0 64 0 0,0 0-64 0 0,0 0 0 0 0,0 0 72 0 0,0 0-72 0 0,-16 0 96 0 0,16 0-24 0 0,0 0 0 0 0,0 0 0 0 0,0 0-72 0 0,0 0 96 0 0,0 0-96 0 0,0 0 96 0 0,0 0-96 0 0,0 0 0 0 0,0 0 72 0 0,0 0-72 0 0,16 0 0 0 0,-1 0 0 0 0,-15 0 0 0 0,15 0 64 0 0,1 0-64 0 0,-1 0 0 0 0,-15 0 0 0 0,15 0 0 0 0,1 0 0 0 0,-1 0-80 0 0,-15 0 80 0 0,16 0-80 0 0,-1 0-504 0 0,-15 16-104 0 0,15-16-16 0 0,1 0-6992 0 0,-16 0-1391 0 0</inkml:trace>
  <inkml:trace contextRef="#ctx0" brushRef="#br0" timeOffset="2026.58">540 955 18687 0 0,'0'0'416'0'0,"0"0"80"0"0,0 0 16 0 0,0 15 8 0 0,-16-15-416 0 0,16 0-104 0 0,0 0 0 0 0,0 0 0 0 0,0 0 1024 0 0,0 0 192 0 0,0 0 32 0 0,0 0 0 0 0,0 0-632 0 0,0 0-128 0 0,0 0-24 0 0,0 0-8 0 0,16 0-208 0 0,-16-15-48 0 0,15 15-8 0 0,-15 0 0 0 0,15 0-128 0 0,-15 0-64 0 0,16 0 0 0 0,-1 0 64 0 0,-15 0-208 0 0,16 0-48 0 0,-16 0 0 0 0,15 0-7288 0 0,-15 0-1447 0 0</inkml:trace>
  <inkml:trace contextRef="#ctx0" brushRef="#br0" timeOffset="2717.35">986 863 16687 0 0,'0'0'472'0'0,"0"0"104"0"0,0 0-456 0 0,0 0-120 0 0,0 0 0 0 0,0 0 0 0 0,0 0 840 0 0,0 15 152 0 0,-15-15 24 0 0,15 15 8 0 0,-16-15-568 0 0,16 16-104 0 0,-15-1-32 0 0,15-15 0 0 0,0 0-64 0 0,-16 16-8 0 0,16-16-8 0 0,0 0 0 0 0,-15 15 48 0 0,15-15 16 0 0,0 0 0 0 0,0 0 0 0 0,0 0-112 0 0,0 0-32 0 0,0 0 0 0 0,0 0 0 0 0,0 0-96 0 0,0 0-64 0 0,0 0 64 0 0,0 0-64 0 0,0 0 64 0 0,0 0-64 0 0,0 0 80 0 0,0 0-80 0 0,15-15 64 0 0,-15 15-64 0 0,16-16 0 0 0,-16 16 0 0 0,15-15 0 0 0,-15 15 64 0 0,16-16-64 0 0,-16 16 0 0 0,0-15 0 0 0,15 15 0 0 0,-15 0 0 0 0,15-15 0 0 0,-15 15 64 0 0,0-16-64 0 0,0 16 0 0 0,16 0 72 0 0,-16 0-72 0 0,0 0 96 0 0,0 0-96 0 0,0 0 96 0 0,0 0 16 0 0,15-15 8 0 0,-15 15 0 0 0,0 0 0 0 0,0 0 64 0 0,0 0 8 0 0,0 0 8 0 0,0 0 0 0 0,0 0-16 0 0,0 15-8 0 0,0-15 0 0 0,16 0 0 0 0,-16 16-48 0 0,0-1-16 0 0,0-15 0 0 0,15 15 0 0 0,-15-15-32 0 0,0 16-8 0 0,0-1 0 0 0,0-15 0 0 0,0 16-8 0 0,0-1-64 0 0,0 0 96 0 0,0 1-32 0 0,0-1 0 0 0,0-15-64 0 0,0 16 96 0 0,0-1-32 0 0,0-15 0 0 0,0 15-64 0 0,0-15 96 0 0,0 0-32 0 0,0 16-64 0 0,0-1 80 0 0,0-15-80 0 0,0 0 80 0 0,0 16-80 0 0,0-1 0 0 0,0-15 0 0 0,0 0 64 0 0,0 0-64 0 0,-15 15 0 0 0,-1-15 0 0 0,16 16 0 0 0,0-16 0 0 0,-15 0 0 0 0,15 0 0 0 0,-16 0 0 0 0,16 15 0 0 0,-15-15 0 0 0,15 0 0 0 0,0 0 0 0 0,-15 0 0 0 0,15 0 0 0 0,0 0 0 0 0,0 0 0 0 0,0 0 0 0 0,0 0 0 0 0,0 0 0 0 0,0 0 0 0 0,0 0 0 0 0,0 0 0 0 0,0 0 0 0 0,0 0 0 0 0,0 0 0 0 0,15 0 0 0 0,0 0 0 0 0,-15 16 0 0 0,16-16-64 0 0,-1 0 64 0 0,1 15 0 0 0,-1-15 0 0 0,0 0 0 0 0,1 0 0 0 0,-16 15 0 0 0,15-15 0 0 0,1 0-88 0 0,-16 16 24 0 0,0-16 0 0 0,15 0 0 0 0,0 0-1152 0 0,-15 0-232 0 0,16 15-48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04.9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 1 13824 0 0,'0'0'392'0'0,"0"0"88"0"0,0 0-384 0 0,0 0-96 0 0,0 0 0 0 0,0 0 0 0 0,0 0 1360 0 0,0 0 255 0 0,0 0 49 0 0,0 15 16 0 0,-16 1-688 0 0,16-16-144 0 0,0 15-24 0 0,0 0-8 0 0,-15-15-336 0 0,15 16-72 0 0,0-16-16 0 0,0 15 0 0 0,-16-15-96 0 0,16 16-16 0 0,0-1-8 0 0,-15-15 0 0 0,15 0-104 0 0,0 15-16 0 0,0-15-8 0 0,0 0 0 0 0,0 0-80 0 0,0 0-64 0 0,0 0 72 0 0,0 0-72 0 0,0 0 64 0 0,0 0-64 0 0,0 0 0 0 0,0 0 72 0 0,0 0-72 0 0,0 0 0 0 0,0 0 0 0 0,0 0 0 0 0,0 0 0 0 0,0 0 0 0 0,0 0-64 0 0,0 0 64 0 0,0 0-88 0 0,0 0 24 0 0,15-15 0 0 0,-15 15 0 0 0,16-15 0 0 0,-16 15 0 0 0,0-16 0 0 0,15 16 0 0 0,-15-15 64 0 0,0 15 0 0 0,0 0 0 0 0,16-16-64 0 0,-16 16 64 0 0,0 0 0 0 0,0-15 0 0 0,0 15 0 0 0,0 0 0 0 0,0 0 0 0 0,0 0 0 0 0,0 0 0 0 0,0 0 0 0 0,0 0 0 0 0,0 0 0 0 0,0 0 0 0 0,0 0 0 0 0,0 0 0 0 0,0 0 64 0 0,0 0-64 0 0,15 0 104 0 0,-15 15-8 0 0,0 1-8 0 0,15-16 0 0 0,-15 15 16 0 0,0 1 8 0 0,0-1 0 0 0,0 0 0 0 0,0 1-16 0 0,0-16-8 0 0,0 15 0 0 0,0 1 0 0 0,0-1-24 0 0,0 0-64 0 0,16 1 96 0 0,-16-1-32 0 0,0 0 16 0 0,0-15 0 0 0,0 16 0 0 0,0-1 0 0 0,0 1-16 0 0,0-16 0 0 0,0 15 0 0 0,0 0 0 0 0,0-15 0 0 0,0 16-64 0 0,0-16 96 0 0,0 15-32 0 0,0-15-64 0 0,0 0 80 0 0,0 0-80 0 0,0 16 80 0 0,0-1-80 0 0,-16-15 0 0 0,16 0 0 0 0,0 15 64 0 0,0-15-64 0 0,0 0 0 0 0,0 16 0 0 0,0-16 0 0 0,-15 0 0 0 0,15 0 0 0 0,-15 0 0 0 0,15 0 0 0 0,0 15 0 0 0,0-15 0 0 0,0 0 0 0 0,0 0 0 0 0,-16 0 0 0 0,16 0 0 0 0,-15 0 0 0 0,15 0 0 0 0,0 0 0 0 0,0 0 0 0 0,0 0 0 0 0,0 0 0 0 0,0 0 64 0 0,0 0-64 0 0,0 0 64 0 0,0 0-64 0 0,0 0 0 0 0,0 0 0 0 0,0 0 64 0 0,0 0-64 0 0,0 0 0 0 0,15 0 0 0 0,1 0 0 0 0,-16 0 0 0 0,15 0 0 0 0,0 0 0 0 0,-15 0 0 0 0,0 0 0 0 0,16 0-144 0 0,-1 0 8 0 0,-15 0 0 0 0,0 16 0 0 0,16-16-888 0 0,-1 0-168 0 0,-15 0-40 0 0,15 0-5936 0 0,1 0-1191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05.7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0 108 15584 0 0,'0'0'440'0'0,"0"0"103"0"0,0 0-439 0 0,0 0-104 0 0,0-15 0 0 0,0 15 0 0 0,0 0 1128 0 0,0-16 208 0 0,0 1 40 0 0,0 15 0 0 0,15-15-536 0 0,-15 15-104 0 0,0-16-32 0 0,16 16 0 0 0,-16 0-176 0 0,0-15-40 0 0,15 15-8 0 0,-15 0 0 0 0,0-16-112 0 0,16 16-24 0 0,-16 0-8 0 0,0 0 0 0 0,15 0-112 0 0,-15 0-32 0 0,15 0 0 0 0,-15 0 0 0 0,0 0-80 0 0,16 0-16 0 0,-1 0-8 0 0,-15 16 0 0 0,0-1-88 0 0,16-15 64 0 0,-16 16-64 0 0,15-1 64 0 0,-15-15-64 0 0,0 15 0 0 0,0 1 0 0 0,0-1 64 0 0,0 1-64 0 0,-15-1 0 0 0,15 16 0 0 0,-16-16 0 0 0,16 1 0 0 0,0 14 0 0 0,-15-14 0 0 0,15 15 0 0 0,-16-16 0 0 0,16 16 0 0 0,-15-16 0 0 0,15 0 0 0 0,-15 1 0 0 0,15-1 0 0 0,-16 1 0 0 0,16-1 0 0 0,-15-15 0 0 0,15 15 0 0 0,0-15 0 0 0,0 0 0 0 0,-16 16-64 0 0,16-16 64 0 0,0 0 0 0 0,0 0 0 0 0,0 0 0 0 0,0 0 0 0 0,-15 0-72 0 0,15 0 72 0 0,0 0 0 0 0,0-16 0 0 0,0 1 0 0 0,0 0 0 0 0,0 15-72 0 0,0-16 72 0 0,15 1 0 0 0,-15 15-72 0 0,16-16 72 0 0,-16 16 0 0 0,15-15 0 0 0,-15 15-64 0 0,0 0 64 0 0,16 0 0 0 0,-16 0 0 0 0,15 15 0 0 0,0-15 0 0 0,-15 16 0 0 0,16-16 0 0 0,-16 15 0 0 0,15 1 0 0 0,-15-16 0 0 0,16 15 64 0 0,-1-15-64 0 0,-15 15 0 0 0,15-15 0 0 0,-15 0 0 0 0,16 0 64 0 0,-1 0-64 0 0,-15 0 0 0 0,16 0 0 0 0,-1 0 0 0 0,-15 0-128 0 0,15-15-16 0 0,1 15 0 0 0,-16-15-7600 0 0,15 15-1527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06.5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19151 0 0,'0'0'416'0'0,"0"0"96"0"0,0 0 8 0 0,0 0 24 0 0,0 0-440 0 0,16 0-104 0 0,-1 0 0 0 0,0 16 0 0 0,1-16 624 0 0,-1 0 104 0 0,1-16 16 0 0,-1 16 8 0 0,0 0-312 0 0,-15 0-64 0 0,16 0-16 0 0,-1 0 0 0 0,1 0-40 0 0,-16 0-16 0 0,15 0 0 0 0,0 0 0 0 0,-15 0-104 0 0,0 0-16 0 0,16-15-8 0 0,-16 15 0 0 0,0 0-88 0 0,15 0-24 0 0,-15 0 0 0 0,0 0 0 0 0,0 0-64 0 0,0 0 64 0 0,16 15-64 0 0,-16-15 64 0 0,0 0-64 0 0,0 0 0 0 0,15 16 0 0 0,-15-16 64 0 0,0 0-64 0 0,0 15 0 0 0,15-15 72 0 0,-15 15-72 0 0,0 1 72 0 0,0-1-72 0 0,0 1 96 0 0,0-16-96 0 0,0 15 96 0 0,0 0-96 0 0,0 1 96 0 0,0-1-96 0 0,0 1 104 0 0,0-1-32 0 0,16 0-8 0 0,-16 1 0 0 0,0-1 0 0 0,0-15-64 0 0,0 31 96 0 0,0-16-32 0 0,0 1 0 0 0,0-1 0 0 0,0 0 0 0 0,0 1 0 0 0,0-1-64 0 0,0 16 80 0 0,0-16-80 0 0,0 1 80 0 0,0 15-80 0 0,0-16 0 0 0,0 16 0 0 0,0-16 64 0 0,0 16-64 0 0,0 0 0 0 0,0-16 0 0 0,0 16 0 0 0,0 0 0 0 0,0 0 0 0 0,0-1 0 0 0,15 1 0 0 0,-15 0 0 0 0,0 0 0 0 0,0-16 0 0 0,0 0 0 0 0,0 16 0 0 0,0-15 0 0 0,0 14 0 0 0,0-14 0 0 0,0-1 0 0 0,0 16 0 0 0,16-16 64 0 0,-16 1-64 0 0,0-1 0 0 0,0 16 0 0 0,0-16 0 0 0,0 1 0 0 0,0 15 0 0 0,0-16 0 0 0,0 0 0 0 0,0 1 0 0 0,0-1 0 0 0,0 16 0 0 0,0-16 64 0 0,0 1-64 0 0,0-1 0 0 0,0 1 0 0 0,0-1 0 0 0,0 0 0 0 0,0 16 96 0 0,0-31-16 0 0,0 15-8 0 0,0 1 0 0 0,0-1 24 0 0,0 1 8 0 0,0-16 0 0 0,0 0 0 0 0,0 15 8 0 0,0-15 0 0 0,0 0 0 0 0,0 15 0 0 0,0-15-24 0 0,0 16-8 0 0,0-16 0 0 0,0 0 0 0 0,-16 0 16 0 0,16 0 8 0 0,0 0 0 0 0,0 0 0 0 0,-15 0-8 0 0,15 15-8 0 0,-16-15 0 0 0,16 0 0 0 0,-15 0-88 0 0,15-15 96 0 0,-15 15-96 0 0,-1 0 96 0 0,16 0-96 0 0,-15 0 0 0 0,15-16 0 0 0,-16 16 64 0 0,16 0-64 0 0,-15 0 0 0 0,0 0 0 0 0,15 0 0 0 0,-16 0-408 0 0,1 0-40 0 0,15 0-16 0 0,-16 0-7824 0 0,16 0-1567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07.7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 31 19151 0 0,'0'0'416'0'0,"0"0"96"0"0,0 0 8 0 0,0 0 24 0 0,0 0-440 0 0,0 0-104 0 0,0 0 0 0 0,0 0 0 0 0,0 0 680 0 0,0 0 120 0 0,-16 0 16 0 0,16 0 8 0 0,0 0-264 0 0,0 0-48 0 0,0 0-16 0 0,0-15 0 0 0,-15 15-200 0 0,15 0-40 0 0,0 0 0 0 0,-15 15-8 0 0,15-15-40 0 0,0 16-8 0 0,-16-16 0 0 0,16 15 0 0 0,0-15-48 0 0,0 15-16 0 0,0 1 0 0 0,0-1 0 0 0,0-15-48 0 0,0 15-16 0 0,0 1 0 0 0,0-16 0 0 0,0 0-72 0 0,0 15 0 0 0,0-15 0 0 0,16 0 0 0 0,-16 16 0 0 0,0-16 0 0 0,15 0 0 0 0,-15 15 0 0 0,0-15 88 0 0,0 0-24 0 0,15-15-64 0 0,1 15 96 0 0,-16 0 40 0 0,15 0 8 0 0,-15 0 0 0 0,16-16 0 0 0,-16 16-48 0 0,0-15 0 0 0,15 15-8 0 0,-15-16 0 0 0,0 1-88 0 0,0 15 80 0 0,0-15-80 0 0,0 15 80 0 0,0-16-80 0 0,0 1 0 0 0,0 15 72 0 0,-15 0-72 0 0,15-15 0 0 0,0-1 72 0 0,-16 16-72 0 0,16-15 0 0 0,0 15 0 0 0,-15 0 0 0 0,15-16 0 0 0,0 16-96 0 0,0 0-136 0 0,0 0-24 0 0,-16 0-8 0 0,16 0 0 0 0,0 0-1000 0 0,0 0-200 0 0,0 0-40 0 0,0 0 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08.1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78 17823 0 0,'0'0'504'0'0,"0"0"112"0"0,0 0-488 0 0,0 0-128 0 0,0 0 0 0 0,0 0 0 0 0,0 0 704 0 0,15 15 112 0 0,-15 1 24 0 0,0-16 8 0 0,15 0-488 0 0,-15 15-96 0 0,16 0-16 0 0,-16 1-8 0 0,0-16 48 0 0,0 15 16 0 0,0-15 0 0 0,15 0 0 0 0,-15 16 32 0 0,0-16 8 0 0,0 0 0 0 0,0 0 0 0 0,0 0-104 0 0,0 0-16 0 0,0 0-8 0 0,0 0 0 0 0,0 0-72 0 0,0 0-16 0 0,0 0 0 0 0,0 0 0 0 0,0 0-40 0 0,0 0-16 0 0,0 0 0 0 0,0-16 0 0 0,0 16 16 0 0,16-15 0 0 0,-16-1 0 0 0,0 16 0 0 0,0-15 16 0 0,0 0 8 0 0,15 15 0 0 0,-15-16 0 0 0,0 1 8 0 0,15 0 0 0 0,-15-1 0 0 0,16 16 0 0 0,-16-15-48 0 0,15-1-8 0 0,1 16 0 0 0,-16-15 0 0 0,15 15-64 0 0,0 0 0 0 0,-15 0 0 0 0,0 0 64 0 0,0 0-64 0 0,16 0 0 0 0,-16 0 0 0 0,15 0 64 0 0,-15 0-64 0 0,0 15-136 0 0,0-15 32 0 0,16 0 8 0 0,-16 16-1000 0 0,15-16-200 0 0,-15 0-40 0 0,0 15-8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09.0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232 16 17247 0 0,'0'0'384'0'0,"0"0"72"0"0,0 0 24 0 0,0 0 0 0 0,0 0-384 0 0,0 0-96 0 0,15 0 0 0 0,-15 0 0 0 0,0 0 912 0 0,0 0 168 0 0,0 0 32 0 0,0 0 8 0 0,0 0-336 0 0,0 0-64 0 0,0 0-16 0 0,0 0 0 0 0,0 0-232 0 0,0 0-56 0 0,-15-16 0 0 0,15 16-8 0 0,-16 0-216 0 0,1 0-32 0 0,15 0-16 0 0,-15 0 0 0 0,-1 16-144 0 0,16-16 80 0 0,-15 0-80 0 0,-1 0 64 0 0,1 0-64 0 0,0 0 0 0 0,15 0 0 0 0,-16 0 0 0 0,16 0 0 0 0,-15 0 0 0 0,-1 0 0 0 0,16 0 0 0 0,0 0 0 0 0,-15 0 0 0 0,15 0 0 0 0,0 0 0 0 0,0 0 0 0 0,-15 0 0 0 0,15 0 0 0 0,0 0 0 0 0,0 0 0 0 0,0 0 0 0 0,0 0 0 0 0,-16 15 0 0 0,16-15 0 0 0,0 0 0 0 0,0 0 0 0 0,0 0 0 0 0,0 16 72 0 0,0-16-72 0 0,0 0 80 0 0,-15 0-80 0 0,15 0 128 0 0,0 15-32 0 0,0 0 0 0 0,15-15 0 0 0,-15 16 8 0 0,0-1 0 0 0,0-15 0 0 0,0 16 0 0 0,16-1-32 0 0,-16 0-8 0 0,0-15 0 0 0,0 16 0 0 0,0-1-64 0 0,0 1 64 0 0,0-1-64 0 0,15 0 64 0 0,-15 1-64 0 0,0-1 80 0 0,0 16-80 0 0,0-16 80 0 0,0 16-80 0 0,0-16 0 0 0,0 16 0 0 0,0 0 64 0 0,15 0-64 0 0,-15 0 0 0 0,0-1 0 0 0,0 1 0 0 0,0 0 0 0 0,0-16 0 0 0,0 16 64 0 0,0 0-64 0 0,0 0 0 0 0,0-16 0 0 0,16 16 0 0 0,-16-16 0 0 0,0 16 0 0 0,0 0 0 0 0,0-16 0 0 0,15 16 0 0 0,-15-16 0 0 0,0 16 0 0 0,0-15 0 0 0,0 14 0 0 0,0-14 0 0 0,0 15 0 0 0,0-1 0 0 0,0-14 0 0 0,16 15 0 0 0,-16-1 0 0 0,0 1 0 0 0,0-15 0 0 0,15 14 0 0 0,-15 1 0 0 0,0-15 0 0 0,0 14 0 0 0,0-14-96 0 0,0-1 24 0 0,0 16 0 0 0,0-16 0 0 0,0 1-8 0 0,0-1 0 0 0,0 16 0 0 0,0 0 0 0 0,0-31 0 0 0,0 15 0 0 0,0 0 0 0 0,0 1 0 0 0,0-1 80 0 0,0-15-104 0 0,0 16 40 0 0,0-1 64 0 0,0 0-104 0 0,0 1 40 0 0,0-16 64 0 0,0 15-104 0 0,0 1 104 0 0,0-16 0 0 0,0 0 0 0 0,0 15 0 0 0,0 0 0 0 0,0-15 0 0 0,0 0 0 0 0,0 0 0 0 0,0 0 0 0 0,0 0 0 0 0,0 0 0 0 0,0 0 0 0 0,0 16 0 0 0,0-16 0 0 0,0 0 0 0 0,0 0 0 0 0,0 0 0 0 0,0 0 0 0 0,0 0 0 0 0,0 0 0 0 0,0 0 0 0 0,0 0 0 0 0,0 0 0 0 0,0 0 0 0 0,15 0 0 0 0,-15-16 0 0 0,16 16 0 0 0,-1 0 0 0 0,-15-15 0 0 0,16 15 0 0 0,-1 0 0 0 0,-15 0 0 0 0,15 0 0 0 0,1 0 0 0 0,-16-15 0 0 0,15 15 0 0 0,1 0-680 0 0,-1 0-88 0 0,0 0-24 0 0,1 15-6464 0 0,-16-15-1287 0 0</inkml:trace>
  <inkml:trace contextRef="#ctx0" brushRef="#br0" timeOffset="1815.55">755 139 19927 0 0,'0'0'440'0'0,"0"0"88"0"0,0 0 16 0 0,0 0 16 0 0,0 0-448 0 0,0 0-112 0 0,0 0 0 0 0,0 0 0 0 0,0 0 416 0 0,0 0 64 0 0,0 0 16 0 0,0 0 0 0 0,0 0-272 0 0,-15 0-64 0 0,15 15 0 0 0,-16-15-8 0 0,16 16-88 0 0,0-1-64 0 0,-15-15 72 0 0,15 16-72 0 0,0-16 72 0 0,0 15-72 0 0,0-15 64 0 0,-15 0-64 0 0,15 15 152 0 0,0-15-16 0 0,0 0 0 0 0,0 0 0 0 0,0 0 64 0 0,0 0 16 0 0,0 0 0 0 0,0 0 0 0 0,0 0-64 0 0,0 0-16 0 0,0 0 0 0 0,0 0 0 0 0,0 0-32 0 0,0 0-8 0 0,0 0 0 0 0,0-15 0 0 0,15 15-32 0 0,-15-15-64 0 0,0 15 88 0 0,15-16-88 0 0,-15 1 80 0 0,0 15-80 0 0,16-16 64 0 0,-16 1-64 0 0,0 15 80 0 0,15-15-80 0 0,-15-1 96 0 0,0 16-96 0 0,0-15 96 0 0,16 15-32 0 0,-16-16 0 0 0,0 16-64 0 0,0 0 120 0 0,0-15-32 0 0,0 15-8 0 0,0 0 0 0 0,0 0 24 0 0,0 0 8 0 0,0 0 0 0 0,0 0 0 0 0,0 0 0 0 0,0 0 0 0 0,0 0 0 0 0,0 0 0 0 0,15 15-40 0 0,-15-15-8 0 0,0 16 0 0 0,0-1 0 0 0,15 1-64 0 0,-15-1 96 0 0,0 0-96 0 0,0-15 96 0 0,0 16-96 0 0,0-1 80 0 0,0 1-80 0 0,0-1 80 0 0,0 0-80 0 0,16 1 0 0 0,-16-1 72 0 0,0-15-72 0 0,0 16 64 0 0,0-1-64 0 0,0-15 64 0 0,0 15-64 0 0,0 1 0 0 0,0-1 0 0 0,-16-15 0 0 0,16 15 0 0 0,0-15 0 0 0,0 16 0 0 0,0-16 0 0 0,-15 0 0 0 0,15 15 0 0 0,0-15 0 0 0,-15 0 0 0 0,15 0-64 0 0,0 16 64 0 0,-16-16-80 0 0,16 0 80 0 0,0 0-80 0 0,-15 0 80 0 0,15 0 0 0 0,0 0 0 0 0,0 0-64 0 0,0 0 64 0 0,0 0 0 0 0,0 0 0 0 0,0 0 0 0 0,0 0 0 0 0,0 0 0 0 0,0 0 0 0 0,0 0 0 0 0,0 0 0 0 0,0 0 0 0 0,0 0 0 0 0,0 0 64 0 0,0 0-64 0 0,15 0 0 0 0,1 0 0 0 0,-16-16 0 0 0,15 16 0 0 0,0 0 0 0 0,-15 0 0 0 0,16 0 0 0 0,-1 0-600 0 0,-15 0-72 0 0,0 0-24 0 0,16 16-6840 0 0,-1-16-1367 0 0</inkml:trace>
  <inkml:trace contextRef="#ctx0" brushRef="#br0" timeOffset="2189.77">355 970 17167 0 0,'0'0'480'0'0,"0"0"120"0"0,0 0-480 0 0,0 0-120 0 0,0 0 0 0 0,0 0 0 0 0,0 0 1152 0 0,0 0 200 0 0,15 0 48 0 0,1 0 8 0 0,-1 0-720 0 0,-15 0-144 0 0,15 0-24 0 0,1 0-8 0 0,-1 0-328 0 0,1 0-72 0 0,-1 0-16 0 0,0 0 0 0 0,1 0-96 0 0,-1 0 0 0 0,-15 0 0 0 0,16 0 0 0 0,-1 0-1328 0 0,0 0-208 0 0,-15 0-48 0 0</inkml:trace>
  <inkml:trace contextRef="#ctx0" brushRef="#br0" timeOffset="3054.83">909 878 21023 0 0,'0'0'464'0'0,"0"0"96"0"0,0 0 16 0 0,0 0 8 0 0,0 0-464 0 0,0 0-120 0 0,0 0 0 0 0,0 0 0 0 0,0 0 648 0 0,0 0 112 0 0,0 0 16 0 0,0 0 8 0 0,0 0-464 0 0,0 0-96 0 0,0 0-24 0 0,-15 15 0 0 0,15-15-136 0 0,-16 16-64 0 0,16-16 64 0 0,-15 15-64 0 0,15-15 0 0 0,0 15 0 0 0,-15 1 0 0 0,15-16 0 0 0,0 0 0 0 0,0 15 0 0 0,0-15 0 0 0,-16 0 0 0 0,16 0 72 0 0,0 0-72 0 0,0 0 80 0 0,0 0-80 0 0,0 0 64 0 0,0 0-64 0 0,0 0 0 0 0,0 0 72 0 0,0 0-72 0 0,0 0 0 0 0,0 0 0 0 0,0 0 0 0 0,16 0 0 0 0,-16-15 0 0 0,15 15 0 0 0,0-16 0 0 0,-15 1 0 0 0,16 15 0 0 0,-16-15 0 0 0,15 15 0 0 0,-15-16 0 0 0,15 1 0 0 0,-15 15 0 0 0,16-16 0 0 0,-16 16 0 0 0,15-15 0 0 0,-15 15 0 0 0,16-15 0 0 0,-16 15 0 0 0,0 0 0 0 0,0 0 0 0 0,0 0 0 0 0,0 0 64 0 0,0-16-64 0 0,0 16 64 0 0,0 0-64 0 0,0 0 80 0 0,0 0-80 0 0,0 0 96 0 0,0 0-96 0 0,0 0 144 0 0,0 0-24 0 0,0 0-8 0 0,15 16 0 0 0,-15-16-16 0 0,15 15 0 0 0,-15 0 0 0 0,0-15 0 0 0,0 16-32 0 0,0-1-64 0 0,0 1 88 0 0,0-16-88 0 0,0 15 96 0 0,0 0-96 0 0,0 1 96 0 0,0-1-96 0 0,0 1 80 0 0,0-1-80 0 0,0 0 64 0 0,0 1-64 0 0,0-1 96 0 0,0 1-16 0 0,0-1-8 0 0,0 16 0 0 0,0-31-72 0 0,0 15 0 0 0,0 1 0 0 0,0-1 0 0 0,0 0 0 0 0,0-15 0 0 0,0 16-64 0 0,0-16 64 0 0,0 0 0 0 0,0 0 0 0 0,0 15 0 0 0,-15-15 0 0 0,15 0 0 0 0,-15 16 0 0 0,15-16 0 0 0,0 0 0 0 0,-16 0 0 0 0,16 0 0 0 0,-15 0 0 0 0,15 0 0 0 0,0 0 64 0 0,-16 0-64 0 0,16 0 0 0 0,0 0 64 0 0,0 0 24 0 0,0 0 0 0 0,-15 0 0 0 0,15 0 0 0 0,0 0-88 0 0,0 0 0 0 0,0 0 0 0 0,0 0 0 0 0,0 0 0 0 0,0 0 0 0 0,0 0 0 0 0,0 0 64 0 0,15 0-64 0 0,1 0 0 0 0,-16 0 0 0 0,31 0 0 0 0,-31 0 0 0 0,30 0 0 0 0,-30 0 0 0 0,16 0 0 0 0,-1 0-160 0 0,1-16-16 0 0,-1 16-8 0 0,0 0-7736 0 0,1 0-1551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13.2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32 185 19951 0 0,'0'0'440'0'0,"0"0"88"0"0,-16 15 16 0 0,16-15 24 0 0,0-15-456 0 0,0 15-112 0 0,-15 0 0 0 0,15 0 0 0 0,0 0 920 0 0,0 0 160 0 0,0 0 32 0 0,0 0 8 0 0,0 0-568 0 0,0 0-104 0 0,0 0-32 0 0,15 0 0 0 0,1-16-304 0 0,-1 16-112 0 0,0 0 72 0 0,1 0-72 0 0,-1 0-288 0 0,1 0-104 0 0,14 0-24 0 0,-30 0-6912 0 0,31 0-1391 0 0</inkml:trace>
  <inkml:trace contextRef="#ctx0" brushRef="#br0" timeOffset="570.41">339 108 18215 0 0,'0'0'512'0'0,"0"0"120"0"0,0 0-504 0 0,0 0-128 0 0,0 0 0 0 0,0 0 0 0 0,0 0 1120 0 0,0 0 208 0 0,0 0 40 0 0,0-16 8 0 0,0 16-616 0 0,0-15-120 0 0,0 0-32 0 0,16 15 0 0 0,-16-16-224 0 0,0 16-56 0 0,0-15-8 0 0,15 15 0 0 0,-15-16-88 0 0,16 16-16 0 0,-16 0-8 0 0,15 0 0 0 0,-15-15-80 0 0,15 15-24 0 0,1 0 0 0 0,-16 0 0 0 0,15 0-104 0 0,1 15 64 0 0,-16-15-64 0 0,15 0 0 0 0,-15 16 0 0 0,15-16 64 0 0,-15 15-64 0 0,16-15 0 0 0,-16 16 0 0 0,0-1 0 0 0,0 0 0 0 0,0 1 0 0 0,0-16-72 0 0,0 15-16 0 0,-16 1 0 0 0,1-1 0 0 0,15 0-112 0 0,-15 16-24 0 0,-1-31-8 0 0,16 31 0 0 0,-15-16 32 0 0,-1 1 8 0 0,1-1 0 0 0,15 0 0 0 0,-15 1 40 0 0,-1-1 16 0 0,16 1 0 0 0,-15-1 0 0 0,-1-15 136 0 0,1 15-64 0 0,15-15 64 0 0,-15 16 0 0 0,15-1 0 0 0,-16-15 0 0 0,16 0 0 0 0,0 0 0 0 0,-15 0-72 0 0,15 0 72 0 0,0 0 0 0 0,0 0-72 0 0,0 0 72 0 0,0 0 0 0 0,0 0 0 0 0,0 0 0 0 0,0 0 0 0 0,0 0 0 0 0,0 0 0 0 0,0 0 64 0 0,0 0-64 0 0,0 0 0 0 0,0 0 0 0 0,15 0 0 0 0,-15 0 0 0 0,16 0 0 0 0,-1 0 64 0 0,-15 0-64 0 0,15 0 64 0 0,1 0-64 0 0,-1 0 80 0 0,1 0-80 0 0,-1 0 0 0 0,-15 0 64 0 0,15 0-64 0 0,1 0 0 0 0,-1-15-288 0 0,-15 15-88 0 0,0 0-8 0 0,0 0-6760 0 0,16-16-1351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14.6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 0 17135 0 0,'0'0'376'0'0,"0"16"72"0"0,0-16 24 0 0,0 15 8 0 0,-15-15-384 0 0,15 16-96 0 0,-16-16 0 0 0,16 15 0 0 0,0-15 512 0 0,-15 15 88 0 0,15 1 8 0 0,-15-1 8 0 0,15-15-360 0 0,0 16-64 0 0,0-16-24 0 0,0 15 0 0 0,0-15-72 0 0,0 15-8 0 0,0-15-8 0 0,-16 16 0 0 0,16-16 128 0 0,0 15 24 0 0,0-15 8 0 0,0 0 0 0 0,0 0 0 0 0,0 0 0 0 0,0 0 0 0 0,0 0 0 0 0,0 0-32 0 0,0 0-8 0 0,0 0 0 0 0,0 0 0 0 0,0 0-72 0 0,0-15-8 0 0,16 15-8 0 0,-16 0 0 0 0,0-16-48 0 0,15 1-64 0 0,-15 15 88 0 0,0-15-88 0 0,15-1 96 0 0,-15 16-32 0 0,0-15 0 0 0,0 15-64 0 0,16-16 152 0 0,-16 1-24 0 0,0 15-8 0 0,15-15 0 0 0,-15-1 32 0 0,0 16 8 0 0,0 0 0 0 0,0 0 0 0 0,0-15-48 0 0,0 15-8 0 0,0 0 0 0 0,0 0 0 0 0,0 0-8 0 0,0 0 0 0 0,0 0 0 0 0,0 0 0 0 0,0 0 24 0 0,0 0 0 0 0,0 0 0 0 0,0 0 0 0 0,0 0 0 0 0,0 0 0 0 0,0 0 0 0 0,0 15 0 0 0,0 1-48 0 0,0-1-8 0 0,0-15 0 0 0,0 15 0 0 0,16 1-64 0 0,-16-1 0 0 0,0-15 72 0 0,0 16-72 0 0,0-1 0 0 0,0 16 0 0 0,0-31 0 0 0,0 31 64 0 0,0-31-64 0 0,0 30 0 0 0,0-14 0 0 0,0-1 64 0 0,-16 1-64 0 0,16-16 0 0 0,0 15 0 0 0,0 0 0 0 0,0 1 0 0 0,0-1 64 0 0,-15-15-64 0 0,15 16 0 0 0,0-1 0 0 0,-16-15 64 0 0,16 15-64 0 0,0 1 0 0 0,0-16 0 0 0,-15 15 0 0 0,15-15 0 0 0,0 0 0 0 0,0 0 0 0 0,0 0 0 0 0,-15 0 0 0 0,15 0 0 0 0,0 0 0 0 0,0 0 0 0 0,-16 15 0 0 0,16-15 64 0 0,0 0 24 0 0,0 0 8 0 0,0 0 0 0 0,0 0 0 0 0,0 0 8 0 0,0 0 8 0 0,0 0 0 0 0,0 0 0 0 0,0 0-112 0 0,0 0 64 0 0,0 0-64 0 0,0 0 0 0 0,0 0 0 0 0,16-15 0 0 0,-16 15 0 0 0,15 0 0 0 0,-15 0 0 0 0,15 0 0 0 0,1 0 0 0 0,-1 0-80 0 0,-15 0-496 0 0,16 0-96 0 0,-16-15-16 0 0,15 15-6992 0 0,-15 0-1391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15.7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 1 19175 0 0,'0'0'416'0'0,"0"0"96"0"0,0 0 8 0 0,0 0 24 0 0,0 0-432 0 0,0 0-112 0 0,0 0 0 0 0,16 0 0 0 0,-16 0 720 0 0,0 0 120 0 0,0 0 24 0 0,15 15 8 0 0,0-15-360 0 0,-15 0-80 0 0,0 0-16 0 0,0 0 0 0 0,0 0-144 0 0,16 0-32 0 0,-1 0-8 0 0,-15 0 0 0 0,0 0-104 0 0,16 0-16 0 0,-16 0-8 0 0,15 0 0 0 0,-15 0-104 0 0,0 0 72 0 0,0 0-72 0 0,0 0 64 0 0,0 0-64 0 0,0 0 0 0 0,0 0 0 0 0,15-15 64 0 0,-15 15-64 0 0,0 0 0 0 0,16 0 0 0 0,-16 0 0 0 0,0 0 0 0 0,0 0 0 0 0,0 0 0 0 0,0 0 0 0 0,0 0 64 0 0,0 0-64 0 0,0 0 0 0 0,0 0 64 0 0,0 15-64 0 0,0-15 64 0 0,0 16-64 0 0,0-16 64 0 0,0 15-64 0 0,0 0 0 0 0,0 16 0 0 0,-16-31 0 0 0,16 31 0 0 0,0-31 64 0 0,0 31-64 0 0,0-16 0 0 0,0 1 72 0 0,0-1-72 0 0,0 16 80 0 0,0-16-80 0 0,0 16 96 0 0,0-16-32 0 0,16 16-64 0 0,-16 0 96 0 0,0-16-32 0 0,0 16 0 0 0,0 0-64 0 0,15 0 96 0 0,-15-1-96 0 0,0 1 72 0 0,0 0-72 0 0,0 0 64 0 0,0 0-64 0 0,16-1 0 0 0,-16 1 72 0 0,0 0-72 0 0,0 0 0 0 0,15 0 72 0 0,-15-1-72 0 0,0 1 0 0 0,0-15 64 0 0,0 14-64 0 0,0 1 0 0 0,0 0 0 0 0,0-16 64 0 0,0 16-64 0 0,0-16 0 0 0,15 16 0 0 0,-15-15 0 0 0,0 14 0 0 0,0-14 64 0 0,0 15-64 0 0,16-16 0 0 0,-16 0 80 0 0,0 1-80 0 0,0 15 64 0 0,0-16-64 0 0,0 0 96 0 0,0 1-96 0 0,0 15 96 0 0,0-31-32 0 0,0 30-64 0 0,0-14 96 0 0,0-1-32 0 0,0 1-64 0 0,0-1 64 0 0,0 0-64 0 0,15 1 64 0 0,-15-1-64 0 0,0 1 0 0 0,0-1 72 0 0,0-15-72 0 0,0 15 64 0 0,0 1-64 0 0,0-16 80 0 0,0 0-80 0 0,0 15 64 0 0,0 0-64 0 0,0-15 0 0 0,0 16 72 0 0,0-16-72 0 0,0 15 96 0 0,0-15-96 0 0,0 16 96 0 0,0-16-24 0 0,0 0 0 0 0,0 0 0 0 0,0 15 0 0 0,0-15 0 0 0,0 15 0 0 0,0-15 0 0 0,0 0 0 0 0,0 0 8 0 0,0 0 0 0 0,0 0 0 0 0,0 0 0 0 0,0 0 8 0 0,0 16 0 0 0,-15-16 0 0 0,15 0 0 0 0,0 15 8 0 0,0-15 0 0 0,0 0 0 0 0,-16 0 0 0 0,16 16-24 0 0,-15-16 0 0 0,15 0 0 0 0,-15 0 0 0 0,15 0-72 0 0,0 0 80 0 0,-16 15-80 0 0,1-15 80 0 0,-1 0-80 0 0,16 0 0 0 0,-15 0 0 0 0,0 0 56 0 0,-1 0-56 0 0,16 0 0 0 0,-15 0 0 0 0,-1 0 0 0 0,1 0-64 0 0,0 0-16 0 0,15 0 0 0 0,-16 0 0 0 0,1 0-752 0 0,15 0-144 0 0,0 15-32 0 0,-16 1-10960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31.5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216 16 16495 0 0,'0'0'360'0'0,"0"0"80"0"0,0 0 8 0 0,0 0 24 0 0,0 0-376 0 0,0 0-96 0 0,-15 0 0 0 0,15 0 0 0 0,0-15 744 0 0,0 15 136 0 0,-15 0 24 0 0,15 0 8 0 0,-16 0-176 0 0,16 0-40 0 0,0 0-8 0 0,0 0 0 0 0,-15 0-80 0 0,-1 0-24 0 0,16 15 0 0 0,-15-15 0 0 0,15 15-232 0 0,-15-15-40 0 0,-1 16-16 0 0,16-1 0 0 0,-15 1-104 0 0,15-1-16 0 0,-16 0-8 0 0,1 1 0 0 0,15-1-24 0 0,-15 16-8 0 0,15-16 0 0 0,-16 1 0 0 0,16 14-24 0 0,0 1-8 0 0,-15 0 0 0 0,15-16 0 0 0,0 16-32 0 0,0-15-8 0 0,0 14 0 0 0,0-14 0 0 0,15 15-64 0 0,-15-1 96 0 0,0 1-96 0 0,16 0 96 0 0,-1 0-24 0 0,-15 0 0 0 0,15-1 0 0 0,-15-14 0 0 0,16 15 24 0 0,-1-16 8 0 0,1 16 0 0 0,-16-16 0 0 0,15 0-32 0 0,0 1-8 0 0,1-1 0 0 0,-16 1 0 0 0,15-1-64 0 0,1-15 64 0 0,-16 0-64 0 0,0 0 64 0 0,0 0-64 0 0,15 31 0 0 0,-15 0 0 0 0,15-16 0 0 0,-15-30-104 0 0,16-16-64 0 0,-16 15-16 0 0,15 1 0 0 0,-15 15-936 0 0,16-15-184 0 0,-16-1-40 0 0</inkml:trace>
  <inkml:trace contextRef="#ctx0" brushRef="#br0" timeOffset="521.74">478 355 17447 0 0,'0'0'384'0'0,"0"0"72"0"0,0 0 24 0 0,0-16 16 0 0,0 16-400 0 0,-15 0-96 0 0,15 0 0 0 0,0 0 0 0 0,-16-15 800 0 0,16 15 128 0 0,0 0 32 0 0,0 0 8 0 0,0 0-312 0 0,0 0-64 0 0,0 0-16 0 0,0 0 0 0 0,0 0-216 0 0,-15 15-40 0 0,15-15-16 0 0,0 16 0 0 0,0-1-112 0 0,-15-15-32 0 0,15 15 0 0 0,0 1 0 0 0,0-1-96 0 0,15 1-64 0 0,-15-1 64 0 0,0 16-64 0 0,15-16 0 0 0,-15 1 0 0 0,16-1 0 0 0,-16 0 64 0 0,15 1-64 0 0,-15-1 0 0 0,16 1 0 0 0,-1-16 0 0 0,-15 15 0 0 0,15 0 0 0 0,1-15 0 0 0,-16 16 0 0 0,15-16 0 0 0,0 0 64 0 0,1 0-64 0 0,-1 0 0 0 0,-15 0 112 0 0,16 0-16 0 0,-1 0 0 0 0,-15-16 0 0 0,15 16 32 0 0,-15-15 8 0 0,16 0 0 0 0,-16-1 0 0 0,15 1-40 0 0,-15-1-16 0 0,0 1 0 0 0,0 0 0 0 0,16-1-16 0 0,-16 1-64 0 0,0-1 96 0 0,0 1-32 0 0,0 0-64 0 0,0-16 96 0 0,0 15-96 0 0,-16 1 96 0 0,16 0-96 0 0,0-1 64 0 0,0 1-64 0 0,-15-1 64 0 0,15 1-64 0 0,0 0 0 0 0,-16 15 72 0 0,1 0-72 0 0,15-16 64 0 0,0 16-64 0 0,-15 0 64 0 0,-1 0-64 0 0,16 0 0 0 0,-15 0 0 0 0,15 16 0 0 0,-16-16 64 0 0,16 15-64 0 0,-15-15-80 0 0,15 15 80 0 0,0-15-104 0 0,-15 16-152 0 0,15-1-32 0 0,0-15-8 0 0,0 0 0 0 0,0 16-1272 0 0,15-1-256 0 0,-15-15-56 0 0,15 15-8 0 0</inkml:trace>
  <inkml:trace contextRef="#ctx0" brushRef="#br0" timeOffset="791.3299">940 693 21623 0 0,'0'0'480'0'0,"0"16"96"0"0,0-1 16 0 0,0 0 16 0 0,0-15-488 0 0,0 0-120 0 0,0 0 0 0 0,-15 0 0 0 0,15 16 440 0 0,0-1 64 0 0,-16-15 8 0 0,16 16 8 0 0,0-1-328 0 0,-15-15-64 0 0,15 15-8 0 0,0 1-8 0 0,-16-1-112 0 0,16-15 0 0 0,0 16 0 0 0,-15-1-80 0 0,15-15-840 0 0,0 0-168 0 0,0 0-32 0 0,0 0-8319 0 0</inkml:trace>
  <inkml:trace contextRef="#ctx0" brushRef="#br0" timeOffset="1449.49">1094 339 17103 0 0,'0'0'376'0'0,"0"0"72"0"0,0 0 24 0 0,0 16 8 0 0,0-16-384 0 0,0 0-96 0 0,0 0 0 0 0,0 15 0 0 0,15 0 544 0 0,-15-15 80 0 0,16 0 16 0 0,-16 16 8 0 0,15-16-152 0 0,-15 0-32 0 0,15 0-8 0 0,-15 0 0 0 0,0 0-64 0 0,16 0-8 0 0,-1 0-8 0 0,-15-16 0 0 0,16 16-120 0 0,-1 0-16 0 0,-15-15-8 0 0,0 0 0 0 0,15 15-80 0 0,-15-16-24 0 0,16 1 0 0 0,-16 15 0 0 0,0-16-48 0 0,0 1-16 0 0,15 0 0 0 0,-15 15 0 0 0,0-16-64 0 0,0 1 64 0 0,16 15-64 0 0,-16-16 64 0 0,0 16-64 0 0,0-15 0 0 0,0 15 0 0 0,0 0 64 0 0,0 0 0 0 0,0 0-64 0 0,0 0 96 0 0,0 0-32 0 0,0 0 32 0 0,0 0 8 0 0,0 0 0 0 0,0 0 0 0 0,0 0 0 0 0,0 0 0 0 0,0 0 0 0 0,0 0 0 0 0,0 15-32 0 0,0-15-8 0 0,15 16 0 0 0,-15-1 0 0 0,0 1-64 0 0,15-16 80 0 0,-15 15-80 0 0,0 0 80 0 0,0 1-80 0 0,0-1 64 0 0,16 16-64 0 0,-16-16 64 0 0,0 1-64 0 0,15-1 0 0 0,-15 1 0 0 0,0-1 64 0 0,0 0-64 0 0,0 1 0 0 0,0-1 72 0 0,0 1-72 0 0,0-1 0 0 0,0 0 0 0 0,0-15 0 0 0,0 16 64 0 0,0-1-64 0 0,0 1 0 0 0,0-16 0 0 0,0 0 64 0 0,0 15-64 0 0,-15-15 0 0 0,15 0 0 0 0,0 15 0 0 0,-16-15 0 0 0,16 0 64 0 0,0 0-64 0 0,-15 16 0 0 0,15-16 0 0 0,-15 0 0 0 0,15 0 0 0 0,-16 0 64 0 0,16 15-64 0 0,-15-15 0 0 0,15 0 0 0 0,0 0 64 0 0,0 0-64 0 0,0 0 0 0 0,0 0 0 0 0,0 0 0 0 0,0 0 0 0 0,0 0 0 0 0,0 0 0 0 0,0 0 0 0 0,0 0 0 0 0,0 0 0 0 0,0 0 0 0 0,0 0 0 0 0,15 0 0 0 0,1 0 0 0 0,-16 0 0 0 0,15 0 0 0 0,0 0 0 0 0,1 0 0 0 0,-16 0 0 0 0,15 0 0 0 0,1 0 0 0 0,-16 0 0 0 0,15-15 0 0 0,-15 15 0 0 0,0 0 0 0 0,15 0-104 0 0,1 0 40 0 0,-16 0 64 0 0,15-16-832 0 0,-15 16-112 0 0,16 0-16 0 0,-16 0-6088 0 0,15-15-1215 0 0</inkml:trace>
  <inkml:trace contextRef="#ctx0" brushRef="#br0" timeOffset="1840.93">1540 93 19031 0 0,'0'0'416'0'0,"0"0"96"0"0,0 0 8 0 0,0 0 16 0 0,16 15-432 0 0,-16 1-104 0 0,15-16 0 0 0,0 15 0 0 0,-15-15 760 0 0,16 16 128 0 0,-16-1 24 0 0,15 0 8 0 0,1 1-288 0 0,-1-16-56 0 0,-15 15-16 0 0,15 0 0 0 0,1 1-208 0 0,-16-1-32 0 0,15 1-16 0 0,1-1 0 0 0,-1 16-80 0 0,-15-16-24 0 0,15 1 0 0 0,-15-1 0 0 0,0 16-56 0 0,16-16-16 0 0,-16 1 0 0 0,0 14 0 0 0,0 1-128 0 0,0-15 64 0 0,0 14-64 0 0,0 1 0 0 0,-16-15 64 0 0,16 14-64 0 0,0 1 0 0 0,0-15 0 0 0,0 14 64 0 0,-15 1-64 0 0,15 0 0 0 0,0 0 0 0 0,-15-31 0 0 0,15 15 0 0 0,0-15 0 0 0,-16 15 0 0 0,16-15 0 0 0,0 0 0 0 0,-15 16 0 0 0,15-16 0 0 0,0 0-248 0 0,0 0-24 0 0,0 0-8 0 0,0 0 0 0 0,-16 0-1176 0 0,16-16-240 0 0,0 1-40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34.0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1 139 10680 0 0,'0'0'232'0'0,"0"0"56"0"0,0 0 0 0 0,0 0 16 0 0,0 0-240 0 0,0 0-64 0 0,0 0 0 0 0,0 0 0 0 0,0 0 648 0 0,0 0 120 0 0,15 0 32 0 0,-15 0 0 0 0,16 0-32 0 0,-1 0 0 0 0,-15 0-1 0 0,15 0 1 0 0,1 0-152 0 0,-16 0-32 0 0,15 0-8 0 0,1 0 0 0 0,-1 0-120 0 0,0 0-24 0 0,1 0-8 0 0,-1 0 0 0 0,1 0-112 0 0,-1 0-24 0 0,0 0-8 0 0,1 0 0 0 0,15 0-128 0 0,-16 0-24 0 0,0 0-8 0 0,16 0 0 0 0,-16 0-24 0 0,1 0-8 0 0,15 0 0 0 0,-16 0 0 0 0,0 0 8 0 0,1 0 8 0 0,15 0 0 0 0,-16 0 0 0 0,0 0 24 0 0,16 0 0 0 0,-15 0 0 0 0,14 0 0 0 0,-14 0-24 0 0,-1 0 0 0 0,16 0 0 0 0,0 0 0 0 0,-16 0-32 0 0,16 0-8 0 0,-16 0 0 0 0,16 0 0 0 0,-15 0-64 0 0,14 0 0 0 0,-14 0 0 0 0,-1 0 0 0 0,16 0 64 0 0,-31 0-64 0 0,31 0 0 0 0,-16 0 64 0 0,0 0-64 0 0,-15 0 0 0 0,16 0 0 0 0,-1 0 0 0 0,-15 15 64 0 0,16-15-64 0 0,-16 0 0 0 0,15 0 64 0 0,-15 0-64 0 0,0 0 0 0 0,0 0 72 0 0,0 0-72 0 0,0 0 0 0 0,0 0 0 0 0,0 0 0 0 0,0 0 0 0 0,0 0-288 0 0,15 0-24 0 0,-15 0 0 0 0,0 0 0 0 0,0 0-816 0 0,0-15-168 0 0,0 15-32 0 0,16 0-7215 0 0</inkml:trace>
  <inkml:trace contextRef="#ctx0" brushRef="#br0" timeOffset="326.27">971 0 16871 0 0,'0'0'368'0'0,"0"0"80"0"0,0 0 8 0 0,0 0 24 0 0,0 0-384 0 0,0 0-96 0 0,0 0 0 0 0,0 0 0 0 0,15 16 856 0 0,-15-16 144 0 0,15 0 32 0 0,-15 15 8 0 0,16-15-272 0 0,-16 0-64 0 0,15 16 0 0 0,-15-16-8 0 0,16 15-184 0 0,-16-15-32 0 0,0 0 0 0 0,0 15-8 0 0,15 1-168 0 0,-15-16-32 0 0,0 0-8 0 0,0 15 0 0 0,0 1-144 0 0,0-16-32 0 0,0 15-8 0 0,-15 0 0 0 0,15-15-80 0 0,0 16 0 0 0,0-1 72 0 0,0-15-72 0 0,0 0 0 0 0,0 16 0 0 0,0-16 0 0 0,-16 0 0 0 0,16 0 0 0 0,0 15 0 0 0,0-15-80 0 0,0 0 80 0 0,0 0-272 0 0,0 0 0 0 0,0 0 0 0 0,0 15 0 0 0,0-15-776 0 0,0 0-152 0 0,0 0-32 0 0,0 0-5424 0 0,16 0-1087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35.0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124 1 16096 0 0,'0'0'351'0'0,"0"0"81"0"0,0 0 16 0 0,0 0 0 0 0,0 0-360 0 0,0 0-88 0 0,0 0 0 0 0,0 0 0 0 0,0 0 712 0 0,0 0 128 0 0,0 0 24 0 0,0 0 8 0 0,0 0-192 0 0,0 0-40 0 0,0 0 0 0 0,0 0-8 0 0,0 0-168 0 0,0 0-32 0 0,0 0-8 0 0,0 0 0 0 0,0 0-96 0 0,-16 0-16 0 0,16 15-8 0 0,-15-15 0 0 0,15 0-96 0 0,-16 0-16 0 0,16 15-8 0 0,-15-15 0 0 0,15 16-56 0 0,0-16-16 0 0,0 15 0 0 0,-15 0 0 0 0,15-15-40 0 0,-16 16-8 0 0,16-1 0 0 0,0-15 0 0 0,0 16-64 0 0,-15-1 0 0 0,15 0 72 0 0,0 1-72 0 0,0 15 0 0 0,-16-16 72 0 0,16 0-72 0 0,0 1 0 0 0,0 15 104 0 0,0-16-32 0 0,0 0-8 0 0,0 16 0 0 0,16-15 8 0 0,-16-1 0 0 0,0 16 0 0 0,15-16 0 0 0,-15 16 24 0 0,0-16 8 0 0,16 16 0 0 0,-1-15 0 0 0,-15-1-8 0 0,15 0-8 0 0,-15 1 0 0 0,16-1 0 0 0,-16 0-8 0 0,15 1 0 0 0,-15-1 0 0 0,16-15 0 0 0,-16 16 16 0 0,15-1 8 0 0,-15-15 0 0 0,0 0 0 0 0,0 0-104 0 0,15 15 88 0 0,-15-15-88 0 0,0 0 80 0 0,0 0-80 0 0,0 0 0 0 0,0 0 0 0 0,0 0 64 0 0,0 0-64 0 0,0 0 0 0 0,0 0 0 0 0,0 0 0 0 0,0 0-144 0 0,0 0-16 0 0,16 16-8 0 0,-16-16 0 0 0,0 0-768 0 0,0 0-152 0 0,0-16-32 0 0,15 16-6208 0 0,-15 0-1247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36.1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47 16815 0 0,'0'0'368'0'0,"0"0"80"0"0,0 0 8 0 0,0 0 24 0 0,0 0-384 0 0,0 0-96 0 0,0 0 0 0 0,15 0 0 0 0,-15 0 808 0 0,0-15 152 0 0,16 15 24 0 0,-16 0 8 0 0,15 0-232 0 0,0-16-48 0 0,-15 16-8 0 0,16 0 0 0 0,-1 0-248 0 0,1 0-48 0 0,-1 0-16 0 0,-15 0 0 0 0,15 0-200 0 0,-15-15-32 0 0,16 15-16 0 0,-1 0 0 0 0,-15 0-144 0 0,0 15 0 0 0,16-15-64 0 0,-1 0 64 0 0,-15 0-1056 0 0,15 0-168 0 0,1 0-32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36.9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1 123 15408 0 0,'0'0'336'0'0,"0"0"72"0"0,0 0 7 0 0,0 0 25 0 0,0 0-352 0 0,0 0-88 0 0,0 0 0 0 0,0 0 0 0 0,0 0 624 0 0,0-15 112 0 0,0 0 16 0 0,0 15 8 0 0,0 0-128 0 0,0-16-24 0 0,0 16-8 0 0,15-15 0 0 0,-15 15-120 0 0,0 0-32 0 0,0-16 0 0 0,0 16 0 0 0,15 0-112 0 0,-15-15-24 0 0,0 15-8 0 0,16 0 0 0 0,-16 0-80 0 0,0 0-24 0 0,15-15 0 0 0,-15 15 0 0 0,0 0-72 0 0,16 0-8 0 0,-16 0-8 0 0,15-16 0 0 0,-15 16-40 0 0,15 0-8 0 0,-15 0 0 0 0,0 0 0 0 0,16 0-64 0 0,-1 0 0 0 0,-15 0 0 0 0,16 0 64 0 0,-16 0-64 0 0,15 16 0 0 0,0-16 0 0 0,-15 0 0 0 0,16 15 0 0 0,-1 0 0 0 0,-15-15 0 0 0,0 16 0 0 0,15-16 0 0 0,-15 15 0 0 0,16-15 72 0 0,-16 16-72 0 0,0-16 0 0 0,15 15 64 0 0,-15-15-64 0 0,0 15 0 0 0,0-15 0 0 0,0 16 0 0 0,0-1 0 0 0,0 1 0 0 0,0-16 0 0 0,-15 15 0 0 0,15 0-64 0 0,0 1 64 0 0,0-1 0 0 0,-16 1-80 0 0,16-1 80 0 0,-15-15 0 0 0,15 15-72 0 0,-15 1 72 0 0,-1-1 0 0 0,16 1-72 0 0,0-16 72 0 0,-15 15 0 0 0,0 0 0 0 0,15-15-64 0 0,-16 16 64 0 0,16-1 0 0 0,-15-15 0 0 0,15 0-64 0 0,-16 16 64 0 0,16-16 0 0 0,-15 0 0 0 0,15 0 0 0 0,0 0 0 0 0,0 15 0 0 0,-15-15 0 0 0,15 0 0 0 0,-16-15 0 0 0,16 15 0 0 0,0 0 0 0 0,0 0 0 0 0,0 0 0 0 0,-15 0 0 0 0,15-16 0 0 0,-16 16 0 0 0,16-15 0 0 0,0 15 0 0 0,0-16 0 0 0,0 16 0 0 0,0-15 0 0 0,0 15 0 0 0,0-15 0 0 0,0 15 0 0 0,16-16 0 0 0,-16 16 0 0 0,0 0 0 0 0,15-15 0 0 0,-15 15 0 0 0,16 0 0 0 0,-16-16 0 0 0,15 16 0 0 0,0 0 0 0 0,-15 0 0 0 0,16 0 0 0 0,-1 16 0 0 0,1-16 0 0 0,-16 0 64 0 0,15 15-64 0 0,0-15 0 0 0,1 16 72 0 0,-16-1-72 0 0,15-15 96 0 0,-15 15-96 0 0,15 1 120 0 0,1-16-32 0 0,-16 15-8 0 0,0 1 0 0 0,15-1-80 0 0,-15-15 96 0 0,0 0-96 0 0,16 15 96 0 0,-16 1-96 0 0,0-16 0 0 0,0 0 0 0 0,0 0 0 0 0,0 0 0 0 0,0 0-112 0 0,0 0 16 0 0,0 0 0 0 0,0 0-920 0 0,0 0-176 0 0,0 0-40 0 0,0 0-8447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37.2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 0 18095 0 0,'0'0'512'0'0,"0"0"112"0"0,0 0-496 0 0,0 0-128 0 0,0 0 0 0 0,0 16 0 0 0,0-16 864 0 0,0 15 160 0 0,0-15 24 0 0,0 0 8 0 0,0 15-440 0 0,0-15-80 0 0,0 16-24 0 0,0-16 0 0 0,0 0-248 0 0,0 15-48 0 0,-15-15-16 0 0,15 16 0 0 0,0-16-200 0 0,0 15 0 0 0,0-15 64 0 0,0 0-64 0 0,0 15-192 0 0,-15-15-48 0 0,15 16-16 0 0,0-16-6656 0 0,0 0-1327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37.5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18063 0 0,'0'0'512'0'0,"0"0"112"0"0,0 0-496 0 0,0 0-128 0 0,0 0 0 0 0,0 0 0 0 0,0 0 896 0 0,0 0 160 0 0,16 0 32 0 0,-1 0 8 0 0,-15 0-408 0 0,15 0-80 0 0,1 0-24 0 0,-16 0 0 0 0,0 0-328 0 0,15 0-64 0 0,1 0-8 0 0,-16 0-8 0 0,15 0-176 0 0,0 16 0 0 0,1-16 0 0 0,-1 0 64 0 0,-15 0-592 0 0,16 0-112 0 0,-1 0-32 0 0,0 0-6072 0 0,1 0-1215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38.2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0 293 15696 0 0,'0'0'344'0'0,"0"0"71"0"0,0 0 9 0 0,0 0 24 0 0,0 0-360 0 0,0 0-88 0 0,0 0 0 0 0,0 0 0 0 0,0 0 712 0 0,0-16 128 0 0,16 16 24 0 0,-16-15 8 0 0,0 15-136 0 0,15-16-32 0 0,1 16-8 0 0,-16 0 0 0 0,15-15-168 0 0,0 15-32 0 0,1 0-8 0 0,-16-15 0 0 0,15 15-224 0 0,1 0-40 0 0,-1 0-16 0 0,-15 0 0 0 0,15 0-104 0 0,1 0-16 0 0,-1 0-8 0 0,-15 0 0 0 0,0 0-80 0 0,16 0 64 0 0,-16 0-64 0 0,0 0 64 0 0,0 0-64 0 0,15 15 0 0 0,-15-15 0 0 0,0 0 0 0 0,0 15 0 0 0,0-15-96 0 0,0 16 0 0 0,0-1 8 0 0,-15 1-104 0 0,15-16-32 0 0,0 15 0 0 0,-16 0 0 0 0,1-15 72 0 0,15 16 16 0 0,0-1 0 0 0,-16-15 0 0 0,16 16 56 0 0,0-16 16 0 0,0 0 0 0 0,0 0 0 0 0,-15 0 64 0 0,15 0-64 0 0,0 0 64 0 0,0 0-64 0 0,0 0 64 0 0,0 0 0 0 0,0 0 0 0 0,0 0-64 0 0,0 0 64 0 0,0 0 0 0 0,0-16 0 0 0,0 16 0 0 0,0 0 0 0 0,0 0 72 0 0,15-15-72 0 0,1 15 0 0 0,-16 0 0 0 0,15 0 0 0 0,1 0 0 0 0,-16-16 0 0 0,15 16 0 0 0,0 0 0 0 0,1 0 0 0 0,-16 0 0 0 0,15 0 0 0 0,-15 0 0 0 0,16 16 0 0 0,-16-16 0 0 0,0 0 72 0 0,0 15-72 0 0,0-15 0 0 0,15 0 72 0 0,-15 16-8 0 0,0-16-64 0 0,0 15 96 0 0,0 0-32 0 0,-15 1 0 0 0,15-1-64 0 0,0-15 96 0 0,-16 16-32 0 0,16-16-64 0 0,-15 15 0 0 0,15 0 0 0 0,-16-15 64 0 0,16 16 16 0 0,-15-1 0 0 0,0-15 0 0 0,-1 0 0 0 0,1 16 64 0 0,15-16 16 0 0,-16 15 0 0 0,1-15 0 0 0,0 15-32 0 0,-1-15-8 0 0,1 0 0 0 0,-1 0 0 0 0,1 0-120 0 0,0 0 0 0 0,15 0 0 0 0,-16 0 0 0 0,1 0-224 0 0,15 0-72 0 0,-16-15-16 0 0,16 15-6688 0 0,0 0-1335 0 0</inkml:trace>
  <inkml:trace contextRef="#ctx0" brushRef="#br0" timeOffset="420.89">462 0 17423 0 0,'0'0'384'0'0,"0"0"72"0"0,0 0 24 0 0,0 0 8 0 0,16 16-392 0 0,-1-16-96 0 0,-15 15 0 0 0,0-15 0 0 0,15 15 768 0 0,1-15 128 0 0,-16 0 24 0 0,15 16 8 0 0,1-1-152 0 0,-1 1-24 0 0,0-1-8 0 0,-15-15 0 0 0,16 31-264 0 0,-1-31-48 0 0,-15 30-16 0 0,16-14 0 0 0,-1-1-160 0 0,-15 1-32 0 0,15 14 0 0 0,-15-14-8 0 0,0-1-88 0 0,16 16-24 0 0,-16-16 0 0 0,0 16 0 0 0,0-15-32 0 0,-16 14-8 0 0,16 1 0 0 0,0 0 0 0 0,-15 0 0 0 0,15 0-64 0 0,0-16 96 0 0,-15 16-32 0 0,15 0-64 0 0,-16-16 96 0 0,16 16-96 0 0,-15-16 96 0 0,15 0-96 0 0,-16 16 0 0 0,16-15 72 0 0,0-1-72 0 0,-15-15 0 0 0,15 15 0 0 0,-15 1 0 0 0,15-16 0 0 0,0 15-104 0 0,0-15-8 0 0,0 0 0 0 0,0 0 0 0 0,0 0-880 0 0,0 0-184 0 0,0 0-32 0 0,0 0-9271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42.1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185 62 9216 0 0,'0'0'200'0'0,"0"0"48"0"0,0 0 8 0 0,0 0 0 0 0,0 0-256 0 0,0 0 0 0 0,0-15 0 0 0,0 15 0 0 0,0 0 808 0 0,0 0 120 0 0,15 15 16 0 0,-15-15 8 0 0,0-15 8 0 0,0-1 0 0 0,16 1-1 0 0,-16 15 1 0 0,0 0-104 0 0,0 0-24 0 0,0 0 0 0 0,0 0 0 0 0,-16 0-160 0 0,16 0-40 0 0,-15-15-8 0 0,15 15 0 0 0,0 0-152 0 0,-16 0-32 0 0,1 0-8 0 0,15 0 0 0 0,-15 0-112 0 0,-1 0-32 0 0,1 0 0 0 0,15 0 0 0 0,-16 0-72 0 0,1 15-24 0 0,15-15 0 0 0,-15 0 0 0 0,15 15-32 0 0,-16 1-16 0 0,1-16 0 0 0,15 15 0 0 0,0 16-16 0 0,-16-16-8 0 0,16 1 0 0 0,-15-16 0 0 0,15 31-8 0 0,0-16 0 0 0,0 0 0 0 0,0 16 0 0 0,0-15-112 0 0,0 14 0 0 0,0 1 64 0 0,0-16-64 0 0,0 16 0 0 0,15 0 64 0 0,-15 0-64 0 0,16-16 0 0 0,-16 16 96 0 0,15 0-32 0 0,-15-16-64 0 0,16 16 96 0 0,-1-16-32 0 0,-15 1 0 0 0,15-1-64 0 0,1 1 96 0 0,-16-1-96 0 0,15-15 64 0 0,1 15-64 0 0,-16 1 0 0 0,15-16 0 0 0,0 0 64 0 0,-15 0-64 0 0,16 15 0 0 0,-16-15 0 0 0,0 0 0 0 0,15 0 0 0 0,1 0 0 0 0,-16 0 0 0 0,0 0 0 0 0,15 0 0 0 0,0 0 0 0 0,-15 0-232 0 0,0 0-48 0 0,16 0-8 0 0,-1 0 0 0 0,-15-15-992 0 0,16 15-192 0 0,-1 0-48 0 0,-15 0-8319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44.1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0 12960 0 0,'0'0'288'0'0,"0"0"56"0"0,0 0 8 0 0,0 0 8 0 0,0 0-288 0 0,0 0-72 0 0,0 0 0 0 0,0 0 0 0 0,0 0 704 0 0,0 0 128 0 0,0 0 31 0 0,0 0 1 0 0,0 0-352 0 0,0 0-64 0 0,0 0-8 0 0,0 0-8 0 0,0 0-128 0 0,0 0-24 0 0,0 0-8 0 0,0 15 0 0 0,0-15-32 0 0,0 16-8 0 0,-15-1 0 0 0,15-15 0 0 0,0 16 32 0 0,0-1 8 0 0,-16-15 0 0 0,16 15 0 0 0,0-15 8 0 0,0 16 0 0 0,0-1 0 0 0,0-15 0 0 0,-15 16-104 0 0,15-1-16 0 0,0-15-8 0 0,0 0 0 0 0,0 15-88 0 0,0-15-64 0 0,0 16 72 0 0,0-16-72 0 0,0 0 0 0 0,0 0 0 0 0,0 0 0 0 0,0 0 0 0 0,0 0 0 0 0,0 0 0 0 0,0 0 0 0 0,0 0 0 0 0,0 0 0 0 0,0 0 64 0 0,0 0-64 0 0,0-16 0 0 0,15 16 0 0 0,-15-15 72 0 0,0 15-72 0 0,0 0 64 0 0,0-15 0 0 0,16-1-64 0 0,-16 16 96 0 0,0-15-32 0 0,0 15-64 0 0,15-16 0 0 0,-15 1 0 0 0,0 15 0 0 0,0-15 0 0 0,0 15 0 0 0,0-16 0 0 0,0 16 0 0 0,0-15 0 0 0,0 15 0 0 0,0 0 64 0 0,0 0-64 0 0,0 0 0 0 0,15-16 0 0 0,-15 16 0 0 0,0 0 0 0 0,0 0 72 0 0,0 0-72 0 0,0 0 80 0 0,0 0-80 0 0,0 0 160 0 0,0 0-8 0 0,0 0-8 0 0,0 0 0 0 0,0 0 48 0 0,0 16 0 0 0,16-16 8 0 0,-16 15 0 0 0,0 1-24 0 0,0-16-8 0 0,0 15 0 0 0,0 0 0 0 0,0-15-32 0 0,0 16-8 0 0,0-1 0 0 0,15 1 0 0 0,-15-1-16 0 0,0-15-8 0 0,0 15 0 0 0,0 1 0 0 0,0-1-24 0 0,16 1-8 0 0,-16-1 0 0 0,0 0 0 0 0,0-15-72 0 0,0 16 96 0 0,0-1-96 0 0,0-15 96 0 0,0 15-96 0 0,0 1 0 0 0,0-16 72 0 0,0 15-72 0 0,0-15 0 0 0,0 16 72 0 0,0-16-72 0 0,0 0 0 0 0,0 15 64 0 0,0-15-64 0 0,0 0 0 0 0,0 15 0 0 0,-16 1 64 0 0,16-16-64 0 0,0 0 0 0 0,0 0 0 0 0,-15 15 0 0 0,15-15 0 0 0,0 0 0 0 0,0 0 0 0 0,-16 16 0 0 0,16-16 0 0 0,0 0 0 0 0,0 0 0 0 0,-15 0 0 0 0,15 15 0 0 0,0-15 0 0 0,0 0 0 0 0,0 0 0 0 0,0 0 0 0 0,0 0 0 0 0,0 0 0 0 0,0 0 0 0 0,0 0 0 0 0,0 0 0 0 0,0 0 0 0 0,0 0 0 0 0,0 0 0 0 0,0 0 0 0 0,0 0-72 0 0,0 0 72 0 0,0 0 0 0 0,0 0 0 0 0,0-15 0 0 0,0 15 0 0 0,15 0 0 0 0,1-16 0 0 0,-16 16 0 0 0,15 0 0 0 0,1 0 0 0 0,-16-15 0 0 0,15 15 0 0 0,0 0 0 0 0,-15-16 0 0 0,16 16 0 0 0,-1 0 0 0 0,-15 0 0 0 0,16 0-80 0 0,-1 0 80 0 0,-15 0-104 0 0,15 0-760 0 0,-15 0-160 0 0,16 0-24 0 0,-1 0-5952 0 0,1 0-1191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44.4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0 17247 0 0,'0'0'384'0'0,"0"0"72"0"0,0 0 24 0 0,0 0 0 0 0,0 0-384 0 0,0 0-96 0 0,0 0 0 0 0,0 16 0 0 0,0-16 904 0 0,0 15 168 0 0,0 0 32 0 0,0 1 8 0 0,0-16-400 0 0,0 0-72 0 0,0 15-24 0 0,0-15 0 0 0,0 16-296 0 0,0-1-64 0 0,0-15-16 0 0,0 15 0 0 0,0 1-176 0 0,0-1-64 0 0,-15-15 0 0 0,15 16 72 0 0,0-16-72 0 0,0 0-72 0 0,0 15 72 0 0,0-15-104 0 0,0 0-1048 0 0,0 0-200 0 0,0 0-48 0 0,0 0-7951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44.9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46 232 15648 0 0,'0'0'448'0'0,"0"0"87"0"0,0 0-431 0 0,-15 0-104 0 0,15-16 0 0 0,0 16 0 0 0,0 0 1000 0 0,0 0 184 0 0,0 0 32 0 0,0 0 0 0 0,0 0-496 0 0,0 0-104 0 0,-15 0-16 0 0,15 0-8 0 0,0 0-216 0 0,0 0-48 0 0,-16 0-8 0 0,16 16 0 0 0,0-1-168 0 0,0-15-40 0 0,0 16-8 0 0,0-1 0 0 0,0 0-104 0 0,0 16 72 0 0,0-16-72 0 0,0 1 64 0 0,0-1-64 0 0,0 1 96 0 0,0-1-96 0 0,16 16 96 0 0,-16-31-96 0 0,0 15 0 0 0,15 16 0 0 0,0-31 64 0 0,-15 15-64 0 0,16 1 0 0 0,-16-1 72 0 0,15-15-72 0 0,1 0 64 0 0,-1 0-64 0 0,-15 0 64 0 0,15 0-64 0 0,1 0 184 0 0,-16 0 0 0 0,15-15 0 0 0,0 15 0 0 0,1-16 24 0 0,-1 1 8 0 0,-15 0 0 0 0,16-1 0 0 0,-16 1-48 0 0,15-1-8 0 0,-15 1 0 0 0,0 0 0 0 0,0-1-96 0 0,0 1-64 0 0,0-1 64 0 0,0 1-64 0 0,-15 0 72 0 0,15-1-72 0 0,-16 1 96 0 0,16 0-96 0 0,-15-1 64 0 0,-1 16-64 0 0,16-15 0 0 0,-15-1 0 0 0,0 16 0 0 0,-1-15 0 0 0,1 15 0 0 0,15 0 0 0 0,-15-15-320 0 0,15 15-8 0 0,0 0-8 0 0,0 0 0 0 0,-16 0-992 0 0,16 0-200 0 0,0 15-40 0 0</inkml:trace>
  <inkml:trace contextRef="#ctx0" brushRef="#br0" timeOffset="351.7199">323 1 16495 0 0,'0'0'360'0'0,"0"0"80"0"0,0 0 8 0 0,16 15 24 0 0,-1-15-376 0 0,-15 0-96 0 0,16 16 0 0 0,-1-16 0 0 0,0 0 880 0 0,1 15 160 0 0,-1 0 32 0 0,1-15 8 0 0,-1 16-280 0 0,0-1-48 0 0,1-15-16 0 0,-1 16 0 0 0,1-1-248 0 0,-1 0-48 0 0,-15 16-16 0 0,15-15 0 0 0,1-1-136 0 0,-16 0-32 0 0,15 16-8 0 0,-15-15 0 0 0,0-1-120 0 0,16 16-16 0 0,-16-16-8 0 0,0 16 0 0 0,-16-16-104 0 0,16 16 88 0 0,0 0-88 0 0,0-16 80 0 0,0 16-80 0 0,-15-16 0 0 0,15 16 0 0 0,0-15 0 0 0,0-1 0 0 0,-16 16 0 0 0,16-16 64 0 0,0 1-64 0 0,-15-1 0 0 0,15-15 0 0 0,0 15 0 0 0,-15 1 0 0 0,15-16-120 0 0,-16 0 16 0 0,16 0 0 0 0,0 15 0 0 0,-15-15-520 0 0,15 0-104 0 0,0 0-16 0 0,0 0-6392 0 0,0 0-1271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45.7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1 124 10384 0 0,'0'0'288'0'0,"0"0"80"0"0,0 0-296 0 0,0 0-72 0 0,0 0 0 0 0,0 0 0 0 0,0 0 632 0 0,0 0 104 0 0,0 0 32 0 0,0 15 0 0 0,15-15 8 0 0,1 0 8 0 0,-1 0 0 0 0,-15 0-1 0 0,15 0-111 0 0,1 16-16 0 0,-1-16-8 0 0,1 0 0 0 0,-1 0-120 0 0,0 0-24 0 0,16 0-8 0 0,-15 0 0 0 0,-1 0-144 0 0,16 0-32 0 0,-16 0-8 0 0,16 0 0 0 0,0 0-80 0 0,0 0-8 0 0,-1 0-8 0 0,1 0 0 0 0,0 0-40 0 0,0 0-8 0 0,-1 0 0 0 0,1 0 0 0 0,0 0-24 0 0,0 0-8 0 0,-16 0 0 0 0,16 0 0 0 0,-16 0 0 0 0,16 0 0 0 0,0 0 0 0 0,-16 0 0 0 0,16 0 0 0 0,-15 0 0 0 0,14-16 0 0 0,-14 16 0 0 0,-1 0-24 0 0,16 0-8 0 0,-16 0 0 0 0,16 0 0 0 0,-16 0-104 0 0,1 0 88 0 0,-1 0-88 0 0,1 0 80 0 0,-1 0-80 0 0,0 0 96 0 0,-15 0-96 0 0,0 0 96 0 0,16 0-96 0 0,-16 0 64 0 0,0 0-64 0 0,0 0 64 0 0,0 0-64 0 0,0 0 0 0 0,0 0 0 0 0,0 0 0 0 0,0 0-248 0 0,0 0-64 0 0,0 0-8 0 0,0 0-8 0 0,0 0-1120 0 0,0-15-224 0 0,0 15-48 0 0</inkml:trace>
  <inkml:trace contextRef="#ctx0" brushRef="#br0" timeOffset="278.52">924 1 19231 0 0,'0'0'424'0'0,"0"0"88"0"0,0 0 24 0 0,16 15 0 0 0,-1-15-432 0 0,-15 16-104 0 0,16-16 0 0 0,-16 15 0 0 0,15-15 664 0 0,0 15 104 0 0,-15-15 32 0 0,16 16 0 0 0,-16-1-256 0 0,15-15-56 0 0,1 16-8 0 0,-16-1 0 0 0,0 0-192 0 0,15-15-32 0 0,-15 16-16 0 0,0-1 0 0 0,0-15-112 0 0,0 15-32 0 0,0-15 0 0 0,-15 16 0 0 0,15-1-96 0 0,0-15 0 0 0,0 16 64 0 0,-16-16-64 0 0,16 15-88 0 0,-15-15-40 0 0,15 15 0 0 0,0-15-8 0 0,-16 16-480 0 0,16-16-96 0 0,0 0-24 0 0,0 0-6112 0 0,0 0-1231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46.5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1 14928 0 0,'0'0'416'0'0,"0"0"104"0"0,0 0-416 0 0,0 0-104 0 0,0 0 0 0 0,0 0 0 0 0,0 0 975 0 0,0 0 177 0 0,0 0 32 0 0,0 0 0 0 0,-16 15-496 0 0,1-15-104 0 0,15 0-16 0 0,0 16-8 0 0,-16-16-192 0 0,16 15-40 0 0,-15-15-8 0 0,15 15 0 0 0,0 1-96 0 0,-15-1-32 0 0,15 1 0 0 0,0-1 0 0 0,0 0-16 0 0,-16 1-8 0 0,16 15 0 0 0,0-16 0 0 0,0 16 8 0 0,0-16 0 0 0,0 16 0 0 0,0 0 0 0 0,0-16 16 0 0,16 16 0 0 0,-16 0 0 0 0,0-1 0 0 0,15 1-72 0 0,0-15-16 0 0,-15 14 0 0 0,16 1 0 0 0,-1 0-24 0 0,1-16-8 0 0,-16 16 0 0 0,15-15 0 0 0,0-1 40 0 0,1 0 8 0 0,-1 1 0 0 0,-15-1 0 0 0,16-15-56 0 0,-1 16-64 0 0,-15-16 88 0 0,0 0-88 0 0,0 0 64 0 0,15 0-64 0 0,-15 0 0 0 0,0 0 0 0 0,16 0-472 0 0,-16-16-120 0 0,15 16-24 0 0,-15-15-6640 0 0,16-1-1319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47.2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63 15232 0 0,'0'0'432'0'0,"0"0"88"0"0,0 15-416 0 0,0-15-104 0 0,0 15 0 0 0,0 1 0 0 0,0-1 791 0 0,0-15 137 0 0,0 0 24 0 0,0 0 8 0 0,0 0-272 0 0,15 0-48 0 0,-15 0-16 0 0,16 16 0 0 0,-16-16-208 0 0,0 0-48 0 0,15 0-8 0 0,-15 0 0 0 0,0 0-80 0 0,0 0-24 0 0,15 0 0 0 0,1-16 0 0 0,-16 16-112 0 0,0 0-24 0 0,15-15-8 0 0,-15-1 0 0 0,0 16-112 0 0,16-15 72 0 0,-16 0-72 0 0,0 15 64 0 0,0-16-64 0 0,15 16 0 0 0,-15-15 72 0 0,0 15-72 0 0,0-16 0 0 0,0 16 0 0 0,0 0 0 0 0,0 0 64 0 0,0 0-64 0 0,0-15 0 0 0,0 15 64 0 0,0 0-64 0 0,0 0 64 0 0,0 0-64 0 0,0 0 80 0 0,0 0-80 0 0,0 0 80 0 0,0 0-80 0 0,0 0 80 0 0,0 0-80 0 0,0 0 96 0 0,0 0-32 0 0,0 0-64 0 0,15 0 96 0 0,-15 15-96 0 0,16-15 88 0 0,-16 16-88 0 0,0-1 80 0 0,15 1-16 0 0,-15-1 0 0 0,0 0 0 0 0,0 1 0 0 0,16-1 48 0 0,-16 1 8 0 0,0-1 0 0 0,0 0 0 0 0,0 1-8 0 0,0-1 0 0 0,15 0 0 0 0,-15 1 0 0 0,0-1-48 0 0,0 1 0 0 0,0-1-64 0 0,0 0 96 0 0,0-15-96 0 0,0 16 72 0 0,0-1-72 0 0,-15 1 64 0 0,15-16-64 0 0,0 0 0 0 0,0 15 72 0 0,0-15-72 0 0,0 0 0 0 0,-16 15 64 0 0,16-15-64 0 0,-15 16 0 0 0,15-16 0 0 0,0 0 64 0 0,-16 0-64 0 0,16 0 0 0 0,-15 0 0 0 0,15 0 0 0 0,0 0 0 0 0,0 0 64 0 0,-15 0-64 0 0,15 0 0 0 0,0 0 0 0 0,0 0 0 0 0,0 0 0 0 0,0 0 0 0 0,0 0 0 0 0,0 0 0 0 0,0 0 0 0 0,0 0 0 0 0,0 0 0 0 0,15 0 0 0 0,-15 0 0 0 0,0-16 0 0 0,15 16 0 0 0,-15 0 0 0 0,16 0 0 0 0,-1 0 64 0 0,-15 0-64 0 0,16-15 0 0 0,-1 15 0 0 0,0 0 0 0 0,-15 0 0 0 0,16 0 0 0 0,-1 0 0 0 0,-15 0 0 0 0,16 0 0 0 0,-1 0-96 0 0,-15 0-784 0 0,15 0-160 0 0,1 0-32 0 0,-16-15-9191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47.4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0 18023 0 0,'0'0'392'0'0,"0"0"88"0"0,0 15 8 0 0,0 1 24 0 0,0-16-408 0 0,-16 15-104 0 0,16 1 0 0 0,0-1 0 0 0,-15-15 480 0 0,15 15 64 0 0,0 1 24 0 0,-15-1 0 0 0,-1 1-408 0 0,16-16-72 0 0,0 15-24 0 0,-15 0 0 0 0,15-15-512 0 0,0 0-112 0 0,0 0-16 0 0,-16 16-7871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47.8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16687 0 0,'0'0'472'0'0,"0"0"104"0"0,0 0-456 0 0,0 0-120 0 0,0 0 0 0 0,0 0 0 0 0,0 0 784 0 0,0 0 136 0 0,16 0 24 0 0,-16 0 8 0 0,15 16-352 0 0,0-16-72 0 0,1 0-16 0 0,-16 0 0 0 0,15 0-296 0 0,1 15-64 0 0,-1-15-16 0 0,0 0 0 0 0,1 0-136 0 0,-1 0-152 0 0,1-15 32 0 0,-1 15-6288 0 0,0 0-1263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48.3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1 124 13736 0 0,'0'0'296'0'0,"0"0"64"0"0,0 0 16 0 0,0 0 16 0 0,0 0-312 0 0,0 15-80 0 0,0-15 0 0 0,0 0 0 0 0,0 0 640 0 0,0 16 119 0 0,15-1 17 0 0,-15-15 8 0 0,16 0-304 0 0,-16 0-64 0 0,15 0-16 0 0,0 0 0 0 0,-15 0-96 0 0,16 0-16 0 0,-1-15-8 0 0,-15 15 0 0 0,16 0-112 0 0,-16-16-16 0 0,15 16-8 0 0,-15-15 0 0 0,15 15-56 0 0,-15-16-16 0 0,16 16 0 0 0,-16-15 0 0 0,0 15-72 0 0,15-15 96 0 0,-15 15-96 0 0,0-16 96 0 0,16 16-32 0 0,-16 0-64 0 0,0-15 96 0 0,0 15-32 0 0,0 0 32 0 0,0-16 8 0 0,0 16 0 0 0,0 0 0 0 0,0 0 56 0 0,0 0 16 0 0,0 0 0 0 0,0 0 0 0 0,0 0-24 0 0,0 0-8 0 0,0 0 0 0 0,0 0 0 0 0,0 0 8 0 0,0 0 0 0 0,0 0 0 0 0,0 0 0 0 0,15 16 32 0 0,-15-1 8 0 0,15-15 0 0 0,-15 16 0 0 0,0-1-8 0 0,0 0 0 0 0,0-15 0 0 0,16 16 0 0 0,-16-1 16 0 0,0 1 8 0 0,15-1 0 0 0,-15 0 0 0 0,0 1 0 0 0,0-1 0 0 0,0 1 0 0 0,0-1 0 0 0,16 0-56 0 0,-16 1-16 0 0,0-16 0 0 0,-16 15 0 0 0,16 0-40 0 0,0 1-16 0 0,0-16 0 0 0,0 15 0 0 0,-15 1-80 0 0,15-16 64 0 0,-16 15-64 0 0,16-15 64 0 0,-15 15-64 0 0,15-15 0 0 0,-15 0 0 0 0,15 16 64 0 0,-16-16-64 0 0,16 0 0 0 0,0 0 0 0 0,-15 0 0 0 0,15 0 0 0 0,-16 0 0 0 0,16 0 0 0 0,0 0 0 0 0,0 0 0 0 0,-15 0 0 0 0,15 0 0 0 0,0 0 0 0 0,0 0 0 0 0,0 0 0 0 0,0 0 0 0 0,0 0 0 0 0,0 0 0 0 0,0 0 0 0 0,0 0 0 0 0,0 0 0 0 0,0 0 0 0 0,0 0 0 0 0,0 0 0 0 0,0 0 0 0 0,0-16 0 0 0,15 16 0 0 0,-15 0 0 0 0,16 0 0 0 0,-16 0-72 0 0,15 0 72 0 0,1 0 0 0 0,-1 0 0 0 0,0 0 0 0 0,1 0-64 0 0,-1 16 64 0 0,1-16 0 0 0,-1 0 0 0 0,16 0-80 0 0,-31 0 80 0 0,31 0-64 0 0,-16 0-584 0 0,0 0-120 0 0,-15 0-16 0 0,16 0-6368 0 0,-1 0-1271 0 0</inkml:trace>
  <inkml:trace contextRef="#ctx0" brushRef="#br0" timeOffset="309.84">540 1 17879 0 0,'0'0'392'0'0,"0"0"88"0"0,0 0 8 0 0,0 0 16 0 0,0 0-408 0 0,15 15-96 0 0,0-15 0 0 0,-15 0 0 0 0,16 15 792 0 0,-1-15 136 0 0,1 16 24 0 0,-16-16 8 0 0,15 15-224 0 0,0 1-32 0 0,1-16-16 0 0,-1 15 0 0 0,1 0-160 0 0,-16 1-32 0 0,15-1-8 0 0,0 16 0 0 0,-15-16-168 0 0,0 1-32 0 0,16-1 0 0 0,-16 16-8 0 0,0-16-120 0 0,0 16-32 0 0,0-16 0 0 0,-16 16 0 0 0,16 0-64 0 0,-15 0-64 0 0,15-16 96 0 0,-15 16-96 0 0,15 0 72 0 0,-16 0-72 0 0,16-1 0 0 0,-15-14 72 0 0,15 15-72 0 0,-16-16 0 0 0,16 0 0 0 0,-15 1 0 0 0,15-1 0 0 0,0 1-128 0 0,-15-1 32 0 0,15 0 8 0 0,0-15-240 0 0,0 0-56 0 0,0 0 0 0 0,0 0-7376 0 0,0 0-1471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50.1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47 16495 0 0,'0'0'360'0'0,"0"0"80"0"0,0-15 8 0 0,0 15 24 0 0,0 0-376 0 0,-15-16-96 0 0,15 16 0 0 0,0-15 0 0 0,0 15 744 0 0,0 0 136 0 0,0 0 24 0 0,0 0 8 0 0,0 0-344 0 0,0 0-72 0 0,0 0-16 0 0,0 0 0 0 0,0 0-88 0 0,0 0-16 0 0,0 0-8 0 0,0 0 0 0 0,0 0-144 0 0,15 15-32 0 0,-15 1-8 0 0,0-1 0 0 0,0 16-96 0 0,0 0-24 0 0,0-16 0 0 0,0 31 0 0 0,16-15-64 0 0,-16 0 0 0 0,0 0 72 0 0,0-1-72 0 0,0 1 0 0 0,0 0 0 0 0,0 0 0 0 0,15-1 64 0 0,-15 1-64 0 0,0-15 0 0 0,0 14 0 0 0,0-14 64 0 0,0-1-64 0 0,16 1 0 0 0,-16-1 0 0 0,0 0 0 0 0,0-15 0 0 0,0 0 0 0 0,0 0 0 0 0,0 0 0 0 0,0 0 0 0 0,0 0 0 0 0,0 0 0 0 0,0 0-64 0 0,0 0 64 0 0,0 0-104 0 0,0 0 40 0 0,0 0 64 0 0,15-15-64 0 0,-15 0 64 0 0,0 15 0 0 0,15-16 0 0 0,-15 1 0 0 0,0-1 0 0 0,0 16 0 0 0,0-15 0 0 0,0 0 0 0 0,16-1 0 0 0,-16 1 64 0 0,15 15-64 0 0,-15-16 64 0 0,0 1-64 0 0,15 0 0 0 0,1 15 64 0 0,-16-16-64 0 0,15 16 0 0 0,-15-15 0 0 0,16 15 0 0 0,-1 0 0 0 0,0 0 0 0 0,1 0 72 0 0,-16 0-72 0 0,15 15 64 0 0,1-15-64 0 0,-16 16 80 0 0,15-16-80 0 0,0 15 96 0 0,-15 0-32 0 0,16 1-64 0 0,-16-1 96 0 0,0 1-8 0 0,15-1-8 0 0,-15 0 0 0 0,0 1 0 0 0,0-1-80 0 0,16 1 80 0 0,-16-1-80 0 0,0-15 80 0 0,0 15-80 0 0,0 1 0 0 0,0-16 0 0 0,0 0 0 0 0,0 0-88 0 0,0 0-32 0 0,0 0-8 0 0,0 0 0 0 0,0 0-392 0 0,0 0-88 0 0,0 0-8 0 0,0 0-6184 0 0,0 0-1231 0 0</inkml:trace>
  <inkml:trace contextRef="#ctx0" brushRef="#br0" timeOffset="799.9399">494 386 16328 0 0,'0'0'351'0'0,"0"0"81"0"0,0 0 16 0 0,0 0 16 0 0,0 0-368 0 0,0 15-96 0 0,15 0 0 0 0,-15-15 0 0 0,0 0 672 0 0,15 0 128 0 0,1 16 16 0 0,-1-16 8 0 0,-15 0-216 0 0,16 0-48 0 0,-1 0-8 0 0,0 0 0 0 0,1 0-128 0 0,-16 0-24 0 0,15 0-8 0 0,0 0 0 0 0,-15 0-168 0 0,0 0-40 0 0,16-16-8 0 0,-16 16 0 0 0,15 0-88 0 0,-15-15-24 0 0,16 15 0 0 0,-16-15 0 0 0,0 15-64 0 0,0-16 96 0 0,15 1-96 0 0,-15 15 96 0 0,0 0-96 0 0,-15-15 96 0 0,15-1-96 0 0,0 16 96 0 0,0-15-96 0 0,0 15 96 0 0,-16-16-96 0 0,16 16 96 0 0,0-15-96 0 0,-15 15 80 0 0,15 0-80 0 0,0 0 80 0 0,-16 0-80 0 0,16 0 64 0 0,-15 0-64 0 0,15 15 64 0 0,-15-15-64 0 0,15 16 0 0 0,-16-16 0 0 0,16 15 0 0 0,-15 16 0 0 0,15-31 0 0 0,0 31 0 0 0,0-16 0 0 0,0 0-64 0 0,0 1 64 0 0,0-1 0 0 0,0 16 0 0 0,0-16 0 0 0,0 1 0 0 0,15-1 0 0 0,1-15 0 0 0,-16 16 0 0 0,0-1 0 0 0,15-15 0 0 0,0 15 0 0 0,-15-15 0 0 0,0 0 0 0 0,16 0 0 0 0,-1 0 0 0 0,-15 0 0 0 0,16 0 0 0 0,-1 0 0 0 0,-15-15 0 0 0,15 15 0 0 0,1-15 0 0 0,-16 15 0 0 0,15-16 0 0 0,1 1 0 0 0,-16 15 0 0 0,0-16 0 0 0,15 1 0 0 0,-15 0 0 0 0,15 15 0 0 0,-15-16 0 0 0,0 16 0 0 0,16-15 0 0 0,-16 15 0 0 0,0-16 0 0 0,0 16 64 0 0,0 0-64 0 0,0 0 0 0 0,0 0 0 0 0,0 0 0 0 0,0 0 0 0 0,0 0 0 0 0,15 0 0 0 0,-15 0 0 0 0,16 0 0 0 0,-16 0 0 0 0,0 0 0 0 0,15 16 0 0 0,-15-16 0 0 0,15 15 0 0 0,-15 1 0 0 0,0-16 0 0 0,16 15 0 0 0,-16 0 0 0 0,15 1 0 0 0,-15-16 0 0 0,0 15-72 0 0,0-15 72 0 0,0 0 0 0 0,16 16 0 0 0,-16-16-104 0 0,0 0 32 0 0,0 0 8 0 0,0 0 0 0 0,0 0-32 0 0,0 0 0 0 0,0 0 0 0 0,0 0 0 0 0,15 0-8 0 0,-15 0-8 0 0,0 0 0 0 0,15 0 0 0 0,-15-16 24 0 0,16 1 8 0 0,-16 15 0 0 0,0-16 0 0 0,15 16 80 0 0,-15-15-64 0 0,16 0 64 0 0,-16-1-64 0 0,15 16 64 0 0,-15-15 0 0 0,15-1 0 0 0,-15 1 0 0 0,16 0 0 0 0,-16 15 0 0 0,15-16 0 0 0,-15 16 64 0 0,16-15-64 0 0,-16 15 96 0 0,15 0-32 0 0,-15 0 0 0 0,15 0 24 0 0,1 15 8 0 0,-16-15 0 0 0,15 16 0 0 0,-15-16-32 0 0,15 0 0 0 0,-15 15 0 0 0,16 0 0 0 0,-16 1 40 0 0,0-1 8 0 0,15-15 0 0 0,-15 16 0 0 0,0-1-16 0 0,0 0-8 0 0,0 1 0 0 0,0-16 0 0 0,16 15-88 0 0,-16 1 64 0 0,0-16-64 0 0,0 0 64 0 0,0 0-64 0 0,0 0 0 0 0,0 0 0 0 0,0 0 0 0 0,0 0-176 0 0,0 0-24 0 0,0 0-8 0 0,0 0 0 0 0,0 0-808 0 0,0 0-160 0 0,0 0-32 0 0,0 0-5096 0 0,0 0-1015 0 0</inkml:trace>
  <inkml:trace contextRef="#ctx0" brushRef="#br0" timeOffset="1375.59">1371 370 14240 0 0,'0'0'400'0'0,"0"0"96"0"0,0 0-400 0 0,0 0-96 0 0,0 0 0 0 0,0 0 0 0 0,-15 0 1000 0 0,15 0 183 0 0,-16 0 33 0 0,16 0 0 0 0,0 0-488 0 0,0 0-104 0 0,0 0-16 0 0,0 0-8 0 0,0 16-280 0 0,0-16-64 0 0,-15 15 0 0 0,15 0-8 0 0,0 1-128 0 0,0-1-24 0 0,0 1-8 0 0,0-1 0 0 0,15 0-88 0 0,-15 1 96 0 0,0-1-96 0 0,0 1 96 0 0,0-1-96 0 0,16 0 0 0 0,-16 1 0 0 0,15-1 0 0 0,-15-15 0 0 0,0 16 0 0 0,0-16 0 0 0,0 0 0 0 0,15 0 0 0 0,-15 0 64 0 0,0 0-64 0 0,16 0 0 0 0,-16 0 96 0 0,0 0-16 0 0,0 0-8 0 0,15 0 0 0 0,-15-16 80 0 0,16 16 8 0 0,-16-15 8 0 0,0 15 0 0 0,15-16-40 0 0,-15 1-16 0 0,15 15 0 0 0,-15-15 0 0 0,16 15-48 0 0,-16-16 0 0 0,15 16-64 0 0,-15-15 96 0 0,16 15 0 0 0,-16-16-8 0 0,15 16 0 0 0,-15 0 0 0 0,15 0-24 0 0,1-15 0 0 0,-16 15 0 0 0,15 0 0 0 0,-15 0-64 0 0,16 0 0 0 0,-16 0 0 0 0,15 0 64 0 0,-15-15-64 0 0,0 15 0 0 0,15 0 72 0 0,-15 0-72 0 0,16 0 0 0 0,-1-16 0 0 0,-15 16 0 0 0,0 0 64 0 0,0 0-64 0 0,15-15 0 0 0,-15-1 0 0 0,0 16 0 0 0,0-15 0 0 0,0 15 72 0 0,0-15-72 0 0,0 15 0 0 0,-15-16 80 0 0,15 16-80 0 0,0-15 64 0 0,0 15-64 0 0,-15 0 80 0 0,-1 0-80 0 0,16 0 96 0 0,-15 0-96 0 0,15 0 96 0 0,-15 0-32 0 0,15 0 0 0 0,-16 15-64 0 0,16 1 112 0 0,-15-16-32 0 0,15 15-8 0 0,0 0 0 0 0,-16 1-72 0 0,16-1 64 0 0,0 1-64 0 0,0-1 64 0 0,0 0 16 0 0,0 16 0 0 0,16-15 0 0 0,-16-16 0 0 0,15 15 0 0 0,-15 0 0 0 0,16 1 0 0 0,-1-16 0 0 0,0 15-16 0 0,-15-15 0 0 0,31 16 0 0 0,-31-16 0 0 0,15 0-64 0 0,1 0 64 0 0,-1 0-64 0 0,1-16 64 0 0,-1 16-64 0 0,0 0 64 0 0,-15-15-64 0 0,16 15 64 0 0,-1 0-128 0 0,-15-16-32 0 0,16 16-8 0 0,-1-15 0 0 0,-15 15-768 0 0,15-15-152 0 0,-15-1-32 0 0,16 16-5888 0 0,-1-15-1183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5:54.6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462 108 10176 0 0,'0'0'288'0'0,"0"0"64"0"0,0 0-280 0 0,0 0-72 0 0,0 0 0 0 0,0 0 0 0 0,0 0 960 0 0,0 0 168 0 0,0 0 40 0 0,0 0 8 0 0,0 0-256 0 0,0 0-57 0 0,0 0 1 0 0,0 0-8 0 0,0 0-248 0 0,0 0-56 0 0,0 0-8 0 0,0-16 0 0 0,-15 16-192 0 0,15 0-32 0 0,-16-15-16 0 0,16 15 0 0 0,0 0-128 0 0,-15 0-24 0 0,-1 0-8 0 0,16-15 0 0 0,-15 15-64 0 0,0 0-16 0 0,15 0 0 0 0,-16 0 0 0 0,1 0 32 0 0,-1-16 0 0 0,1 16 0 0 0,15 0 0 0 0,-31 0 32 0 0,16-15 0 0 0,-1 15 8 0 0,1 0 0 0 0,0 0 0 0 0,-1 0 0 0 0,1-16 0 0 0,-1 16 0 0 0,1 0 16 0 0,0-15 0 0 0,-1 15 0 0 0,1 0 0 0 0,0 0-8 0 0,-1 0 0 0 0,1 0 0 0 0,15 0 0 0 0,-16 0-32 0 0,1 0-8 0 0,15 0 0 0 0,0 0 0 0 0,-15 0-24 0 0,15 0-8 0 0,0 0 0 0 0,0 0 0 0 0,0 0-72 0 0,0 15 64 0 0,-16-15-64 0 0,16 16 64 0 0,0-16-64 0 0,0 15 96 0 0,0 1-96 0 0,0-16 96 0 0,0 15-16 0 0,0 0 0 0 0,0 1 0 0 0,0-1 0 0 0,0 1-80 0 0,0-1 96 0 0,0-15-96 0 0,0 15 96 0 0,0 1-96 0 0,16-1 96 0 0,-16 1-96 0 0,0-1 96 0 0,0 0-96 0 0,0 1 0 0 0,0-1 0 0 0,0 0 64 0 0,0 1-64 0 0,0-1 0 0 0,15 1 72 0 0,-15-1-72 0 0,0 16 0 0 0,0-16 0 0 0,0 1 0 0 0,0-1 64 0 0,0 16-64 0 0,15-16 0 0 0,-15 16 0 0 0,0-16 0 0 0,0 16 0 0 0,0 0 64 0 0,0-16-64 0 0,0 16 0 0 0,0 0 0 0 0,16-16 64 0 0,-16 16-64 0 0,0-15 0 0 0,0-1 0 0 0,0 16 0 0 0,0-16 0 0 0,0 16 64 0 0,15-16-64 0 0,-15 16 0 0 0,0-16 0 0 0,0 16 64 0 0,0-15-64 0 0,0 14 0 0 0,0-14 0 0 0,0 15 0 0 0,0-1 0 0 0,16-14 0 0 0,-16 15 0 0 0,0-1 0 0 0,0 17 0 0 0,15-17 0 0 0,-15 1 0 0 0,0 0 0 0 0,0 0 0 0 0,0 15 0 0 0,0-15 0 0 0,15-1 64 0 0,-15 1-64 0 0,0 0 0 0 0,0-16 0 0 0,16 16 0 0 0,-16 0 0 0 0,0 0 0 0 0,0-16 0 0 0,0 16 0 0 0,0 0 0 0 0,15 0 0 0 0,-15-1 0 0 0,0 1 0 0 0,0 0 0 0 0,15 0 0 0 0,-15-1 0 0 0,0 1 0 0 0,0 0 0 0 0,0 0 0 0 0,0 15 0 0 0,16-15 0 0 0,-16-16 0 0 0,0 16 0 0 0,0-16 0 0 0,0 1 0 0 0,0 15 0 0 0,0-16 0 0 0,0 0 0 0 0,0 16 0 0 0,0-15 0 0 0,0-1 0 0 0,0 0 0 0 0,0 1 0 0 0,0-1 0 0 0,0 1 0 0 0,0-1 0 0 0,0 0 0 0 0,0 1 0 0 0,0-16 64 0 0,0 15-64 0 0,0-15 0 0 0,0 0 0 0 0,0 15 0 0 0,0 1 0 0 0,0-16 64 0 0,0 0-64 0 0,0 0 0 0 0,0 0 0 0 0,15 15 0 0 0,-15-15 0 0 0,0 0 0 0 0,0 0 0 0 0,0 0 64 0 0,0 0-64 0 0,16 0 0 0 0,-16-15 64 0 0,15 15-64 0 0,0 0 0 0 0,-15 0 0 0 0,16-16 0 0 0,-1 16 64 0 0,-15-15-64 0 0,16 15 0 0 0,-1-15 0 0 0,-15 15 0 0 0,15 0 0 0 0,1 0 0 0 0,-1-16 0 0 0,1 16 0 0 0,-1 0-216 0 0,0 0 0 0 0,1 0 0 0 0,-1 0 0 0 0,1 16-784 0 0,-1-16-160 0 0,0 0-32 0 0,1 0-5432 0 0,-1 15-1087 0 0</inkml:trace>
  <inkml:trace contextRef="#ctx0" brushRef="#br0" timeOffset="1553.31">354 554 20239 0 0,'0'0'448'0'0,"0"0"88"0"0,0 0 16 0 0,0 0 24 0 0,0 0-464 0 0,0 0-112 0 0,0 0 0 0 0,0 0 0 0 0,16-15 512 0 0,-16 15 88 0 0,0 0 8 0 0,15 0 8 0 0,0 0-256 0 0,1 0-48 0 0,-16 0-16 0 0,15 0 0 0 0,-15 0-168 0 0,16 0-32 0 0,-16 15 0 0 0,0-15-8 0 0,15 0-88 0 0,-15 0 64 0 0,0 0-64 0 0,15 0 64 0 0,1 16-416 0 0,-16-16-80 0 0,15 0-16 0 0,1 0-8 0 0,-1-16-984 0 0,0 16-192 0 0,1 0-32 0 0,-1 0-6575 0 0</inkml:trace>
  <inkml:trace contextRef="#ctx0" brushRef="#br0" timeOffset="2479.53">970 462 12896 0 0,'0'0'288'0'0,"0"0"56"0"0,0 0 8 0 0,0 0 8 0 0,0 0-288 0 0,0 0-72 0 0,0 0 0 0 0,0 0 0 0 0,0 0 888 0 0,0 0 160 0 0,0 0 31 0 0,0-16 9 0 0,0 16-248 0 0,15-15-40 0 0,-15 15-16 0 0,0 0 0 0 0,0-15-152 0 0,0 15-32 0 0,0 0-8 0 0,0-16 0 0 0,0 16-176 0 0,0 0-40 0 0,16-15-8 0 0,-16 15 0 0 0,0-16-144 0 0,15 16-24 0 0,-15 0-8 0 0,0 0 0 0 0,16-15-88 0 0,-16 15-16 0 0,15-15-8 0 0,-15 15 0 0 0,0-16-80 0 0,0 16 96 0 0,15 0-96 0 0,-15 0 96 0 0,16 0-32 0 0,-16 0 0 0 0,0-15 0 0 0,15 15 0 0 0,1 0-64 0 0,-16 0 0 0 0,0 0 72 0 0,15 0-72 0 0,0 15 0 0 0,-15-15 72 0 0,0 0-72 0 0,16 0 0 0 0,-16 16 64 0 0,15-16-64 0 0,-15 15 0 0 0,15-15 0 0 0,-15 15 72 0 0,16-15-72 0 0,-16 16 0 0 0,0-1 72 0 0,0 1-72 0 0,0-16 0 0 0,0 15 0 0 0,0 0 0 0 0,0 1 0 0 0,0 15 64 0 0,0-16-64 0 0,0 0 0 0 0,0 1 0 0 0,0 15 0 0 0,0-16 0 0 0,-16 0 0 0 0,16 16 0 0 0,-15-15 0 0 0,15-1 0 0 0,0 0 0 0 0,-15 1 0 0 0,15-16 0 0 0,-16 15 0 0 0,16 1 0 0 0,-15-1 0 0 0,15-15-72 0 0,-15 15 72 0 0,15 1-80 0 0,-16-16 80 0 0,16 15-80 0 0,-15-15 80 0 0,15 15-80 0 0,0-15 80 0 0,0 0 0 0 0,0 0 0 0 0,-16 0-64 0 0,16 0 64 0 0,0 0 0 0 0,-15 16 0 0 0,15-16-64 0 0,0 0 64 0 0,0 0-96 0 0,0-16 96 0 0,0 16-96 0 0,0 0 96 0 0,-15-15 0 0 0,15 15 0 0 0,0-15-64 0 0,0 15 64 0 0,0-16 0 0 0,0 1 0 0 0,0 0 0 0 0,15-1 0 0 0,-15 1 0 0 0,0 15 0 0 0,0-16 0 0 0,0 1 0 0 0,0 15 0 0 0,15-15 0 0 0,-15 15 0 0 0,0 0 0 0 0,0 0 0 0 0,16 0 0 0 0,-16 0 0 0 0,15 0 0 0 0,-15 15 0 0 0,16 0 0 0 0,-1-15 0 0 0,0 16 0 0 0,-15-1 72 0 0,16 1-72 0 0,-1-1 0 0 0,-15 0 96 0 0,15 1-96 0 0,1-16 96 0 0,-1 15-96 0 0,1 0 88 0 0,-1-15-88 0 0,0 16 80 0 0,1-16-80 0 0,-1 15 64 0 0,1-15-64 0 0,-16 0 0 0 0,15 0 72 0 0,0 0-72 0 0,1 0 0 0 0,-1 0 0 0 0,-15 0 64 0 0,16 0-64 0 0,-16 0 0 0 0,0 0 0 0 0,0 0 0 0 0,0 0-248 0 0,0 0-8 0 0,15 0-8 0 0,-15 0 0 0 0,0 0-928 0 0,0 0-184 0 0,0 0-40 0 0,0 0-7735 0 0</inkml:trace>
  <inkml:trace contextRef="#ctx0" brushRef="#br0" timeOffset="2923.6">616 1616 15952 0 0,'0'0'352'0'0,"0"0"63"0"0,0 0 25 0 0,0 0 8 0 0,0 0-352 0 0,0 0-96 0 0,0 0 0 0 0,0 0 0 0 0,15-15 832 0 0,-15 0 160 0 0,16 15 24 0 0,-16 0 8 0 0,15 0-224 0 0,0 0-48 0 0,-15-16-8 0 0,16 16 0 0 0,-1 0-296 0 0,1 0-56 0 0,-1 0-8 0 0,0 0-8 0 0,1-15-200 0 0,-1 15-40 0 0,1 0-8 0 0,-16 0 0 0 0,15 0-128 0 0,0 0 64 0 0,1 0-64 0 0,-1 0 0 0 0,1 0 0 0 0,-1 0-88 0 0,-15 0 0 0 0,15 0 0 0 0,1 0-936 0 0,-1 0-184 0 0,1 0-40 0 0,-16 0-8119 0 0</inkml:trace>
  <inkml:trace contextRef="#ctx0" brushRef="#br0" timeOffset="3963.02">1170 1539 13328 0 0,'0'0'288'0'0,"0"0"64"0"0,0 0 16 0 0,0 0 16 0 0,0 0-312 0 0,0 0-72 0 0,0 0 0 0 0,0 0 0 0 0,0 0 816 0 0,0 0 143 0 0,0 0 33 0 0,0 0 8 0 0,0-15-272 0 0,0 15-56 0 0,0 0-16 0 0,15-15 0 0 0,-15 15-200 0 0,16-16-40 0 0,-16 16 0 0 0,0 0-8 0 0,15 0-184 0 0,-15 0-32 0 0,16-15 0 0 0,-16 15-8 0 0,0 0-88 0 0,15 0-24 0 0,0 0 0 0 0,1-16 0 0 0,-16 16 0 0 0,15 0 0 0 0,1 0 0 0 0,-1 0 0 0 0,0 0 0 0 0,-15 0 0 0 0,16 0 0 0 0,-1 0 0 0 0,1 0 8 0 0,-1 0 0 0 0,-15 0 0 0 0,15 0 0 0 0,1 0-16 0 0,-1 0-64 0 0,-15 0 96 0 0,16 0-32 0 0,-16 0 0 0 0,0 0-64 0 0,0 0 96 0 0,0 0-32 0 0,0 0-64 0 0,0 0 80 0 0,0 0-80 0 0,0 16 80 0 0,0-1-80 0 0,0-15 96 0 0,0 16-96 0 0,-16-1 96 0 0,16-15-96 0 0,-15 15 0 0 0,15 1 0 0 0,-16-1 0 0 0,16-15-64 0 0,-15 16 64 0 0,15-1 0 0 0,-15-15 0 0 0,15 15 0 0 0,-16-15 0 0 0,16 16-72 0 0,-15-1 72 0 0,15-15 0 0 0,-16 0-64 0 0,16 0 64 0 0,0 0 0 0 0,0 16-64 0 0,0-16 64 0 0,0 0 0 0 0,0 0 0 0 0,0 0-64 0 0,0 0 64 0 0,0 0 0 0 0,0 0 0 0 0,0 0 0 0 0,0 0 0 0 0,0 0 0 0 0,0 0 0 0 0,0 0 0 0 0,0 0 0 0 0,0 0 0 0 0,0-16 0 0 0,16 16 0 0 0,-1-15 0 0 0,-15 15 0 0 0,16-16 0 0 0,-16 16 0 0 0,15 0 0 0 0,-15 0 0 0 0,15 0 0 0 0,1 0 0 0 0,-16 0 0 0 0,15 0 0 0 0,1 0 0 0 0,-16 0 0 0 0,15 0 0 0 0,-15 0 0 0 0,15 0 0 0 0,-15 16 0 0 0,16-1 0 0 0,-1-15 0 0 0,-15 0 0 0 0,0 16 0 0 0,16-1 0 0 0,-16-15 0 0 0,0 15 0 0 0,0 1 64 0 0,0-1-64 0 0,0-15 0 0 0,0 16 72 0 0,-16-1-72 0 0,16 0 0 0 0,0 1 0 0 0,0-1 64 0 0,-15 0-64 0 0,15 1 0 0 0,-16-16 0 0 0,16 15 64 0 0,0 1-64 0 0,-15-1 96 0 0,0-15-96 0 0,-1 15 96 0 0,1-15 24 0 0,15 16 8 0 0,-16-16 0 0 0,1 0 0 0 0,0 15 104 0 0,-1-15 24 0 0,1 0 8 0 0,-1 0 0 0 0,-14 0-104 0 0,30 0-32 0 0,-31 0 0 0 0,31 0 0 0 0,-31-15-128 0 0,16 15 0 0 0,-1-16 0 0 0,16 16 0 0 0,-15-15 0 0 0,-1 15-72 0 0,1 0-8 0 0,15-15 0 0 0,-15 15-584 0 0,15-16-112 0 0,-16 16-24 0 0,16-15-6112 0 0,0 15-1215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00.4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78 17935 0 0,'0'0'392'0'0,"0"0"88"0"0,0 0 8 0 0,0 0 24 0 0,0 0-416 0 0,-15 15-96 0 0,15-15 0 0 0,0 0 0 0 0,0 0 584 0 0,0 0 96 0 0,0 0 24 0 0,0 15 0 0 0,0-15-240 0 0,15 16-48 0 0,-15-16 0 0 0,0 0-8 0 0,0 0-80 0 0,0 0-8 0 0,0 0-8 0 0,15 15 0 0 0,1-15-48 0 0,-16 0-8 0 0,0 0 0 0 0,0 0 0 0 0,15 0-136 0 0,1 0-32 0 0,-16-15-8 0 0,15 15 0 0 0,-15 0-80 0 0,0 0 80 0 0,15-16-80 0 0,-15 16 80 0 0,16-15-80 0 0,-16 15 64 0 0,15-15-64 0 0,-15 15 64 0 0,0-16-64 0 0,0 16 0 0 0,16-15 72 0 0,-16 0-72 0 0,0 15 80 0 0,0 0-16 0 0,15-16-64 0 0,-15 16 96 0 0,0-15-96 0 0,0 15 0 0 0,0 0-72 0 0,0 0 72 0 0,0 0 0 0 0,0 0 0 0 0,0 0 0 0 0,0 0 0 0 0,0 0 0 0 0,0 0 0 0 0,0 0 0 0 0,0 0 0 0 0,0 0 64 0 0,0 0-64 0 0,0 0 0 0 0,0 0 0 0 0,0 0 0 0 0,0 0 0 0 0,0 0 0 0 0,0 0 0 0 0,0 15 0 0 0,0 1 0 0 0,0-1 0 0 0,0 0 0 0 0,0 1 0 0 0,0-1 0 0 0,0 0 0 0 0,0 1 0 0 0,0 15 0 0 0,0-16 0 0 0,0 0 0 0 0,0 16 0 0 0,0-15 128 0 0,0-1-32 0 0,0 16-8 0 0,0 0 0 0 0,0-16-88 0 0,0 0 96 0 0,0 16-96 0 0,0-15 96 0 0,0 14-96 0 0,0-14 96 0 0,0-1-96 0 0,0 1 96 0 0,0-1-96 0 0,0 0 0 0 0,-15 1 0 0 0,15-1 64 0 0,0-15-64 0 0,0 16 0 0 0,0-16 0 0 0,-16 15 0 0 0,16-15 0 0 0,0 0 0 0 0,0 0 64 0 0,0 0-64 0 0,-15 0 0 0 0,15 0 0 0 0,0 15 0 0 0,0-15 0 0 0,-16 0 0 0 0,16 0 0 0 0,0-15 0 0 0,-15 15 0 0 0,15 0 0 0 0,-15 0 0 0 0,15 0 0 0 0,0 0 0 0 0,0 0 0 0 0,0 0 64 0 0,0 0-64 0 0,0 0 0 0 0,0 0 0 0 0,0 0 0 0 0,0 0 0 0 0,0 0 0 0 0,0 0 0 0 0,0 0 0 0 0,0 0 0 0 0,15-15 0 0 0,0 15 0 0 0,-15 0 0 0 0,16 0 0 0 0,-1 0 0 0 0,1 0 0 0 0,-1 0 0 0 0,0 0 0 0 0,1 0 0 0 0,-1 0 0 0 0,1 0 0 0 0,-1 0 0 0 0,0 0 0 0 0,-15 0-160 0 0,16 0 8 0 0,-1 0 0 0 0,1 0-7352 0 0,-16 0-1471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00.9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1 324 15552 0 0,'0'0'344'0'0,"0"0"72"0"0,0 0 7 0 0,0 0 9 0 0,15 0-344 0 0,1 0-88 0 0,-16 0 0 0 0,15 0 0 0 0,0-16 648 0 0,1 16 120 0 0,-1 0 16 0 0,1 0 8 0 0,-1 0-256 0 0,0-15-56 0 0,1 15 0 0 0,-1 0-8 0 0,0 0-184 0 0,1 0-40 0 0,-1 0-8 0 0,1 0 0 0 0,-1 0-160 0 0,0 0-80 0 0,1 15 80 0 0,-16-15-80 0 0,15 0-104 0 0,1 0-72 0 0,-16 0-16 0 0,15 0-5944 0 0,-15 0-1191 0 0</inkml:trace>
  <inkml:trace contextRef="#ctx0" brushRef="#br0" timeOffset="640.65">493 139 17135 0 0,'0'0'376'0'0,"0"0"72"0"0,0 0 24 0 0,0 0 8 0 0,0 0-384 0 0,0 0-96 0 0,0 0 0 0 0,0 0 0 0 0,16 0 600 0 0,-16 0 96 0 0,0 0 16 0 0,15 0 8 0 0,1 0-240 0 0,-1 0-40 0 0,0 0-16 0 0,-15 0 0 0 0,16-15-240 0 0,-1 15-56 0 0,-15-16 0 0 0,16 16-8 0 0,-16-15-120 0 0,15-1 0 0 0,0 16 0 0 0,-15-15 0 0 0,16 15 64 0 0,-16-15-64 0 0,15 15 0 0 0,-15-16 0 0 0,0 16 0 0 0,15-15 0 0 0,-15 15 0 0 0,0 0 0 0 0,0 0 0 0 0,0-16 0 0 0,0 16 0 0 0,0 0 0 0 0,0 0 0 0 0,0 0 64 0 0,0 0-64 0 0,0 0 0 0 0,0 0 0 0 0,0 0 88 0 0,0 0-88 0 0,0 0 80 0 0,0 16-80 0 0,16-16 64 0 0,-16 15-64 0 0,0 1 64 0 0,15-1 0 0 0,-15-15-64 0 0,0 15 96 0 0,16 1-32 0 0,-16-1 72 0 0,0 1 16 0 0,0-1 0 0 0,15 0 0 0 0,-15 1 96 0 0,15-1 16 0 0,-15 1 8 0 0,0-1 0 0 0,0 0-32 0 0,16 1-8 0 0,-16-1 0 0 0,0 1 0 0 0,0-1-72 0 0,0 0-8 0 0,0 1-8 0 0,0-1 0 0 0,0 1-80 0 0,0-1-64 0 0,-16-15 96 0 0,16 15-96 0 0,0 1 64 0 0,-15-1-64 0 0,15-15 0 0 0,-15 15 0 0 0,15-15 0 0 0,-16 16 0 0 0,16-16 0 0 0,-15 0 0 0 0,-1 15 0 0 0,16-15 0 0 0,-15 0 0 0 0,0 0 0 0 0,15 0 0 0 0,-16 0 0 0 0,16 0 0 0 0,0 0 0 0 0,-15 0 0 0 0,15 0 0 0 0,0-15 0 0 0,0 15 0 0 0,0 0 72 0 0,0 0-72 0 0,0 0 0 0 0,0 0 72 0 0,0 0-72 0 0,0-16 0 0 0,0 16 0 0 0,15 0 0 0 0,1 0 0 0 0,-1 0 0 0 0,-15 0-64 0 0,15-15 64 0 0,1 15 0 0 0,-1 0 0 0 0,1 0 0 0 0,-1 0 0 0 0,0 0 0 0 0,1 0 0 0 0,-1 0-72 0 0,-15 0 72 0 0,16 0-768 0 0,-1-15-120 0 0,0 15-24 0 0,1-16-6032 0 0,-1 16-1199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02.5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 17679 0 0,'0'0'384'0'0,"0"0"88"0"0,0 0 8 0 0,0 0 24 0 0,0 0-408 0 0,0 0-96 0 0,0 0 0 0 0,0 0 0 0 0,15 15 440 0 0,1-15 64 0 0,-1 0 8 0 0,-15 0 8 0 0,15 16-176 0 0,1-16-40 0 0,-1 0-8 0 0,16 0 0 0 0,-16 0 88 0 0,1 0 24 0 0,-1 0 0 0 0,16 0 0 0 0,-16 0-144 0 0,1 0-24 0 0,-1 0-8 0 0,0 0 0 0 0,16 0-112 0 0,-31 0-24 0 0,31-16-8 0 0,-31 16 0 0 0,15 0-88 0 0,1-15 80 0 0,-16 15-80 0 0,15 0 80 0 0,1-15-80 0 0,-16 15 0 0 0,0 0 72 0 0,15 0-72 0 0,-15 0 0 0 0,0 0 0 0 0,0 0 0 0 0,0 0 64 0 0,0 0-64 0 0,0 0 0 0 0,0 0 64 0 0,0 0-64 0 0,0 0 64 0 0,15 15-64 0 0,-15-15 64 0 0,0 15-64 0 0,16-15 88 0 0,-16 16-24 0 0,0-1 0 0 0,15 1 0 0 0,-15-1 48 0 0,0-15 8 0 0,0 31 0 0 0,0-16 0 0 0,0 1-120 0 0,16-1 72 0 0,-16 16-72 0 0,0-16 64 0 0,0 16-64 0 0,15 0 96 0 0,-15-16-96 0 0,0 16 96 0 0,0 0-96 0 0,15-1 80 0 0,-15 17-80 0 0,16-17 80 0 0,-16 1-80 0 0,0 15 0 0 0,0-15 0 0 0,15 0 64 0 0,-15 0-64 0 0,0 15 0 0 0,0-15 72 0 0,16-1-72 0 0,-16 1 64 0 0,0 0-64 0 0,0 0 80 0 0,15 0-80 0 0,-15-1 80 0 0,0 1-80 0 0,0 0 80 0 0,15 0-80 0 0,-15 15 64 0 0,0-15-64 0 0,0 15 0 0 0,16-15 72 0 0,-16 0-72 0 0,0 15 0 0 0,0-16 0 0 0,15 1 0 0 0,-15 0 0 0 0,0 0 0 0 0,0 0 0 0 0,15-1 0 0 0,-15 1 0 0 0,0 0 0 0 0,0-16 0 0 0,16 16 0 0 0,-16-15 0 0 0,0 14 0 0 0,15 1 64 0 0,-15-15-64 0 0,0 14 0 0 0,0 1 0 0 0,0-15 0 0 0,0 14 64 0 0,0-14-64 0 0,0 14 96 0 0,0-14-96 0 0,0 15 96 0 0,0-16 40 0 0,0 0 16 0 0,0 1 0 0 0,0-1 0 0 0,-15 1-16 0 0,15-1 0 0 0,0 0 0 0 0,0-15 0 0 0,0 0 0 0 0,-16 16 0 0 0,16-16 0 0 0,0 0 0 0 0,0 0-64 0 0,-15 0-8 0 0,15 15-64 0 0,-15-15 96 0 0,15 0-8 0 0,-16 0-8 0 0,16 0 0 0 0,-15 0 0 0 0,0 0-80 0 0,-1 0 0 0 0,1 0 0 0 0,15 0 64 0 0,-16 0-64 0 0,1 0 0 0 0,0-15 0 0 0,-1 15 0 0 0,1 0 0 0 0,-1 0-112 0 0,1 0 16 0 0,0 0 0 0 0,-1 0-920 0 0,1 0-176 0 0,-1 0-40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03.2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 31 15760 0 0,'0'0'448'0'0,"0"0"95"0"0,0 0-431 0 0,0 0-112 0 0,0 0 0 0 0,0 0 0 0 0,0 0 992 0 0,0 0 184 0 0,-15-15 32 0 0,15 15 8 0 0,0 0-520 0 0,0 0-104 0 0,-16 0-16 0 0,16 0-8 0 0,0 0-232 0 0,0 0-48 0 0,0 0 0 0 0,0 0-8 0 0,0 0-40 0 0,-15 15-8 0 0,15-15 0 0 0,0 16 0 0 0,-15-16-40 0 0,15 15-16 0 0,0-15 0 0 0,0 15 0 0 0,-16 1-56 0 0,16-1-16 0 0,0 1 0 0 0,0-1 0 0 0,0 0-32 0 0,0 1-8 0 0,0-16 0 0 0,0 15 0 0 0,0 1-64 0 0,16-1 0 0 0,-16-15 0 0 0,0 0 0 0 0,15 15 0 0 0,-15 1 0 0 0,15-16 0 0 0,1 0 0 0 0,-1 0 0 0 0,1 15 64 0 0,-16-15-64 0 0,15-15 64 0 0,0 15 72 0 0,1-16 16 0 0,-16 16 0 0 0,15-15 0 0 0,0 15-16 0 0,-15-15 0 0 0,16 15 0 0 0,-16-16 0 0 0,0 1-40 0 0,0-1-16 0 0,15 1 0 0 0,-15 0 0 0 0,0 15-8 0 0,-15-16 0 0 0,15 1 0 0 0,0-1 0 0 0,-16 16-72 0 0,16-15 80 0 0,-15 0-80 0 0,15 15 80 0 0,-15 0-80 0 0,15-16 0 0 0,-16 16 0 0 0,1 0 64 0 0,15 0-128 0 0,-15 0-32 0 0,-1 0-8 0 0,16 0 0 0 0,-15 16-592 0 0,15-16-112 0 0,-16 0-24 0 0,1 0-8 0 0,15 15-688 0 0,0-15-136 0 0,0 0-24 0 0</inkml:trace>
  <inkml:trace contextRef="#ctx0" brushRef="#br0" timeOffset="398.7199">339 62 16727 0 0,'0'0'368'0'0,"0"15"80"0"0,15 1 8 0 0,-15-16 16 0 0,16 15-376 0 0,-16 1-96 0 0,0-1 0 0 0,15 0 0 0 0,-15-15 584 0 0,15 16 104 0 0,-15-1 16 0 0,0 1 8 0 0,0-16-280 0 0,0 15-56 0 0,16 0-16 0 0,-16-15 0 0 0,0 16-168 0 0,0-16-40 0 0,0 0-8 0 0,0 0 0 0 0,0 0-80 0 0,0 0-64 0 0,0 0 72 0 0,0 0-72 0 0,0 0 128 0 0,0 0-16 0 0,0 0-8 0 0,0-16 0 0 0,0 1-104 0 0,0 15 0 0 0,15-15 0 0 0,-15-1 0 0 0,0 1 64 0 0,0 15-64 0 0,0-16 88 0 0,0 1-88 0 0,16 0 208 0 0,-16-1-16 0 0,0 1 0 0 0,15-1 0 0 0,-15 1 40 0 0,15 0 8 0 0,-15 15 0 0 0,16-16 0 0 0,-16 16-64 0 0,15-15-16 0 0,-15 15 0 0 0,0 0 0 0 0,16 0 24 0 0,-16-16 0 0 0,15 16 0 0 0,-15 0 0 0 0,0 0-88 0 0,15 16-24 0 0,-15-16 0 0 0,16 15 0 0 0,-16-15-8 0 0,0 0-64 0 0,15 0 96 0 0,-15 0-32 0 0,0 16-64 0 0,0-16 0 0 0,0 15-80 0 0,0-15 80 0 0,16 0-704 0 0,-16 0-88 0 0,0 0-16 0 0,0 0-6080 0 0,0 0-1215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04.5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308 78 16927 0 0,'0'0'480'0'0,"0"0"104"0"0,0 0-464 0 0,0 0-120 0 0,0 0 0 0 0,0 0 0 0 0,0 0 808 0 0,0-16 144 0 0,-15 16 24 0 0,15-15 8 0 0,-16 15-440 0 0,16 0-96 0 0,-15-15-8 0 0,-1 15-8 0 0,16 0-112 0 0,-15-16-16 0 0,0 16-8 0 0,-1 0 0 0 0,1 0-144 0 0,15-15-32 0 0,-16 15-8 0 0,1 0 0 0 0,0 0 56 0 0,-1 0 16 0 0,1 0 0 0 0,15 0 0 0 0,-16 0-184 0 0,1 0 0 0 0,0 0 0 0 0,15 0 0 0 0,-16 0 128 0 0,16 0-16 0 0,0 0 0 0 0,0 0 0 0 0,0 0 56 0 0,-15 0 16 0 0,15 0 0 0 0,0 0 0 0 0,-16 0-64 0 0,16 0-16 0 0,0 0 0 0 0,0 15 0 0 0,0-15-104 0 0,-15 16 88 0 0,15-1-88 0 0,0-15 80 0 0,0 15-16 0 0,0 1 0 0 0,0-1 0 0 0,0 1 0 0 0,15-16-64 0 0,-15 15 80 0 0,0 0-80 0 0,0 1 80 0 0,0-1-80 0 0,0 1 80 0 0,0-1-80 0 0,0 0 80 0 0,16 1-16 0 0,-16-1 0 0 0,0 16 0 0 0,0-16 0 0 0,15 1-64 0 0,-15-1 80 0 0,0 1-80 0 0,0 14 80 0 0,0-14-16 0 0,0-1 0 0 0,16 0 0 0 0,-16 1 0 0 0,0 15-64 0 0,0-16 96 0 0,15 16-96 0 0,-15-16 96 0 0,0 16-96 0 0,0 0 0 0 0,0 0 72 0 0,0-1-72 0 0,15 1 0 0 0,-15 0 64 0 0,0 0-64 0 0,16 0 0 0 0,-16-1 0 0 0,0 1 0 0 0,0 0 0 0 0,15 0 0 0 0,-15-1 0 0 0,0-14 0 0 0,0 15 0 0 0,0-16 0 0 0,16 16 0 0 0,-16-16 0 0 0,0 16 0 0 0,0-16 0 0 0,0 16 0 0 0,15 0 64 0 0,-15-16-64 0 0,0 16 0 0 0,0 0 0 0 0,0 0 0 0 0,0 0 0 0 0,0-1 0 0 0,0-14 0 0 0,0 15 0 0 0,15-1 0 0 0,-15 1 64 0 0,0-16-64 0 0,0 16 0 0 0,0 0 0 0 0,16-16 0 0 0,-16 1 0 0 0,0 15 0 0 0,0-16 0 0 0,0 0 0 0 0,15 16 0 0 0,-15-15 0 0 0,0 14 0 0 0,0-14 0 0 0,16-1 0 0 0,-16 1 0 0 0,0 14 0 0 0,0-14 0 0 0,0-1 0 0 0,0 1 0 0 0,0 14 0 0 0,0-14 0 0 0,0-1 0 0 0,0 1 0 0 0,0-1 0 0 0,0 0 0 0 0,0 16 0 0 0,0-16 0 0 0,0 1 0 0 0,0-1 0 0 0,0 1 0 0 0,0-1 0 0 0,0 0 0 0 0,0-15 0 0 0,0 16 0 0 0,0-1 0 0 0,0 1 0 0 0,0-16 0 0 0,0 0 0 0 0,0 0 0 0 0,0 0 0 0 0,0 0 0 0 0,0 0 0 0 0,0 0 64 0 0,0 0-64 0 0,0 0 0 0 0,0 0 72 0 0,0 0-72 0 0,0 0 96 0 0,15 0-96 0 0,0 0 72 0 0,-15 0-72 0 0,16 0 0 0 0,-1-16 72 0 0,-15 16-72 0 0,16 0 0 0 0,-1 0 0 0 0,0-15 0 0 0,1 15 0 0 0,-1 0 0 0 0,0-16 0 0 0,1 16 0 0 0,-1 0-120 0 0,-15 0 16 0 0,16 16 0 0 0,-1-16-7824 0 0,0 0-1559 0 0</inkml:trace>
  <inkml:trace contextRef="#ctx0" brushRef="#br0" timeOffset="1699.41">770 247 16615 0 0,'0'0'360'0'0,"0"0"80"0"0,0 0 8 0 0,0 0 32 0 0,0 0-384 0 0,0 0-96 0 0,0 0 0 0 0,0 0 0 0 0,0 0 960 0 0,0 0 168 0 0,0 0 40 0 0,0 0 8 0 0,0 0-520 0 0,0 0-104 0 0,0 0-16 0 0,0 16-8 0 0,0-16-296 0 0,0 15-56 0 0,-16-15-16 0 0,16 15 0 0 0,0 1-72 0 0,-15-16-24 0 0,15 15 0 0 0,0-15 0 0 0,0 0-64 0 0,0 16 0 0 0,-15-16 0 0 0,15 0 64 0 0,0 15-64 0 0,0-15 0 0 0,0 0 0 0 0,0 0 64 0 0,0 0-64 0 0,0 0 0 0 0,0 0 0 0 0,0 0 0 0 0,0 0 0 0 0,0 0 0 0 0,0 0 0 0 0,0 0 0 0 0,0 0 0 0 0,15-15 0 0 0,-15 15 0 0 0,0 0 0 0 0,0-16-80 0 0,15 1 80 0 0,-15 15 0 0 0,0-16-72 0 0,16 1 72 0 0,-16 15 0 0 0,0-15 0 0 0,15 15 0 0 0,-15-16 0 0 0,0 1 0 0 0,16 15 0 0 0,-16-16 0 0 0,0 16 0 0 0,0 0 0 0 0,0-15 0 0 0,0 15 0 0 0,0 0 0 0 0,0 0 0 0 0,0 0 0 0 0,0 0 0 0 0,0 0 96 0 0,0 0-8 0 0,0 0-8 0 0,15 15 0 0 0,-15-15 48 0 0,0 0 16 0 0,15 16 0 0 0,-15-1 0 0 0,0 1-16 0 0,0-16-8 0 0,0 15 0 0 0,16 0 0 0 0,-16 1-40 0 0,0-1-8 0 0,0 1 0 0 0,0-1 0 0 0,0 16-8 0 0,0-16 0 0 0,0 0 0 0 0,0 1 0 0 0,0-1-64 0 0,0 1 80 0 0,0-1-80 0 0,0 0 80 0 0,0 1-80 0 0,0-1 0 0 0,0 1 0 0 0,0-1 64 0 0,0 0-64 0 0,-16 1 0 0 0,16-16 0 0 0,0 15 0 0 0,0 1 0 0 0,-15-16 0 0 0,15 0 64 0 0,-15 15-64 0 0,15-15 0 0 0,-16 0 0 0 0,16 0 0 0 0,-15 15 0 0 0,15-15 0 0 0,-16 0-96 0 0,16 0 32 0 0,-15 0 64 0 0,15 0-88 0 0,0 0 88 0 0,0 0-64 0 0,0 0 64 0 0,-15 0 0 0 0,15 0 0 0 0,0 0 0 0 0,0 0 0 0 0,0 0 0 0 0,0 0 0 0 0,0 0 0 0 0,0 0 0 0 0,0 0 0 0 0,0 0 0 0 0,15-15 0 0 0,0 15 64 0 0,1 0-64 0 0,-16 0 0 0 0,31-15 0 0 0,-16 15 0 0 0,0 0 0 0 0,1 0 0 0 0,-1 0 0 0 0,16-16 0 0 0,-16 16-72 0 0,1 0-24 0 0,-1 0-8 0 0,0 0-7336 0 0,1 0-1463 0 0</inkml:trace>
  <inkml:trace contextRef="#ctx0" brushRef="#br0" timeOffset="2046.3">508 1356 18663 0 0,'0'0'528'0'0,"0"0"112"0"0,0 0-512 0 0,0 0-128 0 0,0 0 0 0 0,15-16 0 0 0,-15 16 928 0 0,16 0 152 0 0,-1 0 32 0 0,1-15 8 0 0,-16 15-728 0 0,15 0-136 0 0,0 0-32 0 0,1 0-8 0 0,-1 0-216 0 0,1 0 0 0 0,-1 0 64 0 0,0 0-64 0 0,1 0-960 0 0,-1 15-200 0 0,-15-15-48 0 0,16 0-8 0 0</inkml:trace>
  <inkml:trace contextRef="#ctx0" brushRef="#br0" timeOffset="2713.84">970 1279 18199 0 0,'0'0'400'0'0,"0"0"80"0"0,0 0 24 0 0,0 0 8 0 0,0 0-416 0 0,0 0-96 0 0,0 0 0 0 0,15 0 0 0 0,-15 0 640 0 0,16 0 96 0 0,-16 0 32 0 0,15 0 0 0 0,0 0-264 0 0,-15 0-56 0 0,16 0 0 0 0,-16 0-8 0 0,15-16-208 0 0,1 16-40 0 0,-16 0 0 0 0,0-15-8 0 0,15 15-88 0 0,-15-16-24 0 0,0 16 0 0 0,15-15 0 0 0,-15 15-72 0 0,0-15 0 0 0,0 15 72 0 0,0-16-72 0 0,0 16 0 0 0,0 0 64 0 0,16-15-64 0 0,-16-1 0 0 0,0 16 0 0 0,0 0 72 0 0,0-15-72 0 0,0 15 0 0 0,0 0 72 0 0,0 0-72 0 0,0 0 0 0 0,0 0 72 0 0,0 0-72 0 0,0 0 64 0 0,0 0-64 0 0,0 0 64 0 0,0 0-64 0 0,0 0 0 0 0,0 0 0 0 0,0 0 64 0 0,0 0 0 0 0,0 0 0 0 0,0 0 0 0 0,0 15 0 0 0,0 1 32 0 0,0-1 0 0 0,0 1 0 0 0,0-1 0 0 0,0 0 0 0 0,0 1 0 0 0,0 15 0 0 0,0-16 0 0 0,0 16-8 0 0,0-16 0 0 0,0 16 0 0 0,0-16 0 0 0,0 16-24 0 0,0-16 0 0 0,0 16 0 0 0,0-15 0 0 0,0-1 0 0 0,0 16-64 0 0,0-16 96 0 0,0 1-32 0 0,0-1-64 0 0,0-15 0 0 0,0 15 0 0 0,0 1 0 0 0,0-16 64 0 0,0 0-64 0 0,0 15 0 0 0,0-15 64 0 0,-16 0-64 0 0,16 0 0 0 0,0 16 0 0 0,0-16 0 0 0,0 0 0 0 0,-15 0 0 0 0,0 0 0 0 0,15 15 0 0 0,0-15 0 0 0,-16-15 64 0 0,16 15-64 0 0,0 0 0 0 0,0 0 88 0 0,-15 0-24 0 0,15 0-64 0 0,0 0 96 0 0,0 0-96 0 0,0 0 88 0 0,0 0-88 0 0,0 0 80 0 0,0 0-80 0 0,0 0 96 0 0,15 0-96 0 0,-15 0 96 0 0,0 0-96 0 0,16-16 0 0 0,-1 16 0 0 0,-15 0 0 0 0,15 0 0 0 0,1 0 0 0 0,-16 0 0 0 0,15 16 0 0 0,1-16 0 0 0,-1 0 0 0 0,-15 0 0 0 0,15 0 0 0 0,1 0-312 0 0,-1 15 0 0 0,-15-15 0 0 0,16-15-7280 0 0,-1 15-1463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08.1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62 18223 0 0,'0'0'400'0'0,"0"0"80"0"0,0 0 24 0 0,0 0 8 0 0,0 0-408 0 0,0-15-104 0 0,15 15 0 0 0,1 0 0 0 0,-1 0 632 0 0,-15-16 104 0 0,16 16 16 0 0,-1-15 8 0 0,0 15-424 0 0,1 0-80 0 0,-1 0-24 0 0,0 0 0 0 0,1 0-160 0 0,-1 0-72 0 0,-15-15 64 0 0,16 15-64 0 0,-1 0-1024 0 0,-15 0-256 0 0,15 0-40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08.7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46 139 18887 0 0,'0'0'416'0'0,"0"0"80"0"0,0 0 16 0 0,16 0 32 0 0,-16-15-440 0 0,0 15-104 0 0,0-15 0 0 0,0 15 0 0 0,15-16 704 0 0,-15 16 112 0 0,0-15 24 0 0,16-1 8 0 0,-16 16-296 0 0,15-15-56 0 0,-15 0-16 0 0,15 15 0 0 0,-15-16-200 0 0,16 16-48 0 0,-1 0-8 0 0,0 0 0 0 0,-15-15-128 0 0,16 15-24 0 0,-16 0-8 0 0,15 15 0 0 0,-15-15-64 0 0,16 0 80 0 0,-1 16-80 0 0,-15-1 80 0 0,0-15-80 0 0,15 15 0 0 0,-15 1 72 0 0,16-1-72 0 0,-16 1 0 0 0,0 14 0 0 0,0-14 0 0 0,0-1 0 0 0,-16 16 0 0 0,16-16 0 0 0,0 1 0 0 0,-15 15 0 0 0,15-16-120 0 0,-15 16-8 0 0,-1-16 0 0 0,16 1 0 0 0,-15 14-8 0 0,-1-14-8 0 0,1-1 0 0 0,0 0 0 0 0,15 1-200 0 0,-16-1-40 0 0,1-15 0 0 0,0 16-8 0 0,-1-16 40 0 0,16 15 16 0 0,-15-15 0 0 0,-1 0 0 0 0,1 15 176 0 0,15-15 32 0 0,-15 0 0 0 0,15 0 8 0 0,-16-15 120 0 0,16 15 0 0 0,0 0-80 0 0,0 0 80 0 0,0 0 0 0 0,0 0 0 0 0,0-15 80 0 0,0 15-80 0 0,0 0 104 0 0,0 0-32 0 0,0-16-8 0 0,16 1 0 0 0,-16 15 32 0 0,15 0 0 0 0,0 0 0 0 0,-15 0 0 0 0,16 0 0 0 0,-1 0 0 0 0,1 0 0 0 0,-1 0 0 0 0,0 0 64 0 0,1 15 8 0 0,-1-15 8 0 0,0 16 0 0 0,-15-16 8 0 0,16 0 0 0 0,-1 15 0 0 0,-15-15 0 0 0,16 0-184 0 0,-1 15 72 0 0,-15-15-72 0 0,15 0 0 0 0,1 0-384 0 0,-16 0-128 0 0,0 0-24 0 0,0 0-6024 0 0,0 0-1199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09.0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 17823 0 0,'0'0'392'0'0,"0"0"88"0"0,0 0 8 0 0,0 0 8 0 0,0 0-400 0 0,0 0-96 0 0,0 0 0 0 0,0 0 0 0 0,0 0 792 0 0,0 0 136 0 0,0 0 24 0 0,15 0 8 0 0,-15 0-344 0 0,16 0-64 0 0,-1 0-8 0 0,1 0-8 0 0,-16 0-312 0 0,15 0-64 0 0,0 0-16 0 0,1-15 0 0 0,-1 15-144 0 0,0 0 0 0 0,1 15 0 0 0,-1-30-72 0 0,-15 15-968 0 0,16 15-192 0 0,-1-15-40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09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78 16783 0 0,'0'0'368'0'0,"0"0"80"0"0,0 0 8 0 0,0 0 24 0 0,16 0-384 0 0,-16 0-96 0 0,0 0 0 0 0,0-16 0 0 0,15 16 760 0 0,-15 0 136 0 0,0-15 24 0 0,15 15 8 0 0,1-16-296 0 0,-1 16-56 0 0,-15 0-16 0 0,0-15 0 0 0,16 15-144 0 0,-1 0-32 0 0,0 0-8 0 0,1 0 0 0 0,-16-15-208 0 0,15 15-40 0 0,0 0 0 0 0,-15 15-8 0 0,16-15-40 0 0,-16 0-8 0 0,15 0 0 0 0,-15 15 0 0 0,16-15-8 0 0,-16 16-64 0 0,0-16 96 0 0,15 15-32 0 0,-15-15-64 0 0,0 16 96 0 0,0-1-96 0 0,0 0 96 0 0,-15-15-96 0 0,15 16 0 0 0,0-1 0 0 0,-16 1 0 0 0,16-1-64 0 0,-15 0-32 0 0,15-15-8 0 0,-16 16 0 0 0,16-1-24 0 0,-15 0-8 0 0,0-15 0 0 0,15 0 0 0 0,0 16 136 0 0,-16-16-96 0 0,16 15 96 0 0,0-15-80 0 0,0 0-56 0 0,0 0-16 0 0,-15 0 0 0 0,15 0 0 0 0,0 0 152 0 0,0 0 0 0 0,0 0-64 0 0,0 0 64 0 0,0-15 104 0 0,0-1 56 0 0,0 16 0 0 0,0 0 8 0 0,15 0-168 0 0,-15-15-160 0 0,16 15 32 0 0,-16 0 8 0 0,0-15 200 0 0,15 15 40 0 0,0 0 8 0 0,-15-16 0 0 0,16 16-128 0 0,-16 0 0 0 0,15 0 0 0 0,-15 16 0 0 0,16-16 0 0 0,-1 0 0 0 0,-15 15 0 0 0,0 0 0 0 0,15-15 0 0 0,-15 16 0 0 0,0-1 0 0 0,0 1 0 0 0,0-1 64 0 0,0 0 0 0 0,0 1-64 0 0,0-1 96 0 0,0 1-16 0 0,-15-1-8 0 0,15-15 0 0 0,0 15 0 0 0,0 1 40 0 0,-15-1 8 0 0,-1 1 0 0 0,16-16 0 0 0,0 15-24 0 0,-15 0-8 0 0,-1-15 0 0 0,16 16 0 0 0,-15-16 40 0 0,15 0 16 0 0,-15 15 0 0 0,-1-15 0 0 0,1 0 8 0 0,15 0 0 0 0,0 0 0 0 0,-15 0 0 0 0,-1 0-88 0 0,1 0-64 0 0,-1 0 96 0 0,16-15-96 0 0,-15 15 0 0 0,0 0 0 0 0,15-16-96 0 0,-16 16 24 0 0,16-15-456 0 0,-15 15-88 0 0,15-15-24 0 0,0 15-6624 0 0,0-16-1319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2:46:10.6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46 14744 0 0,'16'0'320'0'0,"-16"0"72"0"0,0 0 16 0 0,0 0 8 0 0,0 0-336 0 0,0 0-80 0 0,0 0 0 0 0,0 0 0 0 0,15-15 919 0 0,0 15 169 0 0,-15 0 32 0 0,0 0 0 0 0,16 0-384 0 0,-1 0-72 0 0,0 0-24 0 0,1 0 0 0 0,-1 0-232 0 0,1 0-56 0 0,-1 0 0 0 0,0 0-8 0 0,16 0-192 0 0,-15 0-40 0 0,-1 0-8 0 0,0 0 0 0 0,-15 0-104 0 0,31-15 72 0 0,-31 15-72 0 0,16 0 64 0 0,-1 0-64 0 0,-15-16 64 0 0,15 16-64 0 0,1 0 64 0 0,-16 0-64 0 0,0 0 96 0 0,0 0-96 0 0,0 0 96 0 0,0 0-32 0 0,0 0 0 0 0,0 0 0 0 0,0 0 0 0 0,0 0 24 0 0,0 0 0 0 0,0 0 0 0 0,0 0 0 0 0,0 0-8 0 0,0 16 0 0 0,0-1 0 0 0,0-15 0 0 0,0 15-80 0 0,0 1 64 0 0,0-1-64 0 0,0-15 64 0 0,-16 15-64 0 0,16 16 64 0 0,0-15-64 0 0,0-1 64 0 0,0 16 0 0 0,0-16 0 0 0,0 16 0 0 0,0 0 0 0 0,0 0 40 0 0,0-16 8 0 0,0 16 0 0 0,0 0 0 0 0,0-1 8 0 0,0 1 0 0 0,0 0 0 0 0,0 0 0 0 0,0 0-32 0 0,0-1-8 0 0,0 1 0 0 0,0 0 0 0 0,0 0-80 0 0,0 15 96 0 0,0-15-96 0 0,0 15 96 0 0,0-15-96 0 0,0-1 0 0 0,0 17 0 0 0,0-17 64 0 0,0 17-64 0 0,0-17 0 0 0,0 1 0 0 0,0 15 0 0 0,0-15 0 0 0,0 0 0 0 0,0 0 64 0 0,0-1-64 0 0,16 1 0 0 0,-16 0 0 0 0,0 0 0 0 0,0 0 0 0 0,0-1 72 0 0,0 1-72 0 0,0 0 80 0 0,0 0-80 0 0,0 0 80 0 0,0-1-80 0 0,0 1 80 0 0,0 0-80 0 0,0 0 64 0 0,0-1-64 0 0,0 1 0 0 0,0 0 72 0 0,0-16-72 0 0,0 16 0 0 0,0 0 0 0 0,0-16 0 0 0,0 16 0 0 0,0-15 0 0 0,0 14 64 0 0,0-14-64 0 0,0-1 0 0 0,0 16 80 0 0,0-16-80 0 0,0 16 80 0 0,0-15-80 0 0,0-1 96 0 0,0 0-96 0 0,0 1 96 0 0,0-1-96 0 0,0 16 0 0 0,0-31 0 0 0,15 15 0 0 0,-15 1 0 0 0,0-1 0 0 0,0 0 0 0 0,0 1 64 0 0,0-16-64 0 0,0 0 0 0 0,0 0 72 0 0,0 15-72 0 0,0-15 64 0 0,0 0-64 0 0,0 16 80 0 0,0-16-80 0 0,0 0 88 0 0,0 0-88 0 0,0 0 96 0 0,0 0-96 0 0,0 0 128 0 0,-15 0-32 0 0,15 0-8 0 0,-16 0 0 0 0,16 0 8 0 0,-15-16 0 0 0,15 16 0 0 0,-15 0 0 0 0,-1 0-16 0 0,16 0 0 0 0,-15 0 0 0 0,-1 0 0 0 0,1-15-80 0 0,15 15 0 0 0,-15 0 72 0 0,-1 0-72 0 0,1 0 0 0 0,-1 0 0 0 0,1 0 0 0 0,0 0 0 0 0,-1 0-552 0 0,1-16-72 0 0,-16 16-16 0 0,16 0-7272 0 0,-1-15-1463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3:02:06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200 323 12152 0 0,'0'0'344'0'0,"0"0"72"0"0,0 0-328 0 0,0 0-88 0 0,0 0 0 0 0,0 0 0 0 0,0 0 1120 0 0,0 0 216 0 0,16-15 39 0 0,-16 15 1 0 0,0 0-352 0 0,0 0-64 0 0,0-15-24 0 0,0 15 0 0 0,0-16-296 0 0,0 16-56 0 0,0 0-8 0 0,0-15-8 0 0,-16 15-112 0 0,16 0-16 0 0,0-16-8 0 0,0 1 0 0 0,-15 15-136 0 0,15 0-24 0 0,0-15-8 0 0,-15 15 0 0 0,15-16-56 0 0,-16 16-16 0 0,16 0 0 0 0,-15-15 0 0 0,15 15-24 0 0,0 0-8 0 0,-16-16 0 0 0,1 16 0 0 0,15 0-32 0 0,0 0-16 0 0,-15 16 0 0 0,-1-16 0 0 0,16 0-48 0 0,-15 15-64 0 0,15-15 88 0 0,-16 0-88 0 0,16 16 72 0 0,-15-16-72 0 0,15 15 0 0 0,-15 0 72 0 0,15 1-72 0 0,0-1 0 0 0,-16 1 0 0 0,16-1 64 0 0,0 0-64 0 0,0 1 0 0 0,0 15 72 0 0,0-16-72 0 0,0 0 0 0 0,0 16 72 0 0,0-16-72 0 0,0 1 0 0 0,0-1 0 0 0,16 1 0 0 0,-16-1 0 0 0,0-15 0 0 0,0 15 0 0 0,15-15 0 0 0,-15 0 0 0 0,15 16 0 0 0,-15-16 0 0 0,16 0 0 0 0,-16 0 0 0 0,15 0 0 0 0,-15 0 0 0 0,16 0 0 0 0,-1-16 0 0 0,-15 1 0 0 0,15 15 0 0 0,1-15 0 0 0,-16-1 64 0 0,15 1-64 0 0,-15-1 0 0 0,16 1 0 0 0,-16 0 0 0 0,15-1 0 0 0,-15 1 0 0 0,15-16 0 0 0,-15 16 64 0 0,0-1-64 0 0,16 1 0 0 0,-16-16 0 0 0,0 16 0 0 0,0-1 0 0 0,0 1 64 0 0,0-16-64 0 0,0 16 0 0 0,0-16 0 0 0,-16 16 64 0 0,16-1-64 0 0,0-15 0 0 0,0 16 0 0 0,0 0 0 0 0,0-1 0 0 0,0 1 0 0 0,0 15 0 0 0,16-16 0 0 0,-16 1 0 0 0,0 15 0 0 0,0 0 0 0 0,0 0 0 0 0,0 0 80 0 0,0 0-80 0 0,0 0 64 0 0,0 15-64 0 0,0 1 0 0 0,15-16 0 0 0,-15 15 0 0 0,0 1 0 0 0,16-1 0 0 0,-16 0 0 0 0,0 16 64 0 0,0-15-64 0 0,0-1 0 0 0,0 16 0 0 0,15-16 64 0 0,-15 16-64 0 0,0-16 0 0 0,0 1 72 0 0,15 15-72 0 0,-15-16 0 0 0,0 0 0 0 0,16 1 0 0 0,-16-1 64 0 0,0 1-64 0 0,15-1 0 0 0,-15 0 0 0 0,0-15 0 0 0,0 0 0 0 0,16 0 0 0 0,-16 16 0 0 0,0-16 0 0 0,0 0 0 0 0,0 0 0 0 0,15 0 0 0 0,0-16 0 0 0,-15 16 0 0 0,0 0 0 0 0,16 0 0 0 0,-16-15 64 0 0,15 15-64 0 0,-15-15-80 0 0,0-1 80 0 0,0 16-104 0 0,15-15-512 0 0,-15 15-104 0 0,0-16-16 0 0,0 16-6880 0 0,0 0-1367 0 0</inkml:trace>
  <inkml:trace contextRef="#ctx0" brushRef="#br0" timeOffset="572.3399">570 231 15888 0 0,'0'0'448'0'0,"0"0"95"0"0,0 0-431 0 0,0 0-112 0 0,0 0 0 0 0,0 0 0 0 0,0 0 1064 0 0,0 0 192 0 0,0 0 40 0 0,0 0 8 0 0,0 0-480 0 0,0 0-96 0 0,0 0-24 0 0,0 0 0 0 0,0 0-256 0 0,0 0-48 0 0,15 15-16 0 0,1-15 0 0 0,-16 0-64 0 0,0 0-24 0 0,0 0 0 0 0,0 0 0 0 0,15 0-72 0 0,-15 0-8 0 0,0 0-8 0 0,0 0 0 0 0,15-15-80 0 0,-15 15-8 0 0,0 0-8 0 0,0 0 0 0 0,16 0-32 0 0,-16 0-8 0 0,0-15 0 0 0,0 15 0 0 0,15-16-72 0 0,-15 16 0 0 0,0 0 72 0 0,0-15-72 0 0,-15-1 0 0 0,15 16 64 0 0,0-15-64 0 0,0 15 0 0 0,0 0 0 0 0,0 0 0 0 0,-16 0 0 0 0,16 0 0 0 0,-15 0 0 0 0,15 0 0 0 0,0 0 0 0 0,-15 0 0 0 0,15 15 0 0 0,-16-15 0 0 0,16 16 0 0 0,-15-1-64 0 0,15-15 64 0 0,0 31 0 0 0,-16-31 0 0 0,16 31 0 0 0,0-16 0 0 0,0 1 0 0 0,0 14 0 0 0,0-14 0 0 0,0-1 0 0 0,0 16 64 0 0,0-16-64 0 0,0 1 0 0 0,16-1 64 0 0,-16 0-64 0 0,15 1 64 0 0,-15-1-64 0 0,0-15 88 0 0,0 0-24 0 0,16 16 0 0 0,-16-16 0 0 0,0 0 16 0 0,0 0 0 0 0,15 0 0 0 0,0 0 0 0 0,1 0 24 0 0,-16-16 8 0 0,15 16 0 0 0,-15 0 0 0 0,16-15-112 0 0,-16 15 0 0 0,15-16 64 0 0,0 1-64 0 0,-15 15 0 0 0,16-15-96 0 0,-16-1 24 0 0,15 1 0 0 0,-15 0-576 0 0,0 15-120 0 0,16-16-16 0 0,-16 16-6856 0 0,0-15-1367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1T23:02:07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 12152 0 0,'0'0'344'0'0,"0"0"72"0"0,0 0-328 0 0,0 0-88 0 0,0 0 0 0 0,0-15 0 0 0,0 15 1120 0 0,0 0 216 0 0,0 0 39 0 0,0-16 1 0 0,0 16-448 0 0,0 0-88 0 0,0 0-16 0 0,0 0-8 0 0,0 0-232 0 0,0 0-40 0 0,0 0-16 0 0,0 0 0 0 0,0 0-136 0 0,0 0-24 0 0,0 0-8 0 0,0 0 0 0 0,15 0-72 0 0,0 16-8 0 0,-15-16-8 0 0,0 0 0 0 0,0 15-24 0 0,0 0-8 0 0,16 1 0 0 0,-16-1 0 0 0,0 1-72 0 0,0-1-8 0 0,0 0-8 0 0,0 1 0 0 0,0-1-48 0 0,0 1-8 0 0,0-1 0 0 0,15 16 0 0 0,-15-16 0 0 0,0 1-8 0 0,0-1 0 0 0,0 0 0 0 0,16 1-16 0 0,-16-1 0 0 0,0 1 0 0 0,0-1 0 0 0,0 0-8 0 0,15 1 0 0 0,-15-1 0 0 0,0-15 0 0 0,0 0 0 0 0,0 15 0 0 0,0-15 0 0 0,0 16 0 0 0,0-16 16 0 0,0 0 0 0 0,15 0 0 0 0,-15 0 0 0 0,0 0 0 0 0,0 0 0 0 0,0 0 0 0 0,0 0 0 0 0,16 0-16 0 0,-16 0-64 0 0,0 0 96 0 0,0 0-32 0 0,15 0-64 0 0,-15 0 0 0 0,16-16 72 0 0,-16 16-72 0 0,0 0 0 0 0,0-15 0 0 0,15 15 0 0 0,-15-15 0 0 0,0-1-64 0 0,0 16-56 0 0,0-15-8 0 0,15 15 0 0 0,-15-15-256 0 0,16 15-64 0 0,-16-16 0 0 0,0 16-8 0 0,0-15-984 0 0,15 15-200 0 0,-15-16-40 0 0,16 16-7911 0 0</inkml:trace>
  <inkml:trace contextRef="#ctx0" brushRef="#br0" timeOffset="245.63">47 139 17375 0 0,'0'0'488'0'0,"0"0"120"0"0,-16 0-488 0 0,16 0-120 0 0,0 0 0 0 0,0 0 0 0 0,0 0 1152 0 0,0 0 216 0 0,0 0 40 0 0,0 0 0 0 0,0 0-704 0 0,0 0-152 0 0,16 0-24 0 0,-1 0-8 0 0,1 0-264 0 0,-1-16-64 0 0,-15 16 0 0 0,15 0-8 0 0,1 0-184 0 0,-1 0 0 0 0,1 0 0 0 0,-1 0 64 0 0,0 0-848 0 0,1 0-168 0 0,-1 0-32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5:36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7912 0 0,'0'0'224'0'0,"0"0"48"0"0,0 0-272 0 0,0 0 0 0 0,0 0 0 0 0,0 0 0 0 0,0 0 1000 0 0,0 0 152 0 0,0 0 24 0 0,0 0 8 0 0,0 0-72 0 0,0 0-16 0 0,0 0 0 0 0,-15 0-1 0 0,15 0-135 0 0,0 0-24 0 0,0 0-8 0 0,0 0 0 0 0,0 0-96 0 0,0 0-32 0 0,0 0 0 0 0,0 0 0 0 0,0 0-160 0 0,0 0-32 0 0,0 0 0 0 0,0 0-8 0 0,0 0-200 0 0,0 0-40 0 0,0 0-8 0 0,0 0 0 0 0,0 0-112 0 0,0 0-24 0 0,0 0-8 0 0,0 0 0 0 0,0 0-80 0 0,15 0-8 0 0,-15 0-8 0 0,15 0 0 0 0,-15 0-32 0 0,16 0-8 0 0,-1 0 0 0 0,-15 0 0 0 0,16 0-72 0 0,-1 0 96 0 0,-15 0-96 0 0,15 0 96 0 0,-15 0-96 0 0,16 0 0 0 0,-16 0 72 0 0,0 0-72 0 0,15 0 0 0 0,-15 0 64 0 0,0 0-64 0 0,0 0 0 0 0,0 0 0 0 0,0 0 0 0 0,0 0 0 0 0,0 0 64 0 0,0 0-64 0 0,0 0 0 0 0,0 0 0 0 0,0 0 0 0 0,0 0-80 0 0,0 0 0 0 0,0 0 0 0 0,16 0 0 0 0,-16 0-120 0 0,0 0-24 0 0,0 0-8 0 0,0 0 0 0 0,0 0-176 0 0,0 0-32 0 0,0 0-8 0 0,0 0 0 0 0,0 0-832 0 0,0 0-176 0 0,0 0-32 0 0,0 0-4864 0 0,0 0-975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5:36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14632 0 0,'0'0'416'0'0,"0"0"88"0"0,0 0-408 0 0,0 0-96 0 0,0 0 0 0 0,0 0 0 0 0,0 0 1183 0 0,0 0 225 0 0,0 0 32 0 0,0 0 16 0 0,0 0-520 0 0,0 0-104 0 0,0 0-16 0 0,0 0-8 0 0,0 0-296 0 0,0 0-56 0 0,0 0-8 0 0,0 0-8 0 0,0 0-168 0 0,0 0-32 0 0,0 0-8 0 0,15 0 0 0 0,1 0-128 0 0,-16 0-24 0 0,15 0-8 0 0,1 0 0 0 0,-1 0-72 0 0,-15 0 0 0 0,15 0 0 0 0,1 0 64 0 0,-1 0-64 0 0,-15 0 0 0 0,16 0 0 0 0,-1 0 0 0 0,-15 0-192 0 0,15 0 0 0 0,1 0 0 0 0,-16 0 0 0 0,15 0-880 0 0,1 0-176 0 0,-16 0-40 0 0,15 16-8191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5:37.5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16 14856 0 0,'0'0'320'0'0,"0"0"72"0"0,0 0 16 0 0,0 0 16 0 0,0 0-337 0 0,0 0-87 0 0,0 0 0 0 0,0 0 0 0 0,0 0 824 0 0,0 0 144 0 0,0 0 32 0 0,0-16 8 0 0,0 16-192 0 0,0 0-40 0 0,0 0-8 0 0,0 0 0 0 0,-16 0-152 0 0,16 0-32 0 0,0 0-8 0 0,0 0 0 0 0,0 0-160 0 0,0 0-32 0 0,-15 0 0 0 0,15 0-8 0 0,0 0-128 0 0,0 0-24 0 0,-16 0-8 0 0,16 0 0 0 0,0 0-96 0 0,-15 16-24 0 0,15-16 0 0 0,0 0 0 0 0,-15 0-24 0 0,15 0-8 0 0,-16 15 0 0 0,16-15 0 0 0,-15 0 0 0 0,15 0 0 0 0,0 16 0 0 0,0-16 0 0 0,-16 0 16 0 0,1 15 0 0 0,15-15 0 0 0,0 0 0 0 0,-15 15-16 0 0,15-15-64 0 0,-16 0 96 0 0,16 0-32 0 0,0 16 0 0 0,0-16-64 0 0,-15 15 96 0 0,15-15-32 0 0,0 0-64 0 0,-16 16 80 0 0,16-16-80 0 0,0 15 80 0 0,-15-15-80 0 0,15 0 64 0 0,0 15-64 0 0,0-15 64 0 0,-15 16-64 0 0,15-1 64 0 0,0-15-64 0 0,0 0 64 0 0,0 16-64 0 0,0-1 80 0 0,0-15-80 0 0,0 0 80 0 0,-16 15-80 0 0,16 1 64 0 0,0-16-64 0 0,0 15 64 0 0,0-15-64 0 0,0 0 0 0 0,0 16 0 0 0,0-1 64 0 0,16-15-64 0 0,-16 15 0 0 0,0 1 0 0 0,0-16 0 0 0,0 15 0 0 0,15-15 0 0 0,-15 0 0 0 0,0 16 0 0 0,0-1 0 0 0,15-15 0 0 0,-15 15 0 0 0,0 1 0 0 0,16-16 0 0 0,-16 15 0 0 0,15-15 0 0 0,-15 15 0 0 0,16-15 0 0 0,-1 0 0 0 0,-15 16 0 0 0,15-16 0 0 0,1 0 0 0 0,-16 0 0 0 0,15 15 0 0 0,1-15 0 0 0,-1 0 0 0 0,0 0 0 0 0,-15 0 0 0 0,16 0 0 0 0,-1 0 0 0 0,1 0 0 0 0,-1 0 0 0 0,0 0 0 0 0,1 0 0 0 0,-16-15 0 0 0,15 15 0 0 0,0 0 0 0 0,-15-16 0 0 0,16 16 0 0 0,-1-15 0 0 0,-15 15 0 0 0,16 0 0 0 0,-1-15 0 0 0,-15-1 0 0 0,15 16 0 0 0,-15-15 0 0 0,16 15 0 0 0,-16-15 0 0 0,0 15 0 0 0,15-16 0 0 0,-15 16 0 0 0,0-15 64 0 0,0 15-64 0 0,0 0 0 0 0,0-16 0 0 0,16 16 0 0 0,-16-15 64 0 0,0 15-64 0 0,0 0 0 0 0,0-15 0 0 0,-16 15 0 0 0,16-16 0 0 0,0 16 0 0 0,0-15 0 0 0,0 15 0 0 0,-15-16 0 0 0,15 16 0 0 0,0-15 0 0 0,0 15 0 0 0,-16 0 0 0 0,16-15 0 0 0,-15 15 0 0 0,15-16 0 0 0,-15 16 0 0 0,15 0 0 0 0,-16 0 0 0 0,16 0 0 0 0,0 0 0 0 0,0 0 0 0 0,-15 0 0 0 0,15-15 0 0 0,-16 15 0 0 0,16 0 0 0 0,0 0 0 0 0,-15 0 0 0 0,0 15 0 0 0,15-15 0 0 0,0 0 0 0 0,-16 0 0 0 0,16 16 0 0 0,-15-16 0 0 0,15 15 0 0 0,0-15 0 0 0,-15 0 0 0 0,15 15 0 0 0,-16 1 0 0 0,16-16 0 0 0,0 15 0 0 0,0-15 0 0 0,0 16 0 0 0,0-1 0 0 0,0-15 0 0 0,0 15 0 0 0,0 1 0 0 0,0-1 0 0 0,0 1-64 0 0,0-16 64 0 0,16 15 0 0 0,-16 0 0 0 0,15 1 0 0 0,-15-1 0 0 0,0-15 0 0 0,15 15 0 0 0,1 1-64 0 0,-16-16 64 0 0,15 15 0 0 0,-15-15 0 0 0,15 0-328 0 0,-15 16-32 0 0,0-16-8 0 0,16 0-7584 0 0,-1 0-1519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5:50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16 11576 0 0,'0'0'256'0'0,"0"0"48"0"0,0 0 16 0 0,0 0 0 0 0,0 0-256 0 0,0-15-64 0 0,0 15 0 0 0,0 0 0 0 0,0 0 1112 0 0,0 0 200 0 0,0 0 47 0 0,0 0 9 0 0,0 0-280 0 0,0 0-64 0 0,0 0 0 0 0,0 0-8 0 0,0 0-296 0 0,0 0-56 0 0,0 0-16 0 0,0 0 0 0 0,0 0-280 0 0,0 0-56 0 0,0 0-16 0 0,0 0 0 0 0,0 15-24 0 0,0 1-8 0 0,0-16 0 0 0,0 15 0 0 0,0 0-72 0 0,0 1-8 0 0,0-1-8 0 0,-15 1 0 0 0,15-1-32 0 0,0 0-8 0 0,0 1 0 0 0,0 15 0 0 0,-15-16-32 0 0,15 16-8 0 0,-16-16 0 0 0,16 16 0 0 0,0 0-8 0 0,0-16-8 0 0,-15 1 0 0 0,15 14 0 0 0,-16-14-80 0 0,16-1 96 0 0,0 1-96 0 0,0-1 96 0 0,-15 0-96 0 0,15-15 80 0 0,0 16-80 0 0,0-1 80 0 0,-15 1-16 0 0,15-1 0 0 0,0-15 0 0 0,0 15 0 0 0,0-15 0 0 0,-16 0 0 0 0,16 0 0 0 0,0 16 0 0 0,0-16-64 0 0,0 0 0 0 0,0 0 0 0 0,0 0 64 0 0,0 0-64 0 0,0 0 0 0 0,0 0 0 0 0,0 0 0 0 0,0 0 0 0 0,0 0 0 0 0,0 0 0 0 0,0 0 0 0 0,0 0 0 0 0,0 0 0 0 0,0 0 0 0 0,16-16 0 0 0,-16 1 0 0 0,0 15 0 0 0,15-15 0 0 0,-15-1 0 0 0,15 1 0 0 0,-15-1 0 0 0,0 1-72 0 0,0-16 72 0 0,16 16 0 0 0,-16-1 0 0 0,0-14 0 0 0,15 14 0 0 0,-15-15 0 0 0,0 16-64 0 0,16-16 64 0 0,-16 16 0 0 0,15-16 0 0 0,-15 16 0 0 0,0-1 0 0 0,0-15 0 0 0,15 16 0 0 0,-15 0 0 0 0,0-1 0 0 0,16 16 0 0 0,-16-15 0 0 0,0-1 0 0 0,0 16 0 0 0,0 0 0 0 0,0-15 0 0 0,0 15 0 0 0,0 0 0 0 0,15 0 0 0 0,-15 0 0 0 0,0 0 0 0 0,0 0 0 0 0,0 0 0 0 0,0 0 0 0 0,0 0 0 0 0,0 0 0 0 0,0 0 0 0 0,0 0 0 0 0,16-15 0 0 0,-16 15 0 0 0,0 0 0 0 0,0 0 0 0 0,0 0 0 0 0,0 15 0 0 0,15-15 0 0 0,-15 0 0 0 0,0 15 0 0 0,0-15 0 0 0,15 16 0 0 0,-15-1 0 0 0,16-15 64 0 0,-16 16-64 0 0,0-1 0 0 0,0 0 0 0 0,0 1 0 0 0,0-1 0 0 0,15 1 0 0 0,-15-1 0 0 0,0 16 0 0 0,0-16 0 0 0,15 1 0 0 0,-15-1 0 0 0,0 0 64 0 0,0 1-64 0 0,0-1 0 0 0,16 1 0 0 0,-16-1 0 0 0,0 0 0 0 0,0 1 0 0 0,15-16 64 0 0,-15 15-64 0 0,0 1 0 0 0,0-1 0 0 0,0-15 0 0 0,0 0 64 0 0,0 15-64 0 0,0 1 0 0 0,0-16 0 0 0,0 0 0 0 0,0 15 64 0 0,16 1-64 0 0,-16-16 0 0 0,0 0 0 0 0,0 15 0 0 0,0-15 0 0 0,0 0 0 0 0,0 0 0 0 0,0 0 0 0 0,0 0 0 0 0,0 0 0 0 0,0 0 0 0 0,0 0 0 0 0,0 0 0 0 0,0 0 0 0 0,0 0 0 0 0,0 15 0 0 0,0-15 0 0 0,0 0-160 0 0,0 0 0 0 0,0 0 0 0 0,0 0 0 0 0,0 0-480 0 0,0 0-96 0 0,0 0-16 0 0,0 0-8 0 0,0 0-648 0 0,0 0-136 0 0,0 0-24 0 0,0 0-7487 0 0</inkml:trace>
  <inkml:trace contextRef="#ctx0" brushRef="#br0" timeOffset="284.88">108 370 17999 0 0,'0'0'392'0'0,"0"0"88"0"0,0 0 8 0 0,0 0 24 0 0,0 0-416 0 0,0 0-96 0 0,0 0 0 0 0,0 0 0 0 0,0 0 680 0 0,0 0 120 0 0,0 0 16 0 0,15 0 8 0 0,-15 0-504 0 0,16 0-96 0 0,-1 0-16 0 0,1-15-8 0 0,-16 15-136 0 0,15 0-64 0 0,0 0 0 0 0,1 0 64 0 0,-1 0-64 0 0,0 0 0 0 0,1 0-80 0 0,-1-15 80 0 0,-15 15-1144 0 0,31 0-176 0 0,-31 0-40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5:51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93 15144 0 0,'0'0'328'0'0,"0"0"72"0"0,0 0 16 0 0,0 0 15 0 0,0 0-343 0 0,0 0-88 0 0,0 16 0 0 0,0-1 0 0 0,0-15 520 0 0,15 15 88 0 0,-15 1 24 0 0,0-16 0 0 0,16 15-192 0 0,-16 1-40 0 0,15-16-8 0 0,-15 15 0 0 0,15 0 104 0 0,-15-15 16 0 0,0 16 8 0 0,0-1 0 0 0,16-15-72 0 0,-16 16-8 0 0,0-16-8 0 0,15 15 0 0 0,-15-15-136 0 0,0 0-24 0 0,0 0-8 0 0,0 0 0 0 0,0 15-144 0 0,0-15-32 0 0,0 16-8 0 0,0-16 0 0 0,0 0-80 0 0,0 0 96 0 0,0 0-96 0 0,0 0 96 0 0,0 0-96 0 0,0 0 0 0 0,0 0 0 0 0,0-16 64 0 0,-15 1-64 0 0,15 15 0 0 0,0 0 0 0 0,0-15 64 0 0,-16-1-64 0 0,16 16 0 0 0,0-15 0 0 0,0-1 64 0 0,0 16-64 0 0,0-15 80 0 0,0 0-80 0 0,0-1 80 0 0,0 16-80 0 0,16-15 0 0 0,-16-1 0 0 0,15 16 0 0 0,-15-15 0 0 0,0 15-72 0 0,16 0 72 0 0,-1-15 0 0 0,-15 15 0 0 0,15 0-64 0 0,1 0 64 0 0,-1 0 0 0 0,-15 0 0 0 0,16 0 0 0 0,-1 15 0 0 0,0-15 0 0 0,1 0 0 0 0,-16 0 0 0 0,15 0 0 0 0,0 0 0 0 0,-15 0 0 0 0,16 15 0 0 0,-1-15 0 0 0,-15 0 0 0 0,0 0 0 0 0,16 0 64 0 0,-1 0-64 0 0,-15 0 0 0 0,0 0 0 0 0,0-15 0 0 0,0 15 64 0 0,15 0-64 0 0,-15 0 0 0 0,16-15 0 0 0,-16 15 64 0 0,0 0-64 0 0,0-16 0 0 0,0 1 0 0 0,0 15 64 0 0,0-16-64 0 0,0 16 0 0 0,0-15 72 0 0,0 15-72 0 0,0-15 64 0 0,0 15-64 0 0,-16-16 80 0 0,16 16-80 0 0,-15-15 80 0 0,15 15-80 0 0,0 0 80 0 0,0 0-80 0 0,0 0 80 0 0,-15 15-80 0 0,15-15 96 0 0,-16 0-96 0 0,16 16 96 0 0,0-1-96 0 0,-15 0 80 0 0,15 1-80 0 0,0-1 80 0 0,0 1-16 0 0,-16-1-64 0 0,16 0 96 0 0,0 1-32 0 0,0-1 96 0 0,16 16 8 0 0,-16-31 8 0 0,0 15 0 0 0,0 1 24 0 0,15-1 8 0 0,-15 16 0 0 0,0-31 0 0 0,16 15-48 0 0,-16 1-16 0 0,15-16 0 0 0,-15 0 0 0 0,0 0-32 0 0,0 15-8 0 0,0-15 0 0 0,15 0 0 0 0,-15 0-16 0 0,16 15-8 0 0,-16-15 0 0 0,0 0 0 0 0,15 0-80 0 0,1 0 80 0 0,-16 0-80 0 0,0 0 80 0 0,15-15-80 0 0,-15 15 0 0 0,15-15 0 0 0,-15 15 64 0 0,16 0-64 0 0,-16 0 0 0 0,0 0 0 0 0,15-16 0 0 0,-15 1-72 0 0,0 15-56 0 0,16-15-16 0 0,-16 15 0 0 0,15-16-592 0 0,-15 16-128 0 0,0-15-16 0 0,15 15-6672 0 0,-15-16-1343 0 0</inkml:trace>
  <inkml:trace contextRef="#ctx0" brushRef="#br0" timeOffset="553.99">586 78 19663 0 0,'0'0'432'0'0,"0"0"88"0"0,0 0 24 0 0,0 0 8 0 0,0-16-440 0 0,15 16-112 0 0,-15-15 0 0 0,0 15 0 0 0,16 0 512 0 0,-1-15 88 0 0,-15 15 8 0 0,15 0 8 0 0,1 0-200 0 0,-1-16-32 0 0,1 16-16 0 0,-16 0 0 0 0,15 0-56 0 0,0 16-16 0 0,1-16 0 0 0,-1 0 0 0 0,0 15-72 0 0,1-15-24 0 0,-16 0 0 0 0,15 0 0 0 0,1 15-104 0 0,-16-15-32 0 0,15 0 0 0 0,0 16 0 0 0,-15-16-64 0 0,16 0 64 0 0,-16 0-64 0 0,0 0 64 0 0,0 0-64 0 0,15 15 64 0 0,-15-15-64 0 0,0 0 64 0 0,0 0-64 0 0,0 0 0 0 0,0 0 72 0 0,0 0-72 0 0,0 0 0 0 0,0 0 64 0 0,0 0-64 0 0,0 0 0 0 0,0 0 72 0 0,0 0-72 0 0,0 0 96 0 0,0 0-96 0 0,0 0 64 0 0,0 0-64 0 0,-15 0 0 0 0,15 0 0 0 0,-16 0 64 0 0,1 16-64 0 0,15-16 0 0 0,-15 0 0 0 0,-1 15 0 0 0,16-15 0 0 0,-15 15 0 0 0,15-15 0 0 0,-16 16 0 0 0,1-1 0 0 0,15-15 0 0 0,0 16 0 0 0,-15-1 0 0 0,15-15 0 0 0,0 15 0 0 0,0 1 0 0 0,0-16 0 0 0,0 15 0 0 0,0-15 0 0 0,0 0 80 0 0,0 16 16 0 0,0-16 0 0 0,0 0 0 0 0,0 0 0 0 0,15 15 0 0 0,-15-15 0 0 0,0 0 0 0 0,15 0 0 0 0,1 0 0 0 0,-16 0 0 0 0,15 0 0 0 0,-15 0 0 0 0,16-15-32 0 0,-16 15-64 0 0,15 0 96 0 0,0-16-32 0 0,-15 16-64 0 0,16-15 0 0 0,-1 15 0 0 0,-15-16 64 0 0,0 16-64 0 0,16-15 0 0 0,-1 15 0 0 0,-15-15 0 0 0,0-1-104 0 0,15 16-40 0 0,-15-15-8 0 0,16 15 0 0 0,-16 0-688 0 0,15-16-144 0 0,-15 16-24 0 0,16-15-6288 0 0,-16 15-1247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5:53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170 247 17935 0 0,'0'0'392'0'0,"0"0"88"0"0,0 0 8 0 0,0 0 24 0 0,0 0-416 0 0,0 0-96 0 0,0 0 0 0 0,-16 0 0 0 0,16-15 584 0 0,0 15 96 0 0,-15 0 24 0 0,15 0 0 0 0,0 0-176 0 0,0 0-32 0 0,-16 0-8 0 0,16 0 0 0 0,0 0-80 0 0,0 0-24 0 0,-15 0 0 0 0,15 0 0 0 0,-15 15-96 0 0,15-15-16 0 0,-16 15-8 0 0,1 1 0 0 0,15-1-160 0 0,0 1-32 0 0,-16-1-8 0 0,16 0 0 0 0,-15 16-64 0 0,15-15 0 0 0,0 14 72 0 0,0 1-72 0 0,0 0 104 0 0,-15-16-8 0 0,15 16-8 0 0,0-15 0 0 0,0 14 32 0 0,-16-14 8 0 0,16-1 0 0 0,16 16 0 0 0,-16-16-24 0 0,0 1 0 0 0,0-1 0 0 0,15 1 0 0 0,-15-1-104 0 0,0-15 64 0 0,15 15-64 0 0,1-15 0 0 0,-1 16 0 0 0,1-16 0 0 0,-16 0 0 0 0,15 0 0 0 0,0 0 0 0 0,16 0 64 0 0,-15 0-64 0 0,-1 0 0 0 0,0 0 0 0 0,1 0 64 0 0,-1 0-64 0 0,1-16 0 0 0,-1 16 72 0 0,0-15-72 0 0,1 15 64 0 0,-16-15-64 0 0,15-1 136 0 0,1 1-8 0 0,-16-1-8 0 0,15 1 0 0 0,-15 0-24 0 0,15-1-8 0 0,-15 1 0 0 0,0-1 0 0 0,0 1-88 0 0,0 0 0 0 0,-15-16 0 0 0,15 15 64 0 0,-15-14-64 0 0,15 14 0 0 0,0-15 0 0 0,-16 16 0 0 0,1-16 0 0 0,15 16 0 0 0,-16-16 0 0 0,1 16 0 0 0,0-1 0 0 0,15 1 0 0 0,-16-1 0 0 0,1 1 0 0 0,15 0-72 0 0,-16 15 72 0 0,1-16 0 0 0,15 16 0 0 0,-15 0-136 0 0,-1 0 24 0 0,16 0 8 0 0,-15 0 0 0 0,15 0-104 0 0,0 0-16 0 0,-16 0-8 0 0,16 16 0 0 0,0-16-96 0 0,0 15-24 0 0,-15 0 0 0 0,15-15 0 0 0,0 16-848 0 0,0-1-176 0 0,0-15-32 0 0,15 16-8079 0 0</inkml:trace>
  <inkml:trace contextRef="#ctx0" brushRef="#br0" timeOffset="316.07">616 47 20879 0 0,'0'0'456'0'0,"0"0"96"0"0,0 0 24 0 0,0 0 8 0 0,0 0-464 0 0,0 0-120 0 0,0 0 0 0 0,0 15 0 0 0,0-15 416 0 0,0 16 56 0 0,0-1 8 0 0,0-15 8 0 0,0 16-328 0 0,0-16-64 0 0,0 0-8 0 0,0 15-8 0 0,0 0-80 0 0,0 1 0 0 0,15-16 0 0 0,-15 15-88 0 0,0-15-1176 0 0,0 16-240 0 0,0-1-40 0 0,0-15-16 0 0</inkml:trace>
  <inkml:trace contextRef="#ctx0" brushRef="#br0" timeOffset="1032.97">970 247 17423 0 0,'0'0'384'0'0,"0"0"72"0"0,0 0 24 0 0,0 0 8 0 0,0 0-392 0 0,0 0-96 0 0,0 0 0 0 0,0 0 0 0 0,0 0 672 0 0,0 0 104 0 0,0 0 24 0 0,0 0 8 0 0,0 0-136 0 0,0 0-24 0 0,-15 0-8 0 0,15 15 0 0 0,0 1-304 0 0,0-1-64 0 0,-16 1-16 0 0,16-1 0 0 0,0 16-88 0 0,0-16-16 0 0,-15 16-8 0 0,0-16 0 0 0,15 16-24 0 0,0 0-8 0 0,-16-16 0 0 0,16 16 0 0 0,-15-15-16 0 0,15-1 0 0 0,0 0 0 0 0,-16 16 0 0 0,16-15-32 0 0,0-1 0 0 0,-15 0-64 0 0,15-15 96 0 0,0 16-16 0 0,-15-1-8 0 0,15 1 0 0 0,0-1 0 0 0,0-15 0 0 0,0 0 0 0 0,-16 15 0 0 0,16-15 0 0 0,0 16-72 0 0,0-16 0 0 0,0 0 0 0 0,0 0 0 0 0,0 0 0 0 0,0 0 0 0 0,0 0 0 0 0,0 0 0 0 0,0 0 0 0 0,0 0 0 0 0,0 0 0 0 0,0 0 0 0 0,0-16-72 0 0,0 1-8 0 0,0 15 0 0 0,16-15 0 0 0,-16-1 0 0 0,0 1 0 0 0,0-1 0 0 0,15 1 0 0 0,-15 0 80 0 0,15-1-104 0 0,-15-15 40 0 0,16 16 64 0 0,-16-16-72 0 0,0 0 72 0 0,0 1 0 0 0,15-1 0 0 0,-15 0 0 0 0,16 16 0 0 0,-16-16 0 0 0,15 15 0 0 0,-15-14 0 0 0,15 14 0 0 0,-15 1 0 0 0,16-1 0 0 0,-1 1 0 0 0,-15 15 0 0 0,0-15 0 0 0,0 15 0 0 0,15 0 0 0 0,-15 0 0 0 0,0 0 0 0 0,0 0 72 0 0,0 0 56 0 0,16 0 0 0 0,-16 0 8 0 0,0 0 0 0 0,15 15-16 0 0,-15 0-8 0 0,16 1 0 0 0,-16-16 0 0 0,15 15-112 0 0,-15 1 72 0 0,15-1-72 0 0,-15 0 64 0 0,16 16-64 0 0,-16-15 96 0 0,15-1-96 0 0,-15 0 96 0 0,0 1-96 0 0,16-1 80 0 0,-16 16-80 0 0,0-31 80 0 0,15 15-80 0 0,-15 1 80 0 0,0-1-80 0 0,0 1 80 0 0,0-16-80 0 0,0 15 0 0 0,15 0 0 0 0,-15-15 64 0 0,0 0-64 0 0,0 16 0 0 0,0-1 0 0 0,0-15 0 0 0,16 0 0 0 0,-16 0 0 0 0,0 16 64 0 0,0-16-64 0 0,0 0 0 0 0,0 0 0 0 0,0 0 0 0 0,0 0 0 0 0,0 0-128 0 0,0 0 16 0 0,0 0 0 0 0,0 0 0 0 0,0 0-272 0 0,0 0-48 0 0,0 0-16 0 0,0 0 0 0 0,0 0-1016 0 0,0 0-200 0 0,0 0-48 0 0</inkml:trace>
  <inkml:trace contextRef="#ctx0" brushRef="#br0" timeOffset="1330.23">909 493 18599 0 0,'0'0'408'0'0,"0"0"80"0"0,0 0 24 0 0,0 0 16 0 0,0 0-424 0 0,0 0-104 0 0,30 0 0 0 0,-30 0 0 0 0,16 0 472 0 0,-1 0 72 0 0,0 0 8 0 0,1-15 8 0 0,15 15-416 0 0,-16 0-80 0 0,0 0-64 0 0,1 0 72 0 0,15-15-168 0 0,-16 15-40 0 0,0-16-8 0 0,1 16-8943 0 0</inkml:trace>
  <inkml:trace contextRef="#ctx0" brushRef="#br0" timeOffset="1624.93">1386 78 18343 0 0,'0'0'400'0'0,"0"0"80"0"0,0 0 24 0 0,0 0 16 0 0,0 0-416 0 0,0 0-104 0 0,0 0 0 0 0,0 15 0 0 0,0 1 432 0 0,0-16 64 0 0,0 15 16 0 0,0 0 0 0 0,0-15-992 0 0,0 16-200 0 0,0-1-40 0 0</inkml:trace>
  <inkml:trace contextRef="#ctx0" brushRef="#br0" timeOffset="2549.71">1755 293 13128 0 0,'0'0'288'0'0,"0"0"56"0"0,0 0 8 0 0,0 0 32 0 0,0 0-312 0 0,0-15-72 0 0,0 15 0 0 0,0 0 0 0 0,0 0 864 0 0,0 0 151 0 0,0 0 33 0 0,-15-16 8 0 0,15 16-216 0 0,0 0-40 0 0,0 0 0 0 0,0 0-8 0 0,0 0-120 0 0,0 0-32 0 0,0 0 0 0 0,0 0 0 0 0,0 0-208 0 0,0 16-48 0 0,15-1 0 0 0,-15 1-8 0 0,16-1-216 0 0,-16 0-48 0 0,0 1-8 0 0,0-1 0 0 0,15 16 24 0 0,-15-16 0 0 0,0 16 0 0 0,0-15 0 0 0,0-1-8 0 0,0 16 0 0 0,0-16 0 0 0,0 1 0 0 0,0-1-24 0 0,0 0-8 0 0,0 1 0 0 0,15-1 0 0 0,-15-15-24 0 0,0 16-64 0 0,0-1 96 0 0,0-15-32 0 0,0 15 0 0 0,0-15-64 0 0,0 0 96 0 0,0 16-32 0 0,0-16-64 0 0,0 0 64 0 0,0 15-64 0 0,0-15 64 0 0,0 0-64 0 0,0 0 0 0 0,0 0 72 0 0,0 0-72 0 0,0 0 0 0 0,0 0 72 0 0,0 0-72 0 0,0 0 0 0 0,-15 0 64 0 0,15 0-64 0 0,0 0 0 0 0,0 0 0 0 0,0-15 72 0 0,0-1-72 0 0,0 1 0 0 0,-15 15 72 0 0,15-15-72 0 0,0-1 0 0 0,0-15 0 0 0,0 16 0 0 0,0 0 0 0 0,0-16 0 0 0,0 15 0 0 0,0-14 0 0 0,0-1 0 0 0,0 15 0 0 0,0-14 0 0 0,15-1 0 0 0,-15 15 0 0 0,0 1 0 0 0,15-16 0 0 0,-15 16 0 0 0,16-1 0 0 0,-1 1 0 0 0,-15 0 0 0 0,16 15 0 0 0,-1-16 0 0 0,0 1 0 0 0,-15 15 0 0 0,16 0 0 0 0,-16 0 0 0 0,15 0 0 0 0,-15 0 0 0 0,16 0 0 0 0,-16 0 0 0 0,0 0 0 0 0,15 0 0 0 0,-15 0 0 0 0,0 15 0 0 0,15 1 0 0 0,-15-1 0 0 0,0-15 0 0 0,0 15 0 0 0,0 1 0 0 0,0-1 0 0 0,-15 16 0 0 0,15-16 0 0 0,0-15 0 0 0,0 16 0 0 0,-15-1 0 0 0,15 1-80 0 0,0-1 80 0 0,0 0-104 0 0,0-15 40 0 0,-16 16 64 0 0,16-16 0 0 0,0 0 0 0 0,0 0-64 0 0,-15 0 64 0 0,15 0 0 0 0,0 0 0 0 0,0 0 0 0 0,0 0 0 0 0,0 0 0 0 0,0 0 0 0 0,0 0-64 0 0,0 0 64 0 0,0 0-96 0 0,0-16 96 0 0,-16 16-96 0 0,16-15 96 0 0,0 15-96 0 0,16 0 96 0 0,-16-15-96 0 0,0 15 96 0 0,0 0 0 0 0,15-16-72 0 0,1 16 72 0 0,-16 0 0 0 0,15 0-88 0 0,0 0 88 0 0,-15 16-64 0 0,16-16 64 0 0,-1 0 0 0 0,0 0 0 0 0,-15 15-64 0 0,16-15-64 0 0,-1 15 0 0 0,-15 1-8 0 0,16-16 0 0 0,-16 15 136 0 0,0 1-80 0 0,15-1 80 0 0,-15 0-64 0 0,0 1 64 0 0,0-1 0 0 0,0 1 0 0 0,0-1 0 0 0,0 0 0 0 0,-15 1 0 0 0,15-1 0 0 0,0 1 64 0 0,0-16-64 0 0,-16 15 0 0 0,16 0 0 0 0,-15 1 64 0 0,15-16-64 0 0,0 15 0 0 0,-16 1 0 0 0,1-16 64 0 0,15 15 24 0 0,-15-15 8 0 0,-1 0 0 0 0,16 15 0 0 0,-15-15 56 0 0,15 16 8 0 0,-15-16 8 0 0,15 0 0 0 0,-16 0-88 0 0,1 0-16 0 0,15 0-64 0 0,-16-16 96 0 0,1 16-96 0 0,15 0 0 0 0,-15-15 0 0 0,15 15-80 0 0,-16-15-136 0 0,16-1-24 0 0,-15 16-8 0 0,15-15-7160 0 0,0-1-1431 0 0</inkml:trace>
  <inkml:trace contextRef="#ctx0" brushRef="#br0" timeOffset="2820.59">2356 1 21423 0 0,'0'0'472'0'0,"0"0"96"0"0,0 0 16 0 0,0 0 24 0 0,0 0-488 0 0,0 15-120 0 0,0-15 0 0 0,0 16 0 0 0,0-1 472 0 0,0 0 72 0 0,0-15 8 0 0,0 16 8 0 0,0-1-384 0 0,0-15-80 0 0,0 16-8 0 0,0-1-8 0 0,0-15-80 0 0,0 15 0 0 0,0-15 0 0 0,0 16 0 0 0,0-16-640 0 0,0 15-96 0 0,15-15-24 0 0,-15 16-5800 0 0,0-16-1151 0 0</inkml:trace>
  <inkml:trace contextRef="#ctx0" brushRef="#br0" timeOffset="3331.6">2756 416 17071 0 0,'0'0'376'0'0,"0"0"72"0"0,0 0 24 0 0,0-15 8 0 0,0 15-384 0 0,0-15-96 0 0,0-1 0 0 0,-16 16 0 0 0,16-15 728 0 0,0-1 120 0 0,0 1 24 0 0,0 15 8 0 0,-15-15-256 0 0,15 15-48 0 0,0-16-16 0 0,-15 16 0 0 0,15 0-176 0 0,-16-15-40 0 0,16 15-8 0 0,0 0 0 0 0,0 0-128 0 0,-15 0-24 0 0,-1 15-8 0 0,16-15 0 0 0,-15 16-80 0 0,15-16-8 0 0,-15 15-8 0 0,15 0 0 0 0,-16 1-80 0 0,16 15 64 0 0,0-16-64 0 0,-15 16 64 0 0,15-16-64 0 0,0 16 0 0 0,0 0 0 0 0,0-16 0 0 0,0 16 0 0 0,0-16 0 0 0,0 1 0 0 0,0-1 0 0 0,0 1 80 0 0,15-1-80 0 0,-15 0 96 0 0,16-15-96 0 0,-1 16 136 0 0,0-1-24 0 0,1-15-8 0 0,-1 0 0 0 0,1 0 112 0 0,-1 16 16 0 0,0-16 8 0 0,16-16 0 0 0,-15 16 72 0 0,-1 0 8 0 0,16 0 8 0 0,-16-15 0 0 0,16 15-120 0 0,-16-16-24 0 0,1 16-8 0 0,-1 0 0 0 0,1-15-96 0 0,-1 15-16 0 0,0-15-64 0 0,1-1 96 0 0,-1 16-96 0 0,-15 0 64 0 0,15-15-64 0 0,-15 15 0 0 0,16-16 0 0 0,-16 16 0 0 0,0 0 0 0 0,0 0-80 0 0,0 0-144 0 0,15 0-24 0 0,-15 0-8 0 0,0 0-7856 0 0,0 0-1575 0 0</inkml:trace>
  <inkml:trace contextRef="#ctx0" brushRef="#br0" timeOffset="5657.85">77 955 11880 0 0,'0'0'336'0'0,"0"0"80"0"0,0 0-336 0 0,0 0-80 0 0,0 0 0 0 0,0 0 0 0 0,0 0 1072 0 0,0 0 200 0 0,0 0 40 0 0,0 0-1 0 0,0 0-215 0 0,0 0-40 0 0,0 0-16 0 0,0 0 0 0 0,0 0-328 0 0,0 0-64 0 0,0-15-8 0 0,0 15-8 0 0,16 0-152 0 0,-16 0-32 0 0,15-16-8 0 0,-15 16 0 0 0,15-15-104 0 0,1 15-16 0 0,-16 0-8 0 0,15 0 0 0 0,-15 0-112 0 0,16-15-16 0 0,-1 15-8 0 0,0 0 0 0 0,1 0-80 0 0,-1 0-8 0 0,1 0-8 0 0,-1 0 0 0 0,0 0-80 0 0,1 0 64 0 0,15 0-64 0 0,-16 0 64 0 0,0 0-64 0 0,1 0 64 0 0,15 0-64 0 0,-16 0 64 0 0,0 0-64 0 0,1 0 96 0 0,-1 0-96 0 0,0 0 96 0 0,1 0-96 0 0,-1 0 96 0 0,1-16-96 0 0,-1 16 96 0 0,0 0-96 0 0,1 0 96 0 0,15 0-96 0 0,-16 0 96 0 0,0 0-96 0 0,1 0 0 0 0,-1 0 0 0 0,16 0 64 0 0,-16 16-64 0 0,16-16 0 0 0,-15 0 0 0 0,14 0 64 0 0,-14 0-64 0 0,15 0 0 0 0,-16 0 72 0 0,16 0-72 0 0,0 0 0 0 0,-16 0 72 0 0,0 0-72 0 0,16 0 0 0 0,-16 0 80 0 0,1 0-80 0 0,15 0 64 0 0,-16 0-64 0 0,0 15 0 0 0,1-15 64 0 0,-1 0-64 0 0,1 0 0 0 0,-1 0 64 0 0,0 0-64 0 0,1 0 0 0 0,-1 0 64 0 0,1-15-64 0 0,-1 15 0 0 0,0 0 0 0 0,-15 0 0 0 0,16 0 64 0 0,-1 0-64 0 0,1 0 64 0 0,-1 0-64 0 0,0 0 64 0 0,1 0-64 0 0,-1 0 64 0 0,-15-16-64 0 0,31 16 0 0 0,-31 0 64 0 0,31 0-64 0 0,-16 0 0 0 0,1 0 0 0 0,-1 0 0 0 0,0 0 64 0 0,1 0-64 0 0,14-15 0 0 0,-14 15 0 0 0,-1 0 0 0 0,1 0 0 0 0,14 0 0 0 0,-14 0 0 0 0,-1 0 64 0 0,1 0-64 0 0,-1 0 0 0 0,0 0 0 0 0,1 0 0 0 0,-1 0 0 0 0,1 0 0 0 0,-16 0 0 0 0,15 0 0 0 0,0 0 0 0 0,1 0 0 0 0,-16 0 0 0 0,15 0 0 0 0,1 0 0 0 0,-1 0 0 0 0,0 0 0 0 0,-15 0 64 0 0,16 0-64 0 0,-1 0 0 0 0,-15 0 0 0 0,0 0 0 0 0,16 0 0 0 0,-1 0 0 0 0,-15 0 0 0 0,0 0 0 0 0,15 0 0 0 0,1 0 0 0 0,-16 0 0 0 0,15 0 0 0 0,1 0 0 0 0,-16 0 0 0 0,15 0 0 0 0,0 0 0 0 0,-15 0 0 0 0,16 0 0 0 0,-1 0 0 0 0,0 0 0 0 0,1 0 0 0 0,-16 0 64 0 0,15 0-64 0 0,1 0 0 0 0,-1 0 64 0 0,0 0-64 0 0,1 0 0 0 0,-1 0 0 0 0,1 0 0 0 0,-1 0 0 0 0,0 0 0 0 0,1 0 0 0 0,-1-16 0 0 0,1 16 0 0 0,-1 0 0 0 0,0 0 64 0 0,1 0-64 0 0,-1 0 0 0 0,1 0 0 0 0,-1 0 0 0 0,0 0 0 0 0,1 0 0 0 0,15 0 0 0 0,-16 0 0 0 0,0 0 0 0 0,1 0 0 0 0,-1 0 0 0 0,1 0 0 0 0,-1 0 0 0 0,0 0 0 0 0,1 0 0 0 0,-1 0 0 0 0,0 0 0 0 0,1 0 0 0 0,-1 0 0 0 0,-15 0 0 0 0,16 0 0 0 0,-1-15 0 0 0,0 15 0 0 0,1 0 64 0 0,-1 0-64 0 0,1 0 0 0 0,-1 0 0 0 0,0 0 0 0 0,1 0 0 0 0,-1-15 0 0 0,1 15 64 0 0,14 0-64 0 0,-14 0 0 0 0,-1 0 80 0 0,16 0-80 0 0,-16 0 96 0 0,1 0-96 0 0,15 0 0 0 0,-16 0 0 0 0,16 0 0 0 0,-16 0 0 0 0,1 0 0 0 0,-1 0 0 0 0,16 0 0 0 0,-16 0 0 0 0,0 0 64 0 0,-15 0-64 0 0,16 0 0 0 0,-1 15 0 0 0,1-15 0 0 0,-1 0 0 0 0,0 0 0 0 0,-15 0 0 0 0,0 0 72 0 0,0 0-72 0 0,0 0 0 0 0,16 0 72 0 0,-16 0-72 0 0,0 0 0 0 0,0 0 0 0 0,0 0 0 0 0,0 0-432 0 0,0 0-80 0 0,0 0-8 0 0,0 0-8 0 0,0 0-1200 0 0,0 0-248 0 0,0 0-40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6:00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62 14120 0 0,'0'0'400'0'0,"0"0"88"0"0,0 0-392 0 0,0 0-96 0 0,0 0 0 0 0,0 0 0 0 0,0 0 1256 0 0,0 0 231 0 0,0 0 49 0 0,0 0 0 0 0,0 0-544 0 0,-15-15-104 0 0,15 15-24 0 0,0 0-8 0 0,0 0-344 0 0,0 0-64 0 0,-15-16-8 0 0,-1 16-8 0 0,16 0-112 0 0,-15 0-32 0 0,15-15 0 0 0,-16 15 0 0 0,16 0-56 0 0,-15 0-8 0 0,15 0-8 0 0,-15 0 0 0 0,15 0-72 0 0,-16 0-16 0 0,1 0 0 0 0,15 0 0 0 0,0 15-32 0 0,-16-15 0 0 0,1 0-8 0 0,15 16 0 0 0,0-16-88 0 0,-15 15 0 0 0,-1 1 72 0 0,16-1-72 0 0,0 0 0 0 0,0 1 0 0 0,-15-1 0 0 0,15 1 0 0 0,0 14 0 0 0,0-14 0 0 0,0 15 0 0 0,-16-16 0 0 0,16 16 0 0 0,0-16 0 0 0,0 16 0 0 0,16 0-64 0 0,-16-16 64 0 0,0 16 0 0 0,15-16 0 0 0,-15 16 0 0 0,0-15 0 0 0,16-1 0 0 0,-1 0 0 0 0,-15 1-64 0 0,15-16 64 0 0,1 15 0 0 0,-16-15 0 0 0,15 0-64 0 0,1 0 64 0 0,-1 0 0 0 0,0 0 0 0 0,1 0 0 0 0,-1-15 0 0 0,1 15 0 0 0,-1-16 0 0 0,-15 1 64 0 0,15-16 8 0 0,1 16 8 0 0,-1-1 0 0 0,1-14 0 0 0,-16-1 40 0 0,15 15 8 0 0,-15-14 0 0 0,15 14 0 0 0,-15-15-56 0 0,0 16-8 0 0,0-16 0 0 0,0 16 0 0 0,-15-1 0 0 0,15-14-64 0 0,-15 14 96 0 0,15 1-32 0 0,-16-1-64 0 0,1 1 64 0 0,15 0-64 0 0,-16-1 64 0 0,1 1-64 0 0,15-1 0 0 0,-15 1 0 0 0,-1 15 0 0 0,16-15 0 0 0,-15 15 0 0 0,15 0 0 0 0,0 0 0 0 0,0 0-216 0 0,0 0 24 0 0,0 0 0 0 0,0 0 0 0 0,-16 0-408 0 0,16 15-72 0 0,0 0-24 0 0,0-15-6848 0 0,0 16-1367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6:00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0 17615 0 0,'0'0'496'0'0,"0"0"112"0"0,0 0-480 0 0,0 0-128 0 0,0 0 0 0 0,0 0 0 0 0,0 0 1088 0 0,0 0 200 0 0,0 0 40 0 0,0 0 8 0 0,0 15-680 0 0,0 1-136 0 0,-15-1-24 0 0,15-15-8 0 0,0 16-248 0 0,0-1-48 0 0,-15 0-16 0 0,15 1 0 0 0,-16 15-56 0 0,16-16-16 0 0,0 0 0 0 0,-15 1 0 0 0,15 15-24 0 0,-16-16-8 0 0,16 16 0 0 0,0-16 0 0 0,-15 16 0 0 0,15-16 0 0 0,0 1 0 0 0,-15 15 0 0 0,15-16 8 0 0,0-15 0 0 0,0 15 0 0 0,0 1 0 0 0,0-16-16 0 0,0 15-64 0 0,0-15 96 0 0,0 0-32 0 0,0 0-64 0 0,0 0 0 0 0,0 0 0 0 0,0 0 64 0 0,0 0-64 0 0,0 0 0 0 0,0 0 0 0 0,0-15 0 0 0,0-1 0 0 0,0 1 0 0 0,0 15 0 0 0,0-31 0 0 0,0 16 0 0 0,0-1-72 0 0,0-14 72 0 0,15 14 0 0 0,-15-15 0 0 0,0 16-64 0 0,15-16 64 0 0,-15 16 0 0 0,0-16 0 0 0,0 16 0 0 0,16-1 0 0 0,-16 1 0 0 0,0-16 0 0 0,15 31 0 0 0,-15-15 0 0 0,16-1 0 0 0,-16 1 0 0 0,15 15 0 0 0,-15 0 0 0 0,0-16 0 0 0,0 16 0 0 0,0 0 0 0 0,0 0 0 0 0,15 16 0 0 0,-15-16 160 0 0,0 0 0 0 0,16 15 8 0 0,-16-15 0 0 0,15 16-64 0 0,-15-16-8 0 0,16 15-8 0 0,-16 0 0 0 0,0-15-88 0 0,0 16 96 0 0,15-1-96 0 0,-15 1 96 0 0,0-1-96 0 0,15 0 96 0 0,-15 1-96 0 0,0-1 96 0 0,16 1-32 0 0,-16-1-64 0 0,0 0 96 0 0,15 1-32 0 0,-15-1-64 0 0,0 1 0 0 0,0-1 0 0 0,16 0 64 0 0,-16-15-64 0 0,0 16 0 0 0,0-1 0 0 0,0-15 0 0 0,15 16 0 0 0,-15-16 0 0 0,0 15 64 0 0,0-15-64 0 0,0 0 0 0 0,0 0 0 0 0,0 0 0 0 0,0 0 0 0 0,0 0-136 0 0,0 0-24 0 0,0 15 0 0 0,0-15 0 0 0,0 0-696 0 0,0 0-136 0 0,0 0-32 0 0,0 0-6208 0 0,0 0-1247 0 0</inkml:trace>
  <inkml:trace contextRef="#ctx0" brushRef="#br0" timeOffset="245.58">78 262 16240 0 0,'0'0'455'0'0,"0"0"113"0"0,0 0-456 0 0,0 0-112 0 0,0 0 0 0 0,0 0 0 0 0,0 0 840 0 0,15 0 152 0 0,-15 0 24 0 0,0 0 8 0 0,15-16-632 0 0,1 16-120 0 0,-1 0-24 0 0,-15 0-8 0 0,16 0-240 0 0,-1 0 0 0 0,0 0 0 0 0,-15 0 0 0 0,16 0-608 0 0,-1 0-128 0 0,1 0-16 0 0,-1-15-8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6:01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18887 0 0,'0'0'416'0'0,"0"0"80"0"0,0 0 16 0 0,0 0 32 0 0,0 0-440 0 0,0 0-104 0 0,0 0 0 0 0,0 0 0 0 0,0 0 680 0 0,0 0 120 0 0,0 0 16 0 0,0 15 8 0 0,0-15-200 0 0,0 0-40 0 0,0 16-8 0 0,16-16 0 0 0,-16 15-280 0 0,0 1-56 0 0,0-1-16 0 0,15-15 0 0 0,-15 15 0 0 0,0 1 0 0 0,0-1 0 0 0,0 1 0 0 0,0-1-64 0 0,0 0-24 0 0,16 1 0 0 0,-16-16 0 0 0,0 15-48 0 0,0 1-16 0 0,0-1 0 0 0,15 0 0 0 0,-15-15-72 0 0,0 16 0 0 0,0-16 72 0 0,0 0-72 0 0,0 15 0 0 0,0-15 72 0 0,0 0-72 0 0,0 16 0 0 0,0-16 64 0 0,0 0-64 0 0,0 0 0 0 0,0 0 0 0 0,0 0 64 0 0,0 0-64 0 0,0 0 0 0 0,0 0 0 0 0,0 0 64 0 0,0 0-64 0 0,0 0 0 0 0,0 0 0 0 0,0 0 0 0 0,0-16 0 0 0,0 16 0 0 0,-15-15 0 0 0,15-1 120 0 0,0 16-32 0 0,0-15-8 0 0,-16 0 0 0 0,16-1-80 0 0,0 1 0 0 0,0-1 0 0 0,0 1 0 0 0,-15 0 0 0 0,30-1 0 0 0,-15 1 0 0 0,0-1 0 0 0,0 1 0 0 0,16 0 0 0 0,-1-1 0 0 0,-15 1 0 0 0,15-1 0 0 0,1 1 0 0 0,-1 15 0 0 0,1-15 0 0 0,-1 15 0 0 0,16-16 0 0 0,-31 1 0 0 0,31 15 0 0 0,-31 0 0 0 0,30 0 0 0 0,-30-16-88 0 0,16 16 88 0 0,-1 0 0 0 0,-15 0 0 0 0,16 0 0 0 0,-16 0 0 0 0,0 0 0 0 0,0 0 0 0 0,0 16 0 0 0,15-1 0 0 0,-15-15 0 0 0,0 16 0 0 0,0-16 0 0 0,0 15 0 0 0,0 0 0 0 0,0 1 0 0 0,0-16 0 0 0,0 15 0 0 0,0 1 0 0 0,0-1 0 0 0,-15-15 0 0 0,15 15 0 0 0,-16-15 0 0 0,16 0 0 0 0,0 0 0 0 0,0 16 0 0 0,-15-16 0 0 0,-1 15 0 0 0,16-15 0 0 0,0 0 0 0 0,0 0 0 0 0,-15 0 0 0 0,15 0 0 0 0,0 0 0 0 0,0 0 0 0 0,-15-15 0 0 0,15 15 0 0 0,0 0 0 0 0,0 0 0 0 0,0 0 0 0 0,0 0 0 0 0,0 0 0 0 0,0 0 0 0 0,0 0 0 0 0,0-16 0 0 0,0 16-64 0 0,15 0 64 0 0,0 0 0 0 0,-15-15-72 0 0,16 15 72 0 0,-1 0 0 0 0,-15 0 0 0 0,16 0 0 0 0,-1 0 0 0 0,-15 0 0 0 0,15 15 0 0 0,-15-15 0 0 0,16 0 0 0 0,-16 0-104 0 0,15 16 40 0 0,-15-16 64 0 0,16 0-104 0 0,-16 15 8 0 0,0-15 0 0 0,15 16 0 0 0,-15-16 0 0 0,0 15 96 0 0,0 0 0 0 0,0-15 0 0 0,0 16 0 0 0,0-1 0 0 0,0 1 0 0 0,0-16 0 0 0,-15 15 0 0 0,15 0 0 0 0,0 1 104 0 0,0-1-32 0 0,-16 1-8 0 0,16-16 32 0 0,-15 15 8 0 0,15-15 0 0 0,0 15 0 0 0,-16-15 8 0 0,1 0 0 0 0,15 16 0 0 0,0-16 0 0 0,-15 0-32 0 0,-1 0-8 0 0,16 0 0 0 0,-15 0 0 0 0,-1 0-72 0 0,16-16 0 0 0,-15 16 0 0 0,0 0 64 0 0,15-15-64 0 0,-16 0 0 0 0,16 15-80 0 0,-15-16 80 0 0,15 1-144 0 0,0 15 16 0 0,-16-16 8 0 0,16 1 0 0 0,0 15-256 0 0,0 0-48 0 0,0-15-16 0 0,0 15 0 0 0,0 0-1160 0 0,0 0-224 0 0,16 0-56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6:02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154 186 18631 0 0,'0'0'408'0'0,"0"-16"80"0"0,0 1 24 0 0,0-1 16 0 0,16 16-424 0 0,-16-30-104 0 0,0 30 0 0 0,0-16 0 0 0,0 1 760 0 0,-16-1 128 0 0,16 1 24 0 0,0 0 8 0 0,0 15-368 0 0,0-16-72 0 0,-15 16-8 0 0,15-15-8 0 0,-15 15-144 0 0,15 0-32 0 0,-16 0-8 0 0,16 0 0 0 0,-15 0-56 0 0,15 0-16 0 0,-16 0 0 0 0,1 15 0 0 0,15 1-72 0 0,-15-1-8 0 0,-1 0-8 0 0,16 1 0 0 0,-15-1-120 0 0,15 1 0 0 0,-16 14 0 0 0,16-14 0 0 0,0 15 64 0 0,0-16 0 0 0,0 16-64 0 0,0-16 96 0 0,16 16 32 0 0,-1-16 0 0 0,-15 1 0 0 0,16-1 0 0 0,-1 16-56 0 0,0-16-8 0 0,1-15 0 0 0,15 16 0 0 0,-16-1 96 0 0,0-15 8 0 0,16 16 8 0 0,-15-16 0 0 0,-1 0 0 0 0,0 0 0 0 0,1-16 0 0 0,-1 16 0 0 0,-15-15-48 0 0,15-1 0 0 0,1 16-8 0 0,-1-15 0 0 0,-15 0-120 0 0,16-1 88 0 0,-16 1-88 0 0,15 15 80 0 0,-15-16-80 0 0,15 1 0 0 0,-15 15 0 0 0,0-15 64 0 0,16-1-64 0 0,-16 16-72 0 0,0 0 72 0 0,0 0-104 0 0,0 0-184 0 0,0 0-40 0 0,0-15-8 0 0,0 15 0 0 0,0 0-1120 0 0,0 0-224 0 0,0 0-48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6:04.8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14744 0 0,'0'0'320'0'0,"0"0"72"0"0,0 0 16 0 0,0 0 8 0 0,0 0-336 0 0,0 0-80 0 0,0 0 0 0 0,0 0 0 0 0,0 0 1103 0 0,0 0 209 0 0,0 0 32 0 0,0 0 16 0 0,0 0-576 0 0,0 0-112 0 0,0 0-32 0 0,0 0 0 0 0,0 0-312 0 0,15 0-64 0 0,-15 0-8 0 0,0 0-8 0 0,0 0-144 0 0,0 0-24 0 0,16-16-8 0 0,-16 16 0 0 0,15 0-72 0 0,-15 0 64 0 0,0 0-64 0 0,0 0 64 0 0,0 0-64 0 0,15 0 0 0 0,-15 0 0 0 0,16 0 0 0 0,-16 0 0 0 0,0 0 0 0 0,0-15 0 0 0,15 15 0 0 0,-15 0-248 0 0,16 0-8 0 0,-16 0-8 0 0,0 0 0 0 0,0 0-1232 0 0,0 0-240 0 0,0 0-56 0 0,0 0-6271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6:05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 17767 0 0,'0'0'384'0'0,"0"0"88"0"0,0 0 8 0 0,0 0 32 0 0,-16 15-416 0 0,16-15-96 0 0,0 0 0 0 0,0 0 0 0 0,0 0 704 0 0,0 0 128 0 0,0 0 16 0 0,0 0 8 0 0,0 0-504 0 0,0 0-96 0 0,16 0-16 0 0,-16 0-8 0 0,15 0-128 0 0,-15 0-24 0 0,0 0-8 0 0,16 0 0 0 0,-1 0-72 0 0,-15 0 0 0 0,0 0 0 0 0,15 0-6528 0 0,1 0-1255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7:40.561"/>
    </inkml:context>
    <inkml:brush xml:id="br0">
      <inkml:brushProperty name="width" value="0.2" units="cm"/>
      <inkml:brushProperty name="height" value="1.2" units="cm"/>
      <inkml:brushProperty name="color" value="#5B2D90"/>
      <inkml:brushProperty name="inkEffects" value="pencil"/>
    </inkml:brush>
  </inkml:definitions>
  <inkml:trace contextRef="#ctx0" brushRef="#br0">0 31 9416 217925 50633,'0'0'1760'0'0,"0"0"32"0"0,0 0-880 0 0,0 0-112 0 0,0 0-16 0 0,0 0-8 0 0,0 0-1 0 0,0 0-231 0 0,16 0-40 0 0,-16 0-16 0 0,0 0 0 0 0,0 0-136 0 0,15 0-24 0 0,1 0-8 0 0,-16 0 0 0 0,0 0-128 0 0,15 0-32 0 0,-15 0-8 0 0,15 0 240 0 0,1 0-136 0 0,-16 0 8 0 0,15 0 0 0 0,1 0-200 0 0,-1 0-64 0 0,-15 0 0 0 0,15 0 0 0 0,1 0 152 0 0,-1 0-24 0 0,-15 0-8 0 0,15 0 0 0 0,1 0-8 0 0,-1 0 0 0 0,1 0 0 0 0,-1 0 0 0 0,0 0-16 0 0,1 0-8 0 0,-1 0 0 0 0,-15 0 0 0 0,16 0-16-10 521,-1 0 0 10-521,0 0 0-2 541,1 0 0 2-541,-16 0-72 0 0,15 0 96 0 0,1 0-96 4 575,-1 0 96-4-575,0 0-96 0 0,-15 0 0 0 0,16 0 0 0 0,-16 0 64 0 0,0 0-64 522-3,15 0 0-522 3,1 0 0 0 547,-16 0 64 0-547,15 0-64 0 0,0 0 0 0 0,-15 0 64 0 0,16 0 32 0 0,-1 0 8 0 0,-15 0 0 0 0,0 0 0 0 0,16 0-104 0 0,-1 0 0 0 0,0 0 0 0 0,-15-15 0 0 0,16 15 0 0 0,-1 0 64 0 0,-15 0-64 0 0,16 0 96 0 0,-1 0-96 0 0,-15 0 0 0 0,15 0 0 0 0,1 0 0 0 0,-1-15 0 0 0,-15 15 0 0 0,15 0 0 0 0,1 0 0 0 0,-1 0 64 0 0,-15 0-64 0 0,16 0 0 0 0,-1 0 0 0 0,-15 0 0 0 0,15 0 0 0 0,1 0 0 0 0,-1 0 0 0 0,-15 0 0 0 0,16 0 0 0 0,-16 0 0 0 0,15 0 0 0 0,0 0 0 0 0,-15 0 0 0 0,16 0 0 0 0,-1 15 0 0 0,-15-15 0 0 0,0 0 0 0 0,16 0 0 0 0,-1 0 0 0 0,-15 0 0 0 0,15 0 0 0 0,-15 0 0 0 0,16 0 0 0 0,-16 0 0 0 0,0 0 0 0 0,15 0 0 0 0,1 0 0 0 0,-16 0 0 0 0,15 15 0 0 0,0-15 0 0 0,-15 0 0 0 0,0 0 0 0 0,16 0 0 0 0,-16 0 0 0 0,15 0 0 0 0,1 0 0 0 0,-16 0 0 0 0,0 0 0 0 0,15 0 0 0 0,-15 0 0 0 0,15 0 0 539 1,-15 0 0-539-1,16 16 0 0 0,-1-16 0 0 0,-15 0 0 0 0,0 0 0 0 0,16 0 0 0 0,-1 0 0 0 0,-15 0 0 0 0,0 0 0 0 0,15 0 0 0 0,1 0 0 0 0,-16 0 0 0 0,0 0 0 0 0,15 0 0 0 0,-15 15 0 0 0,0-15 0 0 0,15 0 0 0 0,1 0 0 0 0,-16 0 0 0 0,0 0 0 0 0,15 0 0 0 0,-15 0 0 0 0,16 0 0 0 0,-16 0 0 0 0,15 0 0 0 0,-15 0 0 0 0,15 0 0 0 0,-15 0 0 0 0,16 16 0 0 0,-1-16 0 0 0,1 0 0 0 0,-16 0 0 0 0,0 0 0 0 0,15 0 0 0 0,0 0 0 0 0,-15 0 0 0 0,0 0 0 0 0,16 0 64 0 0,-16 0-64 0 0,15 0 0 0 0,-15 0 0 0 0,0 0 0 0 0,16 0 0 0 0,-1 0 0 0 0,-15 0 0 0 0,0 0 88 0 0,15 0-88 0 0,1 0 96 0 0,-1 0-96 0 0,-15 0 0 0 0,0 0 0 0 0,16 0 0 0 0,-16 0 0 0 0,15 0 0 0 0,-15 0 0 0 0,0-16 0 0 0,15 16 0 0 0,-15 0 0 0 0,16 0 104 0 0,-16 0-32 0 0,0 0-72 0 0,0 0 0 0 0,0 0 0 0 0,15 0 0 0 0,-15 0 0 0 0,0 0 0 0 0,0 0 0 0 0,0 0 0 0 0,16 0 216 0 0,-16 0 24 0 0,0 0 8 0 0,0 0 0 0 0,15 0-248 0 0,-15 0 64 0 0,0 0-64 0 0,0 0 0 0 0,0 0 0 0 0,0 0 0 0 0,0 0 0 0 0,15 0 0 0 0,-15 0 0 0 0,0 0 0 0 0,0 0 0 0 0,0 0 0 0 0,0 0 0 0 0,0 0 0 0 0,0 0 0 0 0,0 0-656 0 0,0 0-6184 0 0,0 0-1319 0 0,0 0-2361 0 0</inkml:trace>
  <inkml:trace contextRef="#ctx0" brushRef="#br0" timeOffset="1121">1601 108 10280 219214 52745,'0'0'768'0'0,"0"0"-472"0"0,0 0-232 0 0,0 0-64 0 0,0 0 0 0 0,0 0 0 0 0,0 0 568 0 0,0 0 104 0 0,0 0 16 0 0,0 0 8 0 0,0 0-200 0 0,0 0-40 0 0,0 0-8 0 0,0 0 0 0 0,0 0-64 0 0,0 0-9 0 0,0 0-7 0 0,0 0 0 0 0,0 0-112 0 0,0 0-16 0 0,0 0-8 0 0,0 0 0 0 0,0 0-8 0 0,0 0 0 0 0,0 0 0 0 0,0 0 0 0 0,0 16-32 0 0,16-16 0 0 0,-16 0-8 0 0,0 15 176 0 0,0 1-184 0 0,0-1 0 0 0,0-15 0 0 0,0 0-24 0 0,0 15-8 0 0,0-15 0 0 0,0 16 0 0 0,-16-16-16 0 0,16 0 0 0 0,0 15 0 0 0,0 1 0 0 0,0-16-32 0 0,0 0-16 0 0,0 15 0 0 0,0 0 0 0 0,0-15-80 0 0,0 0 80 0 0,0 16-80 0 0,0-16 80 0 0,0 15-80 0 0,0 1 0 0 0,0-16 72 0 0,0 15-72 0 0,0-15 0 0 0,0 15 72 0 0,0-15-72 0 0,0 0 0 0 0,0 16 64 0 0,0-16-64 0 0,0 15 0 0 0,0-15 0 0 0,0 15 0 0 0,0-15 0 0 0,0 0 0 0 0,0 16 0 0 0,0-1 64 0 0,0-15-64 0 0,0 0 0 0 0,0 16 0 0 0,0-16 0 0 0,0 0 64 0 0,0 15-64 0 0,0-15 0 0 0,0 15 64 0 0,0-15-64 0 0,0 16 0 0 0,0-16 0 0 0,0 15 64 0 0,0 1-64 0 0,0-16 0 0 0,0 15 0 0 0,0 0 0 0 0,0-15 0 0 0,0 16 0 0 0,0-16 0 0 0,0 0 0 0 0,0 15 0 0 0,0 1 0 0 0,0-16 0 0 0,0 15 64 0 0,0 0-64 0 0,0-15 0 0 0,0 16 0 0 0,0-1 0 0 0,0-15 0 0 0,0 16 0 0 0,0-16 0 0 0,0 15 0 0 0,0 0 0 0 0,0-15 0 0 0,0 16 0 0 0,0-1 0 0 0,0-15 0 0 0,0 16 0 0 0,0-16 0 0 0,0 15 64 0 0,0-15-64 0 0,0 0 0 0 0,0 15 88 0 0,0-15-88 0 0,0 0 80 0 0,0 16-80 0 0,0-1 64 0 0,0-15-64 0 0,0 16 0 0 0,0-16 72 0 0,0 0-8 0 0,0 0-64 0 0,0 0 96-515 2,0 15-32 515-2,0-15 96 0 0,0 0 24 0 0,0 0 0 0 0,0 0 0 0 0,0 0-184-515 0,0 15 0 515 0,0-15 0 0 0,0 0 0 0 0,0 0 0 0 0,0 0 0 0 0,0 0 0 0 0,0 0 0 0 0,0 0 88 0 0,0 0-24 0 0,0 16 0 0 0,0-16 0 0 0,0 0-64 0 0,0 0 0 0 0,0 0 0 0 0,0 0 0 0 0,0 0-72 0 0,0 0-8 0 0,0 0 0 0 0,0 0-6376 0 0,0 0-1271-490-2,0 0-2249 490 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7:18.106"/>
    </inkml:context>
    <inkml:brush xml:id="br0">
      <inkml:brushProperty name="width" value="0.05" units="cm"/>
      <inkml:brushProperty name="height" value="0.05" units="cm"/>
      <inkml:brushProperty name="color" value="#E71224"/>
    </inkml:brush>
    <inkml:brush xml:id="br1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1402 200 10536 0 0,'0'0'224'0'0,"0"0"56"0"0,0 0 8 0 0,0 0 16 0 0,0 0-240 0 0,0 0-64 0 0,0 0 0 0 0,0 0 0 0 0,0 0 864 0 0,0 0 168 0 0,0 0 32 0 0,0 0 8 0 0,0 0-177 0 0,0 0-31 0 0,0 0 0 0 0,0 0-8 0 0,0 0-208 0 0,0 0-40 0 0,0 0 0 0 0,0 0-8 0 0,0 0-152 0 0,0 0-32 0 0,0 0-8 0 0,0 0 0 0 0,0 0-56 0 0,0 0-16 0 0,0 0 0 0 0,0 0 0 0 0,0 16-128 0 0,0-1-24 0 0,0-15-8 0 0,0 16 0 0 0,0-16-8 0 0,0 15 0 0 0,0 0 0 0 0,0 1 0 0 0,0-16-40 0 0,0 15 0 0 0,0 16-8 0 0,0-31 0 0 0,0 31-24 0 0,15-31 0 0 0,-15 30 0 0 0,0-14 0 0 0,0-1-32 0 0,0 16-64 0 0,0-16 88 0 0,0 1-88 0 0,0 15 80 0 0,0-16-80 0 0,0 0 64 0 0,0 16-64 0 0,0-15 64 0 0,16-1-64 0 0,-16 16 0 0 0,0-16 64 0 0,0 1-64 0 0,0-1 80 0 0,0 0-80 0 0,0 16 80 0 0,0-15-80 0 0,0-1 0 0 0,15 0 72 0 0,-15 1-72 0 0,0-1 64 0 0,0 0-64 0 0,0 1 80 0 0,0-1-80 0 0,0 16 64 0 0,0-16-64 0 0,0 1 0 0 0,0 15 0 0 0,0-16 64 0 0,0 16-64 0 0,0-16 0 0 0,0 16 0 0 0,0-16 0 0 0,0 16 64 0 0,0-15-64 0 0,15 14 0 0 0,-15-14 0 0 0,0 15 0 0 0,0-16 0 0 0,0 0 0 0 0,0 1 0 0 0,0 15 0 0 0,0-16 0 0 0,0 0 0 0 0,0 1 0 0 0,0-1 0 0 0,0 0 0 0 0,0 1 0 0 0,0-1 0 0 0,0 1 0 0 0,0-1 0 0 0,0 0 0 0 0,0-15 0 0 0,0 16 0 0 0,0-1 0 0 0,0 1 0 0 0,0-1 0 0 0,0 0 0 0 0,0-15 0 0 0,16 16 0 0 0,-16-1 0 0 0,0 1 0 0 0,0-1 0 0 0,0 0 0 0 0,0 1 0 0 0,0-1 0 0 0,0 1 0 0 0,0-1 0 0 0,0 0 0 0 0,0 1 64 0 0,0-1-64 0 0,0 1 0 0 0,0-1 0 0 0,0 16 0 0 0,0-16 0 0 0,15 1 0 0 0,-15-1 80 0 0,0 0-80 0 0,0 1 80 0 0,0-1-80 0 0,0 0 64 0 0,0 1-64 0 0,0-1 0 0 0,0 1 72 0 0,0-1-8 0 0,0-15-64 0 0,0 15 96 0 0,0 1-32 0 0,0-1 0 0 0,0-15 0 0 0,0 16 0 0 0,0-1 0 0 0,0-15 24 0 0,0 15 0 0 0,0-15 0 0 0,0 16 0 0 0,0-1-24 0 0,0-15-64 0 0,0 16 96 0 0,0-1-32 0 0,0-15-64 0 0,0 0 64 0 0,0 15-64 0 0,0-15 64 0 0,0 0-64 0 0,0 16 0 0 0,0-1 0 0 0,0-15 0 0 0,0 0 0 0 0,0 0 0 0 0,0 16 64 0 0,0-16-64 0 0,0 0 0 0 0,0 15 0 0 0,0-15 0 0 0,0 0 0 0 0,0 0 0 0 0,0 0 0 0 0,0 0 0 0 0,0 0 0 0 0,0 0-248 0 0,0 0 16 0 0,0 0 0 0 0,0 0 0 0 0,0 0-864 0 0,0 0-176 0 0,0 0-32 0 0,-15-15-8823 0 0</inkml:trace>
  <inkml:trace contextRef="#ctx0" brushRef="#br0" timeOffset="1577.28">1 1293 9488 0 0,'0'0'264'0'0,"0"0"72"0"0,0 0-272 0 0,0 0-64 0 0,0 0 0 0 0,0 0 0 0 0,0 0 792 0 0,0 0 136 0 0,15 0 32 0 0,1 0 8 0 0,-16 0-128 0 0,0 0-24 0 0,0 0-8 0 0,15-15-1 0 0,-15 15-207 0 0,16 0-48 0 0,-16 0-8 0 0,15 0 0 0 0,-15 0-64 0 0,15 0-24 0 0,-15 0 0 0 0,16 0 0 0 0,-16 0-48 0 0,15 0-16 0 0,0 0 0 0 0,1-15 0 0 0,-1 15-136 0 0,-15 0-32 0 0,16 0-8 0 0,-1 0 0 0 0,0 0-56 0 0,1 0-16 0 0,-1 0 0 0 0,1 0 0 0 0,-1 0-40 0 0,0 0-8 0 0,16 0 0 0 0,-15-16 0 0 0,-1 16-8 0 0,0 0-8 0 0,1 0 0 0 0,-1 0 0 0 0,1-15-16 0 0,-1 15 0 0 0,0 0 0 0 0,1 0 0 0 0,-1 0 16 0 0,1 0 0 0 0,-1-16 0 0 0,0 16 0 0 0,1 0 8 0 0,-1 0 0 0 0,-15 0 0 0 0,16 0 0 0 0,-1 0-24 0 0,0 0 0 0 0,1 0 0 0 0,-16-15 0 0 0,15 15-64 0 0,0 0 96 0 0,1 0-96 0 0,-16 0 96 0 0,15-15-32 0 0,1 15-64 0 0,-1 0 96 0 0,0 0-32 0 0,1 0-64 0 0,-16 0 96 0 0,15 0-96 0 0,1-16 96 0 0,-1 16-96 0 0,0 0 64 0 0,1 0-64 0 0,-1 0 64 0 0,1 0-64 0 0,-1 0 0 0 0,16-15 0 0 0,-16 15 0 0 0,1 0 0 0 0,-1 0 0 0 0,16 0 64 0 0,-16 0-64 0 0,1 0 0 0 0,-1 0 0 0 0,16 0 0 0 0,-16 0 64 0 0,1 0-64 0 0,-1 0 0 0 0,0 0 72 0 0,1 0-72 0 0,-1 0 80 0 0,0 0-16 0 0,1 0-64 0 0,-1 0 96 0 0,1 0-32 0 0,-16 0-64 0 0,15 0 88 0 0,0 0-88 0 0,1 0 80 0 0,-16 0-80 0 0,15 0 64 0 0,-15 0-64 0 0,16 0 72 0 0,-1 0-72 0 0,-15 15 80 0 0,15-15-80 0 0,1 0 64 0 0,-1 0-64 0 0,-15 0 0 0 0,16 0 72 0 0,-1 0 0 0 0,0 0 0 0 0,-15 0 0 0 0,16 0 0 0 0,-1 0-72 0 0,1 0 0 0 0,-1 16 0 0 0,-15-16 0 0 0,31 0 0 0 0,-31 0 96 0 0,31 0-32 0 0,-31 0 0 0 0,15 0-64 0 0,16 0 0 0 0,-16 0 0 0 0,1 0 0 0 0,-1 0 0 0 0,0 0 0 0 0,1 0 0 0 0,-1 0 64 0 0,16 0-64 0 0,-16 0 0 0 0,1 0 0 0 0,-1 0 0 0 0,0 0 0 0 0,16 0 0 0 0,-15 0 0 0 0,-1 0 0 0 0,0 0 0 0 0,1 0 0 0 0,-1 0 0 0 0,1 0 0 0 0,-1 0 0 0 0,0 0 0 0 0,1 0 64 0 0,-1 0-64 0 0,1 0 0 0 0,-1 0 0 0 0,-15 0 0 0 0,15 0 0 0 0,1 15 0 0 0,-1-15 0 0 0,1 0 0 0 0,-16 0 0 0 0,15 0 0 0 0,0 0 0 0 0,1 0 0 0 0,-1 15 0 0 0,-15-15 0 0 0,31 0 0 0 0,-31 0 0 0 0,15 0 0 0 0,1 0 0 0 0,-1 0 0 0 0,0 16 0 0 0,16-16 0 0 0,-15 0 64 0 0,-1 0-64 0 0,0 0 0 0 0,1 0 64 0 0,15 0-64 0 0,-16 0 0 0 0,0 15 0 0 0,1-15 0 0 0,15 0 0 0 0,-16 0 0 0 0,0 0 0 0 0,1 0 0 0 0,15 0 0 0 0,-16 0 0 0 0,0 16 0 0 0,1-16 0 0 0,-1 0 0 0 0,1 0 0 0 0,-1 0 0 0 0,0 0 0 0 0,1 0 0 0 0,-1 0 0 0 0,-15 0 64 0 0,16 0-64 0 0,-1 0 0 0 0,0 0 0 0 0,1 0 0 0 0,-16 0 0 0 0,15 0 0 0 0,0 0 0 0 0,1 15 0 0 0,-1-15 64 0 0,-15 0-64 0 0,16 0 0 0 0,-1 0 0 0 0,0 0 0 0 0,1 0 0 0 0,-1 0 0 0 0,1 0 64 0 0,-16 0-64 0 0,15 15 0 0 0,0-15 64 0 0,1 0-64 0 0,-1 0 64 0 0,1 0-64 0 0,-1 0 80 0 0,-15 0-80 0 0,15 0 80 0 0,1 0-80 0 0,-1 0 0 0 0,1 0 0 0 0,-1 0 64 0 0,0 0-64 0 0,1 0 0 0 0,-1 0 0 0 0,1 0 0 0 0,-16 0 0 0 0,30 0 0 0 0,-30 0 0 0 0,16 0 0 0 0,-1 0 0 0 0,1 0 0 0 0,-1 0 64 0 0,0 0-64 0 0,-15 0 0 0 0,16 0 0 0 0,-1 16 0 0 0,0-16 0 0 0,-15 0 0 0 0,16 0 0 0 0,-1 0 0 0 0,-15 0 0 0 0,16 0 0 0 0,-1 0 0 0 0,-15 0 0 0 0,15 0 0 0 0,-15 0 0 0 0,16 0 0 0 0,-16 0 0 0 0,15 0 0 0 0,-15 0 0 0 0,16 0 0 0 0,-16 0 0 0 0,0 0 0 0 0,15 0 0 0 0,-15 0 0 0 0,0 0 0 0 0,15 0 0 0 0,1 0 0 0 0,-16 0 0 0 0,15 0 64 0 0,1 0-64 0 0,-16 0 0 0 0,15 0 64 0 0,-15 0-64 0 0,15 0 0 0 0,1 0 64 0 0,-1 0-64 0 0,-15 0 0 0 0,16 0 64 0 0,-16 0-64 0 0,15 0 0 0 0,-15 0 72 0 0,15 0-72 0 0,-15 0 152 0 0,16 0-8 0 0,-1 0 0 0 0,-15 0 0 0 0,16 0-144 0 0,-1 0 0 0 0,-15 0 64 0 0,15 0-64 0 0,-15 0 0 0 0,16 0 0 0 0,-16 0 0 0 0,15 0 0 0 0,-15 0 0 0 0,0 0 0 0 0,16 0 0 0 0,-16 0 0 0 0,0 0 64 0 0,0 0-64 0 0,0 0 96 0 0,0 0-96 0 0,0 0 64 0 0,0 0-64 0 0,0 0 0 0 0,0 0 0 0 0,0 0 0 0 0,0 0 0 0 0,0 0 0 0 0,0 0 0 0 0,0 0-736 0 0,0 0-208 0 0,0 0-40 0 0,0 0-10248 0 0</inkml:trace>
  <inkml:trace contextRef="#ctx0" brushRef="#br1" timeOffset="7798.16">1556 1170 10176 0 0,'0'0'288'0'0,"0"0"64"0"0,0 0-280 0 0,0 0-72 0 0,0 0 0 0 0,0 0 0 0 0,0 0 824 0 0,0 0 144 0 0,0 0 32 0 0,0 0 8 0 0,0 0-328 0 0,0 0-64 0 0,0 0-9 0 0,0 0-7 0 0,0 0-48 0 0,0 0-8 0 0,0 0 0 0 0,0 0 0 0 0,0 0-80 0 0,0 0-16 0 0,0 0-8 0 0,0 0 0 0 0,0 0-24 0 0,0 0-8 0 0,0 0 0 0 0,0 0 0 0 0,-16 0-64 0 0,16 0-16 0 0,0 0 0 0 0,0 0 0 0 0,-15 16-136 0 0,15-16-32 0 0,0 0-8 0 0,0 0 0 0 0,0 15-88 0 0,0-15-64 0 0,0 0 96 0 0,0 0-96 0 0,0 0 64 0 0,0 15-64 0 0,0-15 0 0 0,0 0 0 0 0,0 0 64 0 0,-15 16-64 0 0,15-16 72 0 0,0 0-72 0 0,0 0 96 0 0,0 0-32 0 0,0 0-64 0 0,0 0 96 0 0,0 0-96 0 0,0 0 72 0 0,0 0-72 0 0,0 0 64 0 0,0 0 0 0 0,0 0-64 0 0,0 0 96 0 0,0 0-32 0 0,15-16-64 0 0,-15 16 0 0 0,0 0 0 0 0,0 0 64 0 0,15 0-64 0 0,-15 0 96 0 0,0 0-96 0 0,0-15 96 0 0,0 0 8 0 0,0 15 8 0 0,0 0 0 0 0,0 0 0 0 0,0-16 32 0 0,0 16 8 0 0,0 0 0 0 0,0-15 0 0 0,-15 15-56 0 0,15 0-16 0 0,0 0 0 0 0,0 0 0 0 0,0-16-80 0 0,0 16 96 0 0,-15 0-96 0 0,15 0 96 0 0,0 0-96 0 0,0 0 0 0 0,-16 0 0 0 0,16 0 0 0 0,0 0 0 0 0,-15 0 0 0 0,15 16 0 0 0,0-16 64 0 0,-16 15 40 0 0,16 1 8 0 0,0-16 0 0 0,0 15 0 0 0,-15 0-48 0 0,15-15-64 0 0,0 16 88 0 0,0-1-88 0 0,0 1 64 0 0,0-16-64 0 0,0 0 0 0 0,0 15 0 0 0,0-15 0 0 0,15 0 0 0 0,-15 0 0 0 0,0 15 0 0 0,0-15 0 0 0,16 0 0 0 0,-16 16 0 0 0,0-16 0 0 0,0 0 0 0 0,0 0 0 0 0,15 15 0 0 0,1-15 0 0 0,-16 0 0 0 0,0 0 0 0 0,15 0 0 0 0,-15 0 0 0 0,0 0 0 0 0,0 0 0 0 0,15-15 0 0 0,1 15 0 0 0,-16 0 0 0 0,0 0 80 0 0,15-16-80 0 0,-15 16 64 0 0,0 0 0 0 0,0 0 0 0 0,16-15 0 0 0,-16 0 0 0 0,0 15 8 0 0,0-16 0 0 0,0 16 0 0 0,0-15 0 0 0,0-1-8 0 0,0 16 0 0 0,-16-15 0 0 0,16 15 0 0 0,0-15-64 0 0,-15 15 80 0 0,15-16-80 0 0,-16 16 80 0 0,16 0-80 0 0,-15-15 0 0 0,15 15 72 0 0,0 0-72 0 0,0 0 0 0 0,0 0 0 0 0,0 0 0 0 0,-15 0 0 0 0,15 0 0 0 0,0 0 0 0 0,-16 0 0 0 0,16 0 0 0 0,0 0 0 0 0,-15 15 0 0 0,15-15 0 0 0,0 16 0 0 0,0-16 64 0 0,-16 15-64 0 0,16 0 80 0 0,0-15-80 0 0,0 0 80 0 0,0 16-80 0 0,0-16 80 0 0,0 0-80 0 0,0 0 0 0 0,0 15 0 0 0,0-15 0 0 0,0 0 0 0 0,16 16 0 0 0,-16-16 0 0 0,0 0 0 0 0,0 0 0 0 0,15 15 0 0 0,-15-15 0 0 0,16 0 0 0 0,-16 0 0 0 0,0 0 0 0 0,15 0 0 0 0,-15 0 0 0 0,0 0 0 0 0,15 0 0 0 0,-15-15 0 0 0,16 15 0 0 0,-16 0 0 0 0,0 0 0 0 0,15-16 0 0 0,-15 1 0 0 0,0 15 0 0 0,0-16 0 0 0,0 16 64 0 0,0 0-64 0 0,0-15 0 0 0,0 15 0 0 0,0-15 0 0 0,0 15 0 0 0,0-16 0 0 0,0 16 64 0 0,-15 0-64 0 0,15 0 0 0 0,0 0 0 0 0,0 0 0 0 0,-16 0 0 0 0,16 0 0 0 0,0 0 0 0 0,0 0-240 0 0,-15 0 8 0 0,15 16 0 0 0,0-16-7592 0 0,0 0-1519 0 0</inkml:trace>
  <inkml:trace contextRef="#ctx0" brushRef="#br1" timeOffset="12261.23">2987 1263 9216 0 0,'0'0'200'0'0,"0"0"48"0"0,0 0 8 0 0,0 0 0 0 0,0 0-256 0 0,0 0 0 0 0,0 0 0 0 0,0 0 0 0 0,0 0 800 0 0,0 0 104 0 0,0 0 24 0 0,0 0 8 0 0,0 0-104 0 0,0 0-16 0 0,0 0-8 0 0,0 0-1 0 0,0 0-183 0 0,0 0-40 0 0,0 0-8 0 0,0 0 0 0 0,0 0-160 0 0,0 0-40 0 0,0 0-8 0 0,0 0 0 0 0,0 0-144 0 0,0 15-24 0 0,0-15-8 0 0,-15 15 0 0 0,15-15-32 0 0,0 0-16 0 0,0 0 0 0 0,0 0 0 0 0,0 0-16 0 0,0 16-8 0 0,0-16 0 0 0,0 0 0 0 0,0 0-48 0 0,0 0-8 0 0,0 0 0 0 0,0 0 0 0 0,0 0 8 0 0,0 0 0 0 0,0 0 0 0 0,0 0 0 0 0,0 0-8 0 0,15 15 0 0 0,-15-15 0 0 0,0 0 0 0 0,0 0 8 0 0,0 0 0 0 0,0 0 0 0 0,0 0 0 0 0,16 0 24 0 0,-16 0 0 0 0,0 0 0 0 0,0 0 0 0 0,15 0 0 0 0,-15 0 8 0 0,0 0 0 0 0,0 0 0 0 0,0 0 8 0 0,0 0 0 0 0,16 0 0 0 0,-16 0 0 0 0,0 0 24 0 0,0 0 8 0 0,0 0 0 0 0,0-15 0 0 0,0 15 8 0 0,0-16 0 0 0,0 16 0 0 0,0 0 0 0 0,0 0-40 0 0,0 0-8 0 0,0-15 0 0 0,0 15 0 0 0,0 0-104 0 0,0 0 88 0 0,0 0-88 0 0,0 0 80 0 0,-16 0-80 0 0,16 0 0 0 0,0 0 0 0 0,0 0 64 0 0,0 0-64 0 0,-15 0 0 0 0,15 0 72 0 0,0 15-72 0 0,0-15 64 0 0,0 0-64 0 0,-16 0 64 0 0,16 0-64 0 0,0 0 0 0 0,0 16 64 0 0,-15-16-64 0 0,15 0 0 0 0,0 0 0 0 0,0 0 0 0 0,0 0 0 0 0,0 0 0 0 0,0 15 0 0 0,0-15 0 0 0,0 0 0 0 0,0 0 0 0 0,0 0 0 0 0,15 0 0 0 0,-15 0 0 0 0,0 0 0 0 0,0 15 0 0 0,0-15 0 0 0,0 0 0 0 0,16 0 0 0 0,-16 0 0 0 0,0 0 0 0 0,0 0 0 0 0,15 0 0 0 0,-15 0 0 0 0,16 0 72 0 0,-16 0-72 0 0,0 0 0 0 0,0 0 64 0 0,0 0-64 0 0,15 0 0 0 0,-15 0 0 0 0,0 0 80 0 0,0 0-80 0 0,15-15 64 0 0,-15 15-64 0 0,0 0 0 0 0,0 0 0 0 0,0 0 64 0 0,0-15-64 0 0,0 15 0 0 0,0 0 0 0 0,0 0 0 0 0,0 0 64 0 0,0-16-64 0 0,0 16 0 0 0,-15 0 0 0 0,15 0 0 0 0,0-15 0 0 0,0 15 0 0 0,0 0 64 0 0,-15 0-64 0 0,15 0 0 0 0,0 0 0 0 0,0 0 0 0 0,0 0 0 0 0,0 0 0 0 0,-16 15 0 0 0,16-15 0 0 0,0 0 0 0 0,-15 0 0 0 0,15 0 0 0 0,0 16 0 0 0,0-16 64 0 0,0 0-64 0 0,0 15 80 0 0,0-15-80 0 0,0 0 80 0 0,0 0-80 0 0,0 0 0 0 0,0 0 0 0 0,0 0 64 0 0,0 0-64 0 0,0 15 0 0 0,0-15 0 0 0,15 0 0 0 0,-15 0 0 0 0,16 0 0 0 0,-16 0 64 0 0,15 0-64 0 0,-15 0 0 0 0,0 0 0 0 0,15 0 0 0 0,-15 0 64 0 0,16-15-64 0 0,-16 15 0 0 0,0 0 0 0 0,0 0 64 0 0,15-15-64 0 0,-15 15 64 0 0,0 0-64 0 0,0 0 64 0 0,-15-16-64 0 0,15 16 0 0 0,0 0 0 0 0,-16 0 0 0 0,16-15 0 0 0,0 15-72 0 0,-15 0 0 0 0,0 0 0 0 0,15 15-592 0 0,-16-15-112 0 0,1 0-24 0 0,15 0-6200 0 0,0 0-1231 0 0</inkml:trace>
  <inkml:trace contextRef="#ctx0" brushRef="#br1" timeOffset="15733.94">3049 447 7104 0 0,'0'0'200'0'0,"0"0"48"0"0,0 0-248 0 0,0 0 0 0 0,0 0 0 0 0,0 0 0 0 0,0 0 648 0 0,0 0 88 0 0,0 0 8 0 0,0 0 8 0 0,0 0-208 0 0,0 0-48 0 0,0 0-8 0 0,0 0 0 0 0,0 0-24 0 0,0 0-8 0 0,0 0 0 0 0,0 0 0 0 0,0 0-8 0 0,0 0 0 0 0,0 0 0 0 0,0 0 0 0 0,0 0-25 0 0,0 0-7 0 0,0 0 0 0 0,0 0 0 0 0,0 0-128 0 0,0 0-24 0 0,0 0-8 0 0,0 0 0 0 0,0 0-120 0 0,0 0-24 0 0,0 0-8 0 0,0 0 0 0 0,0 0 0 0 0,0 0 0 0 0,0 0 0 0 0,0 0 0 0 0,0 0 96 0 0,0 0 24 0 0,0 0 0 0 0,0 0 0 0 0,15-16 64 0 0,-15 16 24 0 0,0 0 0 0 0,0 0 0 0 0,0 0-56 0 0,0 0 0 0 0,0 0-8 0 0,0 0 0 0 0,0 0-96 0 0,0 0-24 0 0,0 0 0 0 0,0 0 0 0 0,-15 0-32 0 0,15 0 0 0 0,0 0-8 0 0,0 0 0 0 0,0 0-16 0 0,0 0 0 0 0,0 0 0 0 0,0 0 0 0 0,0 0 0 0 0,0 0 0 0 0,0 0 0 0 0,0 0 0 0 0,0 0-72 0 0,0 0 64 0 0,0 0-64 0 0,0 0 64 0 0,0 0-64 0 0,0 0 0 0 0,0 0 0 0 0,0 0 64 0 0,0 0-64 0 0,0 0 0 0 0,0 0 0 0 0,0 0 0 0 0,0 0 0 0 0,0 0 64 0 0,0 0-64 0 0,0 0 0 0 0,0 0 64 0 0,0 0-64 0 0,0 0 64 0 0,0 0-64 0 0,0 0 80 0 0,0 0-80 0 0,0 0 96 0 0,0 0-96 0 0,0 0 88 0 0,0 0-88 0 0,0 0 80 0 0,0 0-80 0 0,0 0 128 0 0,0 0-16 0 0,0 0-8 0 0,15-15 0 0 0,-15 15 16 0 0,0 0 0 0 0,0 0 0 0 0,0 0 0 0 0,0 0-24 0 0,0 0-8 0 0,0 0 0 0 0,0 0 0 0 0,0 0-88 0 0,0 0 80 0 0,0 0-80 0 0,0 0 80 0 0,0 0-80 0 0,0 0 0 0 0,0 0 72 0 0,0 0-72 0 0,0 0 0 0 0,0 0 72 0 0,-15 0-72 0 0,15 15 0 0 0,0-15 80 0 0,0 0-80 0 0,0 0 64 0 0,0 0-64 0 0,0 0 0 0 0,0 16 0 0 0,0-16 64 0 0,0 0-64 0 0,0 0 0 0 0,0 0 0 0 0,0 0 0 0 0,0 0 0 0 0,0 0 0 0 0,0 0 0 0 0,0 15 72 0 0,0-15-72 0 0,0 0 0 0 0,0 0 64 0 0,0 0-64 0 0,15 0 0 0 0,-15 0 64 0 0,0 0-64 0 0,0 0 64 0 0,0 0-64 0 0,16 0 0 0 0,-16 0 0 0 0,0-15 0 0 0,0 15 64 0 0,0 0-64 0 0,0 0 96 0 0,0-16-32 0 0,0 16 0 0 0,0 0 16 0 0,0 0 8 0 0,-16-15 0 0 0,16 15 0 0 0,0 0-88 0 0,0 0 64 0 0,0 0-64 0 0,-15 0 64 0 0,15 0-64 0 0,-15 0-88 0 0,15 0 24 0 0,0 0-7328 0 0,-16 15-1455 0 0</inkml:trace>
  <inkml:trace contextRef="#ctx0" brushRef="#br1" timeOffset="17717.62">1463 431 10944 0 0,'0'0'240'0'0,"0"0"48"0"0,0 0 16 0 0,0 0 0 0 0,0 0-240 0 0,0 0-64 0 0,0 0 0 0 0,0 0 0 0 0,0 0 792 0 0,0 0 144 0 0,0 0 32 0 0,0 0 8 0 0,0 0-233 0 0,0 0-39 0 0,0 0-16 0 0,0 0 0 0 0,0 0-136 0 0,0 0-24 0 0,0 0-8 0 0,0 0 0 0 0,0 0-104 0 0,0 0-32 0 0,0 0 0 0 0,0 0 0 0 0,0 0-64 0 0,0 0-8 0 0,0 0-8 0 0,0 0 0 0 0,0 0-80 0 0,0 0-8 0 0,0 0-8 0 0,0 0 0 0 0,0 0-48 0 0,0 0-16 0 0,0 0 0 0 0,0 0 0 0 0,0 0-16 0 0,0 0-8 0 0,0 0 0 0 0,0 0 0 0 0,0 0-40 0 0,0 0-8 0 0,0 0 0 0 0,0 0 0 0 0,0 0 40 0 0,0 0 8 0 0,0 0 0 0 0,0 0 0 0 0,0 0-40 0 0,0 0-8 0 0,0 0 0 0 0,0 0 0 0 0,0 0 16 0 0,-15 0 0 0 0,15 0 0 0 0,0 0 0 0 0,0 0 8 0 0,0 0 8 0 0,0 0 0 0 0,0 0 0 0 0,-15 0-16 0 0,15 0-8 0 0,0 0 0 0 0,0 0 0 0 0,0 0-80 0 0,0 0 80 0 0,0 0-80 0 0,0 0 80 0 0,0 0-80 0 0,0 0 0 0 0,0 0 0 0 0,0 0 0 0 0,0 0 0 0 0,0 0 0 0 0,0 16 0 0 0,0-16 0 0 0,0 0 0 0 0,0 0 0 0 0,0 0 0 0 0,0 0 0 0 0,0 0 0 0 0,0 0 0 0 0,0 0 0 0 0,0 0 0 0 0,0 0 0 0 0,0 0 0 0 0,0 0 0 0 0,0 0 0 0 0,0 0 0 0 0,0 0 0 0 0,0 0 64 0 0,0 0-64 0 0,0 0 0 0 0,0 0 0 0 0,0 0 72 0 0,0 0-72 0 0,0 0 0 0 0,0 0 64 0 0,15 0-64 0 0,-15 0 0 0 0,0 0 0 0 0,0 0 64 0 0,0 0-64 0 0,0 0 0 0 0,0 0 0 0 0,0 0 0 0 0,0 0 0 0 0,0 0 64 0 0,0 0-64 0 0,0-16 0 0 0,0 16 64 0 0,0 0-64 0 0,0 0 0 0 0,0 0 64 0 0,0 0-64 0 0,0 0 0 0 0,0 0 64 0 0,0 0-64 0 0,0 0 64 0 0,0 0-64 0 0,-15 0 64 0 0,15 0-64 0 0,0 0 80 0 0,0 0-80 0 0,0 0 64 0 0,-16 0-64 0 0,16 0 0 0 0,0 0 72 0 0,0 16-72 0 0,0-16 0 0 0,0 0 0 0 0,0 0 64 0 0,0 0-64 0 0,0 0 0 0 0,0 15 0 0 0,0-15 64 0 0,0 0-64 0 0,0 0 0 0 0,0 0 0 0 0,0 15 0 0 0,0-15 0 0 0,0 0 0 0 0,0 0 0 0 0,0 0 0 0 0,0 0 0 0 0,0 0 0 0 0,0 0 0 0 0,0 0 0 0 0,0 0 64 0 0,0 0-64 0 0,0 0 0 0 0,16 0 64 0 0,-16 0-64 0 0,0 0 0 0 0,0 0 72 0 0,0 0-72 0 0,0 0 64 0 0,0 0-64 0 0,0 0 64 0 0,0 0-64 0 0,0 0 80 0 0,0 0-16 0 0,0 0-64 0 0,15-15 96 0 0,-15 15-96 0 0,0 0 0 0 0,0 0 64 0 0,0 0-64 0 0,-15-15 0 0 0,15 15 72 0 0,0 0-72 0 0,0 0 64 0 0,0 0 0 0 0,-16 0 0 0 0,16 0 0 0 0,0 0 0 0 0,0 0 0 0 0,0 0-64 0 0,0 0 96 0 0,0 0-32 0 0,-15 0-64 0 0,15 0 0 0 0,0 0 0 0 0,0 0 0 0 0,0 0 0 0 0,0 15 0 0 0,0-15 0 0 0,-16 0 0 0 0,16 0 0 0 0,0 15 0 0 0,0-15 0 0 0,0 0 0 0 0,0 0 0 0 0,0 0 0 0 0,0 16 0 0 0,0-16 0 0 0,0 0 0 0 0,0 0 0 0 0,0 0 0 0 0,0 0 0 0 0,0 0 0 0 0,16 0 0 0 0,-16 0 0 0 0,0 0 0 0 0,0 15 0 0 0,0-15 0 0 0,15 0 0 0 0,-15 0 0 0 0,0 0 0 0 0,16 0 0 0 0,-16-15 0 0 0,15 15 0 0 0,-15 0 0 0 0,0 0 0 0 0,15-16 0 0 0,-15 16 0 0 0,0 0 0 0 0,0-15 64 0 0,0 15-64 0 0,16 0 0 0 0,-16-15 0 0 0,0 15 0 0 0,0 0 64 0 0,0-16-64 0 0,-16 16 0 0 0,16 0 0 0 0,0-15 0 0 0,0 15 0 0 0,0 0 72 0 0,0 0-72 0 0,0 0 80 0 0,0 0-80 0 0,-15 0 0 0 0,15 0 0 0 0,0 0 0 0 0,0 0 0 0 0,0 0 0 0 0,0 0-64 0 0,0 0 64 0 0,0 0 0 0 0,0 0-64 0 0,0 0 64 0 0,-15 15-96 0 0,15-15 96 0 0,0 0-800 0 0,0 0-96 0 0,0 0-32 0 0,15 16 0 0 0</inkml:trace>
  <inkml:trace contextRef="#ctx0" brushRef="#br0" timeOffset="28798.6">3403 801 7696 0 0,'0'0'216'0'0,"0"0"56"0"0,0 0-272 0 0,0 0 0 0 0,0 0 0 0 0,0 0 0 0 0,0 0 936 0 0,0 0 136 0 0,0 0 24 0 0,0 0 8 0 0,0 0-192 0 0,0 0-40 0 0,0 0-8 0 0,0 0 0 0 0,0 0-129 0 0,0 0-23 0 0,0 0-8 0 0,0 0 0 0 0,0 0-216 0 0,0 0-40 0 0,0 0-16 0 0,0 0 0 0 0,0 0-80 0 0,0 0-24 0 0,0 0 0 0 0,0 0 0 0 0,0 0-88 0 0,0 0-16 0 0,0 0-8 0 0,0 0 0 0 0,0 0-40 0 0,0 0-8 0 0,0 0 0 0 0,0 0 0 0 0,0 0-48 0 0,0 0-16 0 0,0 0 0 0 0,0 0 0 0 0,15-16-32 0 0,-15 16-8 0 0,16 0 0 0 0,-16 0 0 0 0,0 0-64 0 0,15-15 0 0 0,-15 15 72 0 0,0 0-72 0 0,0-15 64 0 0,0 15-64 0 0,0 0 80 0 0,16 0-80 0 0,-16 0 0 0 0,0 0 0 0 0,0 0 0 0 0,15-16 0 0 0,-15 16 0 0 0,0 0 0 0 0,0 0 64 0 0,0 0-64 0 0,0 0 64 0 0,0-15 0 0 0,0 15-64 0 0,0 0 96 0 0,0 0-96 0 0,0 0 0 0 0,0 0 0 0 0,15 0 0 0 0,-15 0 0 0 0,0 0 0 0 0,0 0 0 0 0,0 0 0 0 0,0 0 0 0 0,0 0 0 0 0,0 0 0 0 0,0 0 0 0 0,0 0 64 0 0,0 0 0 0 0,0 0-64 0 0,0 0 96 0 0,0 0-32 0 0,0 0-64 0 0,0 0 88 0 0,0 0-88 0 0,0 0 80 0 0,0 0-80 0 0,0 0 64 0 0,0 0-64 0 0,0 0 0 0 0,0 0 64 0 0,0 0-64 0 0,0 0 0 0 0,0 0 0 0 0,0 0 0 0 0,0 0 0 0 0,0 15 0 0 0,16-15 0 0 0,-16 0 0 0 0,0 0 0 0 0,0 16 0 0 0,0-1 0 0 0,0-15 0 0 0,15 0 0 0 0,-15 0 0 0 0,0 15 0 0 0,0-15 0 0 0,0 16 0 0 0,0-16 0 0 0,0 0 0 0 0,0 0 0 0 0,0 15 0 0 0,0-15 0 0 0,0 0 0 0 0,0 0 0 0 0,0 0 0 0 0,0 15 0 0 0,0-15 0 0 0,0 16 0 0 0,0-16 0 0 0,0 0 0 0 0,0 0 0 0 0,0 0 0 0 0,0 15 0 0 0,0-15 0 0 0,0 0 0 0 0,0 0 0 0 0,0 0 0 0 0,-15 16 0 0 0,15-16 0 0 0,0 0 0 0 0,0 0 0 0 0,0 0 0 0 0,0 0 0 0 0,0 0 0 0 0,0 15 0 0 0,0-15 0 0 0,0 0 0 0 0,-16 0 0 0 0,16 0 0 0 0,0 0 0 0 0,0 0 0 0 0,0 0 64 0 0,0 0-64 0 0,0 0 0 0 0,0 0 80 0 0,-15 15-80 0 0,15-15 96 0 0,0 0-96 0 0,0 0 112 0 0,0 0-32 0 0,0 0-8 0 0,0 0 0 0 0,0 0-72 0 0,0 0 96 0 0,0 0-96 0 0,0 0 96 0 0,0 0-96 0 0,0 0 96 0 0,0 0-96 0 0,0 0 96 0 0,0 0-96 0 0,0 0 0 0 0,0 0 72 0 0,15 0-72 0 0,-15 0 0 0 0,16 0 0 0 0,-1 0 0 0 0,-15 0 0 0 0,16 0 0 0 0,-1 0 0 0 0,-15 0-64 0 0,15 0 64 0 0,1 0-808 0 0,-1 0-120 0 0,-15 0-32 0 0</inkml:trace>
  <inkml:trace contextRef="#ctx0" brushRef="#br0" timeOffset="30374.52">2095 31 10680 0 0,'0'0'232'0'0,"0"0"56"0"0,0 0 0 0 0,0 0 16 0 0,0 0-240 0 0,0 0-64 0 0,0 0 0 0 0,0 0 0 0 0,0 0 664 0 0,0 0 120 0 0,0 0 24 0 0,0 0 8 0 0,0 0-136 0 0,0 0-24 0 0,0 0-9 0 0,0 0 1 0 0,0 0-112 0 0,0 0-24 0 0,0 0-8 0 0,0 0 0 0 0,0 0-88 0 0,0 0-24 0 0,0 0 0 0 0,0 0 0 0 0,0 0-88 0 0,0 0-16 0 0,0 0-8 0 0,15 0 0 0 0,-15 0-72 0 0,0 0-16 0 0,0 0 0 0 0,0 0 0 0 0,0 0-128 0 0,0-15-64 0 0,0 15 0 0 0,15-16 64 0 0,-15 16 0 0 0,0 0 0 0 0,16 0 0 0 0,-16 0 0 0 0,0 0 0 0 0,0 0 0 0 0,0 0 0 0 0,0 0 0 0 0,0 0 0 0 0,0 0-64 0 0,15 0 96 0 0,-15 0-32 0 0,0 0-64 0 0,0 0 80 0 0,0 0-80 0 0,0 0 80 0 0,0 0-8 0 0,15 0 0 0 0,-15 0 0 0 0,16 0 0 0 0,-16 0-72 0 0,0 0 0 0 0,0 0 0 0 0,0 0 64 0 0,15 0-64 0 0,-15 0 0 0 0,0 0 0 0 0,0 0 0 0 0,0 0 0 0 0,0 0 0 0 0,0 0 0 0 0,16 0 0 0 0,-16 0 0 0 0,0 0 0 0 0,15 16 0 0 0,-15-16-88 0 0,0 0 88 0 0,0 0 0 0 0,0 0 64 0 0,0 0-64 0 0,0 0 0 0 0,0 0 64 0 0,0 0-64 0 0,0 0 0 0 0,0 15 64 0 0,0-15-64 0 0,0 0 64 0 0,0 0-64 0 0,0 0 0 0 0,0 0 0 0 0,15 0 0 0 0,-15 0-64 0 0,0 0 64 0 0,0 0 0 0 0,0 0 64 0 0,0 0-64 0 0,0 0 0 0 0,0 15 0 0 0,0-15 0 0 0,0 0 0 0 0,0 0 0 0 0,0 0 0 0 0,0 0 0 0 0,0 16 0 0 0,0-16 0 0 0,0 0 64 0 0,-15 0-64 0 0,15 0 0 0 0,0 0 72 0 0,0 0-72 0 0,0 15 96 0 0,0-15-96 0 0,-15 0 64 0 0,15 16-64 0 0,0-16 0 0 0,0 0 0 0 0,0 0 0 0 0,0 0 0 0 0,-16 15 0 0 0,16-15 0 0 0,0 0 0 0 0,0 0 0 0 0,-15 0 0 0 0,15 0 0 0 0,0 15 0 0 0,0-15 0 0 0,0 0 0 0 0,-16 0 0 0 0,16 0 0 0 0,0 16 0 0 0,0-16 0 0 0,0 0 0 0 0,0 0 0 0 0,0 0 0 0 0,-15 15 0 0 0,15-15 0 0 0,0 0 0 0 0,0 0 0 0 0,0 0 0 0 0,0 16 0 0 0,0-16 0 0 0,0 0 0 0 0,-15 0 0 0 0,15 0 0 0 0,0 0 0 0 0,0 0 0 0 0,0 0 0 0 0,0 0 0 0 0,0 0 0 0 0,0 0 0 0 0,0 0 0 0 0,0 0 0 0 0,0 0 0 0 0,0 0 0 0 0,0 0 0 0 0,0 0 0 0 0,0 0 0 0 0,0 0 0 0 0,0 0 0 0 0,0 0 0 0 0,0 0 72 0 0,0 0-72 0 0,0 0 0 0 0,0 0 72 0 0,0 0-72 0 0,0 0 80 0 0,0 0-80 0 0,0 0 80 0 0,0 0-80 0 0,15 15 0 0 0,-15-15 0 0 0,15 0 0 0 0,-15 0 0 0 0,16 0 0 0 0,-16 0 0 0 0,15 0 0 0 0,1 0 0 0 0,-16 0 0 0 0,15 0 0 0 0,0 0 0 0 0,1 0-320 0 0,-16 0 0 0 0,15 0 0 0 0,1 0-9439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01.320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293 0 12408 0 0,'0'0'272'0'0,"0"0"56"0"0,0 0 16 0 0,0 0 8 0 0,0 0-288 0 0,0 0-64 0 0,0 0 0 0 0,0 0 0 0 0,0 0 984 0 0,0 0 176 0 0,0 0 39 0 0,0 0 9 0 0,0 0-320 0 0,0 0-64 0 0,0 0-16 0 0,0 0 0 0 0,0 0-160 0 0,0 15-32 0 0,0-15-8 0 0,0 0 0 0 0,-15 0-168 0 0,15 16-40 0 0,0-16-8 0 0,-16 0 0 0 0,1 0-200 0 0,15 0-32 0 0,-16 0-16 0 0,1 15 0 0 0,15-15-80 0 0,-15 0-64 0 0,-1 0 72 0 0,16 0-72 0 0,-15 0 64 0 0,-1 0-64 0 0,1 0 0 0 0,15 0 0 0 0,-15 0 0 0 0,-1 0 0 0 0,1 0 0 0 0,15 0 0 0 0,-16 0 64 0 0,1 0-64 0 0,15 0 0 0 0,-15 0 72 0 0,15 0-72 0 0,0 0 64 0 0,-16 0-64 0 0,16 0 64 0 0,0 0-64 0 0,0 0 80 0 0,0 16-80 0 0,0-16 80 0 0,0 0-16 0 0,-15 0-64 0 0,15 0 96 0 0,0 0-32 0 0,0 0-64 0 0,0 15 80 0 0,-16 0-80 0 0,16-15 80 0 0,0 0-80 0 0,0 16 0 0 0,0-1 0 0 0,0-15 64 0 0,0 16-64 0 0,0-1 0 0 0,0 0 0 0 0,0 1 64 0 0,0-1-64 0 0,0 1 0 0 0,0-1 0 0 0,0 0 64 0 0,16 1-64 0 0,-16-1 0 0 0,0 1 0 0 0,0-1-88 0 0,15 16 88 0 0,-15-16 0 0 0,0 16 0 0 0,0 0 0 0 0,0 0 0 0 0,16-1 0 0 0,-16 1 0 0 0,0 0 0 0 0,0 0 0 0 0,15-1 0 0 0,-15 1 0 0 0,0 0 0 0 0,0 0 0 0 0,0-16 0 0 0,0 16 0 0 0,0 0 0 0 0,15 0 0 0 0,-15-1 0 0 0,0-14 0 0 0,0 15 0 0 0,0-1 0 0 0,-15-14 0 0 0,15 15 0 0 0,0-1 0 0 0,0 1 0 0 0,0 0 0 0 0,0 15 0 0 0,0-15 64 0 0,0 15-64 0 0,0-15 0 0 0,0 0 0 0 0,0-1 0 0 0,0 17 0 0 0,0-17 0 0 0,0 1 0 0 0,0 0 0 0 0,0-16 0 0 0,0 1 0 0 0,0 15 0 0 0,0-1 0 0 0,0-14 0 0 0,0-1 0 0 0,0 0 0 0 0,0 1 0 0 0,0 15 0 0 0,0-16 0 0 0,0 0 0 0 0,0 1 0 0 0,0-1 0 0 0,0 1 0 0 0,0-1 0 0 0,0 0 0 0 0,0 1 0 0 0,0-1 0 0 0,0 1 0 0 0,0-1 0 0 0,0-15 0 0 0,0 15 0 0 0,0-15 0 0 0,0 16 64 0 0,0-16-64 0 0,0 0 0 0 0,0 0 0 0 0,0 0 64 0 0,0 0-64 0 0,0 0 96 0 0,0 0-32 0 0,0 0 0 0 0,0 0 24 0 0,0 0 8 0 0,0 0 0 0 0,0 0 0 0 0,0 15-96 0 0,0-15 0 0 0,15 0 0 0 0,1 0 64 0 0,-1 16-64 0 0,1-16 0 0 0,-16 0 0 0 0,15 0 0 0 0,0 0 0 0 0,16 0 0 0 0,-15 0 0 0 0,-1 0 0 0 0,0 0-128 0 0,1 0 16 0 0,-1 0 0 0 0,1 0 0 0 0,-1 0-688 0 0,0 0-128 0 0,1 0-32 0 0,-1-16-9223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02.232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31 108 13888 0 0,'0'0'392'0'0,"0"0"88"0"0,0 0-384 0 0,0 0-96 0 0,-15 15 0 0 0,15 1 0 0 0,0-16 896 0 0,0 0 167 0 0,0 0 33 0 0,0 0 8 0 0,0 15-432 0 0,0-15-96 0 0,-16 15-8 0 0,16-15-8 0 0,0 0-80 0 0,0 0-24 0 0,0 0 0 0 0,0 0 0 0 0,0 0-32 0 0,0 0-8 0 0,0 0 0 0 0,0 0 0 0 0,0 0-40 0 0,0 0-16 0 0,0 0 0 0 0,0 0 0 0 0,0 0-72 0 0,0 0-8 0 0,0 0-8 0 0,0 0 0 0 0,0 0-56 0 0,0 0-16 0 0,0 0 0 0 0,0 0 0 0 0,0 0-64 0 0,0 0-8 0 0,0 0-8 0 0,0 0 0 0 0,0 0-40 0 0,16 0-8 0 0,-16-15 0 0 0,0 15 0 0 0,15-15-72 0 0,-15 15 0 0 0,0-16 72 0 0,15 1-72 0 0,-15 15 64 0 0,16-16-64 0 0,-16 16 64 0 0,15-15-64 0 0,-15 15 0 0 0,16 0 72 0 0,-16-15-72 0 0,15 15 0 0 0,-15-16 64 0 0,15 16-64 0 0,1-15 0 0 0,-16 15 0 0 0,15 0 64 0 0,-15-16-64 0 0,16 16 0 0 0,-1 0 0 0 0,-15 0 0 0 0,0 0 0 0 0,15-15 0 0 0,1 15 0 0 0,-16 0 0 0 0,0 0 0 0 0,0 0 0 0 0,15 15 0 0 0,-15-15 0 0 0,16 0 0 0 0,-16 0 0 0 0,15 0 0 0 0,-15 16 0 0 0,15-16 0 0 0,-15 0 0 0 0,0 0 0 0 0,16 15 0 0 0,-16-15 0 0 0,0 16 0 0 0,15-1 0 0 0,-15-15 0 0 0,0 15 0 0 0,0-15 0 0 0,0 16 0 0 0,0-16 0 0 0,0 15 0 0 0,-15 1 0 0 0,15-16 0 0 0,0 15 0 0 0,0-15 0 0 0,-16 15 0 0 0,16-15-72 0 0,-15 16 72 0 0,15-1 0 0 0,0 1 0 0 0,-15-16-64 0 0,15 15 64 0 0,-16-15 0 0 0,16 15 0 0 0,-15-15 0 0 0,-1 16 0 0 0,16-16 0 0 0,-15 15 0 0 0,15-15 0 0 0,-15 16 0 0 0,-1-16 0 0 0,16 15 0 0 0,-15-15 0 0 0,15 15 0 0 0,-16-15 0 0 0,16 0 0 0 0,0 0 0 0 0,-15 16 0 0 0,15-16 0 0 0,0 0 0 0 0,0 0 0 0 0,0 0 0 0 0,0 0 0 0 0,-15 0 0 0 0,15 0 0 0 0,0 0 0 0 0,0 0 0 0 0,0 0 0 0 0,0 0 0 0 0,0 0 0 0 0,0 0 0 0 0,0 0 0 0 0,0 0 0 0 0,0 0 0 0 0,0 0 0 0 0,0 0 0 0 0,15 15 64 0 0,-15-15-64 0 0,15 16 0 0 0,1-16 0 0 0,-16 0 0 0 0,31 0 0 0 0,-31 0 0 0 0,30 0 0 0 0,-14 0-64 0 0,-1 0 64 0 0,1 0-96 0 0,-1 0 96 0 0,0 0-96 0 0,1 0-224 0 0,-1 0-40 0 0,1 0-16 0 0,-1 0 0 0 0,0 0-1064 0 0,1 0-208 0 0,-1 15-48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03.003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231 47 16439 0 0,'0'0'360'0'0,"0"0"80"0"0,0 0 8 0 0,0 0 16 0 0,0 0-368 0 0,0 0-96 0 0,0 0 0 0 0,0 0 0 0 0,-15 0 616 0 0,15 0 112 0 0,0 0 16 0 0,0 0 8 0 0,0 0-136 0 0,-16-16-24 0 0,16 16-8 0 0,0 0 0 0 0,0 0-72 0 0,0 0-8 0 0,-15-15-8 0 0,15 15 0 0 0,0 0-120 0 0,-15 0-24 0 0,15 0-8 0 0,0 0 0 0 0,-16-16-136 0 0,16 16-24 0 0,0 0-8 0 0,-15 16 0 0 0,15-16-56 0 0,-16 0-16 0 0,1 0 0 0 0,15 0 0 0 0,-15 15-40 0 0,15-15 0 0 0,-16 0-64 0 0,16 16 96 0 0,0-16-96 0 0,-15 15 0 0 0,15 0 0 0 0,-16-15 0 0 0,16 16 0 0 0,-15-16 0 0 0,15 15 64 0 0,0 1-64 0 0,-15-1 0 0 0,15-15 0 0 0,0 15 0 0 0,0 1 0 0 0,-16-1 0 0 0,16 1 0 0 0,0-1 0 0 0,0 0 0 0 0,0 1 0 0 0,0-1-64 0 0,16-15 64 0 0,-16 16 0 0 0,0-1 0 0 0,0 0 0 0 0,0 1-64 0 0,15-16 64 0 0,-15 15 0 0 0,15 1 0 0 0,-15-16 0 0 0,0 15 0 0 0,16-15 0 0 0,-1 15-64 0 0,-15-15 64 0 0,16 16 0 0 0,-1-16 0 0 0,-15 0 0 0 0,15 15-64 0 0,1-15 64 0 0,-1 0 0 0 0,1 0 0 0 0,-16 0 0 0 0,15 0 0 0 0,0 0 0 0 0,-15 0 0 0 0,16 0 0 0 0,-1 0 0 0 0,-15-15 0 0 0,16 15 0 0 0,-1 0 0 0 0,-15-16 0 0 0,15 16 0 0 0,-15-15 0 0 0,16 0 0 0 0,-16 15 0 0 0,15-16 64 0 0,-15 16 0 0 0,0-15-64 0 0,0-1 96 0 0,16 1-8 0 0,-16 15-8 0 0,0-15 0 0 0,0 15 0 0 0,-16-16 16 0 0,16 1 0 0 0,0 15 0 0 0,-15-16 0 0 0,15 1 16 0 0,-16 0 8 0 0,16-1 0 0 0,-15 1 0 0 0,15-1-120 0 0,-15 1 64 0 0,-1 15-64 0 0,16-15 0 0 0,0-1 0 0 0,-15 1 64 0 0,-1 15-64 0 0,16-16 0 0 0,-15 1 0 0 0,15 15 0 0 0,-15-15 0 0 0,15 15 0 0 0,0 0-80 0 0,-16-16-16 0 0,1 16 0 0 0,15 0 0 0 0,0 0-192 0 0,-16 0-32 0 0,16 0-16 0 0,-15 0 0 0 0,15 0-824 0 0,-15 0-168 0 0,15 0-32 0 0,0 0-8431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04.404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124 0 12480 0 0,'0'0'352'0'0,"0"0"80"0"0,0 0-344 0 0,0 0-88 0 0,0 0 0 0 0,0 0 0 0 0,0 0 1064 0 0,0 0 200 0 0,0 0 39 0 0,0 0 9 0 0,0 0-520 0 0,0 0-104 0 0,0 0-16 0 0,-15 0-8 0 0,15 0-80 0 0,0 0-8 0 0,0 0-8 0 0,0 0 0 0 0,-16 0-88 0 0,16 0-24 0 0,0 0 0 0 0,0 0 0 0 0,-15 0-144 0 0,15 15-32 0 0,0-15-8 0 0,-16 0 0 0 0,16 0-112 0 0,0 0-32 0 0,-15 16 0 0 0,15-16 0 0 0,0 0-32 0 0,-15 15-16 0 0,15-15 0 0 0,-16 16 0 0 0,16-16-80 0 0,0 15 64 0 0,-15-15-64 0 0,15 15 64 0 0,0 1-64 0 0,0-16 0 0 0,0 15 0 0 0,0 1 64 0 0,0-16-64 0 0,0 15 0 0 0,0 0 0 0 0,0-15 0 0 0,15 31 0 0 0,-15-31 0 0 0,0 16 0 0 0,16-1 0 0 0,-16 0 0 0 0,15 1 0 0 0,-15-16-72 0 0,15 15 72 0 0,1 1 0 0 0,-16-1 0 0 0,15-15-64 0 0,1 15 64 0 0,-16-15 0 0 0,15 16 0 0 0,0-16 0 0 0,1 0 0 0 0,-16 0 0 0 0,15 0 0 0 0,1 0 0 0 0,-1-16 0 0 0,0 16 0 0 0,1-15 0 0 0,-16 15 0 0 0,15-15 0 0 0,1-1 64 0 0,-16 1-64 0 0,15 15 88 0 0,0-16-88 0 0,-15 1 96 0 0,0 0-32 0 0,0-1 0 0 0,0 16-64 0 0,0-15 112 0 0,0-1-32 0 0,0 1-8 0 0,-15 0 0 0 0,0 15 48 0 0,15-16 8 0 0,-16 1 0 0 0,1-1 0 0 0,15 1-32 0 0,-16 0 0 0 0,1 15 0 0 0,0-16 0 0 0,15 1-96 0 0,-16 15 0 0 0,16-16 64 0 0,-15 16-64 0 0,-1 0 0 0 0,16-15 0 0 0,-15 15-96 0 0,15 0 96 0 0,0 0-312 0 0,0 0-8 0 0,0 0 0 0 0,-15 15 0 0 0,15-15-912 0 0,0 16-184 0 0,-16-16-40 0 0,16 15-8103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05.254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123 108 16815 0 0,'0'0'368'0'0,"0"0"80"0"0,0 0 8 0 0,0 0 24 0 0,0 0-384 0 0,0 0-96 0 0,0 0 0 0 0,0 0 0 0 0,0 0 704 0 0,0 0 128 0 0,16-15 32 0 0,-16 15 0 0 0,0-15-240 0 0,0 15-48 0 0,15 0 0 0 0,-15-16-8 0 0,0 16-176 0 0,0-15-32 0 0,15 15-8 0 0,-15-16 0 0 0,16 16-152 0 0,-16-15-32 0 0,0 15-8 0 0,15 0 0 0 0,-15 0-56 0 0,16 0-8 0 0,-16-15-8 0 0,15 15 0 0 0,-15 0-88 0 0,0 0 80 0 0,15 0-80 0 0,1 0 80 0 0,-16 0-80 0 0,0 15 0 0 0,15-15 72 0 0,-15 0-72 0 0,16 15 0 0 0,-16-15 64 0 0,15 16-64 0 0,-15-1 0 0 0,0-15 0 0 0,0 16 64 0 0,0-16-64 0 0,0 15 0 0 0,0 0 0 0 0,0 1 0 0 0,0-1 0 0 0,-15-15 0 0 0,15 16 0 0 0,-16-1 0 0 0,16 0-72 0 0,0-15 72 0 0,-15 16 0 0 0,15-1-72 0 0,-16-15 72 0 0,16 16 0 0 0,0-16 0 0 0,0 0 0 0 0,-15 0 0 0 0,15 0 0 0 0,-15 15 0 0 0,15-15 0 0 0,0 0 0 0 0,0-15 0 0 0,0 15 0 0 0,0 0 0 0 0,0 0 0 0 0,0 0 0 0 0,-16 0 0 0 0,16 0 0 0 0,0-16 0 0 0,0 16 0 0 0,0 0 0 0 0,16-15 0 0 0,-16 15 0 0 0,0-16 0 0 0,15 16 0 0 0,-15 0 0 0 0,0 0-96 0 0,15 0 96 0 0,-15-15-64 0 0,16 15 64 0 0,-1 0 0 0 0,-15 15 0 0 0,0-15 0 0 0,16 0 0 0 0,-1 0 0 0 0,-15 0 0 0 0,0 16-64 0 0,0-16 64 0 0,15 15 0 0 0,-15 1 0 0 0,0-16-64 0 0,16 15 64 0 0,-16 0 0 0 0,0 1 0 0 0,0-16 0 0 0,0 15 0 0 0,-16 1 0 0 0,16-1 0 0 0,0 0 0 0 0,-15 1 0 0 0,15-1 0 0 0,-15 1 0 0 0,15-16 96 0 0,-16 15 0 0 0,16 0 0 0 0,-15-15 0 0 0,-1 16 64 0 0,16-16 0 0 0,-15 15 8 0 0,0-15 0 0 0,-1 15 8 0 0,16-15 0 0 0,-15 0 0 0 0,-1 16 0 0 0,1-16-72 0 0,0 0-8 0 0,-1-16-8 0 0,16 16 0 0 0,-15 0-8 0 0,-1-15 0 0 0,1 15 0 0 0,0 0 0 0 0,-1-15-80 0 0,16 15 0 0 0,-15-16 0 0 0,-1 16 64 0 0,16-15-160 0 0,-15 15-32 0 0,15 0 0 0 0,0 0-8 0 0,0 0-664 0 0,0 0-136 0 0,0-15-24 0 0,0 15-6112 0 0,0 0-1223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06.201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31 17135 0 0,'0'0'376'0'0,"0"0"72"0"0,0 0 24 0 0,15 0 8 0 0,-15 0-384 0 0,16 0-96 0 0,-1 0 0 0 0,-15 0 0 0 0,15 0 360 0 0,1 0 56 0 0,-1 0 0 0 0,-15 0 8 0 0,16 0-136 0 0,-1 0-24 0 0,0 0-8 0 0,1 0 0 0 0,-1 0-40 0 0,1 0-16 0 0,-16-15 0 0 0,15 15 0 0 0,0 0-80 0 0,1 0-24 0 0,-16-16 0 0 0,15 16 0 0 0,-15 0-32 0 0,0 0 0 0 0,0 0-64 0 0,15 0 96 0 0,-15 0 0 0 0,0 0-8 0 0,0 0 0 0 0,0 0 0 0 0,0 0 8 0 0,0 0 0 0 0,0 0 0 0 0,0 0 0 0 0,0 0 24 0 0,0 0 8 0 0,0 0 0 0 0,0 0 0 0 0,16 0-48 0 0,-16 16-8 0 0,0-16 0 0 0,0 0 0 0 0,0 0-8 0 0,0 15-64 0 0,15 0 96 0 0,-15 1-32 0 0,0-16-64 0 0,0 15 64 0 0,0 1-64 0 0,0-1 64 0 0,16-15-64 0 0,-16 15 64 0 0,0 1-64 0 0,0-1 64 0 0,0 1-64 0 0,0-1 64 0 0,0 0-64 0 0,0 1 64 0 0,0-1-64 0 0,0 1 80 0 0,0 14-80 0 0,0-14 80 0 0,0-1-80 0 0,0 16 64 0 0,0-16-64 0 0,0 16 64 0 0,0-15-64 0 0,15 14 0 0 0,-15 1 0 0 0,0 0 0 0 0,0 0 0 0 0,0-16 0 0 0,0 16 0 0 0,0 0 64 0 0,0-16-64 0 0,0 16 0 0 0,0-16 0 0 0,0 16 0 0 0,0-16 0 0 0,0 16 64 0 0,0-15-64 0 0,0 14 64 0 0,0-14-64 0 0,0-1 64 0 0,0 16-64 0 0,0-16 64 0 0,0 1-64 0 0,0-1 80 0 0,0 1-80 0 0,15 14 80 0 0,-15-14-80 0 0,0-1 0 0 0,0 16 0 0 0,0-16 0 0 0,0 16 0 0 0,0-16 64 0 0,0 1-64 0 0,0 15 0 0 0,0-16 0 0 0,0 16 0 0 0,0-16 64 0 0,0 1-64 0 0,0-1 0 0 0,16 16 0 0 0,-16-16 0 0 0,0 1 0 0 0,0-1 0 0 0,0 0 64 0 0,0 1-64 0 0,0-1 0 0 0,0 1 0 0 0,0-1 0 0 0,0-15 64 0 0,0 15-64 0 0,0 1 0 0 0,0-1 0 0 0,0 1 0 0 0,-16-1 0 0 0,16-15 0 0 0,0 15 64 0 0,0-15-64 0 0,0 16 0 0 0,0-1 0 0 0,0-15 0 0 0,0 0 0 0 0,0 0 0 0 0,0 15 0 0 0,0 1 0 0 0,0-16 64 0 0,0 0-64 0 0,0 0 0 0 0,-15 15 64 0 0,15-15-64 0 0,0 0 64 0 0,0 0 56 0 0,0 16 8 0 0,0-16 0 0 0,0 15 0 0 0,0-15-16 0 0,0 0 0 0 0,0 0 0 0 0,0 15 0 0 0,0-15-32 0 0,-15 0-8 0 0,15 0 0 0 0,0 0 0 0 0,0 16 48 0 0,0-16 8 0 0,-16 0 0 0 0,1 0 0 0 0,15 0-16 0 0,0 15 0 0 0,-16-15 0 0 0,16 0 0 0 0,-15 0-32 0 0,0 0-8 0 0,-1 0 0 0 0,16 0 0 0 0,-15 0-72 0 0,0 0 0 0 0,-1 0 72 0 0,1 0-72 0 0,-1-15-88 0 0,1 15-48 0 0,0 0-16 0 0,-1 0 0 0 0,-15 0-1104 0 0,16-16-224 0 0,-16 16-48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07.272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447 0 18287 0 0,'0'0'400'0'0,"0"0"80"0"0,0 0 24 0 0,0 0 8 0 0,-16 0-408 0 0,16 0-104 0 0,-15 15 0 0 0,15-15 0 0 0,-16 0 472 0 0,16 0 72 0 0,-15 0 8 0 0,15 0 8 0 0,-15 0-152 0 0,-1 0-32 0 0,16 0-8 0 0,-15 0 0 0 0,-1-15-16 0 0,1 15 0 0 0,15 0 0 0 0,-15 0 0 0 0,-1 0-208 0 0,1 0-48 0 0,-1 0 0 0 0,1 0-8 0 0,0 0-88 0 0,-1 0 0 0 0,1 0 0 0 0,-1 0 64 0 0,1 0-64 0 0,0 15 0 0 0,-1-15 0 0 0,16 0 0 0 0,-15 0 0 0 0,-1 0 0 0 0,16 0 0 0 0,-15 0 0 0 0,15 16 64 0 0,-15-16-64 0 0,15 0 96 0 0,-16 0-32 0 0,16 0 48 0 0,-15 0 8 0 0,15 0 0 0 0,0 15 0 0 0,0-15 8 0 0,-15 0 0 0 0,15 0 0 0 0,0 0 0 0 0,-16 16-64 0 0,16-16-64 0 0,0 15 88 0 0,0-15-88 0 0,0 0 72 0 0,0 15-72 0 0,0 1 0 0 0,0-1 72 0 0,0 1-72 0 0,0-16 0 0 0,0 15 0 0 0,0 0 0 0 0,0 1 0 0 0,0-1 0 0 0,0 1 0 0 0,0-1 0 0 0,0 0 0 0 0,0 16 0 0 0,0-15 0 0 0,0-1 0 0 0,0 0 0 0 0,0 1 0 0 0,0-1 0 0 0,0 16 0 0 0,0-16 0 0 0,0 1 0 0 0,0 15 0 0 0,0-16 0 0 0,0 16 0 0 0,16-1 0 0 0,-16-14 0 0 0,0 15 0 0 0,0-16 0 0 0,0 16 0 0 0,0-16 0 0 0,0 1 0 0 0,0 14 0 0 0,0-14 0 0 0,0-1 0 0 0,0 1 0 0 0,0-1 0 0 0,0 0 0 0 0,15 1 0 0 0,-15-1 0 0 0,0 1 0 0 0,0-1 0 0 0,0 0 0 0 0,0 1 0 0 0,0-1 0 0 0,0 1 0 0 0,0-1 0 0 0,0-15 0 0 0,0 15 0 0 0,0 1 0 0 0,0-1 0 0 0,0 1 0 0 0,0-1 0 0 0,0-15 0 0 0,0 15 0 0 0,0 1 0 0 0,0-1 0 0 0,0 0 0 0 0,0 1 64 0 0,0 15-64 0 0,0-16 0 0 0,0 0 0 0 0,0 1 0 0 0,0 15 0 0 0,0-16 0 0 0,0 0 0 0 0,0 1 0 0 0,0 15 0 0 0,0-16 0 0 0,0 0 0 0 0,0 1 0 0 0,0-1 0 0 0,0 1 0 0 0,0-1 0 0 0,15 0 0 0 0,-15 1 0 0 0,0-1 0 0 0,0 16 0 0 0,0-16 0 0 0,0 1 0 0 0,0-1 0 0 0,0-15 0 0 0,0 16 0 0 0,0-1 0 0 0,0 0 0 0 0,0 1 0 0 0,0-1 0 0 0,0-15 0 0 0,0 15 0 0 0,0 1 0 0 0,0-16 0 0 0,0 15 0 0 0,0 1 0 0 0,0-16 0 0 0,0 15 0 0 0,0-15 0 0 0,0 15 0 0 0,0 1 0 0 0,0-16 0 0 0,0 15 0 0 0,0 1 0 0 0,0-16 0 0 0,0 0 0 0 0,0 15 0 0 0,0-15 0 0 0,0 0 0 0 0,0 15 0 0 0,0-15 0 0 0,0 0 0 0 0,0 0 64 0 0,0 0-64 0 0,0 0 64 0 0,0 0-64 0 0,0 0 80 0 0,0 0-80 0 0,0 0 80 0 0,0 0 0 0 0,0 0 0 0 0,0 0 0 0 0,16 0 0 0 0,-16 0-80 0 0,15-15 0 0 0,-15 15 0 0 0,15 0 0 0 0,-15 0 0 0 0,16 0 0 0 0,-1-15 0 0 0,1 15 0 0 0,-1 0-128 0 0,0 0-8 0 0,1 0-8 0 0,15 0 0 0 0,-1 0-856 0 0,-14-16-176 0 0,15 16-32 0 0,-1 0-8543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08.590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108 1 17679 0 0,'0'0'384'0'0,"0"0"88"0"0,0 0 8 0 0,0 0 24 0 0,0 0-408 0 0,0 0-96 0 0,0 0 0 0 0,0 0 0 0 0,0 0 608 0 0,0 0 96 0 0,0 0 16 0 0,0 0 8 0 0,0 0-128 0 0,0 0-24 0 0,-16 0-8 0 0,16 0 0 0 0,0 0-160 0 0,0 0-32 0 0,0 0-8 0 0,0 0 0 0 0,-15 0-160 0 0,15 0-32 0 0,0 0-8 0 0,0 0 0 0 0,-15 0-56 0 0,15 0-16 0 0,-16 15 0 0 0,16-15 0 0 0,0 0-96 0 0,-15 0 64 0 0,15 15-64 0 0,0-15 0 0 0,-16 16 72 0 0,16-16-72 0 0,0 15 64 0 0,-15 1-64 0 0,15-16 0 0 0,0 15 0 0 0,0 0 0 0 0,0 1 0 0 0,0-1 0 0 0,0 1 0 0 0,15-16 0 0 0,-15 15 0 0 0,0 0 0 0 0,16-15 0 0 0,-16 16 0 0 0,15-1 0 0 0,-15 1 0 0 0,0-16 0 0 0,16 15 0 0 0,-1-15 0 0 0,-15 0 0 0 0,15 15 0 0 0,-15-15 0 0 0,16 0 0 0 0,-16 0 0 0 0,15 0 0 0 0,1-15 0 0 0,-16 15 0 0 0,15 0 0 0 0,0 0 0 0 0,-15-15 64 0 0,16 15-64 0 0,-1-16 120 0 0,-15 16-24 0 0,16-15 0 0 0,-1 15 0 0 0,-15-16 16 0 0,0 16 0 0 0,15-15 0 0 0,-15 0 0 0 0,0 15 0 0 0,16-16 0 0 0,-16 1 0 0 0,-16-1 0 0 0,16 16-16 0 0,0-15-8 0 0,0 0 0 0 0,-15 15 0 0 0,15-16-88 0 0,-15 16 64 0 0,15 0-64 0 0,-16-15 64 0 0,16 15-64 0 0,-15 0 0 0 0,15 0 0 0 0,-16-16 0 0 0,16 16 0 0 0,0 0-152 0 0,-15 0 24 0 0,15 0 8 0 0,0 0-200 0 0,0 0-32 0 0,-15 0-16 0 0,15 0 0 0 0,0 0-1112 0 0,0 0-224 0 0,0 0-48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09.345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154 93 15144 0 0,'0'0'328'0'0,"0"0"72"0"0,0 0 16 0 0,0 0 15 0 0,0 0-343 0 0,0 0-88 0 0,0-16 0 0 0,0 16 0 0 0,0 0 832 0 0,-15-15 160 0 0,15 15 24 0 0,0-16 8 0 0,0 16-336 0 0,0 0-64 0 0,0-15-16 0 0,0 15 0 0 0,0-15-152 0 0,0 15-32 0 0,-16 0-8 0 0,16 0 0 0 0,0 0-128 0 0,0-16-24 0 0,0 16-8 0 0,0 0 0 0 0,-15 0-64 0 0,15 0-8 0 0,0 0-8 0 0,0 0 0 0 0,-16 0-64 0 0,16 0-16 0 0,0 0 0 0 0,-15 16 0 0 0,15-16-96 0 0,-15 15 72 0 0,15-15-72 0 0,-16 0 64 0 0,16 15-64 0 0,0 1 0 0 0,-15-16 0 0 0,15 15 0 0 0,0 1 0 0 0,-16-1 0 0 0,16 0 0 0 0,0-15 0 0 0,0 16 0 0 0,0 15 0 0 0,-15-16 0 0 0,15 0 0 0 0,0 1 0 0 0,0-1 0 0 0,15 1-72 0 0,-15-1 72 0 0,0 0 0 0 0,0 1 0 0 0,0-1 0 0 0,16 1 0 0 0,-16-16 0 0 0,15 15 0 0 0,-15-15-64 0 0,0 15 64 0 0,16 1 0 0 0,-16-16-64 0 0,15 0 64 0 0,-15 15 0 0 0,0-15-72 0 0,15 0 72 0 0,1 0 0 0 0,-1 0-72 0 0,-15-15 72 0 0,16 15 0 0 0,-1 0 0 0 0,-15 0 0 0 0,15-16 0 0 0,1 1 0 0 0,-16 15 80 0 0,15-15-80 0 0,-15-1 96 0 0,16 16-24 0 0,-1-15-8 0 0,-15-1 0 0 0,0 1 16 0 0,15 0 0 0 0,-15-1 0 0 0,0 1 0 0 0,0-1-16 0 0,0 1 0 0 0,-15 0 0 0 0,15 15 0 0 0,0-16-64 0 0,0 1 96 0 0,-15 15-96 0 0,15-16 96 0 0,-16 16-96 0 0,16 0 64 0 0,-15-15-64 0 0,15 15 64 0 0,-16 0-64 0 0,16-15 0 0 0,-15 15 0 0 0,0 0 0 0 0,15-16-184 0 0,-16 16-24 0 0,16-15-8 0 0,-15 15 0 0 0,15-16-720 0 0,0 1-152 0 0,0 15-24 0 0,0-15-5488 0 0,0-1-1103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10.919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16 154 15488 0 0,'0'0'344'0'0,"0"0"72"0"0,0 0 7 0 0,0 0 9 0 0,0 0-344 0 0,0 0-88 0 0,0 0 0 0 0,0 0 0 0 0,0 0 904 0 0,0 0 168 0 0,0 0 32 0 0,0 0 8 0 0,0 0-392 0 0,0 0-80 0 0,0 0-8 0 0,0 0-8 0 0,0 0-280 0 0,0 0-56 0 0,0 16-16 0 0,0-16 0 0 0,0 0-104 0 0,0 15-16 0 0,0-15-8 0 0,0 0 0 0 0,-15 0-64 0 0,15 0-16 0 0,0 0 0 0 0,0 0 0 0 0,0 16 8 0 0,0-16 0 0 0,0 0 0 0 0,0 0 0 0 0,0 0 56 0 0,0 0 0 0 0,0 0 8 0 0,0 0 0 0 0,0 0 8 0 0,0 0 0 0 0,0 0 0 0 0,0 0 0 0 0,0 0-48 0 0,0 0-16 0 0,0-16 0 0 0,0 1 0 0 0,0 15-16 0 0,0-16-64 0 0,0 16 96 0 0,15-15-32 0 0,-15 15 0 0 0,0-15-64 0 0,0-1 96 0 0,0 16-32 0 0,16-15 0 0 0,-16 15 0 0 0,15-16 0 0 0,-15 1 0 0 0,15 15-64 0 0,-15-15 96 0 0,16 15-96 0 0,-16-16 96 0 0,15 16-96 0 0,-15-15 0 0 0,15 15 0 0 0,-15 0 0 0 0,16-16 0 0 0,-16 16 0 0 0,0 0 0 0 0,15 0 0 0 0,-15 0 0 0 0,0 0 0 0 0,16 0 0 0 0,-16 0 0 0 0,0 0 0 0 0,15 0 0 0 0,-15 16 0 0 0,15-16 0 0 0,1 0 0 0 0,-16 15 0 0 0,0-15 64 0 0,0 16-64 0 0,15-1 0 0 0,-15-15 0 0 0,0 15 0 0 0,0 1 0 0 0,0-1 0 0 0,-15 1 0 0 0,15-1 64 0 0,0 0-64 0 0,-16-15 0 0 0,16 16 0 0 0,0 15 0 0 0,-15-31 0 0 0,15 15 0 0 0,-15 0 0 0 0,15 1 0 0 0,-16-1 0 0 0,16 1-80 0 0,0-1 80 0 0,-15 0 0 0 0,15 1-72 0 0,-16-1 72 0 0,16 1-64 0 0,-15-1 64 0 0,15-15-64 0 0,0 15 64 0 0,-15 1 0 0 0,15-16 0 0 0,0 0 0 0 0,-16 15 0 0 0,16-15 0 0 0,0 0 0 0 0,-15 0 64 0 0,15 0-64 0 0,0 0 0 0 0,0 0 0 0 0,0 0 64 0 0,0 0-64 0 0,0 0 64 0 0,0 0-64 0 0,0 0 64 0 0,0 0-64 0 0,0 0 0 0 0,0 0 0 0 0,0 0 64 0 0,0 0-64 0 0,15 0 0 0 0,-15 0 0 0 0,16-15 0 0 0,-16 15 0 0 0,15 0 0 0 0,0 0-72 0 0,1 0 72 0 0,-1 0-128 0 0,1 0 0 0 0,14 0 8 0 0,-14 15 0 0 0,-1-15-232 0 0,1 0-40 0 0,14 0-16 0 0,-14 0 0 0 0,-1 0-1160 0 0,16 0-240 0 0,-16 0-48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11.644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139 62 16559 0 0,'0'0'360'0'0,"0"0"80"0"0,0 0 8 0 0,0 0 24 0 0,0 0-376 0 0,0 0-96 0 0,-15-15 0 0 0,15 15 0 0 0,0-16 560 0 0,0 16 96 0 0,0 0 16 0 0,-15-15 8 0 0,15 15-168 0 0,0 0-32 0 0,0 0 0 0 0,0 0-8 0 0,0 0-160 0 0,0 0-32 0 0,0 0-8 0 0,-16-15 0 0 0,16 15-96 0 0,0 0-16 0 0,-15 0-8 0 0,15 0 0 0 0,0 0-40 0 0,0 15-8 0 0,0-15 0 0 0,-15 0 0 0 0,15 0-32 0 0,0 15-8 0 0,-16 1 0 0 0,16-16 0 0 0,-15 15-64 0 0,15 1 64 0 0,0-1-64 0 0,-16 0 64 0 0,16-15-64 0 0,-15 16 0 0 0,15-1 0 0 0,0 1 0 0 0,0-1 0 0 0,0 0 0 0 0,0 1 0 0 0,0-1 0 0 0,0 1 0 0 0,0-1 0 0 0,0 0 0 0 0,0 1 0 0 0,15-1 0 0 0,-15 1 0 0 0,0-1 0 0 0,0-15 0 0 0,16 15 0 0 0,-16 1 0 0 0,15-1-72 0 0,-15-15 72 0 0,0 0 0 0 0,16 16 0 0 0,-1-16 0 0 0,-15 15 0 0 0,15-15-72 0 0,1 0 72 0 0,-1 0 0 0 0,0 0-72 0 0,-15 0 72 0 0,16 0 0 0 0,-1-15 0 0 0,1 15 0 0 0,-1-16 64 0 0,0 16-64 0 0,1-15 80 0 0,-16-1-80 0 0,15 1 96 0 0,1 15-24 0 0,-16-15-8 0 0,15-1 0 0 0,-15 1 16 0 0,15-1 0 0 0,-15 1 0 0 0,0 0 0 0 0,0-1 40 0 0,0 1 8 0 0,0-16 0 0 0,0 16 0 0 0,0-1 56 0 0,0 1 8 0 0,-15-1 8 0 0,15-14 0 0 0,-15 30-48 0 0,15-16-16 0 0,-16 1 0 0 0,1 15 0 0 0,15-16-56 0 0,-16 16-16 0 0,1-15 0 0 0,0 15 0 0 0,-1 0-64 0 0,1 0 0 0 0,-1 0 0 0 0,16 0 0 0 0,-30 0-512 0 0,30 15-96 0 0,-16-15-24 0 0,16 16-6488 0 0,-15-16-1295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13.316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31 123 16927 0 0,'0'0'376'0'0,"0"0"72"0"0,0 0 24 0 0,0 0 0 0 0,0 0-376 0 0,0 0-96 0 0,0 0 0 0 0,0 0 0 0 0,0 0 800 0 0,0 0 136 0 0,0 0 32 0 0,0 0 8 0 0,0 0-432 0 0,0 16-80 0 0,0-16-16 0 0,0 0-8 0 0,0 0-176 0 0,-16 15-32 0 0,16-15-8 0 0,0 16 0 0 0,0-16-56 0 0,0 0-8 0 0,0 0-8 0 0,0 15 0 0 0,0-15-48 0 0,0 0-8 0 0,0 0 0 0 0,-15 0 0 0 0,15 0 0 0 0,0 0-8 0 0,0 0 0 0 0,0 0 0 0 0,0 0 24 0 0,0 0 8 0 0,0 0 0 0 0,0 0 0 0 0,0 0-8 0 0,0 0 0 0 0,0 0 0 0 0,0 0 0 0 0,0 0-16 0 0,0 0 0 0 0,0-15 0 0 0,0 15 0 0 0,0-16-8 0 0,15 1-8 0 0,-15 15 0 0 0,0-16 0 0 0,16 1 0 0 0,-16 15 0 0 0,0-15 0 0 0,15-1 0 0 0,-15 16-8 0 0,16-15 0 0 0,-16 15 0 0 0,15-16 0 0 0,-15 1 8 0 0,15 15 0 0 0,-15-15 0 0 0,16 15 0 0 0,-16 0-80 0 0,15-16 0 0 0,-15 16 0 0 0,0 0 0 0 0,16 0 0 0 0,-16 0 0 0 0,0 0 0 0 0,15 0 0 0 0,0 0 0 0 0,-15 0 0 0 0,0 0 0 0 0,16 0 0 0 0,-16 0 0 0 0,15 0 0 0 0,-15 0 0 0 0,0 16 0 0 0,0-16 0 0 0,16 15 0 0 0,-16-15 0 0 0,0 0 0 0 0,0 15-64 0 0,15 1 64 0 0,-15-1 0 0 0,-15-15 0 0 0,15 16 0 0 0,0-1 0 0 0,0 0-72 0 0,-16 1 72 0 0,16-16 0 0 0,0 31 0 0 0,-15-31-64 0 0,15 15 64 0 0,-16 0 0 0 0,16-15 0 0 0,-15 16 0 0 0,15-1 0 0 0,-15 1 0 0 0,-1-16 0 0 0,16 15 0 0 0,-15-15 0 0 0,-1 15 0 0 0,16 1 0 0 0,-15-16 0 0 0,15 15 0 0 0,-15-15 0 0 0,15 0 0 0 0,-16 16 0 0 0,1-16 0 0 0,15 0 0 0 0,0 0 0 0 0,0 0 0 0 0,0 0 0 0 0,-16 0 0 0 0,16 0 64 0 0,0 0-64 0 0,0 0 0 0 0,0 0 64 0 0,0 0-64 0 0,0 0 0 0 0,0 0 72 0 0,0 0-72 0 0,0 0 0 0 0,0 0 0 0 0,16 0 0 0 0,-16 0 0 0 0,15-16 0 0 0,1 16 0 0 0,-1 0 0 0 0,0 0 0 0 0,1 0 0 0 0,-1 0-72 0 0,16 0 72 0 0,-16 0-96 0 0,1 0 0 0 0,-1 0 8 0 0,16 0 0 0 0,-16 0-200 0 0,1 16-32 0 0,-1-16-16 0 0,0 0 0 0 0,1 15-824 0 0,-1-15-168 0 0,16 0-32 0 0,-16 15-5136 0 0,1 1-1031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14.172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62 62 15032 0 0,'0'0'328'0'0,"0"0"72"0"0,0 0 16 0 0,0 0-1 0 0,0 0-327 0 0,0 0-88 0 0,0-15 0 0 0,0 15 0 0 0,0 0 808 0 0,0 0 152 0 0,0 0 24 0 0,0 0 8 0 0,0 0-352 0 0,0 0-64 0 0,0 0-8 0 0,0 0-8 0 0,0 0-88 0 0,0 0-24 0 0,0 0 0 0 0,0 0 0 0 0,0 15-112 0 0,0-15-24 0 0,-15 16-8 0 0,15-1 0 0 0,0-15-168 0 0,-16 15-32 0 0,16 1-8 0 0,-15-1 0 0 0,15 1-96 0 0,-16-16 72 0 0,16 15-72 0 0,0 0 64 0 0,0-15-64 0 0,0 16 0 0 0,0-16 0 0 0,0 0 0 0 0,0 0 0 0 0,0 0 0 0 0,0 0 0 0 0,0 0 0 0 0,0 0 0 0 0,0 0 0 0 0,0 0 0 0 0,0 0 0 0 0,0 0 0 0 0,0 0 0 0 0,0 0 0 0 0,0 0 0 0 0,0 0 72 0 0,0-16-72 0 0,16 1 80 0 0,-16 15-80 0 0,15-15 64 0 0,-15-1-64 0 0,16 1 0 0 0,-16 15 72 0 0,0-16-72 0 0,15 1 0 0 0,-15 0 0 0 0,15-1 0 0 0,-15 16 0 0 0,16-15 0 0 0,-16-1 64 0 0,15 1-64 0 0,-15 15 0 0 0,0 0 0 0 0,0 0 0 0 0,0-15 0 0 0,16 15 0 0 0,-16 0 0 0 0,0 0 0 0 0,0 0 0 0 0,0 0 0 0 0,0 0 0 0 0,0 0 0 0 0,0 0 0 0 0,0 0 0 0 0,15 0 0 0 0,-15 0 0 0 0,0 0 0 0 0,0 0 88 0 0,0 0-24 0 0,0 0-64 0 0,0 0 96 0 0,0 15 0 0 0,15-15 0 0 0,-15 15 0 0 0,0 1 0 0 0,0-16 0 0 0,0 15 0 0 0,0 1 0 0 0,0-1 0 0 0,0-15-32 0 0,0 15-64 0 0,0 1 88 0 0,0-1-88 0 0,0 1 64 0 0,0-1-64 0 0,0 0 0 0 0,0 1 0 0 0,0-1 64 0 0,0 1-64 0 0,0-1 0 0 0,0-15 0 0 0,0 15 0 0 0,0 1 0 0 0,0-1 0 0 0,0-15 0 0 0,0 16 64 0 0,0-1-64 0 0,0-15 0 0 0,0 0 0 0 0,16 15 64 0 0,-16 1-64 0 0,0-16 72 0 0,0 15-72 0 0,0-15 64 0 0,0 0-64 0 0,0 16 0 0 0,0-16 0 0 0,0 0 72 0 0,0 0-72 0 0,0 0 64 0 0,0 0-64 0 0,0 0 80 0 0,0 0-80 0 0,0 15 96 0 0,0-15-96 0 0,0 0 96 0 0,0 0-32 0 0,0 0 0 0 0,0 0-64 0 0,0 0 80 0 0,0 0-80 0 0,0 0 64 0 0,0 0-64 0 0,0 15 0 0 0,0-15 0 0 0,0 0 64 0 0,0 0-64 0 0,0 0 0 0 0,0 0 0 0 0,0 0 0 0 0,0 0 0 0 0,0 0-128 0 0,0 0-24 0 0,0 0 0 0 0,0 0 0 0 0,0 0-968 0 0,0 0-192 0 0,0 0-32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15.436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185 31 15488 0 0,'0'0'344'0'0,"0"0"72"0"0,0 0 7 0 0,0 0 9 0 0,0 0-344 0 0,-15 0-88 0 0,15 0 0 0 0,0 0 0 0 0,0 0 680 0 0,0-15 120 0 0,0 15 32 0 0,0 0 0 0 0,0 0-176 0 0,0 0-32 0 0,-15-16-8 0 0,15 16 0 0 0,0 0-72 0 0,0 0-8 0 0,0 0-8 0 0,0 0 0 0 0,-16 0-200 0 0,16 0-40 0 0,-15 0 0 0 0,15 0-8 0 0,-16 0-144 0 0,16 0-24 0 0,-15 0-8 0 0,0 16 0 0 0,15-16-104 0 0,0 0 72 0 0,-16 15-72 0 0,1-15 64 0 0,15 15-64 0 0,0-15 0 0 0,-16 16 0 0 0,1-16 0 0 0,15 15 0 0 0,0-15 0 0 0,0 16 0 0 0,-15-1 0 0 0,15 0 0 0 0,0 1 0 0 0,0-1 0 0 0,0 1 0 0 0,0-16 0 0 0,0 15 0 0 0,15 0 0 0 0,-15-15 0 0 0,0 16 0 0 0,15-1 0 0 0,1-15 0 0 0,-16 16 0 0 0,15-16 0 0 0,1 15 0 0 0,-1-15 0 0 0,0 15 0 0 0,-15-15 0 0 0,16 16 0 0 0,-1-16 0 0 0,1 0 0 0 0,-1 0 0 0 0,-15 0 0 0 0,15 0 0 0 0,1 0 0 0 0,-1 0 0 0 0,-15 0 96 0 0,16-16-96 0 0,-1 16 96 0 0,0-15 24 0 0,1 15 8 0 0,-16-15 0 0 0,15 15 0 0 0,1-16-16 0 0,-16 16 0 0 0,15-15 0 0 0,-15 15 0 0 0,15-16 24 0 0,-15 16 8 0 0,0-15 0 0 0,0 0 0 0 0,0 15-32 0 0,0-16-8 0 0,-15 1 0 0 0,15 15 0 0 0,-15-16-32 0 0,15 1-8 0 0,-16 0 0 0 0,1 15 0 0 0,15-16-64 0 0,-16 16 0 0 0,16-15 0 0 0,-15 15 64 0 0,15-16-64 0 0,-15 16 0 0 0,15 0 0 0 0,0 0 0 0 0,-16 0-192 0 0,16 0-8 0 0,0 0 0 0 0,-15 0 0 0 0,15 0-568 0 0,-16 0-120 0 0,16 0-16 0 0,-15 16-6120 0 0,15-16-1223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16.194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47 78 15048 0 0,'0'0'424'0'0,"0"0"96"0"0,0 0-416 0 0,0 0-104 0 0,0 0 0 0 0,0 0 0 0 0,0 0 903 0 0,0 0 161 0 0,0 0 32 0 0,0 0 8 0 0,0 0-528 0 0,0 0-96 0 0,0 0-32 0 0,0 0 0 0 0,0 0-112 0 0,-16 15-24 0 0,16-15-8 0 0,0 16 0 0 0,0-1-48 0 0,-15-15 0 0 0,15 15-8 0 0,0-15 0 0 0,-15 16-136 0 0,15-1-24 0 0,0-15-8 0 0,0 0 0 0 0,0 0-80 0 0,0 0 96 0 0,0 0-96 0 0,0 0 96 0 0,0 0-96 0 0,0 0 0 0 0,0 0 0 0 0,0 0 0 0 0,0 0 0 0 0,0 0 0 0 0,0 0 0 0 0,0 0 0 0 0,0 0 0 0 0,0 0 120 0 0,15-15-24 0 0,-15 15 0 0 0,15-16-32 0 0,-15 16-64 0 0,0-15 88 0 0,0 0-88 0 0,16-1 80 0 0,-16 16-80 0 0,0-15 64 0 0,15-1-64 0 0,-15 1 0 0 0,0 15 64 0 0,0-15-64 0 0,16-1 0 0 0,-16 16 0 0 0,0 0 0 0 0,0-15 0 0 0,0 15 0 0 0,0 0 0 0 0,15 0 0 0 0,-15 0 0 0 0,0 0 0 0 0,0 0 0 0 0,0 0 0 0 0,0 0 72 0 0,0 0-72 0 0,0 0 0 0 0,0 0 0 0 0,0 0 0 0 0,0 0 64 0 0,0 0 40 0 0,0 0 16 0 0,0 0 0 0 0,0 0 0 0 0,0 15 16 0 0,0 1 8 0 0,15-16 0 0 0,-15 15 0 0 0,0 0-32 0 0,0 1-8 0 0,0-1 0 0 0,0 1 0 0 0,0-1-104 0 0,0 0 0 0 0,0 1 0 0 0,0-1 0 0 0,0 1 64 0 0,0-1-64 0 0,16 0 0 0 0,-16 1 72 0 0,0-1-72 0 0,0 1 80 0 0,0-1-80 0 0,0 0 80 0 0,0-15-80 0 0,0 16 0 0 0,0-1 0 0 0,0 1 0 0 0,0-16 0 0 0,0 0 0 0 0,0 15 64 0 0,0-15-64 0 0,0 0 0 0 0,0 0 0 0 0,0 0 0 0 0,0 0 0 0 0,0 0 0 0 0,0 0 0 0 0,0 15 0 0 0,0-15-88 0 0,0 0-560 0 0,0 0-120 0 0,0 0-16 0 0,0 0-6088 0 0,0 0-1215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17.124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0 14304 0 0,'0'0'408'0'0,"0"0"80"0"0,0 0-392 0 0,0 0-96 0 0,0 0 0 0 0,0 0 0 0 0,0 0 1024 0 0,0 0 175 0 0,0 0 41 0 0,15 0 8 0 0,1 15-448 0 0,-1-15-80 0 0,-15 0-16 0 0,16 0-8 0 0,-1 0-264 0 0,0 16-48 0 0,1-16-16 0 0,-1 0 0 0 0,1 0-184 0 0,-1 0-40 0 0,0 0-8 0 0,1 0 0 0 0,-1-16-64 0 0,-15 16-8 0 0,16 0-64 0 0,-1 0 96 0 0,-15 0-96 0 0,15 0 64 0 0,1-15-64 0 0,-16 15 0 0 0,0 0 72 0 0,0 0-72 0 0,0 0 64 0 0,0 0-64 0 0,0 0 72 0 0,0 0-72 0 0,0 0 80 0 0,0 0-80 0 0,0 0 0 0 0,0 0 0 0 0,0 0 0 0 0,0 0 0 0 0,0 0 64 0 0,15 0-64 0 0,-15 0 0 0 0,0 0 72 0 0,0 15-72 0 0,15 1 0 0 0,-15-16 0 0 0,0 15 0 0 0,0-15 0 0 0,0 16 0 0 0,16-1 0 0 0,-16 0 0 0 0,0 1 0 0 0,0-1 0 0 0,0 1 0 0 0,0-16 0 0 0,0 15 64 0 0,0 0-64 0 0,0 1 0 0 0,0-1 64 0 0,0 1-64 0 0,0-1 80 0 0,0 16-80 0 0,0-16 80 0 0,0 1-80 0 0,0-1 64 0 0,0 16-64 0 0,0-16 64 0 0,0 16-64 0 0,0-16 0 0 0,0 16 0 0 0,0 0 64 0 0,15-16-64 0 0,-15 16 0 0 0,0-16 0 0 0,0 16 0 0 0,0-15 0 0 0,0-1 0 0 0,0 16 64 0 0,16-16-64 0 0,-16 1 0 0 0,0 14 0 0 0,0-14 0 0 0,0-1 64 0 0,0 16-64 0 0,0-16 80 0 0,0 1-80 0 0,0 15 80 0 0,15-16-80 0 0,-15 0 64 0 0,0 1-64 0 0,0-1 64 0 0,0 1-64 0 0,0-1 0 0 0,0 16 0 0 0,0-16 64 0 0,0 0-64 0 0,0 1 0 0 0,0 15 0 0 0,0-16 0 0 0,0 16 0 0 0,0-16 0 0 0,15 1 0 0 0,-15 14 0 0 0,0-14 0 0 0,0-1 64 0 0,0 1-64 0 0,0-1 0 0 0,0 16 72 0 0,0-16-72 0 0,16 1 80 0 0,-16-1-80 0 0,0 0 64 0 0,0 1-64 0 0,0-1 0 0 0,0 1 72 0 0,0-16-72 0 0,0 15 64 0 0,0 0-64 0 0,0 1 64 0 0,15-16-64 0 0,-15 0 0 0 0,0 0 0 0 0,0 15 0 0 0,0-15 80 0 0,0 16-80 0 0,0-16 96 0 0,0 15-96 0 0,0-15 128 0 0,0 0-24 0 0,0 0-8 0 0,0 0 0 0 0,-15 15 24 0 0,15-15 0 0 0,0 0 0 0 0,-16 16 0 0 0,16-16-24 0 0,0 0 0 0 0,-15 0 0 0 0,15 0 0 0 0,-15 15-16 0 0,-1-15-8 0 0,16 0 0 0 0,-15 0 0 0 0,-1 0-72 0 0,1 15 96 0 0,0-15-96 0 0,-1 0 96 0 0,1 0-96 0 0,0 0 0 0 0,-1 0 0 0 0,1 0 0 0 0,-1 0-184 0 0,1 0 0 0 0,0 0 0 0 0,-1 0 0 0 0,1 0-656 0 0,-1 0-136 0 0,1 0-24 0 0,0-15-5976 0 0,15 15-1183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17.578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16 1 18143 0 0,'0'0'400'0'0,"0"0"80"0"0,0 0 24 0 0,0 0 0 0 0,0 0-408 0 0,0 0-96 0 0,0 0 0 0 0,0 0 0 0 0,0 0 688 0 0,0 0 112 0 0,0 0 32 0 0,0 0 0 0 0,0 0-512 0 0,0 0-96 0 0,15 0-16 0 0,-15 0-8 0 0,0 0-136 0 0,16 0-64 0 0,-1 0 64 0 0,-15 0-64 0 0,0 0 0 0 0,16 0 0 0 0,-1 0 0 0 0,-15 0 0 0 0,0 0 0 0 0,0 0-160 0 0,0 0 24 0 0,0 0 8 0 0,0 0-392 0 0,0 0-80 0 0,0 0-8 0 0,0 0-5399 0 0,0 0-1073 0 0</inkml:trace>
  <inkml:trace contextRef="#ctx0" brushRef="#br0" timeOffset="162.63">1 124 16703 0 0,'0'0'368'0'0,"0"0"80"0"0,0 0 8 0 0,0 0 8 0 0,0 0-368 0 0,0 0-96 0 0,0 0 0 0 0,0 0 0 0 0,0 0 784 0 0,15 15 144 0 0,0-15 24 0 0,-15 0 8 0 0,16 0-520 0 0,-1 0-104 0 0,-15 0-16 0 0,16 0-8 0 0,-1 0-216 0 0,0 0-96 0 0,1 0 80 0 0,-16 0-80 0 0,31 0 0 0 0,-31-15-160 0 0,30 15 32 0 0,-14 0-6144 0 0,-1-16-1231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18.820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308 0 15200 0 0,'0'0'336'0'0,"0"0"72"0"0,0 0 8 0 0,0 0 7 0 0,0 0-335 0 0,0 0-88 0 0,0 0 0 0 0,0 0 0 0 0,0 0 744 0 0,0 0 136 0 0,-15 0 24 0 0,15 0 8 0 0,0 0-304 0 0,0 0-64 0 0,-16 0-16 0 0,16 0 0 0 0,0 0-48 0 0,-15 0-16 0 0,15 0 0 0 0,-15 15 0 0 0,-1-15-176 0 0,16 0-40 0 0,-15 0-8 0 0,15 0 0 0 0,-16 0-112 0 0,1 0-32 0 0,15 0 0 0 0,-15 16 0 0 0,-1-16-96 0 0,1 0 72 0 0,-1 0-72 0 0,16 0 64 0 0,-15 0-64 0 0,0 0 0 0 0,-1 15 72 0 0,1-15-72 0 0,15 0 0 0 0,-16 0 72 0 0,1 0-72 0 0,15 0 0 0 0,-15 16 80 0 0,-1-16-80 0 0,16 0 64 0 0,0 0-64 0 0,0 0 0 0 0,0 0 64 0 0,0 0-64 0 0,0 0 0 0 0,0 0 64 0 0,0 0-64 0 0,0 0 64 0 0,0 0-64 0 0,0 0 96 0 0,0 15-16 0 0,0-15-8 0 0,0 15 0 0 0,0-15-72 0 0,0 0 64 0 0,0 16-64 0 0,0-16 64 0 0,0 15-64 0 0,0-15 0 0 0,16 16 0 0 0,-16-1 64 0 0,0-15-64 0 0,0 15 0 0 0,15 1 72 0 0,-15-1-72 0 0,0 1 0 0 0,0-1 0 0 0,0 0 0 0 0,0-15 64 0 0,0 16-64 0 0,15-1 0 0 0,-15 1 0 0 0,0-1 0 0 0,0 0 64 0 0,0 1-64 0 0,0-1 64 0 0,0 1-64 0 0,0-1 72 0 0,0 0-72 0 0,0 1 96 0 0,16-1-96 0 0,-16 16 96 0 0,0-16-32 0 0,0 1 0 0 0,0 14-64 0 0,0-14 96 0 0,0 15-96 0 0,0-16 96 0 0,0 0-96 0 0,0 1 96 0 0,0-1-96 0 0,0 16 96 0 0,0-16-96 0 0,0 1 80 0 0,15-1-80 0 0,-15 1 64 0 0,0-1-64 0 0,0-15 0 0 0,16 15 64 0 0,-16 1-64 0 0,0-1 0 0 0,0 1 0 0 0,0-1 0 0 0,0 0 64 0 0,0 1-64 0 0,0-1 64 0 0,0 1-64 0 0,0-1 96 0 0,0 0-32 0 0,0 1 0 0 0,0-1 0 0 0,0-15 0 0 0,0 16 0 0 0,0-1-64 0 0,0 0 80 0 0,0 1-80 0 0,0-1 80 0 0,0 0-80 0 0,0 1 0 0 0,0-1 0 0 0,0 1 0 0 0,15-1 0 0 0,-15 0 0 0 0,0 1 64 0 0,0-1-64 0 0,0 1 0 0 0,0-1 0 0 0,0 0 0 0 0,0 1 0 0 0,0-1 0 0 0,0 1 0 0 0,0-1 0 0 0,0 0 0 0 0,0 1 0 0 0,0-16 0 0 0,0 15 0 0 0,0 1 0 0 0,0-1 0 0 0,0-15 0 0 0,0 15 64 0 0,0 1-64 0 0,0-16 0 0 0,-15 15 0 0 0,15-15 0 0 0,0 16 0 0 0,0-16 0 0 0,0 15 0 0 0,0 0 0 0 0,0 1 0 0 0,0-16 0 0 0,0 0 64 0 0,0 0-64 0 0,0 0 0 0 0,0 0 0 0 0,0 0 0 0 0,0 0 0 0 0,0 15 0 0 0,15 1 72 0 0,-15-16-72 0 0,0 0 80 0 0,0 0-80 0 0,0 0 72 0 0,0 15-72 0 0,0-15 64 0 0,0 0-64 0 0,0 0 64 0 0,0 0-64 0 0,0 0 64 0 0,0 0-64 0 0,0 0 72 0 0,0 0-72 0 0,0 0 80 0 0,0 0-80 0 0,0 0 80 0 0,15 0-80 0 0,-15 0 80 0 0,0 0-80 0 0,0 0 0 0 0,16 0 64 0 0,-1 0-64 0 0,-15 0 0 0 0,16 0 0 0 0,-16 0 0 0 0,15 0 0 0 0,0 0 0 0 0,1 0 0 0 0,-1 0-104 0 0,-15 0 32 0 0,31 0 8 0 0,-16-15-720 0 0,1 15-144 0 0,-1 0-24 0 0,1 0-9935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23.009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293 16 11728 0 0,'0'-16'328'0'0,"0"16"88"0"0,0 0-336 0 0,0 0-80 0 0,0 0 0 0 0,0 0 0 0 0,0 0 1032 0 0,0 0 192 0 0,0 0 40 0 0,0 0 7 0 0,0 0-415 0 0,0 0-88 0 0,0 0-8 0 0,0 0-8 0 0,0 0-208 0 0,-15 0-32 0 0,15 0-16 0 0,0 0 0 0 0,0 0-72 0 0,0 0-8 0 0,0 0-8 0 0,0 0 0 0 0,0 0-72 0 0,0 0-16 0 0,-16 0 0 0 0,16 0 0 0 0,0 0-128 0 0,-15 0-32 0 0,15 0-8 0 0,-16 0 0 0 0,16 0-64 0 0,0 0-16 0 0,-15 0 0 0 0,15 0 0 0 0,0 0 8 0 0,0 16 0 0 0,-15-16 0 0 0,15 0 0 0 0,0 0 0 0 0,0 0 0 0 0,-16 0 0 0 0,16 0 0 0 0,0 15-80 0 0,-15-15 96 0 0,15 0-96 0 0,-16 0 96 0 0,16 0-16 0 0,0 16 0 0 0,0-16 0 0 0,-15 15 0 0 0,15-15-80 0 0,-15 0 96 0 0,15 0-96 0 0,0 0 96 0 0,-16 15-96 0 0,16-15 0 0 0,0 16 72 0 0,0-16-72 0 0,-15 0 0 0 0,15 0 0 0 0,0 15 0 0 0,0-15 64 0 0,0 0-64 0 0,-16 0 0 0 0,16 16 0 0 0,0-16 64 0 0,0 0-64 0 0,0 15 0 0 0,0-15 0 0 0,0 15 0 0 0,0 1 0 0 0,0-16 0 0 0,0 15 0 0 0,0-15 0 0 0,0 0 0 0 0,0 0 0 0 0,0 0 0 0 0,0 16 0 0 0,0-1 0 0 0,0-15 0 0 0,0 0 0 0 0,16 15 0 0 0,-16 1 0 0 0,0-1 0 0 0,0-15 0 0 0,15 15 0 0 0,-15 1 0 0 0,0-1 0 0 0,0-15 0 0 0,16 0 0 0 0,-16 16 0 0 0,0-1 0 0 0,0-15 0 0 0,0 0 0 0 0,0 0 0 0 0,15 15 0 0 0,-15-15 0 0 0,15 0 0 0 0,-15 0 0 0 0,0 0 0 0 0,0 0 0 0 0,16 16 0 0 0,-16-16 0 0 0,0 0 0 0 0,0 0 0 0 0,15 0 0 0 0,-15 0 0 0 0,16 0 0 0 0,-16 0 0 0 0,0 0 0 0 0,15 0 0 0 0,-15 0 0 0 0,0 0 0 0 0,0 0 64 0 0,15-16-64 0 0,-15 16 0 0 0,16 0 0 0 0,-16-15 0 0 0,15 15 0 0 0,1-15 0 0 0,-16 15 0 0 0,0-16 0 0 0,0 16 0 0 0,15-15 0 0 0,-15-1 0 0 0,0 16 64 0 0,0-15-64 0 0,15 15 0 0 0,-15-15 0 0 0,0-1 0 0 0,0 16 64 0 0,0-15-64 0 0,0 0 64 0 0,0 15-64 0 0,0-16 64 0 0,-15 16-64 0 0,15-15 80 0 0,0-1-80 0 0,0 1 152 0 0,-15 15-24 0 0,15-15 0 0 0,-16 15 0 0 0,16-16-8 0 0,-15 1-8 0 0,15 15 0 0 0,0-16 0 0 0,-16 16-48 0 0,16-15-64 0 0,-15 15 88 0 0,15-15-88 0 0,-15-1 80 0 0,15 16-80 0 0,-16 0 64 0 0,16-15-64 0 0,-15 15 0 0 0,-1 0 64 0 0,16 0-64 0 0,-15 0 0 0 0,0 0 0 0 0,-1 0 0 0 0,1-16-96 0 0,15 16 96 0 0,-16 0-272 0 0,1 0 8 0 0,15 0 0 0 0,-15 0 0 0 0,-1 0-616 0 0,16 0-120 0 0,-15 0-24 0 0,15 0-5960 0 0,-16 0-1191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26.164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77 1 14048 0 0,'0'15'312'0'0,"0"-15"64"0"0,0 0 8 0 0,0 0 8 0 0,0 0-312 0 0,0 0-80 0 0,0 0 0 0 0,0 0 0 0 0,0 0 768 0 0,0 0 127 0 0,0 0 33 0 0,0 0 8 0 0,0 0-360 0 0,0 0-80 0 0,0 0-16 0 0,0 0 0 0 0,0 0-120 0 0,0 15-24 0 0,0-15-8 0 0,0 0 0 0 0,0 0-56 0 0,0 16-16 0 0,0-16 0 0 0,0 15 0 0 0,0 1-32 0 0,0-1 0 0 0,0-15-8 0 0,-15 15 0 0 0,15 1-88 0 0,0-16-24 0 0,-15 15 0 0 0,15 1 0 0 0,0-1-104 0 0,0 0 72 0 0,0-15-72 0 0,0 16 64 0 0,0-1-64 0 0,0 1 0 0 0,0-1 0 0 0,-16-15 0 0 0,16 15 0 0 0,0-15 0 0 0,-15 16 0 0 0,15-16 0 0 0,0 0 72 0 0,0 15-72 0 0,0-15 80 0 0,0 0-80 0 0,0 0 136 0 0,-16 16-16 0 0,16-16-8 0 0,0 0 0 0 0,0 0 16 0 0,0 0 8 0 0,0 0 0 0 0,0 0 0 0 0,0 0-8 0 0,0 0 0 0 0,0 0 0 0 0,0 0 0 0 0,0 0-56 0 0,0 0-8 0 0,0 0-64 0 0,0 0 96 0 0,16-16-96 0 0,-1 16 0 0 0,-15 0 0 0 0,0 0 0 0 0,16-15 0 0 0,-16 15 0 0 0,0 0 0 0 0,30 0 0 0 0,-14 0 0 0 0,-1 0 0 0 0,1 0 0 0 0,-16 0 0 0 0,15 0 0 0 0,0 0 0 0 0,1 15 0 0 0,-1-15 0 0 0,-15 0 0 0 0,15 0 0 0 0,-15 0 0 0 0,16 16 0 0 0,-1-16 0 0 0,-15 15 0 0 0,0-15 0 0 0,0 0 0 0 0,16 15 0 0 0,-16-15-96 0 0,0 0 96 0 0,0 0-80 0 0,0 0-32 0 0,15 0-8 0 0,-15 0 0 0 0,15 16 0 0 0,-15-1-136 0 0,0-15-32 0 0,0 0-8 0 0,0 0 0 0 0,0 0-264 0 0,0 0-48 0 0,0 0-16 0 0,0 0-5680 0 0,0-15-1143 0 0</inkml:trace>
  <inkml:trace contextRef="#ctx0" brushRef="#br0" timeOffset="385.37">277 155 11136 0 0,'0'-16'320'0'0,"0"16"64"0"0,0 0-312 0 0,0 0-72 0 0,0 0 0 0 0,0 0 0 0 0,0 0 960 0 0,0 0 168 0 0,0 0 40 0 0,0 0 8 0 0,0 0-297 0 0,0 0-55 0 0,0 0-16 0 0,0 0 0 0 0,0 0-184 0 0,0 0-40 0 0,0 0-8 0 0,0 0 0 0 0,0 0-160 0 0,0 0-40 0 0,0 0-8 0 0,0 0 0 0 0,0 0-112 0 0,0 0-16 0 0,0 16-8 0 0,0-16 0 0 0,0 15-88 0 0,0-15-16 0 0,0 15-8 0 0,0-15 0 0 0,0 16-48 0 0,0-1-8 0 0,0-15 0 0 0,0 16 0 0 0,0-1-64 0 0,0 0 80 0 0,0 1-80 0 0,0-1 80 0 0,0 1-80 0 0,0-16 64 0 0,0 30-64 0 0,0-30 64 0 0,0 31-64 0 0,0-31 0 0 0,16 15 72 0 0,-16 1-72 0 0,0-16 64 0 0,0 0-64 0 0,0 15 64 0 0,0 1-64 0 0,-16-16 0 0 0,16 15 72 0 0,0-15-72 0 0,0 0 0 0 0,0 15 64 0 0,0-15-64 0 0,0 0 0 0 0,0 0 0 0 0,0 0 0 0 0,0 0 0 0 0,0 0 0 0 0,0 0 0 0 0,0 0 0 0 0,0 0-152 0 0,0 16 24 0 0,0-16 0 0 0,0 0-376 0 0,0 0-72 0 0,0 0-8 0 0,0 0-5848 0 0,0 0-1175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43.884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62 16 13184 0 0,'0'0'288'0'0,"0"0"64"0"0,0 0 16 0 0,0 0 0 0 0,0 0-296 0 0,0 0-72 0 0,0 0 0 0 0,0 0 0 0 0,0-16 864 0 0,0 16 151 0 0,0 0 33 0 0,0 0 8 0 0,0 0-304 0 0,0 0-56 0 0,0 0-16 0 0,0 0 0 0 0,0 0-104 0 0,0 0-16 0 0,0 0-8 0 0,0 0 0 0 0,0 0-104 0 0,0 0-32 0 0,0 0 0 0 0,0 0 0 0 0,0 0-152 0 0,0 0-32 0 0,0 0-8 0 0,0 0 0 0 0,0 0-64 0 0,0 0-24 0 0,0 0 0 0 0,0 0 0 0 0,0 0-72 0 0,0 0-64 0 0,0 0 96 0 0,0 0-96 0 0,0 16 64 0 0,0-16-64 0 0,0 15 0 0 0,0 0 0 0 0,0-15 0 0 0,-16 16 0 0 0,16-1 0 0 0,0-15 0 0 0,0 16 0 0 0,-15-1 64 0 0,15 0-64 0 0,0-15 0 0 0,-16 16 0 0 0,16-1 0 0 0,0-15 0 0 0,0 16 0 0 0,-15-16 64 0 0,15 15-64 0 0,0-15 0 0 0,0 0 0 0 0,0 0 0 0 0,0 0 0 0 0,0 0 0 0 0,0 0 0 0 0,0 15 96 0 0,0-15-96 0 0,0 0 96 0 0,0 0-96 0 0,0 0 128 0 0,0 0-24 0 0,0 0-8 0 0,0 0 0 0 0,0 0-16 0 0,0 0-8 0 0,0 0 0 0 0,0 0 0 0 0,0 0-72 0 0,0 0 96 0 0,0 0-96 0 0,15 0 96 0 0,1 0-96 0 0,-16 0 0 0 0,15 0 0 0 0,1 0 64 0 0,-16 0-64 0 0,15 0 0 0 0,0 0 0 0 0,-15 16 64 0 0,16-16-64 0 0,-1 0 0 0 0,-15 0 0 0 0,16 0 0 0 0,-1 0 0 0 0,-15 0 0 0 0,0 0 0 0 0,15 15 0 0 0,-15-15 0 0 0,16 0 0 0 0,-1 0 0 0 0,-15 0 0 0 0,0 16 0 0 0,0-16 0 0 0,0 0 0 0 0,0 0 0 0 0,16 15 0 0 0,-16-15 0 0 0,0 0 0 0 0,0 0 0 0 0,15 15 0 0 0,-15-15 64 0 0,0 0-64 0 0,0 0 0 0 0,0 0 0 0 0,0 0 0 0 0,0 0 0 0 0,0 0 0 0 0,0 0 0 0 0,0 0 0 0 0,0 0 0 0 0,0 0 0 0 0,0 0-160 0 0,0 0 8 0 0,0 0 0 0 0,0 0 0 0 0,0 0-264 0 0,0 0-48 0 0,0 0-16 0 0,0 0 0 0 0,0 0-288 0 0,0 0-56 0 0,0 0-8 0 0,0 0-8 0 0,0 0-736 0 0,0 0-152 0 0,0 0-24 0 0,0-15-5519 0 0</inkml:trace>
  <inkml:trace contextRef="#ctx0" brushRef="#br0" timeOffset="417.38">246 77 12696 0 0,'0'0'280'0'0,"0"0"56"0"0,0 0 16 0 0,0 0 0 0 0,0 0-280 0 0,0 0-72 0 0,0 0 0 0 0,0 0 0 0 0,0 0 648 0 0,0 0 120 0 0,0-15 16 0 0,0 15 7 0 0,0 0-127 0 0,0 0-24 0 0,0 0-8 0 0,0 0 0 0 0,0 0-88 0 0,0 0-8 0 0,0 0-8 0 0,0 0 0 0 0,0 0-104 0 0,0 0-16 0 0,0 0-8 0 0,0 0 0 0 0,0 0-144 0 0,0 0-24 0 0,0 0-8 0 0,0 0 0 0 0,0 0-72 0 0,0 0-24 0 0,0 0 0 0 0,0 0 0 0 0,0 15-16 0 0,0-15-8 0 0,0 16 0 0 0,0-1 0 0 0,0-15-8 0 0,0 15-8 0 0,0 1 0 0 0,0-16 0 0 0,0 15 8 0 0,0-15 8 0 0,0 16 0 0 0,0-1 0 0 0,0-15 8 0 0,0 15 0 0 0,0 1 0 0 0,0-16 0 0 0,0 15-48 0 0,0 1-64 0 0,0-16 88 0 0,0 15-88 0 0,0 0 64 0 0,0 1-64 0 0,0-16 0 0 0,0 15 0 0 0,0 0 80 0 0,0 1-80 0 0,0-16 64 0 0,0 15-64 0 0,0-15 96 0 0,0 16-32 0 0,0-16 0 0 0,0 15 0 0 0,0-15 0 0 0,0 0 0 0 0,0 0 0 0 0,0 0 0 0 0,-15 15 0 0 0,15-15-64 0 0,0 0 96 0 0,0 0-32 0 0,0 16-64 0 0,0-16 64 0 0,0 0-64 0 0,0 0 64 0 0,0 0-64 0 0,0 0 0 0 0,0 0 0 0 0,0 0 0 0 0,0 0 0 0 0,0 0 0 0 0,0 0 0 0 0,0 0 0 0 0,0 0 0 0 0,0 0-112 0 0,0 0 24 0 0,0 0 8 0 0,0 0-728 0 0,0 0-152 0 0,0 0-24 0 0,0 0-5744 0 0,0 0-1151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50.756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201 93 8864 0 0,'0'0'192'0'0,"0"0"48"0"0,0 0 8 0 0,0 0 0 0 0,0 0-248 0 0,0 0 0 0 0,0 0 0 0 0,0 0 0 0 0,0 0 720 0 0,0 0 96 0 0,0 0 16 0 0,0 0 8 0 0,0 0-72 0 0,0 0-24 0 0,0 0 0 0 0,0 0 0 0 0,0 0-73 0 0,0 0-23 0 0,0 0 0 0 0,0 0 0 0 0,0 0-152 0 0,0 0-32 0 0,0 0-8 0 0,0 0 0 0 0,0 0-48 0 0,0 0-16 0 0,0 0 0 0 0,0 0 0 0 0,0 0-40 0 0,15 0 0 0 0,-15 0-8 0 0,0 0 0 0 0,-15 0-40 0 0,15-15-8 0 0,0 15 0 0 0,0 0 0 0 0,0 0-72 0 0,0 0-8 0 0,-16 0-8 0 0,16-16 0 0 0,0 16-88 0 0,0 0-24 0 0,0 0 0 0 0,0 0 0 0 0,0 0 0 0 0,0 0-8 0 0,-15 0 0 0 0,15 0 0 0 0,0 0-16 0 0,0 0 0 0 0,0 0 0 0 0,0 0 0 0 0,-16-15-72 0 0,1 15 80 0 0,15 0-80 0 0,0 0 80 0 0,0 0-80 0 0,0 0 0 0 0,-15 0 0 0 0,15 0 64 0 0,0 0-64 0 0,0 15 0 0 0,-16-15 0 0 0,16 0 0 0 0,0 0 0 0 0,0 0 0 0 0,0 16 0 0 0,-15-16 0 0 0,15 15 0 0 0,0-15 0 0 0,-16 0 0 0 0,16 16 0 0 0,0-16 0 0 0,0 0 0 0 0,-15 15 0 0 0,15-15 0 0 0,-15 0 0 0 0,15 0 0 0 0,0 0 0 0 0,0 15 0 0 0,0-15 0 0 0,-16 0 0 0 0,16 16 0 0 0,0-16 0 0 0,0 0 0 0 0,0 0 0 0 0,-15 15 0 0 0,15-15 0 0 0,0 0 0 0 0,0 0 0 0 0,0 0 0 0 0,0 16 0 0 0,0-16 0 0 0,0 0 0 0 0,0 0 0 0 0,0 15 0 0 0,-15-15 0 0 0,15 0 0 0 0,0 0 72 0 0,0 15-72 0 0,0-15 0 0 0,0 0 0 0 0,0 16 0 0 0,0-1 64 0 0,0-15-64 0 0,0 0 0 0 0,0 16 0 0 0,0-16 0 0 0,0 15 0 0 0,0-15 0 0 0,0 0 0 0 0,0 15 0 0 0,0-15 0 0 0,0 0 0 0 0,0 16 0 0 0,0-1 0 0 0,0-15 0 0 0,0 0 0 0 0,0 15 0 0 0,0 1 0 0 0,0-16 0 0 0,0 0 0 0 0,0 15 0 0 0,0-15 0 0 0,0 0 0 0 0,0 16 64 0 0,0-16-64 0 0,0 0 0 0 0,0 0 0 0 0,0 0 0 0 0,0 0 0 0 0,0 0 64 0 0,0 15-64 0 0,0-15 0 0 0,0 15 0 0 0,0-15 0 0 0,0 16 0 0 0,0-16 0 0 0,0 0 0 0 0,15 0 0 0 0,-15 15 0 0 0,0-15 0 0 0,0 0 0 0 0,0 0 0 0 0,0 0 0 0 0,0 0 0 0 0,0 0 0 0 0,15 0 0 0 0,-15 16 0 0 0,16-16 0 0 0,-16 0 0 0 0,0 15 0 0 0,15-15 0 0 0,-15 0 0 0 0,0 0 0 0 0,0 0 0 0 0,15 0 0 0 0,-15 0 0 0 0,16 15 0 0 0,-16-15 0 0 0,0 0 0 0 0,15 0 0 0 0,-15 0 0 0 0,16 16 0 0 0,-1-16 0 0 0,-15 0 0 0 0,15 0 0 0 0,-15 0 0 0 0,16 0 0 0 0,-16 0 0 0 0,15 0 0 0 0,-15-16 0 0 0,16 16 0 0 0,-16 0 0 0 0,15 0 0 0 0,-15 0 64 0 0,0-15-64 0 0,15 15 0 0 0,-15 0 0 0 0,0 0 0 0 0,16-15 0 0 0,-16 15 0 0 0,15 0 64 0 0,-15 0-64 0 0,0-16 0 0 0,0 1 0 0 0,16 15 0 0 0,-16 0 64 0 0,0 0-64 0 0,15-16 0 0 0,-15 16 0 0 0,0 0 0 0 0,0 0 0 0 0,0 0 0 0 0,15-15 0 0 0,-15 15 0 0 0,0 0 0 0 0,0 0 64 0 0,0-15-64 0 0,0 15 0 0 0,0-16 0 0 0,0 1 0 0 0,0 15 0 0 0,0-16 64 0 0,0 16-64 0 0,0-15 0 0 0,0 0 0 0 0,0 15 0 0 0,0-16 0 0 0,-15 16 0 0 0,15 0 0 0 0,0 0 64 0 0,0 0-64 0 0,0-15 0 0 0,0 0 0 0 0,0 15 0 0 0,0-16 0 0 0,0 16 72 0 0,0-15-72 0 0,0-1 0 0 0,0 16 64 0 0,0-15-64 0 0,-15 0 0 0 0,15 15 0 0 0,0-16 64 0 0,0 16-64 0 0,0 0 72 0 0,-16-15-72 0 0,16 15 96 0 0,-15 0-24 0 0,15-16-8 0 0,0 16 0 0 0,0 0-64 0 0,-16-15 64 0 0,1 15-64 0 0,15 0 64 0 0,0-15-64 0 0,-15 15 0 0 0,15-16 72 0 0,-16 16-72 0 0,16 0 0 0 0,-15-15 0 0 0,15 15 0 0 0,-16-16 0 0 0,1 16 0 0 0,15 0 0 0 0,-15-15 0 0 0,-1 15 0 0 0,16-15 0 0 0,-15 15-120 0 0,15 0 24 0 0,-16-16 0 0 0,16 16-728 0 0,0-15-136 0 0,-15 15-32 0 0,0 0-5840 0 0,15 0-1167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55.517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247 15 9936 0 0,'0'0'280'0'0,"0"0"72"0"0,0 0-288 0 0,0 0-64 0 0,0 0 0 0 0,0 0 0 0 0,0 0 848 0 0,0 0 152 0 0,0 0 32 0 0,0 0 8 0 0,0 0-416 0 0,0 0-80 0 0,-15 0-24 0 0,15 0-1 0 0,0 0-71 0 0,0 0-8 0 0,0 0-8 0 0,0 0 0 0 0,0 0-48 0 0,0 0-16 0 0,0 0 0 0 0,0 0 0 0 0,0-15-24 0 0,0 15-8 0 0,0 0 0 0 0,0 0 0 0 0,-16 0-56 0 0,1 15-16 0 0,15-15 0 0 0,0 0 0 0 0,-16 0-56 0 0,16 0-16 0 0,-15 16 0 0 0,15-16 0 0 0,0 0-56 0 0,0 15-8 0 0,-15-15-8 0 0,15 0 0 0 0,0 0-24 0 0,-16 16-8 0 0,16-16 0 0 0,0 15 0 0 0,-15-15 24 0 0,15 0 8 0 0,0 0 0 0 0,0 0 0 0 0,-16 15-32 0 0,16 1-8 0 0,0-16 0 0 0,0 0 0 0 0,-15 15 8 0 0,15-15 0 0 0,0 0 0 0 0,-15 16 0 0 0,15-16 16 0 0,0 0 8 0 0,-16 0 0 0 0,16 15 0 0 0,0-15-40 0 0,0 15-8 0 0,0-15 0 0 0,0 0 0 0 0,-15 0-64 0 0,15 0 64 0 0,0 0-64 0 0,0 16 64 0 0,0-16-64 0 0,0 15 0 0 0,-16 1 0 0 0,16-16 0 0 0,0 0 0 0 0,0 15 0 0 0,0-15 0 0 0,0 15 0 0 0,0-15 64 0 0,0 16-64 0 0,0-16 0 0 0,0 15 64 0 0,0-15-64 0 0,0 0 0 0 0,0 16 72 0 0,0-16-72 0 0,0 15 0 0 0,0-15 0 0 0,0 15 0 0 0,0-15 64 0 0,0 0-64 0 0,0 0 0 0 0,16 16 64 0 0,-16-16-64 0 0,0 0 0 0 0,0 15 0 0 0,0-15 0 0 0,0 0 0 0 0,0 0 0 0 0,0 0 0 0 0,15 16 0 0 0,-15-16 0 0 0,0 0 0 0 0,0 0 0 0 0,0 0 0 0 0,16 15 0 0 0,-1-15 0 0 0,-15 0 64 0 0,0 0-64 0 0,0 0 0 0 0,0 0 0 0 0,15 15 72 0 0,-15-15-72 0 0,0 0 0 0 0,0 0 64 0 0,16-15-64 0 0,-16 15 0 0 0,0 0 0 0 0,15 0 96 0 0,-15 0-96 0 0,16 0 96 0 0,-1 0-96 0 0,-15-15 0 0 0,0 15 0 0 0,0 0 0 0 0,15 0 0 0 0,1-16 0 0 0,-16 16 0 0 0,15 0 0 0 0,-15 0 0 0 0,16-15 0 0 0,-16 15 0 0 0,0 0 0 0 0,0 0 0 0 0,15-16 0 0 0,-15 16 0 0 0,15-15 0 0 0,-15 15 0 0 0,0 0 0 0 0,16-15 0 0 0,-16 15 0 0 0,0 0 0 0 0,0-16 0 0 0,15 16 0 0 0,-15-15 64 0 0,0 15-64 0 0,0 0 0 0 0,0 0 0 0 0,0 0 0 0 0,0 0 0 0 0,0 0 64 0 0,0-16-64 0 0,0 16 0 0 0,15-15 0 0 0,-15 15 0 0 0,0 0 0 0 0,0-15 0 0 0,0 15 0 0 0,0-16 0 0 0,0 16 80 0 0,0-15-80 0 0,0 15 64 0 0,-15 0-64 0 0,15 0 0 0 0,0-16 0 0 0,0 16 64 0 0,0-15-64 0 0,0 15 0 0 0,0-15 0 0 0,0 15 64 0 0,-15 0-64 0 0,15-16 0 0 0,0 16 72 0 0,-16-15-72 0 0,16 15 72 0 0,0-16-72 0 0,-15 1 96 0 0,15 15-96 0 0,-15-15 96 0 0,15 15-32 0 0,-16-16 0 0 0,16 16-64 0 0,-15 0 88 0 0,15-15-88 0 0,0 15 80 0 0,-16 0-80 0 0,1 0 0 0 0,15 0 64 0 0,-15 0-64 0 0,15 0 0 0 0,-16 0 0 0 0,16 0 0 0 0,-15 0 0 0 0,-1 0 0 0 0,16 0 0 0 0,0 0 0 0 0,-15-16 0 0 0,0 16 0 0 0,15 0 0 0 0,-16 0 0 0 0,1 0 0 0 0,15 0 0 0 0,-16 0-272 0 0,1 16-24 0 0,15-16-8 0 0,-15 0-6936 0 0,15 0-1391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8:59.355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308 0 10808 0 0,'0'0'304'0'0,"0"0"72"0"0,0 0-304 0 0,0 0-72 0 0,0 0 0 0 0,0 0 0 0 0,0 0 824 0 0,0 0 144 0 0,-15 0 32 0 0,15 0 8 0 0,0 0-312 0 0,0 0-65 0 0,0 0-15 0 0,0 0 0 0 0,0 0-120 0 0,0 0-24 0 0,0 0-8 0 0,-16 0 0 0 0,16 0-72 0 0,0 0-8 0 0,0 0-8 0 0,-15 0 0 0 0,15 0-104 0 0,0 0-16 0 0,0 0-8 0 0,0 0 0 0 0,-16 0-72 0 0,16 16-16 0 0,-15-16 0 0 0,15 0 0 0 0,0 15-32 0 0,-15-15-16 0 0,15 0 0 0 0,-16 0 0 0 0,16 15-32 0 0,0-15-8 0 0,-15 16 0 0 0,15-16 0 0 0,0 0-72 0 0,0 0 96 0 0,-16 15-96 0 0,16-15 96 0 0,0 0 0 0 0,0 16 0 0 0,0-16 0 0 0,0 15 0 0 0,-15-15 32 0 0,15 0 0 0 0,0 0 8 0 0,0 15 0 0 0,0-15-16 0 0,-15 16-8 0 0,15-16 0 0 0,0 15 0 0 0,0 1-32 0 0,0-16-8 0 0,0 15 0 0 0,0-15 0 0 0,0 0-72 0 0,0 15 64 0 0,0 1-64 0 0,0-1 64 0 0,0-15-64 0 0,0 0 0 0 0,15 16 0 0 0,-15-1 0 0 0,0-15 0 0 0,15 0 0 0 0,-15 0 0 0 0,0 15 0 0 0,0-15 0 0 0,0 16 0 0 0,16-16 64 0 0,-16 15-64 0 0,0-15 0 0 0,15 16 64 0 0,-15-16-64 0 0,16 0 64 0 0,-16 15-64 0 0,0-15 0 0 0,0 0 0 0 0,0 0 64 0 0,15 0-64 0 0,-15 0 0 0 0,0 0 0 0 0,15 0 0 0 0,-15 0 64 0 0,16 0-64 0 0,-16 0 0 0 0,15 0 64 0 0,-15 0-64 0 0,0 0 64 0 0,16 0-64 0 0,-16 0 64 0 0,15 0-64 0 0,-15 0 64 0 0,15 0-64 0 0,-15 0 64 0 0,16-15-64 0 0,-1 15 0 0 0,-15-16 0 0 0,0 16 64 0 0,16 0-64 0 0,-16-15 0 0 0,15 15 0 0 0,-15-16 64 0 0,0 1-64 0 0,0 15 0 0 0,15-15 72 0 0,-15 15-72 0 0,0-16 0 0 0,0 1 72 0 0,0 15-72 0 0,0-16 0 0 0,0 16 64 0 0,0 0-64 0 0,0-15 0 0 0,0 0 0 0 0,0 15 72 0 0,0 0-72 0 0,-15-16 0 0 0,15 1 72 0 0,0 15-72 0 0,0 0 96 0 0,-15-16-96 0 0,15 16 96 0 0,-16-15-8 0 0,16 15 0 0 0,0 0 0 0 0,-15 0 0 0 0,-1-15 24 0 0,16-1 8 0 0,-15 16 0 0 0,0-15 0 0 0,15 15 16 0 0,-16-16 8 0 0,1 16 0 0 0,15-15 0 0 0,-16 15-56 0 0,1 0-16 0 0,15-15 0 0 0,-15 15 0 0 0,-1 0-72 0 0,1 0 0 0 0,15-16 0 0 0,-16 16 64 0 0,1 0-64 0 0,0 0 0 0 0,15 16 0 0 0,-16-16 0 0 0,1 0-128 0 0,0 0-8 0 0,-1 0-8 0 0,1 15 0 0 0,-1-15-728 0 0,1 0-152 0 0,0 0-24 0 0,15 15-5848 0 0,-16-15-1167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9:06.342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154 170 10240 0 0,'0'-169'288'0'0,"0"169"64"0"0,0 30-280 0 0,0 16-72 0 0,0-30 0 0 0,0-1 0 0 0,0 1 888 0 0,0-16 160 0 0,0 0 32 0 0,0 0 8 0 0,15 15-232 0 0,-15-15-49 0 0,0 0-7 0 0,0 0 0 0 0,0 0-192 0 0,0 0-48 0 0,0 0-8 0 0,0 0 0 0 0,0 0-136 0 0,0 0-32 0 0,0 0-8 0 0,0 0 0 0 0,0 0-88 0 0,0 0-24 0 0,0 0 0 0 0,16 0 0 0 0,-16 0-24 0 0,0 0-8 0 0,15-15 0 0 0,-15 15 0 0 0,16 0-16 0 0,-16 0-8 0 0,0 0 0 0 0,0 0 0 0 0,0-16-8 0 0,15 16 0 0 0,-15 0 0 0 0,0 0 0 0 0,0 0-32 0 0,0 0-8 0 0,15-15 0 0 0,-15 15 0 0 0,0 0-40 0 0,0 0-16 0 0,0 0 0 0 0,16 0 0 0 0,-16 0-40 0 0,15 0-64 0 0,-15-16 88 0 0,16 16-88 0 0,-16 0 72 0 0,0 0-72 0 0,0 0 0 0 0,15 0 72 0 0,-15-15-72 0 0,15 15 0 0 0,-15 0 0 0 0,0 0 64 0 0,0 0-64 0 0,0 0 0 0 0,0 0 0 0 0,0 0 0 0 0,0 0 0 0 0,0 0 0 0 0,16 0 0 0 0,-16 0 0 0 0,0 0 0 0 0,0 0 0 0 0,0 0 0 0 0,15 0 0 0 0,1 0 0 0 0,-16 0 64 0 0,0 0-64 0 0,15 0 0 0 0,-15 0 0 0 0,0 0 0 0 0,0 0 0 0 0,0 0 0 0 0,0 0 0 0 0,15 0 0 0 0,1 0 64 0 0,-16 0-64 0 0,0 0 0 0 0,0 0 0 0 0,0 15 0 0 0,0-15 0 0 0,0 0 0 0 0,15 0 0 0 0,-15 16 0 0 0,16-16 0 0 0,-16 0 0 0 0,0 0 0 0 0,0 0 0 0 0,0 0 0 0 0,0 0 0 0 0,0 0 0 0 0,0 0 64 0 0,0 15-64 0 0,0-15 0 0 0,0 16 0 0 0,0-1 0 0 0,0-15 0 0 0,0 0 0 0 0,0 0 64 0 0,0 0-64 0 0,0 0 0 0 0,0 0 0 0 0,0 0 0 0 0,0 0 64 0 0,0 15-64 0 0,0-15 0 0 0,0 0 0 0 0,0 16 0 0 0,-16-1 0 0 0,16 1 0 0 0,-15-1 0 0 0,15-15 0 0 0,0 15 0 0 0,-16 1 0 0 0,16-1 64 0 0,-15-15-64 0 0,15 0 0 0 0,0 0 0 0 0,0 0 0 0 0,-15 16 0 0 0,15-1 0 0 0,-16-15 0 0 0,16 0 0 0 0,0 0 0 0 0,0 15 0 0 0,0-15 0 0 0,0 0 0 0 0,-15 0 0 0 0,15 0 0 0 0,0 0 0 0 0,0 16 0 0 0,-16-16 0 0 0,16 0 0 0 0,0 15 0 0 0,-15-15 0 0 0,15 0 0 0 0,0 0 0 0 0,0 0 0 0 0,0 0 0 0 0,0 0 0 0 0,0 0 0 0 0,0 0 0 0 0,0 0 0 0 0,0 0 0 0 0,-15 16 0 0 0,15-16 0 0 0,0 0 0 0 0,0 0 0 0 0,0 0 0 0 0,0 0 0 0 0,0 0 0 0 0,0 0 0 0 0,0 0 0 0 0,0 0 0 0 0,0 0 0 0 0,0 0 0 0 0,0 0 0 0 0,0 0 0 0 0,0 0 0 0 0,0 0 0 0 0,0 0 0 0 0,0 0 0 0 0,0-16 0 0 0,0 16 64 0 0,0 0-64 0 0,0 0 0 0 0,15 0 0 0 0,0 0 0 0 0,-15 0 0 0 0,16 0 0 0 0,-16 0 0 0 0,0 0 0 0 0,0 0 0 0 0,0 0 0 0 0,0 0 0 0 0,0 0 0 0 0,0 0 0 0 0,0 0 0 0 0,0 0 0 0 0,15 0 0 0 0,-15 0 0 0 0,0 0 0 0 0,0 0 0 0 0,0 0 0 0 0,0 0 0 0 0,0 0 0 0 0,16 0 0 0 0,-1 16 0 0 0,-15-16 0 0 0,0 0 0 0 0,0 0 0 0 0,15 15 0 0 0,-15-15 0 0 0,0 0 0 0 0,16 0 0 0 0,-16 0 0 0 0,0 0 0 0 0,0 15 0 0 0,0 1 0 0 0,0-16 0 0 0,0 0 0 0 0,0 0 0 0 0,15 0 0 0 0,-15 15 0 0 0,0-15 0 0 0,0 0 0 0 0,0 0 0 0 0,0 16 0 0 0,0-1 0 0 0,0-15 0 0 0,0 0 0 0 0,0 15 0 0 0,0-15 0 0 0,0 16 0 0 0,0-16 0 0 0,-15 0 0 0 0,15 0 0 0 0,0 15 0 0 0,0 1 0 0 0,0-16 0 0 0,0 0 0 0 0,-16 0 0 0 0,16 0 0 0 0,0 15 0 0 0,-15-15 64 0 0,15 0-64 0 0,0 0 0 0 0,0 0 0 0 0,0 0 64 0 0,-15 15-64 0 0,15-15 0 0 0,-16 0 0 0 0,16 0 0 0 0,0 0 0 0 0,-15 0 0 0 0,-1 0 64 0 0,16 0-64 0 0,0 0 0 0 0,-15 0 0 0 0,0 0 72 0 0,15 0-72 0 0,-16 0 0 0 0,1 0 72 0 0,15 0-72 0 0,-16 0 0 0 0,1-15 88 0 0,0 15-88 0 0,-1 0 80 0 0,16 0-80 0 0,-15 0 0 0 0,-1 0 0 0 0,16 0 0 0 0,-15 15 0 0 0,15-15 0 0 0,-15 0 0 0 0,-1 0 0 0 0,16 0 0 0 0,0 0 0 0 0,-15 16-104 0 0,-1-16 8 0 0,16 0 0 0 0,-15 0-168 0 0,0 0-32 0 0,-1 15-8 0 0,-15-15-6944 0 0,16 15-1391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9:13.058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46 170 12352 0 0,'0'0'272'0'0,"0"0"56"0"0,0 0 16 0 0,0 0 0 0 0,0 0-280 0 0,0 0-64 0 0,0 0 0 0 0,0 0 0 0 0,0 0 776 0 0,0 0 144 0 0,0 0 24 0 0,0 0 7 0 0,0 0-223 0 0,0 0-48 0 0,0 0-8 0 0,0 0 0 0 0,0 0-64 0 0,0 0-8 0 0,0 0-8 0 0,0-16 0 0 0,0 16-72 0 0,0 0-8 0 0,0 0-8 0 0,0 0 0 0 0,0-15-120 0 0,0 15-16 0 0,0 0-8 0 0,0-16 0 0 0,0 1-88 0 0,0 15-16 0 0,16 0-8 0 0,-16-15 0 0 0,0 15-72 0 0,15-16-16 0 0,-15 16 0 0 0,0 0 0 0 0,0-15-40 0 0,0 15-16 0 0,0 0 0 0 0,0 0 0 0 0,15-16-32 0 0,-15 16-8 0 0,0 0 0 0 0,16-15 0 0 0,-16 15-64 0 0,0 0 80 0 0,0 0-80 0 0,15-15 80 0 0,-15 15-80 0 0,0 0 64 0 0,16-16-64 0 0,-16 16 64 0 0,0 0-64 0 0,15 0 64 0 0,-15 0-64 0 0,0 0 64 0 0,15 0-64 0 0,-15 0 0 0 0,0 0 0 0 0,0 0 64 0 0,16 0-64 0 0,-16 0 0 0 0,0 0 0 0 0,0 0 64 0 0,15 0-64 0 0,-15 0 0 0 0,16 16 0 0 0,-16-16 0 0 0,0 0 0 0 0,0 0 0 0 0,15 15 0 0 0,-15-15 0 0 0,0 0 0 0 0,0 15 0 0 0,0 1 0 0 0,0-16 0 0 0,0 15 0 0 0,0 1 0 0 0,0-16 0 0 0,0 15 0 0 0,0-15 0 0 0,0 15 0 0 0,-15 1 0 0 0,15-1 0 0 0,0-15 0 0 0,0 16 0 0 0,0-1 0 0 0,-16-15 0 0 0,16 15 0 0 0,-15 1 0 0 0,15-16 0 0 0,0 15 0 0 0,0-15 0 0 0,0 0 0 0 0,-16 16 0 0 0,16-16 0 0 0,0 0 0 0 0,-15 15 0 0 0,15-15 64 0 0,0 0-64 0 0,0 0 0 0 0,0 0 0 0 0,0 0 0 0 0,0 0 0 0 0,0 0 0 0 0,0 0 0 0 0,0 0 0 0 0,0 0 0 0 0,0 0 0 0 0,0 0 0 0 0,0 0 0 0 0,0 0 0 0 0,0 0 0 0 0,0 0 0 0 0,0 0 64 0 0,0 0-64 0 0,0 0 0 0 0,0 0 0 0 0,0 0 0 0 0,0 0 0 0 0,0 0 0 0 0,0 0 0 0 0,15 0 0 0 0,-15 0 0 0 0,0 0 0 0 0,16 0 0 0 0,-1 0-72 0 0,-15 0 72 0 0,16 0 0 0 0,-1 0 0 0 0,-15 0 0 0 0,15 0 0 0 0,1 15 0 0 0,-16-15 0 0 0,15 0 0 0 0,-15 16 0 0 0,16-16 0 0 0,-1 15-64 0 0,-15-15 64 0 0,0 16 0 0 0,15-16 0 0 0,-15 0 0 0 0,0 15-64 0 0,0-15 64 0 0,16 15 0 0 0,-16 1 0 0 0,0-1 0 0 0,0-15 0 0 0,0 0 0 0 0,0 16 0 0 0,0-1 0 0 0,-16-15 0 0 0,16 0 0 0 0,0 15 0 0 0,0 1 0 0 0,-15-16 0 0 0,15 15 0 0 0,0-15 0 0 0,-15 0 0 0 0,15 16 0 0 0,-16-16 0 0 0,16 0 0 0 0,-15 0 0 0 0,-1 0 0 0 0,16 0 0 0 0,-15 0 72 0 0,0 15-72 0 0,15-15 64 0 0,-16-15 16 0 0,1 15 0 0 0,-1 15 0 0 0,1-30 0 0 0,15 15 0 0 0,-15 0 0 0 0,-1 0 0 0 0,16 0 0 0 0,-15 0-80 0 0,15 0 0 0 0,-16 0 0 0 0,1 0 0 0 0,15 0 0 0 0,0 0 0 0 0,-15 0 0 0 0,-1 0 0 0 0,16 0-64 0 0,-15-16-32 0 0,15 16-8 0 0,-16 0 0 0 0,16 0-816 0 0,0 0-160 0 0,-15-15-32 0 0,15 15-9439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9:14.513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46 15440 0 0,'0'0'440'0'0,"0"0"88"0"0,0 0-425 0 0,0 0-103 0 0,0 0 0 0 0,0 0 0 0 0,0 0 800 0 0,0 0 144 0 0,0 0 24 0 0,0 0 8 0 0,16 0-400 0 0,-1 0-88 0 0,0 0-8 0 0,1 0-8 0 0,-16 0-64 0 0,15 0-16 0 0,1 0 0 0 0,-1 0 0 0 0,-15 0-80 0 0,15 0-24 0 0,1 0 0 0 0,-1 0 0 0 0,-15 0-56 0 0,16 0-8 0 0,-16-15-8 0 0,15 15 0 0 0,-15 0-72 0 0,15 0-16 0 0,1 0 0 0 0,-16-16 0 0 0,0 16-32 0 0,15 0-16 0 0,-15 0 0 0 0,0 0 0 0 0,0 0-80 0 0,16-15 80 0 0,-16 15-80 0 0,0 0 80 0 0,0 0-80 0 0,0 0 0 0 0,0 0 0 0 0,0 0 64 0 0,0 0-64 0 0,0 0 0 0 0,0 0 0 0 0,0 0 64 0 0,0 0-64 0 0,0 0 0 0 0,0 0 0 0 0,15 15 0 0 0,-15-15 0 0 0,0 0 0 0 0,0 0 0 0 0,15 16 0 0 0,-15-16 0 0 0,0 0 0 0 0,0 15 64 0 0,16-15-64 0 0,-16 0 0 0 0,0 16 0 0 0,0-1 0 0 0,0-15 0 0 0,0 15 72 0 0,15 1-72 0 0,-15-16 80 0 0,0 0-80 0 0,0 15 88 0 0,0 1-88 0 0,0-16 96 0 0,0 0-96 0 0,0 15 88 0 0,0 0-88 0 0,0-15 80 0 0,0 0-80 0 0,16 16 0 0 0,-16-1 64 0 0,0-15-64 0 0,0 16 0 0 0,0-1 0 0 0,15 0 0 0 0,-15-15 0 0 0,0 16 0 0 0,0-1 0 0 0,0-15 0 0 0,0 16 0 0 0,0-1 0 0 0,0 0 0 0 0,15 1 0 0 0,-15-1 0 0 0,0-15 0 0 0,0 16 0 0 0,0 14 0 0 0,0-30 0 0 0,16 16 0 0 0,-16-1 0 0 0,0 0 0 0 0,0 1 0 0 0,0-1 0 0 0,0 1 0 0 0,0-1 0 0 0,0 0 0 0 0,0 1 0 0 0,0-1 64 0 0,0 1-64 0 0,0-1 0 0 0,0-15 0 0 0,0 15 64 0 0,15 1-64 0 0,-15-16 0 0 0,0 15 0 0 0,0 1 0 0 0,0-16 0 0 0,0 15 0 0 0,0 0 0 0 0,0-15 0 0 0,0 16 64 0 0,0-1-64 0 0,0-15 0 0 0,0 16 0 0 0,0-1 0 0 0,0-15 0 0 0,0 0 0 0 0,0 15 0 0 0,0 1 0 0 0,0-16 0 0 0,0 15 0 0 0,0 1 64 0 0,0-16-64 0 0,0 0 0 0 0,0 15 72 0 0,0 0-72 0 0,0-15 0 0 0,0 0 0 0 0,0 16 0 0 0,0-1 0 0 0,0-15 0 0 0,0 0 0 0 0,0 16 0 0 0,0-16 0 0 0,0 15 0 0 0,0-15 0 0 0,0 15 0 0 0,0-15 0 0 0,0 16 0 0 0,0-1 0 0 0,0-15 0 0 0,0 15 0 0 0,0 1 0 0 0,0-16 0 0 0,0 15 0 0 0,0-15 0 0 0,0 16 0 0 0,0-1 0 0 0,0-15 0 0 0,0 15 0 0 0,0 1 0 0 0,0-1 0 0 0,0-15 0 0 0,0 0 0 0 0,0 16 0 0 0,0-1 64 0 0,0-15-64 0 0,0 15 0 0 0,0 1 0 0 0,0-16 0 0 0,0 15 0 0 0,0-15 0 0 0,0 16 0 0 0,0-16 0 0 0,0 15 0 0 0,0-15 0 0 0,0 15 0 0 0,0 1 0 0 0,0-1 0 0 0,0-15 0 0 0,0 0 0 0 0,0 0 0 0 0,0 0 0 0 0,0 16 0 0 0,0-16 0 0 0,0 0 0 0 0,0 15 0 0 0,0-15 0 0 0,0 15 0 0 0,0 1 0 0 0,0-16 0 0 0,0 0 0 0 0,0 15 0 0 0,15-15 0 0 0,-15 0 0 0 0,0 16 0 0 0,0-16 0 0 0,0 0 0 0 0,0 0 0 0 0,0 0 0 0 0,0 15 0 0 0,0-15 0 0 0,0 0 0 0 0,0 0 0 0 0,0 0 0 0 0,0 15 0 0 0,0 1 0 0 0,0-16 0 0 0,0 0 0 0 0,0 0 0 0 0,0 0 0 0 0,0 0 0 0 0,0 0 0 0 0,0 0 0 0 0,0 0 0 0 0,0 15 0 0 0,0-15 0 0 0,0 0 64 0 0,0 0-64 0 0,0 0 0 0 0,0 0 0 0 0,0 0 0 0 0,0 0 0 0 0,0 0 64 0 0,0 0-64 0 0,0 0 64 0 0,0 0-64 0 0,0 0 64 0 0,0 0-64 0 0,0 0 64 0 0,0 0-64 0 0,0 0 0 0 0,0 0 64 0 0,0 0-64 0 0,0 0 0 0 0,0 0 72 0 0,0 0-72 0 0,0 0 80 0 0,0 0-80 0 0,-15 0 64 0 0,15 0-64 0 0,0 0 0 0 0,0 0 72 0 0,0 0-72 0 0,-15 0 80 0 0,15 0-80 0 0,-16 0 80 0 0,16 0-80 0 0,-15 0 64 0 0,15 0-64 0 0,0 16 64 0 0,0-16-64 0 0,-15 0 80 0 0,-1 0-80 0 0,16 0 80 0 0,-15 0-80 0 0,15 0 0 0 0,-16-16 0 0 0,16 16 64 0 0,-15 0-64 0 0,0 0 0 0 0,15 0 0 0 0,-16 0 64 0 0,1 0-64 0 0,15 0 0 0 0,-16 0-80 0 0,1 0 80 0 0,15 0-320 0 0,-15 0-8 0 0,-1 0-8 0 0,16 0-7240 0 0,-15 0-1447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9:18.420"/>
    </inkml:context>
    <inkml:brush xml:id="br0">
      <inkml:brushProperty name="width" value="0.05" units="cm"/>
      <inkml:brushProperty name="height" value="0.05" units="cm"/>
      <inkml:brushProperty name="color" value="#E71224"/>
    </inkml:brush>
    <inkml:brush xml:id="br1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1324 0 13880 0 0,'0'0'304'0'0,"0"0"64"0"0,0 0 16 0 0,0 0 0 0 0,0 0-304 0 0,0 0-80 0 0,0 0 0 0 0,0 0 0 0 0,0 0 736 0 0,0 0 135 0 0,0 0 25 0 0,0 0 8 0 0,0 0-232 0 0,0 0-40 0 0,0 0-16 0 0,0 0 0 0 0,0 0-72 0 0,0 0-8 0 0,0 0-8 0 0,0 16 0 0 0,0-16-136 0 0,0 15-24 0 0,16-15-8 0 0,-16 16 0 0 0,0-1-136 0 0,0-15-32 0 0,0 15-8 0 0,0 1 0 0 0,0-1-72 0 0,0 1-16 0 0,0-1 0 0 0,15 0 0 0 0,-15 1-24 0 0,0-1-8 0 0,0 1 0 0 0,0 14 0 0 0,0-14-64 0 0,15-1 96 0 0,-15 0-96 0 0,0 16 96 0 0,16-15-96 0 0,-16 14 64 0 0,0-14-64 0 0,0-1 64 0 0,0 1-64 0 0,0 14 0 0 0,15-14 0 0 0,-15 15 64 0 0,0-16-64 0 0,0 0 64 0 0,15 16-64 0 0,-15-15 64 0 0,0-1-64 0 0,0 0 0 0 0,0 16 72 0 0,0-15-72 0 0,16-1 0 0 0,-16 0 72 0 0,0 16-72 0 0,0-15 0 0 0,15 14 64 0 0,-15 1-64 0 0,0-16 0 0 0,0 16 0 0 0,0 0 72 0 0,0 0-72 0 0,16 0 0 0 0,-16-1 72 0 0,0-14-72 0 0,0 15 64 0 0,15-16-64 0 0,-15 16 64 0 0,0-16-64 0 0,0 16 96 0 0,0-16-96 0 0,0 1 96 0 0,15 15-96 0 0,-15-16 0 0 0,0 0 0 0 0,0 16 0 0 0,16-15 0 0 0,-16-1 0 0 0,0 0 0 0 0,0 1 64 0 0,15 14-64 0 0,-15-14 0 0 0,0-1 72 0 0,0 16-72 0 0,0-16 0 0 0,16 1 0 0 0,-16 15 0 0 0,0-1 64 0 0,0-14-64 0 0,0 15 0 0 0,0-16 0 0 0,0 16 64 0 0,0 0-64 0 0,0-16 0 0 0,0 16 0 0 0,15-16 0 0 0,-15 1 0 0 0,0 14 0 0 0,0-14 0 0 0,0-1 0 0 0,0 1 88 0 0,0-1-24 0 0,0 16 0 0 0,0-16 0 0 0,15 0-64 0 0,-15 1-72 0 0,0 15 72 0 0,0-16-104 0 0,0 0 104 0 0,0 1 0 0 0,0-1 0 0 0,0 1 0 0 0,0-1 0 0 0,0 0 0 0 0,0 16 0 0 0,0-15 0 0 0,0-1 0 0 0,0 16 0 0 0,0-16 0 0 0,0 1 0 0 0,0 14 0 0 0,0-14 0 0 0,0 15 0 0 0,0-16 0 0 0,16 0 64 0 0,-16 16-64 0 0,0-15 0 0 0,0-1 0 0 0,0 16 64 0 0,0-16-64 0 0,0 0 0 0 0,0 1 0 0 0,15-1 0 0 0,-15 1 0 0 0,0-1 0 0 0,0 0 0 0 0,0 1 0 0 0,0-1 0 0 0,0 1 0 0 0,0-1 0 0 0,0 0 64 0 0,0 1-64 0 0,0-16 0 0 0,16 15 0 0 0,-16 1 0 0 0,0-1 0 0 0,0 0 0 0 0,0 1 0 0 0,0-16 0 0 0,0 15 0 0 0,0 1 64 0 0,15-1-64 0 0,-15 0 0 0 0,0 1 0 0 0,0-1 0 0 0,0 1 0 0 0,0-1 0 0 0,0 0 0 0 0,0 16 0 0 0,15-15 0 0 0,-15-1 0 0 0,0 0 0 0 0,0 1 0 0 0,0-1 0 0 0,0 0 0 0 0,0 1 0 0 0,0-1 0 0 0,0 1 0 0 0,0-1 64 0 0,0-15-64 0 0,0 15 0 0 0,0-15 0 0 0,0 16 64 0 0,0-16-64 0 0,0 0 0 0 0,0 0 0 0 0,0 0 0 0 0,0 0 0 0 0,0 0 64 0 0,0 0-64 0 0,0 0 0 0 0,0 0-152 0 0,-15 0 32 0 0,15 0 8 0 0,0 0-664 0 0,0-16-136 0 0,-15 1-24 0 0,15 0-9319 0 0</inkml:trace>
  <inkml:trace contextRef="#ctx0" brushRef="#br0" timeOffset="1739.37">0 2002 13936 0 0,'0'0'304'0'0,"0"0"64"0"0,0 0 16 0 0,0 0 8 0 0,0 0-312 0 0,0 0-80 0 0,0 0 0 0 0,0 0 0 0 0,0 0 624 0 0,0 0 111 0 0,0 0 17 0 0,0 0 8 0 0,0 0-136 0 0,16 0-24 0 0,-16 0-8 0 0,0 0 0 0 0,15 15-208 0 0,-15-15-32 0 0,0 0-16 0 0,15 0 0 0 0,-15 0-152 0 0,0 0-32 0 0,16 0-8 0 0,-1 15 0 0 0,-15-15-64 0 0,16 0-16 0 0,-1 16 0 0 0,-15-16 0 0 0,0 0-64 0 0,15 0 64 0 0,1 0-64 0 0,-1 0 64 0 0,1 0-64 0 0,-1 15 80 0 0,-15-15-80 0 0,31 0 80 0 0,-31 0 16 0 0,31 0 0 0 0,-16 16 0 0 0,0-16 0 0 0,1 0-24 0 0,-1 0 0 0 0,1 0 0 0 0,14 0 0 0 0,-14 0 16 0 0,-1 0 0 0 0,0 0 0 0 0,16 0 0 0 0,-15 0-8 0 0,-1 0 0 0 0,0 0 0 0 0,16 0 0 0 0,-15 0-80 0 0,-1 0 64 0 0,16 0-64 0 0,-16 0 64 0 0,1 0-64 0 0,-1 0 0 0 0,0 0 0 0 0,16 0 64 0 0,-15 0-64 0 0,-1 0 0 0 0,0 0 0 0 0,1-16 0 0 0,-16 16 0 0 0,15 0 64 0 0,16 0-64 0 0,-31 0 0 0 0,31 0 0 0 0,-31 0 0 0 0,31 0 64 0 0,-16 0-64 0 0,0 0 0 0 0,1 0 0 0 0,-1 0 0 0 0,16 0 0 0 0,-16 0 0 0 0,16 0 0 0 0,-16 0 0 0 0,16 0 0 0 0,-15 0 0 0 0,-1 0 0 0 0,16 0 0 0 0,-16 0 0 0 0,16 0 0 0 0,-16 0 0 0 0,16 0 0 0 0,-15 0 0 0 0,14 0 0 0 0,-14 0 0 0 0,-1 0 0 0 0,16 0 0 0 0,-16-15 0 0 0,1 15 0 0 0,-1 0 0 0 0,16 0 0 0 0,-16 0 0 0 0,1 0 0 0 0,-1 0 0 0 0,0 0 0 0 0,1 0 0 0 0,-1 0 0 0 0,1 0 0 0 0,-1 0 0 0 0,0 0 0 0 0,1 0 0 0 0,15 0 0 0 0,-16-16 0 0 0,0 16 0 0 0,16 0 0 0 0,-15 0 0 0 0,-1 0 0 0 0,16 0 0 0 0,-16 0 0 0 0,16 0 0 0 0,-16 0 0 0 0,1-15 0 0 0,15 15 0 0 0,-16 0 0 0 0,16 0 0 0 0,-16 0 0 0 0,16 0 0 0 0,-16 0 0 0 0,1 0 0 0 0,14 0 0 0 0,-14 0 64 0 0,-1 0-64 0 0,16 0 0 0 0,-16 0 0 0 0,1 0 0 0 0,-1 0 0 0 0,1 15 0 0 0,14-15 0 0 0,-14 0 0 0 0,-1 0 0 0 0,1 0 0 0 0,-1 0 72 0 0,16 0-72 0 0,-16 0 80 0 0,1 0-80 0 0,14 0 0 0 0,1 0 0 0 0,-15 0 0 0 0,-1 0 0 0 0,16 0 0 0 0,0 0 64 0 0,-16 0-64 0 0,16 0 0 0 0,-16 0 0 0 0,16 0 64 0 0,-16 0-64 0 0,16 0 0 0 0,-16 0 0 0 0,16 0 0 0 0,0 0 64 0 0,-16 0-64 0 0,1 0 0 0 0,15 0 0 0 0,-16 0 0 0 0,16 0 0 0 0,-16 0 0 0 0,1 0 64 0 0,-1 0-64 0 0,16 0 0 0 0,-16 0 0 0 0,1 0 0 0 0,-1 0 64 0 0,16 0-64 0 0,-16 0 0 0 0,1 0 0 0 0,14 0 0 0 0,-14 0 0 0 0,14 0 72 0 0,-14 0-72 0 0,15 0 64 0 0,-16 0-64 0 0,16 0 64 0 0,-16 0-64 0 0,16 0 0 0 0,-16 0 64 0 0,16 0-64 0 0,-15 0 0 0 0,14 0 0 0 0,-14 0 0 0 0,15 0 0 0 0,-16 0 0 0 0,16 0 0 0 0,-16 0 0 0 0,16 0 0 0 0,-16-15 0 0 0,1 15 0 0 0,15 0 0 0 0,-16 0 64 0 0,0 0-64 0 0,1 0 0 0 0,-1 0 64 0 0,16 0-64 0 0,-16 0 0 0 0,1-15 0 0 0,-1 15 64 0 0,0 0-64 0 0,16 0 0 0 0,-15 0 0 0 0,-1 0 0 0 0,0 0 0 0 0,1 0 0 0 0,15 0 0 0 0,-16 0 0 0 0,0 0 0 0 0,16 0 0 0 0,-15 0 0 0 0,14 0 0 0 0,-14 0 0 0 0,15 0 0 0 0,-16 0 64 0 0,0 0-64 0 0,16-16 0 0 0,-15 16 0 0 0,14 0 0 0 0,-14 0 0 0 0,-1 0 0 0 0,0 0 0 0 0,16 0 0 0 0,-15 0 0 0 0,-1 0 0 0 0,0 0 0 0 0,1 0 0 0 0,-1 0 0 0 0,1 0 0 0 0,-1 0 64 0 0,0-15-64 0 0,1 15 0 0 0,-1 0 0 0 0,1 0 0 0 0,-1 0 0 0 0,0 0 0 0 0,16 0 0 0 0,-15 0 0 0 0,-1 0 0 0 0,0 0 0 0 0,1 0 0 0 0,15 0 0 0 0,-16 0 0 0 0,0 0 0 0 0,1 0 0 0 0,-1 0 0 0 0,16 0 0 0 0,-16 0 0 0 0,1 0 0 0 0,-1 0 0 0 0,0 0 0 0 0,16 0 0 0 0,-15 0 0 0 0,-1 0 0 0 0,0 0 64 0 0,1 0-64 0 0,15 0 0 0 0,-16 0 0 0 0,0 0 0 0 0,16 0 0 0 0,-15 0 0 0 0,-1 0 64 0 0,0 0-64 0 0,1 0 0 0 0,-1 0 72 0 0,1 0-72 0 0,-1 0 80 0 0,0 0-80 0 0,1 0 80 0 0,-1 0-80 0 0,1 0 80 0 0,-1 0-80 0 0,0 0 72 0 0,1 0-72 0 0,15 0 64 0 0,-16 0-64 0 0,0 0 80 0 0,16 0-80 0 0,-16 0 96 0 0,1 0-96 0 0,15 0 112 0 0,-16 0-32 0 0,0 0-8 0 0,1 0 0 0 0,15 0 16 0 0,-16 0 0 0 0,0 0 0 0 0,1 0 0 0 0,-1 0-16 0 0,1 0 0 0 0,-1 0 0 0 0,0 0 0 0 0,-15 0-72 0 0,16 0 96 0 0,-1 0-96 0 0,-15 0 96 0 0,0 0-96 0 0,0 0 0 0 0,0 0 72 0 0,0 0-72 0 0,0 0 0 0 0,0 0 72 0 0,0 0-72 0 0,0 0 0 0 0,0 0 0 0 0,0 0-112 0 0,0 0 8 0 0,0 0 0 0 0,0 0-1144 0 0,0 0-224 0 0,0 0-40 0 0</inkml:trace>
  <inkml:trace contextRef="#ctx0" brushRef="#br1" timeOffset="11102.58">1617 2017 8952 0 0,'0'0'192'0'0,"0"0"48"0"0,0 0 8 0 0,0 0 8 0 0,0 0-256 0 0,0 0 0 0 0,0 0 0 0 0,0 0 0 0 0,0 0 504 0 0,0 0 48 0 0,0 0 16 0 0,0 0 0 0 0,0 0-56 0 0,0 0-16 0 0,0 0 0 0 0,0 0 0 0 0,0 0-80 0 0,0 0-8 0 0,0 0-8 0 0,15 0 0 0 0,-15 0-16 0 0,0 0-1 0 0,0 0 1 0 0,0 0 0 0 0,0 0 8 0 0,0-15 0 0 0,0 15 0 0 0,0 0 0 0 0,0 0-16 0 0,0 0-8 0 0,0 0 0 0 0,0 0 0 0 0,0 0-16 0 0,0 0-8 0 0,0 0 0 0 0,0 0 0 0 0,0 0-64 0 0,0 0-16 0 0,0-16 0 0 0,0 16 0 0 0,0 0-40 0 0,0 0-16 0 0,0 0 0 0 0,0 0 0 0 0,0 0-24 0 0,0 0-8 0 0,0 0 0 0 0,0 0 0 0 0,0 0-48 0 0,0 0-16 0 0,0 0 0 0 0,0 0 0 0 0,0 0-48 0 0,0 0-64 0 0,0 0 88 0 0,0 0-88 0 0,0 0 96 0 0,0 0-96 0 0,0 0 96 0 0,0 0-96 0 0,0 0 64 0 0,0 0-64 0 0,0 0 0 0 0,0 0 0 0 0,0 0 72 0 0,0 0-72 0 0,0 0 0 0 0,0 0 72 0 0,0 0-72 0 0,0 0 80 0 0,0 0-80 0 0,0 0 80 0 0,0 0-80 0 0,0 0 0 0 0,0 0 0 0 0,0 0 64 0 0,0 0-64 0 0,0 0 64 0 0,0 0-64 0 0,0 0 64 0 0,0 0-64 0 0,0 0 64 0 0,0 0-64 0 0,0 0 64 0 0,0 0 24 0 0,0 0 0 0 0,0 0 0 0 0,-15 0 0 0 0,15 0-8 0 0,0 0 0 0 0,0-15 0 0 0,0 15 0 0 0,0 0-8 0 0,-16 0 0 0 0,16 0 0 0 0,0 0 0 0 0,0 0-72 0 0,0 0 96 0 0,0 0-96 0 0,0 0 96 0 0,0 0-96 0 0,0 0 64 0 0,0 0-64 0 0,0 0 64 0 0,0 0-64 0 0,-15 0 0 0 0,15 0 0 0 0,0 0 0 0 0,0 0 0 0 0,0 0 0 0 0,0 0 0 0 0,0 0 0 0 0,0 0 0 0 0,-16 0 0 0 0,16 0 0 0 0,0 0 0 0 0,0 15 0 0 0,0-15 0 0 0,0 0 0 0 0,0 16 0 0 0,0-16 0 0 0,0 0 0 0 0,0 0 0 0 0,0 0 0 0 0,0 15 0 0 0,0-15 0 0 0,16 15 0 0 0,-16-15 0 0 0,0 0 0 0 0,0 0 0 0 0,0 0 0 0 0,15 16 0 0 0,-15-16 0 0 0,0 0 0 0 0,0 0 0 0 0,0 0 0 0 0,0 0 0 0 0,0 0 0 0 0,16 0 0 0 0,-16 0 0 0 0,15-16 0 0 0,-15 16 64 0 0,0 0-64 0 0,0 0 0 0 0,0 0 0 0 0,0-15 64 0 0,0 15-64 0 0,0 0 0 0 0,0 0 64 0 0,0-15-64 0 0,0 15 0 0 0,0 0 64 0 0,0 0-64 0 0,0 0 0 0 0,0 0 0 0 0,0-16 64 0 0,0 16-64 0 0,0 0 64 0 0,0 0-64 0 0,0 0 64 0 0,0 0-64 0 0,0 0 0 0 0,0 0 0 0 0,0 0 64 0 0,0 0-64 0 0,0 0 0 0 0,0 0 0 0 0,0 0 0 0 0,0 16 0 0 0,0-16 0 0 0,0 0 0 0 0,0 0 0 0 0,0 0 0 0 0,0 15 0 0 0,0-15-72 0 0,0 15 72 0 0,0-15 0 0 0,0 0 0 0 0,0 0 0 0 0,0 0 0 0 0,0 0 0 0 0,0 0 0 0 0,0 0 0 0 0,0 0 0 0 0,0 0 0 0 0,0 0 0 0 0,0 0 0 0 0,0 16 0 0 0,0-16 0 0 0,0 0 0 0 0,0 0 0 0 0,15-16 0 0 0,-15 16 0 0 0,16 0 0 0 0,-16 0 64 0 0,0 0-64 0 0,0-15 0 0 0,0 15 0 0 0,0 0 0 0 0,0 0 0 0 0,0 0 0 0 0,0 0 0 0 0,-16 0 0 0 0,16 0 0 0 0,0 0-192 0 0,0 0-32 0 0,0 0 0 0 0,0 0-8 0 0,0 0-856 0 0,0 0-176 0 0,0 0-32 0 0</inkml:trace>
  <inkml:trace contextRef="#ctx0" brushRef="#br1" timeOffset="14465.52">4772 1955 7832 0 0,'0'0'168'0'0,"0"0"40"0"0,0 0 8 0 0,0 0 8 0 0,0 0-224 0 0,0 0 0 0 0,0 0 0 0 0,0 0 0 0 0,0 0 440 0 0,0 0 40 0 0,0 0 16 0 0,0 0 0 0 0,0 0-112 0 0,0 0-32 0 0,0 0 0 0 0,0 0 0 0 0,0 0-40 0 0,0 0-16 0 0,0 0 0 0 0,0 0 0 0 0,0 0 56 0 0,0 0 16 0 0,0 0 0 0 0,0 0 0 0 0,0 0 32 0 0,0 0 8 0 0,0 0 0 0 0,0 0 0 0 0,0 0-33 0 0,0 0-7 0 0,0 0 0 0 0,0 0 0 0 0,0 0-128 0 0,0 0-24 0 0,0 0-8 0 0,0 0 0 0 0,0 0-24 0 0,0 0-8 0 0,0 0 0 0 0,0 0 0 0 0,0 0 0 0 0,0 0 0 0 0,0 0 0 0 0,0 0 0 0 0,0 0 16 0 0,0 0 8 0 0,0 0 0 0 0,0 0 0 0 0,0-15-40 0 0,0 15 0 0 0,-15 0-8 0 0,15 0 0 0 0,0 0-56 0 0,0 0 0 0 0,0 0-8 0 0,0 0 0 0 0,0 0-16 0 0,0 0 0 0 0,0 0 0 0 0,0 0 0 0 0,0 0 0 0 0,0 0 0 0 0,0 0 0 0 0,0 0 0 0 0,0 0-8 0 0,0 0-64 0 0,0 0 96 0 0,0 0-32 0 0,0 0-64 0 0,0 0 80 0 0,0 0-80 0 0,0 0 80 0 0,0 0-16 0 0,0 0 0 0 0,0 0 0 0 0,0 0 0 0 0,0 0-64 0 0,0 0 96 0 0,0 0-96 0 0,0 0 96 0 0,0 0-96 0 0,0 0 0 0 0,0 0 72 0 0,0 0-72 0 0,0 0 0 0 0,0 0 0 0 0,0 0 0 0 0,0 0 0 0 0,0 0 64 0 0,0 0-64 0 0,0 0 80 0 0,0 0-80 0 0,0 0 72 0 0,0 0-72 0 0,0 0 64 0 0,0 0-64 0 0,0 0 80 0 0,0 0-80 0 0,0 0 96 0 0,0 0-96 0 0,0 0 128 0 0,0 0-24 0 0,0 0-8 0 0,0 0 0 0 0,0 0 0 0 0,0 0-8 0 0,0 0 0 0 0,0 0 0 0 0,-15-15-88 0 0,15 15 64 0 0,0 0-64 0 0,0 0 64 0 0,0 0-64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72 0 0,0 0-72 0 0,0 0 0 0 0,0 0 0 0 0,0 0 0 0 0,0 0 64 0 0,0 0-64 0 0,0 0 88 0 0,0 0-88 0 0,0 0 96 0 0,0 0-96 0 0,0 0 80 0 0,0 0-80 0 0,0 0 80 0 0,0 0-80 0 0,0 0 80 0 0,0 0-80 0 0,0 0 80 0 0,0 0-80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64 0 0,0 0-64 0 0,0 0 96 0 0,0 0-32 0 0,0 0 48 0 0,0 0 8 0 0,0 0 0 0 0,0 0 0 0 0,0 0-8 0 0,0 0 0 0 0,0 0 0 0 0,0 0 0 0 0,0 0-24 0 0,0 0-8 0 0,0 0 0 0 0,0 0 0 0 0,0 0-80 0 0,0 0 64 0 0,0 0-64 0 0,0 0 64 0 0,0 0-64 0 0,0 0 0 0 0,0 0 0 0 0,0 0 0 0 0,0 0 0 0 0,0 0 0 0 0,0 0 0 0 0,0 0 0 0 0,0 0 0 0 0,0 0 0 0 0,0 0 0 0 0,0 0 0 0 0,0 0 0 0 0,0 0 80 0 0,0 0-80 0 0,0 0 80 0 0,0 0-80 0 0,0 0 0 0 0,0 0 0 0 0,0 0 0 0 0,0 0 0 0 0,0 0 0 0 0,0 0-80 0 0,0 0 80 0 0,0 0 0 0 0,0 0 0 0 0,0 0 0 0 0,0 0 0 0 0,0 0 0 0 0,0 0 0 0 0,0 0 0 0 0,0 0-72 0 0,0 0 72 0 0,0 0 0 0 0,0 0 0 0 0,0 0 0 0 0,0 0 0 0 0,0 0 0 0 0,0 0 0 0 0,0 0 0 0 0,0 0 0 0 0,15 0 0 0 0,-15 0 0 0 0,0 0 0 0 0,0 0 0 0 0,0-16 64 0 0,0 16-64 0 0,0 0 0 0 0,0 0 0 0 0,0 0 0 0 0,0 0 0 0 0,0 0 0 0 0,0 0 0 0 0,0 0 0 0 0,0 0 0 0 0,0 0 64 0 0,0 0-64 0 0,0 0 0 0 0,0 0 0 0 0,0 0 0 0 0,0 0 0 0 0,0 0 0 0 0,0 0 0 0 0,0 0-64 0 0,0 0 64 0 0,0 0 0 0 0,0 0 0 0 0,0 0 0 0 0,0 0 0 0 0,0 0 0 0 0,0 0 0 0 0,0 0 0 0 0,0 0 0 0 0,0 0 0 0 0,0 0 0 0 0,0 0 0 0 0,0 0 0 0 0,0 0 0 0 0,0 0 0 0 0,0 0 0 0 0,0 0-432 0 0,0 0-48 0 0,0 0 0 0 0,0 0-6416 0 0,0 0-1279 0 0</inkml:trace>
  <inkml:trace contextRef="#ctx0" brushRef="#br1" timeOffset="16419.97">4803 1909 11400 0 0,'0'0'248'0'0,"0"0"48"0"0,0 0 16 0 0,0 0 16 0 0,0 0-264 0 0,0 0-64 0 0,0 0 0 0 0,0 0 0 0 0,0 0 656 0 0,0 0 112 0 0,0 0 32 0 0,0 0 0 0 0,0 0-200 0 0,0 0-41 0 0,0 0-7 0 0,0 0 0 0 0,0 0-24 0 0,0 0-8 0 0,0 0 0 0 0,0 0 0 0 0,0 0-96 0 0,0 0-16 0 0,0 0-8 0 0,0 0 0 0 0,0 0-104 0 0,0 0-16 0 0,0 0-8 0 0,0 0 0 0 0,0 0-112 0 0,0 0-32 0 0,0 0 0 0 0,0 0 0 0 0,0 0-32 0 0,0 0 0 0 0,0 0-8 0 0,0 0 0 0 0,0 0-24 0 0,-15 16-64 0 0,15-16 96 0 0,0 0-32 0 0,0 0-64 0 0,0 0 80 0 0,0 0-80 0 0,0 0 80 0 0,0 0-80 0 0,0 15 0 0 0,0-15 0 0 0,-16 0 0 0 0,16 0 0 0 0,0 0 0 0 0,0 0 0 0 0,0 0 0 0 0,0 0 0 0 0,0 0 64 0 0,0 0-64 0 0,0 0 0 0 0,0 0 80 0 0,0 0-80 0 0,0 0 96 0 0,0 0-96 0 0,0 0 136 0 0,0 0-24 0 0,0 0-8 0 0,0 0 0 0 0,16 0-32 0 0,-16 0-8 0 0,0 0 0 0 0,0 0 0 0 0,15 0 8 0 0,-15 0 0 0 0,0 0 0 0 0,0 0 0 0 0,0 0-8 0 0,0 0-64 0 0,0-15 96 0 0,0 15-32 0 0,0 0-64 0 0,0 0 96 0 0,0 0-96 0 0,0 0 96 0 0,0-16-32 0 0,0 16-64 0 0,0 0 96 0 0,0 0-32 0 0,0 0-64 0 0,0 0 0 0 0,0 0 0 0 0,0 0 0 0 0,0 0 0 0 0,0 0 0 0 0,0-15 0 0 0,0 15 64 0 0,0 0-64 0 0,0 0 0 0 0,0 0 0 0 0,-15 15 0 0 0,15-15 0 0 0,0 0 0 0 0,-16 0 0 0 0,16 0 0 0 0,0 0 0 0 0,0 0 0 0 0,0 0 0 0 0,0 16 0 0 0,0-16 0 0 0,-15 0 0 0 0,15 0 0 0 0,0 0 0 0 0,0 0 0 0 0,0 0 0 0 0,0 0 0 0 0,0 0 0 0 0,0 0 0 0 0,0 0 0 0 0,0 0 0 0 0,0 0 0 0 0,0 0 0 0 0,0 0 0 0 0,0 0 0 0 0,0 0 0 0 0,0 0 0 0 0,0 0 0 0 0,0 0 0 0 0,0 0 0 0 0,0 0 0 0 0,0 0 0 0 0,15 0 0 0 0,-15 0 0 0 0,0 0 0 0 0,0 0 0 0 0,0 0 0 0 0,0 0 0 0 0,0 0 0 0 0,0 0 0 0 0,0 0 64 0 0,0 0-64 0 0,16 0 0 0 0,-16 0 0 0 0,0 0 72 0 0,0-16-72 0 0,0 16 0 0 0,0 0 72 0 0,0 0-72 0 0,0 0 0 0 0,0-15 0 0 0,0 15 0 0 0,0 0 0 0 0,0 0 0 0 0,0 0 64 0 0,0 0-64 0 0,0 0 0 0 0,0 0 0 0 0,0 0 0 0 0,0 0 0 0 0,0 0 0 0 0,-16 0 0 0 0,16 0 0 0 0,0 15 0 0 0,0-15 0 0 0,-15 0 0 0 0,15 0 0 0 0,0 0 0 0 0,0 16 0 0 0,0-16 0 0 0,0 0 0 0 0,0 0 0 0 0,0 0-64 0 0,0 0 64 0 0,0 0 0 0 0,0 0 0 0 0,0 0 0 0 0,0 15 0 0 0,0-15 0 0 0,0 0 0 0 0,0 0 0 0 0,0 0 0 0 0,0 0 0 0 0,0 0 0 0 0,0 0 0 0 0,0 0 0 0 0,0 0 0 0 0,0 0 0 0 0,15 15 0 0 0,-15-15 0 0 0,0 0 0 0 0,0-15 0 0 0,0 15 0 0 0,0 0 0 0 0,16 0 96 0 0,-16 0-96 0 0,0 0 96 0 0,0 0-96 0 0,0 0 128 0 0,0 0-24 0 0,0 0-8 0 0,0-15 0 0 0,0 15 0 0 0,0 0-8 0 0,0 0 0 0 0,0 0 0 0 0,0 0-88 0 0,0 0 96 0 0,0 0-96 0 0,0 0 96 0 0,0 0-96 0 0,0 0 0 0 0,0 0 0 0 0,0 0 64 0 0,0 0-64 0 0,0 0 0 0 0,0 0 0 0 0,0 0 0 0 0,-16 0 0 0 0,16 0 0 0 0,0 0-64 0 0,0 0 64 0 0,0 15-232 0 0,0-15-16 0 0,0 0 0 0 0,0 0 0 0 0,0 0-1072 0 0,0 0-216 0 0,0 0-48 0 0</inkml:trace>
  <inkml:trace contextRef="#ctx0" brushRef="#br1" timeOffset="20572.77">4680 93 9216 0 0,'0'0'200'0'0,"0"0"48"0"0,0 0 8 0 0,0 0 0 0 0,0 0-256 0 0,0 0 0 0 0,0 0 0 0 0,0 0 0 0 0,0 0 656 0 0,0 0 80 0 0,0 0 24 0 0,0 0 0 0 0,0 0-120 0 0,0 0-16 0 0,0 0-8 0 0,0 0 0 0 0,0 0-64 0 0,0 0-9 0 0,0 0-7 0 0,0 0 0 0 0,0 0-24 0 0,0 0 0 0 0,0 0 0 0 0,0 0 0 0 0,0 0-64 0 0,0 0-8 0 0,0 0-8 0 0,0 0 0 0 0,0 0-112 0 0,0 0-16 0 0,0 0-8 0 0,0 0 0 0 0,0 0-64 0 0,0 0-8 0 0,0 0-8 0 0,0 0 0 0 0,0 0-56 0 0,0 0-16 0 0,0 0 0 0 0,0 0 0 0 0,0 0-32 0 0,0 0-8 0 0,0 0 0 0 0,0 0 0 0 0,0 0-40 0 0,0 0-64 0 0,0 0 88 0 0,0 0-88 0 0,0 0 80 0 0,0 0-80 0 0,0 0 64 0 0,0 0-64 0 0,0 0 0 0 0,0 0 0 0 0,0 0 64 0 0,0 0-64 0 0,0 0 0 0 0,0 0 0 0 0,0 0 72 0 0,0 0-72 0 0,0 0 0 0 0,0 0 64 0 0,0 0-64 0 0,0 0 0 0 0,0 0 96 0 0,0 0-24 0 0,0 0 0 0 0,0 0 0 0 0,0 0 16 0 0,0 0 0 0 0,0 0 0 0 0,0 0 0 0 0,0 0 8 0 0,0 0 0 0 0,0 0 0 0 0,0 0 0 0 0,0 0-8 0 0,0 0 0 0 0,0 0 0 0 0,0 0 0 0 0,0 0-88 0 0,0 0 64 0 0,0-16-64 0 0,0 16 64 0 0,0 0-64 0 0,0 0 0 0 0,0 0 0 0 0,0 0 0 0 0,0 0 0 0 0,0 0 0 0 0,0 0 64 0 0,0 0-64 0 0,0 0 0 0 0,0 0 0 0 0,0 0 0 0 0,0 0 0 0 0,0 0 0 0 0,0 0 0 0 0,0 0 0 0 0,0 0 0 0 0,0 0 0 0 0,0 0 0 0 0,0 0 0 0 0,0 0 0 0 0,0 0 0 0 0,0 0 0 0 0,0 0 0 0 0,0 0 0 0 0,0 0 0 0 0,0 0 0 0 0,0 0 0 0 0,0 0 0 0 0,0 0 0 0 0,0 0 0 0 0,0 0-72 0 0,0 0 72 0 0,0 0 0 0 0,0 0 0 0 0,0 0 0 0 0,0 0 0 0 0,0 0 0 0 0,0 0 0 0 0,0 0 0 0 0,0 0 0 0 0,0 0 0 0 0,0 0 0 0 0,0 0 0 0 0,0 0 0 0 0,0 0 0 0 0,0 0 64 0 0,0 0-64 0 0,0 0 0 0 0,0 0 0 0 0,0 0 64 0 0,0 0-64 0 0,0 0 0 0 0,0 0 64 0 0,0 0-64 0 0,0-15 0 0 0,0 15 0 0 0,0 0 64 0 0,0 0-64 0 0,0 0 0 0 0,0 0 72 0 0,0 0-72 0 0,0 0 0 0 0,0-15 0 0 0,0 15 0 0 0,0 0 0 0 0,0 0 0 0 0,0 0 0 0 0,0 0 0 0 0,-15 0 0 0 0,15 0 0 0 0,0 0 0 0 0,0 0 0 0 0,0 0 0 0 0,0 0 0 0 0,0 15 0 0 0,0-15 0 0 0,0 0 0 0 0,0 0 0 0 0,-16 15 0 0 0,16-15 0 0 0,0 0-64 0 0,0 0 64 0 0,0 0 0 0 0,0 0 0 0 0,0 0 0 0 0,0 0 0 0 0,0 0 0 0 0,0 0 0 0 0,0 0 0 0 0,0 0 0 0 0,0 0 0 0 0,0 0 0 0 0,0 0 0 0 0,0 0 0 0 0,0 0 0 0 0,0 0 0 0 0,0 0 0 0 0,0 0 0 0 0,0 0 0 0 0,16 0 0 0 0,-16 0 0 0 0,0 0 0 0 0,0 0 0 0 0,0 0 0 0 0,0 0 0 0 0,15 0 0 0 0,-15 0 72 0 0,0 0-72 0 0,0 0 0 0 0,0-15 64 0 0,0 15-64 0 0,0 0 0 0 0,0 0 0 0 0,0 0 0 0 0,0 0 0 0 0,0 0 0 0 0,0 0 0 0 0,0 0 0 0 0,0 0 0 0 0,0 0 0 0 0,0 0 0 0 0,0 0 0 0 0,0 0 0 0 0,0 0 0 0 0,0 0 0 0 0,0 0 0 0 0,0 0 0 0 0,0 0 0 0 0,-15 15 0 0 0,15-15 0 0 0,0 0 0 0 0,0 0 0 0 0,0 0 0 0 0,0 16 0 0 0,0-16 0 0 0,0 0 0 0 0,0 0 0 0 0,0 0-64 0 0,0 0 64 0 0,0 0 0 0 0,0 0 0 0 0,0 0 0 0 0,0 0 0 0 0,0 0 0 0 0,0 0 0 0 0,0 0 0 0 0,0 0 0 0 0,0 0 64 0 0,15 0-64 0 0,-15 0 0 0 0,0-16 64 0 0,0 16-64 0 0,0 0 0 0 0,0 0 72 0 0,0 0-72 0 0,0 0 0 0 0,0 0 72 0 0,0-15-72 0 0,0 15 0 0 0,0 0 72 0 0,0 0-72 0 0,0 0 0 0 0,0 0 0 0 0,0 0 0 0 0,0 0-96 0 0,0 0-16 0 0,0 0 0 0 0,0 0 0 0 0,0 0-240 0 0,0 0-56 0 0,0 0-8 0 0,0 0 0 0 0,0 0-1008 0 0,0 0-208 0 0,0 0-32 0 0</inkml:trace>
  <inkml:trace contextRef="#ctx0" brushRef="#br1" timeOffset="22297.6699">1463 262 7488 0 0,'0'0'160'0'0,"0"0"40"0"0,0 0 8 0 0,0 0 0 0 0,0 0-208 0 0,0 0 0 0 0,0 0 0 0 0,0 0 0 0 0,0 0 576 0 0,0 0 64 0 0,0 0 24 0 0,0 0 0 0 0,0 0-112 0 0,0 0-16 0 0,0 0-8 0 0,0 0 0 0 0,0 0-24 0 0,0 0-8 0 0,0 0 0 0 0,0 0 0 0 0,0 0 48 0 0,0 0 0 0 0,0 0 7 0 0,0 0 1 0 0,0 0 8 0 0,0 0 0 0 0,0 0 0 0 0,0 0 0 0 0,0 0-80 0 0,0 0-8 0 0,0 0-8 0 0,0 0 0 0 0,0 0-112 0 0,0 0-16 0 0,0 0-8 0 0,0 0 0 0 0,0 0-32 0 0,0 0-8 0 0,0 0 0 0 0,0 0 0 0 0,0 0-32 0 0,0 0-16 0 0,0 0 0 0 0,0 0 0 0 0,0 0-88 0 0,0 0-24 0 0,0 0 0 0 0,0 0 0 0 0,0 0-128 0 0,0 0 80 0 0,0 0-80 0 0,0 0 64 0 0,-16 15-64 0 0,16-15 0 0 0,0 0 0 0 0,0 0 0 0 0,0 0 0 0 0,0 16 0 0 0,0-16 0 0 0,0 0 0 0 0,0 0 0 0 0,0 0 0 0 0,0 0 0 0 0,0 0 0 0 0,0 0 0 0 0,0 0 0 0 0,0 0 0 0 0,0 0 0 0 0,0 0 88 0 0,0 0-24 0 0,0 0-64 0 0,0 0 96 0 0,0 0 0 0 0,0 0-8 0 0,0 0 0 0 0,0 0 0 0 0,0 0-8 0 0,0 0 0 0 0,0 0 0 0 0,0 0 0 0 0,0 0 8 0 0,0 0 0 0 0,0 0 0 0 0,0 0 0 0 0,0 0-24 0 0,0 0-64 0 0,0-16 96 0 0,0 16-32 0 0,0 0-64 0 0,0 0 80 0 0,0 0-80 0 0,0 0 80 0 0,0 0-80 0 0,0 0 0 0 0,0 0 0 0 0,-15-15 0 0 0,15 15 0 0 0,0 0 0 0 0,0 0 0 0 0,0 0 0 0 0,0 0 0 0 0,0 0 0 0 0,0 15 0 0 0,0-15 0 0 0,-16 0 0 0 0,16 16 0 0 0,0-16 0 0 0,0 0 0 0 0,0 15 0 0 0,0-15 0 0 0,0 16 0 0 0,0-16 0 0 0,0 0 0 0 0,0 0 0 0 0,0 0 0 0 0,0 0 0 0 0,0 0 0 0 0,0 0 0 0 0,0 0 0 0 0,0 0 0 0 0,0 0 0 0 0,0 0 0 0 0,0 0 0 0 0,0 0 0 0 0,0 0 0 0 0,0 0 0 0 0,0 0 0 0 0,0 0 0 0 0,0 0 0 0 0,0 0 0 0 0,0 0 0 0 0,0 0 0 0 0,0 0 0 0 0,0 0 0 0 0,0 0 0 0 0,16-16 0 0 0,-16 16 0 0 0,0 0 64 0 0,0-15-64 0 0,0 15 0 0 0,0 0 0 0 0,0-16 64 0 0,0 16-64 0 0,0 0 0 0 0,-16-15 0 0 0,16 15 0 0 0,0 0 64 0 0,0 0-64 0 0,0 0 0 0 0,0 0 0 0 0,0 0 0 0 0,0 0 0 0 0,0 0 0 0 0,0 0 0 0 0,0 0 0 0 0,-15 0 0 0 0,15 0 0 0 0,0 15-72 0 0,-15-15 72 0 0,15 0 0 0 0,0 16 0 0 0,0-16 0 0 0,0 0 0 0 0,0 15 0 0 0,0-15-72 0 0,-16 16 72 0 0,16-16 0 0 0,0 0-72 0 0,0 0 72 0 0,0 15-80 0 0,0-15 80 0 0,16 0-80 0 0,-16 0 80 0 0,0 0 0 0 0,0 15 0 0 0,0-15-64 0 0,0 0 64 0 0,0 16 0 0 0,0-16 0 0 0,0 0 0 0 0,0 0 0 0 0,15 0 0 0 0,-15 0 0 0 0,0 0 0 0 0,0 0 0 0 0,0 0 0 0 0,0 0 0 0 0,0 0 0 0 0,0 0 64 0 0,15 0-64 0 0,-15 0 80 0 0,0 0-80 0 0,0-16 80 0 0,0 16-80 0 0,0 0 80 0 0,16-15-80 0 0,-16 15 64 0 0,0 0-64 0 0,0-15 0 0 0,0 15 72 0 0,0-16-72 0 0,0 16 0 0 0,0 0 0 0 0,0-15 0 0 0,-16-1 0 0 0,16 16 0 0 0,0 0 0 0 0,0 0 64 0 0,0 0-64 0 0,0 0 0 0 0,0 0 0 0 0,0 0 0 0 0,0 0 0 0 0,0 0 0 0 0,0 0 0 0 0,0 0 0 0 0,0-15 0 0 0,0 15 0 0 0,0 0 0 0 0,0 0 0 0 0,-15 15 0 0 0,15-15 0 0 0,0 0 0 0 0,0 16 0 0 0,0-16-64 0 0,-15 0 64 0 0,15 0 0 0 0,0 15 0 0 0,0-15 0 0 0,0 0 0 0 0,0 16 0 0 0,0-16 0 0 0,0 0 0 0 0,0 0 0 0 0,0 0 0 0 0,0 0 0 0 0,0 0-168 0 0,0 0 24 0 0,0 0 8 0 0,0 0-7032 0 0,0 0-1407 0 0</inkml:trace>
  <inkml:trace contextRef="#ctx0" brushRef="#br0" timeOffset="34214.67">5203 724 12696 0 0,'0'0'280'0'0,"0"0"56"0"0,0 0 16 0 0,0 0 0 0 0,0 0-280 0 0,0 0-72 0 0,0 0 0 0 0,0 0 0 0 0,0 0 752 0 0,0 0 136 0 0,0 0 23 0 0,0 0 9 0 0,0 0-208 0 0,0 0-40 0 0,0 0 0 0 0,0 0-8 0 0,0 0-104 0 0,0 0-16 0 0,0 0-8 0 0,0 0 0 0 0,0 0-72 0 0,0 0-16 0 0,0 0 0 0 0,0 0 0 0 0,0 0-96 0 0,0 0-16 0 0,0 0-8 0 0,0 0 0 0 0,16 0-112 0 0,-16 0-24 0 0,0 0-8 0 0,0-15 0 0 0,0 15-72 0 0,15 0-16 0 0,-15 0 0 0 0,0 0 0 0 0,0 0-16 0 0,16-16-8 0 0,-16 16 0 0 0,0 0 0 0 0,15 0 8 0 0,-15 0 0 0 0,0 0 0 0 0,0 0 0 0 0,15 0-16 0 0,-15-15 0 0 0,0 15 0 0 0,16 0 0 0 0,-16 0-64 0 0,0 0 96 0 0,0 0-96 0 0,15 0 96 0 0,-15 0-96 0 0,0 0 0 0 0,0 0 0 0 0,16 0 0 0 0,-16 0 0 0 0,15 0 0 0 0,-15 0 0 0 0,0-16 0 0 0,0 16 0 0 0,15 0 0 0 0,-15 0 0 0 0,0 0 0 0 0,0 0 0 0 0,16 0 0 0 0,-16 0 64 0 0,0 0-64 0 0,0 0 0 0 0,0 0 0 0 0,0 0 0 0 0,15 0 0 0 0,-15 0 0 0 0,0 0 0 0 0,0 0 0 0 0,0 0 64 0 0,0 0-64 0 0,16 16 0 0 0,-16-16 0 0 0,0 0 0 0 0,0 0 0 0 0,0 0 0 0 0,0 0 0 0 0,0 0 0 0 0,0 0 0 0 0,0 0 0 0 0,0 0 0 0 0,0 0 0 0 0,0 0 0 0 0,0 0 0 0 0,15 15 64 0 0,-15-15-64 0 0,0 0 0 0 0,0 16 0 0 0,0-16 0 0 0,0 0 0 0 0,0 15 0 0 0,0 0 0 0 0,0-15 0 0 0,-15 0 0 0 0,15 0 0 0 0,0 16 0 0 0,0-16 0 0 0,0 0 0 0 0,0 15 0 0 0,0 0 0 0 0,0-15 0 0 0,0 0 0 0 0,-16 16 0 0 0,16-16 0 0 0,0 0 0 0 0,-15 15 0 0 0,15-15 0 0 0,0 0 0 0 0,0 16 0 0 0,0-16 0 0 0,0 0 0 0 0,0 0 0 0 0,0 0 0 0 0,-16 15 0 0 0,16-15 0 0 0,0 0 0 0 0,0 0 0 0 0,0 0 0 0 0,-15 15 0 0 0,15-15 0 0 0,0 0 0 0 0,0 0 0 0 0,0 0 0 0 0,0 0 0 0 0,0 0 0 0 0,0 0 0 0 0,0 0 0 0 0,0 0 0 0 0,0 0 0 0 0,0 0 0 0 0,0 0 0 0 0,0 0 0 0 0,0 0 0 0 0,0 0 0 0 0,0 0 0 0 0,0 0 0 0 0,0 0 0 0 0,0 0 0 0 0,0 0 0 0 0,0 0 0 0 0,0 0 0 0 0,0 0 0 0 0,15-15 0 0 0,-15 15 0 0 0,0 0 0 0 0,0 0 0 0 0,0 0 0 0 0,16-15 0 0 0,-16 15 0 0 0,0 0 0 0 0,0 0 0 0 0,0 0 0 0 0,0 0 0 0 0,0 0 0 0 0,0 0 0 0 0,15 0 0 0 0,-15 0 0 0 0,16 0 0 0 0,-16 0 0 0 0,0 0-72 0 0,0 15 72 0 0,0-15 0 0 0,0 0-96 0 0,0 0 96 0 0,0 0-96 0 0,15 15 96 0 0,-15-15-80 0 0,0 0 80 0 0,15 16-64 0 0,-15-1 64 0 0,0-15 0 0 0,0 16 0 0 0,0-1 0 0 0,0-15-64 0 0,0 0 64 0 0,0 15 0 0 0,0 1-72 0 0,0-16 72 0 0,0 15 0 0 0,0-15 0 0 0,0 0 0 0 0,0 16 0 0 0,0-1 0 0 0,0-15 0 0 0,-15 15 0 0 0,15-15 0 0 0,0 0 0 0 0,0 16 0 0 0,-15-16 0 0 0,15 0 0 0 0,0 15 0 0 0,0-15 0 0 0,0 16 0 0 0,0-16 64 0 0,-16 0-64 0 0,1 0 64 0 0,15 15-64 0 0,-16-15 64 0 0,16 0 24 0 0,-15 0 0 0 0,15 0 0 0 0,-15 0 0 0 0,-1-15-88 0 0,16 15 64 0 0,-15 0-64 0 0,-1 0 64 0 0,16 0-64 0 0,-15 0 0 0 0,15-16 0 0 0,-15 16 0 0 0,-1 0 0 0 0,16 0-96 0 0,-15-15 16 0 0,15 15 8 0 0,-16 0-872 0 0,16-16-176 0 0,-15 16-32 0 0,15 0-8847 0 0</inkml:trace>
  <inkml:trace contextRef="#ctx0" brushRef="#br0" timeOffset="35294.61">3433 2294 12096 0 0,'0'0'264'0'0,"0"0"56"0"0,0 0 16 0 0,0 0 0 0 0,0 0-272 0 0,0 0-64 0 0,0 0 0 0 0,0 0 0 0 0,0 0 784 0 0,0 0 144 0 0,0 0 24 0 0,0 0 7 0 0,0 0-223 0 0,0 0-32 0 0,0 0-16 0 0,0 0 0 0 0,0 0-72 0 0,0 0-8 0 0,0 0-8 0 0,0 0 0 0 0,0 0-144 0 0,0 0-24 0 0,0 0-8 0 0,0 0 0 0 0,0 0-112 0 0,0 0-24 0 0,0 0-8 0 0,0 0 0 0 0,0 15-184 0 0,0 1-96 0 0,0-16 96 0 0,0 0-96 0 0,0 15 64 0 0,0 1-64 0 0,-15-16 0 0 0,15 15 0 0 0,0-15 64 0 0,0 15-64 0 0,0-15 0 0 0,0 16 0 0 0,0-16 0 0 0,-16 0 0 0 0,16 15 0 0 0,0-15 0 0 0,0 0 0 0 0,0 16 0 0 0,0-16 0 0 0,0 0 0 0 0,0 0 0 0 0,-15 15 0 0 0,15-15 0 0 0,0 0 0 0 0,0 0 64 0 0,0 0-64 0 0,0 0 0 0 0,0 0 0 0 0,0 0 0 0 0,0 0 0 0 0,0 0 0 0 0,0 0 0 0 0,0 0 0 0 0,0 0 0 0 0,0 0 64 0 0,0 0-64 0 0,0 0 0 0 0,0 0 0 0 0,0 0 64 0 0,0 0-64 0 0,0 0 0 0 0,15 0 64 0 0,-15 0-64 0 0,0 0 0 0 0,16 0 0 0 0,-1 0 0 0 0,-15 0 0 0 0,15 0 0 0 0,-15 0 0 0 0,16 0 0 0 0,-16 0 0 0 0,15 0 0 0 0,1 0 0 0 0,-16 0 0 0 0,0 0 0 0 0,15 15 0 0 0,0-15 0 0 0,-15 0 0 0 0,16 0 0 0 0,-16 0 0 0 0,15 0 80 0 0,-15 0-80 0 0,0 0 64 0 0,0 0-64 0 0,16 16 0 0 0,-16-16 0 0 0,0 0-112 0 0,15 0 40 0 0,-15 0-24 0 0,0 0-8 0 0,0 0 0 0 0,0 0 0 0 0,0 0-168 0 0,0 0-32 0 0,0 0-8 0 0,0 0 0 0 0,0 0-232 0 0,0 0-56 0 0,0 0-8 0 0,0 0-5431 0 0,0 0-1089 0 0</inkml:trace>
  <inkml:trace contextRef="#ctx0" brushRef="#br0" timeOffset="35746.94">3541 2325 13272 0 0,'0'0'288'0'0,"0"0"64"0"0,0 0 16 0 0,0 0 8 0 0,0 0-304 0 0,0 0-72 0 0,0 0 0 0 0,0 0 0 0 0,0 0 480 0 0,0 0 72 0 0,0 0 24 0 0,0 0-1 0 0,0 0-95 0 0,0 0-8 0 0,0 0-8 0 0,0 0 0 0 0,0 0-64 0 0,0 0-16 0 0,0 0 0 0 0,0 0 0 0 0,0 0-40 0 0,0 0-16 0 0,0 0 0 0 0,0 0 0 0 0,0 0-64 0 0,0 15-8 0 0,0 1-8 0 0,0-16 0 0 0,0 0-168 0 0,0 15-80 0 0,0-15 80 0 0,0 15-80 0 0,0-15 104 0 0,0 0-24 0 0,-16 16-8 0 0,16-16 0 0 0,0 0 56 0 0,0 15 16 0 0,0 1 0 0 0,0-16 0 0 0,0 0 0 0 0,0 15 0 0 0,0 0 0 0 0,0-15 0 0 0,0 16 16 0 0,0-1 0 0 0,0-15 0 0 0,0 0 0 0 0,0 16-88 0 0,0-1-8 0 0,0-15-64 0 0,0 15 96 0 0,0-15-96 0 0,0 0 72 0 0,0 16-72 0 0,0-16 64 0 0,0 15-64 0 0,0-15 64 0 0,0 0-64 0 0,0 0 64 0 0,0 16 0 0 0,0-16-64 0 0,0 0 96 0 0,0 0-32 0 0,0 0-64 0 0,0 15 64 0 0,0-15-64 0 0,0 0 64 0 0,0 0-64 0 0,0 0 0 0 0,0 0 0 0 0,0 0 0 0 0,0 0 0 0 0,0 0 0 0 0,0 0-80 0 0,0 0 80 0 0,0 0-816 0 0,0 0-112 0 0,0 0-32 0 0,0 0-5304 0 0,0 0-1063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0:07.514"/>
    </inkml:context>
    <inkml:brush xml:id="br0">
      <inkml:brushProperty name="width" value="0.2" units="cm"/>
      <inkml:brushProperty name="height" value="1.2" units="cm"/>
      <inkml:brushProperty name="color" value="#5B2D90"/>
      <inkml:brushProperty name="inkEffects" value="pencil"/>
    </inkml:brush>
  </inkml:definitions>
  <inkml:trace contextRef="#ctx0" brushRef="#br0">154 262 13504 190690 68449,'0'0'1480'0'0,"0"0"-1480"0"0,0 0 0 0 0,0 0 0 0 0,0 0 584 0 0,0 0 104 0 0,-15-15 15 0 0,15 15 9 0 0,0 0-176 0 0,-16 0-40 0 0,16 0-8 0 0,0 0 0 0 0,0 0-104 0 0,-15 0-32 0 0,15 0 0 0 0,-15 0 288 0 0,15 15-360 0 0,-16-15-8 0 0,16 0 0 0 0,-15 0-56 0 0,15 0-16 0 0,0 16 0 0 0,0-16 0 0 0,-16 15-48 0 0,16-15-16 0 0,0 0 0 0 0,-15 15 96 0 0,15 1-136 0 0,-15-16-8 0 0,-1 31 0 0 0,16-31-88 0 0,0 15 72 0 0,0 16-72 0 0,0-16 0 0 0,0 1 0 0 0,0-1 0 0 0,0 0 0 0 0,0 1 0 0 0,16-1 0 0 0,-16 0 0 0 0,15 1 0 0 0,-15-1 0 0 0,0-15 0 0 0,15 16 0-491 1,1-1 0-25 0,-16-15 0 0-2,15 15 0-50 1,1-15 0 566 0,-16 16 0 0 0,15-16 0 0 0,-15 0 0-541-4,15 15 0 541 4,1-15 0 0 0,-16 0 0 0 0,0 0 0-540-5,15 0 0 540 5,-15 0 64 0 0,0 0-64 0 0,16-15 64-611 7,-1 15-64 611-7,-15-16 96 0 0,0 16-24 0 0,15-15 0-511 0,-15 0 0 511 0,0 15 8 0 0,16-16 0 0 0,-16 1 0 0 0,0-1 0 0 0,0 1-16 0 0,0-16-64 0 0,0 16 96 0 0,0 0-32 0 0,0-1 16 0 0,0 1 0 0 0,0-1 0 0 0,-16 1 0 0 0,16 0 8 0 0,0 15 0 0 0,-15-16 0 0 0,15 1 0 0 0,0 15-8 0 0,-15-16 0 0 0,15 16 0 0 0,-16 0 0 0 0,16-15-80 0 0,0 15 96 0 0,0 0-96 0 0,-15 0 96 0 0,-1 0-96 0 0,16 0 0 0 0,-15-15 0 0 0,15 15 64 0 0,0 0-64 536-1,-15 0 0-536 1,15 0 0 0 0,0 0-88 0 0,0 0-944 0 0,0 0-5728 0 0,0 0-1279 0 0,0 0-2321 0 0</inkml:trace>
  <inkml:trace contextRef="#ctx0" brushRef="#br0" timeOffset="395.97">385 0 15264 183718 63031,'0'0'1159'0'0,"0"0"-735"0"0,0 0-336 0 0,0 0-88 0 0,0 0 0 0 0,0 16 0 0 0,0-16 976 0 0,15 0 176-984 3,-15 0 40-944 1,0 15 8 1201-2,0-15-368 727-2,16 0-64 0 0,-16 0-24 0 0,0 16 0 0 0,0-16-224 0 0,0 0-40 0 0,15 15-16 0 0,-15 0 0 0 0,0-15-312 0 0,0 0-64 0 0,0 16-16 0 0,0-1 0 0 0,-15-15-72 0 0,15 16 0 0 0,0-1 0 0 0,-16-15-7200 0 0,1 15-1383 550-1,15-15-2489-550 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0:08.999"/>
    </inkml:context>
    <inkml:brush xml:id="br0">
      <inkml:brushProperty name="width" value="0.2" units="cm"/>
      <inkml:brushProperty name="height" value="1.2" units="cm"/>
      <inkml:brushProperty name="color" value="#5B2D90"/>
      <inkml:brushProperty name="inkEffects" value="pencil"/>
    </inkml:brush>
  </inkml:definitions>
  <inkml:trace contextRef="#ctx0" brushRef="#br0">185 1 14456 198847 64318,'0'0'1584'0'0,"0"0"-1584"0"0,0 0 0 0 0,0 0 0 0 0,0 0 607 0 0,0 0 97 0 0,0 0 32 0 0,0 0 616 0 0,0 0-752 0 0,0 0-8 0 0,0 0 0 0 0,0 0-128 0 0,0 0-24 0 0,0 0-8 0 0,0 0 0 0 0,0 0-120 0 0,0 0-24 0 0,0 15-8 0 0,0-15 0 0 0,0 16-88 0 0,-15-16-24 0 0,15 15 0 0 0,-15 0 0 0 0,15-15-64 0 0,-16 31 80 0 0,1-15-96 0 0,15-1-24 0 0,-16 16 32 0 0,1 0-32 0 0,0-1 32 0 0,15-14-96 0 0,-16 15 96 0 0,1-16-32 0 0,15 0-64 0 0,-16 1 64-588-5,16 14-64-53 13,0-30 0 14-14,-15 16 0 8 7,15-1 64 89-3,-15 1-64 530 2,15-1 0 0 0,0-15 0 0 0,0 15 64-1140-1,0-15-64 619 2,0 0 0 521-1,0 0 0 0 0,0 0 0 0 0,0 0 0-522 0,0 0 0 522 0,0 0-616-494 5,0 0 384 494-5,0-30-4360 0 0,15 14-3759 0 0,-15 16-3753 0 0</inkml:trace>
  <inkml:trace contextRef="#ctx0" brushRef="#br0" timeOffset="362.96">201 32 11408 199718 64282,'0'0'320'0'0,"0"0"72"0"0,0 0-312 0 0,0 0-80 0 0,0 0 0 0 0,0 0 0 0 0,0 0 784 0 0,0 0 144 0 0,0 0 24 0 0,0 0 8 0 0,0 0-137 0 0,0 0 769 0 0,15 0-800 0 0,-15 15-184 0 0,0-15-32 0 0,16 0 0 0 0,-1 15-8 0 0,-15-15-176 0 0,0 16-32 0 0,15-16-8 0 0,-15 15 0 0 0,16-15-160 0 0,-16 16-32 0 0,0-1 0 0 0,15-15-8 0 0,-15 15-48 0 0,0 1-8 0 0,0-1 0 0 0,16 1 0 0 0,-16-16-8 0 0,0 15-8 0 0,0 0 0 0 0,15 1 0 0 0,-15-1-80 0 0,0 1 96 0 0,0-16-96 0 0,0 15 96-492 6,0 0-24-48-6,0-15 0 540 0,0 0 0-519-5,0 16 0 519 5,0-16-72 0 0,0 15 0-551 8,0-15 72-56-17,0 0-72 78 10,0 0 0 529-1,0 0 0 0 0,0 0 0 0 0,0 0-64 0 0,0 0-48 0 0,0 0-8 0 0,0 0 0 0 0,0 0 0 0 0,0 0-2832-570 3,0 0-2863 570-3,0 0-945 0 0,0 0-1928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0:09.531"/>
    </inkml:context>
    <inkml:brush xml:id="br0">
      <inkml:brushProperty name="width" value="0.2" units="cm"/>
      <inkml:brushProperty name="height" value="1.2" units="cm"/>
      <inkml:brushProperty name="color" value="#5B2D90"/>
      <inkml:brushProperty name="inkEffects" value="pencil"/>
    </inkml:brush>
  </inkml:definitions>
  <inkml:trace contextRef="#ctx0" brushRef="#br0">0 0 16559 194618 60214,'0'0'1248'0'0,"0"0"-776"0"0,0 0-376 0 0,16 0-96 0 0,-1 0 0 0 0,-15 0 0 0 0,16 0 440 0 0,-1 0 72 0 0,0 0 8 0 0,1 0 8 0 0,15 0-264 0 0,-16 0-48 0 0,0 0-16 0 0,1 0 0 0 0,-1 0-136-501 594,1 0-64 505-76,-1 0 64-4-518,-15 0-5759 0 0,15 0-1153 0 0,-15 0-1992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0:09.916"/>
    </inkml:context>
    <inkml:brush xml:id="br0">
      <inkml:brushProperty name="width" value="0.2" units="cm"/>
      <inkml:brushProperty name="height" value="1.2" units="cm"/>
      <inkml:brushProperty name="color" value="#5B2D90"/>
      <inkml:brushProperty name="inkEffects" value="pencil"/>
    </inkml:brush>
  </inkml:definitions>
  <inkml:trace contextRef="#ctx0" brushRef="#br0">0 0 17103 195598 58602,'16'0'1296'0'0,"-16"0"-816"0"0,15 0-384 0 0,-15 0-96 0 0,0 0 0 0 0,15 0 0 0 0,-15 0 736 0 0,0 0 128 0 0,0 0 32 0 0,16 16 0 0 0,-16-16-448 0 0,0 15-80 0 0,0 1-16 0 0,0-1-8 0 0,0 0-280 0 0,-16-15-64 0 0,16 16 0 0 0,-15-1-6392 0 0,0 1-1271 0 0,15-16-2225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19:45.993"/>
    </inkml:context>
    <inkml:brush xml:id="br0">
      <inkml:brushProperty name="width" value="0.2" units="cm"/>
      <inkml:brushProperty name="height" value="1.2" units="cm"/>
      <inkml:brushProperty name="color" value="#5B2D90"/>
      <inkml:brushProperty name="inkEffects" value="pencil"/>
    </inkml:brush>
  </inkml:definitions>
  <inkml:trace contextRef="#ctx0" brushRef="#br0">1 786 10656 197463 72302,'0'0'744'0'0,"0"0"-744"0"0,0 0 0 0 0,0 0 0 0 0,0 0 856 0 0,0 0 152 0 0,0 0 32 0 0,0 0 8 0 0,0 0-240 0 0,0 0 711 0 0,0 0-767 0 0,0 0-240 0 0,0 0-40 0 0,0 0-16 0 0,0 0 0 0 0,0 0-120 0 0,0 0-24 0 0,15 0-8 0 0,-15 0 0 0 0,15 0-80 0 0,-15 0 200 0 0,0 0-216 0 0,16 0-80 0 0,-16 0-8 0 0,15 0-8 0 0,-15 0 0 0 0,0 0-8 0 0,31 0 104 0 0,-16 0 8 0 0,1 0-104 0 0,-16 0 0 0 0,0 0 0 0 0,15 0-24 0 0,1 0-8 0 0,-16 0 0 0 0,15 0 0 0 0,0 0 8 0 0,-15 0 0 0 0,0 0 0 0 0,31 0 80 0 0,-31 0-88 0 0,16 0 0 0 0,-1 0 0 0 0,-15 0-16 0 0,15 0 0 0 0,1 0 0 0 0,-1 0 0 0 0,1 0 16 0 0,-16 0 0 0 0,15 0 0 0 0,0 0 0 0 0,1 0-80 0 0,-16 0 96 0 0,15 0-96 0 0,1 0 96 0 0,-16 0-96 0 0,15-16 0 0 0,0 16 72 0 0,1 0-8 0 0,-1 0-64 0 0,1 0 64 0 0,-1 0-64 0 0,-15 0 0 0 0,15 0 0 0 0,1 0 0 0 0,-16 0 64 0 0,15 0-64 0 0,16 0 64 0 0,-16 0-64 0 0,-15 0 0 0 0,16 0 0 0 0,-1 0 0 0 0,0 0 64 0 0,1 0-64 0 0,-16 0 0 0 0,0 0 0 0 0,15 0 0 0 0,1 0 0 0 0,-1 0 0 0 0,-15 0 0 0 0,15 0 0 0 0,-15 0 0 0 0,16 0 0 0 0,-1 0 64 0 0,-15 0-64 0 0,16 0 0 0 0,-1 0 0 0 0,-15 0 0 0 0,15 0 0 0 0,1 0 0 0 0,-16 0 0 0 0,15 0 0 0 0,1 0 0 0 0,-16 0 0 0 0,15 0 0 0 0,0 0 0 0 0,1 0 0 0 0,-16 0 0 0 0,15 0 0 0 0,1 0 0 0 0,-1 0 0 0 0,0 0 0 0 0,1 0 0 0 0,-16 0 0 0 0,15-15 0 0 0,1 15 0 0 0,-1 0 0 0 0,0 0 0 0 0,-15 0 0 0 0,16 0 0 0 0,-1 0 0 0 0,0-16 0 0 0,1 16 0 0 0,-16 0 0 0 0,15 0 0 0 0,1 0 0 0 0,-1 0 0 0 0,0 0 0 0 0,-15 0 0 0 0,16 0 0 0 0,-1 0 0 0 0,1 0 0 0 0,-1 0 0 0 0,-15 0 0 0 0,31 0 0 0 0,-16 0 0 0 0,1 0 0 0 0,-1 0 0 0 0,0 0 0 0 0,-15 0 0 0 0,16 0 64 0 0,-1 0-64 0 0,-15 0 96 0 0,16 0-32 0 0,-1 0 0 0 0,-15 0-64 0 0,15 0 0 0 0,-15 0 0 0 0,16-15-64 0 0,-1 15 64 0 0,-15 0 0 0 0,16 0 0 0 0,-1 0 0 0 0,-15 0 0 0 0,15-15 0 0 0,1 15 0 0 0,-1 0 0 0 0,1 0 0 0 0,-16 0 0 0 0,15 0 0 0 0,0 0 0 0 0,1 0 0 0 0,-1 0 0 0 0,0 0 64 0 0,1 0 0 0 0,-1 0-64 0 0,1 0 64 0 0,-1 0-64 0 0,0 0 0 0 0,-15 0 72 0 0,16 0-72 0 0,-1 0 0 0 0,1 0 64 0 0,-1 0-64 0 0,0 0 0 0 0,1 0 0 0 0,-1 0 64 0 0,1 0-64 0 0,-16 0 0 0 0,30 0 0 0 0,-30-16 0 0 0,16 16 64 0 0,-1 0-64 0 0,1 0 0 0 0,-16 0 0 0 0,15 0 0 0 0,0 0 0 0 0,-15 0 0 0 0,16 16 0 0 0,-1-16 0 0 0,1 0 0 0 0,-1 0 64 0 0,-15 0-64 0 0,15 0 0 0 0,1 0 0 0 0,-16 0 0 0 0,15 0 0 0 0,1 0 0 0 0,-16 0 0 0 0,15 0 64 0 0,0 0-64 0 0,-15 0 0 0 0,16 0 0 0 0,-16 0 64 0 0,15-16-64 0 0,-15 16 0 0 0,15 0 0 0 0,-15 0 0 0 0,16 0 80 0 0,-1 0-80 0 0,-15 0 64 0 0,0 0-64 0 0,16 0 0 0 0,-1 0 0 0 0,0 0 0 0 0,-15 0 0 0 0,16 0 64 0 0,-1 0-64 0 0,-15 0 0 0 0,16 0 0 0 0,-1 0 64 0 0,-15 0-64 0 0,15 0 0 0 0,1 0 0 0 0,-16 0 64 0 0,15 0-64 0 0,16 0 0 0 0,-31 0 0 0 0,15 0 64 0 0,1 0-64 0 0,-1 0 0 0 0,1 0 0 0 0,-1 0 64 0 0,-15 0-64 0 0,15 0 0 0 0,1 0 0 0 0,-16 0 0 0 0,15 0 0 0 0,1 0 0 0 0,-16 0 0 0 0,15 0 0 0 0,0 0 0 0 0,-15 0 80 0 0,16 0-80 0 0,-1 0 80 0 0,-15 0-80 0 0,16 0 0 0 0,-1 0 0 0 0,0 0-88 0 0,-15 0 88 0 0,16 0 0 0 0,-1 0 0 0 0,0 0 0 0 0,-15 0 0 0 0,16 0 0 0 0,-16 0 0 0 0,15-15 0 0 0,1 15 0 0 0,-16 0 0 0 0,15 0 0 0 0,-15 0 0 0 0,0 0 0 0 0,15 0 0 0 0,-15 0 0 0 0,16 0 0 0 0,-16 0 0 0 0,0 0 0 0 0,15 0 0 0 0,1 0 0 0 0,-16 0 0 0 0,0 0 0 0 0,15 0 64 0 0,-15-15-64 0 0,15 15 0 0 0,-15 0 0 0 0,16 0 0 0 0,-16 0 0 0 0,0 0 0 0 0,15 0 0 0 0,-15 0 64 0 0,0 0-64 0 0,16 0 0 0 0,-16 0 0 0 0,15 0 0 0 0,-15 0 0 0 0,15 0 0 0 0,1 0 0 0 0,-16 0 64 0 0,0 0-64 0 0,15-16 0 0 0,-15 16 0 0 0,16 0 0 0 0,-1 0 0 0 0,-15 0 0 0 0,0 0 0 0 0,15-15 0 504 5,-15 15 0-504-5,16 0 0 0 0,-16 0 64 0 0,0 0-64 0 0,15 0 0 0 0,-15 0 0 0 0,0 0 0 0 0,16 0 0 0 0,-16 0 0 0 0,0 0 0 0 0,15-16 0 0 0,-15 16 0 0 0,15 0 0 0 0,-15 0 0 565-1,0 0 0-565 1,16 0 0 0 0,-16 0 0 0 0,15 0 0 0 0,-15 0 0 0 0,16 0 0 0 0,-1-15 0 0 0,-15 15 0 0 0,0 0 0 0 0,15 0 0 0 0,-15 0 0 0 0,0 0 0 0 0,0 0 0 0 0,16 0 0 0 0,-16 0 72 0 0,0 0-72 0 0,15-15 0 0 0,0 15 64 0 0,-15 0-64 0 0,0 0 0 0 0,16 0 0 0 0,-16 0 0 0 0,15 0 0 0 0,-15 0 0 0 0,0 0 0 0 0,16 0 0 0 0,-16 0 0 0 0,15 0 0 0 0,-15 0 0 0 0,0 0 64 565-4,0 0-64-565 4,0 0 0 0 0,15 0 0 546 8,1 0 0-10-12,-16 0 0-536 4,0 0 0 0 0,0 0 0 0 0,15 0 0 0 0,-15 0 0 0 0,16-16 0 0 0,-16 16 64 0 0,15 0-64 0 0,-15 0 0 0 0,15 0 0 0 0,-15 0 72 0 0,0 0-72 0 0,16 0 72 505-2,-16 0-72 13 8,15 0 0-518-6,-15 0 72 0 0,0 0-72 0 0,0 0 64 0 0,0 0-64 0 0,0 0 80 0 0,0 0-80 0 0,0 0 64 0 0,0 0-64 0 0,0 0 0 0 0,0 0 72 0 0,0 0-72 0 0,0 0 0 0 0,0 0 0 0 0,0 0 64 0 0,0 0-64 0 0,0 0 0 0 0,0 0 0 578-2,0 0 64-578 2,0 0-64 0 0,0 0 0 0 0,0 0 0 0 0,0 0 0 0 0,0 0-72 0 0,0 0 72 0 0,0 0-96 0 0,0 0 96 0 0,16 0-2272 0 0,-16 0-4800 0 0,0 0-1247 0 0,0 0-2401 0 0</inkml:trace>
  <inkml:trace contextRef="#ctx0" brushRef="#br0" timeOffset="1285.84">3372 601 10176 203726 72339,'0'0'288'0'0,"0"0"64"0"0,0 0-280 0 0,0 0-72 0 0,0 0 0 0 0,0 0 0 0 0,0 0 968 0 0,0 0 184 0 0,0 0 32 0 0,0 0 0 0 0,0 0-304 0 0,0-15-65 0 0,0 15-15 0 0,0 0 0 0 0,0 0-152 0 0,0 0-32 0 0,0 0-8 0 0,0 0 0 0 0,0 0-128 0 0,0 0-32 0 0,0 0-8 0 0,0 0 0 0 0,0 0-88 0 0,0 0-24 0 0,0 0 0 0 0,0 0 0 0 0,0 0-48 0 0,0 0-16 0 0,0 0 0 0 0,0 0 0 0 0,0 0-56 0 0,0 0-16 0 0,0 0 0 0 0,0 0 0 0 0,0 0-32 0 0,0 0-16 0 0,0 15 0 0 0,15 0 0 0 0,-15-15-24 0 0,0 0-8 0 0,0 16 0 0 0,0-16 0 0 0,0 0-48 0 0,0 15 0 0 0,0 1-64 0 0,0-16 96 0 0,0 15-96 0 0,0 0 88 0 0,0-15-88 0 0,0 16 80-521 1,16-16-80 1-1,-16 15 0 520 0,0-15 72 0 0,0 15-72 0 0,0-15 0 0 0,0 16 0 0 0,0-1 0-622-1,15 1 0 73 1,-15-1 0 549 0,0-15 72-549-2,0 15-72-101-1,0 1 0 114 7,0-1 72 0-2,0-15-72 536-2,0 16 0 0 0,16-1 72 0 0,-16 0-72 0 0,0-15 64 0 0,0 16-64 0 0,0-1 64 0 0,0 1-64 0 0,15-16 0 0 0,-15 15 72 0 0,0 0-72 0 0,0 1 0 0 0,0-1 0 0 0,0-15 0 0 0,0 16 64 0 0,0-16-64 0 0,15 15 64 0 0,-15 0-64 0 0,0-15 64 0 0,0 16-64 0 0,0-1 0 0 0,0-15 0 0 0,16 16 64 0 0,-16-1-64 0 0,0 0 0 0 0,0-15 0 0 0,0 16 64 0 0,0-1-64 0 0,0 1 0 0 0,0-1 0 0 0,0 0 64 0 0,0 1-64 0 0,15-1 0 0 0,-15-15 0 0 0,0 15 0 0 0,0 1 0-536 1,0-1 64 536-1,0 1-64 0 0,0-1 0 0 0,0 0 0 0 0,0 16 64 0 0,0-31-64-536-1,0 16 0 31-4,0-1 0 10 9,0 0 0-40-9,0 1 0 41 5,0-1 0 494 0,0 1 0-524 2,16-1 64-101-4,-16-15-64-61 3,0 15 0 132-2,0 1 0 554 1,0-16 0-515 5,0 15 0-70-7,0-15 64 70 4,0 16-64 515-2,0-16 0 0 0,0 15 0 0 0,0-15 0 0 0,0 15 0 0 0,0 1 0 0 0,0-16 0 0 0,0 15 0 0 0,0 1 0 0 0,0-16 0 0 0,0 15 0 0 0,0-15 0 0 0,0 15 0 0 0,0 1 0 0 0,0-1 0 0 0,0-15 64 0 0,0 16-64 0 0,0-16 0 0 0,0 15 0 0 0,0 0 0 0 0,0-15 0 0 0,0 16 0 0 0,0-1 0 0 0,0-15 0 0 0,0 15 0 0 0,0 1 0 0 0,0-16 0 0 0,0 15 0 0 0,0 1 0 0 0,0-16 0-907-7,0 15 64 907 7,0 0-64 0 0,0 1 0 0 0,0-16 0 0 0,0 15 0 0 0,0 1 0 0 0,0-1 0 0 0,0 0 0 0 0,-16-15 0 0 0,16 16 0-638 5,0-1 0 638-5,0 1 0 0 0,0-1 64 0 0,0-15-64 0 0,0 15 0 0 0,0 1 0 0 0,0-1 0 0 0,0-15 0 0 0,0 16 0-930-2,0-1 0-346 0,0-15 0 514 2,0 15 0 762 0,0 1 0 0 0,0-16 0 0 0,0 31 0-1394-1,0-31 0 796 9,0 0 0 598-8,0 15 0-663-2,0 0 0-126 0,0-15 0 789 2,0 0 0 0 0,0 16 0 0 0,0-1 0-535 0,0-15 0 535 0,0 0 0 0 0,0 16 0 0 0,0-1 0 0 0,0-15 0 0 0,0 0 0 0 0,0 0 0 0 0,0 15 0 0 0,0-15 0 0 0,0 16 0 0 0,0-16 0 0 0,0 0 0 0 0,0 15 0 0 0,0-15 0 0 0,0 0 0 0 0,0 15 0 0 0,0-15 0 0 0,0 16 0 0 0,0-16 0 0 0,0 0 0 0 0,0 15 0 0 0,0-15 0 0 0,0 16 0 0 0,0-16 0 0 0,0 0 0 0 0,0 0 0 0 0,0 0 0 0 0,0 15 0 0 0,0-15 0 0 0,0 0 0 0 0,0 0 64 0 0,0 0-64 535 0,0 15 0-535 0,0-15 0 0 0,0 0 0 0 0,0 0 0 0 0,0 0 0 0 0,0 0 0 0 0,0 0 0 0 0,0 0 0 0 0,0 0 0 0 0,0 0 0 0 0,0 16 0 0 0,0-16 0 0 0,0 0 0 0 0,0 0 0 0 0,0 0 64 0 0,0 0-64 0 0,0 0 0 0 0,0 0 0 0 0,0 0 0 0 0,0 0 0 0 0,0 0 64 0 0,0 0-64 0 0,0 0 0 0 0,0 0 0 0 0,0 0 0 0 0,0 0 0 504-1,0 0 64-504 1,0 0-64 0 0,0 0 0 0 0,0 0 0 0 0,0 0 64 0 0,0 0-64 0 0,-15 15 0 0 0,15-15 0 0 0,0 0 0 0 0,0 0 0 0 0,0 0 0 0 0,-16 0 0 0 0,16 0 0 0 0,-30 0-656 0 0,30 0-6992 0 0,-16 0-1487 0 0,16 0-2657 0 0</inkml:trace>
  <inkml:trace contextRef="#ctx0" brushRef="#br0" timeOffset="25126.57">3664 231 14400 196726 60306,'0'0'1096'0'0,"0"0"-696"0"0,0 0-320 0 0,0 0-80 0 0,0 0 0 0 0,0 0 0 0 0,0 0 823 0 0,0 0 145 0 0,0 0 32 0 0,0 0 8 0 0,0 0-408 0 0,0 0 416 0 0,0 0-520 0 0,0 0-200 0 0,0 0 216 0 0,0 0-264 0 0,0 16-56 0 0,0-1 0 0 0,16-15-8 0 0,-16 16 0 0 0,0-1-96 0 0,0 0-24 0 0,15 1 0 0 0,-15-1 96 0 0,0 1-64 0 0,0-1 0 0 0,0 0 0 0 0,0 1-32 0 0,0-1-64 0 0,0 1 96 0 0,0-16-32 0 0,0 15-64 0 0,0 0 0 0 0,0 1 72 0 0,0-1-72 0 0,0 1 0 0 0,0-16 72 0 0,0 0-72 0 0,0 15 0 0 0,0-15 0 0 0,0 0 0 0 0,0 0 0 0 0,0 0 0 0 0,0 0-888-580 2,0 0 576 580-2,0 0-5288 0 0,0 0-12327 0 0</inkml:trace>
  <inkml:trace contextRef="#ctx0" brushRef="#br0" timeOffset="25711.94">3680 247 14688 195474 59819,'15'-16'1608'0'0,"-15"16"-1608"0"0,0 0 0 0 0,16-15 0 0 0,-16 15 655 0 0,15-15 113 0 0,-15 15 32 0 0,15-16 512 0 0,1 16-848 0 0,-1-15-16 0 0,-15 15 0 0 0,16 0-192 0 0,-1 0-32 0 0,-15 0-16 0 0,0 0 0 0 0,15 0-112 1 520,-15 0-32-1-520,0 0 0 0 0,16 0 0 0 0,-16 0 24 0 0,0 0 0 893-8,0 0 0 907 14,0 0 0-1192-11,0 0-88-608 5,0 15 96 0 0,0-15-96 0 0,0 16 96 0 0,0-16-96 0 0,0 15 0 0 0,-16 0 0 0 0,16-15 0 0 0,-15 16-96 0 0,15-1 96 0 0,-15-15-80 0 0,-1 0 80 0 0,16 16-72 0 0,0-16 72 0 0,-15 0-64 0 0,-1 15 64 0 0,16-15 0 0 0,0 0-64 0 0,-15 0 64 0 0,15 0 0 0 0,0 0 0 0 0,0 0 0 0 0,0 0 0 0 0,0 0 0 0 0,0 0 0 0 0,0 0 0 0 0,0 0 0 0 0,0 0 0 0 0,15-15 0 0 0,-15 15 0 0 0,0 0 0 0 0,16-16 0 0 0,-1 16 0-591 2,-15 0 0 591-2,16 0 0 0 0,-1 0 0 0 0,0 0 0 0 0,1 0 0 0 0,-16 0 0 0 0,15 0 0 0 0,1 0 0 0 0,-16 0 0 0 0,15 16 0 0 0,0-16 0 3 555,-15 0 0-1-20,16 15 0 1-21,-16 0 0-3-514,0-15 0 0 0,15 0 0 0 0,-15 16 0 0 0,0-16 0 0 0,0 15 0 0 0,0 1 0 0 0,0-16 0 0 0,0 15 0 0 0,-15 0 0 0 0,15-15 64 0 0,-16 16-64 0 0,16-16 80 0 0,-15 0-80 0 0,15 15 112 0 0,-15-15-24 0 0,-1 16-8 0 0,1-16 0 0 0,15 0 120 0 0,-16 0 24 0 0,1 0 8 0 0,15 0 0 0 0,-15 0-48 0 0,-1 0-16 0 0,1 0 0 0 0,-1 0 0 0 0,16 0-104 0 0,-15-16-64 0 0,0 16 64 0 0,-1 0-64 0 0,16-15 0 0 0,-15 15 0 0 0,-1 0 0 0 0,16 0 0 0 0,0 0-1088 0 0,0 0-5272 0 0,0 0-1191 0 0,0 0-2201 0 0</inkml:trace>
  <inkml:trace contextRef="#ctx0" brushRef="#br0" timeOffset="26027.92">4126 1 19375 197803 64112,'0'0'1472'0'0,"0"0"-928"0"0,0 0-432 0 0,0 0-112 0 0,0 0 0 0 0,0 0 0 0 0,0 15 496 0 0,0 0 80 0 0,0-15 8 0 0,0 16 8 0 0,-15-1-416 0 0,15 1-80 0 0,0-16-24 0 0,0 15 0 0 0,-16 31-1392 0 0,16-46-21527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0:12.908"/>
    </inkml:context>
    <inkml:brush xml:id="br0">
      <inkml:brushProperty name="width" value="0.2" units="cm"/>
      <inkml:brushProperty name="height" value="1.2" units="cm"/>
      <inkml:brushProperty name="color" value="#5B2D90"/>
      <inkml:brushProperty name="inkEffects" value="pencil"/>
    </inkml:brush>
  </inkml:definitions>
  <inkml:trace contextRef="#ctx0" brushRef="#br0">185 278 16064 183838 61867,'0'0'1767'0'0,"0"0"-1767"0"0,0 0 0 0 0,0 0 0 0 0,0-16 568 0 0,0 16 96 0 0,-15 0 16 0 0,-1 0 544 0 0,16 0-720 0 0,0-15-8 0 0,-15 15 0 0 0,15 0-72 0 0,0-15-8 0 0,-16 15-8 0 0,16 0 0 0 0,0 0-120 0 0,-15 0-32 0 0,0 0 0 0 0,15 15 0 0 0,-16-15-136 0 0,16 0-32 0 0,-15 15-8 0 0,0-15 0 0 0,15 16-80 0 0,-16-16 0 0 0,16 15 72 0 0,-15 1-72 0 0,15-16 0 0 0,0 15 0 0 0,0 0 0 0 0,-16 1-96 0 0,16-1 96 525-6,0 1 0-525 6,16 30 0 564 1,-16-31 0-564-1,0 1 0 0 0,15-1-64 565-1,1 0 64 20 6,-16 1 0-585-5,15-16 0 0 0,0 15-64 0 0,-15 1 64 0 0,16-16 0 0 0,-1 15 0 0 0,0-15 0 0 0,1 15 64 0 0,-16-15-64 0 0,15 0 64 0 0,1 0-64 0 0,-1 0 0 0 0,0 0 0 0 0,-15 0 0 0 0,16 0 0 0 0,-1 0 0 0 0,-15 0 0 0 0,16-15 0 0 0,-1 15 0 0 0,0-15-880 0 0,-15 15-5736 0 0,0 0-1255 0 0,0 0-2281 0 0</inkml:trace>
  <inkml:trace contextRef="#ctx0" brushRef="#br0" timeOffset="375.31">539 47 14512 184835 67698,'0'0'1096'0'0,"0"0"-680"0"0,0 0-336 0 0,0 0-80 0 0,0 0 0 0 0,0 0 0 0 0,0 0 911 0 0,0 0 169 0 0,0 0 32 0 0,0 0 8 0 0,0 0-360 0 0,0 0-72 0 0,0 0-16 0 0,0 0 0 0 0,0 0-144 0 0,0 0-32 0 0,0 0-8 0 0,0 0 0 0 0,0 15-296 0 0,0 1-64 0 0,0-16-16 0 0,0 15 0 0 0,-15 31-2112 0 0,15-46-21663 0 0</inkml:trace>
  <inkml:trace contextRef="#ctx0" brushRef="#br0" timeOffset="1564.77">555 1 13616 185366 67301,'0'0'952'0'0,"0"0"-952"0"0,0 0 0 0 0,0 0 0 0 0,0 0 1056 0 0,0 0 199 0 0,0 0 41 0 0,0 0 8 0 0,0 0-280 0 0,0 0-48 0 0,0 0-16 0 0,0 0 0 0 0,0 0-304 0 0,0 15-64 0 0,0-15-16 0 0,0 16 0 0 0,-16-16-288 0 0,16 15-56 0 0,0 0-8 0 0,0 1-8 0 0,-15-16-128 0 0,15 15-24 0 0,0 1-64 0 0,0-1 96 0 0,-16-15-96 0 0,16 15 0 0 0,-15 1-72 0 0,15-16 72 0 0,-31 30-3496 0 0,31-30-19943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0:16.052"/>
    </inkml:context>
    <inkml:brush xml:id="br0">
      <inkml:brushProperty name="width" value="0.2" units="cm"/>
      <inkml:brushProperty name="height" value="1.2" units="cm"/>
      <inkml:brushProperty name="color" value="#5B2D90"/>
      <inkml:brushProperty name="inkEffects" value="pencil"/>
    </inkml:brush>
  </inkml:definitions>
  <inkml:trace contextRef="#ctx0" brushRef="#br0">139 0 12840 224825 63519,'0'0'968'0'0,"0"0"-528"0"0,0 0-440 0 0,0 0 0 0 0,0 0 0 0 0,0 0 672 0 0,-15 0 112 0 0,15 0 23 0 0,0 0 9 0 0,0 0-232 0 0,-15 0-40 0 0,15 0-16 0 0,0 0 0 0 0,0 0-96 0 0,-16 16-16 0 0,16-16-8 0 0,-15 15 0 0 0,15-15-120 0 0,-16 16-32 0 0,16-16 0 0 0,-15 15 0 0 0,15-15-112 0 0,-15 15-24 0 0,15-15-8 0 0,-16 16 0 0 0,16-1-16 0 0,0-15-8 0 0,0 16 0 0 0,-15-1 0 0 0,15 0-88 0 0,0 1 80 0 0,0 15-80 0 0,0-16 80 0 0,0 0-80 0 0,0 16 0 0 0,0-16 0 0 0,15 1-88 0 0,-15-1 88 0 0,0 1 0 0 0,16-1 0 0 0,-16 0 0 0 0,15 1 0 0 0,-15-1 112 0 0,15-15-16 0 0,1 16 0 0 0,-1-16-96 0 0,1 0 0 0 0,-1 0 0 0 0,0 0 0 0 0,1 0 128 0 0,-1 0-32 0 0,16 0 0 0 0,-16-16 0 0 0,1 1 104 0 0,-1 15 24 0 0,0-16 0 0 0,-15 1 0 0 0,16 0 16 0 0,-1-1 8 0 0,-15 1 0 0 0,16-1 0 0 0,-16 1-48 0 0,0-16-8 0 0,15 31 0 0 0,-15-30 0 0 0,0 14-72 0 0,0 1-24 0 0,-15-1 0 0 0,15 16 0 0 0,0-15-32 0 0,-16 0-64 0 0,16 15 88 0 0,-15-16-88 0 0,-1 16 0 542 0,16-15 0-542 0,-30 15 0 0 0,14-16 0 0 0,1 16 0 0 0,-16 0-160 0 0,16 0 16 0 0,-1 0 8 0 0,-45 0-4080 0 0,61 0-18191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0:16.921"/>
    </inkml:context>
    <inkml:brush xml:id="br0">
      <inkml:brushProperty name="width" value="0.2" units="cm"/>
      <inkml:brushProperty name="height" value="1.2" units="cm"/>
      <inkml:brushProperty name="color" value="#5B2D90"/>
      <inkml:brushProperty name="inkEffects" value="pencil"/>
    </inkml:brush>
  </inkml:definitions>
  <inkml:trace contextRef="#ctx0" brushRef="#br0">154 16 11888 225015 61774,'0'0'1304'0'0,"0"0"-1304"0"0,0 0 0 0 0,0 0 0 0 0,0 0 688 0 0,0 0 120 0 0,0 0 24 0 0,0 0 8 0 0,0 0-281 0 0,0 0-55 0 0,0 0-16 0 0,0 0 416 0 0,0 0-120 0 0,0 0-8 0 0,0 0-400 0 0,0 0 0 0 0,0 16 0 0 0,0-16-56 0 0,0 15 0 0 0,0 1-8 0 0,-15-16 0 0 0,15 15-112 0 0,-16 0-16 0 0,16 1-8 0 0,-15-16 0 0 0,15 15-40 0 0,-16 1-8 0 0,16-1 0 0 0,-15 0 0 0 0,0 1-128 0 0,15-16 0 0 0,-16 15 0 0 0,16 0 0 0 0,-15 1 0 0 0,15-1 0 0 0,0 1 0 0 0,-16-1 0 0 0,16 0 0 0 0,-15 1 0 0 0,15-16 0 0 0,0 15 0 0 0,0-15 0 0 0,0 0 0 0 0,0 0 0 0 0,0 0 0 0 0,0 0 0 0 0,0 0 0 0 0,0 0 0 0 0,0 0 0 0 0,0 0 0 0 0,0 0-88 0 0,0 0 0 0 0,0 0 0 0 0,0-15-1784 0 0,0-1 1200 0 0,31-14-4975 0 0,-31 14-785 0 0,0 16-2704 0 0</inkml:trace>
  <inkml:trace contextRef="#ctx0" brushRef="#br0" timeOffset="451.22">139 32 12464 224505 63518,'0'0'1296'0'0,"15"-16"-1224"0"0,-15 16-72 0 0,0 0 0 0 0,0 0 600 0 0,0 0 104 0 0,15-15 16 0 0,-15 15 7 0 0,0 0-159 0 0,16 0-32 0 0,-16 0-8 0 0,15 0 0 0 0,-15 0-32 0 0,16 15-8 0 0,-16-15 0 0 0,30 16 464 0 0,-30-16-496 0 0,0 0 0 0 0,16 15 0 0 0,-16-15-136 0 0,15 16-24 0 0,-15-16-8 0 0,0 15 0 0 0,0-15-96 0 0,16 0-16 0 0,-16 15-8 0 0,15-15 0 0 0,-15 16-72 0 0,0-16-8 0 0,0 0-8 0 0,0 15 0 0 0,0 1 40 0 0,15-1 8 0 0,-15-15 0 0 0,0 15 0 0 0,0-15-128 0 0,16 16 72 0 0,-16-1-72 0 0,0-15 64 0 0,0 0-64 0 0,0 15 0 0 0,0 1 0 0 0,0-16 0 0 0,0 0 64 0 0,0 0-64 0 0,0 0 64 0 0,0 0-64 0 0,0 0-136 0 0,0 0 32 0 0,0 0 8 0 0,0 0 96 0 0,15 15 0 0 0,-15-15 0 0 0,0 0 0 0 0,0 0-1320 0 0,0 0 840 0 0,0 0-4480 0 0,0 0-13487 0 0</inkml:trace>
  <inkml:trace contextRef="#ctx0" brushRef="#br0" timeOffset="573.34">0 186 14240 223738 62814,'0'0'400'0'0,"0"0"96"0"0,0 0-400 0 0,0 0-96 0 0,0 0 0 0 0,0 0 0 0 0,0 0 792 0 0,0 0 135 0 0,0 0 25 0 0,0 0 8 0 0,15 15-544 0 0,1-15-96 0 0,-1 0-32 0 0,1 0 0 0 0,14 0-160 0 0,-14 0-32 0 0,15 0 0 0 0,-1-15-8 0 0,1 15-88 0 0,0 0 0 0 0,0 0-80 0 0,0 0-5399 0 0,-1 0-1081 0 0,-30 0-1904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0:18.430"/>
    </inkml:context>
    <inkml:brush xml:id="br0">
      <inkml:brushProperty name="width" value="0.2" units="cm"/>
      <inkml:brushProperty name="height" value="1.2" units="cm"/>
      <inkml:brushProperty name="color" value="#5B2D90"/>
      <inkml:brushProperty name="inkEffects" value="pencil"/>
    </inkml:brush>
  </inkml:definitions>
  <inkml:trace contextRef="#ctx0" brushRef="#br0">46 154 13256 227098 63405,'0'0'928'0'0,"0"0"-928"0"0,0 0 0 0 0,0 0 984 0 0,0 0 176 0 0,0 0 39 0 0,0 0 9 0 0,0 0-424 0 0,0 0-80 0 0,0 0-24 0 0,0 0 0 0 0,0 0-264 0 0,0 0-64 0 0,0 0 0 0 0,0 16-8 0 0,16-1 0 0 0,-16-15 0 0 0,0 0 0 0 0,0 15 0 0 0,0 1-192 0 0,15-16-40 0 0,-15 15-8 0 0,0 1 0 0 0,0-1-32 0 0,0-15-8 0 0,0 15 0 0 0,0 1 0 0 0,0-1-64 0 0,0-15 64 0 0,0 15-64 0 0,0 1 64 0 0,0-16-64 0 0,0 15 0 0 0,0 1-96 0 0,0-16 96 0 0,0 0 0 0 0,0 15 0 0 0,0 0 0 0 0,0-15 0 0 0,0 0 0 0 0,0 0 0 0 0,0 0 0 0 0,0 0 0 0 0,0 0 0 0 0,0 0 0 0 0,0 0 0 0 0,0 0 0 0 0,0 0-1336 0 0,0 0 832 0 0,0 0-4592 0 0,0 0-13159 0 0</inkml:trace>
  <inkml:trace contextRef="#ctx0" brushRef="#br0" timeOffset="397.31">15 200 13016 225929 64141,'0'0'984'0'0,"0"0"-616"0"0,0 0-296 0 0,0-15-72 0 0,0 15 0 0 0,16-15 0 0 0,-16 15 752 0 0,0-16 136 0 0,0 1 23 0 0,0 15 9 0 0,15-16-256 0 0,-15 16-56 0 0,0-15 0 0 0,16 0-8 0 0,-1 15-120 0 0,-15-16-32 0 0,15 16 0 0 0,-15-15 0 0 0,16 15-80 0 0,-1-16-16 0 0,1 1-8 0 0,-1 15 0 0 0,0 0-56 0 0,1-15-16 0 0,15 15 0 0 0,-31-16 0 0 0,30 16-144 0 0,-30 0-24 0 0,16 0-8 0 0,-1 0 0 0 0,-15 0-96 0 0,15 0 0 0 0,-15 0 0 0 0,16 0 80 0 0,-16 0-8 0 0,0 0 0 0 0,15 16 0 0 0,-15-16-72 0 0,0 15 0 0 0,0-15 0 0 0,0 15 0 0 0,0 1 0 0 0,0-16 0 0 0,-15 15-64 0 0,15 1 64 0 0,-16-1 0 0 0,1 0-88 0 0,0-15 88 0 0,-1 16-64 0 0,16-16 64 0 0,-30 15-80 0 0,30-15 80 0 0,-16 16-80 0 0,1-16 80 0 0,-1 0 0 0 0,1 15 0 0 0,15-15 0 0 0,-15 0 0 0 0,15 0-64 0 0,0 0 64 0 0,0 0-64 0 0,0 0 128 0 0,0 0-64 0 0,0 0 0 0 0,0 0 0 0 0,0 0 0 0 0,0 0 0 0 0,0 0 0 0 0,0 0 0 0 0,0 0 0 0 0,0 0 0 0 0,15 0 0 0 0,-15-15 0 0 0,15 15 0 0 0,1 0 0 0 0,-1 0 0 0 0,1 0 0 0 0,-1 0 0 0 0,0 0 0 0 0,1 0 0 0 0,-1 15 0 0 0,0-15 0 0 0,1 0 0 0 0,-1 15 0 0 0,-15-15 0 0 0,16 16 0 0 0,-16-16-64 0 0,15 15 64 0 0,-15-15 0 0 0,0 0 64 0 0,0 16-64 0 0,0-1 0 0 0,0-15 0 0 0,0 15 0 0 0,0 1-64 0 0,-15-16 64 0 0,15 15 0 0 0,-16-15 0 0 0,1 15 0 0 0,-1 1 0 0 0,1-16 0 0 0,15 15 64 0 0,-31-15-64 0 0,16 16 0 0 0,0-16 64 0 0,-1 0-64 0 0,1 0 0 0 0,-1 15 0 0 0,1-15 64 0 0,15 0-64 0 0,-15 0 0 0 0,-1 0 72 0 0,1 0-72 0 0,-1 0 96 0 0,16-15-96 0 0,-15 15 64 0 0,15 0-64 0 0,-15 0 0 0 0,-1 0 0 0 0,1 0-592 0 0,-1 0-6048 0 0,1 0-1279 0 0,15 0-2297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0:19.696"/>
    </inkml:context>
    <inkml:brush xml:id="br0">
      <inkml:brushProperty name="width" value="0.2" units="cm"/>
      <inkml:brushProperty name="height" value="1.2" units="cm"/>
      <inkml:brushProperty name="color" value="#5B2D90"/>
      <inkml:brushProperty name="inkEffects" value="pencil"/>
    </inkml:brush>
  </inkml:definitions>
  <inkml:trace contextRef="#ctx0" brushRef="#br0">169 31 14512 225981 67006,'16'0'1592'0'0,"-16"0"-1592"0"0,0-15 0 0 0,0 15 0 0 0,0 0 703 0 0,0 0 129 0 0,0 0 32 0 0,0 0 0 0 0,0 0-256 0 0,0-15-56 0 0,0 15-8 0 0,0 0 0 0 0,0 0-80 0 0,0 0-16 0 0,-16 0-8 0 0,16 0 0 0 0,0 0-152 0 0,-15 0-32 0 0,15 0-8 0 0,-15 0 0 0 0,-1 0-120 0 0,16 15-32 0 0,-15-15 0 0 0,-16 15 0 0 0,31 1-24 0 0,-15-1-72 0 0,-1 1 64 0 0,16-1-64 0 0,-15 0 0 0 0,0 1 0 0 0,15-1 0 0 0,-16 16 0 0 0,16-16 0 0 0,0 16 0 0 0,0-16 0 0 0,0 1 0 0 0,0 15 0 0 0,0-16 0 0 0,0 0 0 0 0,0 1 0 0 0,16-1 0 0 0,-16-15 0 0 0,15 16 0 0 0,0-1 192 0 0,-15-15 104 0 0,16 0 24 0 0,-1 0 0 0 0,0 0-144 0 0,-15 0-24 0 0,16 0-8 0 0,-1 0 0 0 0,1 0 160 0 0,-1-15 32 0 0,0 15 8 0 0,-15 0 0 0 0,16-16-344 0 0,-1 16 0 0 0,-15-15 0 0 0,16 15 0 0 0,-16-16 0 0 0,0 16 80 0 0,0 0-80 0 0,15-15 80 0 0,-15 15-80 0 0,0 0 0 0 0,0 0 0 0 0,0 0 0 0 0,0 0 0 0 0,0 0 0 0 0,0 0 0 0 0,0 0 0 0 0,0 0-96 0 0,0 0-32 0 0,0 0 0 0 0,15 0-8 0 0,-15 0-2848 0 0,16 15-7031 0 0,-16-15-4729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0:26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78 15200 0 0,'0'0'336'0'0,"0"0"72"0"0,0 0 8 0 0,0 0 7 0 0,0 0-335 0 0,0 0-88 0 0,0 0 0 0 0,0 0 0 0 0,0 0 584 0 0,0 0 104 0 0,0 0 16 0 0,0-16 8 0 0,0 16-168 0 0,0 0-32 0 0,0 0 0 0 0,0 0-8 0 0,0 0-136 0 0,0 0-24 0 0,0 0-8 0 0,0 0 0 0 0,0 0-48 0 0,0 0-16 0 0,0 0 0 0 0,0 0 0 0 0,15 0-88 0 0,-15 0-24 0 0,0 0 0 0 0,0 0 0 0 0,0 0-32 0 0,16 16 0 0 0,-16-1-8 0 0,0-15 0 0 0,0 15-24 0 0,0-15 0 0 0,15 16 0 0 0,-15-1 0 0 0,0-15-32 0 0,0 15 0 0 0,0 1-64 0 0,0-1 96 0 0,0 1-96 0 0,0-1 72 0 0,0 0-72 0 0,0 1 64 0 0,0-1-64 0 0,0 1 64 0 0,0-1-64 0 0,0 0 64 0 0,0-15-64 0 0,0 16 96 0 0,0-1-96 0 0,0 1 96 0 0,0-1-8 0 0,0-15 0 0 0,0 0 0 0 0,0 15 0 0 0,0-15-24 0 0,0 0-64 0 0,0 0 96 0 0,0 16-32 0 0,0-16-64 0 0,0 0 0 0 0,0 0 72 0 0,0 0-72 0 0,0 15 0 0 0,0-15 0 0 0,0 0 0 0 0,0 16 64 0 0,0-16-64 0 0,0 15 0 0 0,0-15-64 0 0,0 0 64 0 0,0 0-128 0 0,0 15 8 0 0,0-15 8 0 0,0 0 0 0 0,0 0-40 0 0,0 16-8 0 0,0-16 0 0 0,0 15 0 0 0,0-15 48 0 0,0 0 8 0 0,0 0 0 0 0,0 0 0 0 0,0 0-8 0 0,0 0 0 0 0,0 0 0 0 0,0 0 0 0 0,0 0-712 0 0,0 0-136 0 0,0 0-32 0 0,0 0-8007 0 0</inkml:trace>
  <inkml:trace contextRef="#ctx0" brushRef="#br0" timeOffset="898.31">200 216 11880 0 0,'0'0'336'0'0,"0"0"80"0"0,0 0-336 0 0,0 0-80 0 0,0 0 0 0 0,0 0 0 0 0,0 0 904 0 0,0 0 168 0 0,0 0 32 0 0,0 0 7 0 0,0 0-295 0 0,0 0-56 0 0,0 0-16 0 0,0 0 0 0 0,0 0-88 0 0,0-15-16 0 0,0 15-8 0 0,0 0 0 0 0,0-16-184 0 0,0 16-32 0 0,0 0 0 0 0,0-15-8 0 0,0 15-104 0 0,0 0-16 0 0,0-16-8 0 0,0 16 0 0 0,16-15-128 0 0,-16 15-24 0 0,0-15-8 0 0,15 15 0 0 0,-15-16 32 0 0,0 16 8 0 0,15-15 0 0 0,-15 15 0 0 0,16 0-32 0 0,-16-15-8 0 0,15 15 0 0 0,-15-16 0 0 0,16 16-56 0 0,-16 0 0 0 0,15 0-64 0 0,-15-15 96 0 0,0 15 0 0 0,15 0-8 0 0,1-16 0 0 0,-1 16 0 0 0,-15 0-88 0 0,16 0 0 0 0,-1-15 0 0 0,-15 15 0 0 0,15 0 0 0 0,1 0 0 0 0,-1-15 0 0 0,-15 15 0 0 0,15 0 0 0 0,1 0 0 0 0,-1 0 0 0 0,-15 0 0 0 0,16 0 0 0 0,-16 15 0 0 0,0-15 0 0 0,15 0 0 0 0,0 0 0 0 0,-15 15 0 0 0,0-15 0 0 0,16 0 0 0 0,-16 0 0 0 0,0 0 0 0 0,0 0-72 0 0,15 16 72 0 0,-15-16 0 0 0,0 0 0 0 0,0 0 0 0 0,16 15 0 0 0,-16-15 0 0 0,0 0 0 0 0,0 0 0 0 0,0 16 0 0 0,0-1 0 0 0,0-15 0 0 0,0 0 0 0 0,0 15 0 0 0,0-15 0 0 0,0 16 0 0 0,0-16 0 0 0,0 15 72 0 0,0-15-72 0 0,-16 15 0 0 0,16 1 0 0 0,0-16-88 0 0,0 15 88 0 0,-15-15 0 0 0,15 16 0 0 0,-16-16 0 0 0,16 15 0 0 0,0-15 0 0 0,-15 0 0 0 0,0 15 0 0 0,15-15 0 0 0,0 16 0 0 0,-16-1 0 0 0,16-15 64 0 0,-15 16-64 0 0,15-16 0 0 0,-16 15 0 0 0,16 0 0 0 0,0-15 0 0 0,-15 16 0 0 0,15-1 0 0 0,-15 1 0 0 0,15-1 0 0 0,0 0 0 0 0,-16 1 0 0 0,16-16 0 0 0,-15 15 0 0 0,15 1 0 0 0,0-16 0 0 0,-15 15 0 0 0,15-15 0 0 0,0 0 0 0 0,0 0 0 0 0,0 15 0 0 0,0-15 0 0 0,0 0 0 0 0,0 0 0 0 0,0 0 0 0 0,0 0 0 0 0,0 0 0 0 0,0 0 0 0 0,0 0 0 0 0,0 0 0 0 0,0 0 0 0 0,0 0 0 0 0,0 0 0 0 0,15 0 0 0 0,-15 0 72 0 0,0 0-72 0 0,15 0 0 0 0,1 0 80 0 0,-16 0-80 0 0,15 0 64 0 0,0 0-64 0 0,1 0 0 0 0,-1 0 0 0 0,1-15 64 0 0,-1 15-64 0 0,0 0 0 0 0,1 0 0 0 0,-1 0 0 0 0,1 0 0 0 0,-1 0 0 0 0,0 0 0 0 0,-15 0 0 0 0,16 0 0 0 0,-16 0 0 0 0,0 0 0 0 0,15 0 0 0 0,-15 0 0 0 0,0 0 0 0 0,16 0-136 0 0,-16 0 32 0 0,0 0 8 0 0,0 0-216 0 0,0 0-40 0 0,15 0 0 0 0,-15 0-8 0 0,0 0-976 0 0,0 0-192 0 0,0 0-40 0 0,15 0-7271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0:37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 11456 0 0,'0'0'256'0'0,"0"0"48"0"0,0 0 16 0 0,0 0 0 0 0,0 0-256 0 0,0 0-64 0 0,0 0 0 0 0,0 0 0 0 0,0 0 736 0 0,0 0 144 0 0,0 0 24 0 0,0 0 8 0 0,0 0-233 0 0,0 0-39 0 0,0 0-16 0 0,0 0 0 0 0,0 0-112 0 0,16 0-16 0 0,-16 0-8 0 0,15 16 0 0 0,-15-16-16 0 0,0 0-8 0 0,0 0 0 0 0,16 0 0 0 0,-16 0-128 0 0,15 0-24 0 0,-15 0-8 0 0,15 0 0 0 0,-15 0-128 0 0,16 0-24 0 0,-16 0-8 0 0,0 0 0 0 0,15 0-48 0 0,0 0 0 0 0,-15 0-8 0 0,16 0 0 0 0,-1 0-16 0 0,-15 0 0 0 0,16 0 0 0 0,-1 0 0 0 0,0 0 8 0 0,1 0 0 0 0,-1 0 0 0 0,1 0 0 0 0,-1 0-80 0 0,0 0-112 0 0,16-16 24 0 0,-15 16 8 0 0,14 0 176 0 0,1 0 32 0 0,-15 0 0 0 0,14 0 8 0 0,1-15 0 0 0,0 15 0 0 0,0 0 0 0 0,-16 0 0 0 0,16 0-136 0 0,0 0 0 0 0,-1 0 0 0 0,1 0 0 0 0,0 0 0 0 0,0 0-112 0 0,-16 0 16 0 0,16 0 8 0 0,-16 0 88 0 0,1 0 0 0 0,15 0 0 0 0,-16-16 64 0 0,0 16-64 0 0,16 0 72 0 0,-15 0-72 0 0,14 0 80 0 0,-14 0-80 0 0,-1 0 0 0 0,1 0 0 0 0,14 0 64 0 0,-30 0 0 0 0,31 0 0 0 0,-31 0 0 0 0,31 0 0 0 0,-31 0 8 0 0,15 0 0 0 0,1 0 0 0 0,-16 0 0 0 0,15 0 8 0 0,-15 0 0 0 0,0 0 0 0 0,0 0 0 0 0,0 0-80 0 0,0 0 96 0 0,0 0-96 0 0,0 0 96 0 0,0 0-96 0 0,0 0 64 0 0,0 0-64 0 0,0 0 64 0 0,0 0-64 0 0,0 0 0 0 0,0 0 0 0 0,0 0-88 0 0,0 0-560 0 0,0 0-120 0 0,0 0-16 0 0,-15 16-6000 0 0,15-16-1207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0:38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93 108 12384 0 0,'0'0'272'0'0,"0"0"56"0"0,0 0 16 0 0,0 0 0 0 0,0 0-280 0 0,0 0-64 0 0,0 0 0 0 0,0 0 0 0 0,0 0 768 0 0,0 0 144 0 0,0 0 24 0 0,0 0 7 0 0,0 0-223 0 0,0 0-48 0 0,0 0 0 0 0,0 0-8 0 0,0 0-136 0 0,0 0-24 0 0,0 0-8 0 0,0 0 0 0 0,0 0-80 0 0,0 0-24 0 0,0 0 0 0 0,0 0 0 0 0,0 0-80 0 0,0 0-24 0 0,0-15 0 0 0,16 15 0 0 0,-16 0-96 0 0,0-15-16 0 0,0 15-8 0 0,0-16 0 0 0,0 16-56 0 0,15 0-16 0 0,-15-15 0 0 0,0 15 0 0 0,15 0-24 0 0,-15 0-8 0 0,0 0 0 0 0,16-16 0 0 0,-16 16 32 0 0,0 0 0 0 0,0 0 0 0 0,15 0 0 0 0,-15-15-32 0 0,0 15-64 0 0,16 0 96 0 0,-16 0-32 0 0,0 0-64 0 0,15 0 80 0 0,-15-15-80 0 0,0 15 80 0 0,15 0-80 0 0,1 0 0 0 0,-16 0 0 0 0,0 0 0 0 0,0 0 0 0 0,15 0 0 0 0,1 0 0 0 0,-16 0 0 0 0,0 0 0 0 0,0 0 0 0 0,0 0 0 0 0,15 15 0 0 0,0-15 0 0 0,-15 0 0 0 0,0 0 0 0 0,0 0 0 0 0,16 0 0 0 0,-16 15 0 0 0,0-15 0 0 0,15 0 0 0 0,-15 0 0 0 0,0 16 0 0 0,0-16 0 0 0,0 0 0 0 0,0 0 0 0 0,0 0 0 0 0,16 15 0 0 0,-16 1 0 0 0,0-16 0 0 0,0 0 64 0 0,0 0-64 0 0,0 15 64 0 0,0 0-64 0 0,0-15 0 0 0,0 0 0 0 0,0 0 0 0 0,0 16 0 0 0,-16-16 0 0 0,16 15 0 0 0,0-15 0 0 0,0 0 0 0 0,0 0 0 0 0,0 16 0 0 0,-15-16 0 0 0,15 15 0 0 0,-16-15 0 0 0,16 15 0 0 0,-15-15 0 0 0,15 0 0 0 0,-15 16 64 0 0,15-16-64 0 0,-16 0 0 0 0,16 15 0 0 0,-15-15 0 0 0,15 0 64 0 0,-16 16-64 0 0,1-16 0 0 0,15 0 0 0 0,-15 15 0 0 0,-1-15 0 0 0,16 0 0 0 0,-15 15 0 0 0,-1-15 0 0 0,16 16 0 0 0,-15-16 0 0 0,0 15 0 0 0,15-15 64 0 0,-16 16-64 0 0,1-1 0 0 0,15 0 0 0 0,0-15 0 0 0,-16 16 0 0 0,1-1 0 0 0,15 1 0 0 0,0-1 0 0 0,-15 0 0 0 0,15-15 0 0 0,-16 16 0 0 0,16-1 0 0 0,0 1 0 0 0,0-16 0 0 0,0 15 0 0 0,-15 0 0 0 0,15 1 0 0 0,0-16 0 0 0,0 15 0 0 0,0-15 0 0 0,0 0 0 0 0,0 15 0 0 0,0-15 64 0 0,0 0-64 0 0,0 0 64 0 0,0 0 0 0 0,0 0 0 0 0,0 0 0 0 0,0 0 0 0 0,0 0 24 0 0,0 0 0 0 0,15 0 0 0 0,-15 0 0 0 0,0 0-24 0 0,16 0 0 0 0,-1 0 0 0 0,-15 0 0 0 0,15 0-64 0 0,1 0 0 0 0,-16 0 0 0 0,15 16 64 0 0,1-16-64 0 0,-1 0 0 0 0,0 0 0 0 0,-15 15 0 0 0,16-15 0 0 0,-1 16 0 0 0,-15-16 0 0 0,16 0 0 0 0,-16 15 0 0 0,0-15-72 0 0,15 0 72 0 0,-15 0-104 0 0,0 0-72 0 0,0 0-16 0 0,0 0 0 0 0,15 15 0 0 0,-15-15-608 0 0,0 0-128 0 0,0 0-32 0 0,16 0-5760 0 0,-16-15-1151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0:39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 13936 0 0,'0'0'304'0'0,"0"0"64"0"0,0 0 16 0 0,0 0 8 0 0,0 0-312 0 0,0 0-80 0 0,0 0 0 0 0,0 0 0 0 0,0 0 920 0 0,0 0 167 0 0,0 0 33 0 0,0 0 0 0 0,0 0-328 0 0,0 0-72 0 0,0 0-16 0 0,0 0 0 0 0,0 0-184 0 0,0 0-40 0 0,0 0 0 0 0,15 0-8 0 0,-15 0-152 0 0,16-15-24 0 0,-1 15-8 0 0,-15 0 0 0 0,16 0-112 0 0,-16 0-24 0 0,15 15-8 0 0,0-15 0 0 0,-15 0-80 0 0,16 0-64 0 0,-1 0 96 0 0,-15 0-96 0 0,16 0 64 0 0,-16 0-64 0 0,15 0 0 0 0,0 0 0 0 0,-15 0 0 0 0,16 15 0 0 0,-1-15 64 0 0,-15 0-64 0 0,0 0 0 0 0,0 0 0 0 0,16-15 0 0 0,-16 15 0 0 0,0 0 0 0 0,0 0 0 0 0,0 0 0 0 0,0 0 0 0 0,0 0-240 0 0,0 0-24 0 0,0 0-8 0 0,0 0 0 0 0,0 0-792 0 0,0 0-160 0 0,0 0-32 0 0,0 0-4799 0 0,0 0-961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0:40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16783 0 0,'0'0'368'0'0,"0"0"80"0"0,0 0 8 0 0,0 0 24 0 0,0 0-384 0 0,0 0-96 0 0,0 0 0 0 0,0 0 0 0 0,15 0 584 0 0,1 0 104 0 0,-1 0 16 0 0,-15 0 8 0 0,15 0-280 0 0,1 0-56 0 0,-1 0-16 0 0,1 0 0 0 0,-1 0-160 0 0,16 0-32 0 0,-16 16-8 0 0,1-16 0 0 0,-1 0-96 0 0,0 0-64 0 0,1 0 64 0 0,-1 0-64 0 0,1 0-120 0 0,-1 0-56 0 0,0 0-16 0 0,1 0-9095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0:41.1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1 11072 0 0,'0'0'312'0'0,"0"0"72"0"0,0 0-304 0 0,0 0-80 0 0,0 0 0 0 0,0 0 0 0 0,0 0 832 0 0,0 0 144 0 0,0 0 32 0 0,0 0 8 0 0,0 0-312 0 0,0 0-57 0 0,0 0-7 0 0,0 0-8 0 0,0 0-112 0 0,0 0-16 0 0,0 0-8 0 0,0 0 0 0 0,0 0-64 0 0,0 0-16 0 0,0 0 0 0 0,0 0 0 0 0,0 0-192 0 0,0 0-32 0 0,0 0-16 0 0,0 0 0 0 0,0 0 128 0 0,0 0 24 0 0,0 0 8 0 0,-15 0 0 0 0,15 0-192 0 0,0 15-40 0 0,-16-15-8 0 0,16 0 0 0 0,-15 0-24 0 0,15 0-8 0 0,0 16 0 0 0,-15-16 0 0 0,15 0-64 0 0,-16 15 0 0 0,16-15 0 0 0,-15 15 0 0 0,15-15 64 0 0,-16 16-64 0 0,16-16 0 0 0,-15 15 64 0 0,15-15-64 0 0,-15 16 0 0 0,15-16 72 0 0,-16 15-72 0 0,16-15 88 0 0,0 15-24 0 0,0-15 0 0 0,-15 16 0 0 0,15-16-64 0 0,0 15 0 0 0,-16-15 72 0 0,16 16-72 0 0,0-16 72 0 0,-15 15-72 0 0,15-15 96 0 0,0 15-96 0 0,-15 1 96 0 0,15-16-32 0 0,0 15 0 0 0,0-15-64 0 0,0 16 80 0 0,-16-16-80 0 0,16 0 64 0 0,0 15-64 0 0,0 0 0 0 0,0-15 64 0 0,0 0-64 0 0,0 16 0 0 0,0-1 64 0 0,0-15-64 0 0,0 16 64 0 0,0-1-64 0 0,0-15 64 0 0,0 0-64 0 0,0 15 0 0 0,0 1 64 0 0,0-16-64 0 0,0 0 0 0 0,16 15 72 0 0,-16 0-72 0 0,0-15 0 0 0,0 0 0 0 0,0 16 0 0 0,15-1 64 0 0,-15-15-64 0 0,0 16 0 0 0,0-16 64 0 0,15 0-64 0 0,-15 15 0 0 0,16-15 0 0 0,-1 0 0 0 0,-15 15 0 0 0,16-15 0 0 0,-1 16 0 0 0,-15-16 0 0 0,15 0 64 0 0,1 0-64 0 0,-16 15 0 0 0,15-15 64 0 0,1 0-64 0 0,-1 0 0 0 0,0 16 0 0 0,-15-16 0 0 0,16 0 64 0 0,-1 0-64 0 0,1 0 0 0 0,-1 0 0 0 0,0 0 64 0 0,1 0-64 0 0,-16 0 0 0 0,15 0 0 0 0,0 0 64 0 0,1 0-64 0 0,-16 0 0 0 0,15 0 0 0 0,1 0 0 0 0,-16 0 0 0 0,0 0 64 0 0,15 0-64 0 0,-15-16 0 0 0,15 16 0 0 0,-15 0 72 0 0,0 0-72 0 0,16-15 0 0 0,-16 15 64 0 0,0 0-64 0 0,15 0 0 0 0,-15-16 0 0 0,0 16 72 0 0,0-15-72 0 0,0 15 0 0 0,0-15 72 0 0,0 15-72 0 0,0-16 0 0 0,0 16 0 0 0,0-15 64 0 0,0 15-64 0 0,0-16 0 0 0,0 1 0 0 0,0 15 0 0 0,0-15 0 0 0,0 15 0 0 0,0-16 72 0 0,0 1-72 0 0,0 0 0 0 0,0-1 0 0 0,-15 16 0 0 0,15-15 64 0 0,0 15-64 0 0,0 0 0 0 0,0 0 0 0 0,-16-16 0 0 0,16 16 0 0 0,0 0 0 0 0,-15 0 0 0 0,15 0 0 0 0,0 0 0 0 0,-15-15 0 0 0,15 15 0 0 0,-16 0 0 0 0,16 0 0 0 0,0 0 0 0 0,-15 0 0 0 0,15 15 0 0 0,0-15 0 0 0,-16 0 0 0 0,1 0 0 0 0,15 16 0 0 0,0-16 0 0 0,-15 0 0 0 0,15 15 0 0 0,0-15 0 0 0,0 0 0 0 0,0 16-64 0 0,-16-1 64 0 0,16-15 0 0 0,0 0 0 0 0,0 0 0 0 0,0 0 0 0 0,0 15 0 0 0,0-15 0 0 0,0 16 0 0 0,0-16 0 0 0,0 15 0 0 0,0-15 0 0 0,16 15 0 0 0,-16 1 0 0 0,0-16 0 0 0,0 15 0 0 0,0-15 0 0 0,0 16 0 0 0,15-16-64 0 0,-15 15 64 0 0,0-15 0 0 0,15 15 0 0 0,-15 1 0 0 0,0-16 0 0 0,16 15 0 0 0,-16-15 0 0 0,0 16 0 0 0,15-16-104 0 0,-15 15 16 0 0,16 0 8 0 0,-16-15 0 0 0,0 16-968 0 0,15-16-192 0 0,-15 0-40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23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262 324 13736 0 0,'0'0'296'0'0,"0"0"64"0"0,0 0 16 0 0,0 0 16 0 0,0 0-312 0 0,0 0-80 0 0,0 0 0 0 0,0 0 0 0 0,0 0 992 0 0,0 0 191 0 0,0 0 33 0 0,0-15 0 0 0,0 15-384 0 0,0 0-72 0 0,0-16-24 0 0,0 16 0 0 0,0 0-160 0 0,0-15-32 0 0,0 15 0 0 0,0 0-8 0 0,0-16-120 0 0,0 16-16 0 0,0 0-8 0 0,-15-15 0 0 0,15 15-72 0 0,0 0-8 0 0,-15 0-8 0 0,15 0 0 0 0,-16 0-104 0 0,16 0-16 0 0,-15 0-8 0 0,0 0 0 0 0,-1 0-96 0 0,1 0-16 0 0,-1 15-64 0 0,16-15 96 0 0,-15 16-96 0 0,0-1 64 0 0,-1 1-64 0 0,1-1 0 0 0,15 16 0 0 0,-16-16 0 0 0,1 1 0 0 0,0 14 0 0 0,15-14 0 0 0,-16 14 0 0 0,16-14 0 0 0,0 15 0 0 0,0-16 0 0 0,-15 0 0 0 0,15 1 0 0 0,0-1 0 0 0,0 1 0 0 0,15-1 0 0 0,-15-15 0 0 0,0 0 0 0 0,0 15 0 0 0,0-15 0 0 0,16 0 0 0 0,-1 0 0 0 0,-15 16-64 0 0,15-16 64 0 0,1 0 0 0 0,-16 0 0 0 0,15-16 0 0 0,1 16-64 0 0,-16-15 64 0 0,15 15 0 0 0,0-15 0 0 0,-15 15 0 0 0,16-16 0 0 0,-1 1 0 0 0,-15-1 0 0 0,16 1 0 0 0,-1 0 0 0 0,-15-16 0 0 0,15 15 0 0 0,-15 1 0 0 0,16-16 0 0 0,-16 16 0 0 0,0-16 0 0 0,15 16 0 0 0,-15-16 0 0 0,0 0 0 0 0,15 16 0 0 0,-15-16 0 0 0,16 16 0 0 0,-16-1 0 0 0,0-15 0 0 0,15 16 0 0 0,-15 0 0 0 0,0-1 0 0 0,0-15 0 0 0,0 16 0 0 0,0 0 0 0 0,16-1 0 0 0,-16 16 0 0 0,0-15 0 0 0,0 15 0 0 0,0 0 0 0 0,0 0 64 0 0,0 0-64 0 0,0 0 0 0 0,0 0 0 0 0,0 0 0 0 0,0 0 64 0 0,0 0-64 0 0,0 0 0 0 0,0 0 0 0 0,0 15 72 0 0,0 1-72 0 0,0-1 64 0 0,0 0-64 0 0,0 1 64 0 0,0-1-64 0 0,0 16 64 0 0,0-16-64 0 0,15 16 64 0 0,-15-15-64 0 0,0-1 64 0 0,0 16-64 0 0,0 0 80 0 0,15-16-80 0 0,-15 16 80 0 0,16-16-80 0 0,-16 1 80 0 0,0 14-80 0 0,15-14 80 0 0,-15-1-16 0 0,0 0 0 0 0,0 1 0 0 0,16-16 0 0 0,-16 15 8 0 0,15-15 0 0 0,-15 0 0 0 0,0 16 0 0 0,0-16-8 0 0,0 0-64 0 0,0 0 96 0 0,15 0-32 0 0,-15 0-64 0 0,0 0 96 0 0,0 0-96 0 0,0 0 96 0 0,16 0-96 0 0,-16-16 0 0 0,0 16 72 0 0,15-15-72 0 0,-15-1-88 0 0,0 1-48 0 0,16 15-16 0 0,-16-15 0 0 0,0-1-920 0 0,0 16-184 0 0,0-15-40 0 0,0 0-9471 0 0</inkml:trace>
  <inkml:trace contextRef="#ctx0" brushRef="#br0" timeOffset="313.67">570 247 17623 0 0,'0'0'384'0'0,"0"0"88"0"0,0 0 8 0 0,0 0 16 0 0,0 0-400 0 0,0 0-96 0 0,0 0 0 0 0,0 0 0 0 0,0 15 952 0 0,0 1 168 0 0,0-1 32 0 0,0-15 0 0 0,0 16-448 0 0,16-1-88 0 0,-16 0-16 0 0,0 1-8 0 0,0-1-160 0 0,0 16-32 0 0,0-16-8 0 0,0 1 0 0 0,0-1-136 0 0,0 0-32 0 0,0 1-8 0 0,0-1 0 0 0,0-15-112 0 0,0 16-16 0 0,0-16-8 0 0,0 15 0 0 0,0-15-80 0 0,0 0 0 0 0,0 0 0 0 0,0 0 0 0 0,0 0-152 0 0,0 0-40 0 0,0 0-16 0 0,0 0 0 0 0,0 0-1072 0 0,0 0-224 0 0,0 0-32 0 0,0-15-16 0 0</inkml:trace>
  <inkml:trace contextRef="#ctx0" brushRef="#br0" timeOffset="483.09">601 47 18271 0 0,'0'0'512'0'0,"0"0"128"0"0,0 0-512 0 0,0 0-128 0 0,0 0 0 0 0,0 0 0 0 0,-15 0 160 0 0,15 0 0 0 0,0 0 8 0 0</inkml:trace>
  <inkml:trace contextRef="#ctx0" brushRef="#br0" timeOffset="814.9399">678 1 14568 0 0,'0'0'320'0'0,"0"0"64"0"0,0 0 8 0 0,0 0 24 0 0,0 0-328 0 0,0 15-88 0 0,0 0 0 0 0,0-15 0 0 0,16 0 895 0 0,-16 16 169 0 0,0-1 32 0 0,0 1 8 0 0,0-1-304 0 0,0-15-56 0 0,15 15-8 0 0,-15 16-8 0 0,0-31-72 0 0,0 31-16 0 0,0-16 0 0 0,0 1 0 0 0,0-1-160 0 0,0 1-40 0 0,0-1-8 0 0,0 0 0 0 0,0 1-128 0 0,0-1-24 0 0,0 16-8 0 0,0-16 0 0 0,0 1-96 0 0,0-1-16 0 0,0 1-8 0 0,0-1 0 0 0,0 0-32 0 0,0 1-8 0 0,0-1 0 0 0,0 0 0 0 0,0 1-48 0 0,0-16-64 0 0,0 0 88 0 0,0 15-88 0 0,0-15 64 0 0,0 0-64 0 0,0 0 0 0 0,0 16 0 0 0,0-16 0 0 0,0 0 0 0 0,0 0-64 0 0,0 0 64 0 0,0 0-336 0 0,0 0-16 0 0,0 0-8 0 0,0 0 0 0 0,0 0-1216 0 0,0 0-248 0 0,15-16-40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24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47 17679 0 0,'0'0'384'0'0,"0"0"88"0"0,0 0 8 0 0,0 0 24 0 0,0-16-408 0 0,0 16-96 0 0,15 0 0 0 0,-15-15 0 0 0,15 15 776 0 0,1 0 136 0 0,-16-16 24 0 0,15 16 8 0 0,1 0-368 0 0,-1 0-64 0 0,0 0-24 0 0,1 0 0 0 0,-1 0-104 0 0,1 0-32 0 0,-1 16 0 0 0,0-16 0 0 0,1 0-104 0 0,-1 0-24 0 0,-15 0-8 0 0,16 15 0 0 0,-1-15-96 0 0,-15 0-24 0 0,0 0 0 0 0,0 0 0 0 0,0 0-96 0 0,0 16 88 0 0,0-16-88 0 0,15 0 80 0 0,-15 0-80 0 0,0 15 80 0 0,0-15-80 0 0,0 0 80 0 0,0 15-80 0 0,-15 1 0 0 0,15-16-96 0 0,0 15 96 0 0,-15-15-136 0 0,15 16 32 0 0,-16-1 8 0 0,16-15 0 0 0,-15 15 96 0 0,15-15 0 0 0,-16 16-80 0 0,16-16 80 0 0,-15 15 0 0 0,15 1 0 0 0,-15-16 0 0 0,15 15 0 0 0,-16-15 0 0 0,16 15 64 0 0,-15-15-64 0 0,15 16 96 0 0,-16-16-24 0 0,16 0 0 0 0,0 15 0 0 0,0-15 0 0 0,0 0 24 0 0,0 0 8 0 0,0 0 0 0 0,0 0 0 0 0,0 0-8 0 0,0 0 0 0 0,0 0 0 0 0,0 0 0 0 0,0 0 16 0 0,16 0 0 0 0,-16 0 0 0 0,15 0 0 0 0,1 0-48 0 0,-16-15-64 0 0,15-1 88 0 0,0 16-88 0 0,-15-15 0 0 0,16 0 0 0 0,-1-1 0 0 0,1 16 0 0 0,-1-15-752 0 0,-15-1-152 0 0,15 1-32 0 0,-15 0-9943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24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18831 0 0,'0'0'416'0'0,"0"0"80"0"0,0 0 16 0 0,0 0 24 0 0,0 0-432 0 0,0 0-104 0 0,0 0 0 0 0,0 0 0 0 0,0 0 712 0 0,0 0 120 0 0,0 0 32 0 0,0 0 0 0 0,0 0-224 0 0,15 16-32 0 0,-15-16-16 0 0,0 15 0 0 0,15 1-144 0 0,-15-1-32 0 0,0-15-8 0 0,16 15 0 0 0,-16 1-120 0 0,0-1-16 0 0,0 1-8 0 0,0-1 0 0 0,0 0-72 0 0,0 1-24 0 0,15-1 0 0 0,-15 1 0 0 0,0-1-88 0 0,0 0-16 0 0,0 1-64 0 0,0-1 96 0 0,0 1-32 0 0,0-1-64 0 0,0 0 88 0 0,16 1-88 0 0,-16-1 64 0 0,0-15-64 0 0,0 16 0 0 0,0-1 0 0 0,0-15 64 0 0,0 15-64 0 0,0-15 0 0 0,0 0 0 0 0,0 0 0 0 0,0 16 0 0 0,0-16 0 0 0,0 0 0 0 0,0 0-152 0 0,0 0-8 0 0,0 0 0 0 0,0 0 0 0 0,0 0-256 0 0,0 0-48 0 0,0 0-16 0 0,0 0 0 0 0,0 0-952 0 0,0-16-192 0 0,15 16-40 0 0,-15-15-7863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25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16703 0 0,'0'0'368'0'0,"0"0"80"0"0,0 0 8 0 0,0 0 8 0 0,0 0-368 0 0,0 0-96 0 0,0 0 0 0 0,0 0 0 0 0,0 0 592 0 0,16 0 104 0 0,-1-15 16 0 0,0 15 8 0 0,1 0-240 0 0,-1 0-56 0 0,0 0-8 0 0,1 0 0 0 0,-1-16 64 0 0,1 16 0 0 0,-1 0 8 0 0,0 0 0 0 0,1-15-72 0 0,-16 15-24 0 0,15 0 0 0 0,1 0 0 0 0,-1 0-104 0 0,0 0-32 0 0,-15-16 0 0 0,16 16 0 0 0,-1 16-104 0 0,-15-16-24 0 0,16 0-8 0 0,-16 0 0 0 0,0 15-24 0 0,15-15 0 0 0,-15 16 0 0 0,0-1 0 0 0,0-15-32 0 0,15 15 0 0 0,-15 1-64 0 0,0-16 96 0 0,0 15-96 0 0,0 1 64 0 0,0-1-64 0 0,0 0 0 0 0,16 1 0 0 0,-16-1 0 0 0,0-15 0 0 0,0 16 0 0 0,0-16-88 0 0,0 15-64 0 0,0-15-8 0 0,0 0-8 0 0,0 0-776 0 0,0 0-152 0 0,0 0-32 0 0,0 0-5696 0 0,0 0-1143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25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77 19727 0 0,'-15'-15'432'0'0,"15"15"88"0"0,0 0 24 0 0,0 0 8 0 0,0-16-440 0 0,-16 16-112 0 0,16-15 0 0 0,0 15 0 0 0,0 0 680 0 0,0 0 120 0 0,0-16 16 0 0,0 16 8 0 0,0 0-1016 0 0,16-15-208 0 0,-16 15-40 0 0,0 0-9191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25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0 16759 0 0,'0'0'368'0'0,"0"0"80"0"0,0 0 8 0 0,0 0 16 0 0,0 0-376 0 0,0 0-96 0 0,0 16 0 0 0,0-16 0 0 0,-15 15 632 0 0,15-15 104 0 0,0 15 32 0 0,0 1 0 0 0,0-16-216 0 0,0 15-40 0 0,-16 1 0 0 0,16-1-8 0 0,0-15-120 0 0,0 15-16 0 0,0 1-8 0 0,0-1 0 0 0,16 1-144 0 0,-16-1-32 0 0,0 0-8 0 0,0 1 0 0 0,0-1-24 0 0,15-15-8 0 0,-15 16 0 0 0,0-1 0 0 0,0-15 24 0 0,15 0 8 0 0,-15 15 0 0 0,16-15 0 0 0,-16 0 48 0 0,0 0 0 0 0,15 0 8 0 0,1 0 0 0 0,-16-15 8 0 0,15 15 0 0 0,0-15 0 0 0,1-1 0 0 0,-16 16 32 0 0,15-15 8 0 0,1-1 0 0 0,-16 1 0 0 0,0 0-120 0 0,15-1-32 0 0,-15 1 0 0 0,15-1 0 0 0,-30 1-64 0 0,15 15-64 0 0,0-15 96 0 0,0-1-96 0 0,-15 1 96 0 0,15 15-96 0 0,-16-16 96 0 0,1 16-96 0 0,15-15 72 0 0,-16 15-72 0 0,1 0 0 0 0,15 0 72 0 0,-15-15-72 0 0,15 15 0 0 0,-16 15 0 0 0,1-15-88 0 0,15 0-72 0 0,-16 0-24 0 0,16 15 0 0 0,-15-15 0 0 0,15 16-136 0 0,0-16-32 0 0,-15 15-8 0 0,15-15 0 0 0,0 16-616 0 0,-16-1-120 0 0,16-15-24 0 0,0 15-5888 0 0,16-15-1183 0 0</inkml:trace>
  <inkml:trace contextRef="#ctx0" brushRef="#br0" timeOffset="400.3">308 62 17447 0 0,'0'0'384'0'0,"0"0"72"0"0,0 0 24 0 0,0 15 16 0 0,16-15-400 0 0,-16 0-96 0 0,0 16 0 0 0,0-16 0 0 0,0 15 760 0 0,0 0 128 0 0,0 1 24 0 0,0-1 8 0 0,15-15-472 0 0,-15 16-96 0 0,0-1-24 0 0,15 0 0 0 0,-15 1-104 0 0,0-16-32 0 0,0 0 0 0 0,0 15 0 0 0,0-15-16 0 0,0 0-8 0 0,0 0 0 0 0,0 0 0 0 0,0 0-24 0 0,0 0-8 0 0,0 0 0 0 0,0 0 0 0 0,0 0-40 0 0,0 0 0 0 0,0 0-8 0 0,0 0 0 0 0,0-15-88 0 0,16 15 0 0 0,-16-16 0 0 0,15 1 64 0 0,-15 0-64 0 0,0 15 0 0 0,16-16 0 0 0,-16 1 0 0 0,0 15 0 0 0,15-16 0 0 0,-15 1 0 0 0,15 0 0 0 0,1 15 0 0 0,-16-16 64 0 0,15 1-64 0 0,1 15 0 0 0,-1-16 0 0 0,0 16 64 0 0,-15 0-64 0 0,0 0 0 0 0,16 0 224 0 0,-16 0 8 0 0,15 16 0 0 0,0-16 0 0 0,-15 15 32 0 0,16 1 8 0 0,-16-1 0 0 0,0 0 0 0 0,15 1-24 0 0,-15-1-8 0 0,0 1 0 0 0,0-1 0 0 0,0 0-112 0 0,0-15-16 0 0,0 16-8 0 0,0-1 0 0 0,0-15-104 0 0,0 16 0 0 0,0-16 0 0 0,0 0 0 0 0,0 0 0 0 0,0 0-104 0 0,0 0 8 0 0,0 0 0 0 0,0 0-832 0 0,0 0-168 0 0,0 0-32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27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0 216 18343 0 0,'0'0'400'0'0,"0"0"80"0"0,0 0 24 0 0,0 0 16 0 0,0 0-416 0 0,0 0-104 0 0,0 0 0 0 0,0 0 0 0 0,0 0 976 0 0,0 0 176 0 0,0 0 32 0 0,0 0 0 0 0,0 0-520 0 0,0 0-112 0 0,0 0-16 0 0,0 0-8 0 0,0 0-272 0 0,16 16-64 0 0,-16-1 0 0 0,0-15-8 0 0,15 15-56 0 0,-15 1-16 0 0,15-1 0 0 0,-15 16 0 0 0,0-16-16 0 0,0 16-8 0 0,16-15 0 0 0,-16 14 0 0 0,0-14-88 0 0,0-1 96 0 0,15 16-96 0 0,-15 0 96 0 0,0-16-96 0 0,0 0 0 0 0,0 1 72 0 0,0 15-72 0 0,0-31 0 0 0,0 15 72 0 0,16 0-72 0 0,-16 1 0 0 0,0-1 0 0 0,0-15 0 0 0,0 0 0 0 0,0 0 0 0 0,0 0 64 0 0,0 16-64 0 0,0-16 0 0 0,0 0 0 0 0,0 0 0 0 0,0 0 0 0 0,0 0 64 0 0,0 0-64 0 0,0 0 0 0 0,0 0 0 0 0,0 0 0 0 0,0 0 0 0 0,-16-16 0 0 0,16 16-72 0 0,0-15 72 0 0,0 15-64 0 0,0-16 64 0 0,0 1 0 0 0,0 0-72 0 0,0-16 72 0 0,0 15 0 0 0,0-14 0 0 0,0 14 0 0 0,0-15 0 0 0,0 1-72 0 0,0-1 72 0 0,16 16 0 0 0,-16-16 0 0 0,15 15-64 0 0,0-14 64 0 0,1 14 0 0 0,-16 1 0 0 0,31-1-64 0 0,-16 16 64 0 0,0-15 0 0 0,-15 15 0 0 0,16-15 0 0 0,-1 15-64 0 0,1 0 64 0 0,-16 0 0 0 0,0 0 0 0 0,0 0 0 0 0,15 0 0 0 0,-15 0 0 0 0,0 15 0 0 0,15-15 0 0 0,-15 15 0 0 0,0-15 0 0 0,16 16 0 0 0,-16-1 0 0 0,0-15 64 0 0,0 16-64 0 0,0-16 0 0 0,0 0 88 0 0,-16 15-88 0 0,16 0 80 0 0,0-15-80 0 0,0 0 64 0 0,0 0-64 0 0,-15 16 64 0 0,15-16-64 0 0,0 0 0 0 0,0 0 0 0 0,-15 0 0 0 0,15 0 0 0 0,-16 0 0 0 0,16 0 64 0 0,-15 0-64 0 0,15-16 0 0 0,-16 16 0 0 0,1 0 0 0 0,15-15 0 0 0,-15 15-80 0 0,-1 0-8 0 0,16-15 0 0 0,-15 15 0 0 0,-1 0-96 0 0,1 0-16 0 0,15-16-8 0 0,-15 16 0 0 0,-1 0-760 0 0,16 0-152 0 0,0 0-32 0 0,0 0-8895 0 0</inkml:trace>
  <inkml:trace contextRef="#ctx0" brushRef="#br0" timeOffset="688.22">370 247 19231 0 0,'0'0'424'0'0,"0"0"88"0"0,0 0 24 0 0,0 0 0 0 0,0 0-432 0 0,15 0-104 0 0,-15 0 0 0 0,16 0 0 0 0,-1 0 416 0 0,-15 0 64 0 0,15 0 16 0 0,1 0 0 0 0,-1 0-112 0 0,0 0-32 0 0,-15 0 0 0 0,16 0 0 0 0,-1 15-112 0 0,-15-15-24 0 0,0 0-8 0 0,0 0 0 0 0,16 0-16 0 0,-16 0 0 0 0,15 16 0 0 0,-15-16 0 0 0,0 0-64 0 0,0 0-24 0 0,0 0 0 0 0,0 0 0 0 0,0 0-24 0 0,0 0-8 0 0,-15 15 0 0 0,15-15 0 0 0,-16 16-72 0 0,16-16 0 0 0,0 15 0 0 0,-15-15 64 0 0,-1 15-64 0 0,16 1 0 0 0,-15-1 0 0 0,0-15 0 0 0,15 16 0 0 0,-16-1 0 0 0,16 0 0 0 0,-15 1 0 0 0,15-1 0 0 0,0-15 0 0 0,0 15 0 0 0,-15 1 0 0 0,15-16 0 0 0,0 0 0 0 0,0 0 0 0 0,0 0 0 0 0,0 0 0 0 0,0 0 0 0 0,0 0 0 0 0,0 0 0 0 0,0 0 0 0 0,0 0 80 0 0,15 0-80 0 0,-15-16 80 0 0,0 16-80 0 0,15-15 96 0 0,1 15-96 0 0,-16-15 96 0 0,15-1-96 0 0,-15 1 0 0 0,15 0 72 0 0,1-1-72 0 0,-1 16 0 0 0,-15-15 0 0 0,16 15 0 0 0,-1 0 0 0 0,-15-16 0 0 0,15 16 0 0 0,1 0 0 0 0,-16 16 0 0 0,15-16 0 0 0,1 0 0 0 0,-16 15 0 0 0,0-15 0 0 0,15 16 0 0 0,-15-16 0 0 0,0 0-80 0 0,15 15 80 0 0,-15 0-104 0 0,0-15 32 0 0,0 0 8 0 0,0 0 0 0 0,0 0 64 0 0,0 0 0 0 0,0 0 0 0 0,0 0-64 0 0,0 0 64 0 0,0 0 0 0 0,0 0 0 0 0,0 0 0 0 0,0 0 0 0 0,0 0 0 0 0,0 0 0 0 0,0 0 0 0 0,0 0 0 0 0,0-15 0 0 0,16 0 72 0 0,-16-1-72 0 0,0 1 96 0 0,15-1-96 0 0,-15 1 96 0 0,0 0-96 0 0,16-1 80 0 0,-16 1-80 0 0,15-1 64 0 0,-15 1-64 0 0,15 15 0 0 0,1-15 0 0 0,-16 15 64 0 0,15-16-64 0 0,1 16 0 0 0,-16 0 0 0 0,0 0 0 0 0,15-15 0 0 0,-15 30 0 0 0,15-15 0 0 0,-15 0 0 0 0,16 0 0 0 0,-16 0-488 0 0,15 16-120 0 0,-15-16-16 0 0,0 0-6352 0 0,16 15-1263 0 0</inkml:trace>
  <inkml:trace contextRef="#ctx0" brushRef="#br0" timeOffset="1088.95">955 185 15888 0 0,'0'0'448'0'0,"0"0"95"0"0,0 0-431 0 0,0 0-112 0 0,0 0 0 0 0,15 0 0 0 0,-15-15 880 0 0,15 15 152 0 0,-15 0 32 0 0,16 0 8 0 0,-1 0-488 0 0,-15 0-96 0 0,16 0-16 0 0,-1 0-8 0 0,-15 0-112 0 0,0 0-16 0 0,15 0-8 0 0,-15 0 0 0 0,16 15-56 0 0,-16-15-16 0 0,0 0 0 0 0,0 0 0 0 0,0 0-96 0 0,0 0-32 0 0,0 16 0 0 0,0-16 0 0 0,0 15-64 0 0,0-15-64 0 0,0 16 72 0 0,0-16-72 0 0,-16 15 0 0 0,16-15-96 0 0,-15 15 8 0 0,15 1 0 0 0,-15-16 8 0 0,15 15 0 0 0,-16-15 0 0 0,16 16 0 0 0,-15-16 80 0 0,15 15 0 0 0,-16-15 0 0 0,16 15 0 0 0,0-15 0 0 0,-15 16 0 0 0,15-16 72 0 0,0 0-72 0 0,0 0 144 0 0,0 15-24 0 0,0-15-8 0 0,0 0 0 0 0,0 0 8 0 0,0 0 0 0 0,0 0 0 0 0,0 0 0 0 0,0 0 24 0 0,0 0 8 0 0,0 0 0 0 0,0 0 0 0 0,0-15-56 0 0,15 15 0 0 0,-15-16-8 0 0,16 16 0 0 0,-16-15-88 0 0,15 0-88 0 0,-15 15 24 0 0,16-16 0 0 0,-1 1-1088 0 0,-15 15-224 0 0,15-16-32 0 0</inkml:trace>
  <inkml:trace contextRef="#ctx0" brushRef="#br0" timeOffset="1373.92">1201 16 19295 0 0,'0'0'424'0'0,"0"0"88"0"0,0 0 24 0 0,0 0 0 0 0,0 0-432 0 0,0 0-104 0 0,0 0 0 0 0,0 0 0 0 0,0 0 736 0 0,0 0 128 0 0,0 0 32 0 0,0 0 0 0 0,0 0-312 0 0,0 15-56 0 0,0 1-16 0 0,0-1 0 0 0,0-15-152 0 0,0 31-32 0 0,0-16-8 0 0,0 1 0 0 0,0-1-120 0 0,0 1-24 0 0,0-1-8 0 0,0 0 0 0 0,0 1-56 0 0,0 15-16 0 0,0-16 0 0 0,0-15 0 0 0,0 15-96 0 0,0 1 64 0 0,0-1-64 0 0,0 1 0 0 0,15-1 0 0 0,-15-15 64 0 0,0 15-64 0 0,0-15 0 0 0,0 16 0 0 0,0-16 0 0 0,0 0 0 0 0,0 0 0 0 0,0 0-224 0 0,0 0-8 0 0,0 0-8 0 0,0 0 0 0 0,0 0-880 0 0,0 0-168 0 0,0 0-40 0 0,0-16-5472 0 0,16 1-1095 0 0</inkml:trace>
  <inkml:trace contextRef="#ctx0" brushRef="#br0" timeOffset="1673.95">1278 1 14632 0 0,'0'0'416'0'0,"0"0"88"0"0,0 0-408 0 0,0 0-96 0 0,0 0 0 0 0,0 0 0 0 0,0 0 1223 0 0,0 0 225 0 0,0 0 48 0 0,15 0 8 0 0,-15 15-584 0 0,0 0-120 0 0,16-15-16 0 0,-16 16-8 0 0,0-1-256 0 0,15 1-48 0 0,-15-1-16 0 0,0 0 0 0 0,0 1-112 0 0,0-1-24 0 0,0 1-8 0 0,0-1 0 0 0,16 0-152 0 0,-16 1-24 0 0,0-1-8 0 0,0 1 0 0 0,0-1-128 0 0,0-15 64 0 0,0 15-64 0 0,0-15 0 0 0,0 0 0 0 0,0 16 0 0 0,0-16 0 0 0,0 0-96 0 0,0 0-512 0 0,0 0-104 0 0,0 0-24 0 0,0 0 0 0 0,0 0-584 0 0,0 0-120 0 0,0 0-32 0 0</inkml:trace>
  <inkml:trace contextRef="#ctx0" brushRef="#br0" timeOffset="2174.64">1463 185 14168 0 0,'0'0'312'0'0,"0"0"64"0"0,0 0 8 0 0,0 0 16 0 0,15 0-320 0 0,0 16-80 0 0,-15-16 0 0 0,16 0 0 0 0,-1 0 1031 0 0,-15 0 193 0 0,0 0 40 0 0,0 0 8 0 0,16-16-360 0 0,-16 16-72 0 0,0 0-8 0 0,15 0-8 0 0,-15-15-312 0 0,15 15-64 0 0,-15-15-16 0 0,0-1 0 0 0,0 16-232 0 0,16 0-40 0 0,-16-15-16 0 0,0-1 0 0 0,0 16-40 0 0,-16-15-8 0 0,16 15 0 0 0,0-15 0 0 0,-15 15-8 0 0,15 0-8 0 0,0 0 0 0 0,-15 0 0 0 0,-1 0-16 0 0,16 0-64 0 0,-15 0 96 0 0,15 0-32 0 0,-16 15-64 0 0,16 0 0 0 0,-15-15 0 0 0,0 16 0 0 0,15-1 0 0 0,0 1 0 0 0,-16-1 0 0 0,16 0 0 0 0,0 1 0 0 0,-15 15 0 0 0,15-16 0 0 0,0 0 0 0 0,0 1 72 0 0,15-1 0 0 0,-15 1 0 0 0,0-1 0 0 0,16 0 72 0 0,-16 1 16 0 0,15-1 0 0 0,-15-15 0 0 0,15 0-56 0 0,-15 16-8 0 0,16-16 0 0 0,-1 0 0 0 0,1 0-96 0 0,-1-16 88 0 0,-15 16-88 0 0,15-15 80 0 0,1 15-80 0 0,-1-16 0 0 0,1 1 0 0 0,-16 0 64 0 0,15-1-64 0 0,0 1 0 0 0,-15-1 0 0 0,16 1 0 0 0,-16 0 0 0 0,15-1 0 0 0,-15-15 0 0 0,16 16 0 0 0,-16 0-80 0 0,15-1 80 0 0,-15-15 0 0 0,0 16-72 0 0,0 0 72 0 0,15-1 0 0 0,-15 1 0 0 0,0-1 0 0 0,0 1 0 0 0,0 0 0 0 0,0 15 0 0 0,0 0 0 0 0,0 0 0 0 0,0 0 0 0 0,0 0 0 0 0,0 0 0 0 0,0 0 64 0 0,0 0-64 0 0,0 0 64 0 0,0 0-64 0 0,0 0 112 0 0,0 15-16 0 0,0 0 0 0 0,0 16 0 0 0,16-15 0 0 0,-16-1-8 0 0,0 0 0 0 0,0 16 0 0 0,0-15 88 0 0,0-1 16 0 0,15 16 8 0 0,-15-16 0 0 0,0 1-56 0 0,0-1-16 0 0,0 0 0 0 0,16 1 0 0 0,-16-16-128 0 0,0 15 64 0 0,0 1-64 0 0,15-16 0 0 0,-15 15 0 0 0,0-15 0 0 0,0 15 0 0 0,0-15 0 0 0,0 0-120 0 0,0 0-24 0 0,0 0-8 0 0,0 0 0 0 0,0 0-616 0 0,0 0-128 0 0,0 0-32 0 0,0 0-6608 0 0,0 0-1327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30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 18599 0 0,'0'0'408'0'0,"0"0"80"0"0,0 0 24 0 0,0 0 16 0 0,0 0-424 0 0,0 0-104 0 0,0 0 0 0 0,0 0 0 0 0,0 0 664 0 0,0 0 104 0 0,0 0 32 0 0,0 0 0 0 0,0 0-272 0 0,0 15-48 0 0,0-15-16 0 0,0 15 0 0 0,0 1-48 0 0,15-1 0 0 0,-15 1-8 0 0,0-1 0 0 0,0 16-56 0 0,0-16-16 0 0,0 1 0 0 0,0-1 0 0 0,0 16-96 0 0,0-16-16 0 0,-15 1-8 0 0,15-1 0 0 0,0 0-80 0 0,0 16-8 0 0,0-15-8 0 0,0-1 0 0 0,0 0-48 0 0,15 1-8 0 0,-15-16 0 0 0,0 15 0 0 0,0 1-64 0 0,0-1 0 0 0,0-15 72 0 0,0 15-72 0 0,0-15 0 0 0,0 0 0 0 0,0 0 0 0 0,0 0 64 0 0,0 0-64 0 0,0 0-120 0 0,0 0 32 0 0,0 0 8 0 0,0 0-296 0 0,0 0-56 0 0,0 0-16 0 0,0 0 0 0 0,0 0-960 0 0,0 0-200 0 0,15 0-40 0 0,-15-15-4912 0 0,0 15-975 0 0</inkml:trace>
  <inkml:trace contextRef="#ctx0" brushRef="#br0" timeOffset="315.88">0 170 17679 0 0,'0'0'384'0'0,"0"0"88"0"0,0 0 8 0 0,0 0 24 0 0,0 0-408 0 0,0 0-96 0 0,0 0 0 0 0,0-15 0 0 0,16 15 664 0 0,-16 0 104 0 0,0 0 32 0 0,15 0 0 0 0,1 0-296 0 0,-1 0-56 0 0,0 0-16 0 0,-15 15 0 0 0,16-15-104 0 0,-1 0-16 0 0,0 15-8 0 0,1 1 0 0 0,-16-16-88 0 0,15 15-24 0 0,-15 1 0 0 0,0-1 0 0 0,16-15-40 0 0,-16 15-16 0 0,0-15 0 0 0,15 16 0 0 0,0-1-8 0 0,-15-15-8 0 0,16 0 0 0 0,-1 16 0 0 0,-15-16 16 0 0,16 0 8 0 0,-1 0 0 0 0,0 0 0 0 0,1 0-8 0 0,-1 0 0 0 0,1 0 0 0 0,-1-16 0 0 0,0 16-32 0 0,-15-15-8 0 0,16 15 0 0 0,-1-16 0 0 0,-15 1-24 0 0,16 15-8 0 0,-16-15 0 0 0,0-1 0 0 0,15 1 0 0 0,-30 15-64 0 0,15-16 96 0 0,0 1-32 0 0,-16 0-64 0 0,16 15 96 0 0,-15-16-96 0 0,-1 16 96 0 0,1 0-96 0 0,0 0 0 0 0,15-15 72 0 0,-31 15-72 0 0,31 15-80 0 0,-16-15-48 0 0,1 0-16 0 0,0 0 0 0 0,-1 16-208 0 0,1-1-32 0 0,-1-15-16 0 0,16 15-7168 0 0,-15 1-1431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30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47 18831 0 0,'0'0'416'0'0,"0"0"80"0"0,0 0 16 0 0,0 0 24 0 0,0 0-432 0 0,0 0-104 0 0,0 0 0 0 0,0 0 0 0 0,0 0 712 0 0,0 0 120 0 0,0 0 32 0 0,0 15 0 0 0,0-15-352 0 0,0 0-72 0 0,0 16-16 0 0,0-1 0 0 0,0 0-40 0 0,0 1 0 0 0,15-1-8 0 0,-15 1 0 0 0,0-1-24 0 0,0 0-8 0 0,0 16 0 0 0,0-15 0 0 0,0-1-64 0 0,0 0-16 0 0,0 1 0 0 0,0-1 0 0 0,0 1-136 0 0,0-1-24 0 0,15 0-8 0 0,-15 1 0 0 0,0-1-96 0 0,0-15 0 0 0,0 16 64 0 0,0-1-64 0 0,0-15 0 0 0,0 0 0 0 0,0 0 0 0 0,0 15 0 0 0,0-15 0 0 0,0 0-128 0 0,0 0 24 0 0,0 0 8 0 0,0 0-552 0 0,0 0-112 0 0,0 0-16 0 0,0 0-6776 0 0,0 0-1343 0 0</inkml:trace>
  <inkml:trace contextRef="#ctx0" brushRef="#br0" timeOffset="263.58">0 201 18079 0 0,'0'0'400'0'0,"0"0"80"0"0,0 0 24 0 0,0 0 0 0 0,0 0-408 0 0,0 0-96 0 0,15 0 0 0 0,1 0 0 0 0,-1 0 344 0 0,1 0 40 0 0,-1 0 16 0 0,0 0 0 0 0,16 0-208 0 0,-15 0-48 0 0,-1-16-8 0 0,0 16 0 0 0,1 0-136 0 0,-1 0-128 0 0,1-15 32 0 0,-1 15-5783 0 0,0 0-1153 0 0</inkml:trace>
  <inkml:trace contextRef="#ctx0" brushRef="#br0" timeOffset="611.4399">308 1 18487 0 0,'0'0'408'0'0,"0"0"80"0"0,0 0 24 0 0,0 0 0 0 0,0 0-408 0 0,0 0-104 0 0,0 0 0 0 0,0 0 0 0 0,0 0 832 0 0,0 0 136 0 0,0 0 32 0 0,0 0 8 0 0,0 0-312 0 0,15 15-64 0 0,-15-15-16 0 0,0 15 0 0 0,0 1-240 0 0,16-1-56 0 0,-16 1 0 0 0,0-1-8 0 0,15 0-136 0 0,-15 1-24 0 0,0-1-8 0 0,0 1 0 0 0,0-1-80 0 0,0 0-64 0 0,0 1 72 0 0,0-1-72 0 0,0 1 0 0 0,0-1 0 0 0,0 0 0 0 0,0-15 0 0 0,0 0 0 0 0,0 16 0 0 0,0-1 0 0 0,0-15 0 0 0,0 0 0 0 0,0 0 0 0 0,0 0 0 0 0,0 0 0 0 0,0 0 0 0 0,0 0 0 0 0,0 0-72 0 0,0 0 72 0 0,0 0-120 0 0,0 0 24 0 0,0 0 8 0 0,0 0 0 0 0,15-15 88 0 0,-15 15-64 0 0,16-16 64 0 0,-16 16-64 0 0,0-15 64 0 0,0 0 0 0 0,15-1 0 0 0,-15 16 0 0 0,0-15 0 0 0,16 15 0 0 0,-16-16 0 0 0,15 16 0 0 0,-15 0 0 0 0,15 0 0 0 0,-15 0 0 0 0,0 0 0 0 0,16 16 0 0 0,-1-16 96 0 0,-15 15 0 0 0,0-15-8 0 0,16 16 8 0 0,-16-1 8 0 0,15-15 0 0 0,-15 15 0 0 0,0-15-16 0 0,0 16-8 0 0,15-1 0 0 0,-15-15 0 0 0,0 16-80 0 0,0-16 0 0 0,0 15 72 0 0,0-15-72 0 0,0 0 0 0 0,0 0-64 0 0,0 15 0 0 0,0-15 0 0 0,0 0-288 0 0,0 0-64 0 0,0 0 0 0 0,0 0-8 0 0,0 0-1008 0 0,0 0-200 0 0,0 0-32 0 0,0 0-4672 0 0,0 0-935 0 0</inkml:trace>
  <inkml:trace contextRef="#ctx0" brushRef="#br0" timeOffset="955.05">585 247 13936 0 0,'0'0'304'0'0,"0"0"64"0"0,0 0 16 0 0,0 0 8 0 0,0 0-312 0 0,15 0-80 0 0,1 0 0 0 0,-16 15 0 0 0,15-15 832 0 0,-15 0 159 0 0,0 0 25 0 0,16 0 8 0 0,-1 0-296 0 0,0-15-56 0 0,1 15-16 0 0,-1 0 0 0 0,1 0-8 0 0,-1 0 0 0 0,0 0 0 0 0,1 0 0 0 0,-1-15-232 0 0,0 15-40 0 0,-15-16-16 0 0,16 16 0 0 0,-16 0-176 0 0,0 0-40 0 0,0-15-8 0 0,0-1 0 0 0,15 16-48 0 0,-30-15-16 0 0,15 15 0 0 0,0-15 0 0 0,0 15-72 0 0,-16 0 96 0 0,1 0-96 0 0,0-16 96 0 0,-1 16-96 0 0,1 0 0 0 0,0 16 72 0 0,15-16-72 0 0,0 0 0 0 0,-16 15 0 0 0,1 0-96 0 0,-1-15 32 0 0,16 16 64 0 0,-15-1 0 0 0,15 16 0 0 0,0-16-64 0 0,0 16 64 0 0,-15-15 64 0 0,15-1-64 0 0,0 16 88 0 0,0-16 136 0 0,0 1 24 0 0,0-1 8 0 0,0 0 0 0 0,0 1 88 0 0,0-16 16 0 0,0 15 8 0 0,0-15 0 0 0,0 0-104 0 0,15 0-16 0 0,-15 0-8 0 0,15 16 0 0 0,1-16-128 0 0,-16 0-24 0 0,15-16-8 0 0,1 16 0 0 0,-1 0-80 0 0,0-15 0 0 0,1 15 0 0 0,-1-16 0 0 0,-15 16-96 0 0,15-15-64 0 0,1 15-16 0 0,-16-15 0 0 0,0 15-1128 0 0,15 0-224 0 0,1-16-40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32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0 14992 0 0,'0'0'424'0'0,"0"0"88"0"0,0 0-408 0 0,0 16-104 0 0,16-16 0 0 0,-1 0 0 0 0,-15 0 1327 0 0,16 0 241 0 0,-1 15 56 0 0,-15-15 8 0 0,15 0-608 0 0,1 15-112 0 0,-1-15-24 0 0,-15 16-8 0 0,16-16-328 0 0,-16 15-64 0 0,15-15-8 0 0,-15 16-8 0 0,0-1-160 0 0,0-15-32 0 0,0 15-8 0 0,0 1 0 0 0,0-1-80 0 0,0-15-8 0 0,-15 16-8 0 0,15-16 0 0 0,-16 15-80 0 0,16 0-24 0 0,-15 1 0 0 0,15-16 0 0 0,-16 15-72 0 0,16 1 0 0 0,-15-16 0 0 0,15 15 0 0 0,-15 0 0 0 0,-1-15 0 0 0,16 16 0 0 0,-15-16 0 0 0,15 15-160 0 0,-16-15 32 0 0,16 0 8 0 0,-15 0 0 0 0,15 0-192 0 0,0 0-40 0 0,0 0 0 0 0,0 0-8 0 0,0 0-1104 0 0,0 0-216 0 0,0 0-48 0 0</inkml:trace>
  <inkml:trace contextRef="#ctx0" brushRef="#br0" timeOffset="262.9699">323 0 15704 0 0,'0'0'448'0'0,"0"0"95"0"0,-15 0-439 0 0,15 0-104 0 0,0 0 0 0 0,0 0 0 0 0,-16 0 1008 0 0,1 0 176 0 0,15 16 40 0 0,-15-16 8 0 0,-1 15-576 0 0,16-15-112 0 0,-15 15-32 0 0,0 1 0 0 0,15-1-128 0 0,-16 1-24 0 0,16-1-8 0 0,-15 0 0 0 0,15 1 8 0 0,0-1 0 0 0,0 1 0 0 0,0-1 0 0 0,-16 16-40 0 0,16-16 0 0 0,16 1-8 0 0,-16-1 0 0 0,0-15-72 0 0,0 15-16 0 0,15 1 0 0 0,-15-1 0 0 0,16-15-32 0 0,-16 0-16 0 0,0 0 0 0 0,0 0 0 0 0,0 16-112 0 0,15-16-64 0 0,-15 0 80 0 0,15 0-80 0 0,-15 0 0 0 0,16 0 0 0 0,-16 0-88 0 0,0 0 88 0 0,15-16-872 0 0,0 16-120 0 0,1 0-16 0 0,-16-15-9751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33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19783 0 0,'0'0'432'0'0,"0"0"88"0"0,0 0 24 0 0,0 0 16 0 0,15 0-448 0 0,1 0-112 0 0,-16 0 0 0 0,15-15 0 0 0,0 15 624 0 0,1 0 104 0 0,-1 0 16 0 0,1 15 8 0 0,-16-15-272 0 0,15 0-48 0 0,0 0-16 0 0,1 15 0 0 0,-16-15-96 0 0,15 16-32 0 0,-15-16 0 0 0,0 15 0 0 0,-15-15-120 0 0,15 0-24 0 0,15 16-8 0 0,-15-16 0 0 0,0 15-56 0 0,0-15-16 0 0,0 0 0 0 0,0 0 0 0 0,16 15-64 0 0,-16-15 0 0 0,0 16 72 0 0,-16-16-72 0 0,16 15 0 0 0,-15-15 0 0 0,15 0 0 0 0,0 16 0 0 0,-16-16 0 0 0,1 15 0 0 0,0-15 0 0 0,15 15 0 0 0,-16-15 0 0 0,1 0 0 0 0,15 16 0 0 0,-16-16 0 0 0,1 0 0 0 0,15 15 0 0 0,-15-15 0 0 0,15 16-64 0 0,0-16 64 0 0,0 0 0 0 0,-16 15 0 0 0,16-15-64 0 0,0 0 64 0 0,0 0 0 0 0,0 0 0 0 0,16 0 0 0 0,-16 0 0 0 0,0 0 0 0 0,0 0 0 0 0,0 15 0 0 0,0-15 0 0 0,15 0 0 0 0,0-15 80 0 0,1 15-80 0 0,-1 0 88 0 0,1-15-88 0 0,-1-1 96 0 0,0 16-96 0 0,-15-15 72 0 0,16-1-72 0 0,-16 16 0 0 0,15-15 72 0 0,1 0-72 0 0,-16-1 0 0 0,15 1 72 0 0,0-1-72 0 0,1 1 0 0 0,-1 15 72 0 0,-15-31-72 0 0,0 31 0 0 0,16-15 64 0 0,-16 15-64 0 0,15 0 0 0 0,-15 0 0 0 0,0 0 0 0 0,0 0 0 0 0,15-16 0 0 0,-15 16 0 0 0,16 16 0 0 0,-16-16 64 0 0,15 0-64 0 0,0 15 0 0 0,-15-15 120 0 0,16 0-32 0 0,-1 16-8 0 0,1-1 0 0 0,-1-15 8 0 0,-15 15 0 0 0,15 1 0 0 0,1-1 0 0 0,-16 1-8 0 0,15-16 0 0 0,1 15 0 0 0,-16 0 0 0 0,15-15-80 0 0,0 16 64 0 0,-15-16-64 0 0,0 15 64 0 0,0-15-64 0 0,16 0 0 0 0,-16 16 0 0 0,0-16 0 0 0,0 0 0 0 0,0 0 0 0 0,0 0-112 0 0,0 0 40 0 0,0 0-256 0 0,0 0-56 0 0,0 0 0 0 0,0 0-8 0 0,0 0-1176 0 0,0 0-240 0 0,0 0-48 0 0,0 0 0 0 0</inkml:trace>
  <inkml:trace contextRef="#ctx0" brushRef="#br0" timeOffset="294.75">586 62 16423 0 0,'0'0'464'0'0,"0"0"104"0"0,0 0-456 0 0,0 0-112 0 0,0 0 0 0 0,0 0 0 0 0,0 0 1360 0 0,0 0 248 0 0,0 0 56 0 0,0 0 0 0 0,0 0-728 0 0,0 0-144 0 0,0 0-32 0 0,0 0-8 0 0,-16 0-368 0 0,16 16-64 0 0,-15-1-24 0 0,15-15 0 0 0,-15 15-168 0 0,-1 1-40 0 0,16-16-8 0 0,-15 15 0 0 0,-1 1-80 0 0,16-1 0 0 0,-15-15 0 0 0,15 15 0 0 0,-15 1-112 0 0,-1-16 16 0 0,16 15 0 0 0,-15-15 0 0 0,15 16-176 0 0,-16-16-32 0 0,16 15-8 0 0,0-15 0 0 0,0 0-736 0 0,-15 0-144 0 0,15 0-32 0 0,0 0-5264 0 0,0 0-1047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33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18831 0 0,'0'0'416'0'0,"0"0"80"0"0,0 0 16 0 0,0 0 24 0 0,0 0-432 0 0,0 0-104 0 0,0 15 0 0 0,0-15 0 0 0,0 16 800 0 0,0-1 128 0 0,0-15 32 0 0,0 15 8 0 0,15 1-352 0 0,-15-1-72 0 0,0 1-8 0 0,0-16-8 0 0,0 15-120 0 0,-15 0-24 0 0,30 1-8 0 0,-15-16 0 0 0,-15 15-184 0 0,15 1-32 0 0,15-16 0 0 0,-15 0-8 0 0,0 15-152 0 0,0-15 0 0 0,0 0 0 0 0,0 0 0 0 0,0 0-160 0 0,0 0-56 0 0,0 0-8 0 0,0 0-8 0 0,0 0-1144 0 0,0 0-232 0 0,0 0-48 0 0,0 0-7911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34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 18831 0 0,'0'0'416'0'0,"0"0"80"0"0,0 0 16 0 0,0 0 24 0 0,-16 0-432 0 0,16 0-104 0 0,0 0 0 0 0,0 0 0 0 0,0 0 168 0 0,0 0 16 0 0,0 0 0 0 0,0 0-5879 0 0,16 0-1169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34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0 16543 0 0,'0'0'472'0'0,"0"0"96"0"0,0 0-456 0 0,0 0-112 0 0,0 0 0 0 0,0 0 0 0 0,0 0 1320 0 0,0 0 248 0 0,0 0 40 0 0,0 0 16 0 0,0 0-928 0 0,0 0-184 0 0,0 0-40 0 0,-15 0-8 0 0,15 0-256 0 0,-16 0-48 0 0,1 0-16 0 0,15 0 0 0 0,-15 0-80 0 0,-1 16-64 0 0,1-16 72 0 0,-1 15-72 0 0,1-15 64 0 0,0 0-64 0 0,15 15 0 0 0,-16-15 72 0 0,16 0-72 0 0,0 0 0 0 0,-15 16 0 0 0,15-16 0 0 0,0 0 0 0 0,0 0 0 0 0,0 0-64 0 0,15 0 64 0 0,-15 15 0 0 0,16-15 0 0 0,-1 16-72 0 0,-15-16 72 0 0,15 15 0 0 0,-15-15 0 0 0,16 0 0 0 0,-1 0 0 0 0,-15 15 0 0 0,16-15 0 0 0,-1 0 0 0 0,0 0 0 0 0,-15 0 0 0 0,16 16 0 0 0,-16-16 0 0 0,15 0 0 0 0,-15 0 0 0 0,0 0 0 0 0,0 0 0 0 0,0 0 72 0 0,16 15 48 0 0,-16-15 8 0 0,0 0 0 0 0,0 0 0 0 0,0 0 136 0 0,0 0 32 0 0,0 0 8 0 0,0 16 0 0 0,-16-16-32 0 0,16 15-8 0 0,-15-15 0 0 0,15 0 0 0 0,0 15-144 0 0,-16-15-32 0 0,16 0-8 0 0,-15 0 0 0 0,15 16-80 0 0,-15-16 0 0 0,-1 0 0 0 0,16 0 0 0 0,-15 0-256 0 0,15 0-32 0 0,-16 0-16 0 0,1 0 0 0 0,15 0-960 0 0,-15-16-192 0 0,15 16-40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35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19663 0 0,'0'0'432'0'0,"0"0"88"0"0,0 0 24 0 0,0 0 8 0 0,0 0-440 0 0,0 0-112 0 0,0 0 0 0 0,0 0 0 0 0,0 0 536 0 0,0 0 80 0 0,0 0 24 0 0,0 0 0 0 0,16 0-240 0 0,-16 15-48 0 0,15 1 0 0 0,-15-1-8 0 0,0 1-160 0 0,0-1-32 0 0,0 16-8 0 0,0-16 0 0 0,0 16-64 0 0,0-16-16 0 0,0 16 0 0 0,0-15 0 0 0,0-1-64 0 0,0 0 64 0 0,0 1-64 0 0,0 15 64 0 0,0-16-64 0 0,0-15 0 0 0,0 15 0 0 0,0 1 0 0 0,0-1 0 0 0,0-15 0 0 0,0 0 0 0 0,0 0 0 0 0,0 0 0 0 0,0 0 0 0 0,0 0 0 0 0,0 0 0 0 0,0 0 0 0 0,0 0 0 0 0,0 0-64 0 0,15 0 64 0 0,-15-15 0 0 0,0 15 0 0 0,16-16 0 0 0,-16 1 0 0 0,0 0 0 0 0,0 15 0 0 0,0-16 0 0 0,15 1 0 0 0,-15-1 0 0 0,15 1 64 0 0,-15 15-64 0 0,16-15 0 0 0,-16-1 0 0 0,15 16 0 0 0,-15 0 0 0 0,16 0 0 0 0,-1 0 0 0 0,-15 0 0 0 0,0 0 0 0 0,15 0 0 0 0,1 0 0 0 0,-1 0 0 0 0,-15 0 0 0 0,16 0 0 0 0,-1 16 0 0 0,-15-1 0 0 0,0-15 0 0 0,15 0 0 0 0,-15 15 0 0 0,0 1 0 0 0,0-16 0 0 0,0 15 0 0 0,0 1 80 0 0,0-16-80 0 0,0 15 96 0 0,-15-15-96 0 0,15 0 128 0 0,0 15-32 0 0,-15-15-8 0 0,-1 16 0 0 0,16-16-88 0 0,0 0 0 0 0,-15 0 0 0 0,15 0 64 0 0,-16 15-64 0 0,16-15 96 0 0,-15 0-96 0 0,15 0 96 0 0,-15-15-96 0 0,-1 15 0 0 0,16 0 0 0 0,-15 0 64 0 0,-1 0-64 0 0,1 0-128 0 0,15 0 32 0 0,0 0 8 0 0,-15 0-552 0 0,15 0-104 0 0,0 0-24 0 0,0 0-6048 0 0,0 0-1199 0 0</inkml:trace>
  <inkml:trace contextRef="#ctx0" brushRef="#br0" timeOffset="497.22">447 216 18063 0 0,'0'0'512'0'0,"0"0"112"0"0,0 0-496 0 0,0 0-128 0 0,0 0 0 0 0,0 0 0 0 0,0 0 1048 0 0,0 0 184 0 0,0 0 40 0 0,0 0 8 0 0,0 0-680 0 0,15 15-136 0 0,-15-15-24 0 0,0 15-8 0 0,15 1-224 0 0,-15-1-48 0 0,0-15 0 0 0,0 16-8 0 0,0-1-152 0 0,16-15 80 0 0,-16 15-80 0 0,0-15 64 0 0,0 0-64 0 0,15 0 0 0 0,-15 0 0 0 0,0 16 0 0 0,16-16 0 0 0,-1 0 0 0 0,-15 0 0 0 0,0 0 0 0 0,15-16 0 0 0,1 16 0 0 0,-16-15 0 0 0,15 15 0 0 0,-15-15 0 0 0,15 15 0 0 0,-15-16 0 0 0,16 1 0 0 0,-16 15 0 0 0,15-16 0 0 0,-15 16 0 0 0,0-15 0 0 0,16 15 0 0 0,-16-15 0 0 0,0 15 0 0 0,0 0 0 0 0,0 0 0 0 0,0 0 0 0 0,0 0 0 0 0,15 0 0 0 0,-15 0 0 0 0,0 0 0 0 0,15 0 72 0 0,-15 15-72 0 0,16-15 96 0 0,-1 15-8 0 0,-15-15-8 0 0,0 16 0 0 0,16-1 40 0 0,-16 1 8 0 0,15-1 0 0 0,-15 0 0 0 0,0 1 40 0 0,0-1 16 0 0,15 1 0 0 0,-15 14 0 0 0,0-14 8 0 0,0-1 8 0 0,0 1 0 0 0,-15-1 0 0 0,15 0-72 0 0,0 16-8 0 0,0-16-8 0 0,0 1 0 0 0,-15-1-8 0 0,15 1 0 0 0,-16-1 0 0 0,1 0 0 0 0,-1 1-40 0 0,16-16-64 0 0,-15 15 88 0 0,0-15-88 0 0,-1 16 104 0 0,1-16-32 0 0,-16 0-8 0 0,16 0 0 0 0,-1 15-64 0 0,1-15 0 0 0,-16 0 0 0 0,16 0 0 0 0,-1-15-96 0 0,1 15-40 0 0,0 0-8 0 0,15 0 0 0 0,-16 0-544 0 0,1-16-112 0 0,15 16-16 0 0,-16 0-6728 0 0,16-15-1343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36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216 170 20935 0 0,'0'0'456'0'0,"0"0"96"0"0,0 0 24 0 0,0 0 16 0 0,0 0-472 0 0,0 0-120 0 0,0 0 0 0 0,0 0 0 0 0,-16 0 328 0 0,16 0 48 0 0,0 0 8 0 0,-15 16 0 0 0,15-16-224 0 0,-16 15-32 0 0,1-15-16 0 0,0 15 0 0 0,-1-15-40 0 0,16 16-8 0 0,-15-16 0 0 0,-1 15 0 0 0,1 1-64 0 0,15-16 80 0 0,-15 15-80 0 0,15-15 80 0 0,-16 15-80 0 0,16 1 0 0 0,0-16 0 0 0,0 0 0 0 0,0 15 0 0 0,16-15 0 0 0,-16 16 0 0 0,15-16 0 0 0,-15 15 0 0 0,15-15 64 0 0,-15 15-64 0 0,16-15 64 0 0,-1 16-64 0 0,-15-16 64 0 0,16 0-64 0 0,-16 15 64 0 0,15-15-64 0 0,0 0 80 0 0,-15 0-80 0 0,0 0 80 0 0,0 16-80 0 0,0-16 0 0 0,0 0 72 0 0,0 0-72 0 0,0 0 96 0 0,0 0-24 0 0,0 0 0 0 0,0 15 0 0 0,0-15 48 0 0,0 15 8 0 0,0-15 0 0 0,-15 16 0 0 0,15-16-24 0 0,-15 15 0 0 0,15-15 0 0 0,-16 0 0 0 0,16 0-104 0 0,-15 0 64 0 0,-1 0-64 0 0,16 0 0 0 0,-15 0 0 0 0,15 0 0 0 0,-15 0 0 0 0,-1-15 0 0 0,16 15-168 0 0,-15 0-32 0 0,-1 0-8 0 0,16 0 0 0 0,0 0-800 0 0,0-16-160 0 0,-15 16-32 0 0,15 0-8231 0 0</inkml:trace>
  <inkml:trace contextRef="#ctx0" brushRef="#br0" timeOffset="486">554 124 16927 0 0,'0'0'376'0'0,"0"0"72"0"0,0 0 24 0 0,0-15 0 0 0,0 15-376 0 0,0-16-96 0 0,0 1 0 0 0,0 15 0 0 0,0-16 736 0 0,0 16 136 0 0,-15-15 24 0 0,15 15 8 0 0,0-15-328 0 0,-16 15-72 0 0,16 0-16 0 0,0-16 0 0 0,0 16-144 0 0,-15-15-32 0 0,15 15-8 0 0,0 0 0 0 0,-15 0-152 0 0,15 0-32 0 0,-16 0-8 0 0,1 0 0 0 0,15 0-8 0 0,0 0 0 0 0,-16 15 0 0 0,1-15 0 0 0,15 16 16 0 0,-15-16 0 0 0,15 15 0 0 0,0 0 0 0 0,-16 1-32 0 0,16-16-8 0 0,0 15 0 0 0,-15 1 0 0 0,15-1 48 0 0,0 0 16 0 0,0 16 0 0 0,0-15 0 0 0,0-1 16 0 0,0 0 8 0 0,0 1 0 0 0,0-1 0 0 0,15 1 40 0 0,-15 14 8 0 0,0-14 0 0 0,0-1 0 0 0,0 1-88 0 0,0 14-8 0 0,0-14-8 0 0,0-1 0 0 0,0 1-40 0 0,0-1-8 0 0,0 0 0 0 0,0 16 0 0 0,0-16-64 0 0,0 1 80 0 0,-15-1-80 0 0,15-15 80 0 0,0 16-80 0 0,0-1 0 0 0,0 0 72 0 0,0 1-72 0 0,0-16 0 0 0,-16 15 0 0 0,16-15 0 0 0,0 16 0 0 0,0-16 0 0 0,0 0-144 0 0,0 0 24 0 0,0 0 8 0 0,0 0-792 0 0,0 0-160 0 0,0 0-32 0 0,0 0-6208 0 0,0 0-1239 0 0</inkml:trace>
  <inkml:trace contextRef="#ctx0" brushRef="#br0" timeOffset="749.04">293 340 16687 0 0,'0'0'472'0'0,"0"0"104"0"0,15 0-456 0 0,0 0-120 0 0,-15-16 0 0 0,16 16 0 0 0,-1 0 344 0 0,0 0 40 0 0,1 0 16 0 0,-1 0 0 0 0,16-15-328 0 0,-16 15-72 0 0,1 0 0 0 0,15 0-5183 0 0,-16-16-1049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37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15 185 15344 0 0,'0'0'432'0'0,"0"0"104"0"0,0 0-432 0 0,0 0-104 0 0,0 0 0 0 0,0 0 0 0 0,0-15 1095 0 0,0 15 201 0 0,0-16 40 0 0,0 16 8 0 0,0 0-496 0 0,-15 0-96 0 0,15-15-16 0 0,0-1-8 0 0,0 16-208 0 0,0 0-40 0 0,0-15 0 0 0,0 15-8 0 0,0-15-104 0 0,0 15-16 0 0,0-16-8 0 0,0 16 0 0 0,0-15-88 0 0,0 15-24 0 0,15-16 0 0 0,-15 16 0 0 0,0 0-72 0 0,0-15-24 0 0,16 15 0 0 0,-1 0 0 0 0,-15-15-56 0 0,16 15-16 0 0,-16 0 0 0 0,15 0 0 0 0,-15-16-64 0 0,15 16 80 0 0,1 0-80 0 0,-1 0 80 0 0,1 0-80 0 0,-16 0 0 0 0,15 0 0 0 0,-15 0 64 0 0,15 0-64 0 0,-15 16 0 0 0,16-16 72 0 0,-16 15-72 0 0,0-15 0 0 0,0 0 72 0 0,15 15-72 0 0,-15-15 0 0 0,0 16 72 0 0,0-1-72 0 0,0-15 0 0 0,-15 16 72 0 0,15-1-72 0 0,0 0 0 0 0,-16 1 0 0 0,16-1 0 0 0,0 1 0 0 0,-15-1 0 0 0,15 0 0 0 0,-15 1 0 0 0,15-16 0 0 0,-16 15 0 0 0,1 1 0 0 0,15-1 0 0 0,-16 0 0 0 0,1 1 0 0 0,15-1 0 0 0,0-15 0 0 0,-15 16 0 0 0,15-1 0 0 0,-16 0 0 0 0,16-15 0 0 0,0 16 0 0 0,0-16 0 0 0,-15 0 64 0 0,15 0-64 0 0,0 0 0 0 0,0 0 0 0 0,0 0 0 0 0,0 0 64 0 0,0 0 0 0 0,0 0-64 0 0,0 0 96 0 0,0 0-32 0 0,0 0-64 0 0,0 0 0 0 0,15 0 0 0 0,1-16 0 0 0,-1 16 0 0 0,-15 0 0 0 0,15 0 0 0 0,1 0 0 0 0,-1 0-80 0 0,1 0 80 0 0,-16 0-104 0 0,15 16 40 0 0,0-16-600 0 0,1 0-112 0 0,-16 15-24 0 0,15-15-6800 0 0,1 0-1359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41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19807 0 0,'0'0'440'0'0,"0"0"88"0"0,0 0 16 0 0,0 0 8 0 0,0 0-440 0 0,0 0-112 0 0,0 0 0 0 0,0 0 0 0 0,0 0 736 0 0,0 0 128 0 0,0 0 32 0 0,15 0 0 0 0,-15 0-416 0 0,0 16-88 0 0,15-16-8 0 0,1 0-8 0 0,-16 15-168 0 0,0 1-32 0 0,0-16-8 0 0,0 15 0 0 0,0 0-104 0 0,0 1-64 0 0,0-16 80 0 0,0 15-80 0 0,0 0 0 0 0,0 1 0 0 0,0-16 0 0 0,0 15 0 0 0,0 1-600 0 0,0-16-168 0 0,0 0-32 0 0,0 0-6160 0 0,0 15-1231 0 0</inkml:trace>
  <inkml:trace contextRef="#ctx0" brushRef="#br0" timeOffset="260.95">155 31 17503 0 0,'0'0'384'0'0,"0"0"88"0"0,0 0 8 0 0,0 0 8 0 0,0 0-392 0 0,0 0-96 0 0,0 16 0 0 0,0-16 0 0 0,0 15 696 0 0,0-15 112 0 0,0 15 24 0 0,0-15 8 0 0,0 16-672 0 0,0-1-168 0 0,-16-15 0 0 0,16 15-6048 0 0,0 1-1247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42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20159 0 0,'0'0'448'0'0,"0"0"88"0"0,0 0 16 0 0,0 0 8 0 0,0 0-448 0 0,0 0-112 0 0,0 0 0 0 0,0 0 0 0 0,0 0 1016 0 0,0 0 176 0 0,0 0 40 0 0,0 0 8 0 0,16 0-680 0 0,-16 15-136 0 0,0 0-24 0 0,0 1-8 0 0,0-1-200 0 0,0 1-48 0 0,0-1-8 0 0,0 0 0 0 0,0 1-136 0 0,0-1 64 0 0,0 1-64 0 0,-16-1 0 0 0,16 0-104 0 0,0-15-80 0 0,0 0-8 0 0,0 16-7576 0 0,0-16-1511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42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20959 0 0,'0'0'464'0'0,"0"0"96"0"0,0 0 16 0 0,0 0 8 0 0,0 15-464 0 0,0-15-120 0 0,0 0 0 0 0,0 16 0 0 0,0-1 440 0 0,-15 1 64 0 0,15-16 8 0 0,0 15 8 0 0,0 0-448 0 0,0 1-72 0 0,0-1 0 0 0,0-15-6784 0 0,0 16-1303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44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18399 0 0,'0'0'408'0'0,"0"0"80"0"0,0-15 24 0 0,0 15 0 0 0,0-15-416 0 0,0 15-96 0 0,0-16 0 0 0,0 16 0 0 0,16-15 976 0 0,-16 15 176 0 0,0 0 32 0 0,0 0 0 0 0,0 0-544 0 0,0 0-104 0 0,0 0-24 0 0,0 0-8 0 0,0 0-216 0 0,0 0-48 0 0,0 0-8 0 0,0 15 0 0 0,0-15-88 0 0,0 16-16 0 0,15-1-8 0 0,-15 0 0 0 0,0 1-120 0 0,0-1 88 0 0,0 1-88 0 0,0-1 80 0 0,15 0-80 0 0,-15 1 0 0 0,0-16 0 0 0,0 15 64 0 0,0 1-64 0 0,16-1 0 0 0,-16-15 0 0 0,0 0 0 0 0,15 15 0 0 0,-15-15 0 0 0,0 0 0 0 0,0 0 0 0 0,0 0 0 0 0,0 0 0 0 0,16 0 0 0 0,-16 0 0 0 0,15 0 0 0 0,-15 0 0 0 0,15-15 0 0 0,-15 15 0 0 0,16 0 0 0 0,-16-15 0 0 0,15-1-80 0 0,-15 16 80 0 0,16-15-64 0 0,-16-1 64 0 0,0 16 0 0 0,15-15-72 0 0,-15 0 72 0 0,0-1 0 0 0,15 1 0 0 0,-15 15 0 0 0,0-16 0 0 0,0 16 0 0 0,0-15 0 0 0,0 15 0 0 0,0 0 0 0 0,0 0 0 0 0,0 0 0 0 0,0 0 0 0 0,0 0 0 0 0,0 0 0 0 0,0 0 0 0 0,16 15 0 0 0,-16-15-88 0 0,0 16 88 0 0,0-1-104 0 0,15 1 40 0 0,-15-1 64 0 0,0 16-104 0 0,15-16 40 0 0,-15 1 64 0 0,0-1-64 0 0,0 16 64 0 0,16-16 0 0 0,-16 1 0 0 0,0 14 0 0 0,0-14 0 0 0,0-1 0 0 0,0 16 0 0 0,0-16 0 0 0,0 1 0 0 0,0 14 64 0 0,0-14-64 0 0,-16-1 96 0 0,16 1-32 0 0,0-1 0 0 0,-15 0 0 0 0,15-15 8 0 0,-15 16 0 0 0,-1-16 0 0 0,16 15 0 0 0,-15-15-72 0 0,0 16 96 0 0,15-16-96 0 0,-16 0 96 0 0,1 0-24 0 0,-1 15 0 0 0,1-15 0 0 0,0 0 0 0 0,-1 0-72 0 0,1 0 64 0 0,-1 0-64 0 0,16 0 64 0 0,-15-15-64 0 0,0 15-128 0 0,15 0 32 0 0,0 0 8 0 0,-16 0-424 0 0,16-16-80 0 0,0 16-16 0 0,0 0-8 0 0,0-15-1112 0 0,16 15-216 0 0,-16 0-40 0 0,0-16-16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44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 17439 0 0,'0'0'496'0'0,"0"0"104"0"0,0 0-480 0 0,0 0-120 0 0,16 0 0 0 0,-16 0 0 0 0,0 0 1040 0 0,15-16 184 0 0,1 16 40 0 0,-1 0 8 0 0,0 0-640 0 0,1 16-128 0 0,-1-16-24 0 0,1 0-8 0 0,-1 15-120 0 0,0-15-16 0 0,1 15-8 0 0,-1-15 0 0 0,-15 16-72 0 0,16-1-24 0 0,-16 1 0 0 0,0-16 0 0 0,0 15-104 0 0,15-15-32 0 0,-15 15 0 0 0,0-15 0 0 0,0 16-32 0 0,0-16-64 0 0,0 0 88 0 0,-15 15-88 0 0,15 1 0 0 0,0-16 0 0 0,0 15 0 0 0,-16-15 0 0 0,16 0 0 0 0,-15 15 0 0 0,-1 1-88 0 0,1-16 88 0 0,0 0-64 0 0,-1 15 64 0 0,1-15 0 0 0,15 16 0 0 0,-16-16 0 0 0,1 0 0 0 0,15 0 0 0 0,-15 15 0 0 0,-1-15 0 0 0,16 0 0 0 0,0 0 0 0 0,0 0 0 0 0,0 0 72 0 0,0 0-72 0 0,0 0 64 0 0,0 0-64 0 0,0 0 96 0 0,0 0-16 0 0,0 0-8 0 0,0 0 0 0 0,0 0-72 0 0,16 0 80 0 0,-1-15-80 0 0,-15 15 80 0 0,15 0-80 0 0,-15 0 0 0 0,16-16 0 0 0,-1 16 64 0 0,1-15-168 0 0,-1 15-40 0 0,-15 0-8 0 0,15-16 0 0 0,1 1-1304 0 0,-1 15-264 0 0,-15 0-48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45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19007 0 0,'0'0'416'0'0,"0"0"96"0"0,0 0 8 0 0,0 0 8 0 0,0 0-424 0 0,0 0-104 0 0,15 0 0 0 0,1 0 0 0 0,-16 15 872 0 0,15-15 152 0 0,-15 0 32 0 0,15 16 8 0 0,-15-1-368 0 0,16-15-80 0 0,-1 15-8 0 0,-15 1-8 0 0,16-1-200 0 0,-1 1-40 0 0,-15-1-8 0 0,15 0 0 0 0,-15 1-136 0 0,16-1-32 0 0,-16 1-8 0 0,15-1 0 0 0,-15-15-112 0 0,16 15-64 0 0,-16 1 80 0 0,0-16-80 0 0,0 0 0 0 0,15 0 0 0 0,-15 0 0 0 0,0 15 0 0 0,0-15-176 0 0,0 0-56 0 0,0 0-16 0 0,0 0 0 0 0,0 0-928 0 0,0 0-184 0 0,0 0-40 0 0,0 0-5488 0 0,15 0-1103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45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16 15000 0 0,'0'0'328'0'0,"0"0"72"0"0,0 0 16 0 0,0 0-1 0 0,0 0-327 0 0,0-15-88 0 0,0 15 0 0 0,0 0 0 0 0,0 0 960 0 0,0 0 168 0 0,0 0 40 0 0,-15 0 8 0 0,-1 0-400 0 0,16 15-72 0 0,-15-15-24 0 0,15 16 0 0 0,-16-16-240 0 0,1 15-56 0 0,15 0 0 0 0,-15 1-8 0 0,-1 15-248 0 0,1-16-56 0 0,-1 0-8 0 0,1 1 0 0 0,0-1-64 0 0,-1 1 0 0 0,1-1 0 0 0,15 0 64 0 0,-16 1-64 0 0,16-16-128 0 0,-15 0 32 0 0,15 15 8 0 0,0-15-328 0 0,0 0-72 0 0,0 0-16 0 0,0 0-6008 0 0,0 0-1199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45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1 216 22111 0 0,'0'0'488'0'0,"0"0"104"0"0,0 15 16 0 0,0-15 8 0 0,0 15-488 0 0,0 1-128 0 0,0-1 0 0 0,0-15 0 0 0,0 16 440 0 0,0-1 64 0 0,0-15 8 0 0,0 15 8 0 0,0 1-296 0 0,0-16-56 0 0,0 15-8 0 0,0 1-8 0 0,0-1-88 0 0,0-15-64 0 0,0 15 72 0 0,0-15-72 0 0,0 0-72 0 0,0 0-64 0 0,0 0-16 0 0,0 0 0 0 0,0 0-936 0 0,0 0-184 0 0,0 0-40 0 0,0 0-8095 0 0</inkml:trace>
  <inkml:trace contextRef="#ctx0" brushRef="#br0" timeOffset="1">109 0 15048 0 0,'0'0'424'0'0,"0"0"96"0"0,0 0-416 0 0,0 0-104 0 0,0 0 0 0 0,0 0 0 0 0,-16 0 96 0 0,16 0 0 0 0,0 0 0 0 0,0 0-6640 0 0</inkml:trace>
  <inkml:trace contextRef="#ctx0" brushRef="#br0" timeOffset="399.7899">432 139 20879 0 0,'0'0'456'0'0,"0"0"96"0"0,0 0 24 0 0,0 0 8 0 0,0 0-464 0 0,0 0-120 0 0,0 0 0 0 0,0 0 0 0 0,-15 0 360 0 0,15 15 56 0 0,-16-15 0 0 0,1 15 8 0 0,15-15-304 0 0,-16 0-120 0 0,1 16 88 0 0,15-16-88 0 0,-15 15 0 0 0,15-15 0 0 0,-16 16 0 0 0,16-16 0 0 0,0 15 0 0 0,0-15 0 0 0,-15 0 0 0 0,15 15 0 0 0,0-15 0 0 0,0 16 0 0 0,0-16 0 0 0,15 15-80 0 0,-15 1 80 0 0,0-16-80 0 0,0 0 80 0 0,16 0-80 0 0,-1 15 80 0 0,-15-15-64 0 0,15 0 64 0 0,-15 15-64 0 0,16-15 64 0 0,-16 16 0 0 0,15-16 0 0 0,1 15 0 0 0,-16-15 0 0 0,0 0 0 0 0,0 16 0 0 0,0-16 0 0 0,0 0 0 0 0,0 0 0 0 0,15 15 64 0 0,-15-15-64 0 0,-15 15 224 0 0,15 1 0 0 0,0-16 8 0 0,0 0 0 0 0,-16 15 88 0 0,16-15 24 0 0,-15 0 0 0 0,15 16 0 0 0,-16-16-112 0 0,16 0-16 0 0,-15-16-8 0 0,15 16 0 0 0,0 0-88 0 0,-15 0-24 0 0,15 0 0 0 0,-16-15 0 0 0,16 15-96 0 0,-15 0 0 0 0,-1 0 0 0 0,16-16 0 0 0,0 16-232 0 0,-15-15 8 0 0,0 15 0 0 0,15 0 0 0 0,-16 0-976 0 0,1-15-192 0 0,15 15-40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46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 20415 0 0,'0'0'448'0'0,"0"0"96"0"0,0 0 24 0 0,0 0 0 0 0,0 0-456 0 0,0 0-112 0 0,0 0 0 0 0,0 0 0 0 0,0 15 384 0 0,0 1 64 0 0,0-16 0 0 0,0 15 8 0 0,15 16-200 0 0,-15-16-48 0 0,-15 16-8 0 0,15 0 0 0 0,15-16 0 0 0,-15 16 0 0 0,-15 0 0 0 0,15-16 0 0 0,0 16-16 0 0,0-16-8 0 0,0 16 0 0 0,0-15 0 0 0,0-1-56 0 0,0 0-16 0 0,0 1 0 0 0,0-16 0 0 0,0 15-104 0 0,-15 1 0 0 0,15-16 64 0 0,0 0-64 0 0,0 0 0 0 0,0 0 0 0 0,0 0 0 0 0,0 0 0 0 0,0 0-64 0 0,0 0 64 0 0,0 0-96 0 0,0 0 96 0 0,15 0-72 0 0,-15-16 72 0 0,15 1 0 0 0,-15 15-72 0 0,0-16 72 0 0,0 1 0 0 0,16 15 0 0 0,-16-15 0 0 0,0-1 0 0 0,0 1 64 0 0,0-1-64 0 0,15 1 64 0 0,-15 0-64 0 0,16-1 0 0 0,-1 1 0 0 0,-15-1 0 0 0,15 16 0 0 0,1-15 0 0 0,-16 15 0 0 0,15-15 0 0 0,1 15 0 0 0,-1 0-80 0 0,-15 0 80 0 0,15 15 0 0 0,1-15 0 0 0,-16 15 0 0 0,15-15 0 0 0,1 16 0 0 0,-16-1 0 0 0,0 1 0 0 0,15-1 0 0 0,-15 0 0 0 0,0 1 80 0 0,0-1-80 0 0,0 1 80 0 0,0-16-80 0 0,0 15 96 0 0,-15 0-24 0 0,15 1-8 0 0,-16-16 0 0 0,16 15-64 0 0,-15-15 64 0 0,15 16-64 0 0,-16-16 64 0 0,1 0-64 0 0,15 0 0 0 0,-15 0 72 0 0,-1 0-72 0 0,1 0 0 0 0,15 0 72 0 0,-16 0-72 0 0,1 0 0 0 0,0 0 0 0 0,15 0 0 0 0,-16-16 0 0 0,16 16 0 0 0,-15 0 0 0 0,15 0-128 0 0,-16 0 16 0 0,16 0 0 0 0,-15 0-200 0 0,15 0-40 0 0,0 0 0 0 0,-15 0-6728 0 0,15 0-1343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47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15 17503 0 0,'0'0'384'0'0,"0"0"88"0"0,0 0 8 0 0,0 0 8 0 0,0 0-392 0 0,0 16-96 0 0,0-1 0 0 0,0-15 0 0 0,0 16 784 0 0,15-1 136 0 0,-15-15 24 0 0,0 15 8 0 0,0 1-552 0 0,0-16-112 0 0,0 0-16 0 0,16 15-8 0 0,-16 1-112 0 0,15-16-24 0 0,-15 0-8 0 0,0 15 0 0 0,16-15-16 0 0,-16 0 0 0 0,0 0 0 0 0,15 0 0 0 0,0 0 24 0 0,-15 0 0 0 0,16 0 0 0 0,-1-15 0 0 0,-15 15-56 0 0,16-16-8 0 0,-1 1 0 0 0,-15 15 0 0 0,15-16-64 0 0,-15 1 0 0 0,16 0 0 0 0,-16 15 0 0 0,0-16 0 0 0,15 1 0 0 0,-15-1 0 0 0,0 16 64 0 0,0-15-64 0 0,0 15 0 0 0,16 0 0 0 0,-16 0 0 0 0,0 0 0 0 0,0 0 0 0 0,0 0 0 0 0,0 0 0 0 0,0 0 0 0 0,0 0 0 0 0,0 0 64 0 0,0 15-64 0 0,15 1 0 0 0,-15-1 64 0 0,0 1-64 0 0,15-1 64 0 0,-15 0 16 0 0,0 1 0 0 0,0 15 0 0 0,0-16 0 0 0,0 16 112 0 0,0-16 16 0 0,0 1 8 0 0,0-1 0 0 0,0 0 16 0 0,0 1 8 0 0,0-1 0 0 0,0 0 0 0 0,0 16-80 0 0,-15-15-24 0 0,15 14 0 0 0,0-14 0 0 0,-15-1-8 0 0,15 1 0 0 0,-16-1 0 0 0,1 0 0 0 0,15-15-24 0 0,-16 16-8 0 0,1-1 0 0 0,0-15 0 0 0,-1 0-24 0 0,1 0-8 0 0,-1 16 0 0 0,16-16 0 0 0,-30 0-64 0 0,30 0 0 0 0,-16 0 0 0 0,1 0 0 0 0,-1-16 0 0 0,1 16-136 0 0,0 0 32 0 0,-1-15 8 0 0,1 15-608 0 0,15-16-112 0 0,-15 16-24 0 0,-1-15-6568 0 0,16 0-1311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47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123 308 16128 0 0,'0'0'455'0'0,"0"0"97"0"0,0 0-440 0 0,0 0-112 0 0,0 0 0 0 0,0 0 0 0 0,0 0 984 0 0,0 0 168 0 0,0 0 40 0 0,0 0 8 0 0,0 0-656 0 0,0 0-128 0 0,0 0-24 0 0,0 0-8 0 0,-15 0-40 0 0,15 0-16 0 0,-16 0 0 0 0,16 16 0 0 0,-15-16-24 0 0,15 15-8 0 0,0 1 0 0 0,0-16 0 0 0,0 15-104 0 0,0 0-32 0 0,0 1 0 0 0,0-16 0 0 0,15 15-160 0 0,-15 1 64 0 0,16-16-64 0 0,-16 15 0 0 0,15-15 0 0 0,-15 15 64 0 0,16 1-64 0 0,-16-16 0 0 0,15 15 80 0 0,-15-15-16 0 0,0 0-64 0 0,0 0 96 0 0,0 0-16 0 0,15 16-8 0 0,-15-16 0 0 0,0 15 0 0 0,0-15-8 0 0,0 0-64 0 0,0 15 96 0 0,-15-15-32 0 0,15 0 0 0 0,0 16 0 0 0,-15-16 0 0 0,15 0 0 0 0,0 15-64 0 0,-16-15 0 0 0,16 0 0 0 0,-15 0 0 0 0,15 0 64 0 0,-16 0-64 0 0,16 0 0 0 0,-15 0 64 0 0,15-15-64 0 0,-15 15 0 0 0,-1 0 0 0 0,16 0 64 0 0,-15-16-64 0 0,15 16-72 0 0,-16-15 72 0 0,16 15-104 0 0,0-15-168 0 0,-15 15-32 0 0,15 0-8 0 0,0 0-6920 0 0,0 0-1391 0 0</inkml:trace>
  <inkml:trace contextRef="#ctx0" brushRef="#br0" timeOffset="513.9399">477 201 16272 0 0,'0'0'351'0'0,"16"0"81"0"0,-16-16 16 0 0,0 1 8 0 0,15 15-360 0 0,-15-16-96 0 0,-15 1 0 0 0,15 0 0 0 0,0 15 672 0 0,0-16 128 0 0,0 1 16 0 0,0 0 8 0 0,0 15-248 0 0,15-16-56 0 0,-15 1-8 0 0,0 15 0 0 0,0-16-96 0 0,0 16-16 0 0,0-15-8 0 0,-15 15 0 0 0,15 0-144 0 0,0 0-32 0 0,0-15-8 0 0,-16 15 0 0 0,1 0-88 0 0,15 0-24 0 0,0 0 0 0 0,-16 0 0 0 0,1 0-32 0 0,15 0 0 0 0,0 0-64 0 0,0 0 96 0 0,-15 0-96 0 0,15 0 88 0 0,-16 15-88 0 0,16-15 80 0 0,0 0-16 0 0,-15 15-64 0 0,15-15 96 0 0,0 16-32 0 0,-16-1 8 0 0,16 1 0 0 0,0-1 0 0 0,0 0 0 0 0,-15 1-72 0 0,15-1 96 0 0,0 16-96 0 0,0-16 96 0 0,0 1-8 0 0,0 14 0 0 0,0-14 0 0 0,0-1 0 0 0,0 1 56 0 0,0-1 16 0 0,0 0 0 0 0,0 1 0 0 0,0 15 8 0 0,0-16 8 0 0,0 0 0 0 0,0-15 0 0 0,0 16-24 0 0,0-1-8 0 0,0 1 0 0 0,0-1 0 0 0,0-15-80 0 0,0 15-64 0 0,0 1 96 0 0,0-16-96 0 0,0 15 64 0 0,-15 1-64 0 0,15-16 0 0 0,0 15 0 0 0,0-15 0 0 0,-16 0 0 0 0,16 0 0 0 0,0 0-72 0 0,0 0-184 0 0,0 15-40 0 0,0-15-8 0 0,0 0 0 0 0,0 0-1040 0 0,0 0-216 0 0,0 0-40 0 0,0 0-8167 0 0</inkml:trace>
  <inkml:trace contextRef="#ctx0" brushRef="#br0" timeOffset="714.4499">277 401 19175 0 0,'0'0'416'0'0,"0"0"96"0"0,0 0 8 0 0,0 0 24 0 0,0 0-432 0 0,16 0-112 0 0,-16 0 0 0 0,15 0 0 0 0,0 0 80 0 0,1 0-8 0 0,-1 0 0 0 0,0 0 0 0 0,16-16-592 0 0,-15 16-120 0 0,-1 0-32 0 0,0 0 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2:49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232 108 16272 0 0,'0'0'351'0'0,"0"0"81"0"0,0 0 16 0 0,0 0 8 0 0,0 0-360 0 0,0 0-96 0 0,0 0 0 0 0,0 0 0 0 0,0 0 768 0 0,0 0 144 0 0,0 0 24 0 0,0 0 8 0 0,0 0-176 0 0,0 0-40 0 0,0 0-8 0 0,0 0 0 0 0,0 0-160 0 0,0 0-32 0 0,0-15-8 0 0,0 15 0 0 0,0 0-168 0 0,15-16-40 0 0,-15 16-8 0 0,0-15 0 0 0,0 15-128 0 0,0 0-24 0 0,15-15-8 0 0,-15 15 0 0 0,0 0-48 0 0,0 0 0 0 0,0-16-8 0 0,16 16 0 0 0,-16 0 8 0 0,15 0 0 0 0,-15-15 0 0 0,16 15 0 0 0,-1 0-32 0 0,-15 0-64 0 0,0 0 96 0 0,0 0-32 0 0,15 0-64 0 0,1-16 0 0 0,-16 16 0 0 0,15 0 0 0 0,-15 0 0 0 0,0 0 64 0 0,16 16-64 0 0,-16-16 0 0 0,0 0 80 0 0,15 0-80 0 0,-15 0 96 0 0,0 15-96 0 0,0-15 0 0 0,0 16 0 0 0,0-1 0 0 0,0 0 0 0 0,0-15 0 0 0,-15 16-96 0 0,15-1 96 0 0,-16 0-96 0 0,16 1 96 0 0,-15-16-72 0 0,15 15 72 0 0,-16 1-64 0 0,1-1 64 0 0,15 0 0 0 0,0-15 0 0 0,-15 16-64 0 0,-1-16 64 0 0,16 0 0 0 0,-15 15 0 0 0,15-15 0 0 0,-16 0 0 0 0,16 0 0 0 0,-15 0 0 0 0,15 16 0 0 0,0-16 0 0 0,-15 0 0 0 0,15 0 0 0 0,0 0 0 0 0,0 0 0 0 0,0 0 0 0 0,0 0 0 0 0,0 0 0 0 0,0 0 0 0 0,0 0 0 0 0,0 0 0 0 0,0 0 64 0 0,0-16-64 0 0,0 16 0 0 0,0 0 0 0 0,15 0 0 0 0,-15 0 0 0 0,0 0 0 0 0,0 0 0 0 0,0 0 0 0 0,15-15 0 0 0,1 15 0 0 0,-16 0 0 0 0,15 0 0 0 0,-15 0 0 0 0,31 15 0 0 0,-31-15 0 0 0,0 0 0 0 0,31 16 0 0 0,-31-16 0 0 0,0 0 0 0 0,15 15 0 0 0,-15-15 0 0 0,0 15 0 0 0,0-15 0 0 0,0 16 0 0 0,0-1 0 0 0,0 1 0 0 0,-15-16 0 0 0,15 15 64 0 0,0 0-64 0 0,-16 1 64 0 0,1-1-64 0 0,15 1 64 0 0,0-16 0 0 0,-15 15 0 0 0,-1 0 0 0 0,1 1 0 0 0,-1-1 32 0 0,1 1 0 0 0,0-1 8 0 0,-16 0 0 0 0,31-15 56 0 0,-31 16 0 0 0,31-16 8 0 0,-31 0 0 0 0,31 15-40 0 0,-15-15 0 0 0,-1 0-8 0 0,1 0 0 0 0,0 0-120 0 0,-1-15 0 0 0,16 15 64 0 0,-15 0-64 0 0,15-16-72 0 0,-16 16-40 0 0,1-15-8 0 0,15 0 0 0 0,0 15-784 0 0,-15-16-160 0 0,15 1-32 0 0,0 15-10232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3:03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77 12584 0 0,'0'0'272'0'0,"0"0"56"0"0,0 0 16 0 0,0 0 16 0 0,0-15-288 0 0,15 15-72 0 0,-15-16 0 0 0,0 16 0 0 0,0-15 968 0 0,0 15 184 0 0,0 0 31 0 0,0-15 1 0 0,0-1-264 0 0,0 16-56 0 0,0 0-16 0 0,0 0 0 0 0,0 0-168 0 0,0 0-32 0 0,0 0-8 0 0,0 0 0 0 0,0 0-152 0 0,0 0-32 0 0,0 0-8 0 0,0 0 0 0 0,0 0-168 0 0,0 0-40 0 0,0 0-8 0 0,0 0 0 0 0,0 0-144 0 0,-15 16-88 0 0,15-1 96 0 0,0-15-96 0 0,0 15 72 0 0,-16 1-72 0 0,16-1 0 0 0,-15 1 72 0 0,15 14 8 0 0,0-14 0 0 0,0 15 0 0 0,-15-16 0 0 0,15 0 16 0 0,-16 16 8 0 0,16-16 0 0 0,0 1 0 0 0,-15 15-16 0 0,15-16-8 0 0,-16 0 0 0 0,16 1 0 0 0,0-1-80 0 0,-15 1 0 0 0,15 14 72 0 0,-15-30-72 0 0,15 31 0 0 0,0-31 0 0 0,-16 31 0 0 0,16-16 0 0 0,0 1 72 0 0,-15-1-72 0 0,15-15 96 0 0,-16 16-96 0 0,16-1 104 0 0,0-15-32 0 0,-15 15-8 0 0,15-15 0 0 0,0 16-64 0 0,0-16 64 0 0,-15 0-64 0 0,15 0 64 0 0,0 0-64 0 0,0 0 0 0 0,0 0 0 0 0,0 0 0 0 0,0 0 0 0 0,0 0 0 0 0,0 0 0 0 0,0 0 0 0 0,0 0-88 0 0,0 0-8 0 0,-16-16 0 0 0,16 16 0 0 0,0-15-608 0 0,0 0-120 0 0,0-1-24 0 0,0 1-8 0 0,16-1-416 0 0,-16 16-80 0 0,0-15-24 0 0,0-16-4623 0 0,15 31-929 0 0</inkml:trace>
  <inkml:trace contextRef="#ctx0" brushRef="#br0" timeOffset="399.5899">123 154 12064 0 0,'0'0'344'0'0,"0"-15"72"0"0,0 15-336 0 0,0-16-80 0 0,0 16 0 0 0,0-15 0 0 0,16 0 896 0 0,-16 15 168 0 0,0-16 32 0 0,0 1 7 0 0,0 15-423 0 0,15-16-80 0 0,-15 1-24 0 0,0 15 0 0 0,0 0-96 0 0,0 0-32 0 0,0 0 0 0 0,0 0 0 0 0,0 0 40 0 0,0 0 8 0 0,0 0 0 0 0,0 0 0 0 0,0 0-136 0 0,16 0-24 0 0,-16 0-8 0 0,0 0 0 0 0,15 0-112 0 0,-15 0-24 0 0,0 0-8 0 0,15 15 0 0 0,-15-15-32 0 0,0 0-8 0 0,16 16 0 0 0,-16-16 0 0 0,15 15 8 0 0,-15 1 0 0 0,16-16 0 0 0,-16 30 0 0 0,0-30 8 0 0,15 16 0 0 0,-15-1 0 0 0,0 1 0 0 0,15-1-24 0 0,-15 0 0 0 0,0 1 0 0 0,16-1 0 0 0,-16 0-48 0 0,15 1-16 0 0,-15 15 0 0 0,0-16 0 0 0,0-15-8 0 0,15 15 0 0 0,-15 1 0 0 0,0-1 0 0 0,16 1 8 0 0,-16-1 0 0 0,0 0 0 0 0,15 1 0 0 0,-15-1 8 0 0,0-15 0 0 0,16 16 0 0 0,-16-1 0 0 0,0-15 16 0 0,0 15 8 0 0,0-15 0 0 0,0 16 0 0 0,0-16-104 0 0,0 0 88 0 0,0 0-88 0 0,15 15 80 0 0,-15-15-80 0 0,0 0 0 0 0,0 0 0 0 0,0 16 64 0 0,0-16-64 0 0,0 0 0 0 0,0 0 0 0 0,0 0 0 0 0,0 0 0 0 0,0 0 0 0 0,0 0 0 0 0,0 0 0 0 0,0 0-96 0 0,0 0-40 0 0,0 0-8 0 0,0 0 0 0 0,0 0-560 0 0,0 0-104 0 0,0 0-24 0 0,0 0-8 0 0,0-16-736 0 0,0 1-152 0 0,0 15-24 0 0</inkml:trace>
  <inkml:trace contextRef="#ctx0" brushRef="#br0" timeOffset="623.11">139 354 20879 0 0,'0'0'456'0'0,"0"0"96"0"0,0 0 24 0 0,0 0 8 0 0,0 0-464 0 0,0 0-120 0 0,0 0 0 0 0,15 0 0 0 0,-15-15 496 0 0,16 15 80 0 0,-1 0 8 0 0,0 0 8 0 0,1 0-320 0 0,-16-16-64 0 0,31 16-16 0 0,-31 0 0 0 0,30 0-128 0 0,-30 0-64 0 0,31 0 64 0 0,-31-15-64 0 0,15 15-576 0 0,1 0-160 0 0,-1 0-32 0 0,1 0-9047 0 0</inkml:trace>
  <inkml:trace contextRef="#ctx0" brushRef="#br0" timeOffset="1085.2">539 277 18687 0 0,'0'0'416'0'0,"0"0"80"0"0,0 0 16 0 0,0 0 8 0 0,0 0-416 0 0,0 0-104 0 0,0 16 0 0 0,15-16 0 0 0,-15 15 552 0 0,0 0 88 0 0,16-15 24 0 0,-16 16 0 0 0,0-1-392 0 0,15 1-80 0 0,-15-16-8 0 0,16 30-8 0 0,-16-30 40 0 0,0 16 8 0 0,15-1 0 0 0,-15 1 0 0 0,15-1 48 0 0,-15 0 16 0 0,0 1 0 0 0,0-1 0 0 0,0 1-104 0 0,0-1-24 0 0,0-15 0 0 0,0 15 0 0 0,0-15-80 0 0,0 0-16 0 0,0 0-64 0 0,0 0 96 0 0,0 0-96 0 0,0 0 64 0 0,0 0-64 0 0,0 0 0 0 0,0 0 80 0 0,0 0-80 0 0,0 0 80 0 0,0 0-80 0 0,0-15 96 0 0,0 15-24 0 0,0-15-8 0 0,0-1 0 0 0,0 1 24 0 0,0-1 0 0 0,0 1 0 0 0,0 0 0 0 0,0-1-24 0 0,0-15 0 0 0,0 16 0 0 0,0 0 0 0 0,16-1-64 0 0,-16-15 96 0 0,15 16-96 0 0,1 0 96 0 0,-16-16-96 0 0,15 15 0 0 0,0 1 0 0 0,1 0 0 0 0,-16-1 0 0 0,15 16 0 0 0,1-15 72 0 0,-16 15-72 0 0,0 0 64 0 0,15 0-64 0 0,-15 0 64 0 0,15 15-64 0 0,-15-15 0 0 0,0 16 0 0 0,16-1 0 0 0,-16 0 64 0 0,0 1-64 0 0,15-16-80 0 0,-15 15 80 0 0,0 1-104 0 0,0-16-552 0 0,0 15-112 0 0,0-15-16 0 0,0 0-6312 0 0,15 0-1255 0 0</inkml:trace>
  <inkml:trace contextRef="#ctx0" brushRef="#br0" timeOffset="1678.7">924 370 16208 0 0,'0'0'351'0'0,"0"0"81"0"0,0 0 16 0 0,0 0 8 0 0,0 0-360 0 0,0 0-96 0 0,0 0 0 0 0,0 0 0 0 0,0 0 672 0 0,0 0 128 0 0,15 0 16 0 0,-15 15 8 0 0,16-15-240 0 0,-1 0-40 0 0,-15 0-16 0 0,15 15 0 0 0,1-15-48 0 0,-16 0 0 0 0,0 0-8 0 0,15 0 0 0 0,1 0-200 0 0,-1 0-40 0 0,-15 0-8 0 0,15 0 0 0 0,-15 0-72 0 0,16 0-24 0 0,-16 0 0 0 0,15 0 0 0 0,1-15-24 0 0,-16 15-8 0 0,15-15 0 0 0,-15 15 0 0 0,0-16-16 0 0,15 1-8 0 0,-15 15 0 0 0,0-16 0 0 0,0 1-8 0 0,0 0-64 0 0,0 15 96 0 0,0-16-32 0 0,-15 1 8 0 0,15 15 0 0 0,0-16 0 0 0,-15 16 0 0 0,15-15 32 0 0,-16 15 8 0 0,16-15 0 0 0,-15 15 0 0 0,-1 0-112 0 0,16 0 72 0 0,-15 15-72 0 0,0-15 64 0 0,15 15-64 0 0,-16-15 0 0 0,16 16 0 0 0,-15-1 0 0 0,15 1 0 0 0,0 14 0 0 0,0-14 0 0 0,-16-1-88 0 0,16 1 88 0 0,0 14 88 0 0,0-14-24 0 0,0-1 0 0 0,16 16 112 0 0,-16-16 16 0 0,0 1 8 0 0,15-1 0 0 0,-15 1-8 0 0,16-1-8 0 0,-16-15 0 0 0,15 15 0 0 0,0-15-120 0 0,-15 16-64 0 0,16-16 64 0 0,-1 0-64 0 0,1 0 64 0 0,-16 0-64 0 0,15 0 64 0 0,-15 0-64 0 0,15 0 64 0 0,-15 0-64 0 0,0 0 64 0 0,16 0-64 0 0,-16 0 0 0 0,15-16 0 0 0,-15 16 0 0 0,16-15 0 0 0,-16 15-416 0 0,0-15-128 0 0,15 15-16 0 0,-15-16-8 0 0,0 16-760 0 0,15-15-152 0 0,-15-1-32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3:05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62 16751 0 0,'0'0'480'0'0,"0"0"96"0"0,0 0-464 0 0,0 0-112 0 0,0 0 0 0 0,0-15 0 0 0,0 15 976 0 0,15 0 176 0 0,-15 0 32 0 0,0-16 0 0 0,15 16-416 0 0,-15-15-96 0 0,16 15-8 0 0,-16-16-8 0 0,0 16-144 0 0,15 0-32 0 0,1 0-8 0 0,-16 0 0 0 0,0 0-208 0 0,15 0-40 0 0,0 16 0 0 0,-15-16-8 0 0,16 0-104 0 0,-16 0-16 0 0,15 15-8 0 0,-15-15 0 0 0,16 16-88 0 0,-16-16 64 0 0,15 0-64 0 0,-15 15 64 0 0,15 0-64 0 0,-15-15 0 0 0,0 0 0 0 0,16 16 64 0 0,-16-16-64 0 0,0 15 0 0 0,0-15 0 0 0,15 0 64 0 0,-15 16-64 0 0,0-16 0 0 0,0 0 0 0 0,0 15 0 0 0,0-15 64 0 0,0 0-64 0 0,0 0 0 0 0,0 0 64 0 0,0 0-64 0 0,0 0 0 0 0,0 0 0 0 0,0 0 64 0 0,0 0-64 0 0,0 0 0 0 0,-15 0 0 0 0,15 0 64 0 0,-16 0-64 0 0,16 0 0 0 0,-15 0 0 0 0,0 0 64 0 0,15 0-64 0 0,-16 0 64 0 0,1 0-64 0 0,15 0 64 0 0,0 0-64 0 0,-16 0 0 0 0,16 15 0 0 0,-15-15 0 0 0,15 16 0 0 0,0-16 0 0 0,-15 15 0 0 0,15-15 0 0 0,0 16 0 0 0,0-16 0 0 0,0 0 0 0 0,0 0 0 0 0,0 15 0 0 0,0-15 0 0 0,0 0 80 0 0,0 15-80 0 0,0-15 96 0 0,15 0-96 0 0,-15 0 96 0 0,0 0-96 0 0,15 0 72 0 0,-15 0-72 0 0,16 0 0 0 0,-16 0 72 0 0,15 0-72 0 0,1-15 0 0 0,-16 15 0 0 0,15-15 64 0 0,-15-1-64 0 0,15 1 0 0 0,-15 15 0 0 0,16-16 0 0 0,-16 1-640 0 0,15 0-112 0 0,-15-1-24 0 0,16 16-10279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3:27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47 17447 0 0,'0'0'384'0'0,"0"0"72"0"0,0 0 24 0 0,0 0 16 0 0,0 0-400 0 0,0 0-96 0 0,0 0 0 0 0,0 0 0 0 0,0 0 664 0 0,0 0 104 0 0,0 0 32 0 0,0 0 0 0 0,0 0-320 0 0,0 0-64 0 0,0 0-16 0 0,0 0 0 0 0,0 0-64 0 0,0 0-16 0 0,0 15 0 0 0,0 1 0 0 0,0-1-56 0 0,0 0-8 0 0,0 16-8 0 0,0-15 0 0 0,0 14-64 0 0,0-14-16 0 0,-16 14 0 0 0,16-14 0 0 0,0 15-64 0 0,0-16-8 0 0,0 16-8 0 0,0-16 0 0 0,-15 1-88 0 0,15 14 96 0 0,0-14-96 0 0,0-1 96 0 0,0 1-32 0 0,0 14 0 0 0,-15-14 0 0 0,15-1 0 0 0,0-15 32 0 0,0 16 8 0 0,0-1 0 0 0,0 0 0 0 0,0-15-104 0 0,0 0 88 0 0,0 0-88 0 0,0 0 80 0 0,0 0-80 0 0,0 0 0 0 0,0 0 0 0 0,0 0 64 0 0,0 0-64 0 0,0 0 0 0 0,0 0 0 0 0,0-15 0 0 0,0 0-72 0 0,0 15 72 0 0,15-16-96 0 0,-15-15 96 0 0,0 16-104 0 0,15 0 32 0 0,-15-1 8 0 0,0-15 0 0 0,0 16 64 0 0,0-16 0 0 0,0 16 0 0 0,0-16-64 0 0,0 16 64 0 0,16-16 0 0 0,-16 15 0 0 0,0-14 0 0 0,0 14 0 0 0,0-14 0 0 0,15 14 0 0 0,-15 1 0 0 0,0-1 0 0 0,0 1 0 0 0,0 15 0 0 0,0-15 0 0 0,0 15 0 0 0,0 0 0 0 0,0 0 0 0 0,0 0 0 0 0,0 0 80 0 0,0 0 8 0 0,0 0 0 0 0,15 0 0 0 0,1 15 16 0 0,-16 0 8 0 0,0-15 0 0 0,15 16 0 0 0,-15-1 8 0 0,0 1 0 0 0,16-1 0 0 0,-16 0 0 0 0,0 1-16 0 0,0-1 0 0 0,15 0 0 0 0,-15 1 0 0 0,15-1-24 0 0,-15 1-8 0 0,0-1 0 0 0,0 0 0 0 0,16 1-72 0 0,-16-16 80 0 0,0 15-80 0 0,15 1 80 0 0,-15-1-80 0 0,0 0 0 0 0,0-15 72 0 0,0 16-72 0 0,16-1 0 0 0,-16-15 0 0 0,0 0 0 0 0,0 16 64 0 0,15-1-64 0 0,-15 0 0 0 0,0-15 0 0 0,0 0 0 0 0,0 16 0 0 0,0-16 0 0 0,0 0 0 0 0,0 0 0 0 0,0 0-104 0 0,15 15 16 0 0,-15-15 8 0 0,0 0 0 0 0,0 0-296 0 0,0 0-56 0 0,0 0-16 0 0,0 0 0 0 0,0 0-680 0 0,0 0-144 0 0,0 0-24 0 0,0 0-5424 0 0,0 0-1079 0 0</inkml:trace>
  <inkml:trace contextRef="#ctx0" brushRef="#br0" timeOffset="293.94">62 370 19519 0 0,'0'0'432'0'0,"0"0"88"0"0,0 0 24 0 0,0 0 0 0 0,0 0-440 0 0,0 0-104 0 0,0 0 0 0 0,0 0 0 0 0,0 0 696 0 0,0 0 112 0 0,0 0 24 0 0,15 0 8 0 0,1 0-448 0 0,-16 0-88 0 0,15 0-16 0 0,1 0-8 0 0,-1 0-184 0 0,0 0-96 0 0,-15 0 96 0 0,16 0-96 0 0,-1 0-472 0 0,-15 0-144 0 0,16-15-32 0 0,-1 15-9239 0 0</inkml:trace>
  <inkml:trace contextRef="#ctx0" brushRef="#br0" timeOffset="632.9399">370 124 16384 0 0,'0'0'359'0'0,"0"0"81"0"0,0 0 8 0 0,0 0 8 0 0,0 0-360 0 0,0 0-96 0 0,0 0 0 0 0,0 0 0 0 0,0 0 696 0 0,0 0 120 0 0,0 0 24 0 0,0 0 8 0 0,0 0-232 0 0,15 15-40 0 0,-15-15-16 0 0,16 16 0 0 0,-16-1-56 0 0,0-15-16 0 0,0 15 0 0 0,15 1 0 0 0,-15-1-120 0 0,0 0-24 0 0,16 1-8 0 0,-16 15 0 0 0,0-16-80 0 0,0 0-8 0 0,0 1-8 0 0,0-1 0 0 0,0-15-88 0 0,0 16-24 0 0,0-1 0 0 0,15 0 0 0 0,-15 1-56 0 0,0-1-8 0 0,0-15-64 0 0,0 16 96 0 0,0-1-96 0 0,0-15 88 0 0,0 0-88 0 0,0 15 80 0 0,0-15-80 0 0,15 16 0 0 0,-15-16 0 0 0,0 0 0 0 0,0 0 0 0 0,0 0 0 0 0,0 0 0 0 0,0 0 0 0 0,0 0-96 0 0,0 0-64 0 0,0 0-16 0 0,0 0 0 0 0,0 0-720 0 0,0 0-136 0 0,0 0-32 0 0,0 0-8 0 0,0 0-688 0 0,0-16-128 0 0,0 16-32 0 0</inkml:trace>
  <inkml:trace contextRef="#ctx0" brushRef="#br0" timeOffset="1255.6399">447 185 15376 0 0,'0'0'336'0'0,"0"0"72"0"0,0 0 7 0 0,0 0 25 0 0,-15 0-352 0 0,15-15-88 0 0,0 15 0 0 0,0-15 0 0 0,0 15 1048 0 0,15-16 192 0 0,-15 16 40 0 0,0-15 0 0 0,15-1-424 0 0,-15 16-88 0 0,0-15-24 0 0,16 15 0 0 0,-16-15-208 0 0,15 15-48 0 0,-15-16-8 0 0,16 1 0 0 0,-1 15-152 0 0,-15 0-32 0 0,15-16-8 0 0,1 16 0 0 0,-16-15-120 0 0,15 15-24 0 0,0 0-8 0 0,-15 0 0 0 0,16-15-56 0 0,-1 15-16 0 0,-15 0 0 0 0,16 0 0 0 0,-16 0-64 0 0,0 0 0 0 0,15 0 72 0 0,-15 0-72 0 0,0 15 0 0 0,15-15 64 0 0,-15 15-64 0 0,0 1 0 0 0,0-16 0 0 0,0 15-64 0 0,0 1 0 0 0,0-1 0 0 0,0 0-32 0 0,-15 1 0 0 0,15-1 0 0 0,0 1 0 0 0,0-1 0 0 0,-15 0-8 0 0,15 1 0 0 0,-16-16 0 0 0,16 15 104 0 0,0 0 0 0 0,-15-15 0 0 0,15 16 0 0 0,-16-16 0 0 0,16 0 0 0 0,0 15 0 0 0,0-15 0 0 0,0 0 0 0 0,0 0 0 0 0,0 0 0 0 0,0 0 80 0 0,0 0-16 0 0,0 0 0 0 0,0-15 0 0 0,0 15 0 0 0,-15 0-64 0 0,15 0 64 0 0,15 0-64 0 0,-15-16 64 0 0,0 16-64 0 0,0-15 0 0 0,16 15 0 0 0,-1-15 0 0 0,-15 15 0 0 0,16 0 0 0 0,-1-16 0 0 0,-15 16 0 0 0,0 0 0 0 0,15 0 0 0 0,1 0 0 0 0,-16 0 0 0 0,0 0 0 0 0,15 16 0 0 0,-15-16 0 0 0,0 0 0 0 0,0 15 0 0 0,16-15-88 0 0,-16 15 88 0 0,15-15-64 0 0,-15 16 64 0 0,0-1-80 0 0,0-15 80 0 0,0 16-80 0 0,0-1 80 0 0,0 0 0 0 0,0 1 0 0 0,0-1 0 0 0,0-15 0 0 0,0 16 0 0 0,-15-1 0 0 0,15 0 0 0 0,0-15 0 0 0,-16 16 0 0 0,16-1 64 0 0,0-15-64 0 0,-15 0 176 0 0,15 0 0 0 0,0 0 0 0 0,-16 16 0 0 0,1-16-8 0 0,15 0 0 0 0,-15 0 0 0 0,-1 0 0 0 0,16 0-96 0 0,-15 0-72 0 0,-1-16 96 0 0,1 16-96 0 0,0 0 0 0 0,15 0 0 0 0,-16 0 0 0 0,1 0 0 0 0,15 0-112 0 0,-15 0 0 0 0,15 0 0 0 0,0 0 0 0 0,0 0-208 0 0,0 0-48 0 0,0 0-8 0 0,0 0 0 0 0,0 0-968 0 0,0 0-192 0 0,0 0-32 0 0,0 0-8047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3:26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416 185 12272 0 0,'0'0'352'0'0,"0"0"64"0"0,0 0-328 0 0,0 0-88 0 0,0 0 0 0 0,0 0 0 0 0,0 0 920 0 0,0 0 168 0 0,0 0 32 0 0,0 0-1 0 0,0 0-319 0 0,0 0-64 0 0,0 0-8 0 0,0 0-8 0 0,0 0-120 0 0,0 0-24 0 0,0 0-8 0 0,0 0 0 0 0,0 0-40 0 0,0 0-8 0 0,0 0 0 0 0,0 0 0 0 0,0 0-24 0 0,0 0-8 0 0,0 0 0 0 0,-15 0 0 0 0,15 0-152 0 0,0 0-32 0 0,-16 0-8 0 0,16 16 0 0 0,-15-16-96 0 0,15 0-16 0 0,-15 15-8 0 0,15 0 0 0 0,-16-15-88 0 0,16 16-24 0 0,-15-1 0 0 0,0 1 0 0 0,15-1-64 0 0,-16 0 0 0 0,16 1 0 0 0,-15-1 0 0 0,15 0 0 0 0,0 1 0 0 0,-16-1 0 0 0,16 1 0 0 0,0-1 0 0 0,0 0 0 0 0,0 1 0 0 0,0-1 0 0 0,0 1 0 0 0,0-1 0 0 0,16 0 0 0 0,-16 1 0 0 0,0-1 0 0 0,0 1 0 0 0,15-1 0 0 0,-15 0 0 0 0,16-15 0 0 0,-16 16 0 0 0,15-1 0 0 0,0-15 0 0 0,-15 16-64 0 0,16-16 64 0 0,-1 0 0 0 0,0 0 0 0 0,1 15 0 0 0,-1-15 0 0 0,1 0 0 0 0,-1 0 0 0 0,0 0 0 0 0,1-15 0 0 0,-1 15 0 0 0,-15 0 0 0 0,16-16 0 0 0,-1 16 0 0 0,0-15 64 0 0,-15 15-64 0 0,16-16 136 0 0,-1 1-8 0 0,1 0-8 0 0,-16-1 0 0 0,15 1 0 0 0,-15-1 0 0 0,15 16 0 0 0,-15-30 0 0 0,0 14-24 0 0,0 1-8 0 0,0-1 0 0 0,0 1 0 0 0,-15 0 8 0 0,15-16 0 0 0,0 15 0 0 0,-15 1 0 0 0,-1-16-32 0 0,16 16 0 0 0,-15 0 0 0 0,-1-16 0 0 0,1 15-64 0 0,0 1 0 0 0,-1 0 0 0 0,16-1 0 0 0,-15 1 0 0 0,-1 15 0 0 0,1 0 0 0 0,0-16 0 0 0,-1 16-256 0 0,16 0 16 0 0,-15 0 0 0 0,-1 0 0 0 0,16 16-144 0 0,-15-16-24 0 0,15 0-8 0 0,0 15-7312 0 0,-15 1-1463 0 0</inkml:trace>
  <inkml:trace contextRef="#ctx0" brushRef="#br0" timeOffset="37712.88">216 0 14112 0 0,'0'0'312'0'0,"0"0"64"0"0,0 0 8 0 0,0 0 8 0 0,0 0-312 0 0,0 0-80 0 0,0 0 0 0 0,0 0 0 0 0,0 0 672 0 0,0 0 111 0 0,0 0 25 0 0,0 0 8 0 0,0 0-208 0 0,0 0-32 0 0,0 0-16 0 0,0 0 0 0 0,0 0-8 0 0,0 0 0 0 0,0 0 0 0 0,0 0 0 0 0,0 0-88 0 0,0 0-16 0 0,0 0-8 0 0,0 0 0 0 0,0 0-152 0 0,-15 0-24 0 0,15 16-8 0 0,0-16 0 0 0,-16 0-152 0 0,16 15-32 0 0,0-15-8 0 0,0 0 0 0 0,-15 16-64 0 0,15-16 0 0 0,0 15 0 0 0,-15 0 0 0 0,15-15 64 0 0,0 16-64 0 0,-16-16 0 0 0,16 15 64 0 0,0 1-64 0 0,-15-1 96 0 0,15 0-96 0 0,-16 1 96 0 0,16-16-8 0 0,-15 31 0 0 0,15-16 0 0 0,0 0 0 0 0,-15 1 8 0 0,-1-1 0 0 0,16 1 0 0 0,0 14 0 0 0,-15-14-24 0 0,-1-1 0 0 0,16 0 0 0 0,0 1 0 0 0,-15-1 0 0 0,15 1 0 0 0,0-1 0 0 0,-15 16 0 0 0,15-16 24 0 0,0 1 0 0 0,0-1 0 0 0,0 0 0 0 0,0 16 0 0 0,0-15 8 0 0,0-1 0 0 0,15 0 0 0 0,-15 1-8 0 0,0 15 0 0 0,0-16 0 0 0,15 0 0 0 0,-15 1-8 0 0,0-1-8 0 0,16 1 0 0 0,-16-16 0 0 0,15 15-16 0 0,-15 0 0 0 0,0 1 0 0 0,16-1 0 0 0,-1-15 0 0 0,-15 16 0 0 0,0-1 0 0 0,15 0 0 0 0,-15-15-64 0 0,16 0 64 0 0,-16 16-64 0 0,0-1 64 0 0,15-15-64 0 0,-15 0 0 0 0,0 15 0 0 0,0-15 64 0 0,0 0-64 0 0,16 16 0 0 0,-16-16 0 0 0,0 15 64 0 0,0-15-136 0 0,0 0-32 0 0,0 0-8 0 0,0 0 0 0 0,0 0-888 0 0,15 0-184 0 0,-15 0-32 0 0,0 0-9511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3:29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139 370 20159 0 0,'0'0'448'0'0,"0"0"88"0"0,0 0 16 0 0,0-15 8 0 0,0 15-448 0 0,0-16-112 0 0,0 16 0 0 0,0-15 0 0 0,0 15 640 0 0,-15-15 96 0 0,15-1 32 0 0,0 16 0 0 0,-16-15-296 0 0,16-1-56 0 0,0 16-16 0 0,0 0 0 0 0,0 0-112 0 0,-15-15-32 0 0,15 15 0 0 0,0 0 0 0 0,-16 0-80 0 0,16 0-16 0 0,-15 15-8 0 0,0-15 0 0 0,15 0-88 0 0,0 16-64 0 0,-16-1 72 0 0,16 1-72 0 0,-15-1 0 0 0,15 16 0 0 0,0-16 0 0 0,0 0 0 0 0,-16 16 0 0 0,16-15 0 0 0,0-1 0 0 0,0 16 0 0 0,0-16 0 0 0,0 1 0 0 0,0-1 0 0 0,16 0 0 0 0,-16 1 0 0 0,0-1 0 0 0,15-15 0 0 0,-15 16 0 0 0,16-1 0 0 0,-1-15 0 0 0,0 15 0 0 0,1-15 0 0 0,-1 0 0 0 0,1 0 0 0 0,-1 0 0 0 0,0 0 0 0 0,1 0 0 0 0,-1 0 128 0 0,0-15-32 0 0,-15 15 0 0 0,16 0 0 0 0,-1-15-8 0 0,-15 15 0 0 0,16 0 0 0 0,-16-16-88 0 0,0 16 0 0 0,0 0 0 0 0,15 0 64 0 0,-15 0-160 0 0,0 0-40 0 0,0 0-8 0 0,0 0-7656 0 0,0 0-1527 0 0</inkml:trace>
  <inkml:trace contextRef="#ctx0" brushRef="#br0" timeOffset="35938.85">308 1 14800 0 0,'0'0'320'0'0,"0"0"72"0"0,0 0 16 0 0,0 0 8 0 0,0 0-329 0 0,0 0-87 0 0,0 0 0 0 0,0 0 0 0 0,0 0 864 0 0,0 0 152 0 0,0 0 32 0 0,0 0 8 0 0,0 0-288 0 0,0 0-64 0 0,0 0 0 0 0,0 0-8 0 0,16 15-160 0 0,-1-15-32 0 0,-15 0-8 0 0,0 0 0 0 0,15 15-104 0 0,-15-15-16 0 0,16 16-8 0 0,-16-16 0 0 0,0 0-144 0 0,15 15-24 0 0,-15-15-8 0 0,16 16 0 0 0,-16-16-72 0 0,15 15-24 0 0,-15-15 0 0 0,15 15 0 0 0,-15 1-32 0 0,16-16 0 0 0,-1 15-64 0 0,-15 1 96 0 0,0-1-96 0 0,16 0 64 0 0,-16 1-64 0 0,0-1 0 0 0,15 1 64 0 0,-15-1-64 0 0,0 0 0 0 0,0 1 72 0 0,15 15-72 0 0,-15-16 64 0 0,0 0-64 0 0,0 1 64 0 0,16-1-64 0 0,-16 16 0 0 0,0-16 72 0 0,0 1-72 0 0,0-1 64 0 0,0 0-64 0 0,0 1 64 0 0,0-1-64 0 0,0 1 112 0 0,-16-1-16 0 0,16 0 0 0 0,0 1 0 0 0,0-1 0 0 0,0 16 0 0 0,-15-16 0 0 0,15 1 0 0 0,0-1 8 0 0,-15 1 0 0 0,15-16 0 0 0,0 15 0 0 0,-16 0-16 0 0,16 1-8 0 0,0-1 0 0 0,-15-15 0 0 0,15 16-80 0 0,-16-1 0 0 0,16-15 72 0 0,0 15-72 0 0,0-15 0 0 0,-15 0 0 0 0,15 16 0 0 0,0-16 0 0 0,0 0 0 0 0,0 0 0 0 0,0 0 0 0 0,0 0 0 0 0,0 0-120 0 0,0 0-8 0 0,0 0 0 0 0,0 0 0 0 0,0 0-648 0 0,0 0-136 0 0,0 0-24 0 0,0 0-6456 0 0,0 0-1295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4:05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14184 0 0,'0'0'400'0'0,"0"0"88"0"0,0 0-392 0 0,0 0-96 0 0,0 0 0 0 0,0 0 0 0 0,0 0 1192 0 0,15 16 215 0 0,-15-16 49 0 0,0 0 8 0 0,15 0-544 0 0,-15 0-112 0 0,0 0-16 0 0,0 0-8 0 0,16 15-240 0 0,-16 0-56 0 0,0-15-8 0 0,0 0 0 0 0,0 16-192 0 0,0-1-48 0 0,0-15-8 0 0,0 16 0 0 0,0-16-136 0 0,-16 15-32 0 0,16 0-64 0 0,0-15 96 0 0,-15 16-840 0 0,15-16-176 0 0,0 0-32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4:07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11072 0 0,'0'0'312'0'0,"0"0"72"0"0,0 0-304 0 0,0 0-80 0 0,0 0 0 0 0,0 0 0 0 0,0 0 880 0 0,0 0 160 0 0,0 0 32 0 0,0 0 8 0 0,0 0-281 0 0,15 0-63 0 0,-15 0 0 0 0,0 0-8 0 0,0 0-192 0 0,0 16-40 0 0,16-16-8 0 0,-16 0 0 0 0,0 0-48 0 0,0 0-16 0 0,0 0 0 0 0,15 0 0 0 0,-15 0-104 0 0,16 0-32 0 0,-16 0 0 0 0,0 15 0 0 0,15-15-96 0 0,-15 0-16 0 0,0 0-8 0 0,15 0 0 0 0,1 0-72 0 0,-16 0-8 0 0,0 0-8 0 0,15 0 0 0 0,-15 0-80 0 0,16 0 80 0 0,-16 16-80 0 0,15-16 80 0 0,0-16-80 0 0,-15 16 80 0 0,16 0-80 0 0,-1 0 80 0 0,-15 16-16 0 0,16-16-64 0 0,-1 0 96 0 0,-15 0-32 0 0,15 0 24 0 0,1 0 0 0 0,-16 0 0 0 0,15 0 0 0 0,-15 0-24 0 0,16 0 0 0 0,-1 0 0 0 0,0 0 0 0 0,-15 0-64 0 0,16 0 64 0 0,-1 0-64 0 0,-15 0 64 0 0,15 0-64 0 0,1 0 64 0 0,-16 0-64 0 0,15 0 64 0 0,1 15-64 0 0,-1-15 0 0 0,0 0 0 0 0,-15 0 0 0 0,16 0 0 0 0,-1 0 64 0 0,-15 0-64 0 0,16 0 64 0 0,-1 0-64 0 0,0 0 0 0 0,1 0 0 0 0,-1 0 0 0 0,-15 0 0 0 0,16 0 0 0 0,-1 0 64 0 0,0 0-64 0 0,1 0 0 0 0,-16 0 0 0 0,15 0 0 0 0,1 0 64 0 0,-1 0-64 0 0,0 0 0 0 0,-15 0 0 0 0,16 0 0 0 0,-1 0 0 0 0,-15 0 0 0 0,16 0 72 0 0,-1 0-72 0 0,0 0 64 0 0,-15 0-64 0 0,16 0 80 0 0,-16 0-80 0 0,15 0 72 0 0,1 15-72 0 0,-16-15 64 0 0,15 0-64 0 0,0 0 64 0 0,-15 0-64 0 0,0 0 0 0 0,16 0 64 0 0,-1 0-64 0 0,-15 0 0 0 0,15 0 0 0 0,1 0 64 0 0,-16 0-64 0 0,15 0 80 0 0,1 16-80 0 0,-16-16 80 0 0,15 0-80 0 0,0 0 0 0 0,-15 0 72 0 0,16 0-72 0 0,-1 0 0 0 0,1 0 64 0 0,-16 15-64 0 0,15-15 0 0 0,0 0 0 0 0,1 0 0 0 0,-16 0 0 0 0,15 0 64 0 0,1 0-64 0 0,-1 0 0 0 0,0 0 0 0 0,-15 0 0 0 0,16 0 0 0 0,-1 0 64 0 0,1 0-64 0 0,-1 0 0 0 0,-15 0 0 0 0,15 0 0 0 0,1 0 0 0 0,-1 0 64 0 0,1 0-64 0 0,-1 0 0 0 0,0 0 0 0 0,-15 0 0 0 0,16 0 0 0 0,-1 0 0 0 0,1 0 0 0 0,-16 0 0 0 0,15 0 0 0 0,0-15 0 0 0,1 15 0 0 0,-16 0 0 0 0,15 0 0 0 0,0 0 0 0 0,1 0 0 0 0,-1 0 0 0 0,-15 0 0 0 0,16 0 0 0 0,-1 0 0 0 0,-15 0 0 0 0,15 0 0 0 0,1 0 0 0 0,-16 0 0 0 0,0 0 64 0 0,15 0-64 0 0,-15 0 0 0 0,0 0 0 0 0,16 0 0 0 0,-1 0 0 0 0,-15 0 0 0 0,15 0 0 0 0,1 0 64 0 0,-16 0-64 0 0,15 0 0 0 0,-15 0 0 0 0,16 0 0 0 0,-16 0 0 0 0,15 0 0 0 0,0 0 0 0 0,-15 0 0 0 0,16 0 0 0 0,-1 0 0 0 0,-15 0 0 0 0,16 0 0 0 0,-1 0 0 0 0,-15 0 0 0 0,15 0 0 0 0,-15 0 0 0 0,16 0 0 0 0,-1 0 0 0 0,-15 0 0 0 0,16 0 64 0 0,-16 0-64 0 0,15 0 0 0 0,-15 0 0 0 0,15 0 0 0 0,1 0 88 0 0,-1 0 8 0 0,-15 0 0 0 0,16 0 0 0 0,-1 0-96 0 0,-15 0-128 0 0,15 0 32 0 0,1 0 8 0 0,-16-16 88 0 0,15 16 0 0 0,0 0 0 0 0,-15 0 64 0 0,16 0-64 0 0,-1 0 0 0 0,-15 0 64 0 0,16 0-64 0 0,-1 0 0 0 0,0 0 64 0 0,-15 0-64 0 0,16 0 0 0 0,-16 0 72 0 0,15 0-72 0 0,1 0 96 0 0,-1 0-96 0 0,-15 0 96 0 0,15-15-32 0 0,1 15 0 0 0,-16 0-64 0 0,15 0 96 0 0,-15 0-96 0 0,0 0 96 0 0,16 0-96 0 0,-1 0 72 0 0,-15 0-72 0 0,0 0 0 0 0,15 0 72 0 0,-15 0-72 0 0,16 0 0 0 0,-16 0 0 0 0,0 0 64 0 0,15 0-64 0 0,-15 0 0 0 0,0 0 0 0 0,16 0 0 0 0,-16 0 0 0 0,0 0 0 0 0,0 0 64 0 0,15 0-64 0 0,-15 0 0 0 0,0 0 0 0 0,0 0 0 0 0,0 0 0 0 0,0 0 0 0 0,0 0 64 0 0,0 0-64 0 0,0 0 0 0 0,0 0 0 0 0,0 0 0 0 0,15 0 0 0 0,-15 0 0 0 0,0 0-176 0 0,0 0-48 0 0,0 0-16 0 0,0 0-7344 0 0,0 0-1463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4:09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62 11616 0 0,'0'0'328'0'0,"0"0"72"0"0,0 0-320 0 0,0 0-80 0 0,0 0 0 0 0,0 0 0 0 0,0 0 1208 0 0,0 0 224 0 0,0 0 39 0 0,0 0 17 0 0,0 0-440 0 0,0 0-88 0 0,0 0-24 0 0,0 0 0 0 0,0 0-232 0 0,-15-16-56 0 0,15 16-8 0 0,-16-15 0 0 0,16 15-152 0 0,0 0-32 0 0,0 0-8 0 0,0 0 0 0 0,-15 0-160 0 0,0 0-40 0 0,15 0-8 0 0,-16 0 0 0 0,16 0-80 0 0,-15 0-24 0 0,-1 0 0 0 0,16 15 0 0 0,0-15-56 0 0,-15 16-16 0 0,0-16 0 0 0,15 0 0 0 0,-16 15-64 0 0,16 1 0 0 0,-15-16 0 0 0,15 15 64 0 0,-16 0-64 0 0,16 1 0 0 0,-15-1 0 0 0,15 16 0 0 0,0-16 0 0 0,-15 1 0 0 0,15-1 0 0 0,0 1 0 0 0,0 14 0 0 0,15-14 0 0 0,-15-1 0 0 0,0 1 0 0 0,15-1 0 0 0,-15 0 0 0 0,16 1 0 0 0,-16-16 0 0 0,15 15 0 0 0,1 1 0 0 0,-1-16-64 0 0,0 15 64 0 0,-15-15 0 0 0,31 0 0 0 0,-31 0 0 0 0,16 15 0 0 0,-1-15 0 0 0,0-15 0 0 0,1 15 0 0 0,-1 0 0 0 0,1 0 0 0 0,-1-15 0 0 0,0 15 0 0 0,1-16 0 0 0,-1 1 0 0 0,-15 15 0 0 0,16-16 0 0 0,-1 1 64 0 0,-15 0-64 0 0,0-1 0 0 0,0-15 0 0 0,15 16 0 0 0,-15 0 64 0 0,0-16 0 0 0,0 15 0 0 0,-15 1 0 0 0,15-16-64 0 0,0 16 0 0 0,0-1 0 0 0,-15 1 64 0 0,-1 0-64 0 0,16-16 64 0 0,-15 31-64 0 0,-1-16 64 0 0,1 1-64 0 0,0 0 0 0 0,-1 15 0 0 0,16-16 0 0 0,-15 16-192 0 0,-1 0 0 0 0,16 0 0 0 0,-15 0 0 0 0,15 0-552 0 0,0 0-120 0 0,0 0-16 0 0,0 0-6032 0 0,-15 0-1215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4:09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1 15088 0 0,'0'0'328'0'0,"0"0"72"0"0,0 0 16 0 0,0 0 7 0 0,0 0-335 0 0,0 15-88 0 0,-15-15 0 0 0,15 0 0 0 0,0 0 832 0 0,-15 16 144 0 0,15-16 32 0 0,0 0 8 0 0,0 15-408 0 0,-16-15-88 0 0,16 15-8 0 0,0 1-8 0 0,-15-1-96 0 0,15 1-24 0 0,0-1 0 0 0,0-15 0 0 0,0 15-16 0 0,-16 16-8 0 0,16-15 0 0 0,0-1 0 0 0,0 0-104 0 0,-15 1-32 0 0,15-1 0 0 0,0 1 0 0 0,0-1-112 0 0,-15 0-24 0 0,15-15-8 0 0,0 16 0 0 0,-16-1-80 0 0,16 1 80 0 0,0-1-80 0 0,0-15 80 0 0,0 0-80 0 0,0 0 0 0 0,0 15 0 0 0,0-15 64 0 0,0 0-64 0 0,0 0 0 0 0,0 0 0 0 0,0 0 0 0 0,0 0 0 0 0,0 0 64 0 0,0 0-64 0 0,0 0 0 0 0,0 0 0 0 0,0 0 0 0 0,0 0 0 0 0,0 0 0 0 0,0 0 0 0 0,0-15 0 0 0,0 0 0 0 0,0-1 0 0 0,16 16 0 0 0,-16-15 0 0 0,0-1 0 0 0,15-14 0 0 0,-15 14 0 0 0,0 1 0 0 0,0-1 0 0 0,15-14 0 0 0,-15 14 0 0 0,16 1 0 0 0,-16-1 0 0 0,15 1 0 0 0,-15 0 0 0 0,16-1 0 0 0,-16 1 0 0 0,0 15 0 0 0,15-16 0 0 0,-15 1 0 0 0,0 0 0 0 0,15 15 0 0 0,-15 0 0 0 0,0 0 0 0 0,0-16 0 0 0,0 16 0 0 0,16 0 0 0 0,-16 0 0 0 0,0 0 0 0 0,15 0 0 0 0,-15 0 0 0 0,0 0 0 0 0,16 0 0 0 0,-1 0 0 0 0,-15 16 0 0 0,15-16 0 0 0,-15 0 0 0 0,16 15 0 0 0,-16-15 0 0 0,15 15 0 0 0,1-15 0 0 0,-16 16 0 0 0,15-16 0 0 0,-15 15 64 0 0,15 1-64 0 0,-15-1 0 0 0,16 0 80 0 0,-16-15-80 0 0,15 16 96 0 0,-15-1-96 0 0,0 1 88 0 0,0-1-88 0 0,16 0 80 0 0,-16 1-80 0 0,0-1 64 0 0,15-15-64 0 0,-15 16 0 0 0,0-1 72 0 0,0 0-72 0 0,0 1 0 0 0,15-16 0 0 0,-15 15 0 0 0,0-15 0 0 0,0 0 0 0 0,0 0 0 0 0,0 0 0 0 0,0 0 0 0 0,0 0 0 0 0,0 0-72 0 0,0 0 72 0 0,0 0-336 0 0,0 0-16 0 0,0 0 0 0 0,0 0-6824 0 0,0 0-1367 0 0</inkml:trace>
  <inkml:trace contextRef="#ctx0" brushRef="#br0" timeOffset="247.41">62 124 18599 0 0,'0'0'408'0'0,"0"0"80"0"0,0 0 24 0 0,0 0 16 0 0,15 0-424 0 0,1 15-104 0 0,-16-15 0 0 0,15 0 0 0 0,0 0 272 0 0,1 0 32 0 0,-1 0 8 0 0,1 0 0 0 0,-1 0-208 0 0,16 0-40 0 0,-16 0 0 0 0,1 0-64 0 0,-1 0 0 0 0,0-15 0 0 0,1 15 0 0 0,-1 0-5903 0 0,1 0-1161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4:10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62 14512 0 0,'0'0'416'0'0,"0"0"80"0"0,0 0-400 0 0,0 0-96 0 0,0 0 0 0 0,0 0 0 0 0,0 0 1087 0 0,0 0 201 0 0,0 0 40 0 0,0 0 8 0 0,0 0-592 0 0,0 0-112 0 0,-15 16-24 0 0,15-16-8 0 0,0 15-160 0 0,0 1-32 0 0,15-16-8 0 0,-15 15 0 0 0,0 0-112 0 0,0 1-32 0 0,0-1 0 0 0,0 1 0 0 0,16-1-64 0 0,-16 0-8 0 0,0 1-8 0 0,0-1 0 0 0,0 1-48 0 0,0-1 0 0 0,0 0-8 0 0,0 1 0 0 0,0-1-40 0 0,0 1-8 0 0,15-1 0 0 0,-15 0 0 0 0,0-15-8 0 0,0 16-64 0 0,0-16 96 0 0,0 0-32 0 0,0 0-64 0 0,0 0 0 0 0,0 0 72 0 0,0 0-72 0 0,0 0 64 0 0,0 0-64 0 0,0 0 64 0 0,0 0-64 0 0,0 0 64 0 0,0 0-64 0 0,0 0 80 0 0,0 0-80 0 0,0 0 64 0 0,0-16-64 0 0,-15 16 0 0 0,15-15 72 0 0,0 0-72 0 0,0-1 0 0 0,0 1 0 0 0,0-1 0 0 0,-16-14 0 0 0,16 14 64 0 0,0 1-64 0 0,16-16 0 0 0,-16 16 0 0 0,0-1 64 0 0,0-15-64 0 0,15 16 0 0 0,-15 0 0 0 0,15-1 0 0 0,-15 1 0 0 0,16-1 0 0 0,-16 1 0 0 0,15 0 0 0 0,1 15 0 0 0,-1-16 0 0 0,0 16 0 0 0,1 0 0 0 0,-16-15 0 0 0,15 15 0 0 0,1 0 0 0 0,-1 0 0 0 0,0 0 64 0 0,-15 0-64 0 0,16 0 0 0 0,-1 15 0 0 0,-15-15 0 0 0,0 0 0 0 0,0 0 0 0 0,16 16 0 0 0,-16-1 64 0 0,0-15-64 0 0,0 15 0 0 0,0 1 0 0 0,0-1 0 0 0,-16 1 0 0 0,16-16-112 0 0,0 15 40 0 0,0 0 8 0 0,-15-15 0 0 0,15 16 64 0 0,0-16-96 0 0,-16 15 96 0 0,16-15-96 0 0,0 0 96 0 0,-15 16 0 0 0,15-16 0 0 0,-15 0 0 0 0,15 0 0 0 0,0 0 0 0 0,0 0 0 0 0,0 0 0 0 0,-16-16 0 0 0,1 16 0 0 0,15 0 0 0 0,0 0 0 0 0,0-15 0 0 0,0 15 0 0 0,0-16 0 0 0,0 16 0 0 0,0 0 0 0 0,15 0-80 0 0,-15-15 80 0 0,16 15 0 0 0,-16 0 0 0 0,15 0 0 0 0,0 0 0 0 0,-15 0 0 0 0,16 0 0 0 0,-1 0 0 0 0,-15 0-64 0 0,16 0 64 0 0,-1 15 0 0 0,-15-15 0 0 0,15 16 0 0 0,1-16 0 0 0,-16 15 0 0 0,15 1 0 0 0,-15-1 0 0 0,0-15 0 0 0,15 15 0 0 0,-15 1 0 0 0,0-1 0 0 0,0 1 0 0 0,0-1 0 0 0,0 0 0 0 0,0 1 0 0 0,0-1 0 0 0,-15-15 0 0 0,15 16 0 0 0,0-1 0 0 0,-15-15 0 0 0,15 15 0 0 0,-16-15 64 0 0,1 16-64 0 0,15-16 0 0 0,-15 0 72 0 0,-1 0-72 0 0,1 0 64 0 0,-1 0-64 0 0,16 0 64 0 0,-15 0-64 0 0,0 0 64 0 0,-1 0-64 0 0,1 0 0 0 0,15 0 0 0 0,-16-16 64 0 0,1 16-64 0 0,0 0 0 0 0,15-15 0 0 0,-16 15 0 0 0,16 0 0 0 0,-15 0-160 0 0,15 0 0 0 0,0-15 0 0 0,0 15 0 0 0,0 0-304 0 0,0-16-56 0 0,0 16-16 0 0,0 0 0 0 0,0 0-1096 0 0,0-15-216 0 0,15 15-40 0 0,-15 0-16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4:11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47 17447 0 0,'0'0'384'0'0,"0"0"72"0"0,0 0 24 0 0,0-16 16 0 0,-16 16-400 0 0,16 0-96 0 0,0-15 0 0 0,0 15 0 0 0,-15 0 544 0 0,15 0 96 0 0,-15-15 8 0 0,15 15 8 0 0,0 0-240 0 0,-16 15-56 0 0,16-15-8 0 0,0 0 0 0 0,-15 15-104 0 0,-1-15-24 0 0,16 16-8 0 0,-15-1 0 0 0,15 0-56 0 0,0 1 0 0 0,-15-1-8 0 0,15 1 0 0 0,0 14-32 0 0,-16-14-8 0 0,16-1 0 0 0,0 16 0 0 0,0-16 104 0 0,0 1 16 0 0,16-1 8 0 0,-16 1 0 0 0,0-1 16 0 0,0 0 8 0 0,15 1 0 0 0,-15-1 0 0 0,15-15 32 0 0,-15 16 8 0 0,16-16 0 0 0,-1 15 0 0 0,-15-15 16 0 0,0 0 0 0 0,16 0 0 0 0,-1 0 0 0 0,-15 0-104 0 0,15-15-24 0 0,1 15 0 0 0,-16 0 0 0 0,15-16-96 0 0,-15 16-32 0 0,16-15 0 0 0,-16 15 0 0 0,15-16-64 0 0,-15 16 0 0 0,15-15 0 0 0,-15 15 0 0 0,0 0-600 0 0,0 0-136 0 0,16 0-24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4:20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 16384 0 0,'0'0'359'0'0,"0"0"81"0"0,0 0 8 0 0,0 0 8 0 0,0 0-360 0 0,16 0-96 0 0,-16 0 0 0 0,15 0 0 0 0,-15 0 480 0 0,0 0 72 0 0,15 0 24 0 0,-15 0 0 0 0,0 0-344 0 0,16 0-64 0 0,-1 0-8 0 0,-15 0-8 0 0,0 0-56 0 0,16 0-16 0 0,-1-16 0 0 0,-15 16 0 0 0,0 0-80 0 0,15 0 0 0 0,-15 0 0 0 0,0 0 0 0 0,0 0 0 0 0,16 0 0 0 0,-16 0 0 0 0,0 0 64 0 0,15 0-160 0 0,-15 0-40 0 0,0 0-8 0 0,0 0-5503 0 0,0 0-1105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4:20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17103 0 0,'0'0'480'0'0,"0"15"120"0"0,0-15-480 0 0,0 0-120 0 0,0 16 0 0 0,0-16 0 0 0,-15 0 1016 0 0,15 0 176 0 0,0 0 40 0 0,0 0 8 0 0,15 15-696 0 0,-15-15-128 0 0,15 16-32 0 0,1-16-8 0 0,-1 0-264 0 0,-15 0-48 0 0,16 0-64 0 0,-1 0 88 0 0,0 0-88 0 0,1 0 0 0 0,-16 0 0 0 0,15-16 0 0 0,1 16-368 0 0,-1 0-16 0 0,0-15 0 0 0,1 15-6016 0 0,-1-16-1215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4:21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231 293 14688 0 0,'0'0'320'0'0,"0"0"72"0"0,0 0 16 0 0,0 0 0 0 0,-15-15-328 0 0,15-1-80 0 0,0 16 0 0 0,0 0 0 0 0,-16-15 703 0 0,16 0 121 0 0,-15 15 24 0 0,15-16 8 0 0,-15 16-216 0 0,15-15-48 0 0,-16 15-8 0 0,16 0 0 0 0,-15-16-80 0 0,0 16-24 0 0,15 0 0 0 0,-16 0 0 0 0,1 0-112 0 0,15 0-24 0 0,-16 0-8 0 0,1 0 0 0 0,15 0-96 0 0,0 16-16 0 0,-15-16-8 0 0,-1 15 0 0 0,16 1-72 0 0,0-16-16 0 0,-15 30 0 0 0,15-14 0 0 0,-16-1-56 0 0,16 0-8 0 0,0 16-64 0 0,0-15 96 0 0,0 14-96 0 0,0-14 0 0 0,0-1 0 0 0,16 16 0 0 0,-16-16 0 0 0,0 1 0 0 0,15-1 0 0 0,-15-15 0 0 0,16 16 72 0 0,-16-1-72 0 0,15-15 64 0 0,0 0-64 0 0,1 15 0 0 0,-16-15 0 0 0,15 0 0 0 0,1 0 0 0 0,-1 0 0 0 0,0-15 0 0 0,1 15 0 0 0,-1 0 0 0 0,-15-15 0 0 0,15-1 0 0 0,1 1 0 0 0,-1-1 0 0 0,-15 1 0 0 0,16 0 0 0 0,-16-16 0 0 0,15 15 0 0 0,-15-14 0 0 0,0 14 0 0 0,15-15 0 0 0,-15 16 64 0 0,0-16-64 0 0,0 16 0 0 0,0-16 0 0 0,0 16 64 0 0,0-1-64 0 0,0-14 0 0 0,-15 14 0 0 0,15 1 64 0 0,0-1-64 0 0,0 1 0 0 0,0-16 0 0 0,0 16 0 0 0,0-1 0 0 0,0 16 0 0 0,0-15 0 0 0,0 0 0 0 0,0 15 0 0 0,0 0 0 0 0,0 0 0 0 0,0 0 0 0 0,0 0 0 0 0,0 0 0 0 0,0 0 0 0 0,0 0 0 0 0,0 0 0 0 0,0 0 0 0 0,0 15 64 0 0,15 0-64 0 0,-15 1 0 0 0,0-1 0 0 0,0 1 0 0 0,16-1 0 0 0,-16 0 0 0 0,0 1 64 0 0,0 15-64 0 0,0-16 96 0 0,0 16-24 0 0,0 0 0 0 0,0-1 0 0 0,0-14 0 0 0,0 14 16 0 0,0 1 0 0 0,0-15 0 0 0,0 14 0 0 0,0-14 32 0 0,0 15 8 0 0,15-16 0 0 0,-15 0 0 0 0,0 1-24 0 0,0-1 0 0 0,0 1 0 0 0,0-16 0 0 0,0 0-40 0 0,16 15 0 0 0,-16-15-64 0 0,0 0 96 0 0,0 0-96 0 0,0 0 64 0 0,0 0-64 0 0,15 15 0 0 0,-15-15 0 0 0,0 0 64 0 0,0 0-64 0 0,0 0 0 0 0,15 0-80 0 0,1 0-40 0 0,-16-15-8 0 0,15 15 0 0 0,-15 0-664 0 0,16-15-136 0 0,-16 15-24 0 0,15-16-6176 0 0,0 1-1231 0 0</inkml:trace>
  <inkml:trace contextRef="#ctx0" brushRef="#br0" timeOffset="718.07">493 293 13552 0 0,'0'0'384'0'0,"0"0"88"0"0,0 0-376 0 0,0 0-96 0 0,0 0 0 0 0,0 0 0 0 0,15 15 656 0 0,-15-15 112 0 0,16 16 31 0 0,-16-16 1 0 0,15 15-424 0 0,1-15-88 0 0,-1 0-8 0 0,0 0-8 0 0,-15 0 8 0 0,31 0 0 0 0,-31 0 0 0 0,16 0 0 0 0,-1 0 88 0 0,0-15 16 0 0,1 15 8 0 0,-1 0 0 0 0,-15-16-96 0 0,15 16-16 0 0,1-15-8 0 0,-16 15 0 0 0,0 0-96 0 0,0-15-16 0 0,15-1-8 0 0,-15 16 0 0 0,0 0-32 0 0,0-15-8 0 0,0 15 0 0 0,0 0 0 0 0,-15-15-16 0 0,15 15-8 0 0,0-16 0 0 0,0 16 0 0 0,-16 0 8 0 0,16 0 8 0 0,-15 0 0 0 0,15 0 0 0 0,-15 0 16 0 0,-1 0 0 0 0,16 0 0 0 0,-15 16 0 0 0,15-16 16 0 0,-15 15 8 0 0,-1 0 0 0 0,16-15 0 0 0,-15 31-16 0 0,15-31-8 0 0,-16 31 0 0 0,16-16 0 0 0,0 16 8 0 0,0-16 8 0 0,0 16 0 0 0,0-15 0 0 0,0 14-8 0 0,0-14-8 0 0,0-1 0 0 0,16 1 0 0 0,-1-1-32 0 0,-15 0-8 0 0,16 1 0 0 0,-1-1 0 0 0,-15-15-8 0 0,15 16 0 0 0,1-16 0 0 0,-1 15 0 0 0,0-15 8 0 0,1 0 0 0 0,-1 0 0 0 0,1 0 0 0 0,-1 0-8 0 0,0-15 0 0 0,1 15 0 0 0,-1 0 0 0 0,1-16 0 0 0,-1 16 0 0 0,0-15 0 0 0,1-1 0 0 0,-1 1-72 0 0,1 0 80 0 0,-16-1-80 0 0,15-15 80 0 0,-15 16-80 0 0,15 0 0 0 0,-15-16 0 0 0,16 15 64 0 0,-16-14-64 0 0,15 14 0 0 0,-15-15 0 0 0,0 16 64 0 0,0-16-64 0 0,0 16 0 0 0,16-16 72 0 0,-16 16-72 0 0,0-1 0 0 0,0 1 0 0 0,0 0 0 0 0,0-1 64 0 0,0 16-64 0 0,0-15 0 0 0,0-1 0 0 0,0 16 0 0 0,0 0 0 0 0,0 0 0 0 0,0 0 0 0 0,0 0 0 0 0,0 0 0 0 0,0 0 0 0 0,0 0 0 0 0,0 0 0 0 0,0 0 0 0 0,0 0 0 0 0,0 0 0 0 0,0 0 64 0 0,0 0-64 0 0,15 0 0 0 0,-15 16 0 0 0,0-1 0 0 0,0 1 0 0 0,0-1 64 0 0,0 0-64 0 0,15 1 0 0 0,-15-1 80 0 0,0 1-16 0 0,0 14-64 0 0,0-14 96 0 0,0-1-24 0 0,0 16-8 0 0,0-16 0 0 0,0 1 0 0 0,16-1-64 0 0,-16 0 80 0 0,0 1-80 0 0,0-1 80 0 0,0 1-80 0 0,0-1 0 0 0,0 0 0 0 0,0-15 0 0 0,0 0 0 0 0,0 16 0 0 0,0-16 0 0 0,0 15 0 0 0,0-15 0 0 0,0 0 0 0 0,0 0-96 0 0,0 0 96 0 0,0 0-344 0 0,0 0-8 0 0,0 0 0 0 0,0 0 0 0 0,0 0-1248 0 0,0 0-248 0 0,0 0-48 0 0</inkml:trace>
  <inkml:trace contextRef="#ctx0" brushRef="#br0" timeOffset="980.45">909 324 16495 0 0,'0'0'360'0'0,"0"0"80"0"0,0 0 8 0 0,0 0 24 0 0,0 0-376 0 0,15 0-96 0 0,-15 0 0 0 0,15 0 0 0 0,-15 15 352 0 0,16-15 64 0 0,-1-15 0 0 0,1 15 8 0 0,-1 0-312 0 0,0 0-112 0 0,1 0 72 0 0,-1 0-72 0 0,1-16 0 0 0,-1 16-128 0 0,0 0 24 0 0,16 0-5207 0 0,-15-15-1049 0 0</inkml:trace>
  <inkml:trace contextRef="#ctx0" brushRef="#br0" timeOffset="1666.73">1309 278 14400 0 0,'0'0'320'0'0,"0"0"64"0"0,0 0 8 0 0,0 0 8 0 0,0 0-320 0 0,0 15-80 0 0,0-15 0 0 0,0 0 0 0 0,0 0 671 0 0,0 15 129 0 0,0 1 16 0 0,0-16 8 0 0,0 0-368 0 0,0 15-72 0 0,15-15-8 0 0,-15 16-8 0 0,16-16-32 0 0,-16 0-8 0 0,15 0 0 0 0,0 15 0 0 0,-15-15-40 0 0,16 0-16 0 0,-16-15 0 0 0,15 15 0 0 0,1 0-16 0 0,-16 0 0 0 0,15 0 0 0 0,-15-16 0 0 0,0 16-72 0 0,15-15-24 0 0,-15 15 0 0 0,0-16 0 0 0,16 16-40 0 0,-16-15-16 0 0,0 15 0 0 0,0-15 0 0 0,0-1-40 0 0,0 16 0 0 0,0 0-64 0 0,0 0 96 0 0,-16-15-32 0 0,16 0-64 0 0,0 15 88 0 0,-15 0-88 0 0,15 0 96 0 0,0 0-96 0 0,-15-16 96 0 0,15 16-96 0 0,-16 16 104 0 0,16-16-32 0 0,0 0-8 0 0,-15 15 0 0 0,-1-15 24 0 0,16 15 0 0 0,-15 1 0 0 0,15-1 0 0 0,-15 0-88 0 0,15 1 80 0 0,0 15-80 0 0,0-16 80 0 0,0 0-80 0 0,0 16 0 0 0,0-15 0 0 0,0-1 0 0 0,0 0 0 0 0,0 1 64 0 0,15-1-64 0 0,-15 16 0 0 0,15-31 0 0 0,-15 15 0 0 0,16-15 64 0 0,-1 16-64 0 0,-15-16 0 0 0,16 15 0 0 0,-1-15 0 0 0,0 0 0 0 0,1 0 0 0 0,-1 0 0 0 0,1 0 64 0 0,-16-15-64 0 0,15 15 0 0 0,0-16 0 0 0,1 16 72 0 0,-1-15-72 0 0,-15 0 64 0 0,16-1-64 0 0,-16 1 80 0 0,15 15-80 0 0,-15-16 64 0 0,0 1-64 0 0,0 0 0 0 0,15-1 0 0 0,-15 1 72 0 0,0 15-72 0 0,16-16 64 0 0,-16 16-64 0 0,0 0 0 0 0,0 0 0 0 0,0 0 64 0 0,0 0-64 0 0,0 0 0 0 0,0 0 0 0 0,0 0 0 0 0,0 0 0 0 0,15 16 0 0 0,-15-16 0 0 0,16 15 0 0 0,-16 1 0 0 0,0-16 0 0 0,0 15 0 0 0,0 0 0 0 0,15 1 0 0 0,-15-16 0 0 0,0 15 0 0 0,0 1 0 0 0,0-1 0 0 0,0-15 0 0 0,0 0 0 0 0,0 0 0 0 0,0 0 0 0 0,0 0 0 0 0,0 0 0 0 0,0 0 0 0 0,0 0 0 0 0,0 0 0 0 0,0 0 0 0 0,0 0 0 0 0,0 0 0 0 0,0 0 0 0 0,0 0 0 0 0,0 0 0 0 0,0-15 64 0 0,0-1-64 0 0,0 1 0 0 0,0 15 72 0 0,0-16-72 0 0,0 1 104 0 0,0 0-8 0 0,0-16-8 0 0,0 15 0 0 0,15 1-8 0 0,-15 0 0 0 0,16-1 0 0 0,-16 1 0 0 0,15-16-80 0 0,-15 31 64 0 0,15-15-64 0 0,1-1 64 0 0,-1 16-64 0 0,-15 0 0 0 0,16-15 0 0 0,-1 15 0 0 0,0 0 0 0 0,1-15 0 0 0,-16 15 0 0 0,15 0 0 0 0,1 0-208 0 0,-16 0 16 0 0,15 0 8 0 0,0 0 0 0 0,-15 0-1216 0 0,0 0-240 0 0,0 0-56 0 0</inkml:trace>
  <inkml:trace contextRef="#ctx0" brushRef="#br0" timeOffset="2452.84">2002 262 16152 0 0,'0'0'351'0'0,"0"0"81"0"0,0 0 16 0 0,0 0 0 0 0,0 0-352 0 0,0 0-96 0 0,0 0 0 0 0,0 0 0 0 0,0 0 640 0 0,0 0 104 0 0,0 0 24 0 0,0 0 8 0 0,0 0-208 0 0,0 0-48 0 0,0 16-8 0 0,0-1 0 0 0,0-15-104 0 0,0 15-24 0 0,0 1-8 0 0,0-1 0 0 0,0 1-128 0 0,0-1-24 0 0,0-15-8 0 0,0 15 0 0 0,0 1-72 0 0,15-1-16 0 0,-15 1 0 0 0,0-1 0 0 0,0 0 0 0 0,0-15-8 0 0,0 16 0 0 0,0-1 0 0 0,0 1-120 0 0,0-16 88 0 0,0 15-88 0 0,0-15 80 0 0,0 0-80 0 0,0 0 64 0 0,0 15-64 0 0,0-15 64 0 0,0 0-64 0 0,0 16 0 0 0,0-16 0 0 0,0 0 0 0 0,0 0 0 0 0,0 0 0 0 0,0 0 64 0 0,0 0-64 0 0,0 0 0 0 0,0 0 64 0 0,0 0-64 0 0,0 0 64 0 0,0-16-64 0 0,0 1 80 0 0,15 15-80 0 0,-15-15 80 0 0,0-1-80 0 0,0 1 0 0 0,16-1 0 0 0,-16 1 0 0 0,15 0 0 0 0,-15-1 0 0 0,16 1 0 0 0,-16-1 0 0 0,15 1 0 0 0,0 0 0 0 0,-15 15 0 0 0,16-16 0 0 0,-1 1 0 0 0,1 15 0 0 0,-1-16 0 0 0,0 16 0 0 0,1 0 0 0 0,-1 0 0 0 0,-15 0-64 0 0,15 0 64 0 0,1 0 0 0 0,-16 16 0 0 0,15-16 0 0 0,-15 15 0 0 0,16-15 0 0 0,-16 16 0 0 0,15-16 0 0 0,-15 15 0 0 0,0-15-96 0 0,15 15 96 0 0,-15-15-80 0 0,0 16 80 0 0,0-16-72 0 0,0 0 72 0 0,0 0-64 0 0,0 0 64 0 0,0 0-88 0 0,0 0 88 0 0,0 0-104 0 0,0 0 40 0 0,0 0-32 0 0,0 0 0 0 0,0 0 0 0 0,0 0 0 0 0,0 0 32 0 0,0 0 0 0 0,0-16 0 0 0,0 16 0 0 0,0-15 64 0 0,0 0-64 0 0,16-1 64 0 0,-16 1-64 0 0,0-1 64 0 0,0 1 0 0 0,0 0 0 0 0,0-1 0 0 0,15 1 88 0 0,-15 0-24 0 0,0 15 0 0 0,16-16 0 0 0,-16 1-64 0 0,15 15 0 0 0,-15-16 72 0 0,15 16-72 0 0,-15 0 0 0 0,16 0 72 0 0,-1 0-72 0 0,-15 0 0 0 0,16 0 96 0 0,-1 0-96 0 0,-15 16 96 0 0,15-16-96 0 0,-15 15 160 0 0,16-15-32 0 0,-16 16 0 0 0,0-1 0 0 0,0 0 40 0 0,15 1 8 0 0,-15-1 0 0 0,0-15 0 0 0,0 31-32 0 0,0-16-8 0 0,0-15 0 0 0,0 16 0 0 0,0-1-64 0 0,0 0-8 0 0,0-15-64 0 0,0 16 96 0 0,0-1-96 0 0,0-15 0 0 0,0 0 0 0 0,0 0 0 0 0,0 16 0 0 0,0-16-120 0 0,0 0 24 0 0,0 0 8 0 0,0 0-264 0 0,0 0-48 0 0,0 0-16 0 0,0 0 0 0 0,0 0-960 0 0,0 0-192 0 0,0 0-32 0 0,0 0-7319 0 0</inkml:trace>
  <inkml:trace contextRef="#ctx0" brushRef="#br0" timeOffset="3607.97">2556 262 15664 0 0,'0'0'344'0'0,"0"0"71"0"0,0 16 9 0 0,15-1 24 0 0,-15-15-360 0 0,0 15-88 0 0,0 1 0 0 0,0-1 0 0 0,0 1 0 0 0,16-1 0 0 0,-16 0 0 0 0,0 1 0 0 0,15-1 888 0 0,-15 1 160 0 0,0-1 32 0 0,0 0 8 0 0,0 1-664 0 0,15-16-128 0 0,-15 15-24 0 0,0-15-8 0 0,0 0-136 0 0,0 16-32 0 0,0-16-8 0 0,0 0 0 0 0,0 0-88 0 0,0 0-72 0 0,0 0 72 0 0,0 0-6192 0 0,0 0-1175 0 0</inkml:trace>
  <inkml:trace contextRef="#ctx0" brushRef="#br0" timeOffset="3881.59">2694 16 18943 0 0,'0'0'416'0'0,"0"0"96"0"0,0 0 8 0 0,0 0 8 0 0,0 0-424 0 0,0 0-104 0 0,0 0 0 0 0,0 0-5591 0 0,0 0-1137 0 0</inkml:trace>
  <inkml:trace contextRef="#ctx0" brushRef="#br0" timeOffset="4256.87">2817 308 20559 0 0,'0'0'448'0'0,"0"0"96"0"0,0 0 24 0 0,0 16 8 0 0,0-16-456 0 0,0 15-120 0 0,0 1 0 0 0,0-16 0 0 0,16 15 0 0 0,-16 0 0 0 0,0-15 0 0 0,0 16 0 0 0,0-1 576 0 0,0 1 88 0 0,0-16 16 0 0,0 15 8 0 0,0 0-384 0 0,0-15-80 0 0,0 0-8 0 0,0 16-8 0 0,0-16-96 0 0,0 0-16 0 0,0 0-8 0 0,0 0 0 0 0,0 0-88 0 0,0 0 96 0 0,0 0-96 0 0,0 0 96 0 0,0 0-16 0 0,0 0 0 0 0,0 0 0 0 0,0 0 0 0 0,0 0-80 0 0,0-16 0 0 0,0 1 0 0 0,0 15 0 0 0,0-15 0 0 0,15-1 64 0 0,-15 1-64 0 0,0-1 64 0 0,0 1-64 0 0,16 0 0 0 0,-16-1 0 0 0,15 16 0 0 0,-15-15 0 0 0,15-1 0 0 0,1 1 0 0 0,-16 15 0 0 0,15-15 0 0 0,1 15 0 0 0,-16 0 0 0 0,0 0 0 0 0,15 0 0 0 0,-15 0 0 0 0,15 0 0 0 0,1 15 0 0 0,-16-15 0 0 0,15 0 0 0 0,-15 15 0 0 0,0 1 0 0 0,0-1 0 0 0,16 1 0 0 0,-16-16 0 0 0,0 15 0 0 0,15 0 0 0 0,-15 1 64 0 0,0-1-64 0 0,0-15 64 0 0,0 16-64 0 0,0-16 0 0 0,0 15 0 0 0,0-15 0 0 0,0 0-64 0 0,0 0-64 0 0,0 0 0 0 0,0 0-8 0 0,0 0-1192 0 0,0 0-240 0 0,0 0-40 0 0,0 0-7583 0 0</inkml:trace>
  <inkml:trace contextRef="#ctx0" brushRef="#br0" timeOffset="4927.16">3095 247 14064 0 0,'0'0'400'0'0,"0"0"80"0"0,0 0-384 0 0,0 0-96 0 0,15 0 0 0 0,-15 0 0 0 0,15-15 768 0 0,-15 15 127 0 0,16 0 25 0 0,-1 0 8 0 0,-15 0-384 0 0,16 0-80 0 0,-1 0-16 0 0,0 0 0 0 0,-15 15-64 0 0,16-15-24 0 0,-16 0 0 0 0,15 0 0 0 0,-15 0-56 0 0,0 0-16 0 0,0 0 0 0 0,15 15 0 0 0,-15-15-56 0 0,0 0-8 0 0,0 0-8 0 0,0 0 0 0 0,0 0-96 0 0,0 0-24 0 0,0 0 0 0 0,0 0 0 0 0,0 0-8 0 0,0 16-8 0 0,0-1 0 0 0,-15-15 0 0 0,15 15-80 0 0,0 1 80 0 0,-15-1-80 0 0,15-15 80 0 0,-16 16-16 0 0,16-1-64 0 0,-15 0 96 0 0,15 1-32 0 0,-15-1 16 0 0,15 1 0 0 0,-16-1 0 0 0,16 0 0 0 0,0 1-80 0 0,-15-16 64 0 0,15 15-64 0 0,0 1 64 0 0,0-16-64 0 0,0 0 0 0 0,0 0 72 0 0,0 0-72 0 0,0 0 64 0 0,0 0-64 0 0,0 0 80 0 0,0 0-80 0 0,0 0 96 0 0,15 0-24 0 0,-15 0-8 0 0,16-16 0 0 0,-16 1-64 0 0,15 15 0 0 0,0-16 0 0 0,-15 1 0 0 0,16 0 64 0 0,-1 15-64 0 0,-15-16 0 0 0,15 1 64 0 0,1-1-64 0 0,-16 1 0 0 0,15 0 0 0 0,1 15 0 0 0,-16-16 0 0 0,15 16 0 0 0,0 0 0 0 0,-15-15 0 0 0,0 15 0 0 0,16 15 0 0 0,-1-15 0 0 0,-15 0 0 0 0,0 0 0 0 0,16 0 0 0 0,-16 16 0 0 0,15-1 0 0 0,-15-15-64 0 0,0 15 64 0 0,15 1 0 0 0,-15-16 0 0 0,0 15-64 0 0,0 1 64 0 0,0-16-80 0 0,0 0 80 0 0,0 0 0 0 0,0 15-72 0 0,0-15 72 0 0,0 0 0 0 0,0 0-64 0 0,0 0 64 0 0,0 0-64 0 0,0 0 64 0 0,0 0-64 0 0,0 0 64 0 0,0 0-64 0 0,0 0 64 0 0,0 0-64 0 0,0 0 64 0 0,0 0-64 0 0,0 0 64 0 0,0-15 0 0 0,16-1 0 0 0,-16 16 0 0 0,0-15-64 0 0,0-1 64 0 0,15 1 0 0 0,-15 0 0 0 0,0 15-64 0 0,16-16 64 0 0,-16 1 0 0 0,15-1 0 0 0,-15 16 0 0 0,15-15 0 0 0,-15 15 0 0 0,16 0 0 0 0,-16 0 64 0 0,0 0-64 0 0,0 0 88 0 0,15 0-88 0 0,1 0 96 0 0,-16 0-96 0 0,15 0 0 0 0,-15 15 0 0 0,0 1 64 0 0,15-16-64 0 0,-15 15 0 0 0,16 1 72 0 0,-16-16-72 0 0,0 15 0 0 0,0 0 72 0 0,0-15-72 0 0,0 0 0 0 0,0 16 64 0 0,0-16-64 0 0,0 0 0 0 0,0 0 0 0 0,0 0-112 0 0,0 0-48 0 0,0 0-16 0 0,0 0 0 0 0,0 0-1232 0 0,0 0-240 0 0,0 0-48 0 0</inkml:trace>
  <inkml:trace contextRef="#ctx0" brushRef="#br0" timeOffset="5227.61">3741 1 16328 0 0,'0'0'351'0'0,"0"0"81"0"0,0 0 16 0 0,0 0 16 0 0,0 0-368 0 0,0 0-96 0 0,0 0 0 0 0,0 0 0 0 0,0 0 976 0 0,0 0 176 0 0,0 0 40 0 0,0 0 8 0 0,0 15-432 0 0,0-15-96 0 0,0 15-8 0 0,-15 1-8 0 0,15-16-200 0 0,0 15-40 0 0,0 1 0 0 0,0-16-8 0 0,0 15-120 0 0,0 0-16 0 0,0 1-8 0 0,0-16 0 0 0,0 15-96 0 0,0 1-16 0 0,0-1-8 0 0,0 16 0 0 0,0-16-48 0 0,0 1 0 0 0,0 14-8 0 0,0-14 0 0 0,0-1-24 0 0,0 0-64 0 0,0 16 96 0 0,0-15-32 0 0,0-1-64 0 0,0 0 0 0 0,0-15 72 0 0,0 16-72 0 0,0-1 0 0 0,0 1 0 0 0,0-16 0 0 0,0 0 64 0 0,0 0-64 0 0,0 0 0 0 0,0 0 0 0 0,0 0-64 0 0,0 0-120 0 0,0 0-16 0 0,0 0-8 0 0,0 0 0 0 0,0 0-680 0 0,0 0-136 0 0,0 0-24 0 0,0 0-5944 0 0,0 0-1191 0 0</inkml:trace>
  <inkml:trace contextRef="#ctx0" brushRef="#br0" timeOffset="5479.11">3618 247 20183 0 0,'0'0'448'0'0,"0"0"88"0"0,0 0 16 0 0,0 0 16 0 0,0 0-456 0 0,0 0-112 0 0,0 0 0 0 0,0 0 0 0 0,15 0 696 0 0,-15 0 112 0 0,16 0 24 0 0,-1 0 8 0 0,-15 0-432 0 0,16 0-88 0 0,-1-15-24 0 0,0 15 0 0 0,1 0-136 0 0,-1-16-32 0 0,0 16-8 0 0,-15 0 0 0 0,31-15-376 0 0,-31 15-64 0 0,16 0-24 0 0,-1-16-10295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4:32.17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1 139 11256 0 0,'0'0'248'0'0,"0"0"48"0"0,0 0 16 0 0,0 0 8 0 0,15 0-256 0 0,-15 0-64 0 0,0 0 0 0 0,16 0 0 0 0,-16 0 416 0 0,0 0 80 0 0,15 0 16 0 0,0 15 0 0 0,-15-15-16 0 0,16 0 0 0 0,-1 0 0 0 0,-15 0 0 0 0,16 0 79 0 0,-1 0 9 0 0,0 15 8 0 0,1-15 0 0 0,-1 0-168 0 0,-15 0-32 0 0,16 0-8 0 0,-1 0 0 0 0,0 0-104 0 0,1 0-24 0 0,-1 0-8 0 0,16 0 0 0 0,-16 0-64 0 0,1-15-16 0 0,14 15 0 0 0,-14 0 0 0 0,-1 0-56 0 0,16 0-16 0 0,0 0 0 0 0,-16-15 0 0 0,1 15 32 0 0,14 0 0 0 0,-14 0 0 0 0,15 0 0 0 0,-16 0-24 0 0,16 0 0 0 0,-16 0 0 0 0,16 0 0 0 0,0 0 56 0 0,0-16 16 0 0,-1 16 0 0 0,-14 0 0 0 0,14 0-176 0 0,1 0 0 0 0,0-15 0 0 0,0 15 0 0 0,0 0 72 0 0,-1 0 8 0 0,1 0 0 0 0,0 0 0 0 0,0-16-80 0 0,0 16 96 0 0,-1 0-96 0 0,1 0 96 0 0,0 0-96 0 0,-16 0 0 0 0,16-15 72 0 0,0 15-72 0 0,-16 0 64 0 0,16 0-64 0 0,-16 0 64 0 0,16 0-64 0 0,0 0 80 0 0,0-15-16 0 0,-16 15-64 0 0,16 0 96 0 0,-16 0-96 0 0,16 0 0 0 0,0-16 0 0 0,-16 16 0 0 0,16 0 0 0 0,-15 0 64 0 0,14 0-64 0 0,1 0 0 0 0,0-15 64 0 0,-16 15-64 0 0,16 0 0 0 0,0 0 0 0 0,0 0 96 0 0,-1 0-32 0 0,-14 0-64 0 0,15 0 96 0 0,-16 0-96 0 0,16 0 72 0 0,0 0-72 0 0,-16 0 64 0 0,16 0-64 0 0,-16-16 0 0 0,16 16 72 0 0,0 0-72 0 0,-16 0 0 0 0,16 0 0 0 0,0 0 0 0 0,-16 0 64 0 0,16 0-64 0 0,-16 0 64 0 0,16-15-64 0 0,-15 15 64 0 0,14 0 24 0 0,1 0 8 0 0,0 0 0 0 0,-16 0 0 0 0,16 0-96 0 0,-16 0-136 0 0,16 15 32 0 0,-15-15 8 0 0,14 0 96 0 0,-14 0 0 0 0,-1 0 0 0 0,16 0 0 0 0,-16 0 0 0 0,1 0 0 0 0,15 0 0 0 0,-16 16 0 0 0,0-16 0 0 0,1 0 80 0 0,15 0-80 0 0,-16 0 96 0 0,16 0-96 0 0,-16 0 0 0 0,16 0 0 0 0,-16 0 64 0 0,16 0-64 0 0,-16 0 0 0 0,1 0 72 0 0,15 0-72 0 0,-16 0 0 0 0,16 0 72 0 0,0 0-72 0 0,-16 0 0 0 0,16 0 0 0 0,0 15 0 0 0,-16-15 0 0 0,0 0 0 0 0,16 0 0 0 0,0 0 0 0 0,-16 0 0 0 0,1 0 0 0 0,15 16 0 0 0,-16-16 0 0 0,0 0 0 0 0,1 0 0 0 0,15 0 80 0 0,-16 0-80 0 0,0 0 64 0 0,1 0-64 0 0,14 0 80 0 0,-14 0-80 0 0,-1 0 96 0 0,1 0-96 0 0,14 0 80 0 0,-14 0-80 0 0,-1 15 64 0 0,16-15-64 0 0,-16-15 72 0 0,1 30-72 0 0,-1-15 80 0 0,16 0-80 0 0,-16 0 72 0 0,1 0-72 0 0,15 0 64 0 0,-16 0-64 0 0,0 0 64 0 0,16 0-64 0 0,0 0 0 0 0,-16 0 64 0 0,16 0 0 0 0,-15 0-64 0 0,-1 0 96 0 0,16 0-32 0 0,-16 0-64 0 0,0 15 0 0 0,16-15 0 0 0,-15 0 0 0 0,-1 0 72 0 0,0 0-72 0 0,1 0 80 0 0,-1 0-80 0 0,1 0 64 0 0,-1 0-64 0 0,-15 0 0 0 0,15 0 72 0 0,1 0-72 0 0,-1 0 0 0 0,-15 0 0 0 0,16 0 64 0 0,-16 0-64 0 0,0 0 0 0 0,0 0 72 0 0,0 0-72 0 0,0 0 0 0 0,15-15 64 0 0,-15 15-64 0 0,0 0 0 0 0,0 0 0 0 0,0 0 0 0 0,0 0 0 0 0,0 0 0 0 0,0 0-240 0 0,0 0-56 0 0,0 0-16 0 0,0 0 0 0 0,0 0-856 0 0,0 0-176 0 0,0 0-32 0 0,0 0-4880 0 0,0 0-975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4:33.52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47 0 8520 0 0,'0'0'184'0'0,"0"0"40"0"0,0 0 0 0 0,0 0 32 0 0,0 0-256 0 0,-15 16 0 0 0,15-16 0 0 0,-16 0 0 0 0,1 0 800 0 0,15 0 104 0 0,0 0 24 0 0,0 0 8 0 0,0 0-88 0 0,0 0-16 0 0,0 0-8 0 0,0 0 0 0 0,0 0-161 0 0,0 0-31 0 0,0 0-8 0 0,0 0 0 0 0,0 15-136 0 0,0-15-24 0 0,0 0-8 0 0,0 0 0 0 0,15 16-72 0 0,-15-16-8 0 0,16 0-8 0 0,-16 0 0 0 0,0 0-112 0 0,15 0-32 0 0,0 0 0 0 0,16 15 0 0 0,-31-15-8 0 0,31 0-8 0 0,-16 0 0 0 0,1 0 0 0 0,15 15-96 0 0,-16-15-16 0 0,0 0-8 0 0,16 0 0 0 0,-15 0 8 0 0,14 0 8 0 0,-14 0 0 0 0,15 16 0 0 0,-16-16-16 0 0,16 0-8 0 0,0 0 0 0 0,-1 0 0 0 0,1 0 0 0 0,0 0 0 0 0,0 0 0 0 0,-1-16 0 0 0,1 16 0 0 0,0 0 0 0 0,15 0 0 0 0,-15 0 0 0 0,0 0-8 0 0,0 0 0 0 0,-1 0 0 0 0,17 0 0 0 0,-17 0-72 0 0,1 0 96 0 0,0 0-96 0 0,0 0 96 0 0,-1 0-96 0 0,1 0 96 0 0,15 0-96 0 0,-15 0 96 0 0,0 0-96 0 0,0 0 0 0 0,0 0 0 0 0,-1 0 64 0 0,1 0-64 0 0,0 0 80 0 0,0 0-80 0 0,0 0 80 0 0,-1 0-80 0 0,1 0 80 0 0,0 0-80 0 0,0 0 80 0 0,-1 0-80 0 0,-14 0 0 0 0,15 0 72 0 0,-1 0-72 0 0,-14 16 0 0 0,15-16 0 0 0,-1 0 0 0 0,-14 0 64 0 0,15 0-64 0 0,-1 0 0 0 0,1 15 0 0 0,0-15 0 0 0,-16 0 0 0 0,16 0 64 0 0,0 0-64 0 0,0 15 0 0 0,0-15 0 0 0,-16 0 0 0 0,16 0 0 0 0,-1 0 64 0 0,1 0-64 0 0,0 0 0 0 0,0 0 0 0 0,-16 0 64 0 0,16 0-64 0 0,0 0 72 0 0,-16 0-72 0 0,16 0 80 0 0,0 0-80 0 0,-16 0 80 0 0,16 16-80 0 0,-16-16 80 0 0,16 0-80 0 0,-15 0 0 0 0,14 0 72 0 0,-14 0-72 0 0,15 0 0 0 0,-1 0 64 0 0,1 0-64 0 0,0 0 0 0 0,-16 0 152 0 0,1 0-8 0 0,14 0 0 0 0,1 0 0 0 0,0 0-144 0 0,-16 0 0 0 0,16 0 0 0 0,-15 0 0 0 0,14 0 0 0 0,1 0-128 0 0,-15 0 16 0 0,14 0 0 0 0,-14 0 112 0 0,15 0 0 0 0,-1 0 0 0 0,-14 0 0 0 0,-1 0 0 0 0,16 15 0 0 0,0-15 64 0 0,-16 0-64 0 0,0 0 0 0 0,16 16 0 0 0,0-16 0 0 0,0 0 0 0 0,0 0 64 0 0,-16 0-64 0 0,16 0 0 0 0,0 15 0 0 0,-1-15 72 0 0,1 0-72 0 0,-15 0 0 0 0,14 0 72 0 0,1 0 24 0 0,0 15 8 0 0,-16-15 0 0 0,16 0 0 0 0,-15 0-104 0 0,14 0 64 0 0,-14 0-64 0 0,14 0 0 0 0,-30 0 64 0 0,31 0-64 0 0,-15 0 0 0 0,-1 0 72 0 0,0 0-72 0 0,-15 0 0 0 0,16 0 72 0 0,-1 0-72 0 0,1 0 0 0 0,-1 0 64 0 0,-15 0-64 0 0,0 0 0 0 0,15 0 0 0 0,-15 0 72 0 0,0 0-72 0 0,0 0 0 0 0,0 0 64 0 0,0 0-64 0 0,0-15 0 0 0,0 15 0 0 0,0 0 0 0 0,0 0-72 0 0,16 0-8 0 0,-16 0 0 0 0,15-15-800 0 0,-15 15-160 0 0,16-16-32 0 0,-1 1-9327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8-22T00:24:34.79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124 62 9328 0 0,'-15'0'200'0'0,"-1"0"48"0"0,16 0 8 0 0,-15 0 8 0 0,0 0-264 0 0,15 0 0 0 0,0-15 0 0 0,-16 15 0 0 0,16 0 680 0 0,0 0 88 0 0,-15 0 8 0 0,-1 0 8 0 0,16 0-64 0 0,-15 0-16 0 0,15 0 0 0 0,0 0 0 0 0,0 0-57 0 0,0 0-7 0 0,0 0-8 0 0,0 0 0 0 0,0 0-96 0 0,0 0-24 0 0,0 0 0 0 0,0 0 0 0 0,0 0-96 0 0,0 0-32 0 0,0 0 0 0 0,0 0 0 0 0,15 15 32 0 0,-15-15 0 0 0,0 0 0 0 0,16 15 0 0 0,-1-15-168 0 0,1 0-32 0 0,-1 16-8 0 0,0-16 0 0 0,1 0 80 0 0,14 15 24 0 0,-14-15 0 0 0,-1 0 0 0 0,1 0-248 0 0,14 0-64 0 0,-14 0 0 0 0,-1 0 0 0 0,16 15 80 0 0,-16-15-16 0 0,16 0-64 0 0,-15 0 96 0 0,14 16-32 0 0,-14-16 0 0 0,15 0-64 0 0,-1 0 96 0 0,1 0-96 0 0,0 0 72 0 0,0 0-72 0 0,0 0 64 0 0,-1 15 0 0 0,-14-15 0 0 0,14 0 0 0 0,1 0 0 0 0,0 0 0 0 0,0 0-64 0 0,0 0 96 0 0,-1 0-32 0 0,1 0-64 0 0,15 16 96 0 0,1-16-96 0 0,-17 0 96 0 0,17 0-96 0 0,-17 0 80 0 0,1 0-80 0 0,0 0 80 0 0,0 0-80 0 0,-1 0 96 0 0,1 0-96 0 0,15 0 96 0 0,-15 0-96 0 0,0 0 96 0 0,0-16-96 0 0,15 16 96 0 0,-15 0-96 0 0,0 0 64 0 0,-1 0-64 0 0,17 0 64 0 0,-17 0-64 0 0,1 0 64 0 0,0 0-64 0 0,-16 0 64 0 0,16 0-64 0 0,0 0 0 0 0,0 0 0 0 0,-1 0 64 0 0,-14 0-64 0 0,15 0 0 0 0,-16 0 0 0 0,16 0 64 0 0,0 0-64 0 0,-16 0 0 0 0,16 0 0 0 0,0 0 64 0 0,-1-15-64 0 0,1 15 0 0 0,0 0 0 0 0,0 0 64 0 0,0 0-64 0 0,-1 0 0 0 0,1 0 72 0 0,0 0-72 0 0,0 0 0 0 0,-1 0 0 0 0,-14 0 0 0 0,15 0 64 0 0,-1 0-64 0 0,1 0 0 0 0,-15 0 0 0 0,14-16 0 0 0,-14 16 0 0 0,15 0 64 0 0,-16 0-64 0 0,0 0 0 0 0,16 0 0 0 0,-15 0 0 0 0,14 0 0 0 0,-14 0 0 0 0,15-15 0 0 0,-1 15 0 0 0,-14 0 0 0 0,14 0 64 0 0,1 0-64 0 0,0 0 0 0 0,0 0 0 0 0,0-15 0 0 0,-1 15 0 0 0,1 0 0 0 0,-15 0 0 0 0,14 0 0 0 0,1 0 0 0 0,-15 0 0 0 0,14 0 0 0 0,1-16 64 0 0,-15 16-64 0 0,14 0 0 0 0,-14 0 0 0 0,15 0 0 0 0,-16 0 0 0 0,16 0 0 0 0,-16 0 0 0 0,16 0 0 0 0,0 0 0 0 0,-16 0 0 0 0,16 0 0 0 0,0 0 0 0 0,-1 0 0 0 0,-14 0 0 0 0,15 0 0 0 0,-1 0 0 0 0,1 0 0 0 0,0 0 0 0 0,0 0 0 0 0,0 0 64 0 0,-16-15-64 0 0,16 15 0 0 0,0 0 0 0 0,-1 0 64 0 0,1-15-64 0 0,-16 15 0 0 0,16 0 0 0 0,-15 0 0 0 0,14 0 0 0 0,-14 0 0 0 0,15 0 0 0 0,-16 0 0 0 0,16 0 0 0 0,-16 0 0 0 0,16 0 0 0 0,0 0 0 0 0,-16 0 0 0 0,16 0 64 0 0,-16 0-64 0 0,16 0 0 0 0,-15 0 72 0 0,14 0-72 0 0,-14 0 96 0 0,15 0-96 0 0,-16 0 112 0 0,16 0-32 0 0,-16 0-8 0 0,0 0 0 0 0,16 0-72 0 0,-15 0 80 0 0,-1 0-80 0 0,0-16 80 0 0,1 16-80 0 0,15 0 80 0 0,-16 0-80 0 0,0 0 80 0 0,1 0-80 0 0,-1 0 96 0 0,1-15-96 0 0,-16 15 96 0 0,15 0-96 0 0,0 0 0 0 0,-15 0 0 0 0,16 0 64 0 0,-16 0-64 0 0,15 0 0 0 0,-15 0 0 0 0,0 0 64 0 0,16 0-64 0 0,-1 0 0 0 0,-15 0 0 0 0,0 0 64 0 0,0 0-64 0 0,15 0 0 0 0,-15 0 0 0 0,16 0 64 0 0,-16 0-64 0 0,0 0 0 0 0,0-16 0 0 0,0 16 0 0 0,0 0 0 0 0,0 0 0 0 0,0 0 0 0 0,0 0 0 0 0,0 0 0 0 0,0 0 0 0 0,0 0 64 0 0,0 0-64 0 0,0 0 0 0 0,0 0-72 0 0,0 0 72 0 0,0 0-104 0 0,0 0-472 0 0,15 0-96 0 0,-15 0-24 0 0,16 0-6920 0 0,-16 0-1391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D9093-A4FC-414F-ABFD-01D0E887D437}" type="datetimeFigureOut">
              <a:rPr lang="en-AU" smtClean="0"/>
              <a:t>7/09/2021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D88224-C839-49E9-A9EB-9D9CE389F2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3638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world.wolfram.com/Line.html" TargetMode="External"/><Relationship Id="rId7" Type="http://schemas.openxmlformats.org/officeDocument/2006/relationships/hyperlink" Target="https://mathworld.wolfram.com/Translate.html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mathworld.wolfram.com/Plane.html" TargetMode="External"/><Relationship Id="rId5" Type="http://schemas.openxmlformats.org/officeDocument/2006/relationships/hyperlink" Target="https://mathworld.wolfram.com/Area.html" TargetMode="External"/><Relationship Id="rId4" Type="http://schemas.openxmlformats.org/officeDocument/2006/relationships/hyperlink" Target="https://mathworld.wolfram.com/Perpendicular.html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world.wolfram.com/Line.html" TargetMode="External"/><Relationship Id="rId7" Type="http://schemas.openxmlformats.org/officeDocument/2006/relationships/hyperlink" Target="https://mathworld.wolfram.com/Translate.html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mathworld.wolfram.com/Plane.html" TargetMode="External"/><Relationship Id="rId5" Type="http://schemas.openxmlformats.org/officeDocument/2006/relationships/hyperlink" Target="https://mathworld.wolfram.com/Area.html" TargetMode="External"/><Relationship Id="rId4" Type="http://schemas.openxmlformats.org/officeDocument/2006/relationships/hyperlink" Target="https://mathworld.wolfram.com/Perpendicular.html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world.wolfram.com/Line.html" TargetMode="External"/><Relationship Id="rId7" Type="http://schemas.openxmlformats.org/officeDocument/2006/relationships/hyperlink" Target="https://mathworld.wolfram.com/Translate.html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mathworld.wolfram.com/Plane.html" TargetMode="External"/><Relationship Id="rId5" Type="http://schemas.openxmlformats.org/officeDocument/2006/relationships/hyperlink" Target="https://mathworld.wolfram.com/Area.html" TargetMode="External"/><Relationship Id="rId4" Type="http://schemas.openxmlformats.org/officeDocument/2006/relationships/hyperlink" Target="https://mathworld.wolfram.com/Perpendicular.html" TargetMode="Externa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world.wolfram.com/Line.html" TargetMode="External"/><Relationship Id="rId7" Type="http://schemas.openxmlformats.org/officeDocument/2006/relationships/hyperlink" Target="https://mathworld.wolfram.com/Translate.html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mathworld.wolfram.com/Plane.html" TargetMode="External"/><Relationship Id="rId5" Type="http://schemas.openxmlformats.org/officeDocument/2006/relationships/hyperlink" Target="https://mathworld.wolfram.com/Area.html" TargetMode="External"/><Relationship Id="rId4" Type="http://schemas.openxmlformats.org/officeDocument/2006/relationships/hyperlink" Target="https://mathworld.wolfram.com/Perpendicular.html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world.wolfram.com/Line.html" TargetMode="External"/><Relationship Id="rId7" Type="http://schemas.openxmlformats.org/officeDocument/2006/relationships/hyperlink" Target="https://mathworld.wolfram.com/Translate.html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mathworld.wolfram.com/Plane.html" TargetMode="External"/><Relationship Id="rId5" Type="http://schemas.openxmlformats.org/officeDocument/2006/relationships/hyperlink" Target="https://mathworld.wolfram.com/Area.html" TargetMode="External"/><Relationship Id="rId4" Type="http://schemas.openxmlformats.org/officeDocument/2006/relationships/hyperlink" Target="https://mathworld.wolfram.com/Perpendicular.html" TargetMode="Externa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88224-C839-49E9-A9EB-9D9CE389F213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3951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Invariant points – a point which is mapped onto itself.  It is its own image.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88224-C839-49E9-A9EB-9D9CE389F213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1264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transformation matrix can be likened to a “function” that maps an object onto it’s image.  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The transformation matrix is a PREMULTIPLIER.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88224-C839-49E9-A9EB-9D9CE389F213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4402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a unit square, drawn in the first quadrant whose coordinates are (0, 0), (1, 0), (1, 1) and (0, 1). Under a given transformation each point (x, y) will move to (𝑥’, 𝑦′)	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88224-C839-49E9-A9EB-9D9CE389F213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1312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(1,0) and (0,0) are invariant points.  They map onto themselves.  	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88224-C839-49E9-A9EB-9D9CE389F213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43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(1,0) and (0,0) are invariant points.  They map onto themselves.  	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88224-C839-49E9-A9EB-9D9CE389F213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2308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(1,0) and (0,0) are invariant points.  They map onto themselves.  	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88224-C839-49E9-A9EB-9D9CE389F213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5091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(1,0) and (0,0) are invariant points.  They map onto themselves.  	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88224-C839-49E9-A9EB-9D9CE389F213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3928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transformation in which all points along a given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3"/>
              </a:rPr>
              <a:t>line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L remain fixed while other points are shifted parallel to L  by a distance proportional to their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4"/>
              </a:rPr>
              <a:t>perpendicular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distance from L . Shearing a plane figure does not change its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5"/>
              </a:rPr>
              <a:t>area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The shear can also be generalized to three dimensions, in which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6"/>
              </a:rPr>
              <a:t>planes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7"/>
              </a:rPr>
              <a:t>translated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instead of lines.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88224-C839-49E9-A9EB-9D9CE389F213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5029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transformation in which all points along a given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3"/>
              </a:rPr>
              <a:t>line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L remain fixed while other points are shifted parallel to L  by a distance proportional to their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4"/>
              </a:rPr>
              <a:t>perpendicular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distance from L . Shearing a plane figure does not change its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5"/>
              </a:rPr>
              <a:t>area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The shear can also be generalized to three dimensions, in which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6"/>
              </a:rPr>
              <a:t>planes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7"/>
              </a:rPr>
              <a:t>translated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instead of lines.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88224-C839-49E9-A9EB-9D9CE389F213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9308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transformation in which all points along a given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3"/>
              </a:rPr>
              <a:t>line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L remain fixed while other points are shifted parallel to L  by a distance proportional to their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4"/>
              </a:rPr>
              <a:t>perpendicular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distance from L . Shearing a plane figure does not change its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5"/>
              </a:rPr>
              <a:t>area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The shear can also be generalized to three dimensions, in which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6"/>
              </a:rPr>
              <a:t>planes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7"/>
              </a:rPr>
              <a:t>translated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instead of lines.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88224-C839-49E9-A9EB-9D9CE389F213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3558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transformation in which all points along a given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3"/>
              </a:rPr>
              <a:t>line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L remain fixed while other points are shifted parallel to L  by a distance proportional to their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4"/>
              </a:rPr>
              <a:t>perpendicular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distance from L . Shearing a plane figure does not change its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5"/>
              </a:rPr>
              <a:t>area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The shear can also be generalized to three dimensions, in which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6"/>
              </a:rPr>
              <a:t>planes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7"/>
              </a:rPr>
              <a:t>translated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instead of lines.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88224-C839-49E9-A9EB-9D9CE389F213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0483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transformation in which all points along a given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3"/>
              </a:rPr>
              <a:t>line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L remain fixed while other points are shifted parallel to L  by a distance proportional to their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4"/>
              </a:rPr>
              <a:t>perpendicular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distance from L . Shearing a plane figure does not change its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5"/>
              </a:rPr>
              <a:t>area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The shear can also be generalized to three dimensions, in which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6"/>
              </a:rPr>
              <a:t>planes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US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7"/>
              </a:rPr>
              <a:t>translated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instead of lines.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88224-C839-49E9-A9EB-9D9CE389F213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21688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Reflection through the line y=x.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88224-C839-49E9-A9EB-9D9CE389F213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19901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Reflection through the line y=-x.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88224-C839-49E9-A9EB-9D9CE389F213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81416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is the transformation obtained?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88224-C839-49E9-A9EB-9D9CE389F213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11668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is the transformation obtained?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88224-C839-49E9-A9EB-9D9CE389F213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33179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is the transformation obtained?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88224-C839-49E9-A9EB-9D9CE389F213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4799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9/7/2021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10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410.png"/><Relationship Id="rId21" Type="http://schemas.openxmlformats.org/officeDocument/2006/relationships/image" Target="../media/image1510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810.png"/><Relationship Id="rId50" Type="http://schemas.openxmlformats.org/officeDocument/2006/relationships/customXml" Target="../ink/ink24.xml"/><Relationship Id="rId55" Type="http://schemas.openxmlformats.org/officeDocument/2006/relationships/image" Target="../media/image328.png"/><Relationship Id="rId63" Type="http://schemas.openxmlformats.org/officeDocument/2006/relationships/image" Target="../media/image360.png"/><Relationship Id="rId68" Type="http://schemas.openxmlformats.org/officeDocument/2006/relationships/customXml" Target="../ink/ink33.xml"/><Relationship Id="rId76" Type="http://schemas.openxmlformats.org/officeDocument/2006/relationships/customXml" Target="../ink/ink37.xml"/><Relationship Id="rId84" Type="http://schemas.openxmlformats.org/officeDocument/2006/relationships/customXml" Target="../ink/ink41.xml"/><Relationship Id="rId89" Type="http://schemas.openxmlformats.org/officeDocument/2006/relationships/image" Target="../media/image49.png"/><Relationship Id="rId7" Type="http://schemas.openxmlformats.org/officeDocument/2006/relationships/image" Target="../media/image810.png"/><Relationship Id="rId71" Type="http://schemas.openxmlformats.org/officeDocument/2006/relationships/image" Target="../media/image40.png"/><Relationship Id="rId2" Type="http://schemas.openxmlformats.org/officeDocument/2006/relationships/image" Target="../media/image35.png"/><Relationship Id="rId16" Type="http://schemas.openxmlformats.org/officeDocument/2006/relationships/customXml" Target="../ink/ink7.xml"/><Relationship Id="rId29" Type="http://schemas.openxmlformats.org/officeDocument/2006/relationships/image" Target="../media/image1910.png"/><Relationship Id="rId11" Type="http://schemas.openxmlformats.org/officeDocument/2006/relationships/image" Target="../media/image1010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310.png"/><Relationship Id="rId40" Type="http://schemas.openxmlformats.org/officeDocument/2006/relationships/customXml" Target="../ink/ink19.xml"/><Relationship Id="rId45" Type="http://schemas.openxmlformats.org/officeDocument/2006/relationships/image" Target="../media/image2710.png"/><Relationship Id="rId53" Type="http://schemas.openxmlformats.org/officeDocument/2006/relationships/image" Target="../media/image3110.png"/><Relationship Id="rId58" Type="http://schemas.openxmlformats.org/officeDocument/2006/relationships/customXml" Target="../ink/ink28.xml"/><Relationship Id="rId66" Type="http://schemas.openxmlformats.org/officeDocument/2006/relationships/customXml" Target="../ink/ink32.xml"/><Relationship Id="rId74" Type="http://schemas.openxmlformats.org/officeDocument/2006/relationships/customXml" Target="../ink/ink36.xml"/><Relationship Id="rId79" Type="http://schemas.openxmlformats.org/officeDocument/2006/relationships/image" Target="../media/image44.png"/><Relationship Id="rId87" Type="http://schemas.openxmlformats.org/officeDocument/2006/relationships/image" Target="../media/image48.png"/><Relationship Id="rId5" Type="http://schemas.openxmlformats.org/officeDocument/2006/relationships/image" Target="../media/image710.png"/><Relationship Id="rId61" Type="http://schemas.openxmlformats.org/officeDocument/2006/relationships/image" Target="../media/image350.png"/><Relationship Id="rId82" Type="http://schemas.openxmlformats.org/officeDocument/2006/relationships/customXml" Target="../ink/ink40.xml"/><Relationship Id="rId90" Type="http://schemas.openxmlformats.org/officeDocument/2006/relationships/customXml" Target="../ink/ink44.xml"/><Relationship Id="rId19" Type="http://schemas.openxmlformats.org/officeDocument/2006/relationships/image" Target="../media/image1410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810.png"/><Relationship Id="rId30" Type="http://schemas.openxmlformats.org/officeDocument/2006/relationships/customXml" Target="../ink/ink14.xml"/><Relationship Id="rId35" Type="http://schemas.openxmlformats.org/officeDocument/2006/relationships/image" Target="../media/image2210.png"/><Relationship Id="rId43" Type="http://schemas.openxmlformats.org/officeDocument/2006/relationships/image" Target="../media/image2610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69" Type="http://schemas.openxmlformats.org/officeDocument/2006/relationships/image" Target="../media/image39.png"/><Relationship Id="rId77" Type="http://schemas.openxmlformats.org/officeDocument/2006/relationships/image" Target="../media/image43.png"/><Relationship Id="rId8" Type="http://schemas.openxmlformats.org/officeDocument/2006/relationships/customXml" Target="../ink/ink3.xml"/><Relationship Id="rId51" Type="http://schemas.openxmlformats.org/officeDocument/2006/relationships/image" Target="../media/image3010.png"/><Relationship Id="rId72" Type="http://schemas.openxmlformats.org/officeDocument/2006/relationships/customXml" Target="../ink/ink35.xml"/><Relationship Id="rId80" Type="http://schemas.openxmlformats.org/officeDocument/2006/relationships/customXml" Target="../ink/ink39.xml"/><Relationship Id="rId85" Type="http://schemas.openxmlformats.org/officeDocument/2006/relationships/image" Target="../media/image47.png"/><Relationship Id="rId3" Type="http://schemas.openxmlformats.org/officeDocument/2006/relationships/image" Target="../media/image36.png"/><Relationship Id="rId12" Type="http://schemas.openxmlformats.org/officeDocument/2006/relationships/customXml" Target="../ink/ink5.xml"/><Relationship Id="rId17" Type="http://schemas.openxmlformats.org/officeDocument/2006/relationships/image" Target="../media/image1310.png"/><Relationship Id="rId25" Type="http://schemas.openxmlformats.org/officeDocument/2006/relationships/image" Target="../media/image1710.png"/><Relationship Id="rId33" Type="http://schemas.openxmlformats.org/officeDocument/2006/relationships/image" Target="../media/image2110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340.png"/><Relationship Id="rId67" Type="http://schemas.openxmlformats.org/officeDocument/2006/relationships/image" Target="../media/image38.png"/><Relationship Id="rId20" Type="http://schemas.openxmlformats.org/officeDocument/2006/relationships/customXml" Target="../ink/ink9.xml"/><Relationship Id="rId41" Type="http://schemas.openxmlformats.org/officeDocument/2006/relationships/image" Target="../media/image2510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Relationship Id="rId75" Type="http://schemas.openxmlformats.org/officeDocument/2006/relationships/image" Target="../media/image42.png"/><Relationship Id="rId83" Type="http://schemas.openxmlformats.org/officeDocument/2006/relationships/image" Target="../media/image46.png"/><Relationship Id="rId88" Type="http://schemas.openxmlformats.org/officeDocument/2006/relationships/customXml" Target="../ink/ink43.xml"/><Relationship Id="rId91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5" Type="http://schemas.openxmlformats.org/officeDocument/2006/relationships/image" Target="../media/image1210.png"/><Relationship Id="rId23" Type="http://schemas.openxmlformats.org/officeDocument/2006/relationships/image" Target="../media/image1610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910.png"/><Relationship Id="rId57" Type="http://schemas.openxmlformats.org/officeDocument/2006/relationships/image" Target="../media/image330.png"/><Relationship Id="rId10" Type="http://schemas.openxmlformats.org/officeDocument/2006/relationships/customXml" Target="../ink/ink4.xml"/><Relationship Id="rId31" Type="http://schemas.openxmlformats.org/officeDocument/2006/relationships/image" Target="../media/image2010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7.png"/><Relationship Id="rId73" Type="http://schemas.openxmlformats.org/officeDocument/2006/relationships/image" Target="../media/image41.png"/><Relationship Id="rId78" Type="http://schemas.openxmlformats.org/officeDocument/2006/relationships/customXml" Target="../ink/ink38.xml"/><Relationship Id="rId81" Type="http://schemas.openxmlformats.org/officeDocument/2006/relationships/image" Target="../media/image45.png"/><Relationship Id="rId86" Type="http://schemas.openxmlformats.org/officeDocument/2006/relationships/customXml" Target="../ink/ink42.xml"/><Relationship Id="rId4" Type="http://schemas.openxmlformats.org/officeDocument/2006/relationships/customXml" Target="../ink/ink1.xml"/><Relationship Id="rId9" Type="http://schemas.openxmlformats.org/officeDocument/2006/relationships/image" Target="../media/image9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customXml" Target="../ink/ink48.xml"/><Relationship Id="rId18" Type="http://schemas.openxmlformats.org/officeDocument/2006/relationships/image" Target="../media/image61.png"/><Relationship Id="rId3" Type="http://schemas.openxmlformats.org/officeDocument/2006/relationships/image" Target="../media/image52.png"/><Relationship Id="rId7" Type="http://schemas.openxmlformats.org/officeDocument/2006/relationships/customXml" Target="../ink/ink45.xml"/><Relationship Id="rId12" Type="http://schemas.openxmlformats.org/officeDocument/2006/relationships/image" Target="../media/image58.png"/><Relationship Id="rId17" Type="http://schemas.openxmlformats.org/officeDocument/2006/relationships/customXml" Target="../ink/ink50.xml"/><Relationship Id="rId2" Type="http://schemas.openxmlformats.org/officeDocument/2006/relationships/image" Target="../media/image51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customXml" Target="../ink/ink47.xml"/><Relationship Id="rId5" Type="http://schemas.openxmlformats.org/officeDocument/2006/relationships/image" Target="../media/image54.png"/><Relationship Id="rId15" Type="http://schemas.openxmlformats.org/officeDocument/2006/relationships/customXml" Target="../ink/ink49.xml"/><Relationship Id="rId10" Type="http://schemas.openxmlformats.org/officeDocument/2006/relationships/image" Target="../media/image57.png"/><Relationship Id="rId4" Type="http://schemas.openxmlformats.org/officeDocument/2006/relationships/image" Target="../media/image53.png"/><Relationship Id="rId9" Type="http://schemas.openxmlformats.org/officeDocument/2006/relationships/customXml" Target="../ink/ink46.xml"/><Relationship Id="rId1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customXml" Target="../ink/ink54.xml"/><Relationship Id="rId18" Type="http://schemas.openxmlformats.org/officeDocument/2006/relationships/image" Target="../media/image67.png"/><Relationship Id="rId26" Type="http://schemas.openxmlformats.org/officeDocument/2006/relationships/image" Target="../media/image71.png"/><Relationship Id="rId3" Type="http://schemas.openxmlformats.org/officeDocument/2006/relationships/image" Target="../media/image52.png"/><Relationship Id="rId21" Type="http://schemas.openxmlformats.org/officeDocument/2006/relationships/customXml" Target="../ink/ink58.xml"/><Relationship Id="rId34" Type="http://schemas.openxmlformats.org/officeDocument/2006/relationships/image" Target="../media/image75.png"/><Relationship Id="rId7" Type="http://schemas.openxmlformats.org/officeDocument/2006/relationships/customXml" Target="../ink/ink51.xml"/><Relationship Id="rId12" Type="http://schemas.openxmlformats.org/officeDocument/2006/relationships/image" Target="../media/image64.png"/><Relationship Id="rId17" Type="http://schemas.openxmlformats.org/officeDocument/2006/relationships/customXml" Target="../ink/ink56.xml"/><Relationship Id="rId25" Type="http://schemas.openxmlformats.org/officeDocument/2006/relationships/customXml" Target="../ink/ink60.xml"/><Relationship Id="rId33" Type="http://schemas.openxmlformats.org/officeDocument/2006/relationships/customXml" Target="../ink/ink64.xml"/><Relationship Id="rId2" Type="http://schemas.openxmlformats.org/officeDocument/2006/relationships/image" Target="../media/image51.png"/><Relationship Id="rId16" Type="http://schemas.openxmlformats.org/officeDocument/2006/relationships/image" Target="../media/image66.png"/><Relationship Id="rId20" Type="http://schemas.openxmlformats.org/officeDocument/2006/relationships/image" Target="../media/image68.png"/><Relationship Id="rId29" Type="http://schemas.openxmlformats.org/officeDocument/2006/relationships/customXml" Target="../ink/ink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customXml" Target="../ink/ink53.xml"/><Relationship Id="rId24" Type="http://schemas.openxmlformats.org/officeDocument/2006/relationships/image" Target="../media/image70.png"/><Relationship Id="rId32" Type="http://schemas.openxmlformats.org/officeDocument/2006/relationships/image" Target="../media/image74.png"/><Relationship Id="rId5" Type="http://schemas.openxmlformats.org/officeDocument/2006/relationships/image" Target="../media/image54.png"/><Relationship Id="rId15" Type="http://schemas.openxmlformats.org/officeDocument/2006/relationships/customXml" Target="../ink/ink55.xml"/><Relationship Id="rId23" Type="http://schemas.openxmlformats.org/officeDocument/2006/relationships/customXml" Target="../ink/ink59.xml"/><Relationship Id="rId28" Type="http://schemas.openxmlformats.org/officeDocument/2006/relationships/image" Target="../media/image72.png"/><Relationship Id="rId36" Type="http://schemas.openxmlformats.org/officeDocument/2006/relationships/image" Target="../media/image76.png"/><Relationship Id="rId10" Type="http://schemas.openxmlformats.org/officeDocument/2006/relationships/image" Target="../media/image63.png"/><Relationship Id="rId19" Type="http://schemas.openxmlformats.org/officeDocument/2006/relationships/customXml" Target="../ink/ink57.xml"/><Relationship Id="rId31" Type="http://schemas.openxmlformats.org/officeDocument/2006/relationships/customXml" Target="../ink/ink63.xml"/><Relationship Id="rId4" Type="http://schemas.openxmlformats.org/officeDocument/2006/relationships/image" Target="../media/image53.png"/><Relationship Id="rId9" Type="http://schemas.openxmlformats.org/officeDocument/2006/relationships/customXml" Target="../ink/ink52.xml"/><Relationship Id="rId14" Type="http://schemas.openxmlformats.org/officeDocument/2006/relationships/image" Target="../media/image65.png"/><Relationship Id="rId22" Type="http://schemas.openxmlformats.org/officeDocument/2006/relationships/image" Target="../media/image69.png"/><Relationship Id="rId27" Type="http://schemas.openxmlformats.org/officeDocument/2006/relationships/customXml" Target="../ink/ink61.xml"/><Relationship Id="rId30" Type="http://schemas.openxmlformats.org/officeDocument/2006/relationships/image" Target="../media/image73.png"/><Relationship Id="rId35" Type="http://schemas.openxmlformats.org/officeDocument/2006/relationships/customXml" Target="../ink/ink6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1.xml"/><Relationship Id="rId18" Type="http://schemas.openxmlformats.org/officeDocument/2006/relationships/image" Target="../media/image91.png"/><Relationship Id="rId26" Type="http://schemas.openxmlformats.org/officeDocument/2006/relationships/image" Target="../media/image95.png"/><Relationship Id="rId39" Type="http://schemas.openxmlformats.org/officeDocument/2006/relationships/customXml" Target="../ink/ink84.xml"/><Relationship Id="rId21" Type="http://schemas.openxmlformats.org/officeDocument/2006/relationships/customXml" Target="../ink/ink75.xml"/><Relationship Id="rId34" Type="http://schemas.openxmlformats.org/officeDocument/2006/relationships/image" Target="../media/image99.png"/><Relationship Id="rId42" Type="http://schemas.openxmlformats.org/officeDocument/2006/relationships/image" Target="../media/image103.png"/><Relationship Id="rId47" Type="http://schemas.openxmlformats.org/officeDocument/2006/relationships/customXml" Target="../ink/ink88.xml"/><Relationship Id="rId50" Type="http://schemas.openxmlformats.org/officeDocument/2006/relationships/image" Target="../media/image107.png"/><Relationship Id="rId55" Type="http://schemas.openxmlformats.org/officeDocument/2006/relationships/customXml" Target="../ink/ink92.xml"/><Relationship Id="rId63" Type="http://schemas.openxmlformats.org/officeDocument/2006/relationships/customXml" Target="../ink/ink96.xml"/><Relationship Id="rId68" Type="http://schemas.openxmlformats.org/officeDocument/2006/relationships/image" Target="../media/image116.png"/><Relationship Id="rId76" Type="http://schemas.openxmlformats.org/officeDocument/2006/relationships/image" Target="../media/image120.png"/><Relationship Id="rId84" Type="http://schemas.openxmlformats.org/officeDocument/2006/relationships/image" Target="../media/image124.png"/><Relationship Id="rId89" Type="http://schemas.openxmlformats.org/officeDocument/2006/relationships/customXml" Target="../ink/ink109.xml"/><Relationship Id="rId7" Type="http://schemas.openxmlformats.org/officeDocument/2006/relationships/customXml" Target="../ink/ink68.xml"/><Relationship Id="rId71" Type="http://schemas.openxmlformats.org/officeDocument/2006/relationships/customXml" Target="../ink/ink100.xml"/><Relationship Id="rId2" Type="http://schemas.openxmlformats.org/officeDocument/2006/relationships/image" Target="../media/image83.png"/><Relationship Id="rId16" Type="http://schemas.openxmlformats.org/officeDocument/2006/relationships/image" Target="../media/image90.png"/><Relationship Id="rId29" Type="http://schemas.openxmlformats.org/officeDocument/2006/relationships/customXml" Target="../ink/ink79.xml"/><Relationship Id="rId11" Type="http://schemas.openxmlformats.org/officeDocument/2006/relationships/customXml" Target="../ink/ink70.xml"/><Relationship Id="rId24" Type="http://schemas.openxmlformats.org/officeDocument/2006/relationships/image" Target="../media/image94.png"/><Relationship Id="rId32" Type="http://schemas.openxmlformats.org/officeDocument/2006/relationships/image" Target="../media/image98.png"/><Relationship Id="rId37" Type="http://schemas.openxmlformats.org/officeDocument/2006/relationships/customXml" Target="../ink/ink83.xml"/><Relationship Id="rId40" Type="http://schemas.openxmlformats.org/officeDocument/2006/relationships/image" Target="../media/image102.png"/><Relationship Id="rId45" Type="http://schemas.openxmlformats.org/officeDocument/2006/relationships/customXml" Target="../ink/ink87.xml"/><Relationship Id="rId53" Type="http://schemas.openxmlformats.org/officeDocument/2006/relationships/customXml" Target="../ink/ink91.xml"/><Relationship Id="rId58" Type="http://schemas.openxmlformats.org/officeDocument/2006/relationships/image" Target="../media/image111.png"/><Relationship Id="rId66" Type="http://schemas.openxmlformats.org/officeDocument/2006/relationships/image" Target="../media/image115.png"/><Relationship Id="rId74" Type="http://schemas.openxmlformats.org/officeDocument/2006/relationships/image" Target="../media/image119.png"/><Relationship Id="rId79" Type="http://schemas.openxmlformats.org/officeDocument/2006/relationships/customXml" Target="../ink/ink104.xml"/><Relationship Id="rId87" Type="http://schemas.openxmlformats.org/officeDocument/2006/relationships/customXml" Target="../ink/ink108.xml"/><Relationship Id="rId5" Type="http://schemas.openxmlformats.org/officeDocument/2006/relationships/customXml" Target="../ink/ink67.xml"/><Relationship Id="rId61" Type="http://schemas.openxmlformats.org/officeDocument/2006/relationships/customXml" Target="../ink/ink95.xml"/><Relationship Id="rId82" Type="http://schemas.openxmlformats.org/officeDocument/2006/relationships/image" Target="../media/image123.png"/><Relationship Id="rId90" Type="http://schemas.openxmlformats.org/officeDocument/2006/relationships/image" Target="../media/image127.png"/><Relationship Id="rId19" Type="http://schemas.openxmlformats.org/officeDocument/2006/relationships/customXml" Target="../ink/ink74.xml"/><Relationship Id="rId4" Type="http://schemas.openxmlformats.org/officeDocument/2006/relationships/image" Target="../media/image84.png"/><Relationship Id="rId9" Type="http://schemas.openxmlformats.org/officeDocument/2006/relationships/customXml" Target="../ink/ink69.xml"/><Relationship Id="rId14" Type="http://schemas.openxmlformats.org/officeDocument/2006/relationships/image" Target="../media/image89.png"/><Relationship Id="rId22" Type="http://schemas.openxmlformats.org/officeDocument/2006/relationships/image" Target="../media/image93.png"/><Relationship Id="rId27" Type="http://schemas.openxmlformats.org/officeDocument/2006/relationships/customXml" Target="../ink/ink78.xml"/><Relationship Id="rId30" Type="http://schemas.openxmlformats.org/officeDocument/2006/relationships/image" Target="../media/image97.png"/><Relationship Id="rId35" Type="http://schemas.openxmlformats.org/officeDocument/2006/relationships/customXml" Target="../ink/ink82.xml"/><Relationship Id="rId43" Type="http://schemas.openxmlformats.org/officeDocument/2006/relationships/customXml" Target="../ink/ink86.xml"/><Relationship Id="rId48" Type="http://schemas.openxmlformats.org/officeDocument/2006/relationships/image" Target="../media/image106.png"/><Relationship Id="rId56" Type="http://schemas.openxmlformats.org/officeDocument/2006/relationships/image" Target="../media/image110.png"/><Relationship Id="rId64" Type="http://schemas.openxmlformats.org/officeDocument/2006/relationships/image" Target="../media/image114.png"/><Relationship Id="rId69" Type="http://schemas.openxmlformats.org/officeDocument/2006/relationships/customXml" Target="../ink/ink99.xml"/><Relationship Id="rId77" Type="http://schemas.openxmlformats.org/officeDocument/2006/relationships/customXml" Target="../ink/ink103.xml"/><Relationship Id="rId8" Type="http://schemas.openxmlformats.org/officeDocument/2006/relationships/image" Target="../media/image86.png"/><Relationship Id="rId51" Type="http://schemas.openxmlformats.org/officeDocument/2006/relationships/customXml" Target="../ink/ink90.xml"/><Relationship Id="rId72" Type="http://schemas.openxmlformats.org/officeDocument/2006/relationships/image" Target="../media/image118.png"/><Relationship Id="rId80" Type="http://schemas.openxmlformats.org/officeDocument/2006/relationships/image" Target="../media/image122.png"/><Relationship Id="rId85" Type="http://schemas.openxmlformats.org/officeDocument/2006/relationships/customXml" Target="../ink/ink107.xml"/><Relationship Id="rId3" Type="http://schemas.openxmlformats.org/officeDocument/2006/relationships/customXml" Target="../ink/ink66.xml"/><Relationship Id="rId12" Type="http://schemas.openxmlformats.org/officeDocument/2006/relationships/image" Target="../media/image88.png"/><Relationship Id="rId17" Type="http://schemas.openxmlformats.org/officeDocument/2006/relationships/customXml" Target="../ink/ink73.xml"/><Relationship Id="rId25" Type="http://schemas.openxmlformats.org/officeDocument/2006/relationships/customXml" Target="../ink/ink77.xml"/><Relationship Id="rId33" Type="http://schemas.openxmlformats.org/officeDocument/2006/relationships/customXml" Target="../ink/ink81.xml"/><Relationship Id="rId38" Type="http://schemas.openxmlformats.org/officeDocument/2006/relationships/image" Target="../media/image101.png"/><Relationship Id="rId46" Type="http://schemas.openxmlformats.org/officeDocument/2006/relationships/image" Target="../media/image105.png"/><Relationship Id="rId59" Type="http://schemas.openxmlformats.org/officeDocument/2006/relationships/customXml" Target="../ink/ink94.xml"/><Relationship Id="rId67" Type="http://schemas.openxmlformats.org/officeDocument/2006/relationships/customXml" Target="../ink/ink98.xml"/><Relationship Id="rId20" Type="http://schemas.openxmlformats.org/officeDocument/2006/relationships/image" Target="../media/image92.png"/><Relationship Id="rId41" Type="http://schemas.openxmlformats.org/officeDocument/2006/relationships/customXml" Target="../ink/ink85.xml"/><Relationship Id="rId54" Type="http://schemas.openxmlformats.org/officeDocument/2006/relationships/image" Target="../media/image109.png"/><Relationship Id="rId62" Type="http://schemas.openxmlformats.org/officeDocument/2006/relationships/image" Target="../media/image113.png"/><Relationship Id="rId70" Type="http://schemas.openxmlformats.org/officeDocument/2006/relationships/image" Target="../media/image117.png"/><Relationship Id="rId75" Type="http://schemas.openxmlformats.org/officeDocument/2006/relationships/customXml" Target="../ink/ink102.xml"/><Relationship Id="rId83" Type="http://schemas.openxmlformats.org/officeDocument/2006/relationships/customXml" Target="../ink/ink106.xml"/><Relationship Id="rId88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5" Type="http://schemas.openxmlformats.org/officeDocument/2006/relationships/customXml" Target="../ink/ink72.xml"/><Relationship Id="rId23" Type="http://schemas.openxmlformats.org/officeDocument/2006/relationships/customXml" Target="../ink/ink76.xml"/><Relationship Id="rId28" Type="http://schemas.openxmlformats.org/officeDocument/2006/relationships/image" Target="../media/image96.png"/><Relationship Id="rId36" Type="http://schemas.openxmlformats.org/officeDocument/2006/relationships/image" Target="../media/image100.png"/><Relationship Id="rId49" Type="http://schemas.openxmlformats.org/officeDocument/2006/relationships/customXml" Target="../ink/ink89.xml"/><Relationship Id="rId57" Type="http://schemas.openxmlformats.org/officeDocument/2006/relationships/customXml" Target="../ink/ink93.xml"/><Relationship Id="rId10" Type="http://schemas.openxmlformats.org/officeDocument/2006/relationships/image" Target="../media/image87.png"/><Relationship Id="rId31" Type="http://schemas.openxmlformats.org/officeDocument/2006/relationships/customXml" Target="../ink/ink80.xml"/><Relationship Id="rId44" Type="http://schemas.openxmlformats.org/officeDocument/2006/relationships/image" Target="../media/image104.png"/><Relationship Id="rId52" Type="http://schemas.openxmlformats.org/officeDocument/2006/relationships/image" Target="../media/image108.png"/><Relationship Id="rId60" Type="http://schemas.openxmlformats.org/officeDocument/2006/relationships/image" Target="../media/image112.png"/><Relationship Id="rId65" Type="http://schemas.openxmlformats.org/officeDocument/2006/relationships/customXml" Target="../ink/ink97.xml"/><Relationship Id="rId73" Type="http://schemas.openxmlformats.org/officeDocument/2006/relationships/customXml" Target="../ink/ink101.xml"/><Relationship Id="rId78" Type="http://schemas.openxmlformats.org/officeDocument/2006/relationships/image" Target="../media/image121.png"/><Relationship Id="rId81" Type="http://schemas.openxmlformats.org/officeDocument/2006/relationships/customXml" Target="../ink/ink105.xml"/><Relationship Id="rId86" Type="http://schemas.openxmlformats.org/officeDocument/2006/relationships/image" Target="../media/image125.png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9.png"/><Relationship Id="rId117" Type="http://schemas.openxmlformats.org/officeDocument/2006/relationships/customXml" Target="../ink/ink167.xml"/><Relationship Id="rId21" Type="http://schemas.openxmlformats.org/officeDocument/2006/relationships/customXml" Target="../ink/ink119.xml"/><Relationship Id="rId42" Type="http://schemas.openxmlformats.org/officeDocument/2006/relationships/image" Target="../media/image147.png"/><Relationship Id="rId47" Type="http://schemas.openxmlformats.org/officeDocument/2006/relationships/customXml" Target="../ink/ink132.xml"/><Relationship Id="rId63" Type="http://schemas.openxmlformats.org/officeDocument/2006/relationships/customXml" Target="../ink/ink140.xml"/><Relationship Id="rId68" Type="http://schemas.openxmlformats.org/officeDocument/2006/relationships/image" Target="../media/image160.png"/><Relationship Id="rId84" Type="http://schemas.openxmlformats.org/officeDocument/2006/relationships/image" Target="../media/image168.png"/><Relationship Id="rId89" Type="http://schemas.openxmlformats.org/officeDocument/2006/relationships/customXml" Target="../ink/ink153.xml"/><Relationship Id="rId112" Type="http://schemas.openxmlformats.org/officeDocument/2006/relationships/image" Target="../media/image182.png"/><Relationship Id="rId133" Type="http://schemas.openxmlformats.org/officeDocument/2006/relationships/customXml" Target="../ink/ink175.xml"/><Relationship Id="rId138" Type="http://schemas.openxmlformats.org/officeDocument/2006/relationships/image" Target="../media/image195.png"/><Relationship Id="rId154" Type="http://schemas.openxmlformats.org/officeDocument/2006/relationships/image" Target="../media/image203.png"/><Relationship Id="rId159" Type="http://schemas.openxmlformats.org/officeDocument/2006/relationships/customXml" Target="../ink/ink188.xml"/><Relationship Id="rId175" Type="http://schemas.openxmlformats.org/officeDocument/2006/relationships/customXml" Target="../ink/ink196.xml"/><Relationship Id="rId170" Type="http://schemas.openxmlformats.org/officeDocument/2006/relationships/image" Target="../media/image211.png"/><Relationship Id="rId16" Type="http://schemas.openxmlformats.org/officeDocument/2006/relationships/image" Target="../media/image134.png"/><Relationship Id="rId107" Type="http://schemas.openxmlformats.org/officeDocument/2006/relationships/customXml" Target="../ink/ink162.xml"/><Relationship Id="rId11" Type="http://schemas.openxmlformats.org/officeDocument/2006/relationships/customXml" Target="../ink/ink114.xml"/><Relationship Id="rId32" Type="http://schemas.openxmlformats.org/officeDocument/2006/relationships/image" Target="../media/image142.png"/><Relationship Id="rId37" Type="http://schemas.openxmlformats.org/officeDocument/2006/relationships/customXml" Target="../ink/ink127.xml"/><Relationship Id="rId53" Type="http://schemas.openxmlformats.org/officeDocument/2006/relationships/customXml" Target="../ink/ink135.xml"/><Relationship Id="rId58" Type="http://schemas.openxmlformats.org/officeDocument/2006/relationships/image" Target="../media/image155.png"/><Relationship Id="rId74" Type="http://schemas.openxmlformats.org/officeDocument/2006/relationships/image" Target="../media/image163.png"/><Relationship Id="rId79" Type="http://schemas.openxmlformats.org/officeDocument/2006/relationships/customXml" Target="../ink/ink148.xml"/><Relationship Id="rId102" Type="http://schemas.openxmlformats.org/officeDocument/2006/relationships/image" Target="../media/image177.png"/><Relationship Id="rId123" Type="http://schemas.openxmlformats.org/officeDocument/2006/relationships/customXml" Target="../ink/ink170.xml"/><Relationship Id="rId128" Type="http://schemas.openxmlformats.org/officeDocument/2006/relationships/image" Target="../media/image190.png"/><Relationship Id="rId144" Type="http://schemas.openxmlformats.org/officeDocument/2006/relationships/image" Target="../media/image198.png"/><Relationship Id="rId149" Type="http://schemas.openxmlformats.org/officeDocument/2006/relationships/customXml" Target="../ink/ink183.xml"/><Relationship Id="rId5" Type="http://schemas.openxmlformats.org/officeDocument/2006/relationships/customXml" Target="../ink/ink111.xml"/><Relationship Id="rId90" Type="http://schemas.openxmlformats.org/officeDocument/2006/relationships/image" Target="../media/image171.png"/><Relationship Id="rId95" Type="http://schemas.openxmlformats.org/officeDocument/2006/relationships/customXml" Target="../ink/ink156.xml"/><Relationship Id="rId160" Type="http://schemas.openxmlformats.org/officeDocument/2006/relationships/image" Target="../media/image206.png"/><Relationship Id="rId165" Type="http://schemas.openxmlformats.org/officeDocument/2006/relationships/customXml" Target="../ink/ink191.xml"/><Relationship Id="rId181" Type="http://schemas.openxmlformats.org/officeDocument/2006/relationships/customXml" Target="../ink/ink199.xml"/><Relationship Id="rId186" Type="http://schemas.openxmlformats.org/officeDocument/2006/relationships/image" Target="../media/image219.png"/><Relationship Id="rId22" Type="http://schemas.openxmlformats.org/officeDocument/2006/relationships/image" Target="../media/image137.png"/><Relationship Id="rId27" Type="http://schemas.openxmlformats.org/officeDocument/2006/relationships/customXml" Target="../ink/ink122.xml"/><Relationship Id="rId43" Type="http://schemas.openxmlformats.org/officeDocument/2006/relationships/customXml" Target="../ink/ink130.xml"/><Relationship Id="rId48" Type="http://schemas.openxmlformats.org/officeDocument/2006/relationships/image" Target="../media/image150.png"/><Relationship Id="rId64" Type="http://schemas.openxmlformats.org/officeDocument/2006/relationships/image" Target="../media/image158.png"/><Relationship Id="rId69" Type="http://schemas.openxmlformats.org/officeDocument/2006/relationships/customXml" Target="../ink/ink143.xml"/><Relationship Id="rId113" Type="http://schemas.openxmlformats.org/officeDocument/2006/relationships/customXml" Target="../ink/ink165.xml"/><Relationship Id="rId118" Type="http://schemas.openxmlformats.org/officeDocument/2006/relationships/image" Target="../media/image185.png"/><Relationship Id="rId134" Type="http://schemas.openxmlformats.org/officeDocument/2006/relationships/image" Target="../media/image193.png"/><Relationship Id="rId139" Type="http://schemas.openxmlformats.org/officeDocument/2006/relationships/customXml" Target="../ink/ink178.xml"/><Relationship Id="rId80" Type="http://schemas.openxmlformats.org/officeDocument/2006/relationships/image" Target="../media/image166.png"/><Relationship Id="rId85" Type="http://schemas.openxmlformats.org/officeDocument/2006/relationships/customXml" Target="../ink/ink151.xml"/><Relationship Id="rId150" Type="http://schemas.openxmlformats.org/officeDocument/2006/relationships/image" Target="../media/image201.png"/><Relationship Id="rId155" Type="http://schemas.openxmlformats.org/officeDocument/2006/relationships/customXml" Target="../ink/ink186.xml"/><Relationship Id="rId171" Type="http://schemas.openxmlformats.org/officeDocument/2006/relationships/customXml" Target="../ink/ink194.xml"/><Relationship Id="rId176" Type="http://schemas.openxmlformats.org/officeDocument/2006/relationships/image" Target="../media/image214.png"/><Relationship Id="rId12" Type="http://schemas.openxmlformats.org/officeDocument/2006/relationships/image" Target="../media/image132.png"/><Relationship Id="rId17" Type="http://schemas.openxmlformats.org/officeDocument/2006/relationships/customXml" Target="../ink/ink117.xml"/><Relationship Id="rId33" Type="http://schemas.openxmlformats.org/officeDocument/2006/relationships/customXml" Target="../ink/ink125.xml"/><Relationship Id="rId38" Type="http://schemas.openxmlformats.org/officeDocument/2006/relationships/image" Target="../media/image145.png"/><Relationship Id="rId59" Type="http://schemas.openxmlformats.org/officeDocument/2006/relationships/customXml" Target="../ink/ink138.xml"/><Relationship Id="rId103" Type="http://schemas.openxmlformats.org/officeDocument/2006/relationships/customXml" Target="../ink/ink160.xml"/><Relationship Id="rId108" Type="http://schemas.openxmlformats.org/officeDocument/2006/relationships/image" Target="../media/image180.png"/><Relationship Id="rId124" Type="http://schemas.openxmlformats.org/officeDocument/2006/relationships/image" Target="../media/image188.png"/><Relationship Id="rId129" Type="http://schemas.openxmlformats.org/officeDocument/2006/relationships/customXml" Target="../ink/ink173.xml"/><Relationship Id="rId54" Type="http://schemas.openxmlformats.org/officeDocument/2006/relationships/image" Target="../media/image153.png"/><Relationship Id="rId70" Type="http://schemas.openxmlformats.org/officeDocument/2006/relationships/image" Target="../media/image161.png"/><Relationship Id="rId75" Type="http://schemas.openxmlformats.org/officeDocument/2006/relationships/customXml" Target="../ink/ink146.xml"/><Relationship Id="rId91" Type="http://schemas.openxmlformats.org/officeDocument/2006/relationships/customXml" Target="../ink/ink154.xml"/><Relationship Id="rId96" Type="http://schemas.openxmlformats.org/officeDocument/2006/relationships/image" Target="../media/image174.png"/><Relationship Id="rId140" Type="http://schemas.openxmlformats.org/officeDocument/2006/relationships/image" Target="../media/image196.png"/><Relationship Id="rId145" Type="http://schemas.openxmlformats.org/officeDocument/2006/relationships/customXml" Target="../ink/ink181.xml"/><Relationship Id="rId161" Type="http://schemas.openxmlformats.org/officeDocument/2006/relationships/customXml" Target="../ink/ink189.xml"/><Relationship Id="rId166" Type="http://schemas.openxmlformats.org/officeDocument/2006/relationships/image" Target="../media/image209.png"/><Relationship Id="rId182" Type="http://schemas.openxmlformats.org/officeDocument/2006/relationships/image" Target="../media/image2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23" Type="http://schemas.openxmlformats.org/officeDocument/2006/relationships/customXml" Target="../ink/ink120.xml"/><Relationship Id="rId28" Type="http://schemas.openxmlformats.org/officeDocument/2006/relationships/image" Target="../media/image140.png"/><Relationship Id="rId49" Type="http://schemas.openxmlformats.org/officeDocument/2006/relationships/customXml" Target="../ink/ink133.xml"/><Relationship Id="rId114" Type="http://schemas.openxmlformats.org/officeDocument/2006/relationships/image" Target="../media/image183.png"/><Relationship Id="rId119" Type="http://schemas.openxmlformats.org/officeDocument/2006/relationships/customXml" Target="../ink/ink168.xml"/><Relationship Id="rId44" Type="http://schemas.openxmlformats.org/officeDocument/2006/relationships/image" Target="../media/image148.png"/><Relationship Id="rId60" Type="http://schemas.openxmlformats.org/officeDocument/2006/relationships/image" Target="../media/image156.png"/><Relationship Id="rId65" Type="http://schemas.openxmlformats.org/officeDocument/2006/relationships/customXml" Target="../ink/ink141.xml"/><Relationship Id="rId81" Type="http://schemas.openxmlformats.org/officeDocument/2006/relationships/customXml" Target="../ink/ink149.xml"/><Relationship Id="rId86" Type="http://schemas.openxmlformats.org/officeDocument/2006/relationships/image" Target="../media/image169.png"/><Relationship Id="rId130" Type="http://schemas.openxmlformats.org/officeDocument/2006/relationships/image" Target="../media/image191.png"/><Relationship Id="rId135" Type="http://schemas.openxmlformats.org/officeDocument/2006/relationships/customXml" Target="../ink/ink176.xml"/><Relationship Id="rId151" Type="http://schemas.openxmlformats.org/officeDocument/2006/relationships/customXml" Target="../ink/ink184.xml"/><Relationship Id="rId156" Type="http://schemas.openxmlformats.org/officeDocument/2006/relationships/image" Target="../media/image204.png"/><Relationship Id="rId177" Type="http://schemas.openxmlformats.org/officeDocument/2006/relationships/customXml" Target="../ink/ink197.xml"/><Relationship Id="rId4" Type="http://schemas.openxmlformats.org/officeDocument/2006/relationships/image" Target="../media/image128.png"/><Relationship Id="rId9" Type="http://schemas.openxmlformats.org/officeDocument/2006/relationships/customXml" Target="../ink/ink113.xml"/><Relationship Id="rId172" Type="http://schemas.openxmlformats.org/officeDocument/2006/relationships/image" Target="../media/image212.png"/><Relationship Id="rId180" Type="http://schemas.openxmlformats.org/officeDocument/2006/relationships/image" Target="../media/image216.png"/><Relationship Id="rId13" Type="http://schemas.openxmlformats.org/officeDocument/2006/relationships/customXml" Target="../ink/ink115.xml"/><Relationship Id="rId18" Type="http://schemas.openxmlformats.org/officeDocument/2006/relationships/image" Target="../media/image135.png"/><Relationship Id="rId39" Type="http://schemas.openxmlformats.org/officeDocument/2006/relationships/customXml" Target="../ink/ink128.xml"/><Relationship Id="rId109" Type="http://schemas.openxmlformats.org/officeDocument/2006/relationships/customXml" Target="../ink/ink163.xml"/><Relationship Id="rId34" Type="http://schemas.openxmlformats.org/officeDocument/2006/relationships/image" Target="../media/image143.png"/><Relationship Id="rId50" Type="http://schemas.openxmlformats.org/officeDocument/2006/relationships/image" Target="../media/image151.png"/><Relationship Id="rId55" Type="http://schemas.openxmlformats.org/officeDocument/2006/relationships/customXml" Target="../ink/ink136.xml"/><Relationship Id="rId76" Type="http://schemas.openxmlformats.org/officeDocument/2006/relationships/image" Target="../media/image164.png"/><Relationship Id="rId97" Type="http://schemas.openxmlformats.org/officeDocument/2006/relationships/customXml" Target="../ink/ink157.xml"/><Relationship Id="rId104" Type="http://schemas.openxmlformats.org/officeDocument/2006/relationships/image" Target="../media/image178.png"/><Relationship Id="rId120" Type="http://schemas.openxmlformats.org/officeDocument/2006/relationships/image" Target="../media/image186.png"/><Relationship Id="rId125" Type="http://schemas.openxmlformats.org/officeDocument/2006/relationships/customXml" Target="../ink/ink171.xml"/><Relationship Id="rId141" Type="http://schemas.openxmlformats.org/officeDocument/2006/relationships/customXml" Target="../ink/ink179.xml"/><Relationship Id="rId146" Type="http://schemas.openxmlformats.org/officeDocument/2006/relationships/image" Target="../media/image199.png"/><Relationship Id="rId167" Type="http://schemas.openxmlformats.org/officeDocument/2006/relationships/customXml" Target="../ink/ink192.xml"/><Relationship Id="rId7" Type="http://schemas.openxmlformats.org/officeDocument/2006/relationships/customXml" Target="../ink/ink112.xml"/><Relationship Id="rId71" Type="http://schemas.openxmlformats.org/officeDocument/2006/relationships/customXml" Target="../ink/ink144.xml"/><Relationship Id="rId92" Type="http://schemas.openxmlformats.org/officeDocument/2006/relationships/image" Target="../media/image172.png"/><Relationship Id="rId162" Type="http://schemas.openxmlformats.org/officeDocument/2006/relationships/image" Target="../media/image207.png"/><Relationship Id="rId183" Type="http://schemas.openxmlformats.org/officeDocument/2006/relationships/customXml" Target="../ink/ink200.xml"/><Relationship Id="rId2" Type="http://schemas.openxmlformats.org/officeDocument/2006/relationships/image" Target="../media/image83.png"/><Relationship Id="rId29" Type="http://schemas.openxmlformats.org/officeDocument/2006/relationships/customXml" Target="../ink/ink123.xml"/><Relationship Id="rId24" Type="http://schemas.openxmlformats.org/officeDocument/2006/relationships/image" Target="../media/image138.png"/><Relationship Id="rId40" Type="http://schemas.openxmlformats.org/officeDocument/2006/relationships/image" Target="../media/image146.png"/><Relationship Id="rId45" Type="http://schemas.openxmlformats.org/officeDocument/2006/relationships/customXml" Target="../ink/ink131.xml"/><Relationship Id="rId66" Type="http://schemas.openxmlformats.org/officeDocument/2006/relationships/image" Target="../media/image159.png"/><Relationship Id="rId87" Type="http://schemas.openxmlformats.org/officeDocument/2006/relationships/customXml" Target="../ink/ink152.xml"/><Relationship Id="rId110" Type="http://schemas.openxmlformats.org/officeDocument/2006/relationships/image" Target="../media/image181.png"/><Relationship Id="rId115" Type="http://schemas.openxmlformats.org/officeDocument/2006/relationships/customXml" Target="../ink/ink166.xml"/><Relationship Id="rId131" Type="http://schemas.openxmlformats.org/officeDocument/2006/relationships/customXml" Target="../ink/ink174.xml"/><Relationship Id="rId136" Type="http://schemas.openxmlformats.org/officeDocument/2006/relationships/image" Target="../media/image194.png"/><Relationship Id="rId157" Type="http://schemas.openxmlformats.org/officeDocument/2006/relationships/customXml" Target="../ink/ink187.xml"/><Relationship Id="rId178" Type="http://schemas.openxmlformats.org/officeDocument/2006/relationships/image" Target="../media/image215.png"/><Relationship Id="rId61" Type="http://schemas.openxmlformats.org/officeDocument/2006/relationships/customXml" Target="../ink/ink139.xml"/><Relationship Id="rId82" Type="http://schemas.openxmlformats.org/officeDocument/2006/relationships/image" Target="../media/image167.png"/><Relationship Id="rId152" Type="http://schemas.openxmlformats.org/officeDocument/2006/relationships/image" Target="../media/image202.png"/><Relationship Id="rId173" Type="http://schemas.openxmlformats.org/officeDocument/2006/relationships/customXml" Target="../ink/ink195.xml"/><Relationship Id="rId19" Type="http://schemas.openxmlformats.org/officeDocument/2006/relationships/customXml" Target="../ink/ink118.xml"/><Relationship Id="rId14" Type="http://schemas.openxmlformats.org/officeDocument/2006/relationships/image" Target="../media/image133.png"/><Relationship Id="rId30" Type="http://schemas.openxmlformats.org/officeDocument/2006/relationships/image" Target="../media/image141.png"/><Relationship Id="rId35" Type="http://schemas.openxmlformats.org/officeDocument/2006/relationships/customXml" Target="../ink/ink126.xml"/><Relationship Id="rId56" Type="http://schemas.openxmlformats.org/officeDocument/2006/relationships/image" Target="../media/image154.png"/><Relationship Id="rId77" Type="http://schemas.openxmlformats.org/officeDocument/2006/relationships/customXml" Target="../ink/ink147.xml"/><Relationship Id="rId100" Type="http://schemas.openxmlformats.org/officeDocument/2006/relationships/image" Target="../media/image176.png"/><Relationship Id="rId105" Type="http://schemas.openxmlformats.org/officeDocument/2006/relationships/customXml" Target="../ink/ink161.xml"/><Relationship Id="rId126" Type="http://schemas.openxmlformats.org/officeDocument/2006/relationships/image" Target="../media/image189.png"/><Relationship Id="rId147" Type="http://schemas.openxmlformats.org/officeDocument/2006/relationships/customXml" Target="../ink/ink182.xml"/><Relationship Id="rId168" Type="http://schemas.openxmlformats.org/officeDocument/2006/relationships/image" Target="../media/image210.png"/><Relationship Id="rId8" Type="http://schemas.openxmlformats.org/officeDocument/2006/relationships/image" Target="../media/image130.png"/><Relationship Id="rId51" Type="http://schemas.openxmlformats.org/officeDocument/2006/relationships/customXml" Target="../ink/ink134.xml"/><Relationship Id="rId72" Type="http://schemas.openxmlformats.org/officeDocument/2006/relationships/image" Target="../media/image162.png"/><Relationship Id="rId93" Type="http://schemas.openxmlformats.org/officeDocument/2006/relationships/customXml" Target="../ink/ink155.xml"/><Relationship Id="rId98" Type="http://schemas.openxmlformats.org/officeDocument/2006/relationships/image" Target="../media/image175.png"/><Relationship Id="rId121" Type="http://schemas.openxmlformats.org/officeDocument/2006/relationships/customXml" Target="../ink/ink169.xml"/><Relationship Id="rId142" Type="http://schemas.openxmlformats.org/officeDocument/2006/relationships/image" Target="../media/image197.png"/><Relationship Id="rId163" Type="http://schemas.openxmlformats.org/officeDocument/2006/relationships/customXml" Target="../ink/ink190.xml"/><Relationship Id="rId184" Type="http://schemas.openxmlformats.org/officeDocument/2006/relationships/image" Target="../media/image218.png"/><Relationship Id="rId3" Type="http://schemas.openxmlformats.org/officeDocument/2006/relationships/customXml" Target="../ink/ink110.xml"/><Relationship Id="rId25" Type="http://schemas.openxmlformats.org/officeDocument/2006/relationships/customXml" Target="../ink/ink121.xml"/><Relationship Id="rId46" Type="http://schemas.openxmlformats.org/officeDocument/2006/relationships/image" Target="../media/image149.png"/><Relationship Id="rId67" Type="http://schemas.openxmlformats.org/officeDocument/2006/relationships/customXml" Target="../ink/ink142.xml"/><Relationship Id="rId116" Type="http://schemas.openxmlformats.org/officeDocument/2006/relationships/image" Target="../media/image184.png"/><Relationship Id="rId137" Type="http://schemas.openxmlformats.org/officeDocument/2006/relationships/customXml" Target="../ink/ink177.xml"/><Relationship Id="rId158" Type="http://schemas.openxmlformats.org/officeDocument/2006/relationships/image" Target="../media/image205.png"/><Relationship Id="rId20" Type="http://schemas.openxmlformats.org/officeDocument/2006/relationships/image" Target="../media/image136.png"/><Relationship Id="rId41" Type="http://schemas.openxmlformats.org/officeDocument/2006/relationships/customXml" Target="../ink/ink129.xml"/><Relationship Id="rId62" Type="http://schemas.openxmlformats.org/officeDocument/2006/relationships/image" Target="../media/image157.png"/><Relationship Id="rId83" Type="http://schemas.openxmlformats.org/officeDocument/2006/relationships/customXml" Target="../ink/ink150.xml"/><Relationship Id="rId88" Type="http://schemas.openxmlformats.org/officeDocument/2006/relationships/image" Target="../media/image170.png"/><Relationship Id="rId111" Type="http://schemas.openxmlformats.org/officeDocument/2006/relationships/customXml" Target="../ink/ink164.xml"/><Relationship Id="rId132" Type="http://schemas.openxmlformats.org/officeDocument/2006/relationships/image" Target="../media/image192.png"/><Relationship Id="rId153" Type="http://schemas.openxmlformats.org/officeDocument/2006/relationships/customXml" Target="../ink/ink185.xml"/><Relationship Id="rId174" Type="http://schemas.openxmlformats.org/officeDocument/2006/relationships/image" Target="../media/image213.png"/><Relationship Id="rId179" Type="http://schemas.openxmlformats.org/officeDocument/2006/relationships/customXml" Target="../ink/ink198.xml"/><Relationship Id="rId15" Type="http://schemas.openxmlformats.org/officeDocument/2006/relationships/customXml" Target="../ink/ink116.xml"/><Relationship Id="rId36" Type="http://schemas.openxmlformats.org/officeDocument/2006/relationships/image" Target="../media/image144.png"/><Relationship Id="rId57" Type="http://schemas.openxmlformats.org/officeDocument/2006/relationships/customXml" Target="../ink/ink137.xml"/><Relationship Id="rId106" Type="http://schemas.openxmlformats.org/officeDocument/2006/relationships/image" Target="../media/image179.png"/><Relationship Id="rId127" Type="http://schemas.openxmlformats.org/officeDocument/2006/relationships/customXml" Target="../ink/ink172.xml"/><Relationship Id="rId10" Type="http://schemas.openxmlformats.org/officeDocument/2006/relationships/image" Target="../media/image131.png"/><Relationship Id="rId31" Type="http://schemas.openxmlformats.org/officeDocument/2006/relationships/customXml" Target="../ink/ink124.xml"/><Relationship Id="rId52" Type="http://schemas.openxmlformats.org/officeDocument/2006/relationships/image" Target="../media/image152.png"/><Relationship Id="rId73" Type="http://schemas.openxmlformats.org/officeDocument/2006/relationships/customXml" Target="../ink/ink145.xml"/><Relationship Id="rId78" Type="http://schemas.openxmlformats.org/officeDocument/2006/relationships/image" Target="../media/image165.png"/><Relationship Id="rId94" Type="http://schemas.openxmlformats.org/officeDocument/2006/relationships/image" Target="../media/image173.png"/><Relationship Id="rId99" Type="http://schemas.openxmlformats.org/officeDocument/2006/relationships/customXml" Target="../ink/ink158.xml"/><Relationship Id="rId101" Type="http://schemas.openxmlformats.org/officeDocument/2006/relationships/customXml" Target="../ink/ink159.xml"/><Relationship Id="rId122" Type="http://schemas.openxmlformats.org/officeDocument/2006/relationships/image" Target="../media/image187.png"/><Relationship Id="rId143" Type="http://schemas.openxmlformats.org/officeDocument/2006/relationships/customXml" Target="../ink/ink180.xml"/><Relationship Id="rId148" Type="http://schemas.openxmlformats.org/officeDocument/2006/relationships/image" Target="../media/image200.png"/><Relationship Id="rId164" Type="http://schemas.openxmlformats.org/officeDocument/2006/relationships/image" Target="../media/image208.png"/><Relationship Id="rId169" Type="http://schemas.openxmlformats.org/officeDocument/2006/relationships/customXml" Target="../ink/ink193.xml"/><Relationship Id="rId185" Type="http://schemas.openxmlformats.org/officeDocument/2006/relationships/customXml" Target="../ink/ink20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3.png"/><Relationship Id="rId4" Type="http://schemas.openxmlformats.org/officeDocument/2006/relationships/image" Target="../media/image22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229.png"/><Relationship Id="rId4" Type="http://schemas.openxmlformats.org/officeDocument/2006/relationships/image" Target="../media/image22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2.png"/><Relationship Id="rId5" Type="http://schemas.openxmlformats.org/officeDocument/2006/relationships/image" Target="../media/image231.png"/><Relationship Id="rId4" Type="http://schemas.openxmlformats.org/officeDocument/2006/relationships/image" Target="../media/image2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2.png"/><Relationship Id="rId5" Type="http://schemas.openxmlformats.org/officeDocument/2006/relationships/image" Target="../media/image241.png"/><Relationship Id="rId4" Type="http://schemas.openxmlformats.org/officeDocument/2006/relationships/image" Target="../media/image24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8.png"/><Relationship Id="rId21" Type="http://schemas.openxmlformats.org/officeDocument/2006/relationships/image" Target="../media/image2300.png"/><Relationship Id="rId42" Type="http://schemas.openxmlformats.org/officeDocument/2006/relationships/customXml" Target="../ink/ink221.xml"/><Relationship Id="rId63" Type="http://schemas.openxmlformats.org/officeDocument/2006/relationships/image" Target="../media/image251.png"/><Relationship Id="rId84" Type="http://schemas.openxmlformats.org/officeDocument/2006/relationships/customXml" Target="../ink/ink242.xml"/><Relationship Id="rId138" Type="http://schemas.openxmlformats.org/officeDocument/2006/relationships/customXml" Target="../ink/ink269.xml"/><Relationship Id="rId159" Type="http://schemas.openxmlformats.org/officeDocument/2006/relationships/image" Target="../media/image299.png"/><Relationship Id="rId170" Type="http://schemas.openxmlformats.org/officeDocument/2006/relationships/customXml" Target="../ink/ink285.xml"/><Relationship Id="rId191" Type="http://schemas.openxmlformats.org/officeDocument/2006/relationships/image" Target="../media/image315.png"/><Relationship Id="rId205" Type="http://schemas.openxmlformats.org/officeDocument/2006/relationships/image" Target="../media/image322.png"/><Relationship Id="rId107" Type="http://schemas.openxmlformats.org/officeDocument/2006/relationships/image" Target="../media/image273.png"/><Relationship Id="rId11" Type="http://schemas.openxmlformats.org/officeDocument/2006/relationships/image" Target="../media/image2250.png"/><Relationship Id="rId32" Type="http://schemas.openxmlformats.org/officeDocument/2006/relationships/customXml" Target="../ink/ink216.xml"/><Relationship Id="rId37" Type="http://schemas.openxmlformats.org/officeDocument/2006/relationships/image" Target="../media/image2380.png"/><Relationship Id="rId53" Type="http://schemas.openxmlformats.org/officeDocument/2006/relationships/image" Target="../media/image246.png"/><Relationship Id="rId58" Type="http://schemas.openxmlformats.org/officeDocument/2006/relationships/customXml" Target="../ink/ink229.xml"/><Relationship Id="rId74" Type="http://schemas.openxmlformats.org/officeDocument/2006/relationships/customXml" Target="../ink/ink237.xml"/><Relationship Id="rId79" Type="http://schemas.openxmlformats.org/officeDocument/2006/relationships/image" Target="../media/image259.png"/><Relationship Id="rId102" Type="http://schemas.openxmlformats.org/officeDocument/2006/relationships/customXml" Target="../ink/ink251.xml"/><Relationship Id="rId123" Type="http://schemas.openxmlformats.org/officeDocument/2006/relationships/image" Target="../media/image281.png"/><Relationship Id="rId128" Type="http://schemas.openxmlformats.org/officeDocument/2006/relationships/customXml" Target="../ink/ink264.xml"/><Relationship Id="rId144" Type="http://schemas.openxmlformats.org/officeDocument/2006/relationships/customXml" Target="../ink/ink272.xml"/><Relationship Id="rId149" Type="http://schemas.openxmlformats.org/officeDocument/2006/relationships/image" Target="../media/image294.png"/><Relationship Id="rId5" Type="http://schemas.openxmlformats.org/officeDocument/2006/relationships/image" Target="../media/image2220.png"/><Relationship Id="rId90" Type="http://schemas.openxmlformats.org/officeDocument/2006/relationships/customXml" Target="../ink/ink245.xml"/><Relationship Id="rId95" Type="http://schemas.openxmlformats.org/officeDocument/2006/relationships/image" Target="../media/image267.png"/><Relationship Id="rId160" Type="http://schemas.openxmlformats.org/officeDocument/2006/relationships/customXml" Target="../ink/ink280.xml"/><Relationship Id="rId165" Type="http://schemas.openxmlformats.org/officeDocument/2006/relationships/image" Target="../media/image302.png"/><Relationship Id="rId181" Type="http://schemas.openxmlformats.org/officeDocument/2006/relationships/image" Target="../media/image310.png"/><Relationship Id="rId186" Type="http://schemas.openxmlformats.org/officeDocument/2006/relationships/customXml" Target="../ink/ink293.xml"/><Relationship Id="rId211" Type="http://schemas.openxmlformats.org/officeDocument/2006/relationships/image" Target="../media/image325.png"/><Relationship Id="rId22" Type="http://schemas.openxmlformats.org/officeDocument/2006/relationships/customXml" Target="../ink/ink211.xml"/><Relationship Id="rId27" Type="http://schemas.openxmlformats.org/officeDocument/2006/relationships/image" Target="../media/image2330.png"/><Relationship Id="rId43" Type="http://schemas.openxmlformats.org/officeDocument/2006/relationships/image" Target="../media/image2411.png"/><Relationship Id="rId48" Type="http://schemas.openxmlformats.org/officeDocument/2006/relationships/customXml" Target="../ink/ink224.xml"/><Relationship Id="rId64" Type="http://schemas.openxmlformats.org/officeDocument/2006/relationships/customXml" Target="../ink/ink232.xml"/><Relationship Id="rId69" Type="http://schemas.openxmlformats.org/officeDocument/2006/relationships/image" Target="../media/image254.png"/><Relationship Id="rId113" Type="http://schemas.openxmlformats.org/officeDocument/2006/relationships/image" Target="../media/image276.png"/><Relationship Id="rId118" Type="http://schemas.openxmlformats.org/officeDocument/2006/relationships/customXml" Target="../ink/ink259.xml"/><Relationship Id="rId134" Type="http://schemas.openxmlformats.org/officeDocument/2006/relationships/customXml" Target="../ink/ink267.xml"/><Relationship Id="rId139" Type="http://schemas.openxmlformats.org/officeDocument/2006/relationships/image" Target="../media/image289.png"/><Relationship Id="rId80" Type="http://schemas.openxmlformats.org/officeDocument/2006/relationships/customXml" Target="../ink/ink240.xml"/><Relationship Id="rId85" Type="http://schemas.openxmlformats.org/officeDocument/2006/relationships/image" Target="../media/image262.png"/><Relationship Id="rId150" Type="http://schemas.openxmlformats.org/officeDocument/2006/relationships/customXml" Target="../ink/ink275.xml"/><Relationship Id="rId155" Type="http://schemas.openxmlformats.org/officeDocument/2006/relationships/image" Target="../media/image297.png"/><Relationship Id="rId171" Type="http://schemas.openxmlformats.org/officeDocument/2006/relationships/image" Target="../media/image305.png"/><Relationship Id="rId176" Type="http://schemas.openxmlformats.org/officeDocument/2006/relationships/customXml" Target="../ink/ink288.xml"/><Relationship Id="rId192" Type="http://schemas.openxmlformats.org/officeDocument/2006/relationships/customXml" Target="../ink/ink296.xml"/><Relationship Id="rId197" Type="http://schemas.openxmlformats.org/officeDocument/2006/relationships/image" Target="../media/image318.png"/><Relationship Id="rId206" Type="http://schemas.openxmlformats.org/officeDocument/2006/relationships/customXml" Target="../ink/ink303.xml"/><Relationship Id="rId201" Type="http://schemas.openxmlformats.org/officeDocument/2006/relationships/image" Target="../media/image320.png"/><Relationship Id="rId12" Type="http://schemas.openxmlformats.org/officeDocument/2006/relationships/customXml" Target="../ink/ink206.xml"/><Relationship Id="rId17" Type="http://schemas.openxmlformats.org/officeDocument/2006/relationships/image" Target="../media/image2280.png"/><Relationship Id="rId33" Type="http://schemas.openxmlformats.org/officeDocument/2006/relationships/image" Target="../media/image245.png"/><Relationship Id="rId38" Type="http://schemas.openxmlformats.org/officeDocument/2006/relationships/customXml" Target="../ink/ink219.xml"/><Relationship Id="rId59" Type="http://schemas.openxmlformats.org/officeDocument/2006/relationships/image" Target="../media/image249.png"/><Relationship Id="rId103" Type="http://schemas.openxmlformats.org/officeDocument/2006/relationships/image" Target="../media/image271.png"/><Relationship Id="rId108" Type="http://schemas.openxmlformats.org/officeDocument/2006/relationships/customXml" Target="../ink/ink254.xml"/><Relationship Id="rId124" Type="http://schemas.openxmlformats.org/officeDocument/2006/relationships/customXml" Target="../ink/ink262.xml"/><Relationship Id="rId129" Type="http://schemas.openxmlformats.org/officeDocument/2006/relationships/image" Target="../media/image284.png"/><Relationship Id="rId54" Type="http://schemas.openxmlformats.org/officeDocument/2006/relationships/customXml" Target="../ink/ink227.xml"/><Relationship Id="rId70" Type="http://schemas.openxmlformats.org/officeDocument/2006/relationships/customXml" Target="../ink/ink235.xml"/><Relationship Id="rId75" Type="http://schemas.openxmlformats.org/officeDocument/2006/relationships/image" Target="../media/image257.png"/><Relationship Id="rId91" Type="http://schemas.openxmlformats.org/officeDocument/2006/relationships/image" Target="../media/image265.png"/><Relationship Id="rId96" Type="http://schemas.openxmlformats.org/officeDocument/2006/relationships/customXml" Target="../ink/ink248.xml"/><Relationship Id="rId140" Type="http://schemas.openxmlformats.org/officeDocument/2006/relationships/customXml" Target="../ink/ink270.xml"/><Relationship Id="rId145" Type="http://schemas.openxmlformats.org/officeDocument/2006/relationships/image" Target="../media/image292.png"/><Relationship Id="rId161" Type="http://schemas.openxmlformats.org/officeDocument/2006/relationships/image" Target="../media/image300.png"/><Relationship Id="rId166" Type="http://schemas.openxmlformats.org/officeDocument/2006/relationships/customXml" Target="../ink/ink283.xml"/><Relationship Id="rId182" Type="http://schemas.openxmlformats.org/officeDocument/2006/relationships/customXml" Target="../ink/ink291.xml"/><Relationship Id="rId187" Type="http://schemas.openxmlformats.org/officeDocument/2006/relationships/image" Target="../media/image31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3.xml"/><Relationship Id="rId212" Type="http://schemas.openxmlformats.org/officeDocument/2006/relationships/customXml" Target="../ink/ink306.xml"/><Relationship Id="rId23" Type="http://schemas.openxmlformats.org/officeDocument/2006/relationships/image" Target="../media/image2311.png"/><Relationship Id="rId28" Type="http://schemas.openxmlformats.org/officeDocument/2006/relationships/customXml" Target="../ink/ink214.xml"/><Relationship Id="rId49" Type="http://schemas.openxmlformats.org/officeDocument/2006/relationships/image" Target="../media/image2440.png"/><Relationship Id="rId114" Type="http://schemas.openxmlformats.org/officeDocument/2006/relationships/customXml" Target="../ink/ink257.xml"/><Relationship Id="rId119" Type="http://schemas.openxmlformats.org/officeDocument/2006/relationships/image" Target="../media/image279.png"/><Relationship Id="rId44" Type="http://schemas.openxmlformats.org/officeDocument/2006/relationships/customXml" Target="../ink/ink222.xml"/><Relationship Id="rId60" Type="http://schemas.openxmlformats.org/officeDocument/2006/relationships/customXml" Target="../ink/ink230.xml"/><Relationship Id="rId65" Type="http://schemas.openxmlformats.org/officeDocument/2006/relationships/image" Target="../media/image252.png"/><Relationship Id="rId81" Type="http://schemas.openxmlformats.org/officeDocument/2006/relationships/image" Target="../media/image260.png"/><Relationship Id="rId86" Type="http://schemas.openxmlformats.org/officeDocument/2006/relationships/customXml" Target="../ink/ink243.xml"/><Relationship Id="rId130" Type="http://schemas.openxmlformats.org/officeDocument/2006/relationships/customXml" Target="../ink/ink265.xml"/><Relationship Id="rId135" Type="http://schemas.openxmlformats.org/officeDocument/2006/relationships/image" Target="../media/image287.png"/><Relationship Id="rId151" Type="http://schemas.openxmlformats.org/officeDocument/2006/relationships/image" Target="../media/image295.png"/><Relationship Id="rId156" Type="http://schemas.openxmlformats.org/officeDocument/2006/relationships/customXml" Target="../ink/ink278.xml"/><Relationship Id="rId177" Type="http://schemas.openxmlformats.org/officeDocument/2006/relationships/image" Target="../media/image308.png"/><Relationship Id="rId198" Type="http://schemas.openxmlformats.org/officeDocument/2006/relationships/customXml" Target="../ink/ink299.xml"/><Relationship Id="rId172" Type="http://schemas.openxmlformats.org/officeDocument/2006/relationships/customXml" Target="../ink/ink286.xml"/><Relationship Id="rId193" Type="http://schemas.openxmlformats.org/officeDocument/2006/relationships/image" Target="../media/image316.png"/><Relationship Id="rId202" Type="http://schemas.openxmlformats.org/officeDocument/2006/relationships/customXml" Target="../ink/ink301.xml"/><Relationship Id="rId207" Type="http://schemas.openxmlformats.org/officeDocument/2006/relationships/image" Target="../media/image323.png"/><Relationship Id="rId13" Type="http://schemas.openxmlformats.org/officeDocument/2006/relationships/image" Target="../media/image2260.png"/><Relationship Id="rId18" Type="http://schemas.openxmlformats.org/officeDocument/2006/relationships/customXml" Target="../ink/ink209.xml"/><Relationship Id="rId39" Type="http://schemas.openxmlformats.org/officeDocument/2006/relationships/image" Target="../media/image2390.png"/><Relationship Id="rId109" Type="http://schemas.openxmlformats.org/officeDocument/2006/relationships/image" Target="../media/image274.png"/><Relationship Id="rId34" Type="http://schemas.openxmlformats.org/officeDocument/2006/relationships/customXml" Target="../ink/ink217.xml"/><Relationship Id="rId50" Type="http://schemas.openxmlformats.org/officeDocument/2006/relationships/customXml" Target="../ink/ink225.xml"/><Relationship Id="rId55" Type="http://schemas.openxmlformats.org/officeDocument/2006/relationships/image" Target="../media/image247.png"/><Relationship Id="rId76" Type="http://schemas.openxmlformats.org/officeDocument/2006/relationships/customXml" Target="../ink/ink238.xml"/><Relationship Id="rId97" Type="http://schemas.openxmlformats.org/officeDocument/2006/relationships/image" Target="../media/image268.png"/><Relationship Id="rId104" Type="http://schemas.openxmlformats.org/officeDocument/2006/relationships/customXml" Target="../ink/ink252.xml"/><Relationship Id="rId120" Type="http://schemas.openxmlformats.org/officeDocument/2006/relationships/customXml" Target="../ink/ink260.xml"/><Relationship Id="rId125" Type="http://schemas.openxmlformats.org/officeDocument/2006/relationships/image" Target="../media/image282.png"/><Relationship Id="rId141" Type="http://schemas.openxmlformats.org/officeDocument/2006/relationships/image" Target="../media/image290.png"/><Relationship Id="rId146" Type="http://schemas.openxmlformats.org/officeDocument/2006/relationships/customXml" Target="../ink/ink273.xml"/><Relationship Id="rId167" Type="http://schemas.openxmlformats.org/officeDocument/2006/relationships/image" Target="../media/image303.png"/><Relationship Id="rId188" Type="http://schemas.openxmlformats.org/officeDocument/2006/relationships/customXml" Target="../ink/ink294.xml"/><Relationship Id="rId7" Type="http://schemas.openxmlformats.org/officeDocument/2006/relationships/image" Target="../media/image2230.png"/><Relationship Id="rId71" Type="http://schemas.openxmlformats.org/officeDocument/2006/relationships/image" Target="../media/image255.png"/><Relationship Id="rId92" Type="http://schemas.openxmlformats.org/officeDocument/2006/relationships/customXml" Target="../ink/ink246.xml"/><Relationship Id="rId162" Type="http://schemas.openxmlformats.org/officeDocument/2006/relationships/customXml" Target="../ink/ink281.xml"/><Relationship Id="rId183" Type="http://schemas.openxmlformats.org/officeDocument/2006/relationships/image" Target="../media/image311.png"/><Relationship Id="rId213" Type="http://schemas.openxmlformats.org/officeDocument/2006/relationships/image" Target="../media/image326.png"/><Relationship Id="rId2" Type="http://schemas.openxmlformats.org/officeDocument/2006/relationships/image" Target="../media/image243.png"/><Relationship Id="rId29" Type="http://schemas.openxmlformats.org/officeDocument/2006/relationships/image" Target="../media/image2340.png"/><Relationship Id="rId24" Type="http://schemas.openxmlformats.org/officeDocument/2006/relationships/customXml" Target="../ink/ink212.xml"/><Relationship Id="rId40" Type="http://schemas.openxmlformats.org/officeDocument/2006/relationships/customXml" Target="../ink/ink220.xml"/><Relationship Id="rId45" Type="http://schemas.openxmlformats.org/officeDocument/2006/relationships/image" Target="../media/image2420.png"/><Relationship Id="rId66" Type="http://schemas.openxmlformats.org/officeDocument/2006/relationships/customXml" Target="../ink/ink233.xml"/><Relationship Id="rId87" Type="http://schemas.openxmlformats.org/officeDocument/2006/relationships/image" Target="../media/image263.png"/><Relationship Id="rId110" Type="http://schemas.openxmlformats.org/officeDocument/2006/relationships/customXml" Target="../ink/ink255.xml"/><Relationship Id="rId115" Type="http://schemas.openxmlformats.org/officeDocument/2006/relationships/image" Target="../media/image277.png"/><Relationship Id="rId131" Type="http://schemas.openxmlformats.org/officeDocument/2006/relationships/image" Target="../media/image285.png"/><Relationship Id="rId136" Type="http://schemas.openxmlformats.org/officeDocument/2006/relationships/customXml" Target="../ink/ink268.xml"/><Relationship Id="rId157" Type="http://schemas.openxmlformats.org/officeDocument/2006/relationships/image" Target="../media/image298.png"/><Relationship Id="rId178" Type="http://schemas.openxmlformats.org/officeDocument/2006/relationships/customXml" Target="../ink/ink289.xml"/><Relationship Id="rId61" Type="http://schemas.openxmlformats.org/officeDocument/2006/relationships/image" Target="../media/image250.png"/><Relationship Id="rId82" Type="http://schemas.openxmlformats.org/officeDocument/2006/relationships/customXml" Target="../ink/ink241.xml"/><Relationship Id="rId152" Type="http://schemas.openxmlformats.org/officeDocument/2006/relationships/customXml" Target="../ink/ink276.xml"/><Relationship Id="rId173" Type="http://schemas.openxmlformats.org/officeDocument/2006/relationships/image" Target="../media/image306.png"/><Relationship Id="rId194" Type="http://schemas.openxmlformats.org/officeDocument/2006/relationships/customXml" Target="../ink/ink297.xml"/><Relationship Id="rId199" Type="http://schemas.openxmlformats.org/officeDocument/2006/relationships/image" Target="../media/image319.png"/><Relationship Id="rId203" Type="http://schemas.openxmlformats.org/officeDocument/2006/relationships/image" Target="../media/image321.png"/><Relationship Id="rId208" Type="http://schemas.openxmlformats.org/officeDocument/2006/relationships/customXml" Target="../ink/ink304.xml"/><Relationship Id="rId19" Type="http://schemas.openxmlformats.org/officeDocument/2006/relationships/image" Target="../media/image2290.png"/><Relationship Id="rId14" Type="http://schemas.openxmlformats.org/officeDocument/2006/relationships/customXml" Target="../ink/ink207.xml"/><Relationship Id="rId30" Type="http://schemas.openxmlformats.org/officeDocument/2006/relationships/customXml" Target="../ink/ink215.xml"/><Relationship Id="rId35" Type="http://schemas.openxmlformats.org/officeDocument/2006/relationships/image" Target="../media/image2370.png"/><Relationship Id="rId56" Type="http://schemas.openxmlformats.org/officeDocument/2006/relationships/customXml" Target="../ink/ink228.xml"/><Relationship Id="rId77" Type="http://schemas.openxmlformats.org/officeDocument/2006/relationships/image" Target="../media/image258.png"/><Relationship Id="rId100" Type="http://schemas.openxmlformats.org/officeDocument/2006/relationships/customXml" Target="../ink/ink250.xml"/><Relationship Id="rId105" Type="http://schemas.openxmlformats.org/officeDocument/2006/relationships/image" Target="../media/image272.png"/><Relationship Id="rId126" Type="http://schemas.openxmlformats.org/officeDocument/2006/relationships/customXml" Target="../ink/ink263.xml"/><Relationship Id="rId147" Type="http://schemas.openxmlformats.org/officeDocument/2006/relationships/image" Target="../media/image293.png"/><Relationship Id="rId168" Type="http://schemas.openxmlformats.org/officeDocument/2006/relationships/customXml" Target="../ink/ink284.xml"/><Relationship Id="rId8" Type="http://schemas.openxmlformats.org/officeDocument/2006/relationships/customXml" Target="../ink/ink204.xml"/><Relationship Id="rId51" Type="http://schemas.openxmlformats.org/officeDocument/2006/relationships/image" Target="../media/image2450.png"/><Relationship Id="rId72" Type="http://schemas.openxmlformats.org/officeDocument/2006/relationships/customXml" Target="../ink/ink236.xml"/><Relationship Id="rId93" Type="http://schemas.openxmlformats.org/officeDocument/2006/relationships/image" Target="../media/image266.png"/><Relationship Id="rId98" Type="http://schemas.openxmlformats.org/officeDocument/2006/relationships/customXml" Target="../ink/ink249.xml"/><Relationship Id="rId121" Type="http://schemas.openxmlformats.org/officeDocument/2006/relationships/image" Target="../media/image280.png"/><Relationship Id="rId142" Type="http://schemas.openxmlformats.org/officeDocument/2006/relationships/customXml" Target="../ink/ink271.xml"/><Relationship Id="rId163" Type="http://schemas.openxmlformats.org/officeDocument/2006/relationships/image" Target="../media/image301.png"/><Relationship Id="rId184" Type="http://schemas.openxmlformats.org/officeDocument/2006/relationships/customXml" Target="../ink/ink292.xml"/><Relationship Id="rId189" Type="http://schemas.openxmlformats.org/officeDocument/2006/relationships/image" Target="../media/image314.png"/><Relationship Id="rId3" Type="http://schemas.openxmlformats.org/officeDocument/2006/relationships/image" Target="../media/image244.png"/><Relationship Id="rId214" Type="http://schemas.openxmlformats.org/officeDocument/2006/relationships/customXml" Target="../ink/ink307.xml"/><Relationship Id="rId25" Type="http://schemas.openxmlformats.org/officeDocument/2006/relationships/image" Target="../media/image2320.png"/><Relationship Id="rId46" Type="http://schemas.openxmlformats.org/officeDocument/2006/relationships/customXml" Target="../ink/ink223.xml"/><Relationship Id="rId67" Type="http://schemas.openxmlformats.org/officeDocument/2006/relationships/image" Target="../media/image253.png"/><Relationship Id="rId116" Type="http://schemas.openxmlformats.org/officeDocument/2006/relationships/customXml" Target="../ink/ink258.xml"/><Relationship Id="rId137" Type="http://schemas.openxmlformats.org/officeDocument/2006/relationships/image" Target="../media/image288.png"/><Relationship Id="rId158" Type="http://schemas.openxmlformats.org/officeDocument/2006/relationships/customXml" Target="../ink/ink279.xml"/><Relationship Id="rId20" Type="http://schemas.openxmlformats.org/officeDocument/2006/relationships/customXml" Target="../ink/ink210.xml"/><Relationship Id="rId41" Type="http://schemas.openxmlformats.org/officeDocument/2006/relationships/image" Target="../media/image2400.png"/><Relationship Id="rId62" Type="http://schemas.openxmlformats.org/officeDocument/2006/relationships/customXml" Target="../ink/ink231.xml"/><Relationship Id="rId83" Type="http://schemas.openxmlformats.org/officeDocument/2006/relationships/image" Target="../media/image261.png"/><Relationship Id="rId88" Type="http://schemas.openxmlformats.org/officeDocument/2006/relationships/customXml" Target="../ink/ink244.xml"/><Relationship Id="rId111" Type="http://schemas.openxmlformats.org/officeDocument/2006/relationships/image" Target="../media/image275.png"/><Relationship Id="rId132" Type="http://schemas.openxmlformats.org/officeDocument/2006/relationships/customXml" Target="../ink/ink266.xml"/><Relationship Id="rId153" Type="http://schemas.openxmlformats.org/officeDocument/2006/relationships/image" Target="../media/image296.png"/><Relationship Id="rId174" Type="http://schemas.openxmlformats.org/officeDocument/2006/relationships/customXml" Target="../ink/ink287.xml"/><Relationship Id="rId179" Type="http://schemas.openxmlformats.org/officeDocument/2006/relationships/image" Target="../media/image309.png"/><Relationship Id="rId195" Type="http://schemas.openxmlformats.org/officeDocument/2006/relationships/image" Target="../media/image317.png"/><Relationship Id="rId209" Type="http://schemas.openxmlformats.org/officeDocument/2006/relationships/image" Target="../media/image324.png"/><Relationship Id="rId190" Type="http://schemas.openxmlformats.org/officeDocument/2006/relationships/customXml" Target="../ink/ink295.xml"/><Relationship Id="rId204" Type="http://schemas.openxmlformats.org/officeDocument/2006/relationships/customXml" Target="../ink/ink302.xml"/><Relationship Id="rId15" Type="http://schemas.openxmlformats.org/officeDocument/2006/relationships/image" Target="../media/image2270.png"/><Relationship Id="rId36" Type="http://schemas.openxmlformats.org/officeDocument/2006/relationships/customXml" Target="../ink/ink218.xml"/><Relationship Id="rId57" Type="http://schemas.openxmlformats.org/officeDocument/2006/relationships/image" Target="../media/image248.png"/><Relationship Id="rId106" Type="http://schemas.openxmlformats.org/officeDocument/2006/relationships/customXml" Target="../ink/ink253.xml"/><Relationship Id="rId127" Type="http://schemas.openxmlformats.org/officeDocument/2006/relationships/image" Target="../media/image283.png"/><Relationship Id="rId10" Type="http://schemas.openxmlformats.org/officeDocument/2006/relationships/customXml" Target="../ink/ink205.xml"/><Relationship Id="rId31" Type="http://schemas.openxmlformats.org/officeDocument/2006/relationships/image" Target="../media/image2350.png"/><Relationship Id="rId52" Type="http://schemas.openxmlformats.org/officeDocument/2006/relationships/customXml" Target="../ink/ink226.xml"/><Relationship Id="rId73" Type="http://schemas.openxmlformats.org/officeDocument/2006/relationships/image" Target="../media/image256.png"/><Relationship Id="rId78" Type="http://schemas.openxmlformats.org/officeDocument/2006/relationships/customXml" Target="../ink/ink239.xml"/><Relationship Id="rId94" Type="http://schemas.openxmlformats.org/officeDocument/2006/relationships/customXml" Target="../ink/ink247.xml"/><Relationship Id="rId99" Type="http://schemas.openxmlformats.org/officeDocument/2006/relationships/image" Target="../media/image269.png"/><Relationship Id="rId101" Type="http://schemas.openxmlformats.org/officeDocument/2006/relationships/image" Target="../media/image270.png"/><Relationship Id="rId122" Type="http://schemas.openxmlformats.org/officeDocument/2006/relationships/customXml" Target="../ink/ink261.xml"/><Relationship Id="rId143" Type="http://schemas.openxmlformats.org/officeDocument/2006/relationships/image" Target="../media/image291.png"/><Relationship Id="rId148" Type="http://schemas.openxmlformats.org/officeDocument/2006/relationships/customXml" Target="../ink/ink274.xml"/><Relationship Id="rId164" Type="http://schemas.openxmlformats.org/officeDocument/2006/relationships/customXml" Target="../ink/ink282.xml"/><Relationship Id="rId169" Type="http://schemas.openxmlformats.org/officeDocument/2006/relationships/image" Target="../media/image304.png"/><Relationship Id="rId185" Type="http://schemas.openxmlformats.org/officeDocument/2006/relationships/image" Target="../media/image312.png"/><Relationship Id="rId4" Type="http://schemas.openxmlformats.org/officeDocument/2006/relationships/customXml" Target="../ink/ink202.xml"/><Relationship Id="rId9" Type="http://schemas.openxmlformats.org/officeDocument/2006/relationships/image" Target="../media/image2240.png"/><Relationship Id="rId180" Type="http://schemas.openxmlformats.org/officeDocument/2006/relationships/customXml" Target="../ink/ink290.xml"/><Relationship Id="rId210" Type="http://schemas.openxmlformats.org/officeDocument/2006/relationships/customXml" Target="../ink/ink305.xml"/><Relationship Id="rId215" Type="http://schemas.openxmlformats.org/officeDocument/2006/relationships/image" Target="../media/image327.png"/><Relationship Id="rId26" Type="http://schemas.openxmlformats.org/officeDocument/2006/relationships/customXml" Target="../ink/ink213.xml"/><Relationship Id="rId47" Type="http://schemas.openxmlformats.org/officeDocument/2006/relationships/image" Target="../media/image2430.png"/><Relationship Id="rId68" Type="http://schemas.openxmlformats.org/officeDocument/2006/relationships/customXml" Target="../ink/ink234.xml"/><Relationship Id="rId89" Type="http://schemas.openxmlformats.org/officeDocument/2006/relationships/image" Target="../media/image264.png"/><Relationship Id="rId112" Type="http://schemas.openxmlformats.org/officeDocument/2006/relationships/customXml" Target="../ink/ink256.xml"/><Relationship Id="rId133" Type="http://schemas.openxmlformats.org/officeDocument/2006/relationships/image" Target="../media/image286.png"/><Relationship Id="rId154" Type="http://schemas.openxmlformats.org/officeDocument/2006/relationships/customXml" Target="../ink/ink277.xml"/><Relationship Id="rId175" Type="http://schemas.openxmlformats.org/officeDocument/2006/relationships/image" Target="../media/image307.png"/><Relationship Id="rId196" Type="http://schemas.openxmlformats.org/officeDocument/2006/relationships/customXml" Target="../ink/ink298.xml"/><Relationship Id="rId200" Type="http://schemas.openxmlformats.org/officeDocument/2006/relationships/customXml" Target="../ink/ink300.xml"/><Relationship Id="rId16" Type="http://schemas.openxmlformats.org/officeDocument/2006/relationships/customXml" Target="../ink/ink20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png"/><Relationship Id="rId2" Type="http://schemas.openxmlformats.org/officeDocument/2006/relationships/image" Target="../media/image3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3.png"/><Relationship Id="rId4" Type="http://schemas.openxmlformats.org/officeDocument/2006/relationships/image" Target="../media/image3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E7714-BBDF-4F29-AEA6-2F50B274EE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Transformation Matrices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A499B-EC27-48AE-9731-A5E95C0420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673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B55B9-3ED2-44AB-8EAE-9705954FF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379" y="175575"/>
            <a:ext cx="10058400" cy="1609344"/>
          </a:xfrm>
        </p:spPr>
        <p:txBody>
          <a:bodyPr/>
          <a:lstStyle/>
          <a:p>
            <a:r>
              <a:rPr lang="en-US" dirty="0"/>
              <a:t>Transformations in the plane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FF1BE4-0968-436D-B11A-F5A75D0BC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748" y="1784919"/>
            <a:ext cx="4133850" cy="4038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54A2EF-81C9-4F4C-91C9-ABD8C4D4B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707" y="1784919"/>
            <a:ext cx="3804962" cy="4038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4D4608-93E7-4F98-9FD8-663E6A91BF86}"/>
              </a:ext>
            </a:extLst>
          </p:cNvPr>
          <p:cNvSpPr txBox="1"/>
          <p:nvPr/>
        </p:nvSpPr>
        <p:spPr>
          <a:xfrm>
            <a:off x="2611225" y="5995447"/>
            <a:ext cx="79279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How do we use Matrices to perform geometric transformations?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110379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18465-44BD-4821-A573-DC4196DC3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 for Translations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582A8B-9809-4617-8D57-F5768BCFE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947" y="2189622"/>
            <a:ext cx="5633524" cy="16979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201361-657A-4178-9BED-446EA0232F70}"/>
              </a:ext>
            </a:extLst>
          </p:cNvPr>
          <p:cNvSpPr txBox="1"/>
          <p:nvPr/>
        </p:nvSpPr>
        <p:spPr>
          <a:xfrm>
            <a:off x="2163097" y="4041058"/>
            <a:ext cx="218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 point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BE59FD-C6C2-43A9-BA87-1A4F78207F14}"/>
              </a:ext>
            </a:extLst>
          </p:cNvPr>
          <p:cNvSpPr txBox="1"/>
          <p:nvPr/>
        </p:nvSpPr>
        <p:spPr>
          <a:xfrm>
            <a:off x="4832555" y="4076093"/>
            <a:ext cx="218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Translation vector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76342B-BC6C-4AD8-9FCB-C3E7DDF32A6F}"/>
              </a:ext>
            </a:extLst>
          </p:cNvPr>
          <p:cNvSpPr txBox="1"/>
          <p:nvPr/>
        </p:nvSpPr>
        <p:spPr>
          <a:xfrm>
            <a:off x="7352090" y="4041058"/>
            <a:ext cx="218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point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B08160-4941-46DF-BE0E-2D60ADDF11B3}"/>
              </a:ext>
            </a:extLst>
          </p:cNvPr>
          <p:cNvSpPr txBox="1"/>
          <p:nvPr/>
        </p:nvSpPr>
        <p:spPr>
          <a:xfrm>
            <a:off x="865239" y="502428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Translation matrices are always given as column vectors.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62866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ECBDA-065F-415C-9BF8-424356FFA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general: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473E37-A58C-46BA-ACCD-67B66ABDF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105" y="2464055"/>
            <a:ext cx="6813560" cy="12623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6BFE15-C954-4CCF-88A0-FDA75FA14011}"/>
              </a:ext>
            </a:extLst>
          </p:cNvPr>
          <p:cNvSpPr txBox="1"/>
          <p:nvPr/>
        </p:nvSpPr>
        <p:spPr>
          <a:xfrm>
            <a:off x="658761" y="4896465"/>
            <a:ext cx="84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a translation, distances and areas are preserved.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31514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86EDB-9609-4150-A6BF-1D6902BE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Deriving matrices for transformations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0135AE-5BA6-4635-9BF8-B0CA4DBDA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590" y="2620618"/>
            <a:ext cx="8062671" cy="252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14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D1427-7B46-4B1F-92F8-B3A96AE3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 a unit square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2862BD-C5BE-486A-9BC4-2C5C7DC3D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410" y="1888641"/>
            <a:ext cx="494347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211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D1427-7B46-4B1F-92F8-B3A96AE31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31" y="378615"/>
            <a:ext cx="10058400" cy="1609344"/>
          </a:xfrm>
        </p:spPr>
        <p:txBody>
          <a:bodyPr/>
          <a:lstStyle/>
          <a:p>
            <a:r>
              <a:rPr lang="en-US" dirty="0"/>
              <a:t>Matrices for reflection in the x axis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79402C-4D5F-4AEF-81C3-C4FE6B420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31" y="2226497"/>
            <a:ext cx="6000750" cy="3438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FA1040-D22F-47BD-8504-C03CF0028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575" y="2053663"/>
            <a:ext cx="5130194" cy="378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99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D1427-7B46-4B1F-92F8-B3A96AE31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31" y="378615"/>
            <a:ext cx="10058400" cy="1609344"/>
          </a:xfrm>
        </p:spPr>
        <p:txBody>
          <a:bodyPr/>
          <a:lstStyle/>
          <a:p>
            <a:r>
              <a:rPr lang="en-US" dirty="0"/>
              <a:t>Matrices for reflection in the y axis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13FD2F-B781-4B07-95FA-29F2B79B9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28" y="2053663"/>
            <a:ext cx="2981325" cy="3486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657F45-CAD1-4DDF-A937-C30652DA4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797" y="1612110"/>
            <a:ext cx="646747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126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D1427-7B46-4B1F-92F8-B3A96AE31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31" y="378615"/>
            <a:ext cx="10058400" cy="1609344"/>
          </a:xfrm>
        </p:spPr>
        <p:txBody>
          <a:bodyPr/>
          <a:lstStyle/>
          <a:p>
            <a:r>
              <a:rPr lang="en-US" dirty="0"/>
              <a:t>Matrices for reflection in line y=x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0DBAD-0DE2-4793-A6CA-8313D5125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47" y="1949378"/>
            <a:ext cx="4334181" cy="3816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CFC681-9443-4973-9CB9-A0F75696B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3431" y="1949378"/>
            <a:ext cx="5372100" cy="32004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B113A00-7569-485C-B11C-683559C7AA7B}"/>
              </a:ext>
            </a:extLst>
          </p:cNvPr>
          <p:cNvCxnSpPr>
            <a:cxnSpLocks/>
          </p:cNvCxnSpPr>
          <p:nvPr/>
        </p:nvCxnSpPr>
        <p:spPr>
          <a:xfrm flipV="1">
            <a:off x="1179443" y="2358887"/>
            <a:ext cx="2875722" cy="29419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695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D1427-7B46-4B1F-92F8-B3A96AE31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31" y="378615"/>
            <a:ext cx="10058400" cy="1609344"/>
          </a:xfrm>
        </p:spPr>
        <p:txBody>
          <a:bodyPr/>
          <a:lstStyle/>
          <a:p>
            <a:r>
              <a:rPr lang="en-US" dirty="0"/>
              <a:t>Matrices for reflection in line y=-x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0DBAD-0DE2-4793-A6CA-8313D5125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47" y="1949378"/>
            <a:ext cx="4334181" cy="381641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4248E3-63C8-4752-8D60-B13A3BA96112}"/>
              </a:ext>
            </a:extLst>
          </p:cNvPr>
          <p:cNvCxnSpPr>
            <a:cxnSpLocks/>
          </p:cNvCxnSpPr>
          <p:nvPr/>
        </p:nvCxnSpPr>
        <p:spPr>
          <a:xfrm>
            <a:off x="1185915" y="3101008"/>
            <a:ext cx="2398644" cy="20673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FFFC98F-2890-44AE-90F0-86B1A40B9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3053" y="1949378"/>
            <a:ext cx="5534025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52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138F4-C41A-45D3-AF81-EEFF4834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DILATIONS FROM THE X AXIS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5AD232-F6AA-4A4D-A847-3489F7C72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" y="1931636"/>
            <a:ext cx="3104587" cy="69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8ACB79-BEAF-4C98-80E5-F6FEA50F4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705" y="2770992"/>
            <a:ext cx="7315200" cy="1885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61DE72-1DEE-4C03-89EB-42CA1D801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492" y="5214937"/>
            <a:ext cx="7633873" cy="98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70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138F4-C41A-45D3-AF81-EEFF4834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DILATIONS FROM THE Y AXIS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F7E7C0-211B-49D6-BEB9-7320AAE4C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329" y="1820275"/>
            <a:ext cx="3648121" cy="8316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C8307B-4ABE-4AED-AE85-0576AF713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888" y="2801916"/>
            <a:ext cx="7258050" cy="1847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392A41-338B-4A72-94EE-53B6136FC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4582" y="4799711"/>
            <a:ext cx="9181791" cy="118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071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138F4-C41A-45D3-AF81-EEFF4834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DILATIONS FROM THE X AND Y AXES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08A777-EED0-495D-9665-1C8BF1A3A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757" y="1764968"/>
            <a:ext cx="6190007" cy="442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577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FF4C-191B-461D-93BE-04E4E109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SHEARS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08AE66-FD48-4D76-A7D2-B1433B2E4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615" y="2686953"/>
            <a:ext cx="7673150" cy="207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394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FF4C-191B-461D-93BE-04E4E109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SHEARS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0E23DF-3556-42D6-8BB2-8BFBA5AB9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704" y="2663004"/>
            <a:ext cx="3619914" cy="34541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43D3E6-8374-4D9A-A9F5-0D63398AD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277" y="2989739"/>
            <a:ext cx="4208934" cy="312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65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FF4C-191B-461D-93BE-04E4E109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SHEARS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0E23DF-3556-42D6-8BB2-8BFBA5AB9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789" y="1854621"/>
            <a:ext cx="3619914" cy="34541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43D3E6-8374-4D9A-A9F5-0D63398AD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755" y="1865309"/>
            <a:ext cx="4208934" cy="31273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278FD6-DC36-4F6E-B3BB-27D09A689C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08" y="5456517"/>
            <a:ext cx="5444492" cy="769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57ED75-FDD4-4118-BA5E-54CB6E0015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193" y="5292171"/>
            <a:ext cx="531495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49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FF4C-191B-461D-93BE-04E4E109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Projections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225005-3A3C-498C-964E-71535E84D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79" y="2093976"/>
            <a:ext cx="6115624" cy="2249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F0CC35-38BC-44F5-93AD-F8CBAACAC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321" y="1947100"/>
            <a:ext cx="280035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862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FF4C-191B-461D-93BE-04E4E109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Projections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225005-3A3C-498C-964E-71535E84D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79" y="2093976"/>
            <a:ext cx="6115624" cy="22494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D18ACC-A5B2-491D-A1F6-3A6C811A7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578" y="962025"/>
            <a:ext cx="2266950" cy="2466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53F371-31BF-4B11-B129-4AF1AA8CD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2008" y="3906393"/>
            <a:ext cx="2781300" cy="2390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3E58B-BDCC-4941-BB7A-78AC28A462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5824" y="5328857"/>
            <a:ext cx="3771900" cy="12477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DFEC5C-C788-450F-A56C-0B0E303114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6299" y="832104"/>
            <a:ext cx="378142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639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FEF8D-DF77-4E45-8082-B250ECA3B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Linear transformations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3295B2-EC43-404E-804F-3C21407A6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372" y="2175456"/>
            <a:ext cx="5507302" cy="19719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8073AA-3016-4FA8-B6CB-BA39C30DB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37" y="2501128"/>
            <a:ext cx="2530809" cy="14757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F7B481CD-2FFC-4E1C-8312-3FA613CB77A1}"/>
                  </a:ext>
                </a:extLst>
              </p14:cNvPr>
              <p14:cNvContentPartPr/>
              <p14:nvPr/>
            </p14:nvContentPartPr>
            <p14:xfrm>
              <a:off x="3363731" y="3014607"/>
              <a:ext cx="1175040" cy="3160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F7B481CD-2FFC-4E1C-8312-3FA613CB77A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54734" y="3005607"/>
                <a:ext cx="1192675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78806328-6DD6-4CA5-BF30-7F0E742D60DF}"/>
                  </a:ext>
                </a:extLst>
              </p14:cNvPr>
              <p14:cNvContentPartPr/>
              <p14:nvPr/>
            </p14:nvContentPartPr>
            <p14:xfrm>
              <a:off x="4804451" y="3058887"/>
              <a:ext cx="898200" cy="2440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78806328-6DD6-4CA5-BF30-7F0E742D60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95811" y="3050247"/>
                <a:ext cx="91584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967BAEF4-5482-4036-B74C-A468C190697D}"/>
                  </a:ext>
                </a:extLst>
              </p14:cNvPr>
              <p14:cNvContentPartPr/>
              <p14:nvPr/>
            </p14:nvContentPartPr>
            <p14:xfrm>
              <a:off x="9858851" y="2693127"/>
              <a:ext cx="1169640" cy="3549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967BAEF4-5482-4036-B74C-A468C190697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849851" y="2684487"/>
                <a:ext cx="118728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74972718-22A0-4E47-BBA6-FC728ED02BEE}"/>
                  </a:ext>
                </a:extLst>
              </p14:cNvPr>
              <p14:cNvContentPartPr/>
              <p14:nvPr/>
            </p14:nvContentPartPr>
            <p14:xfrm>
              <a:off x="11061251" y="2942607"/>
              <a:ext cx="127800" cy="1054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74972718-22A0-4E47-BBA6-FC728ED02BE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052611" y="2933607"/>
                <a:ext cx="14544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7D2B400A-FA7D-4782-BCA0-071D22A90BA2}"/>
                  </a:ext>
                </a:extLst>
              </p14:cNvPr>
              <p14:cNvContentPartPr/>
              <p14:nvPr/>
            </p14:nvContentPartPr>
            <p14:xfrm>
              <a:off x="11266451" y="2842887"/>
              <a:ext cx="520920" cy="21096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7D2B400A-FA7D-4782-BCA0-071D22A90BA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257457" y="2833887"/>
                <a:ext cx="538548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824A2257-1FA1-4D73-8F3B-28197217B046}"/>
                  </a:ext>
                </a:extLst>
              </p14:cNvPr>
              <p14:cNvContentPartPr/>
              <p14:nvPr/>
            </p14:nvContentPartPr>
            <p14:xfrm>
              <a:off x="10390571" y="3225207"/>
              <a:ext cx="249840" cy="22752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824A2257-1FA1-4D73-8F3B-28197217B04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381931" y="3216207"/>
                <a:ext cx="26748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7FE84CD6-3DB9-4376-A0D3-79DB0D271680}"/>
                  </a:ext>
                </a:extLst>
              </p14:cNvPr>
              <p14:cNvContentPartPr/>
              <p14:nvPr/>
            </p14:nvContentPartPr>
            <p14:xfrm>
              <a:off x="10723211" y="3302607"/>
              <a:ext cx="138960" cy="1389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7FE84CD6-3DB9-4376-A0D3-79DB0D27168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714571" y="3293967"/>
                <a:ext cx="15660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529337A9-84DA-456D-9501-D071ACFFF127}"/>
                  </a:ext>
                </a:extLst>
              </p14:cNvPr>
              <p14:cNvContentPartPr/>
              <p14:nvPr/>
            </p14:nvContentPartPr>
            <p14:xfrm>
              <a:off x="11005811" y="3225207"/>
              <a:ext cx="11520" cy="19980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529337A9-84DA-456D-9501-D071ACFFF12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997171" y="3216207"/>
                <a:ext cx="2916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BC1C9B0F-91AB-4067-AA19-8064427CCF50}"/>
                  </a:ext>
                </a:extLst>
              </p14:cNvPr>
              <p14:cNvContentPartPr/>
              <p14:nvPr/>
            </p14:nvContentPartPr>
            <p14:xfrm>
              <a:off x="10928411" y="3291807"/>
              <a:ext cx="266400" cy="11664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BC1C9B0F-91AB-4067-AA19-8064427CCF5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919411" y="3282807"/>
                <a:ext cx="28404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63B13451-8B36-43FC-BDE0-7D46E6E4F465}"/>
                  </a:ext>
                </a:extLst>
              </p14:cNvPr>
              <p14:cNvContentPartPr/>
              <p14:nvPr/>
            </p14:nvContentPartPr>
            <p14:xfrm>
              <a:off x="11277251" y="3308367"/>
              <a:ext cx="11520" cy="889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63B13451-8B36-43FC-BDE0-7D46E6E4F46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268611" y="3299367"/>
                <a:ext cx="2916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A75DACC1-8629-4D2D-B7C9-0AB2CCD084B2}"/>
                  </a:ext>
                </a:extLst>
              </p14:cNvPr>
              <p14:cNvContentPartPr/>
              <p14:nvPr/>
            </p14:nvContentPartPr>
            <p14:xfrm>
              <a:off x="11249891" y="3225207"/>
              <a:ext cx="5760" cy="280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A75DACC1-8629-4D2D-B7C9-0AB2CCD084B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240891" y="3216207"/>
                <a:ext cx="234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B980E391-D7E2-48FA-9251-D29B1001D4DA}"/>
                  </a:ext>
                </a:extLst>
              </p14:cNvPr>
              <p14:cNvContentPartPr/>
              <p14:nvPr/>
            </p14:nvContentPartPr>
            <p14:xfrm>
              <a:off x="11355011" y="3297207"/>
              <a:ext cx="216720" cy="12780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B980E391-D7E2-48FA-9251-D29B1001D4D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345996" y="3288207"/>
                <a:ext cx="234389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608E2C51-EF6C-400B-8C69-290025420B81}"/>
                  </a:ext>
                </a:extLst>
              </p14:cNvPr>
              <p14:cNvContentPartPr/>
              <p14:nvPr/>
            </p14:nvContentPartPr>
            <p14:xfrm>
              <a:off x="2698811" y="4732527"/>
              <a:ext cx="205560" cy="116424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608E2C51-EF6C-400B-8C69-290025420B8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689811" y="4723887"/>
                <a:ext cx="223200" cy="11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026A3C70-AF00-478D-8367-04E39161D363}"/>
                  </a:ext>
                </a:extLst>
              </p14:cNvPr>
              <p14:cNvContentPartPr/>
              <p14:nvPr/>
            </p14:nvContentPartPr>
            <p14:xfrm>
              <a:off x="3064571" y="4749087"/>
              <a:ext cx="172080" cy="21636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026A3C70-AF00-478D-8367-04E39161D36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055571" y="4740447"/>
                <a:ext cx="18972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61252EA7-302C-47E4-91B2-70792471A6D9}"/>
                  </a:ext>
                </a:extLst>
              </p14:cNvPr>
              <p14:cNvContentPartPr/>
              <p14:nvPr/>
            </p14:nvContentPartPr>
            <p14:xfrm>
              <a:off x="3319451" y="4627407"/>
              <a:ext cx="33480" cy="6696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61252EA7-302C-47E4-91B2-70792471A6D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310451" y="4618407"/>
                <a:ext cx="511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C823AA8F-73C5-4607-B104-EF8481C80EC5}"/>
                  </a:ext>
                </a:extLst>
              </p14:cNvPr>
              <p14:cNvContentPartPr/>
              <p14:nvPr/>
            </p14:nvContentPartPr>
            <p14:xfrm>
              <a:off x="3103091" y="5331207"/>
              <a:ext cx="166680" cy="32724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C823AA8F-73C5-4607-B104-EF8481C80EC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094451" y="5322207"/>
                <a:ext cx="18432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5C3BF591-4D80-48D3-B44A-05BF879787A6}"/>
                  </a:ext>
                </a:extLst>
              </p14:cNvPr>
              <p14:cNvContentPartPr/>
              <p14:nvPr/>
            </p14:nvContentPartPr>
            <p14:xfrm>
              <a:off x="3341411" y="5248047"/>
              <a:ext cx="22680" cy="8892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5C3BF591-4D80-48D3-B44A-05BF879787A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332771" y="5239047"/>
                <a:ext cx="4032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4B19370D-3DAE-4C67-878A-329FAFE2CF7D}"/>
                  </a:ext>
                </a:extLst>
              </p14:cNvPr>
              <p14:cNvContentPartPr/>
              <p14:nvPr/>
            </p14:nvContentPartPr>
            <p14:xfrm>
              <a:off x="3530051" y="4715967"/>
              <a:ext cx="138960" cy="103680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4B19370D-3DAE-4C67-878A-329FAFE2CF7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521051" y="4706967"/>
                <a:ext cx="156600" cy="10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20B73CFF-1036-41F4-99CA-B7C0CB77D9EF}"/>
                  </a:ext>
                </a:extLst>
              </p14:cNvPr>
              <p14:cNvContentPartPr/>
              <p14:nvPr/>
            </p14:nvContentPartPr>
            <p14:xfrm>
              <a:off x="3873491" y="5137167"/>
              <a:ext cx="122400" cy="5544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20B73CFF-1036-41F4-99CA-B7C0CB77D9E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864851" y="5128225"/>
                <a:ext cx="140040" cy="729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042C0EC0-BA54-4F08-B28B-56866F571000}"/>
                  </a:ext>
                </a:extLst>
              </p14:cNvPr>
              <p14:cNvContentPartPr/>
              <p14:nvPr/>
            </p14:nvContentPartPr>
            <p14:xfrm>
              <a:off x="4970771" y="4787967"/>
              <a:ext cx="155520" cy="2163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042C0EC0-BA54-4F08-B28B-56866F57100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962131" y="4778967"/>
                <a:ext cx="17316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F4452765-2163-473B-9199-0D0D6FB4501E}"/>
                  </a:ext>
                </a:extLst>
              </p14:cNvPr>
              <p14:cNvContentPartPr/>
              <p14:nvPr/>
            </p14:nvContentPartPr>
            <p14:xfrm>
              <a:off x="4266971" y="4793367"/>
              <a:ext cx="416160" cy="103104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F4452765-2163-473B-9199-0D0D6FB4501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58331" y="4784727"/>
                <a:ext cx="433800" cy="10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7A82CFCF-97A8-4271-BCB5-F8B5CD779B43}"/>
                  </a:ext>
                </a:extLst>
              </p14:cNvPr>
              <p14:cNvContentPartPr/>
              <p14:nvPr/>
            </p14:nvContentPartPr>
            <p14:xfrm>
              <a:off x="4993091" y="5253447"/>
              <a:ext cx="210960" cy="31608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7A82CFCF-97A8-4271-BCB5-F8B5CD779B4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984091" y="5244807"/>
                <a:ext cx="22860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6266E501-DCD7-45BC-A78F-881AE52A4D01}"/>
                  </a:ext>
                </a:extLst>
              </p14:cNvPr>
              <p14:cNvContentPartPr/>
              <p14:nvPr/>
            </p14:nvContentPartPr>
            <p14:xfrm>
              <a:off x="5325371" y="4754847"/>
              <a:ext cx="188640" cy="89244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6266E501-DCD7-45BC-A78F-881AE52A4D0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316731" y="4745847"/>
                <a:ext cx="206280" cy="91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B9077B0D-BC7F-484D-8C7F-949A6618BEBC}"/>
                  </a:ext>
                </a:extLst>
              </p14:cNvPr>
              <p14:cNvContentPartPr/>
              <p14:nvPr/>
            </p14:nvContentPartPr>
            <p14:xfrm>
              <a:off x="5702291" y="4732527"/>
              <a:ext cx="133200" cy="91476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B9077B0D-BC7F-484D-8C7F-949A6618BEB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693651" y="4723887"/>
                <a:ext cx="150840" cy="9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64F61B7B-C754-44F0-8696-0A3E9D63059C}"/>
                  </a:ext>
                </a:extLst>
              </p14:cNvPr>
              <p14:cNvContentPartPr/>
              <p14:nvPr/>
            </p14:nvContentPartPr>
            <p14:xfrm>
              <a:off x="6012611" y="4787967"/>
              <a:ext cx="160920" cy="1720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64F61B7B-C754-44F0-8696-0A3E9D63059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003971" y="4778967"/>
                <a:ext cx="17856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FE00D700-AD4B-4CEE-8339-1898EDDC89BC}"/>
                  </a:ext>
                </a:extLst>
              </p14:cNvPr>
              <p14:cNvContentPartPr/>
              <p14:nvPr/>
            </p14:nvContentPartPr>
            <p14:xfrm>
              <a:off x="6007211" y="5203767"/>
              <a:ext cx="122400" cy="31068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FE00D700-AD4B-4CEE-8339-1898EDDC89B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998211" y="5194767"/>
                <a:ext cx="14004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31732DEA-8BA5-4021-8218-F55B545D39FA}"/>
                  </a:ext>
                </a:extLst>
              </p14:cNvPr>
              <p14:cNvContentPartPr/>
              <p14:nvPr/>
            </p14:nvContentPartPr>
            <p14:xfrm>
              <a:off x="6284411" y="4749087"/>
              <a:ext cx="150120" cy="87588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31732DEA-8BA5-4021-8218-F55B545D39F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275411" y="4740447"/>
                <a:ext cx="167760" cy="89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4CDC115B-022E-47D0-99B7-CF58634F5E47}"/>
                  </a:ext>
                </a:extLst>
              </p14:cNvPr>
              <p14:cNvContentPartPr/>
              <p14:nvPr/>
            </p14:nvContentPartPr>
            <p14:xfrm>
              <a:off x="6660971" y="5131407"/>
              <a:ext cx="78120" cy="7236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4CDC115B-022E-47D0-99B7-CF58634F5E4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652331" y="5122767"/>
                <a:ext cx="957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BF212F7A-22B0-4445-8791-342E8FFB9FA5}"/>
                  </a:ext>
                </a:extLst>
              </p14:cNvPr>
              <p14:cNvContentPartPr/>
              <p14:nvPr/>
            </p14:nvContentPartPr>
            <p14:xfrm>
              <a:off x="7109891" y="4688247"/>
              <a:ext cx="144360" cy="101448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BF212F7A-22B0-4445-8791-342E8FFB9FA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101251" y="4679247"/>
                <a:ext cx="162000" cy="10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55ACC989-4364-40AD-9DE3-4F7FE449C0EF}"/>
                  </a:ext>
                </a:extLst>
              </p14:cNvPr>
              <p14:cNvContentPartPr/>
              <p14:nvPr/>
            </p14:nvContentPartPr>
            <p14:xfrm>
              <a:off x="7420211" y="4843407"/>
              <a:ext cx="344160" cy="19980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55ACC989-4364-40AD-9DE3-4F7FE449C0E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411562" y="4834407"/>
                <a:ext cx="361818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19107736-FA60-41B0-B7B4-F8064299F774}"/>
                  </a:ext>
                </a:extLst>
              </p14:cNvPr>
              <p14:cNvContentPartPr/>
              <p14:nvPr/>
            </p14:nvContentPartPr>
            <p14:xfrm>
              <a:off x="7991171" y="4865367"/>
              <a:ext cx="78120" cy="11664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19107736-FA60-41B0-B7B4-F8064299F77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982171" y="4856727"/>
                <a:ext cx="9576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30B3021E-5A42-49B8-9978-1BE9BF4F158A}"/>
                  </a:ext>
                </a:extLst>
              </p14:cNvPr>
              <p14:cNvContentPartPr/>
              <p14:nvPr/>
            </p14:nvContentPartPr>
            <p14:xfrm>
              <a:off x="8296091" y="4787967"/>
              <a:ext cx="376920" cy="33840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30B3021E-5A42-49B8-9978-1BE9BF4F158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287100" y="4778967"/>
                <a:ext cx="394543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31FFFE69-0203-406A-AD9D-9E33A5D64F6F}"/>
                  </a:ext>
                </a:extLst>
              </p14:cNvPr>
              <p14:cNvContentPartPr/>
              <p14:nvPr/>
            </p14:nvContentPartPr>
            <p14:xfrm>
              <a:off x="7553411" y="5347767"/>
              <a:ext cx="144360" cy="20556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31FFFE69-0203-406A-AD9D-9E33A5D64F6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544411" y="5338767"/>
                <a:ext cx="16200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6775D8D3-AB22-4304-B0DD-D1343E5E56B7}"/>
                  </a:ext>
                </a:extLst>
              </p14:cNvPr>
              <p14:cNvContentPartPr/>
              <p14:nvPr/>
            </p14:nvContentPartPr>
            <p14:xfrm>
              <a:off x="7764011" y="5347767"/>
              <a:ext cx="94680" cy="17784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6775D8D3-AB22-4304-B0DD-D1343E5E56B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755011" y="5338767"/>
                <a:ext cx="11232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1933CF04-EF20-43A9-8664-571BAE6BB050}"/>
                  </a:ext>
                </a:extLst>
              </p14:cNvPr>
              <p14:cNvContentPartPr/>
              <p14:nvPr/>
            </p14:nvContentPartPr>
            <p14:xfrm>
              <a:off x="7880291" y="5369727"/>
              <a:ext cx="94680" cy="14436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1933CF04-EF20-43A9-8664-571BAE6BB05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871291" y="5361087"/>
                <a:ext cx="11232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3BD6FA0C-D4E1-41F3-AE9F-140725212286}"/>
                  </a:ext>
                </a:extLst>
              </p14:cNvPr>
              <p14:cNvContentPartPr/>
              <p14:nvPr/>
            </p14:nvContentPartPr>
            <p14:xfrm>
              <a:off x="8196011" y="5331207"/>
              <a:ext cx="105480" cy="17784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3BD6FA0C-D4E1-41F3-AE9F-14072521228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187371" y="5322207"/>
                <a:ext cx="12312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5522EBDF-3003-46B1-968B-B3884D68DDB9}"/>
                  </a:ext>
                </a:extLst>
              </p14:cNvPr>
              <p14:cNvContentPartPr/>
              <p14:nvPr/>
            </p14:nvContentPartPr>
            <p14:xfrm>
              <a:off x="8445491" y="5248047"/>
              <a:ext cx="371520" cy="38268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5522EBDF-3003-46B1-968B-B3884D68DDB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436851" y="5239047"/>
                <a:ext cx="38916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2232803E-5CDE-4E67-803F-E5C0D95DF83B}"/>
                  </a:ext>
                </a:extLst>
              </p14:cNvPr>
              <p14:cNvContentPartPr/>
              <p14:nvPr/>
            </p14:nvContentPartPr>
            <p14:xfrm>
              <a:off x="8922131" y="4732527"/>
              <a:ext cx="172080" cy="84816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2232803E-5CDE-4E67-803F-E5C0D95DF83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913491" y="4723887"/>
                <a:ext cx="189720" cy="86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D2340F3E-AD7C-4BDC-81CA-543449637EE6}"/>
                  </a:ext>
                </a:extLst>
              </p14:cNvPr>
              <p14:cNvContentPartPr/>
              <p14:nvPr/>
            </p14:nvContentPartPr>
            <p14:xfrm>
              <a:off x="5031971" y="5846367"/>
              <a:ext cx="648360" cy="43272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D2340F3E-AD7C-4BDC-81CA-543449637EE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022976" y="5837727"/>
                <a:ext cx="665990" cy="45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7BAA9D41-A182-41FE-9A9A-84A724B02629}"/>
                  </a:ext>
                </a:extLst>
              </p14:cNvPr>
              <p14:cNvContentPartPr/>
              <p14:nvPr/>
            </p14:nvContentPartPr>
            <p14:xfrm>
              <a:off x="5962931" y="6035007"/>
              <a:ext cx="864720" cy="47700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7BAA9D41-A182-41FE-9A9A-84A724B0262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953931" y="6026007"/>
                <a:ext cx="88236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8DE77041-23CE-4CF0-AB57-108755B00A4D}"/>
                  </a:ext>
                </a:extLst>
              </p14:cNvPr>
              <p14:cNvContentPartPr/>
              <p14:nvPr/>
            </p14:nvContentPartPr>
            <p14:xfrm>
              <a:off x="6910451" y="6212127"/>
              <a:ext cx="116640" cy="15012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8DE77041-23CE-4CF0-AB57-108755B00A4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901811" y="6203487"/>
                <a:ext cx="1342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25F56960-EA6E-4FA4-AEEB-86B072733A95}"/>
                  </a:ext>
                </a:extLst>
              </p14:cNvPr>
              <p14:cNvContentPartPr/>
              <p14:nvPr/>
            </p14:nvContentPartPr>
            <p14:xfrm>
              <a:off x="7320491" y="6195567"/>
              <a:ext cx="166680" cy="16668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25F56960-EA6E-4FA4-AEEB-86B072733A9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311851" y="6186927"/>
                <a:ext cx="18432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192FE8D8-E4E7-4EED-B840-D74CDF86D596}"/>
                  </a:ext>
                </a:extLst>
              </p14:cNvPr>
              <p14:cNvContentPartPr/>
              <p14:nvPr/>
            </p14:nvContentPartPr>
            <p14:xfrm>
              <a:off x="7808291" y="6156687"/>
              <a:ext cx="615600" cy="33840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192FE8D8-E4E7-4EED-B840-D74CDF86D59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799291" y="6148047"/>
                <a:ext cx="63324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33787416-43B4-47A1-B9D5-889AF8A6BE49}"/>
                  </a:ext>
                </a:extLst>
              </p14:cNvPr>
              <p14:cNvContentPartPr/>
              <p14:nvPr/>
            </p14:nvContentPartPr>
            <p14:xfrm>
              <a:off x="8528651" y="6073527"/>
              <a:ext cx="1369080" cy="32724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33787416-43B4-47A1-B9D5-889AF8A6BE4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520011" y="6064887"/>
                <a:ext cx="1386720" cy="34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0415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1909EC7-FE16-4CDD-B10C-A5E60EE81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61" y="628650"/>
            <a:ext cx="3076575" cy="2800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0FD7FE-E218-48FB-AF5C-55549872A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343" y="1656449"/>
            <a:ext cx="3680463" cy="139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418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1909EC7-FE16-4CDD-B10C-A5E60EE81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615" y="219977"/>
            <a:ext cx="3076575" cy="2800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0FD7FE-E218-48FB-AF5C-55549872A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007" y="4861610"/>
            <a:ext cx="3680463" cy="139155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F750A8F-8F41-487A-A5F0-8AEB3039F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-41961"/>
            <a:ext cx="3619500" cy="332422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D3D48EF-5FEA-4B3E-BFB7-787C950D2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3190874"/>
            <a:ext cx="9601200" cy="100012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A8BE28B-8F4D-45C8-980F-00CA882B70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704" y="4770243"/>
            <a:ext cx="2321392" cy="14829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9FBC8E6-0502-4C4A-BC1E-43D8B991EE56}"/>
                  </a:ext>
                </a:extLst>
              </p14:cNvPr>
              <p14:cNvContentPartPr/>
              <p14:nvPr/>
            </p14:nvContentPartPr>
            <p14:xfrm>
              <a:off x="3258251" y="4206207"/>
              <a:ext cx="5760" cy="57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9FBC8E6-0502-4C4A-BC1E-43D8B991EE5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49611" y="4197207"/>
                <a:ext cx="234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D93DE26-0AF1-44F1-8682-0F3517019A19}"/>
                  </a:ext>
                </a:extLst>
              </p14:cNvPr>
              <p14:cNvContentPartPr/>
              <p14:nvPr/>
            </p14:nvContentPartPr>
            <p14:xfrm>
              <a:off x="5264531" y="4195047"/>
              <a:ext cx="5760" cy="3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D93DE26-0AF1-44F1-8682-0F3517019A1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60211" y="4190727"/>
                <a:ext cx="144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1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CA48903B-E4EB-49B8-9D6E-C1CCD2DE59B6}"/>
                  </a:ext>
                </a:extLst>
              </p14:cNvPr>
              <p14:cNvContentPartPr/>
              <p14:nvPr/>
            </p14:nvContentPartPr>
            <p14:xfrm>
              <a:off x="265931" y="4294767"/>
              <a:ext cx="815040" cy="30492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CA48903B-E4EB-49B8-9D6E-C1CCD2DE59B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7931" y="4276788"/>
                <a:ext cx="850680" cy="3405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3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A228F6DD-A010-4F5F-8BB5-E24F9430A977}"/>
                  </a:ext>
                </a:extLst>
              </p14:cNvPr>
              <p14:cNvContentPartPr/>
              <p14:nvPr/>
            </p14:nvContentPartPr>
            <p14:xfrm>
              <a:off x="1113731" y="4394487"/>
              <a:ext cx="166680" cy="2829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A228F6DD-A010-4F5F-8BB5-E24F9430A97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95731" y="4376487"/>
                <a:ext cx="20232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5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1DD9FCB-CB72-406D-A5F0-B78A42D88C2C}"/>
                  </a:ext>
                </a:extLst>
              </p14:cNvPr>
              <p14:cNvContentPartPr/>
              <p14:nvPr/>
            </p14:nvContentPartPr>
            <p14:xfrm>
              <a:off x="1357451" y="4233927"/>
              <a:ext cx="604440" cy="38808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1DD9FCB-CB72-406D-A5F0-B78A42D88C2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39811" y="4215944"/>
                <a:ext cx="640080" cy="4236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7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A2334FE1-EFFF-4B8B-9A12-1E91250F4861}"/>
                  </a:ext>
                </a:extLst>
              </p14:cNvPr>
              <p14:cNvContentPartPr/>
              <p14:nvPr/>
            </p14:nvContentPartPr>
            <p14:xfrm>
              <a:off x="2033531" y="4366767"/>
              <a:ext cx="166680" cy="30528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A2334FE1-EFFF-4B8B-9A12-1E91250F486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015891" y="4349127"/>
                <a:ext cx="202320" cy="34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1514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1909EC7-FE16-4CDD-B10C-A5E60EE81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615" y="219977"/>
            <a:ext cx="3076575" cy="2800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0FD7FE-E218-48FB-AF5C-55549872A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007" y="4861610"/>
            <a:ext cx="3680463" cy="139155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F750A8F-8F41-487A-A5F0-8AEB3039F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-41961"/>
            <a:ext cx="3619500" cy="332422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D3D48EF-5FEA-4B3E-BFB7-787C950D2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3190874"/>
            <a:ext cx="9601200" cy="100012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A8BE28B-8F4D-45C8-980F-00CA882B70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704" y="4770243"/>
            <a:ext cx="2321392" cy="14829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EE55A5B-0739-42FC-98DC-AFB51FD51678}"/>
                  </a:ext>
                </a:extLst>
              </p14:cNvPr>
              <p14:cNvContentPartPr/>
              <p14:nvPr/>
            </p14:nvContentPartPr>
            <p14:xfrm>
              <a:off x="6095771" y="5441727"/>
              <a:ext cx="116640" cy="5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EE55A5B-0739-42FC-98DC-AFB51FD5167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78131" y="5424087"/>
                <a:ext cx="1522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1105C46-6854-4CBC-9D56-6ECC9F86F109}"/>
                  </a:ext>
                </a:extLst>
              </p14:cNvPr>
              <p14:cNvContentPartPr/>
              <p14:nvPr/>
            </p14:nvContentPartPr>
            <p14:xfrm>
              <a:off x="6106931" y="5530647"/>
              <a:ext cx="88920" cy="5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1105C46-6854-4CBC-9D56-6ECC9F86F10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88931" y="5512647"/>
                <a:ext cx="1245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866A380-915C-4C84-ACA6-D04187F21971}"/>
                  </a:ext>
                </a:extLst>
              </p14:cNvPr>
              <p14:cNvContentPartPr/>
              <p14:nvPr/>
            </p14:nvContentPartPr>
            <p14:xfrm>
              <a:off x="6500411" y="5065167"/>
              <a:ext cx="194400" cy="937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866A380-915C-4C84-ACA6-D04187F2197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82411" y="5047167"/>
                <a:ext cx="230040" cy="9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C3CDCB3-93EE-461A-9952-BC3ED6691B74}"/>
                  </a:ext>
                </a:extLst>
              </p14:cNvPr>
              <p14:cNvContentPartPr/>
              <p14:nvPr/>
            </p14:nvContentPartPr>
            <p14:xfrm>
              <a:off x="6833051" y="5176047"/>
              <a:ext cx="177840" cy="249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C3CDCB3-93EE-461A-9952-BC3ED6691B7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15051" y="5158047"/>
                <a:ext cx="21348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2879E31-313B-4B89-87A8-161A1B9D18A4}"/>
                  </a:ext>
                </a:extLst>
              </p14:cNvPr>
              <p14:cNvContentPartPr/>
              <p14:nvPr/>
            </p14:nvContentPartPr>
            <p14:xfrm>
              <a:off x="7497971" y="5253447"/>
              <a:ext cx="155520" cy="44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2879E31-313B-4B89-87A8-161A1B9D18A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79971" y="5235807"/>
                <a:ext cx="1911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DD422AF-BF3F-46EC-B0B6-1F9EA3625923}"/>
                  </a:ext>
                </a:extLst>
              </p14:cNvPr>
              <p14:cNvContentPartPr/>
              <p14:nvPr/>
            </p14:nvContentPartPr>
            <p14:xfrm>
              <a:off x="7847171" y="5170287"/>
              <a:ext cx="155520" cy="249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DD422AF-BF3F-46EC-B0B6-1F9EA362592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829171" y="5152647"/>
                <a:ext cx="19116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E6621F1-1F9C-4A3E-AD3E-828AC10E9A69}"/>
                  </a:ext>
                </a:extLst>
              </p14:cNvPr>
              <p14:cNvContentPartPr/>
              <p14:nvPr/>
            </p14:nvContentPartPr>
            <p14:xfrm>
              <a:off x="8672651" y="5220327"/>
              <a:ext cx="216360" cy="1944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E6621F1-1F9C-4A3E-AD3E-828AC10E9A6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655011" y="5202327"/>
                <a:ext cx="25200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2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C7108C8-4364-4B36-BFC1-26EA82924AF8}"/>
                  </a:ext>
                </a:extLst>
              </p14:cNvPr>
              <p14:cNvContentPartPr/>
              <p14:nvPr/>
            </p14:nvContentPartPr>
            <p14:xfrm>
              <a:off x="9343331" y="5286567"/>
              <a:ext cx="100080" cy="33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C7108C8-4364-4B36-BFC1-26EA82924AF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325331" y="5268927"/>
                <a:ext cx="13572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2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CB11D2B-9D2F-418F-AE08-3C78B3AFBE23}"/>
                  </a:ext>
                </a:extLst>
              </p14:cNvPr>
              <p14:cNvContentPartPr/>
              <p14:nvPr/>
            </p14:nvContentPartPr>
            <p14:xfrm>
              <a:off x="9553931" y="5164887"/>
              <a:ext cx="172080" cy="2440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CB11D2B-9D2F-418F-AE08-3C78B3AFBE2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535931" y="5146887"/>
                <a:ext cx="20772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2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1CD7251-AAE7-4F8F-918C-913EFEB21FEA}"/>
                  </a:ext>
                </a:extLst>
              </p14:cNvPr>
              <p14:cNvContentPartPr/>
              <p14:nvPr/>
            </p14:nvContentPartPr>
            <p14:xfrm>
              <a:off x="9598211" y="5658087"/>
              <a:ext cx="199800" cy="2610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1CD7251-AAE7-4F8F-918C-913EFEB21FE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580571" y="5640087"/>
                <a:ext cx="23544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2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7A4E219-6687-4192-ADC5-0084D0718C5A}"/>
                  </a:ext>
                </a:extLst>
              </p14:cNvPr>
              <p14:cNvContentPartPr/>
              <p14:nvPr/>
            </p14:nvContentPartPr>
            <p14:xfrm>
              <a:off x="6877331" y="5674647"/>
              <a:ext cx="188640" cy="216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7A4E219-6687-4192-ADC5-0084D0718C5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859331" y="5656647"/>
                <a:ext cx="2242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2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557AE88-776F-47B4-B47B-516082F58453}"/>
                  </a:ext>
                </a:extLst>
              </p14:cNvPr>
              <p14:cNvContentPartPr/>
              <p14:nvPr/>
            </p14:nvContentPartPr>
            <p14:xfrm>
              <a:off x="7797131" y="5707767"/>
              <a:ext cx="194400" cy="2332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557AE88-776F-47B4-B47B-516082F5845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779491" y="5690127"/>
                <a:ext cx="23004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3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765E2CF-D220-4681-9E10-852EBE0809CE}"/>
                  </a:ext>
                </a:extLst>
              </p14:cNvPr>
              <p14:cNvContentPartPr/>
              <p14:nvPr/>
            </p14:nvContentPartPr>
            <p14:xfrm>
              <a:off x="8716931" y="5663487"/>
              <a:ext cx="282960" cy="288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765E2CF-D220-4681-9E10-852EBE0809C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699291" y="5645847"/>
                <a:ext cx="3186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3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18FB7A0-AA6D-42A7-8870-B590489E7FA8}"/>
                  </a:ext>
                </a:extLst>
              </p14:cNvPr>
              <p14:cNvContentPartPr/>
              <p14:nvPr/>
            </p14:nvContentPartPr>
            <p14:xfrm>
              <a:off x="9908531" y="5164887"/>
              <a:ext cx="188640" cy="8316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18FB7A0-AA6D-42A7-8870-B590489E7FA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890891" y="5146887"/>
                <a:ext cx="224280" cy="86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56D554A-D162-4F4D-8EA5-D762540D36E6}"/>
                  </a:ext>
                </a:extLst>
              </p14:cNvPr>
              <p14:cNvContentPartPr/>
              <p14:nvPr/>
            </p14:nvContentPartPr>
            <p14:xfrm>
              <a:off x="9969731" y="2122167"/>
              <a:ext cx="1092240" cy="29430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56D554A-D162-4F4D-8EA5-D762540D36E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951731" y="2104527"/>
                <a:ext cx="1127880" cy="297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0612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C1F5D-913C-458F-87C7-51B000F59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770" y="88958"/>
            <a:ext cx="10058400" cy="1609344"/>
          </a:xfrm>
        </p:spPr>
        <p:txBody>
          <a:bodyPr/>
          <a:lstStyle/>
          <a:p>
            <a:r>
              <a:rPr lang="en-AU" dirty="0"/>
              <a:t>Transformation Matrices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E99AB8-025B-4A13-8152-ECAC9CD6B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185" y="1867115"/>
            <a:ext cx="7431751" cy="450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052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83974E-2FD9-4D76-8F5E-0FA37E62F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991" y="654257"/>
            <a:ext cx="8252238" cy="593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62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50D114-D278-4B56-9C66-8B8012AAC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713" y="270803"/>
            <a:ext cx="8600110" cy="631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88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9A28E-93C3-4DD3-AE7A-7324E4C1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ABA001-227D-47F0-AFCF-1FF8F8EE6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6" y="0"/>
            <a:ext cx="990916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8E2D15-DB31-45FD-9C82-1BAA932E9CD7}"/>
              </a:ext>
            </a:extLst>
          </p:cNvPr>
          <p:cNvSpPr txBox="1"/>
          <p:nvPr/>
        </p:nvSpPr>
        <p:spPr>
          <a:xfrm>
            <a:off x="393895" y="4916658"/>
            <a:ext cx="4691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PROJECTION ONTO THE</a:t>
            </a:r>
          </a:p>
          <a:p>
            <a:r>
              <a:rPr lang="en-AU" sz="2800" dirty="0"/>
              <a:t>X AXIS</a:t>
            </a:r>
          </a:p>
        </p:txBody>
      </p:sp>
    </p:spTree>
    <p:extLst>
      <p:ext uri="{BB962C8B-B14F-4D97-AF65-F5344CB8AC3E}">
        <p14:creationId xmlns:p14="http://schemas.microsoft.com/office/powerpoint/2010/main" val="9860460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ABF0EA-08E2-45D0-AE0B-8FF50C5D3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81" y="0"/>
            <a:ext cx="10136038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E042B1-C2CF-4CDE-AFC8-5C542AE62372}"/>
              </a:ext>
            </a:extLst>
          </p:cNvPr>
          <p:cNvSpPr txBox="1"/>
          <p:nvPr/>
        </p:nvSpPr>
        <p:spPr>
          <a:xfrm>
            <a:off x="393895" y="4916658"/>
            <a:ext cx="4691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PROJECTION ONTO THE</a:t>
            </a:r>
          </a:p>
          <a:p>
            <a:r>
              <a:rPr lang="en-AU" sz="2800" dirty="0"/>
              <a:t>Y AXIS</a:t>
            </a:r>
          </a:p>
        </p:txBody>
      </p:sp>
    </p:spTree>
    <p:extLst>
      <p:ext uri="{BB962C8B-B14F-4D97-AF65-F5344CB8AC3E}">
        <p14:creationId xmlns:p14="http://schemas.microsoft.com/office/powerpoint/2010/main" val="2621891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6717E7-8C8B-4ADC-90E8-1DFE313BD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4738"/>
            <a:ext cx="12192000" cy="606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37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F00B82-C9AD-41B9-9651-19705DD7A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28" y="0"/>
            <a:ext cx="8160464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4F08EB5-2F83-4785-8D2F-C5F1D8259239}"/>
                  </a:ext>
                </a:extLst>
              </p14:cNvPr>
              <p14:cNvContentPartPr/>
              <p14:nvPr/>
            </p14:nvContentPartPr>
            <p14:xfrm>
              <a:off x="5164811" y="681513"/>
              <a:ext cx="188640" cy="2109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4F08EB5-2F83-4785-8D2F-C5F1D82592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55811" y="672513"/>
                <a:ext cx="20628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5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D252B7C-0BD5-448A-AA46-0E2680B02F7B}"/>
                  </a:ext>
                </a:extLst>
              </p14:cNvPr>
              <p14:cNvContentPartPr/>
              <p14:nvPr/>
            </p14:nvContentPartPr>
            <p14:xfrm>
              <a:off x="5425091" y="670353"/>
              <a:ext cx="116640" cy="2109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D252B7C-0BD5-448A-AA46-0E2680B02F7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16451" y="661713"/>
                <a:ext cx="13428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7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C581FE8-D93C-4C28-B039-F0466CCE8F66}"/>
                  </a:ext>
                </a:extLst>
              </p14:cNvPr>
              <p14:cNvContentPartPr/>
              <p14:nvPr/>
            </p14:nvContentPartPr>
            <p14:xfrm>
              <a:off x="5613731" y="781233"/>
              <a:ext cx="16920" cy="1054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C581FE8-D93C-4C28-B039-F0466CCE8F6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04731" y="772233"/>
                <a:ext cx="345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B55ABC5-F8CF-4DC9-809D-1749B808885D}"/>
                  </a:ext>
                </a:extLst>
              </p14:cNvPr>
              <p14:cNvContentPartPr/>
              <p14:nvPr/>
            </p14:nvContentPartPr>
            <p14:xfrm>
              <a:off x="5624891" y="686913"/>
              <a:ext cx="360" cy="3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B55ABC5-F8CF-4DC9-809D-1749B808885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15891" y="67827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6514D0C7-99FF-43FB-94CB-C437C22CBEA6}"/>
                  </a:ext>
                </a:extLst>
              </p14:cNvPr>
              <p14:cNvContentPartPr/>
              <p14:nvPr/>
            </p14:nvContentPartPr>
            <p14:xfrm>
              <a:off x="5713451" y="681513"/>
              <a:ext cx="294120" cy="1998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6514D0C7-99FF-43FB-94CB-C437C22CBEA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04451" y="672513"/>
                <a:ext cx="31176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123A184-784C-465C-BC92-19923BB03374}"/>
                  </a:ext>
                </a:extLst>
              </p14:cNvPr>
              <p14:cNvContentPartPr/>
              <p14:nvPr/>
            </p14:nvContentPartPr>
            <p14:xfrm>
              <a:off x="6273251" y="720393"/>
              <a:ext cx="172080" cy="3160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123A184-784C-465C-BC92-19923BB0337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264251" y="711393"/>
                <a:ext cx="18972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94459696-548C-46B3-9FEF-800AADE78872}"/>
                  </a:ext>
                </a:extLst>
              </p14:cNvPr>
              <p14:cNvContentPartPr/>
              <p14:nvPr/>
            </p14:nvContentPartPr>
            <p14:xfrm>
              <a:off x="6500411" y="709233"/>
              <a:ext cx="88920" cy="1389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94459696-548C-46B3-9FEF-800AADE7887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91411" y="700233"/>
                <a:ext cx="10656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7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DFDBB65-BB5C-4BD6-BA5C-F98C30293814}"/>
                  </a:ext>
                </a:extLst>
              </p14:cNvPr>
              <p14:cNvContentPartPr/>
              <p14:nvPr/>
            </p14:nvContentPartPr>
            <p14:xfrm>
              <a:off x="6672131" y="742353"/>
              <a:ext cx="11520" cy="1000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DFDBB65-BB5C-4BD6-BA5C-F98C3029381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663491" y="733713"/>
                <a:ext cx="2916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9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D652263-C5B8-41D6-B486-EC2098650640}"/>
                  </a:ext>
                </a:extLst>
              </p14:cNvPr>
              <p14:cNvContentPartPr/>
              <p14:nvPr/>
            </p14:nvContentPartPr>
            <p14:xfrm>
              <a:off x="6655571" y="648393"/>
              <a:ext cx="5760" cy="57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D652263-C5B8-41D6-B486-EC209865064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646571" y="639393"/>
                <a:ext cx="234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21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9FA85F70-6733-437A-9464-FE4AB3F00C1E}"/>
                  </a:ext>
                </a:extLst>
              </p14:cNvPr>
              <p14:cNvContentPartPr/>
              <p14:nvPr/>
            </p14:nvContentPartPr>
            <p14:xfrm>
              <a:off x="6760691" y="714633"/>
              <a:ext cx="133200" cy="1278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9FA85F70-6733-437A-9464-FE4AB3F00C1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752051" y="705993"/>
                <a:ext cx="15084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23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FCBD4ED-9AEF-4F53-8086-5194A3570BA9}"/>
                  </a:ext>
                </a:extLst>
              </p14:cNvPr>
              <p14:cNvContentPartPr/>
              <p14:nvPr/>
            </p14:nvContentPartPr>
            <p14:xfrm>
              <a:off x="6954731" y="609513"/>
              <a:ext cx="233280" cy="1944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FCBD4ED-9AEF-4F53-8086-5194A3570BA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946091" y="600513"/>
                <a:ext cx="2509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25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A360963-3C44-4077-9B65-8EA1BCE4D9C2}"/>
                  </a:ext>
                </a:extLst>
              </p14:cNvPr>
              <p14:cNvContentPartPr/>
              <p14:nvPr/>
            </p14:nvContentPartPr>
            <p14:xfrm>
              <a:off x="7464491" y="620673"/>
              <a:ext cx="360" cy="3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A360963-3C44-4077-9B65-8EA1BCE4D9C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455851" y="61167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27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F9C03AC8-104B-4310-BAAB-A3E3178CD0E1}"/>
                  </a:ext>
                </a:extLst>
              </p14:cNvPr>
              <p14:cNvContentPartPr/>
              <p14:nvPr/>
            </p14:nvContentPartPr>
            <p14:xfrm>
              <a:off x="7475651" y="675753"/>
              <a:ext cx="205200" cy="1335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F9C03AC8-104B-4310-BAAB-A3E3178CD0E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467026" y="667090"/>
                <a:ext cx="222809" cy="1512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29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E202A97B-32BB-4F60-924A-A1558D2B8991}"/>
                  </a:ext>
                </a:extLst>
              </p14:cNvPr>
              <p14:cNvContentPartPr/>
              <p14:nvPr/>
            </p14:nvContentPartPr>
            <p14:xfrm>
              <a:off x="7880291" y="565233"/>
              <a:ext cx="388080" cy="1940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E202A97B-32BB-4F60-924A-A1558D2B899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871299" y="556250"/>
                <a:ext cx="405704" cy="2116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31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AE64E050-4D34-46BD-B588-283AD318BE1E}"/>
                  </a:ext>
                </a:extLst>
              </p14:cNvPr>
              <p14:cNvContentPartPr/>
              <p14:nvPr/>
            </p14:nvContentPartPr>
            <p14:xfrm>
              <a:off x="8467811" y="565233"/>
              <a:ext cx="333000" cy="1998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AE64E050-4D34-46BD-B588-283AD318BE1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458811" y="556233"/>
                <a:ext cx="35064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33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FEB9A9F7-C19B-467A-8719-F8B514C04A3B}"/>
                  </a:ext>
                </a:extLst>
              </p14:cNvPr>
              <p14:cNvContentPartPr/>
              <p14:nvPr/>
            </p14:nvContentPartPr>
            <p14:xfrm>
              <a:off x="8872451" y="520593"/>
              <a:ext cx="105480" cy="2163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FEB9A9F7-C19B-467A-8719-F8B514C04A3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863451" y="511953"/>
                <a:ext cx="12312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35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8A2B81E6-AE20-430D-A416-17691655830E}"/>
                  </a:ext>
                </a:extLst>
              </p14:cNvPr>
              <p14:cNvContentPartPr/>
              <p14:nvPr/>
            </p14:nvContentPartPr>
            <p14:xfrm>
              <a:off x="9243611" y="620673"/>
              <a:ext cx="432720" cy="2217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8A2B81E6-AE20-430D-A416-17691655830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234611" y="611688"/>
                <a:ext cx="450360" cy="2393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37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E669B266-C61D-4223-9A11-5E299AD652ED}"/>
                  </a:ext>
                </a:extLst>
              </p14:cNvPr>
              <p14:cNvContentPartPr/>
              <p14:nvPr/>
            </p14:nvContentPartPr>
            <p14:xfrm>
              <a:off x="9753371" y="631473"/>
              <a:ext cx="377280" cy="15552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E669B266-C61D-4223-9A11-5E299AD652E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744731" y="622833"/>
                <a:ext cx="39492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39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A63C2A30-9CB3-488A-B8D7-FDA46BD2A8A3}"/>
                  </a:ext>
                </a:extLst>
              </p14:cNvPr>
              <p14:cNvContentPartPr/>
              <p14:nvPr/>
            </p14:nvContentPartPr>
            <p14:xfrm>
              <a:off x="6588971" y="1086153"/>
              <a:ext cx="188640" cy="1555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A63C2A30-9CB3-488A-B8D7-FDA46BD2A8A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580331" y="1077153"/>
                <a:ext cx="20628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41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5FC6C5E5-EA83-4FFE-A105-7291A2E78DD7}"/>
                  </a:ext>
                </a:extLst>
              </p14:cNvPr>
              <p14:cNvContentPartPr/>
              <p14:nvPr/>
            </p14:nvContentPartPr>
            <p14:xfrm>
              <a:off x="6860771" y="1036113"/>
              <a:ext cx="22320" cy="15552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5FC6C5E5-EA83-4FFE-A105-7291A2E78DD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851914" y="1027473"/>
                <a:ext cx="3968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43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92464C8F-7B68-4F52-874D-FA2C420D39B0}"/>
                  </a:ext>
                </a:extLst>
              </p14:cNvPr>
              <p14:cNvContentPartPr/>
              <p14:nvPr/>
            </p14:nvContentPartPr>
            <p14:xfrm>
              <a:off x="6971291" y="1008393"/>
              <a:ext cx="67320" cy="19440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92464C8F-7B68-4F52-874D-FA2C420D39B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962605" y="999753"/>
                <a:ext cx="85055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45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70453884-2014-4378-AEC4-516A2BC91E96}"/>
                  </a:ext>
                </a:extLst>
              </p14:cNvPr>
              <p14:cNvContentPartPr/>
              <p14:nvPr/>
            </p14:nvContentPartPr>
            <p14:xfrm>
              <a:off x="7359371" y="1047273"/>
              <a:ext cx="127800" cy="2610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70453884-2014-4378-AEC4-516A2BC91E96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350371" y="1038273"/>
                <a:ext cx="14544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47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8C3CC1CD-964A-47EB-A244-842E5032420A}"/>
                  </a:ext>
                </a:extLst>
              </p14:cNvPr>
              <p14:cNvContentPartPr/>
              <p14:nvPr/>
            </p14:nvContentPartPr>
            <p14:xfrm>
              <a:off x="7542251" y="1080393"/>
              <a:ext cx="127800" cy="11664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8C3CC1CD-964A-47EB-A244-842E5032420A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533251" y="1071753"/>
                <a:ext cx="14544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49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761432F8-815F-4FEA-A3CB-5FEAFEC38DF2}"/>
                  </a:ext>
                </a:extLst>
              </p14:cNvPr>
              <p14:cNvContentPartPr/>
              <p14:nvPr/>
            </p14:nvContentPartPr>
            <p14:xfrm>
              <a:off x="7730531" y="1080393"/>
              <a:ext cx="138960" cy="835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761432F8-815F-4FEA-A3CB-5FEAFEC38DF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721891" y="1071753"/>
                <a:ext cx="1566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51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A23649C5-99C8-4662-9764-0996780EE137}"/>
                  </a:ext>
                </a:extLst>
              </p14:cNvPr>
              <p14:cNvContentPartPr/>
              <p14:nvPr/>
            </p14:nvContentPartPr>
            <p14:xfrm>
              <a:off x="8107451" y="980673"/>
              <a:ext cx="288360" cy="19980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A23649C5-99C8-4662-9764-0996780EE13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098811" y="972033"/>
                <a:ext cx="3060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53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BCD86498-31D6-4F9D-9AB5-EC4FF68F46B1}"/>
                  </a:ext>
                </a:extLst>
              </p14:cNvPr>
              <p14:cNvContentPartPr/>
              <p14:nvPr/>
            </p14:nvContentPartPr>
            <p14:xfrm>
              <a:off x="8445491" y="1052673"/>
              <a:ext cx="138960" cy="11664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BCD86498-31D6-4F9D-9AB5-EC4FF68F46B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436851" y="1044033"/>
                <a:ext cx="15660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55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4F3A76C4-E939-41E5-9B51-74C7AC42620C}"/>
                  </a:ext>
                </a:extLst>
              </p14:cNvPr>
              <p14:cNvContentPartPr/>
              <p14:nvPr/>
            </p14:nvContentPartPr>
            <p14:xfrm>
              <a:off x="8661851" y="1074993"/>
              <a:ext cx="100080" cy="8892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4F3A76C4-E939-41E5-9B51-74C7AC42620C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652851" y="1065993"/>
                <a:ext cx="11772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57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C8FDE034-544E-4E94-85A2-AE7E2FA44F09}"/>
                  </a:ext>
                </a:extLst>
              </p14:cNvPr>
              <p14:cNvContentPartPr/>
              <p14:nvPr/>
            </p14:nvContentPartPr>
            <p14:xfrm>
              <a:off x="8827811" y="980673"/>
              <a:ext cx="144360" cy="17784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C8FDE034-544E-4E94-85A2-AE7E2FA44F0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819171" y="972033"/>
                <a:ext cx="16200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59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7B2D9081-F36B-4CE5-94E6-DC727670B0B1}"/>
                  </a:ext>
                </a:extLst>
              </p14:cNvPr>
              <p14:cNvContentPartPr/>
              <p14:nvPr/>
            </p14:nvContentPartPr>
            <p14:xfrm>
              <a:off x="9204731" y="964113"/>
              <a:ext cx="255240" cy="2109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7B2D9081-F36B-4CE5-94E6-DC727670B0B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196091" y="955113"/>
                <a:ext cx="27288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61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1F602AB6-169D-420B-A992-CFE417CF2270}"/>
                  </a:ext>
                </a:extLst>
              </p14:cNvPr>
              <p14:cNvContentPartPr/>
              <p14:nvPr/>
            </p14:nvContentPartPr>
            <p14:xfrm>
              <a:off x="9697931" y="947553"/>
              <a:ext cx="743040" cy="24408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1F602AB6-169D-420B-A992-CFE417CF227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689291" y="938553"/>
                <a:ext cx="76068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63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6D8DF206-FAEA-479A-AA4F-EC28445E0FC7}"/>
                  </a:ext>
                </a:extLst>
              </p14:cNvPr>
              <p14:cNvContentPartPr/>
              <p14:nvPr/>
            </p14:nvContentPartPr>
            <p14:xfrm>
              <a:off x="10518371" y="1058433"/>
              <a:ext cx="222120" cy="10548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6D8DF206-FAEA-479A-AA4F-EC28445E0FC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509371" y="1049433"/>
                <a:ext cx="2397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6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2F772B16-D8DD-4BF3-8B25-0D0F3E1AA0AA}"/>
                  </a:ext>
                </a:extLst>
              </p14:cNvPr>
              <p14:cNvContentPartPr/>
              <p14:nvPr/>
            </p14:nvContentPartPr>
            <p14:xfrm>
              <a:off x="10822931" y="969513"/>
              <a:ext cx="5760" cy="3924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2F772B16-D8DD-4BF3-8B25-0D0F3E1AA0A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814291" y="960873"/>
                <a:ext cx="2340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67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E0708453-51DE-42D3-BA2E-79FBD27C9AEE}"/>
                  </a:ext>
                </a:extLst>
              </p14:cNvPr>
              <p14:cNvContentPartPr/>
              <p14:nvPr/>
            </p14:nvContentPartPr>
            <p14:xfrm>
              <a:off x="10817531" y="1069233"/>
              <a:ext cx="371520" cy="12780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E0708453-51DE-42D3-BA2E-79FBD27C9AEE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808531" y="1060593"/>
                <a:ext cx="38916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69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3AB410CA-4363-42FC-A3A9-5065D542B992}"/>
                  </a:ext>
                </a:extLst>
              </p14:cNvPr>
              <p14:cNvContentPartPr/>
              <p14:nvPr/>
            </p14:nvContentPartPr>
            <p14:xfrm>
              <a:off x="6544691" y="1434993"/>
              <a:ext cx="443880" cy="2610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3AB410CA-4363-42FC-A3A9-5065D542B99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536051" y="1426353"/>
                <a:ext cx="4615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71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17D4E6B8-47FB-4E12-B96A-42D302ADD2F7}"/>
                  </a:ext>
                </a:extLst>
              </p14:cNvPr>
              <p14:cNvContentPartPr/>
              <p14:nvPr/>
            </p14:nvContentPartPr>
            <p14:xfrm>
              <a:off x="7231931" y="1424193"/>
              <a:ext cx="659880" cy="21096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17D4E6B8-47FB-4E12-B96A-42D302ADD2F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222931" y="1415193"/>
                <a:ext cx="67752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73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B9A865DC-9AED-4C95-B947-655D36D1C679}"/>
                  </a:ext>
                </a:extLst>
              </p14:cNvPr>
              <p14:cNvContentPartPr/>
              <p14:nvPr/>
            </p14:nvContentPartPr>
            <p14:xfrm>
              <a:off x="7968851" y="1352193"/>
              <a:ext cx="405000" cy="24948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B9A865DC-9AED-4C95-B947-655D36D1C67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960211" y="1343206"/>
                <a:ext cx="422640" cy="2670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75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B27C34CB-9190-4509-A8D7-ABE3B11CD48B}"/>
                  </a:ext>
                </a:extLst>
              </p14:cNvPr>
              <p14:cNvContentPartPr/>
              <p14:nvPr/>
            </p14:nvContentPartPr>
            <p14:xfrm>
              <a:off x="8440091" y="1390713"/>
              <a:ext cx="537840" cy="1944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B27C34CB-9190-4509-A8D7-ABE3B11CD48B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431091" y="1382073"/>
                <a:ext cx="55548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77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F6F32EBF-BC79-43EE-97E6-6F8E04706F14}"/>
                  </a:ext>
                </a:extLst>
              </p14:cNvPr>
              <p14:cNvContentPartPr/>
              <p14:nvPr/>
            </p14:nvContentPartPr>
            <p14:xfrm>
              <a:off x="8994131" y="1401873"/>
              <a:ext cx="5760" cy="36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F6F32EBF-BC79-43EE-97E6-6F8E04706F1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985491" y="1393233"/>
                <a:ext cx="234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79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B42763DF-11D3-4C4B-957D-E4DD1971EA43}"/>
                  </a:ext>
                </a:extLst>
              </p14:cNvPr>
              <p14:cNvContentPartPr/>
              <p14:nvPr/>
            </p14:nvContentPartPr>
            <p14:xfrm>
              <a:off x="9088451" y="1446153"/>
              <a:ext cx="277200" cy="12240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B42763DF-11D3-4C4B-957D-E4DD1971EA43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079463" y="1437513"/>
                <a:ext cx="294817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81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DF3C72AC-56CA-4018-87EE-0E01236AEB5B}"/>
                  </a:ext>
                </a:extLst>
              </p14:cNvPr>
              <p14:cNvContentPartPr/>
              <p14:nvPr/>
            </p14:nvContentPartPr>
            <p14:xfrm>
              <a:off x="9659051" y="1396473"/>
              <a:ext cx="571320" cy="17748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DF3C72AC-56CA-4018-87EE-0E01236AEB5B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650411" y="1387491"/>
                <a:ext cx="588960" cy="1950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83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CFE0EAD1-1430-4C00-8901-A9A1EF04902C}"/>
                  </a:ext>
                </a:extLst>
              </p14:cNvPr>
              <p14:cNvContentPartPr/>
              <p14:nvPr/>
            </p14:nvContentPartPr>
            <p14:xfrm>
              <a:off x="10296611" y="1418433"/>
              <a:ext cx="11520" cy="11664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CFE0EAD1-1430-4C00-8901-A9A1EF04902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0287611" y="1409793"/>
                <a:ext cx="2916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85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C15501BB-EAF5-470C-9748-7696635D8B62}"/>
                  </a:ext>
                </a:extLst>
              </p14:cNvPr>
              <p14:cNvContentPartPr/>
              <p14:nvPr/>
            </p14:nvContentPartPr>
            <p14:xfrm>
              <a:off x="10313171" y="1346433"/>
              <a:ext cx="5760" cy="2268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C15501BB-EAF5-470C-9748-7696635D8B62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0304171" y="1337793"/>
                <a:ext cx="234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87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6DF37AC1-989B-4A81-859D-B34F97900E1D}"/>
                  </a:ext>
                </a:extLst>
              </p14:cNvPr>
              <p14:cNvContentPartPr/>
              <p14:nvPr/>
            </p14:nvContentPartPr>
            <p14:xfrm>
              <a:off x="10390571" y="1313313"/>
              <a:ext cx="294480" cy="24984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6DF37AC1-989B-4A81-859D-B34F97900E1D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0381920" y="1304313"/>
                <a:ext cx="312142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89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19584FF4-C06A-4DE4-81C6-90CFC0A1239E}"/>
                  </a:ext>
                </a:extLst>
              </p14:cNvPr>
              <p14:cNvContentPartPr/>
              <p14:nvPr/>
            </p14:nvContentPartPr>
            <p14:xfrm>
              <a:off x="10673531" y="1617873"/>
              <a:ext cx="16920" cy="36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19584FF4-C06A-4DE4-81C6-90CFC0A1239E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0664531" y="1609233"/>
                <a:ext cx="3456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21933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F00B82-C9AD-41B9-9651-19705DD7A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28" y="0"/>
            <a:ext cx="8160464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E4A01E6E-B650-4BC6-A4A3-5C094B73A9BE}"/>
                  </a:ext>
                </a:extLst>
              </p14:cNvPr>
              <p14:cNvContentPartPr/>
              <p14:nvPr/>
            </p14:nvContentPartPr>
            <p14:xfrm>
              <a:off x="4444451" y="997233"/>
              <a:ext cx="216360" cy="2610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E4A01E6E-B650-4BC6-A4A3-5C094B73A9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35451" y="988593"/>
                <a:ext cx="23400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A5EC5395-27FA-431B-BE16-B25E92C7594F}"/>
                  </a:ext>
                </a:extLst>
              </p14:cNvPr>
              <p14:cNvContentPartPr/>
              <p14:nvPr/>
            </p14:nvContentPartPr>
            <p14:xfrm>
              <a:off x="4738211" y="1202433"/>
              <a:ext cx="28080" cy="1112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A5EC5395-27FA-431B-BE16-B25E92C7594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29211" y="1193433"/>
                <a:ext cx="4572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22BA354E-06E1-4566-8917-40145013035C}"/>
                  </a:ext>
                </a:extLst>
              </p14:cNvPr>
              <p14:cNvContentPartPr/>
              <p14:nvPr/>
            </p14:nvContentPartPr>
            <p14:xfrm>
              <a:off x="4826771" y="969513"/>
              <a:ext cx="255240" cy="3160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22BA354E-06E1-4566-8917-40145013035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17771" y="960873"/>
                <a:ext cx="27288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7FEEE48B-7455-4949-A9BC-5E94C0B5364F}"/>
                  </a:ext>
                </a:extLst>
              </p14:cNvPr>
              <p14:cNvContentPartPr/>
              <p14:nvPr/>
            </p14:nvContentPartPr>
            <p14:xfrm>
              <a:off x="5214851" y="1069233"/>
              <a:ext cx="299520" cy="1224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7FEEE48B-7455-4949-A9BC-5E94C0B5364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05851" y="1060593"/>
                <a:ext cx="31716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9FC0F2EA-1F9F-4241-86A1-FE559C7796C1}"/>
                  </a:ext>
                </a:extLst>
              </p14:cNvPr>
              <p14:cNvContentPartPr/>
              <p14:nvPr/>
            </p14:nvContentPartPr>
            <p14:xfrm>
              <a:off x="5652611" y="975273"/>
              <a:ext cx="83520" cy="2941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9FC0F2EA-1F9F-4241-86A1-FE559C7796C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43611" y="966273"/>
                <a:ext cx="10116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13137C2F-BC5F-49D0-B05E-2C1846D27FB4}"/>
                  </a:ext>
                </a:extLst>
              </p14:cNvPr>
              <p14:cNvContentPartPr/>
              <p14:nvPr/>
            </p14:nvContentPartPr>
            <p14:xfrm>
              <a:off x="5785451" y="1008393"/>
              <a:ext cx="155520" cy="1666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13137C2F-BC5F-49D0-B05E-2C1846D27FB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76811" y="999753"/>
                <a:ext cx="17316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5DB36EAD-8FED-4F3D-A78C-B1C8EC5FF031}"/>
                  </a:ext>
                </a:extLst>
              </p14:cNvPr>
              <p14:cNvContentPartPr/>
              <p14:nvPr/>
            </p14:nvContentPartPr>
            <p14:xfrm>
              <a:off x="6012611" y="1191273"/>
              <a:ext cx="11520" cy="669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5DB36EAD-8FED-4F3D-A78C-B1C8EC5FF03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003971" y="1182633"/>
                <a:ext cx="291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A606C6A5-DAA5-4563-9360-8778CFCD6BB1}"/>
                  </a:ext>
                </a:extLst>
              </p14:cNvPr>
              <p14:cNvContentPartPr/>
              <p14:nvPr/>
            </p14:nvContentPartPr>
            <p14:xfrm>
              <a:off x="6095771" y="964113"/>
              <a:ext cx="233280" cy="2610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A606C6A5-DAA5-4563-9360-8778CFCD6BB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087131" y="955113"/>
                <a:ext cx="2509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D6C23FEF-CC2B-45DC-B203-AFF0DB43539A}"/>
                  </a:ext>
                </a:extLst>
              </p14:cNvPr>
              <p14:cNvContentPartPr/>
              <p14:nvPr/>
            </p14:nvContentPartPr>
            <p14:xfrm>
              <a:off x="4499891" y="1446153"/>
              <a:ext cx="216360" cy="2664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D6C23FEF-CC2B-45DC-B203-AFF0DB43539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490891" y="1437513"/>
                <a:ext cx="23400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02E5B53-0EF3-403A-9B3E-A457B8A8C3A1}"/>
                  </a:ext>
                </a:extLst>
              </p14:cNvPr>
              <p14:cNvContentPartPr/>
              <p14:nvPr/>
            </p14:nvContentPartPr>
            <p14:xfrm>
              <a:off x="4804451" y="1656753"/>
              <a:ext cx="360" cy="946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02E5B53-0EF3-403A-9B3E-A457B8A8C3A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795811" y="1648113"/>
                <a:ext cx="1800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0100D7B1-B4CA-4C0D-B5A8-9047B653A00A}"/>
                  </a:ext>
                </a:extLst>
              </p14:cNvPr>
              <p14:cNvContentPartPr/>
              <p14:nvPr/>
            </p14:nvContentPartPr>
            <p14:xfrm>
              <a:off x="4898771" y="1429593"/>
              <a:ext cx="249840" cy="2552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0100D7B1-B4CA-4C0D-B5A8-9047B653A00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890131" y="1420953"/>
                <a:ext cx="26748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1E3731C2-9849-4ACC-9E87-7D9616DB0D93}"/>
                  </a:ext>
                </a:extLst>
              </p14:cNvPr>
              <p14:cNvContentPartPr/>
              <p14:nvPr/>
            </p14:nvContentPartPr>
            <p14:xfrm>
              <a:off x="5314571" y="1440753"/>
              <a:ext cx="227520" cy="12780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1E3731C2-9849-4ACC-9E87-7D9616DB0D9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305571" y="1431753"/>
                <a:ext cx="24516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90016AF5-AB17-4709-87C0-5C39D9BF1332}"/>
                  </a:ext>
                </a:extLst>
              </p14:cNvPr>
              <p14:cNvContentPartPr/>
              <p14:nvPr/>
            </p14:nvContentPartPr>
            <p14:xfrm>
              <a:off x="5763491" y="1368753"/>
              <a:ext cx="393480" cy="2440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90016AF5-AB17-4709-87C0-5C39D9BF133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754499" y="1359753"/>
                <a:ext cx="411104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8E9EDDD-948D-41E4-9591-FB0AF9DEDC37}"/>
                  </a:ext>
                </a:extLst>
              </p14:cNvPr>
              <p14:cNvContentPartPr/>
              <p14:nvPr/>
            </p14:nvContentPartPr>
            <p14:xfrm>
              <a:off x="6245531" y="1341033"/>
              <a:ext cx="227520" cy="27180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8E9EDDD-948D-41E4-9591-FB0AF9DEDC3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236531" y="1332033"/>
                <a:ext cx="24516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937DF68F-3F9F-43E6-9047-C9B4078BDE10}"/>
                  </a:ext>
                </a:extLst>
              </p14:cNvPr>
              <p14:cNvContentPartPr/>
              <p14:nvPr/>
            </p14:nvContentPartPr>
            <p14:xfrm>
              <a:off x="6965891" y="1213593"/>
              <a:ext cx="399600" cy="2329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937DF68F-3F9F-43E6-9047-C9B4078BDE1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956883" y="1204607"/>
                <a:ext cx="417256" cy="250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01D6B740-BB0E-4ECD-AB7B-1F50E25E326B}"/>
                  </a:ext>
                </a:extLst>
              </p14:cNvPr>
              <p14:cNvContentPartPr/>
              <p14:nvPr/>
            </p14:nvContentPartPr>
            <p14:xfrm>
              <a:off x="7425971" y="1318713"/>
              <a:ext cx="261000" cy="11664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01D6B740-BB0E-4ECD-AB7B-1F50E25E326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416971" y="1310073"/>
                <a:ext cx="27864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909979E1-2CD6-46E8-A46A-932D840DBC6E}"/>
                  </a:ext>
                </a:extLst>
              </p14:cNvPr>
              <p14:cNvContentPartPr/>
              <p14:nvPr/>
            </p14:nvContentPartPr>
            <p14:xfrm>
              <a:off x="8179451" y="991833"/>
              <a:ext cx="133200" cy="5990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909979E1-2CD6-46E8-A46A-932D840DBC6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170811" y="982833"/>
                <a:ext cx="150840" cy="61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356E9845-E766-4286-9ACD-DD2C0D92E244}"/>
                  </a:ext>
                </a:extLst>
              </p14:cNvPr>
              <p14:cNvContentPartPr/>
              <p14:nvPr/>
            </p14:nvContentPartPr>
            <p14:xfrm>
              <a:off x="8417771" y="1008393"/>
              <a:ext cx="50400" cy="1443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356E9845-E766-4286-9ACD-DD2C0D92E24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409131" y="999753"/>
                <a:ext cx="6804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D9D3FA38-4849-4148-8A5C-EE79798F46D1}"/>
                  </a:ext>
                </a:extLst>
              </p14:cNvPr>
              <p14:cNvContentPartPr/>
              <p14:nvPr/>
            </p14:nvContentPartPr>
            <p14:xfrm>
              <a:off x="8445491" y="1324473"/>
              <a:ext cx="78120" cy="1832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D9D3FA38-4849-4148-8A5C-EE79798F46D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436851" y="1315473"/>
                <a:ext cx="9576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436EC588-C5EE-4992-9B30-0DA5AEADDB6A}"/>
                  </a:ext>
                </a:extLst>
              </p14:cNvPr>
              <p14:cNvContentPartPr/>
              <p14:nvPr/>
            </p14:nvContentPartPr>
            <p14:xfrm>
              <a:off x="8883251" y="1008393"/>
              <a:ext cx="88920" cy="15552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436EC588-C5EE-4992-9B30-0DA5AEADDB6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874611" y="999753"/>
                <a:ext cx="10656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36387D78-D4BC-487F-90D4-EC279D516F4C}"/>
                  </a:ext>
                </a:extLst>
              </p14:cNvPr>
              <p14:cNvContentPartPr/>
              <p14:nvPr/>
            </p14:nvContentPartPr>
            <p14:xfrm>
              <a:off x="8794691" y="1335273"/>
              <a:ext cx="260640" cy="1720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36387D78-D4BC-487F-90D4-EC279D516F4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785703" y="1326633"/>
                <a:ext cx="278256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CD570757-F8AE-43B0-9E46-775272A80E32}"/>
                  </a:ext>
                </a:extLst>
              </p14:cNvPr>
              <p14:cNvContentPartPr/>
              <p14:nvPr/>
            </p14:nvContentPartPr>
            <p14:xfrm>
              <a:off x="9155051" y="986433"/>
              <a:ext cx="105480" cy="5821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CD570757-F8AE-43B0-9E46-775272A80E3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146051" y="977433"/>
                <a:ext cx="123120" cy="59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122C148-49BF-498D-BAD0-3C3259D50CDC}"/>
                  </a:ext>
                </a:extLst>
              </p14:cNvPr>
              <p14:cNvContentPartPr/>
              <p14:nvPr/>
            </p14:nvContentPartPr>
            <p14:xfrm>
              <a:off x="4405571" y="3330393"/>
              <a:ext cx="55800" cy="19440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122C148-49BF-498D-BAD0-3C3259D50CD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396571" y="3321753"/>
                <a:ext cx="734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8ABFA519-5457-4846-8023-8A54636AC82B}"/>
                  </a:ext>
                </a:extLst>
              </p14:cNvPr>
              <p14:cNvContentPartPr/>
              <p14:nvPr/>
            </p14:nvContentPartPr>
            <p14:xfrm>
              <a:off x="4555331" y="3346953"/>
              <a:ext cx="111240" cy="15012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8ABFA519-5457-4846-8023-8A54636AC82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546331" y="3338313"/>
                <a:ext cx="1288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132A4B93-E57A-45C3-AFB4-62FEADC82329}"/>
                  </a:ext>
                </a:extLst>
              </p14:cNvPr>
              <p14:cNvContentPartPr/>
              <p14:nvPr/>
            </p14:nvContentPartPr>
            <p14:xfrm>
              <a:off x="4743611" y="3496713"/>
              <a:ext cx="16920" cy="7812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132A4B93-E57A-45C3-AFB4-62FEADC8232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734971" y="3487713"/>
                <a:ext cx="3456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BD702DFD-84C9-482F-920D-BDBE83EA56E2}"/>
                  </a:ext>
                </a:extLst>
              </p14:cNvPr>
              <p14:cNvContentPartPr/>
              <p14:nvPr/>
            </p14:nvContentPartPr>
            <p14:xfrm>
              <a:off x="4832171" y="3302673"/>
              <a:ext cx="249840" cy="21636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BD702DFD-84C9-482F-920D-BDBE83EA56E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823531" y="3294033"/>
                <a:ext cx="26748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01481AC5-A74C-46DD-BDA6-7C3F3E98B960}"/>
                  </a:ext>
                </a:extLst>
              </p14:cNvPr>
              <p14:cNvContentPartPr/>
              <p14:nvPr/>
            </p14:nvContentPartPr>
            <p14:xfrm>
              <a:off x="4505291" y="3696153"/>
              <a:ext cx="50400" cy="19980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01481AC5-A74C-46DD-BDA6-7C3F3E98B960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496651" y="3687513"/>
                <a:ext cx="6804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1C1337CC-B323-4A72-BBD9-3F4211268D5C}"/>
                  </a:ext>
                </a:extLst>
              </p14:cNvPr>
              <p14:cNvContentPartPr/>
              <p14:nvPr/>
            </p14:nvContentPartPr>
            <p14:xfrm>
              <a:off x="4616171" y="3707313"/>
              <a:ext cx="150120" cy="15552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1C1337CC-B323-4A72-BBD9-3F4211268D5C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607171" y="3698313"/>
                <a:ext cx="16776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F9DE042D-D976-44F4-81E8-CF2358E09EC2}"/>
                  </a:ext>
                </a:extLst>
              </p14:cNvPr>
              <p14:cNvContentPartPr/>
              <p14:nvPr/>
            </p14:nvContentPartPr>
            <p14:xfrm>
              <a:off x="4826771" y="3867873"/>
              <a:ext cx="5760" cy="9468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F9DE042D-D976-44F4-81E8-CF2358E09EC2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817771" y="3859233"/>
                <a:ext cx="2340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62530D10-A621-48B1-A160-404C228D4A52}"/>
                  </a:ext>
                </a:extLst>
              </p14:cNvPr>
              <p14:cNvContentPartPr/>
              <p14:nvPr/>
            </p14:nvContentPartPr>
            <p14:xfrm>
              <a:off x="4931891" y="3674193"/>
              <a:ext cx="271800" cy="25524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62530D10-A621-48B1-A160-404C228D4A52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923251" y="3665193"/>
                <a:ext cx="28944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D2953A12-2DEB-42FB-B7A1-53A41FB1B05B}"/>
                  </a:ext>
                </a:extLst>
              </p14:cNvPr>
              <p14:cNvContentPartPr/>
              <p14:nvPr/>
            </p14:nvContentPartPr>
            <p14:xfrm>
              <a:off x="5292251" y="3385833"/>
              <a:ext cx="399600" cy="10548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D2953A12-2DEB-42FB-B7A1-53A41FB1B05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283603" y="3377193"/>
                <a:ext cx="417256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949A5D71-6C44-4BC7-B719-B796889B136A}"/>
                  </a:ext>
                </a:extLst>
              </p14:cNvPr>
              <p14:cNvContentPartPr/>
              <p14:nvPr/>
            </p14:nvContentPartPr>
            <p14:xfrm>
              <a:off x="5358851" y="3723873"/>
              <a:ext cx="282960" cy="15552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949A5D71-6C44-4BC7-B719-B796889B136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349851" y="3715233"/>
                <a:ext cx="30060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88D042E5-1153-4B05-91B8-465311FA0FA1}"/>
                  </a:ext>
                </a:extLst>
              </p14:cNvPr>
              <p14:cNvContentPartPr/>
              <p14:nvPr/>
            </p14:nvContentPartPr>
            <p14:xfrm>
              <a:off x="6034931" y="3214113"/>
              <a:ext cx="94680" cy="23868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88D042E5-1153-4B05-91B8-465311FA0FA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025931" y="3205113"/>
                <a:ext cx="11232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32750372-6DCC-49B2-9C19-ED46B589827A}"/>
                  </a:ext>
                </a:extLst>
              </p14:cNvPr>
              <p14:cNvContentPartPr/>
              <p14:nvPr/>
            </p14:nvContentPartPr>
            <p14:xfrm>
              <a:off x="6206651" y="3302673"/>
              <a:ext cx="88920" cy="36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32750372-6DCC-49B2-9C19-ED46B589827A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198011" y="3294033"/>
                <a:ext cx="1065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38ECFF5F-D1E2-426D-94A2-25254F98B855}"/>
                  </a:ext>
                </a:extLst>
              </p14:cNvPr>
              <p14:cNvContentPartPr/>
              <p14:nvPr/>
            </p14:nvContentPartPr>
            <p14:xfrm>
              <a:off x="6428411" y="3219513"/>
              <a:ext cx="88920" cy="18324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38ECFF5F-D1E2-426D-94A2-25254F98B855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419411" y="3210873"/>
                <a:ext cx="10656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FEDCED89-53F3-4245-AA01-5B0C77CBC0B5}"/>
                  </a:ext>
                </a:extLst>
              </p14:cNvPr>
              <p14:cNvContentPartPr/>
              <p14:nvPr/>
            </p14:nvContentPartPr>
            <p14:xfrm>
              <a:off x="6605531" y="3424713"/>
              <a:ext cx="360" cy="2808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FEDCED89-53F3-4245-AA01-5B0C77CBC0B5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596891" y="3415713"/>
                <a:ext cx="180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9C1B15F3-71A4-4168-A8A2-C04FD9E658A3}"/>
                  </a:ext>
                </a:extLst>
              </p14:cNvPr>
              <p14:cNvContentPartPr/>
              <p14:nvPr/>
            </p14:nvContentPartPr>
            <p14:xfrm>
              <a:off x="6683291" y="3175233"/>
              <a:ext cx="282960" cy="26100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9C1B15F3-71A4-4168-A8A2-C04FD9E658A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674291" y="3166593"/>
                <a:ext cx="30060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A4C19651-3BB3-4960-B493-DFEF3A94D792}"/>
                  </a:ext>
                </a:extLst>
              </p14:cNvPr>
              <p14:cNvContentPartPr/>
              <p14:nvPr/>
            </p14:nvContentPartPr>
            <p14:xfrm>
              <a:off x="6090371" y="3646473"/>
              <a:ext cx="111240" cy="23868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A4C19651-3BB3-4960-B493-DFEF3A94D792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081371" y="3637473"/>
                <a:ext cx="12888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251E00BE-9635-40FC-BDF1-8F3939216882}"/>
                  </a:ext>
                </a:extLst>
              </p14:cNvPr>
              <p14:cNvContentPartPr/>
              <p14:nvPr/>
            </p14:nvContentPartPr>
            <p14:xfrm>
              <a:off x="6267491" y="3684993"/>
              <a:ext cx="199800" cy="16668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251E00BE-9635-40FC-BDF1-8F3939216882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258851" y="3676353"/>
                <a:ext cx="21744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CBEC809B-13A0-4BFD-93F7-0EF4FAEFC0F2}"/>
                  </a:ext>
                </a:extLst>
              </p14:cNvPr>
              <p14:cNvContentPartPr/>
              <p14:nvPr/>
            </p14:nvContentPartPr>
            <p14:xfrm>
              <a:off x="6544691" y="3879033"/>
              <a:ext cx="16920" cy="6696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CBEC809B-13A0-4BFD-93F7-0EF4FAEFC0F2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536051" y="3870393"/>
                <a:ext cx="345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64602D8A-5E87-4CE8-8033-3DEFE7F1AE7A}"/>
                  </a:ext>
                </a:extLst>
              </p14:cNvPr>
              <p14:cNvContentPartPr/>
              <p14:nvPr/>
            </p14:nvContentPartPr>
            <p14:xfrm>
              <a:off x="6694451" y="3746193"/>
              <a:ext cx="61200" cy="1152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64602D8A-5E87-4CE8-8033-3DEFE7F1AE7A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685451" y="3737193"/>
                <a:ext cx="788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72DA0024-AC29-420F-BE5E-7C4FDBC8B51F}"/>
                  </a:ext>
                </a:extLst>
              </p14:cNvPr>
              <p14:cNvContentPartPr/>
              <p14:nvPr/>
            </p14:nvContentPartPr>
            <p14:xfrm>
              <a:off x="6882731" y="3557553"/>
              <a:ext cx="282960" cy="35496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72DA0024-AC29-420F-BE5E-7C4FDBC8B51F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874091" y="3548913"/>
                <a:ext cx="30060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9B49E70E-FFC0-487C-BAB1-87B0FEFA6B25}"/>
                  </a:ext>
                </a:extLst>
              </p14:cNvPr>
              <p14:cNvContentPartPr/>
              <p14:nvPr/>
            </p14:nvContentPartPr>
            <p14:xfrm>
              <a:off x="7497971" y="3147513"/>
              <a:ext cx="648720" cy="27720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9B49E70E-FFC0-487C-BAB1-87B0FEFA6B25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488971" y="3138884"/>
                <a:ext cx="666360" cy="2948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A875B7B6-2A13-4443-BD65-EDF831F6E4E8}"/>
                  </a:ext>
                </a:extLst>
              </p14:cNvPr>
              <p14:cNvContentPartPr/>
              <p14:nvPr/>
            </p14:nvContentPartPr>
            <p14:xfrm>
              <a:off x="8606411" y="3175233"/>
              <a:ext cx="238680" cy="71532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A875B7B6-2A13-4443-BD65-EDF831F6E4E8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597411" y="3166593"/>
                <a:ext cx="256320" cy="73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5B95B6EC-3939-49A0-8B94-B5200291FF2F}"/>
                  </a:ext>
                </a:extLst>
              </p14:cNvPr>
              <p14:cNvContentPartPr/>
              <p14:nvPr/>
            </p14:nvContentPartPr>
            <p14:xfrm>
              <a:off x="8955251" y="3236073"/>
              <a:ext cx="160920" cy="18324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5B95B6EC-3939-49A0-8B94-B5200291FF2F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8946611" y="3227433"/>
                <a:ext cx="17856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61A16E65-7B0B-4745-A342-E2B61E055E51}"/>
                  </a:ext>
                </a:extLst>
              </p14:cNvPr>
              <p14:cNvContentPartPr/>
              <p14:nvPr/>
            </p14:nvContentPartPr>
            <p14:xfrm>
              <a:off x="8999891" y="3557553"/>
              <a:ext cx="127800" cy="2055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61A16E65-7B0B-4745-A342-E2B61E055E51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990891" y="3548913"/>
                <a:ext cx="14544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030F5631-E622-4692-AB48-4A8B46A9B978}"/>
                  </a:ext>
                </a:extLst>
              </p14:cNvPr>
              <p14:cNvContentPartPr/>
              <p14:nvPr/>
            </p14:nvContentPartPr>
            <p14:xfrm>
              <a:off x="9526211" y="3236073"/>
              <a:ext cx="122400" cy="17784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030F5631-E622-4692-AB48-4A8B46A9B978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517211" y="3227433"/>
                <a:ext cx="14004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59A75F7A-B4C6-495F-884A-4C0869446C7C}"/>
                  </a:ext>
                </a:extLst>
              </p14:cNvPr>
              <p14:cNvContentPartPr/>
              <p14:nvPr/>
            </p14:nvContentPartPr>
            <p14:xfrm>
              <a:off x="9459611" y="3668433"/>
              <a:ext cx="50400" cy="576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59A75F7A-B4C6-495F-884A-4C0869446C7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450971" y="3659793"/>
                <a:ext cx="680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354274FE-752C-477F-8587-1D38947AA699}"/>
                  </a:ext>
                </a:extLst>
              </p14:cNvPr>
              <p14:cNvContentPartPr/>
              <p14:nvPr/>
            </p14:nvContentPartPr>
            <p14:xfrm>
              <a:off x="9653651" y="3579873"/>
              <a:ext cx="116640" cy="18324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354274FE-752C-477F-8587-1D38947AA699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645011" y="3570873"/>
                <a:ext cx="13428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50F7577C-02A2-443D-B20B-9C50FE0DD045}"/>
                  </a:ext>
                </a:extLst>
              </p14:cNvPr>
              <p14:cNvContentPartPr/>
              <p14:nvPr/>
            </p14:nvContentPartPr>
            <p14:xfrm>
              <a:off x="9853091" y="3191793"/>
              <a:ext cx="244080" cy="67104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50F7577C-02A2-443D-B20B-9C50FE0DD045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9844451" y="3183153"/>
                <a:ext cx="261720" cy="68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D53588AB-E275-4EB2-AF52-2E377119087B}"/>
                  </a:ext>
                </a:extLst>
              </p14:cNvPr>
              <p14:cNvContentPartPr/>
              <p14:nvPr/>
            </p14:nvContentPartPr>
            <p14:xfrm>
              <a:off x="9642491" y="1257873"/>
              <a:ext cx="50400" cy="8352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D53588AB-E275-4EB2-AF52-2E377119087B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9633851" y="1248873"/>
                <a:ext cx="6804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3F920293-5129-4D84-95D1-6AE4137626FF}"/>
                  </a:ext>
                </a:extLst>
              </p14:cNvPr>
              <p14:cNvContentPartPr/>
              <p14:nvPr/>
            </p14:nvContentPartPr>
            <p14:xfrm>
              <a:off x="9792251" y="1263273"/>
              <a:ext cx="83520" cy="8352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3F920293-5129-4D84-95D1-6AE4137626FF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783251" y="1254633"/>
                <a:ext cx="10116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299A8B28-DFCD-4F5D-BE68-3041EB0DADBB}"/>
                  </a:ext>
                </a:extLst>
              </p14:cNvPr>
              <p14:cNvContentPartPr/>
              <p14:nvPr/>
            </p14:nvContentPartPr>
            <p14:xfrm>
              <a:off x="10135691" y="1008393"/>
              <a:ext cx="421920" cy="54900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299A8B28-DFCD-4F5D-BE68-3041EB0DADBB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0127044" y="999753"/>
                <a:ext cx="439575" cy="56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BC62A4D5-CB96-41C3-9C65-C9968F946A9B}"/>
                  </a:ext>
                </a:extLst>
              </p14:cNvPr>
              <p14:cNvContentPartPr/>
              <p14:nvPr/>
            </p14:nvContentPartPr>
            <p14:xfrm>
              <a:off x="10828691" y="1024953"/>
              <a:ext cx="66960" cy="16668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BC62A4D5-CB96-41C3-9C65-C9968F946A9B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0819691" y="1016313"/>
                <a:ext cx="846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2DD75F93-C1E9-4B6F-9CD0-97854C9B69F2}"/>
                  </a:ext>
                </a:extLst>
              </p14:cNvPr>
              <p14:cNvContentPartPr/>
              <p14:nvPr/>
            </p14:nvContentPartPr>
            <p14:xfrm>
              <a:off x="10828691" y="1357593"/>
              <a:ext cx="100080" cy="16092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2DD75F93-C1E9-4B6F-9CD0-97854C9B69F2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0819691" y="1348593"/>
                <a:ext cx="11772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B20F1BBD-7208-41F4-B058-71D723EF3383}"/>
                  </a:ext>
                </a:extLst>
              </p14:cNvPr>
              <p14:cNvContentPartPr/>
              <p14:nvPr/>
            </p14:nvContentPartPr>
            <p14:xfrm>
              <a:off x="11028131" y="997233"/>
              <a:ext cx="116640" cy="52668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B20F1BBD-7208-41F4-B058-71D723EF3383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1019131" y="988593"/>
                <a:ext cx="134280" cy="54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F060592F-0715-4436-888C-EAB5D010CBFE}"/>
                  </a:ext>
                </a:extLst>
              </p14:cNvPr>
              <p14:cNvContentPartPr/>
              <p14:nvPr/>
            </p14:nvContentPartPr>
            <p14:xfrm>
              <a:off x="10379771" y="3452433"/>
              <a:ext cx="39240" cy="6696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F060592F-0715-4436-888C-EAB5D010CBFE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0370771" y="3443433"/>
                <a:ext cx="5688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D4EF7CEA-4857-4151-9FCA-0E8E9D5A0904}"/>
                  </a:ext>
                </a:extLst>
              </p14:cNvPr>
              <p14:cNvContentPartPr/>
              <p14:nvPr/>
            </p14:nvContentPartPr>
            <p14:xfrm>
              <a:off x="10512611" y="3446673"/>
              <a:ext cx="88920" cy="6696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D4EF7CEA-4857-4151-9FCA-0E8E9D5A0904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0503971" y="3438033"/>
                <a:ext cx="1065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462EACD9-97CF-480A-AB9D-64C8D596657D}"/>
                  </a:ext>
                </a:extLst>
              </p14:cNvPr>
              <p14:cNvContentPartPr/>
              <p14:nvPr/>
            </p14:nvContentPartPr>
            <p14:xfrm>
              <a:off x="10839491" y="3186393"/>
              <a:ext cx="394200" cy="58212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462EACD9-97CF-480A-AB9D-64C8D596657D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0830843" y="3177393"/>
                <a:ext cx="411856" cy="59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34A3085A-FE6E-4B2C-8917-B6F3A30AC084}"/>
                  </a:ext>
                </a:extLst>
              </p14:cNvPr>
              <p14:cNvContentPartPr/>
              <p14:nvPr/>
            </p14:nvContentPartPr>
            <p14:xfrm>
              <a:off x="11443571" y="3208713"/>
              <a:ext cx="183240" cy="14436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34A3085A-FE6E-4B2C-8917-B6F3A30AC084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1434931" y="3199713"/>
                <a:ext cx="20088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B2BA6A0D-5022-4C55-A10C-5D9C22F1717D}"/>
                  </a:ext>
                </a:extLst>
              </p14:cNvPr>
              <p14:cNvContentPartPr/>
              <p14:nvPr/>
            </p14:nvContentPartPr>
            <p14:xfrm>
              <a:off x="11521331" y="3524433"/>
              <a:ext cx="39240" cy="15552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B2BA6A0D-5022-4C55-A10C-5D9C22F1717D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1512331" y="3515433"/>
                <a:ext cx="5688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8CC1085D-FD8E-44BF-AA1D-CBA177058475}"/>
                  </a:ext>
                </a:extLst>
              </p14:cNvPr>
              <p14:cNvContentPartPr/>
              <p14:nvPr/>
            </p14:nvContentPartPr>
            <p14:xfrm>
              <a:off x="11720771" y="3136353"/>
              <a:ext cx="94680" cy="60444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8CC1085D-FD8E-44BF-AA1D-CBA177058475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1711771" y="3127713"/>
                <a:ext cx="112320" cy="62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82ADA727-B08E-42F2-8426-8F12E5770C98}"/>
                  </a:ext>
                </a:extLst>
              </p14:cNvPr>
              <p14:cNvContentPartPr/>
              <p14:nvPr/>
            </p14:nvContentPartPr>
            <p14:xfrm>
              <a:off x="4566131" y="5242353"/>
              <a:ext cx="632520" cy="31644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82ADA727-B08E-42F2-8426-8F12E5770C98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4557486" y="5233703"/>
                <a:ext cx="650170" cy="334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40C1AEF6-5BD6-4AA5-B55E-D70CD3C86B1B}"/>
                  </a:ext>
                </a:extLst>
              </p14:cNvPr>
              <p14:cNvContentPartPr/>
              <p14:nvPr/>
            </p14:nvContentPartPr>
            <p14:xfrm>
              <a:off x="5380811" y="5325513"/>
              <a:ext cx="382680" cy="8352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40C1AEF6-5BD6-4AA5-B55E-D70CD3C86B1B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5372171" y="5316513"/>
                <a:ext cx="40032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CB944C03-F790-451B-8A9E-E3FBAA5C0E91}"/>
                  </a:ext>
                </a:extLst>
              </p14:cNvPr>
              <p14:cNvContentPartPr/>
              <p14:nvPr/>
            </p14:nvContentPartPr>
            <p14:xfrm>
              <a:off x="5979491" y="5297793"/>
              <a:ext cx="66960" cy="24408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CB944C03-F790-451B-8A9E-E3FBAA5C0E91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5970491" y="5289153"/>
                <a:ext cx="8460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96D47FA1-8A01-4D40-82E7-96673DBE6E92}"/>
                  </a:ext>
                </a:extLst>
              </p14:cNvPr>
              <p14:cNvContentPartPr/>
              <p14:nvPr/>
            </p14:nvContentPartPr>
            <p14:xfrm>
              <a:off x="6140051" y="5386353"/>
              <a:ext cx="83520" cy="1692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96D47FA1-8A01-4D40-82E7-96673DBE6E92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6131411" y="5377713"/>
                <a:ext cx="10116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A2B9CB90-F225-4C13-9F8A-CECCC5FA4AFF}"/>
                  </a:ext>
                </a:extLst>
              </p14:cNvPr>
              <p14:cNvContentPartPr/>
              <p14:nvPr/>
            </p14:nvContentPartPr>
            <p14:xfrm>
              <a:off x="6334091" y="5336673"/>
              <a:ext cx="100080" cy="16092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A2B9CB90-F225-4C13-9F8A-CECCC5FA4AFF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6325451" y="5327673"/>
                <a:ext cx="11772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66A8E9F5-E055-47B7-BFFD-0CCEC9D208B4}"/>
                  </a:ext>
                </a:extLst>
              </p14:cNvPr>
              <p14:cNvContentPartPr/>
              <p14:nvPr/>
            </p14:nvContentPartPr>
            <p14:xfrm>
              <a:off x="6516971" y="5519553"/>
              <a:ext cx="11520" cy="5040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66A8E9F5-E055-47B7-BFFD-0CCEC9D208B4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6508331" y="5510553"/>
                <a:ext cx="291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B3129D33-BDCF-415F-A32C-891ED0357DC5}"/>
                  </a:ext>
                </a:extLst>
              </p14:cNvPr>
              <p14:cNvContentPartPr/>
              <p14:nvPr/>
            </p14:nvContentPartPr>
            <p14:xfrm>
              <a:off x="6639011" y="5408673"/>
              <a:ext cx="78120" cy="576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B3129D33-BDCF-415F-A32C-891ED0357DC5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6630011" y="5399673"/>
                <a:ext cx="957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AA57178F-B032-43F1-8D36-1E7414C05AF4}"/>
                  </a:ext>
                </a:extLst>
              </p14:cNvPr>
              <p14:cNvContentPartPr/>
              <p14:nvPr/>
            </p14:nvContentPartPr>
            <p14:xfrm>
              <a:off x="6810731" y="5264673"/>
              <a:ext cx="244440" cy="28296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AA57178F-B032-43F1-8D36-1E7414C05AF4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6801718" y="5255673"/>
                <a:ext cx="262106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5FCF8C93-5078-45EA-B4C6-E13D76387050}"/>
                  </a:ext>
                </a:extLst>
              </p14:cNvPr>
              <p14:cNvContentPartPr/>
              <p14:nvPr/>
            </p14:nvContentPartPr>
            <p14:xfrm>
              <a:off x="4638491" y="5763273"/>
              <a:ext cx="111240" cy="233280"/>
            </p14:xfrm>
          </p:contentPart>
        </mc:Choice>
        <mc:Fallback xmlns=""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5FCF8C93-5078-45EA-B4C6-E13D76387050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4629491" y="5754633"/>
                <a:ext cx="1288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535915E6-AEAD-43C4-8E3C-F15E7BF9961C}"/>
                  </a:ext>
                </a:extLst>
              </p14:cNvPr>
              <p14:cNvContentPartPr/>
              <p14:nvPr/>
            </p14:nvContentPartPr>
            <p14:xfrm>
              <a:off x="4804451" y="5769033"/>
              <a:ext cx="94680" cy="15552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535915E6-AEAD-43C4-8E3C-F15E7BF9961C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4795811" y="5760033"/>
                <a:ext cx="11232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D050C9C6-ED9E-4A48-A4FF-8780C568D4EA}"/>
                  </a:ext>
                </a:extLst>
              </p14:cNvPr>
              <p14:cNvContentPartPr/>
              <p14:nvPr/>
            </p14:nvContentPartPr>
            <p14:xfrm>
              <a:off x="4987331" y="5940753"/>
              <a:ext cx="5760" cy="6696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D050C9C6-ED9E-4A48-A4FF-8780C568D4EA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4978691" y="5931753"/>
                <a:ext cx="2340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EC0EC27E-DF52-4452-8496-E799D1800C48}"/>
                  </a:ext>
                </a:extLst>
              </p14:cNvPr>
              <p14:cNvContentPartPr/>
              <p14:nvPr/>
            </p14:nvContentPartPr>
            <p14:xfrm>
              <a:off x="5076251" y="5752113"/>
              <a:ext cx="216360" cy="24408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EC0EC27E-DF52-4452-8496-E799D1800C48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5067251" y="5743473"/>
                <a:ext cx="23400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ABD12D8D-060C-423F-97E3-42F87C691A84}"/>
                  </a:ext>
                </a:extLst>
              </p14:cNvPr>
              <p14:cNvContentPartPr/>
              <p14:nvPr/>
            </p14:nvContentPartPr>
            <p14:xfrm>
              <a:off x="5535971" y="5807553"/>
              <a:ext cx="383040" cy="10008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ABD12D8D-060C-423F-97E3-42F87C691A84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5527323" y="5798913"/>
                <a:ext cx="400697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55E4106B-32D2-40B0-A591-B12486D8DF0A}"/>
                  </a:ext>
                </a:extLst>
              </p14:cNvPr>
              <p14:cNvContentPartPr/>
              <p14:nvPr/>
            </p14:nvContentPartPr>
            <p14:xfrm>
              <a:off x="6118091" y="5752113"/>
              <a:ext cx="88920" cy="24984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55E4106B-32D2-40B0-A591-B12486D8DF0A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6109091" y="5743473"/>
                <a:ext cx="10656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4F4C4A53-FF13-4141-B8A3-865579649CF8}"/>
                  </a:ext>
                </a:extLst>
              </p14:cNvPr>
              <p14:cNvContentPartPr/>
              <p14:nvPr/>
            </p14:nvContentPartPr>
            <p14:xfrm>
              <a:off x="6267491" y="5796393"/>
              <a:ext cx="111240" cy="13896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4F4C4A53-FF13-4141-B8A3-865579649CF8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6258851" y="5787753"/>
                <a:ext cx="12888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EFA95107-E082-4D30-A307-98C7CF80792B}"/>
                  </a:ext>
                </a:extLst>
              </p14:cNvPr>
              <p14:cNvContentPartPr/>
              <p14:nvPr/>
            </p14:nvContentPartPr>
            <p14:xfrm>
              <a:off x="6444971" y="5951913"/>
              <a:ext cx="33480" cy="6696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EFA95107-E082-4D30-A307-98C7CF80792B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6435971" y="5942913"/>
                <a:ext cx="511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B2C6A69A-8A36-49F1-B9AB-4C45209F9697}"/>
                  </a:ext>
                </a:extLst>
              </p14:cNvPr>
              <p14:cNvContentPartPr/>
              <p14:nvPr/>
            </p14:nvContentPartPr>
            <p14:xfrm>
              <a:off x="6583571" y="5841033"/>
              <a:ext cx="72360" cy="1152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B2C6A69A-8A36-49F1-B9AB-4C45209F9697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6574571" y="5832033"/>
                <a:ext cx="9000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BF03A6B7-5D22-4268-A0C9-49CA858513B1}"/>
                  </a:ext>
                </a:extLst>
              </p14:cNvPr>
              <p14:cNvContentPartPr/>
              <p14:nvPr/>
            </p14:nvContentPartPr>
            <p14:xfrm>
              <a:off x="6760691" y="5763273"/>
              <a:ext cx="266400" cy="24984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BF03A6B7-5D22-4268-A0C9-49CA858513B1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6752051" y="5754633"/>
                <a:ext cx="28404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DFFF8278-BA6F-466F-B8BB-DABBCC8BEC0D}"/>
                  </a:ext>
                </a:extLst>
              </p14:cNvPr>
              <p14:cNvContentPartPr/>
              <p14:nvPr/>
            </p14:nvContentPartPr>
            <p14:xfrm>
              <a:off x="7464491" y="5175753"/>
              <a:ext cx="665280" cy="22212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DFFF8278-BA6F-466F-B8BB-DABBCC8BEC0D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7455851" y="5167113"/>
                <a:ext cx="6829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A54589BE-8E41-4245-AAD0-96DA5F0E3B04}"/>
                  </a:ext>
                </a:extLst>
              </p14:cNvPr>
              <p14:cNvContentPartPr/>
              <p14:nvPr/>
            </p14:nvContentPartPr>
            <p14:xfrm>
              <a:off x="8550971" y="5037513"/>
              <a:ext cx="554400" cy="848160"/>
            </p14:xfrm>
          </p:contentPart>
        </mc:Choice>
        <mc:Fallback xmlns=""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A54589BE-8E41-4245-AAD0-96DA5F0E3B04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8541971" y="5028513"/>
                <a:ext cx="572040" cy="86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6C6E67EB-809D-4EB4-9BB8-5E63085B2BA3}"/>
                  </a:ext>
                </a:extLst>
              </p14:cNvPr>
              <p14:cNvContentPartPr/>
              <p14:nvPr/>
            </p14:nvContentPartPr>
            <p14:xfrm>
              <a:off x="9387611" y="5103753"/>
              <a:ext cx="111240" cy="205560"/>
            </p14:xfrm>
          </p:contentPart>
        </mc:Choice>
        <mc:Fallback xmlns=""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6C6E67EB-809D-4EB4-9BB8-5E63085B2BA3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9378971" y="5095113"/>
                <a:ext cx="1288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519E34EB-13A9-4BC3-BC4A-5620BB61865E}"/>
                  </a:ext>
                </a:extLst>
              </p14:cNvPr>
              <p14:cNvContentPartPr/>
              <p14:nvPr/>
            </p14:nvContentPartPr>
            <p14:xfrm>
              <a:off x="9276731" y="5536113"/>
              <a:ext cx="316440" cy="166680"/>
            </p14:xfrm>
          </p:contentPart>
        </mc:Choice>
        <mc:Fallback xmlns=""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519E34EB-13A9-4BC3-BC4A-5620BB61865E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9268081" y="5527113"/>
                <a:ext cx="3341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89DF467F-4B56-49C9-949B-1258035ECD9D}"/>
                  </a:ext>
                </a:extLst>
              </p14:cNvPr>
              <p14:cNvContentPartPr/>
              <p14:nvPr/>
            </p14:nvContentPartPr>
            <p14:xfrm>
              <a:off x="9670211" y="5059473"/>
              <a:ext cx="233280" cy="698760"/>
            </p14:xfrm>
          </p:contentPart>
        </mc:Choice>
        <mc:Fallback xmlns=""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89DF467F-4B56-49C9-949B-1258035ECD9D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9661571" y="5050833"/>
                <a:ext cx="250920" cy="71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89F97241-E02C-4430-95A1-45EAE8D8FFCB}"/>
                  </a:ext>
                </a:extLst>
              </p14:cNvPr>
              <p14:cNvContentPartPr/>
              <p14:nvPr/>
            </p14:nvContentPartPr>
            <p14:xfrm>
              <a:off x="10196891" y="5325513"/>
              <a:ext cx="216360" cy="94320"/>
            </p14:xfrm>
          </p:contentPart>
        </mc:Choice>
        <mc:Fallback xmlns=""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89F97241-E02C-4430-95A1-45EAE8D8FFCB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10187891" y="5316547"/>
                <a:ext cx="234000" cy="1118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DD331D35-56B2-47AC-BE26-CFBE7D881622}"/>
                  </a:ext>
                </a:extLst>
              </p14:cNvPr>
              <p14:cNvContentPartPr/>
              <p14:nvPr/>
            </p14:nvContentPartPr>
            <p14:xfrm>
              <a:off x="10673531" y="4992873"/>
              <a:ext cx="448920" cy="74304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DD331D35-56B2-47AC-BE26-CFBE7D881622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10664538" y="4984233"/>
                <a:ext cx="466546" cy="76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F627768C-60B5-4939-892F-26F0A305C488}"/>
                  </a:ext>
                </a:extLst>
              </p14:cNvPr>
              <p14:cNvContentPartPr/>
              <p14:nvPr/>
            </p14:nvContentPartPr>
            <p14:xfrm>
              <a:off x="11304971" y="5087193"/>
              <a:ext cx="78120" cy="2268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F627768C-60B5-4939-892F-26F0A305C488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11296331" y="5078553"/>
                <a:ext cx="957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10DA14A6-B4B3-4C08-A9EE-6E75CD07263B}"/>
                  </a:ext>
                </a:extLst>
              </p14:cNvPr>
              <p14:cNvContentPartPr/>
              <p14:nvPr/>
            </p14:nvContentPartPr>
            <p14:xfrm>
              <a:off x="11477051" y="4992873"/>
              <a:ext cx="94680" cy="17784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10DA14A6-B4B3-4C08-A9EE-6E75CD07263B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11468051" y="4984233"/>
                <a:ext cx="11232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2EC1465E-0588-46AD-8482-DFD3B0583017}"/>
                  </a:ext>
                </a:extLst>
              </p14:cNvPr>
              <p14:cNvContentPartPr/>
              <p14:nvPr/>
            </p14:nvContentPartPr>
            <p14:xfrm>
              <a:off x="11304971" y="5497233"/>
              <a:ext cx="72360" cy="576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2EC1465E-0588-46AD-8482-DFD3B0583017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11296331" y="5488593"/>
                <a:ext cx="900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40778E00-B56D-4BA5-8D10-49FF942DDB06}"/>
                  </a:ext>
                </a:extLst>
              </p14:cNvPr>
              <p14:cNvContentPartPr/>
              <p14:nvPr/>
            </p14:nvContentPartPr>
            <p14:xfrm>
              <a:off x="11471291" y="5425233"/>
              <a:ext cx="94680" cy="17784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40778E00-B56D-4BA5-8D10-49FF942DDB06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11462651" y="5416593"/>
                <a:ext cx="11232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D791CF55-1CAD-4BC3-B57D-F8A8A3FDA994}"/>
                  </a:ext>
                </a:extLst>
              </p14:cNvPr>
              <p14:cNvContentPartPr/>
              <p14:nvPr/>
            </p14:nvContentPartPr>
            <p14:xfrm>
              <a:off x="11687651" y="4926633"/>
              <a:ext cx="127800" cy="781920"/>
            </p14:xfrm>
          </p:contentPart>
        </mc:Choice>
        <mc:Fallback xmlns=""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D791CF55-1CAD-4BC3-B57D-F8A8A3FDA994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11678651" y="4917633"/>
                <a:ext cx="145440" cy="79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5605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FCC1D-6AFA-410C-B249-DEBD00549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Rotations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1D5D7E-D5B7-4641-88B4-AF569014B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667" y="279"/>
            <a:ext cx="2466975" cy="201930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385456A2-85F5-4648-A878-D6BA925F3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58" y="1749419"/>
            <a:ext cx="9036497" cy="2797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DF28E6-89C1-4B54-AD2B-18B31B847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667" y="2447791"/>
            <a:ext cx="2076450" cy="1524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D21423-3E7D-43AE-9C6A-10B3F508A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0692" y="4076835"/>
            <a:ext cx="2438400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929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FCC1D-6AFA-410C-B249-DEBD00549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074" y="0"/>
            <a:ext cx="10058400" cy="1609344"/>
          </a:xfrm>
        </p:spPr>
        <p:txBody>
          <a:bodyPr/>
          <a:lstStyle/>
          <a:p>
            <a:r>
              <a:rPr lang="en-US" dirty="0"/>
              <a:t>General Rotations about the origin</a:t>
            </a:r>
            <a:endParaRPr lang="en-AU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60E8D72-50E7-465C-ADCC-9FA8804F2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52" y="1525143"/>
            <a:ext cx="9058275" cy="484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31961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FCC1D-6AFA-410C-B249-DEBD00549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5" y="304800"/>
            <a:ext cx="11198088" cy="92766"/>
          </a:xfrm>
        </p:spPr>
        <p:txBody>
          <a:bodyPr>
            <a:noAutofit/>
          </a:bodyPr>
          <a:lstStyle/>
          <a:p>
            <a:r>
              <a:rPr lang="en-US" sz="4000" dirty="0"/>
              <a:t>General reflection in a line passing through the origin</a:t>
            </a:r>
            <a:endParaRPr lang="en-AU" sz="4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3092142-8D87-4F3D-AEA5-9E527A7F1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544" y="694943"/>
            <a:ext cx="8902912" cy="5706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8780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FCC1D-6AFA-410C-B249-DEBD00549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5" y="304800"/>
            <a:ext cx="11198088" cy="92766"/>
          </a:xfrm>
        </p:spPr>
        <p:txBody>
          <a:bodyPr>
            <a:noAutofit/>
          </a:bodyPr>
          <a:lstStyle/>
          <a:p>
            <a:r>
              <a:rPr lang="en-US" sz="4000" dirty="0"/>
              <a:t>General reflection in a line passing through the origin</a:t>
            </a:r>
            <a:endParaRPr lang="en-AU" sz="40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87D8CF8-C513-480A-92FB-113C049A0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329" y="681499"/>
            <a:ext cx="8902912" cy="5706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FEE2B11-4946-443A-A381-CB90544EE117}"/>
              </a:ext>
            </a:extLst>
          </p:cNvPr>
          <p:cNvCxnSpPr/>
          <p:nvPr/>
        </p:nvCxnSpPr>
        <p:spPr>
          <a:xfrm flipH="1" flipV="1">
            <a:off x="5900057" y="2750824"/>
            <a:ext cx="391886" cy="78377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27AEDC-D5A4-4262-A56C-AF92B13B3FC9}"/>
              </a:ext>
            </a:extLst>
          </p:cNvPr>
          <p:cNvCxnSpPr/>
          <p:nvPr/>
        </p:nvCxnSpPr>
        <p:spPr>
          <a:xfrm>
            <a:off x="5302773" y="2531939"/>
            <a:ext cx="793227" cy="158417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2781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FCC1D-6AFA-410C-B249-DEBD00549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5" y="304800"/>
            <a:ext cx="11198088" cy="92766"/>
          </a:xfrm>
        </p:spPr>
        <p:txBody>
          <a:bodyPr>
            <a:noAutofit/>
          </a:bodyPr>
          <a:lstStyle/>
          <a:p>
            <a:r>
              <a:rPr lang="en-US" sz="4000" dirty="0"/>
              <a:t>General reflection in a line passing through the origin</a:t>
            </a:r>
            <a:endParaRPr lang="en-AU" sz="40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87D8CF8-C513-480A-92FB-113C049A0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329" y="681499"/>
            <a:ext cx="8902912" cy="5706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FEE2B11-4946-443A-A381-CB90544EE117}"/>
              </a:ext>
            </a:extLst>
          </p:cNvPr>
          <p:cNvCxnSpPr/>
          <p:nvPr/>
        </p:nvCxnSpPr>
        <p:spPr>
          <a:xfrm flipH="1" flipV="1">
            <a:off x="5900057" y="2750824"/>
            <a:ext cx="391886" cy="78377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27AEDC-D5A4-4262-A56C-AF92B13B3FC9}"/>
              </a:ext>
            </a:extLst>
          </p:cNvPr>
          <p:cNvCxnSpPr/>
          <p:nvPr/>
        </p:nvCxnSpPr>
        <p:spPr>
          <a:xfrm>
            <a:off x="5302773" y="2531939"/>
            <a:ext cx="793227" cy="158417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B48BC15-9059-4F25-A03F-28F0B7114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941" y="4699701"/>
            <a:ext cx="8143875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2205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002CB-E578-418C-8D38-E00514B4F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058400" cy="1609344"/>
          </a:xfrm>
        </p:spPr>
        <p:txBody>
          <a:bodyPr/>
          <a:lstStyle/>
          <a:p>
            <a:r>
              <a:rPr lang="en-US" dirty="0"/>
              <a:t>Composition of transformations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E2D910-ABBC-4BAF-B4DB-299CA1BAF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33" y="1609344"/>
            <a:ext cx="5629275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040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002CB-E578-418C-8D38-E00514B4F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058400" cy="1609344"/>
          </a:xfrm>
        </p:spPr>
        <p:txBody>
          <a:bodyPr/>
          <a:lstStyle/>
          <a:p>
            <a:r>
              <a:rPr lang="en-US" dirty="0"/>
              <a:t>Composition of transformations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E2D910-ABBC-4BAF-B4DB-299CA1BAF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33" y="1609344"/>
            <a:ext cx="5629275" cy="12096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865F08-C29C-439C-847F-D4C1CE057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795" y="3406620"/>
            <a:ext cx="2120203" cy="2043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C0988C0E-98A6-4CF5-8092-9B3FF51AC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8736" y="3600270"/>
            <a:ext cx="2580720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FBFB8BAB-4357-4A1E-AB41-91CD15EF6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1312" y="2754778"/>
            <a:ext cx="1612923" cy="2501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12035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002CB-E578-418C-8D38-E00514B4F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058400" cy="1609344"/>
          </a:xfrm>
        </p:spPr>
        <p:txBody>
          <a:bodyPr/>
          <a:lstStyle/>
          <a:p>
            <a:r>
              <a:rPr lang="en-US" dirty="0"/>
              <a:t>Composition of transformations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E2D910-ABBC-4BAF-B4DB-299CA1BAF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33" y="1609344"/>
            <a:ext cx="5629275" cy="1209675"/>
          </a:xfrm>
          <a:prstGeom prst="rect">
            <a:avLst/>
          </a:prstGeom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3A6E49E5-47AC-42E8-B324-AC2ED157F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764" y="3205171"/>
            <a:ext cx="2120203" cy="2043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79753094-AAC7-4628-A4ED-B9293336D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993" y="3323775"/>
            <a:ext cx="2166119" cy="180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55414E5D-5B6F-412C-AEDE-6C0112146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1785" y="3323775"/>
            <a:ext cx="2322851" cy="1723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37532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002CB-E578-418C-8D38-E00514B4F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058400" cy="1609344"/>
          </a:xfrm>
        </p:spPr>
        <p:txBody>
          <a:bodyPr/>
          <a:lstStyle/>
          <a:p>
            <a:r>
              <a:rPr lang="en-US" dirty="0"/>
              <a:t>Composition of transformations</a:t>
            </a:r>
            <a:endParaRPr lang="en-AU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B493DF0-F6E5-43C2-8497-9AA26D391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17" y="1728104"/>
            <a:ext cx="10975380" cy="319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67927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3B4141-4334-48AA-8D61-1428F4ECA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94" y="726886"/>
            <a:ext cx="9944100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948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3B4141-4334-48AA-8D61-1428F4ECA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94" y="726886"/>
            <a:ext cx="9944100" cy="10096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0C4D5B-9627-4B32-A6C3-7FA8F7122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167079"/>
            <a:ext cx="1083945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4870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4A03FA-6A1C-4190-B79E-7E65E635E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634"/>
            <a:ext cx="12192000" cy="121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2624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4A03FA-6A1C-4190-B79E-7E65E635E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634"/>
            <a:ext cx="12192000" cy="12144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3A8EC7-C2AA-49AF-8A0D-4CDF1DC70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0521"/>
            <a:ext cx="12192000" cy="321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3389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E5759-B8DF-4D4B-B47F-ECD6B48C7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768" y="143438"/>
            <a:ext cx="10058400" cy="1609344"/>
          </a:xfrm>
        </p:spPr>
        <p:txBody>
          <a:bodyPr/>
          <a:lstStyle/>
          <a:p>
            <a:r>
              <a:rPr lang="en-US" dirty="0"/>
              <a:t>Inverse of transformation Matrices</a:t>
            </a:r>
            <a:endParaRPr lang="en-AU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DE07786-58F2-4D30-89CC-B6D8D6780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8" y="1486830"/>
            <a:ext cx="8363192" cy="102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69658A-F158-4C2F-9431-BDA7FA06A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6" y="3071458"/>
            <a:ext cx="2072262" cy="2550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CD0F6B46-64BA-4063-87CB-5E963C36C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479" y="2963552"/>
            <a:ext cx="2074978" cy="2535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05F9208-217B-45C4-B074-002AF6E89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908" y="2821068"/>
            <a:ext cx="2072262" cy="2550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AFFE1D-9DC1-4905-BF59-D15EDA52FF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3479" y="5621560"/>
            <a:ext cx="2043604" cy="7230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9D5B05-5A08-40B6-B18A-3AAD0047AC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7103" y="5600812"/>
            <a:ext cx="2655632" cy="74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1990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8817EB-AD53-41B3-9837-791AA7C19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4" y="733097"/>
            <a:ext cx="11229650" cy="8143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396E2B-159C-4D14-912C-E428D59B6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33" y="2107408"/>
            <a:ext cx="9955237" cy="206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3211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8817EB-AD53-41B3-9837-791AA7C19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4" y="733097"/>
            <a:ext cx="11229650" cy="8143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396E2B-159C-4D14-912C-E428D59B6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33" y="2107408"/>
            <a:ext cx="9955237" cy="20664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EBC215C-BE98-43A8-AA22-2EA465F341DD}"/>
                  </a:ext>
                </a:extLst>
              </p14:cNvPr>
              <p14:cNvContentPartPr/>
              <p14:nvPr/>
            </p14:nvContentPartPr>
            <p14:xfrm>
              <a:off x="7004771" y="2238873"/>
              <a:ext cx="271800" cy="194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EBC215C-BE98-43A8-AA22-2EA465F341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5771" y="2229873"/>
                <a:ext cx="2894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F84F781-77CB-41FE-A652-AA90D928B52F}"/>
                  </a:ext>
                </a:extLst>
              </p14:cNvPr>
              <p14:cNvContentPartPr/>
              <p14:nvPr/>
            </p14:nvContentPartPr>
            <p14:xfrm>
              <a:off x="7348211" y="2255433"/>
              <a:ext cx="83520" cy="150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F84F781-77CB-41FE-A652-AA90D928B52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39571" y="2246433"/>
                <a:ext cx="10116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60F0AC2-7BE4-4081-8C55-C0D88A66E2CF}"/>
                  </a:ext>
                </a:extLst>
              </p14:cNvPr>
              <p14:cNvContentPartPr/>
              <p14:nvPr/>
            </p14:nvContentPartPr>
            <p14:xfrm>
              <a:off x="7586531" y="2283153"/>
              <a:ext cx="5580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60F0AC2-7BE4-4081-8C55-C0D88A66E2C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77891" y="2274153"/>
                <a:ext cx="73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8E2EAF8-71BB-4561-A2A6-EE666C15C226}"/>
                  </a:ext>
                </a:extLst>
              </p14:cNvPr>
              <p14:cNvContentPartPr/>
              <p14:nvPr/>
            </p14:nvContentPartPr>
            <p14:xfrm>
              <a:off x="7564571" y="2327433"/>
              <a:ext cx="83520" cy="5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8E2EAF8-71BB-4561-A2A6-EE666C15C22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555571" y="2318433"/>
                <a:ext cx="1011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05F2D78-0916-41DE-836B-0F30A2DD97C5}"/>
                  </a:ext>
                </a:extLst>
              </p14:cNvPr>
              <p14:cNvContentPartPr/>
              <p14:nvPr/>
            </p14:nvContentPartPr>
            <p14:xfrm>
              <a:off x="7764011" y="2244273"/>
              <a:ext cx="160920" cy="172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05F2D78-0916-41DE-836B-0F30A2DD97C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55011" y="2235273"/>
                <a:ext cx="17856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41F1A4F-F341-4F91-82A9-80B860587AB8}"/>
                  </a:ext>
                </a:extLst>
              </p14:cNvPr>
              <p14:cNvContentPartPr/>
              <p14:nvPr/>
            </p14:nvContentPartPr>
            <p14:xfrm>
              <a:off x="5962931" y="3291513"/>
              <a:ext cx="110880" cy="1944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41F1A4F-F341-4F91-82A9-80B860587AB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53960" y="3282873"/>
                <a:ext cx="128463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124FC06-0B27-4529-81D0-A9239100D22A}"/>
                  </a:ext>
                </a:extLst>
              </p14:cNvPr>
              <p14:cNvContentPartPr/>
              <p14:nvPr/>
            </p14:nvContentPartPr>
            <p14:xfrm>
              <a:off x="6140051" y="3374673"/>
              <a:ext cx="349560" cy="1224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124FC06-0B27-4529-81D0-A9239100D22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131411" y="3366033"/>
                <a:ext cx="36720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0EFD175-5F17-419F-A138-51DD3C085EBF}"/>
                  </a:ext>
                </a:extLst>
              </p14:cNvPr>
              <p14:cNvContentPartPr/>
              <p14:nvPr/>
            </p14:nvContentPartPr>
            <p14:xfrm>
              <a:off x="6794171" y="3219513"/>
              <a:ext cx="1119960" cy="3441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0EFD175-5F17-419F-A138-51DD3C085EB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785171" y="3210864"/>
                <a:ext cx="1137600" cy="3618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BA50477-9D94-47B8-A1F3-F82A160358DF}"/>
                  </a:ext>
                </a:extLst>
              </p14:cNvPr>
              <p14:cNvContentPartPr/>
              <p14:nvPr/>
            </p14:nvContentPartPr>
            <p14:xfrm>
              <a:off x="6965891" y="3668433"/>
              <a:ext cx="111240" cy="1886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BA50477-9D94-47B8-A1F3-F82A160358D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56891" y="3659793"/>
                <a:ext cx="12888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CCA12D9-0085-418C-94F7-D6A3D9EF0F37}"/>
                  </a:ext>
                </a:extLst>
              </p14:cNvPr>
              <p14:cNvContentPartPr/>
              <p14:nvPr/>
            </p14:nvContentPartPr>
            <p14:xfrm>
              <a:off x="7165331" y="3701913"/>
              <a:ext cx="88920" cy="1555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CCA12D9-0085-418C-94F7-D6A3D9EF0F3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156691" y="3692913"/>
                <a:ext cx="10656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184C226-5F97-4FA7-BE54-F5CD653C5286}"/>
                  </a:ext>
                </a:extLst>
              </p14:cNvPr>
              <p14:cNvContentPartPr/>
              <p14:nvPr/>
            </p14:nvContentPartPr>
            <p14:xfrm>
              <a:off x="7359371" y="3679593"/>
              <a:ext cx="133200" cy="144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184C226-5F97-4FA7-BE54-F5CD653C528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350371" y="3670593"/>
                <a:ext cx="15084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963A321-1D6C-44AF-AAF9-3B0BB2BECD3D}"/>
                  </a:ext>
                </a:extLst>
              </p14:cNvPr>
              <p14:cNvContentPartPr/>
              <p14:nvPr/>
            </p14:nvContentPartPr>
            <p14:xfrm>
              <a:off x="7597691" y="3657273"/>
              <a:ext cx="133200" cy="1501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963A321-1D6C-44AF-AAF9-3B0BB2BECD3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588691" y="3648633"/>
                <a:ext cx="15084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B9924D3-C594-45FD-81B4-32E2211EB154}"/>
                  </a:ext>
                </a:extLst>
              </p14:cNvPr>
              <p14:cNvContentPartPr/>
              <p14:nvPr/>
            </p14:nvContentPartPr>
            <p14:xfrm>
              <a:off x="8179451" y="3474393"/>
              <a:ext cx="39240" cy="115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B9924D3-C594-45FD-81B4-32E2211EB15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170811" y="3465753"/>
                <a:ext cx="568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979F07D-15E9-4AFF-8CCC-5FA0A8A6875B}"/>
                  </a:ext>
                </a:extLst>
              </p14:cNvPr>
              <p14:cNvContentPartPr/>
              <p14:nvPr/>
            </p14:nvContentPartPr>
            <p14:xfrm>
              <a:off x="8174051" y="3529833"/>
              <a:ext cx="33480" cy="57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979F07D-15E9-4AFF-8CCC-5FA0A8A6875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165051" y="3521193"/>
                <a:ext cx="5112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3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5351018-167C-4D4E-BF47-8CD7DCD2185D}"/>
                  </a:ext>
                </a:extLst>
              </p14:cNvPr>
              <p14:cNvContentPartPr/>
              <p14:nvPr/>
            </p14:nvContentPartPr>
            <p14:xfrm>
              <a:off x="10185731" y="1712193"/>
              <a:ext cx="582120" cy="3106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5351018-167C-4D4E-BF47-8CD7DCD2185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167731" y="1694553"/>
                <a:ext cx="61776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24B9B22-2C83-4B9A-A7FF-578BB9E54AE8}"/>
                  </a:ext>
                </a:extLst>
              </p14:cNvPr>
              <p14:cNvContentPartPr/>
              <p14:nvPr/>
            </p14:nvContentPartPr>
            <p14:xfrm>
              <a:off x="9659051" y="1551633"/>
              <a:ext cx="1302840" cy="7707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24B9B22-2C83-4B9A-A7FF-578BB9E54AE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650411" y="1542633"/>
                <a:ext cx="1320480" cy="78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90B858B-F8FB-4A97-A4EA-0B82309F1FC6}"/>
                  </a:ext>
                </a:extLst>
              </p14:cNvPr>
              <p14:cNvContentPartPr/>
              <p14:nvPr/>
            </p14:nvContentPartPr>
            <p14:xfrm>
              <a:off x="565091" y="4588593"/>
              <a:ext cx="122400" cy="6541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90B858B-F8FB-4A97-A4EA-0B82309F1FC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60771" y="4584273"/>
                <a:ext cx="131040" cy="66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09DD3C2-2D40-4956-A110-9BD31E73E8B7}"/>
                  </a:ext>
                </a:extLst>
              </p14:cNvPr>
              <p14:cNvContentPartPr/>
              <p14:nvPr/>
            </p14:nvContentPartPr>
            <p14:xfrm>
              <a:off x="786851" y="4616313"/>
              <a:ext cx="138960" cy="1389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09DD3C2-2D40-4956-A110-9BD31E73E8B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82531" y="4611993"/>
                <a:ext cx="1476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BE2E5615-5E79-48AB-8C29-F9CC84BA3CB1}"/>
                  </a:ext>
                </a:extLst>
              </p14:cNvPr>
              <p14:cNvContentPartPr/>
              <p14:nvPr/>
            </p14:nvContentPartPr>
            <p14:xfrm>
              <a:off x="786851" y="4987473"/>
              <a:ext cx="116640" cy="1501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BE2E5615-5E79-48AB-8C29-F9CC84BA3CB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82531" y="4983153"/>
                <a:ext cx="12528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72824BE-3EDA-4970-AFE5-251B1FC01EE5}"/>
                  </a:ext>
                </a:extLst>
              </p14:cNvPr>
              <p14:cNvContentPartPr/>
              <p14:nvPr/>
            </p14:nvContentPartPr>
            <p14:xfrm>
              <a:off x="1146851" y="4616313"/>
              <a:ext cx="105480" cy="1224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72824BE-3EDA-4970-AFE5-251B1FC01EE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42531" y="4611993"/>
                <a:ext cx="11412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7F26D73-5FBE-413F-9490-BAFD01197E3D}"/>
                  </a:ext>
                </a:extLst>
              </p14:cNvPr>
              <p14:cNvContentPartPr/>
              <p14:nvPr/>
            </p14:nvContentPartPr>
            <p14:xfrm>
              <a:off x="1108331" y="4976313"/>
              <a:ext cx="122400" cy="1720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7F26D73-5FBE-413F-9490-BAFD01197E3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04011" y="4971993"/>
                <a:ext cx="13104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F10F63B-7D8D-46D8-839F-56995FE987EE}"/>
                  </a:ext>
                </a:extLst>
              </p14:cNvPr>
              <p14:cNvContentPartPr/>
              <p14:nvPr/>
            </p14:nvContentPartPr>
            <p14:xfrm>
              <a:off x="1385171" y="4605153"/>
              <a:ext cx="127800" cy="5767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F10F63B-7D8D-46D8-839F-56995FE987E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380851" y="4600833"/>
                <a:ext cx="136440" cy="58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D60A6D0-0181-4509-B51F-F2C52C6B00C5}"/>
                  </a:ext>
                </a:extLst>
              </p14:cNvPr>
              <p14:cNvContentPartPr/>
              <p14:nvPr/>
            </p14:nvContentPartPr>
            <p14:xfrm>
              <a:off x="1629251" y="4588593"/>
              <a:ext cx="160920" cy="6098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D60A6D0-0181-4509-B51F-F2C52C6B00C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624931" y="4584273"/>
                <a:ext cx="16956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1385B6C-769C-4ED0-933D-C7ABAEB2B33C}"/>
                  </a:ext>
                </a:extLst>
              </p14:cNvPr>
              <p14:cNvContentPartPr/>
              <p14:nvPr/>
            </p14:nvContentPartPr>
            <p14:xfrm>
              <a:off x="1867571" y="4610553"/>
              <a:ext cx="94680" cy="946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1385B6C-769C-4ED0-933D-C7ABAEB2B33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863251" y="4606233"/>
                <a:ext cx="10332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AE7CA8E-E8D8-43AB-BF3F-0DBE2B9F3BB2}"/>
                  </a:ext>
                </a:extLst>
              </p14:cNvPr>
              <p14:cNvContentPartPr/>
              <p14:nvPr/>
            </p14:nvContentPartPr>
            <p14:xfrm>
              <a:off x="1867571" y="4970913"/>
              <a:ext cx="88920" cy="1389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AE7CA8E-E8D8-43AB-BF3F-0DBE2B9F3BB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63251" y="4966593"/>
                <a:ext cx="9756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1BD3B12-7F96-4CCA-95F0-A2A6BA29F1EB}"/>
                  </a:ext>
                </a:extLst>
              </p14:cNvPr>
              <p14:cNvContentPartPr/>
              <p14:nvPr/>
            </p14:nvContentPartPr>
            <p14:xfrm>
              <a:off x="2172131" y="4593993"/>
              <a:ext cx="122400" cy="1501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1BD3B12-7F96-4CCA-95F0-A2A6BA29F1E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167811" y="4589673"/>
                <a:ext cx="1310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3381F7C-DD7F-4BE4-AAAF-191C97A04374}"/>
                  </a:ext>
                </a:extLst>
              </p14:cNvPr>
              <p14:cNvContentPartPr/>
              <p14:nvPr/>
            </p14:nvContentPartPr>
            <p14:xfrm>
              <a:off x="2160971" y="4976313"/>
              <a:ext cx="105480" cy="1443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3381F7C-DD7F-4BE4-AAAF-191C97A0437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156651" y="4971993"/>
                <a:ext cx="11412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E937959D-0EDA-449D-8C5F-1ECDC5EF5E26}"/>
                  </a:ext>
                </a:extLst>
              </p14:cNvPr>
              <p14:cNvContentPartPr/>
              <p14:nvPr/>
            </p14:nvContentPartPr>
            <p14:xfrm>
              <a:off x="2471651" y="4605153"/>
              <a:ext cx="138960" cy="1332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E937959D-0EDA-449D-8C5F-1ECDC5EF5E2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467331" y="4600833"/>
                <a:ext cx="14760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C4C17C64-7BB7-48FC-82DF-0AD1DD31BB45}"/>
                  </a:ext>
                </a:extLst>
              </p14:cNvPr>
              <p14:cNvContentPartPr/>
              <p14:nvPr/>
            </p14:nvContentPartPr>
            <p14:xfrm>
              <a:off x="2504771" y="4976313"/>
              <a:ext cx="61200" cy="1501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C4C17C64-7BB7-48FC-82DF-0AD1DD31BB4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500451" y="4971993"/>
                <a:ext cx="698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6D385EA-8900-4B5E-9C53-16354F3304C6}"/>
                  </a:ext>
                </a:extLst>
              </p14:cNvPr>
              <p14:cNvContentPartPr/>
              <p14:nvPr/>
            </p14:nvContentPartPr>
            <p14:xfrm>
              <a:off x="2803931" y="4605153"/>
              <a:ext cx="122400" cy="1054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6D385EA-8900-4B5E-9C53-16354F3304C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799611" y="4600833"/>
                <a:ext cx="13104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3325DCB0-07D6-438B-8A8F-EAADF94422DF}"/>
                  </a:ext>
                </a:extLst>
              </p14:cNvPr>
              <p14:cNvContentPartPr/>
              <p14:nvPr/>
            </p14:nvContentPartPr>
            <p14:xfrm>
              <a:off x="2831651" y="4965153"/>
              <a:ext cx="44640" cy="1332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3325DCB0-07D6-438B-8A8F-EAADF94422D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827331" y="4960833"/>
                <a:ext cx="5328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0DF8E9C-17DC-47D0-965A-032EC9CE548D}"/>
                  </a:ext>
                </a:extLst>
              </p14:cNvPr>
              <p14:cNvContentPartPr/>
              <p14:nvPr/>
            </p14:nvContentPartPr>
            <p14:xfrm>
              <a:off x="3020291" y="4616313"/>
              <a:ext cx="144360" cy="5266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0DF8E9C-17DC-47D0-965A-032EC9CE548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015971" y="4611993"/>
                <a:ext cx="153000" cy="53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8EB6C081-E1A5-452E-94CE-796044E3A74E}"/>
                  </a:ext>
                </a:extLst>
              </p14:cNvPr>
              <p14:cNvContentPartPr/>
              <p14:nvPr/>
            </p14:nvContentPartPr>
            <p14:xfrm>
              <a:off x="3297131" y="4821153"/>
              <a:ext cx="78120" cy="504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8EB6C081-E1A5-452E-94CE-796044E3A74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292811" y="4816833"/>
                <a:ext cx="8676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2B8F869F-58D4-486A-8E65-F83724D094BA}"/>
                  </a:ext>
                </a:extLst>
              </p14:cNvPr>
              <p14:cNvContentPartPr/>
              <p14:nvPr/>
            </p14:nvContentPartPr>
            <p14:xfrm>
              <a:off x="3530051" y="4588593"/>
              <a:ext cx="116640" cy="5324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2B8F869F-58D4-486A-8E65-F83724D094B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525731" y="4584273"/>
                <a:ext cx="125280" cy="54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C530F1A-698A-4219-84D8-CBB40E8FADDD}"/>
                  </a:ext>
                </a:extLst>
              </p14:cNvPr>
              <p14:cNvContentPartPr/>
              <p14:nvPr/>
            </p14:nvContentPartPr>
            <p14:xfrm>
              <a:off x="3729491" y="4677153"/>
              <a:ext cx="111240" cy="1332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C530F1A-698A-4219-84D8-CBB40E8FADD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725171" y="4672833"/>
                <a:ext cx="11988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99AAE5A-CCC6-46B8-B84D-4E8D8A57B6D1}"/>
                  </a:ext>
                </a:extLst>
              </p14:cNvPr>
              <p14:cNvContentPartPr/>
              <p14:nvPr/>
            </p14:nvContentPartPr>
            <p14:xfrm>
              <a:off x="4150691" y="4638273"/>
              <a:ext cx="105480" cy="1724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99AAE5A-CCC6-46B8-B84D-4E8D8A57B6D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146371" y="4633944"/>
                <a:ext cx="114120" cy="1810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416B673-034E-4605-B895-D812574D5146}"/>
                  </a:ext>
                </a:extLst>
              </p14:cNvPr>
              <p14:cNvContentPartPr/>
              <p14:nvPr/>
            </p14:nvContentPartPr>
            <p14:xfrm>
              <a:off x="4455611" y="4660593"/>
              <a:ext cx="88560" cy="1497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416B673-034E-4605-B895-D812574D514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451308" y="4656283"/>
                <a:ext cx="97165" cy="1583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A87B7C0F-B57F-4C07-A0DB-0224B9CF0CFC}"/>
                  </a:ext>
                </a:extLst>
              </p14:cNvPr>
              <p14:cNvContentPartPr/>
              <p14:nvPr/>
            </p14:nvContentPartPr>
            <p14:xfrm>
              <a:off x="4743611" y="4654833"/>
              <a:ext cx="111240" cy="1832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A87B7C0F-B57F-4C07-A0DB-0224B9CF0CF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739291" y="4650513"/>
                <a:ext cx="11988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430124A-12DE-4C74-8619-AED439A0D7DA}"/>
                  </a:ext>
                </a:extLst>
              </p14:cNvPr>
              <p14:cNvContentPartPr/>
              <p14:nvPr/>
            </p14:nvContentPartPr>
            <p14:xfrm>
              <a:off x="3746051" y="4954353"/>
              <a:ext cx="111240" cy="1443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430124A-12DE-4C74-8619-AED439A0D7D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741731" y="4950033"/>
                <a:ext cx="11988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220E802F-C0A5-4691-AEFF-F3A156D3456F}"/>
                  </a:ext>
                </a:extLst>
              </p14:cNvPr>
              <p14:cNvContentPartPr/>
              <p14:nvPr/>
            </p14:nvContentPartPr>
            <p14:xfrm>
              <a:off x="4161851" y="4970913"/>
              <a:ext cx="144360" cy="1224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220E802F-C0A5-4691-AEFF-F3A156D3456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157531" y="4966593"/>
                <a:ext cx="15300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B29AE98-DF07-40DB-A031-C64C2541DB5F}"/>
                  </a:ext>
                </a:extLst>
              </p14:cNvPr>
              <p14:cNvContentPartPr/>
              <p14:nvPr/>
            </p14:nvContentPartPr>
            <p14:xfrm>
              <a:off x="4400171" y="4932033"/>
              <a:ext cx="160920" cy="2109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B29AE98-DF07-40DB-A031-C64C2541DB5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395851" y="4927713"/>
                <a:ext cx="16956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DC94F394-74DD-4046-9CBD-9FBE37315D62}"/>
                  </a:ext>
                </a:extLst>
              </p14:cNvPr>
              <p14:cNvContentPartPr/>
              <p14:nvPr/>
            </p14:nvContentPartPr>
            <p14:xfrm>
              <a:off x="4765931" y="4943193"/>
              <a:ext cx="122400" cy="1778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DC94F394-74DD-4046-9CBD-9FBE37315D6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761611" y="4938873"/>
                <a:ext cx="13104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9A2A16FF-3B48-4ECB-9C0D-3CE6A88AD139}"/>
                  </a:ext>
                </a:extLst>
              </p14:cNvPr>
              <p14:cNvContentPartPr/>
              <p14:nvPr/>
            </p14:nvContentPartPr>
            <p14:xfrm>
              <a:off x="4993091" y="4616313"/>
              <a:ext cx="144360" cy="4989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9A2A16FF-3B48-4ECB-9C0D-3CE6A88AD13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988771" y="4611993"/>
                <a:ext cx="153000" cy="50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02917414-2BE9-435F-8DD4-2F90A17B096B}"/>
                  </a:ext>
                </a:extLst>
              </p14:cNvPr>
              <p14:cNvContentPartPr/>
              <p14:nvPr/>
            </p14:nvContentPartPr>
            <p14:xfrm>
              <a:off x="2615651" y="5408673"/>
              <a:ext cx="1956600" cy="10476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02917414-2BE9-435F-8DD4-2F90A17B096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606651" y="5399673"/>
                <a:ext cx="1974240" cy="10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853538A9-07BA-4A9D-8310-5AFB1AC2BC32}"/>
                  </a:ext>
                </a:extLst>
              </p14:cNvPr>
              <p14:cNvContentPartPr/>
              <p14:nvPr/>
            </p14:nvContentPartPr>
            <p14:xfrm>
              <a:off x="2798531" y="6239913"/>
              <a:ext cx="155520" cy="22176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853538A9-07BA-4A9D-8310-5AFB1AC2BC3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780531" y="6221942"/>
                <a:ext cx="191160" cy="257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9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BE2579C-F459-4B9D-8C3C-1118E4A66C96}"/>
                  </a:ext>
                </a:extLst>
              </p14:cNvPr>
              <p14:cNvContentPartPr/>
              <p14:nvPr/>
            </p14:nvContentPartPr>
            <p14:xfrm>
              <a:off x="2776211" y="5386353"/>
              <a:ext cx="116640" cy="1501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BE2579C-F459-4B9D-8C3C-1118E4A66C9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758571" y="5368713"/>
                <a:ext cx="1522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96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84AF823-5816-4B67-8E9E-DEC50AD6715C}"/>
                  </a:ext>
                </a:extLst>
              </p14:cNvPr>
              <p14:cNvContentPartPr/>
              <p14:nvPr/>
            </p14:nvContentPartPr>
            <p14:xfrm>
              <a:off x="2787371" y="5464113"/>
              <a:ext cx="83520" cy="3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84AF823-5816-4B67-8E9E-DEC50AD6715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769371" y="5446113"/>
                <a:ext cx="119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9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0DA948C1-C640-4A32-A174-9C5BF33B14C8}"/>
                  </a:ext>
                </a:extLst>
              </p14:cNvPr>
              <p14:cNvContentPartPr/>
              <p14:nvPr/>
            </p14:nvContentPartPr>
            <p14:xfrm>
              <a:off x="2981411" y="5253513"/>
              <a:ext cx="22680" cy="4464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0DA948C1-C640-4A32-A174-9C5BF33B14C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963411" y="5235513"/>
                <a:ext cx="5832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0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40B76CAA-90FC-45A7-A38E-6B2A03F9D4AA}"/>
                  </a:ext>
                </a:extLst>
              </p14:cNvPr>
              <p14:cNvContentPartPr/>
              <p14:nvPr/>
            </p14:nvContentPartPr>
            <p14:xfrm>
              <a:off x="3114251" y="5242353"/>
              <a:ext cx="1485720" cy="85392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40B76CAA-90FC-45A7-A38E-6B2A03F9D4A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096611" y="5224713"/>
                <a:ext cx="1521360" cy="88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0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9B362255-2B0F-4133-B3D9-E3C6E3EC2C88}"/>
                  </a:ext>
                </a:extLst>
              </p14:cNvPr>
              <p14:cNvContentPartPr/>
              <p14:nvPr/>
            </p14:nvContentPartPr>
            <p14:xfrm>
              <a:off x="4361291" y="6173313"/>
              <a:ext cx="199800" cy="20556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9B362255-2B0F-4133-B3D9-E3C6E3EC2C8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343291" y="6155673"/>
                <a:ext cx="23544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0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D61E3974-ECEA-4633-8ACC-635D7951154C}"/>
                  </a:ext>
                </a:extLst>
              </p14:cNvPr>
              <p14:cNvContentPartPr/>
              <p14:nvPr/>
            </p14:nvContentPartPr>
            <p14:xfrm>
              <a:off x="10008251" y="2116833"/>
              <a:ext cx="116640" cy="14436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D61E3974-ECEA-4633-8ACC-635D7951154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990611" y="2098833"/>
                <a:ext cx="15228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0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DCCB8F24-83B7-41D4-B312-4CA813CFF170}"/>
                  </a:ext>
                </a:extLst>
              </p14:cNvPr>
              <p14:cNvContentPartPr/>
              <p14:nvPr/>
            </p14:nvContentPartPr>
            <p14:xfrm>
              <a:off x="9914291" y="1590153"/>
              <a:ext cx="127800" cy="11700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DCCB8F24-83B7-41D4-B312-4CA813CFF17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896291" y="1572459"/>
                <a:ext cx="163440" cy="1527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0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DFE6EE3D-C4FE-4BD0-A501-5DDA80A9BB37}"/>
                  </a:ext>
                </a:extLst>
              </p14:cNvPr>
              <p14:cNvContentPartPr/>
              <p14:nvPr/>
            </p14:nvContentPartPr>
            <p14:xfrm>
              <a:off x="10884131" y="1551633"/>
              <a:ext cx="127800" cy="14436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DFE6EE3D-C4FE-4BD0-A501-5DDA80A9BB37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866131" y="1533633"/>
                <a:ext cx="16344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11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BCE22353-6211-40E3-A616-3A27CA66B984}"/>
                  </a:ext>
                </a:extLst>
              </p14:cNvPr>
              <p14:cNvContentPartPr/>
              <p14:nvPr/>
            </p14:nvContentPartPr>
            <p14:xfrm>
              <a:off x="10773251" y="2133393"/>
              <a:ext cx="94680" cy="1332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BCE22353-6211-40E3-A616-3A27CA66B984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755251" y="2115753"/>
                <a:ext cx="1303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FE77FA17-BC5A-4E84-A379-B3950454FF86}"/>
                  </a:ext>
                </a:extLst>
              </p14:cNvPr>
              <p14:cNvContentPartPr/>
              <p14:nvPr/>
            </p14:nvContentPartPr>
            <p14:xfrm>
              <a:off x="8451251" y="3258393"/>
              <a:ext cx="244080" cy="1778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FE77FA17-BC5A-4E84-A379-B3950454FF8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442251" y="3249753"/>
                <a:ext cx="26172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161AB7C-6086-49EC-BB7F-460238498E87}"/>
                  </a:ext>
                </a:extLst>
              </p14:cNvPr>
              <p14:cNvContentPartPr/>
              <p14:nvPr/>
            </p14:nvContentPartPr>
            <p14:xfrm>
              <a:off x="8384651" y="3524433"/>
              <a:ext cx="405000" cy="169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161AB7C-6086-49EC-BB7F-460238498E8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375651" y="3515433"/>
                <a:ext cx="42264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D1EF437C-F78F-4EDA-9C24-AFFB74A2F364}"/>
                  </a:ext>
                </a:extLst>
              </p14:cNvPr>
              <p14:cNvContentPartPr/>
              <p14:nvPr/>
            </p14:nvContentPartPr>
            <p14:xfrm>
              <a:off x="8462051" y="3668433"/>
              <a:ext cx="122400" cy="2221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D1EF437C-F78F-4EDA-9C24-AFFB74A2F36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453411" y="3659793"/>
                <a:ext cx="14004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630E22B8-0FD4-4C22-9116-0F8A63F2CF2E}"/>
                  </a:ext>
                </a:extLst>
              </p14:cNvPr>
              <p14:cNvContentPartPr/>
              <p14:nvPr/>
            </p14:nvContentPartPr>
            <p14:xfrm>
              <a:off x="8972171" y="3441273"/>
              <a:ext cx="78120" cy="115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630E22B8-0FD4-4C22-9116-0F8A63F2CF2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963171" y="3432633"/>
                <a:ext cx="957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99891E25-496D-4B9C-BE87-305B86F55119}"/>
                  </a:ext>
                </a:extLst>
              </p14:cNvPr>
              <p14:cNvContentPartPr/>
              <p14:nvPr/>
            </p14:nvContentPartPr>
            <p14:xfrm>
              <a:off x="8955251" y="3496713"/>
              <a:ext cx="111240" cy="57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99891E25-496D-4B9C-BE87-305B86F5511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946611" y="3487713"/>
                <a:ext cx="12888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69D3E34B-6482-4912-970B-176C70191A50}"/>
                  </a:ext>
                </a:extLst>
              </p14:cNvPr>
              <p14:cNvContentPartPr/>
              <p14:nvPr/>
            </p14:nvContentPartPr>
            <p14:xfrm>
              <a:off x="9227051" y="3346953"/>
              <a:ext cx="155520" cy="21096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69D3E34B-6482-4912-970B-176C70191A5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218051" y="3338313"/>
                <a:ext cx="17316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881DB580-C9D9-4B42-821B-CA956392A2F9}"/>
                  </a:ext>
                </a:extLst>
              </p14:cNvPr>
              <p14:cNvContentPartPr/>
              <p14:nvPr/>
            </p14:nvContentPartPr>
            <p14:xfrm>
              <a:off x="1019411" y="1318713"/>
              <a:ext cx="261000" cy="22752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881DB580-C9D9-4B42-821B-CA956392A2F9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10771" y="1310073"/>
                <a:ext cx="27864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1A408D1F-7175-403E-8BE0-CBA9243BE009}"/>
                  </a:ext>
                </a:extLst>
              </p14:cNvPr>
              <p14:cNvContentPartPr/>
              <p14:nvPr/>
            </p14:nvContentPartPr>
            <p14:xfrm>
              <a:off x="1313171" y="1385313"/>
              <a:ext cx="94680" cy="9468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1A408D1F-7175-403E-8BE0-CBA9243BE00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304531" y="1376313"/>
                <a:ext cx="11232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B78C89CA-923A-433F-A42F-1519184CF3E5}"/>
                  </a:ext>
                </a:extLst>
              </p14:cNvPr>
              <p14:cNvContentPartPr/>
              <p14:nvPr/>
            </p14:nvContentPartPr>
            <p14:xfrm>
              <a:off x="1468331" y="1329873"/>
              <a:ext cx="33480" cy="1443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B78C89CA-923A-433F-A42F-1519184CF3E5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459691" y="1320873"/>
                <a:ext cx="5112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882E0739-BD46-4598-934B-4D2486F32D1C}"/>
                  </a:ext>
                </a:extLst>
              </p14:cNvPr>
              <p14:cNvContentPartPr/>
              <p14:nvPr/>
            </p14:nvContentPartPr>
            <p14:xfrm>
              <a:off x="1446371" y="1385313"/>
              <a:ext cx="122400" cy="7812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882E0739-BD46-4598-934B-4D2486F32D1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437371" y="1376313"/>
                <a:ext cx="14004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8E3DA863-734A-4F41-A4B6-531AB88FF2BD}"/>
                  </a:ext>
                </a:extLst>
              </p14:cNvPr>
              <p14:cNvContentPartPr/>
              <p14:nvPr/>
            </p14:nvContentPartPr>
            <p14:xfrm>
              <a:off x="1562651" y="1324473"/>
              <a:ext cx="11520" cy="280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8E3DA863-734A-4F41-A4B6-531AB88FF2BD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553651" y="1315473"/>
                <a:ext cx="291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C364E6A4-3065-494A-8B08-95774EB54496}"/>
                  </a:ext>
                </a:extLst>
              </p14:cNvPr>
              <p14:cNvContentPartPr/>
              <p14:nvPr/>
            </p14:nvContentPartPr>
            <p14:xfrm>
              <a:off x="1645811" y="1368753"/>
              <a:ext cx="210960" cy="10008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C364E6A4-3065-494A-8B08-95774EB5449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636811" y="1359753"/>
                <a:ext cx="22860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382E760A-B22A-4960-8ABB-0DBFF4C1E4A6}"/>
                  </a:ext>
                </a:extLst>
              </p14:cNvPr>
              <p14:cNvContentPartPr/>
              <p14:nvPr/>
            </p14:nvContentPartPr>
            <p14:xfrm>
              <a:off x="2039291" y="1318713"/>
              <a:ext cx="642960" cy="23868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382E760A-B22A-4960-8ABB-0DBFF4C1E4A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030296" y="1310073"/>
                <a:ext cx="66059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40D8E8C6-160C-4EBE-BABE-30E2DF217E9A}"/>
                  </a:ext>
                </a:extLst>
              </p14:cNvPr>
              <p14:cNvContentPartPr/>
              <p14:nvPr/>
            </p14:nvContentPartPr>
            <p14:xfrm>
              <a:off x="2898251" y="1318713"/>
              <a:ext cx="150120" cy="1501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40D8E8C6-160C-4EBE-BABE-30E2DF217E9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889251" y="1310073"/>
                <a:ext cx="16776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687850FA-52D3-4C46-8918-EB7BDDCBB7F8}"/>
                  </a:ext>
                </a:extLst>
              </p14:cNvPr>
              <p14:cNvContentPartPr/>
              <p14:nvPr/>
            </p14:nvContentPartPr>
            <p14:xfrm>
              <a:off x="3203171" y="1290993"/>
              <a:ext cx="304920" cy="16668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687850FA-52D3-4C46-8918-EB7BDDCBB7F8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194182" y="1282353"/>
                <a:ext cx="322539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61694780-4902-4220-A498-AE1BBA84B0C8}"/>
                  </a:ext>
                </a:extLst>
              </p14:cNvPr>
              <p14:cNvContentPartPr/>
              <p14:nvPr/>
            </p14:nvContentPartPr>
            <p14:xfrm>
              <a:off x="3751811" y="1341033"/>
              <a:ext cx="116640" cy="11664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61694780-4902-4220-A498-AE1BBA84B0C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742811" y="1332033"/>
                <a:ext cx="13428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55B6EB93-E78C-4BD9-81AA-37A3BFE05764}"/>
                  </a:ext>
                </a:extLst>
              </p14:cNvPr>
              <p14:cNvContentPartPr/>
              <p14:nvPr/>
            </p14:nvContentPartPr>
            <p14:xfrm>
              <a:off x="4100651" y="1346433"/>
              <a:ext cx="211320" cy="9468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55B6EB93-E78C-4BD9-81AA-37A3BFE05764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091996" y="1337793"/>
                <a:ext cx="22899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649FF40E-1068-43D8-902B-F5C6E1571AE5}"/>
                  </a:ext>
                </a:extLst>
              </p14:cNvPr>
              <p14:cNvContentPartPr/>
              <p14:nvPr/>
            </p14:nvContentPartPr>
            <p14:xfrm>
              <a:off x="4366691" y="1362993"/>
              <a:ext cx="5760" cy="7236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649FF40E-1068-43D8-902B-F5C6E1571AE5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358051" y="1354353"/>
                <a:ext cx="2340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F672333D-9BC6-461A-816E-E3B5592EDE7A}"/>
                  </a:ext>
                </a:extLst>
              </p14:cNvPr>
              <p14:cNvContentPartPr/>
              <p14:nvPr/>
            </p14:nvContentPartPr>
            <p14:xfrm>
              <a:off x="4372451" y="1318713"/>
              <a:ext cx="5760" cy="36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F672333D-9BC6-461A-816E-E3B5592EDE7A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363451" y="1310073"/>
                <a:ext cx="234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6AD0C99D-85F5-407D-B706-7F8EED807371}"/>
                  </a:ext>
                </a:extLst>
              </p14:cNvPr>
              <p14:cNvContentPartPr/>
              <p14:nvPr/>
            </p14:nvContentPartPr>
            <p14:xfrm>
              <a:off x="4438691" y="1368753"/>
              <a:ext cx="66960" cy="7812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6AD0C99D-85F5-407D-B706-7F8EED80737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430051" y="1359753"/>
                <a:ext cx="8460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07B73C0E-2C39-4649-B270-A8DDBC2795D0}"/>
                  </a:ext>
                </a:extLst>
              </p14:cNvPr>
              <p14:cNvContentPartPr/>
              <p14:nvPr/>
            </p14:nvContentPartPr>
            <p14:xfrm>
              <a:off x="4738211" y="1296753"/>
              <a:ext cx="271800" cy="23832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07B73C0E-2C39-4649-B270-A8DDBC2795D0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729211" y="1287767"/>
                <a:ext cx="289440" cy="2559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5E950813-D7B4-4B49-9161-4634523F8C8A}"/>
                  </a:ext>
                </a:extLst>
              </p14:cNvPr>
              <p14:cNvContentPartPr/>
              <p14:nvPr/>
            </p14:nvContentPartPr>
            <p14:xfrm>
              <a:off x="5187131" y="1307553"/>
              <a:ext cx="199800" cy="22212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5E950813-D7B4-4B49-9161-4634523F8C8A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178131" y="1298913"/>
                <a:ext cx="21744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8709076E-33DC-493E-9D75-505D1E68BBBC}"/>
                  </a:ext>
                </a:extLst>
              </p14:cNvPr>
              <p14:cNvContentPartPr/>
              <p14:nvPr/>
            </p14:nvContentPartPr>
            <p14:xfrm>
              <a:off x="5525171" y="1313313"/>
              <a:ext cx="78120" cy="13896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8709076E-33DC-493E-9D75-505D1E68BBB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516171" y="1304313"/>
                <a:ext cx="9576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0C6C28A3-209D-4682-9C95-21A5C0A584C3}"/>
                  </a:ext>
                </a:extLst>
              </p14:cNvPr>
              <p14:cNvContentPartPr/>
              <p14:nvPr/>
            </p14:nvContentPartPr>
            <p14:xfrm>
              <a:off x="1468331" y="1623633"/>
              <a:ext cx="55800" cy="6696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0C6C28A3-209D-4682-9C95-21A5C0A584C3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459691" y="1614633"/>
                <a:ext cx="7344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91888393-6268-4939-AAA3-EEE2C101D8FA}"/>
                  </a:ext>
                </a:extLst>
              </p14:cNvPr>
              <p14:cNvContentPartPr/>
              <p14:nvPr/>
            </p14:nvContentPartPr>
            <p14:xfrm>
              <a:off x="2305331" y="1656753"/>
              <a:ext cx="5760" cy="7236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91888393-6268-4939-AAA3-EEE2C101D8F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296331" y="1648113"/>
                <a:ext cx="2340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D10B0941-FCFB-4709-85C9-151E71A1EC7E}"/>
                  </a:ext>
                </a:extLst>
              </p14:cNvPr>
              <p14:cNvContentPartPr/>
              <p14:nvPr/>
            </p14:nvContentPartPr>
            <p14:xfrm>
              <a:off x="2366171" y="1662513"/>
              <a:ext cx="5760" cy="5040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D10B0941-FCFB-4709-85C9-151E71A1EC7E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357531" y="1653513"/>
                <a:ext cx="2340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0A8C86B5-9C78-43F8-823A-BEC43F62654F}"/>
                  </a:ext>
                </a:extLst>
              </p14:cNvPr>
              <p14:cNvContentPartPr/>
              <p14:nvPr/>
            </p14:nvContentPartPr>
            <p14:xfrm>
              <a:off x="3768371" y="1701033"/>
              <a:ext cx="94680" cy="19980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0A8C86B5-9C78-43F8-823A-BEC43F62654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759371" y="1692393"/>
                <a:ext cx="11232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A43A15F6-8743-4E03-AA8D-F0567CEDB11B}"/>
                  </a:ext>
                </a:extLst>
              </p14:cNvPr>
              <p14:cNvContentPartPr/>
              <p14:nvPr/>
            </p14:nvContentPartPr>
            <p14:xfrm>
              <a:off x="4095251" y="1706793"/>
              <a:ext cx="78120" cy="9468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A43A15F6-8743-4E03-AA8D-F0567CEDB11B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086251" y="1697793"/>
                <a:ext cx="957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C7AB7925-BCCB-4601-9A07-584B261621FF}"/>
                  </a:ext>
                </a:extLst>
              </p14:cNvPr>
              <p14:cNvContentPartPr/>
              <p14:nvPr/>
            </p14:nvContentPartPr>
            <p14:xfrm>
              <a:off x="4255811" y="1701033"/>
              <a:ext cx="78120" cy="8892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C7AB7925-BCCB-4601-9A07-584B261621F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247171" y="1692393"/>
                <a:ext cx="9576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C664253F-76BF-44CE-A0E0-778C4B9B1573}"/>
                  </a:ext>
                </a:extLst>
              </p14:cNvPr>
              <p14:cNvContentPartPr/>
              <p14:nvPr/>
            </p14:nvContentPartPr>
            <p14:xfrm>
              <a:off x="4245011" y="1701033"/>
              <a:ext cx="83520" cy="8892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C664253F-76BF-44CE-A0E0-778C4B9B1573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236011" y="1692393"/>
                <a:ext cx="10116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43D4858C-4543-4530-8BF5-BCA1DB96774D}"/>
                  </a:ext>
                </a:extLst>
              </p14:cNvPr>
              <p14:cNvContentPartPr/>
              <p14:nvPr/>
            </p14:nvContentPartPr>
            <p14:xfrm>
              <a:off x="4410971" y="1634793"/>
              <a:ext cx="155520" cy="16092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43D4858C-4543-4530-8BF5-BCA1DB96774D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4402331" y="1625793"/>
                <a:ext cx="17316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C79313C0-9995-4826-B73E-C69AA455D03D}"/>
                  </a:ext>
                </a:extLst>
              </p14:cNvPr>
              <p14:cNvContentPartPr/>
              <p14:nvPr/>
            </p14:nvContentPartPr>
            <p14:xfrm>
              <a:off x="4787891" y="1645593"/>
              <a:ext cx="88920" cy="15012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C79313C0-9995-4826-B73E-C69AA455D03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4779251" y="1636953"/>
                <a:ext cx="10656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1747BE2C-28F1-4432-BE5A-93BBAB484CED}"/>
                  </a:ext>
                </a:extLst>
              </p14:cNvPr>
              <p14:cNvContentPartPr/>
              <p14:nvPr/>
            </p14:nvContentPartPr>
            <p14:xfrm>
              <a:off x="4921091" y="1745673"/>
              <a:ext cx="116640" cy="17784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1747BE2C-28F1-4432-BE5A-93BBAB484CED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912091" y="1736673"/>
                <a:ext cx="13428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104A8B88-4565-4358-BAF6-E8A44E627B67}"/>
                  </a:ext>
                </a:extLst>
              </p14:cNvPr>
              <p14:cNvContentPartPr/>
              <p14:nvPr/>
            </p14:nvContentPartPr>
            <p14:xfrm>
              <a:off x="5187131" y="1612473"/>
              <a:ext cx="183240" cy="20556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104A8B88-4565-4358-BAF6-E8A44E627B67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178131" y="1603833"/>
                <a:ext cx="2008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F8E53232-E7DE-4EC8-90EE-B5674085DD7C}"/>
                  </a:ext>
                </a:extLst>
              </p14:cNvPr>
              <p14:cNvContentPartPr/>
              <p14:nvPr/>
            </p14:nvContentPartPr>
            <p14:xfrm>
              <a:off x="5491691" y="1623633"/>
              <a:ext cx="144360" cy="19440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F8E53232-E7DE-4EC8-90EE-B5674085DD7C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483051" y="1614633"/>
                <a:ext cx="16200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3E19E5CA-C550-44BB-B524-60A8A8924EA5}"/>
                  </a:ext>
                </a:extLst>
              </p14:cNvPr>
              <p14:cNvContentPartPr/>
              <p14:nvPr/>
            </p14:nvContentPartPr>
            <p14:xfrm>
              <a:off x="3557771" y="3773913"/>
              <a:ext cx="437760" cy="20556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3E19E5CA-C550-44BB-B524-60A8A8924EA5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548778" y="3764913"/>
                <a:ext cx="455386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1DFE102F-F7D4-400E-8DD8-11C240A2843B}"/>
                  </a:ext>
                </a:extLst>
              </p14:cNvPr>
              <p14:cNvContentPartPr/>
              <p14:nvPr/>
            </p14:nvContentPartPr>
            <p14:xfrm>
              <a:off x="4056371" y="3890193"/>
              <a:ext cx="83520" cy="8352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1DFE102F-F7D4-400E-8DD8-11C240A2843B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047731" y="3881193"/>
                <a:ext cx="10116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379941E7-2AA6-4AA3-8B12-43702E2918CC}"/>
                  </a:ext>
                </a:extLst>
              </p14:cNvPr>
              <p14:cNvContentPartPr/>
              <p14:nvPr/>
            </p14:nvContentPartPr>
            <p14:xfrm>
              <a:off x="4560731" y="3779313"/>
              <a:ext cx="260640" cy="19440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379941E7-2AA6-4AA3-8B12-43702E2918CC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552103" y="3770673"/>
                <a:ext cx="278256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4EDA4CB2-43DF-4430-8D45-BB585194371E}"/>
                  </a:ext>
                </a:extLst>
              </p14:cNvPr>
              <p14:cNvContentPartPr/>
              <p14:nvPr/>
            </p14:nvContentPartPr>
            <p14:xfrm>
              <a:off x="4266971" y="3735033"/>
              <a:ext cx="222120" cy="32184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4EDA4CB2-43DF-4430-8D45-BB585194371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4258331" y="3726033"/>
                <a:ext cx="23976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D0D93980-F67D-4E82-986D-611BE8C6587A}"/>
                  </a:ext>
                </a:extLst>
              </p14:cNvPr>
              <p14:cNvContentPartPr/>
              <p14:nvPr/>
            </p14:nvContentPartPr>
            <p14:xfrm>
              <a:off x="4882211" y="3723873"/>
              <a:ext cx="189000" cy="28296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D0D93980-F67D-4E82-986D-611BE8C6587A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873194" y="3715233"/>
                <a:ext cx="206674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00BB070A-00E1-4A7D-931B-6A777D30F0D2}"/>
                  </a:ext>
                </a:extLst>
              </p14:cNvPr>
              <p14:cNvContentPartPr/>
              <p14:nvPr/>
            </p14:nvContentPartPr>
            <p14:xfrm>
              <a:off x="5153651" y="3690753"/>
              <a:ext cx="16920" cy="5040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00BB070A-00E1-4A7D-931B-6A777D30F0D2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145011" y="3681753"/>
                <a:ext cx="345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1050AE28-FB6E-471D-B0F5-0148162CFCE8}"/>
                  </a:ext>
                </a:extLst>
              </p14:cNvPr>
              <p14:cNvContentPartPr/>
              <p14:nvPr/>
            </p14:nvContentPartPr>
            <p14:xfrm>
              <a:off x="4272731" y="4100793"/>
              <a:ext cx="792720" cy="3924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1050AE28-FB6E-471D-B0F5-0148162CFCE8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263731" y="4091793"/>
                <a:ext cx="81036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2080695A-AE4A-4EDB-98A0-A56B15F7AACE}"/>
                  </a:ext>
                </a:extLst>
              </p14:cNvPr>
              <p14:cNvContentPartPr/>
              <p14:nvPr/>
            </p14:nvContentPartPr>
            <p14:xfrm>
              <a:off x="4422131" y="4211673"/>
              <a:ext cx="122400" cy="15552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2080695A-AE4A-4EDB-98A0-A56B15F7AACE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413491" y="4202673"/>
                <a:ext cx="1400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142960A6-72CD-4151-B591-7C488E853746}"/>
                  </a:ext>
                </a:extLst>
              </p14:cNvPr>
              <p14:cNvContentPartPr/>
              <p14:nvPr/>
            </p14:nvContentPartPr>
            <p14:xfrm>
              <a:off x="4627331" y="4205913"/>
              <a:ext cx="127800" cy="13320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142960A6-72CD-4151-B591-7C488E853746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618331" y="4197273"/>
                <a:ext cx="14544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47C4A8E4-6DDA-4DEF-8D74-C9D5D8BF54F1}"/>
                  </a:ext>
                </a:extLst>
              </p14:cNvPr>
              <p14:cNvContentPartPr/>
              <p14:nvPr/>
            </p14:nvContentPartPr>
            <p14:xfrm>
              <a:off x="4832171" y="4205913"/>
              <a:ext cx="122400" cy="13896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47C4A8E4-6DDA-4DEF-8D74-C9D5D8BF54F1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823531" y="4197273"/>
                <a:ext cx="14004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D06271E7-AE73-421B-99A0-211ABFF8DE58}"/>
                  </a:ext>
                </a:extLst>
              </p14:cNvPr>
              <p14:cNvContentPartPr/>
              <p14:nvPr/>
            </p14:nvContentPartPr>
            <p14:xfrm>
              <a:off x="5020811" y="4200513"/>
              <a:ext cx="78120" cy="13320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D06271E7-AE73-421B-99A0-211ABFF8DE58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5011811" y="4191873"/>
                <a:ext cx="957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1D1FED76-5FAC-4E89-A4B8-8983D99A2118}"/>
                  </a:ext>
                </a:extLst>
              </p14:cNvPr>
              <p14:cNvContentPartPr/>
              <p14:nvPr/>
            </p14:nvContentPartPr>
            <p14:xfrm>
              <a:off x="5259131" y="4012233"/>
              <a:ext cx="55800" cy="576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1D1FED76-5FAC-4E89-A4B8-8983D99A2118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5250131" y="4003233"/>
                <a:ext cx="734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B3F1C947-4B94-42AF-88AC-3941E28B4079}"/>
                  </a:ext>
                </a:extLst>
              </p14:cNvPr>
              <p14:cNvContentPartPr/>
              <p14:nvPr/>
            </p14:nvContentPartPr>
            <p14:xfrm>
              <a:off x="5236811" y="4067673"/>
              <a:ext cx="78120" cy="2268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B3F1C947-4B94-42AF-88AC-3941E28B4079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5228171" y="4058673"/>
                <a:ext cx="957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B5CD8A71-534E-4263-9029-E0622E528282}"/>
                  </a:ext>
                </a:extLst>
              </p14:cNvPr>
              <p14:cNvContentPartPr/>
              <p14:nvPr/>
            </p14:nvContentPartPr>
            <p14:xfrm>
              <a:off x="5430851" y="3934473"/>
              <a:ext cx="1374480" cy="21672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B5CD8A71-534E-4263-9029-E0622E528282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5421853" y="3925819"/>
                <a:ext cx="1392115" cy="2343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684E9118-055A-4C30-9E47-9715D5037F24}"/>
                  </a:ext>
                </a:extLst>
              </p14:cNvPr>
              <p14:cNvContentPartPr/>
              <p14:nvPr/>
            </p14:nvContentPartPr>
            <p14:xfrm>
              <a:off x="3579731" y="3857073"/>
              <a:ext cx="1452240" cy="6120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684E9118-055A-4C30-9E47-9715D5037F2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3562091" y="3821073"/>
                <a:ext cx="14878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75CC8625-3692-4B3D-819B-4584FA5EB009}"/>
                  </a:ext>
                </a:extLst>
              </p14:cNvPr>
              <p14:cNvContentPartPr/>
              <p14:nvPr/>
            </p14:nvContentPartPr>
            <p14:xfrm>
              <a:off x="3679451" y="4183953"/>
              <a:ext cx="1352520" cy="7236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75CC8625-3692-4B3D-819B-4584FA5EB009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3661811" y="4147953"/>
                <a:ext cx="13881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354A10CE-31DB-46E5-90F2-70108F76CD24}"/>
                  </a:ext>
                </a:extLst>
              </p14:cNvPr>
              <p14:cNvContentPartPr/>
              <p14:nvPr/>
            </p14:nvContentPartPr>
            <p14:xfrm>
              <a:off x="5087051" y="4001073"/>
              <a:ext cx="1640880" cy="6120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354A10CE-31DB-46E5-90F2-70108F76CD24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5069411" y="3965073"/>
                <a:ext cx="1676520" cy="13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54416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18978ED-D9CF-4254-9C09-6C5200957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51" y="740471"/>
            <a:ext cx="10790182" cy="1101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1678EE02-E963-4885-83F4-8CA38CDDC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841" y="2350454"/>
            <a:ext cx="3826102" cy="287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9B4EFA21-4D2E-4EC6-8D58-2C6F23D85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100" y="2579398"/>
            <a:ext cx="3145333" cy="243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85C00A-EF5C-4D17-962E-CC06D5BA5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7392" y="3132491"/>
            <a:ext cx="2381667" cy="8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807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768</TotalTime>
  <Words>766</Words>
  <Application>Microsoft Office PowerPoint</Application>
  <PresentationFormat>Widescreen</PresentationFormat>
  <Paragraphs>78</Paragraphs>
  <Slides>47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Rockwell</vt:lpstr>
      <vt:lpstr>Rockwell Condensed</vt:lpstr>
      <vt:lpstr>Wingdings</vt:lpstr>
      <vt:lpstr>Wood Type</vt:lpstr>
      <vt:lpstr>Transformation Matrices</vt:lpstr>
      <vt:lpstr>Transformations in the plane</vt:lpstr>
      <vt:lpstr>Matrices for Translations</vt:lpstr>
      <vt:lpstr>In general:</vt:lpstr>
      <vt:lpstr>Deriving matrices for transformations</vt:lpstr>
      <vt:lpstr>Consider a unit square</vt:lpstr>
      <vt:lpstr>Matrices for reflection in the x axis</vt:lpstr>
      <vt:lpstr>Matrices for reflection in the y axis</vt:lpstr>
      <vt:lpstr>Matrices for reflection in line y=x</vt:lpstr>
      <vt:lpstr>Matrices for reflection in line y=-x</vt:lpstr>
      <vt:lpstr>DILATIONS FROM THE X AXIS</vt:lpstr>
      <vt:lpstr>DILATIONS FROM THE Y AXIS</vt:lpstr>
      <vt:lpstr>DILATIONS FROM THE X AND Y AXES</vt:lpstr>
      <vt:lpstr>SHEARS</vt:lpstr>
      <vt:lpstr>SHEARS</vt:lpstr>
      <vt:lpstr>SHEARS</vt:lpstr>
      <vt:lpstr>Projections</vt:lpstr>
      <vt:lpstr>Projections</vt:lpstr>
      <vt:lpstr>Linear transformations</vt:lpstr>
      <vt:lpstr>PowerPoint Presentation</vt:lpstr>
      <vt:lpstr>PowerPoint Presentation</vt:lpstr>
      <vt:lpstr>PowerPoint Presentation</vt:lpstr>
      <vt:lpstr>Transformation Matrices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Rotations</vt:lpstr>
      <vt:lpstr>General Rotations about the origin</vt:lpstr>
      <vt:lpstr>General reflection in a line passing through the origin</vt:lpstr>
      <vt:lpstr>General reflection in a line passing through the origin</vt:lpstr>
      <vt:lpstr>General reflection in a line passing through the origin</vt:lpstr>
      <vt:lpstr>Composition of transformations</vt:lpstr>
      <vt:lpstr>Composition of transformations</vt:lpstr>
      <vt:lpstr>Composition of transformations</vt:lpstr>
      <vt:lpstr>Composition of transformations</vt:lpstr>
      <vt:lpstr>PowerPoint Presentation</vt:lpstr>
      <vt:lpstr>PowerPoint Presentation</vt:lpstr>
      <vt:lpstr>PowerPoint Presentation</vt:lpstr>
      <vt:lpstr>PowerPoint Presentation</vt:lpstr>
      <vt:lpstr>Inverse of transformation Matrices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Transformation Matrices</dc:title>
  <dc:creator>Nathalie RIMANDO</dc:creator>
  <cp:lastModifiedBy>RIMANDO Nathalie [Perth Modern School]</cp:lastModifiedBy>
  <cp:revision>11</cp:revision>
  <cp:lastPrinted>2021-09-07T03:07:56Z</cp:lastPrinted>
  <dcterms:created xsi:type="dcterms:W3CDTF">2018-08-21T21:46:20Z</dcterms:created>
  <dcterms:modified xsi:type="dcterms:W3CDTF">2021-09-07T03:21:52Z</dcterms:modified>
</cp:coreProperties>
</file>