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EA3CFBD3-C108-41AA-AD3A-B6E379A92530}" type="datetimeFigureOut">
              <a:rPr lang="en-AU" smtClean="0"/>
              <a:t>19/10/2021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2B703-E342-495E-9D09-FA61233AFBAF}" type="slidenum">
              <a:rPr lang="en-AU" smtClean="0"/>
              <a:t>‹#›</a:t>
            </a:fld>
            <a:endParaRPr lang="en-AU"/>
          </a:p>
        </p:txBody>
      </p:sp>
      <p:cxnSp>
        <p:nvCxnSpPr>
          <p:cNvPr id="13" name="Straight Connector 12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blipFill dpi="0" rotWithShape="1">
            <a:blip r:embed="rId2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133350" ty="-6350" sx="50000" sy="5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8894571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CFBD3-C108-41AA-AD3A-B6E379A92530}" type="datetimeFigureOut">
              <a:rPr lang="en-AU" smtClean="0"/>
              <a:t>19/10/2021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2B703-E342-495E-9D09-FA61233AFBA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92662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CFBD3-C108-41AA-AD3A-B6E379A92530}" type="datetimeFigureOut">
              <a:rPr lang="en-AU" smtClean="0"/>
              <a:t>19/10/2021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2B703-E342-495E-9D09-FA61233AFBAF}" type="slidenum">
              <a:rPr lang="en-AU" smtClean="0"/>
              <a:t>‹#›</a:t>
            </a:fld>
            <a:endParaRPr lang="en-AU"/>
          </a:p>
        </p:txBody>
      </p:sp>
      <p:cxnSp>
        <p:nvCxnSpPr>
          <p:cNvPr id="12" name="Straight Connector 11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0" y="-1"/>
            <a:ext cx="12192000" cy="4572000"/>
          </a:xfrm>
          <a:prstGeom prst="rect">
            <a:avLst/>
          </a:prstGeom>
          <a:blipFill dpi="0" rotWithShape="1">
            <a:blip r:embed="rId2">
              <a:duotone>
                <a:schemeClr val="accent3">
                  <a:shade val="45000"/>
                  <a:satMod val="135000"/>
                </a:schemeClr>
                <a:prstClr val="white"/>
              </a:duotone>
            </a:blip>
            <a:srcRect/>
            <a:tile tx="-133350" ty="-6350" sx="50000" sy="5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5343236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CFBD3-C108-41AA-AD3A-B6E379A92530}" type="datetimeFigureOut">
              <a:rPr lang="en-AU" smtClean="0"/>
              <a:t>19/10/2021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2B703-E342-495E-9D09-FA61233AFBA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921128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CFBD3-C108-41AA-AD3A-B6E379A92530}" type="datetimeFigureOut">
              <a:rPr lang="en-AU" smtClean="0"/>
              <a:t>19/10/2021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2B703-E342-495E-9D09-FA61233AFBA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432787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CFBD3-C108-41AA-AD3A-B6E379A92530}" type="datetimeFigureOut">
              <a:rPr lang="en-AU" smtClean="0"/>
              <a:t>19/10/2021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2B703-E342-495E-9D09-FA61233AFBA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75036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CFBD3-C108-41AA-AD3A-B6E379A92530}" type="datetimeFigureOut">
              <a:rPr lang="en-AU" smtClean="0"/>
              <a:t>19/10/2021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2B703-E342-495E-9D09-FA61233AFBA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944267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CFBD3-C108-41AA-AD3A-B6E379A92530}" type="datetimeFigureOut">
              <a:rPr lang="en-AU" smtClean="0"/>
              <a:t>19/10/2021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2B703-E342-495E-9D09-FA61233AFBA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603629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CFBD3-C108-41AA-AD3A-B6E379A92530}" type="datetimeFigureOut">
              <a:rPr lang="en-AU" smtClean="0"/>
              <a:t>19/10/2021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2B703-E342-495E-9D09-FA61233AFBAF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08955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CFBD3-C108-41AA-AD3A-B6E379A92530}" type="datetimeFigureOut">
              <a:rPr lang="en-AU" smtClean="0"/>
              <a:t>19/10/2021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2B703-E342-495E-9D09-FA61233AFBA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58240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CFBD3-C108-41AA-AD3A-B6E379A92530}" type="datetimeFigureOut">
              <a:rPr lang="en-AU" smtClean="0"/>
              <a:t>19/10/2021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2B703-E342-495E-9D09-FA61233AFBAF}" type="slidenum">
              <a:rPr lang="en-AU" smtClean="0"/>
              <a:t>‹#›</a:t>
            </a:fld>
            <a:endParaRPr lang="en-AU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64318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EA3CFBD3-C108-41AA-AD3A-B6E379A92530}" type="datetimeFigureOut">
              <a:rPr lang="en-AU" smtClean="0"/>
              <a:t>19/10/2021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B8E2B703-E342-495E-9D09-FA61233AFBAF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37786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4B473-6040-4F9A-9976-8D446A57847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/>
              <a:t>Distance Time Graphs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14F02B-BC4D-4BCF-873B-E538A94B74D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7753839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702FB7-557D-47B1-8506-8C9203A0A4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3660606" cy="1499616"/>
          </a:xfrm>
        </p:spPr>
        <p:txBody>
          <a:bodyPr/>
          <a:lstStyle/>
          <a:p>
            <a:r>
              <a:rPr lang="en-AU" dirty="0"/>
              <a:t>5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178318-4C5C-4E9C-852B-DE7B44C71E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1. If your average speed is 40km/h, how long does it take to travel 50km?</a:t>
            </a:r>
          </a:p>
          <a:p>
            <a:pPr marL="0" indent="0">
              <a:buNone/>
            </a:pPr>
            <a:r>
              <a:rPr lang="en-AU" dirty="0"/>
              <a:t>2. 5060cm = _______m</a:t>
            </a:r>
          </a:p>
          <a:p>
            <a:pPr marL="0" indent="0">
              <a:buNone/>
            </a:pPr>
            <a:r>
              <a:rPr lang="en-AU" dirty="0"/>
              <a:t>3. 0.5 minutes = ______ seconds</a:t>
            </a:r>
          </a:p>
          <a:p>
            <a:pPr marL="0" indent="0">
              <a:buNone/>
            </a:pPr>
            <a:r>
              <a:rPr lang="en-AU" dirty="0"/>
              <a:t>4. Share $20 in the ratio 1:4</a:t>
            </a:r>
          </a:p>
          <a:p>
            <a:pPr marL="0" indent="0">
              <a:buNone/>
            </a:pPr>
            <a:r>
              <a:rPr lang="en-AU" dirty="0"/>
              <a:t>5. If an distance on a map is 5cm with the scale of 1:50, how far is it in real life?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9E3BF4-8C91-4AA4-8CA5-F762913DAD2D}"/>
              </a:ext>
            </a:extLst>
          </p:cNvPr>
          <p:cNvSpPr txBox="1"/>
          <p:nvPr/>
        </p:nvSpPr>
        <p:spPr>
          <a:xfrm>
            <a:off x="5634767" y="504027"/>
            <a:ext cx="540975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Topic: </a:t>
            </a:r>
            <a:r>
              <a:rPr lang="en-AU" sz="2400" dirty="0"/>
              <a:t>Distance Time Graphs</a:t>
            </a:r>
          </a:p>
          <a:p>
            <a:r>
              <a:rPr lang="en-AU" sz="2400" b="1" dirty="0"/>
              <a:t>EQ: </a:t>
            </a:r>
            <a:r>
              <a:rPr lang="en-AU" sz="2400" dirty="0"/>
              <a:t>How can we </a:t>
            </a:r>
            <a:r>
              <a:rPr lang="en-AU" sz="2400"/>
              <a:t>use distance </a:t>
            </a:r>
            <a:r>
              <a:rPr lang="en-AU" sz="2400" dirty="0"/>
              <a:t>time graphs?</a:t>
            </a:r>
          </a:p>
        </p:txBody>
      </p:sp>
    </p:spTree>
    <p:extLst>
      <p:ext uri="{BB962C8B-B14F-4D97-AF65-F5344CB8AC3E}">
        <p14:creationId xmlns:p14="http://schemas.microsoft.com/office/powerpoint/2010/main" val="32068303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45D7B-AA45-4AA7-B26D-F4A305745E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Bob and his travels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B40296C-EB03-4A21-9132-B7CBD32B3D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47800" y="1918415"/>
            <a:ext cx="8241034" cy="44569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9F2C680-59C2-4262-B47E-6C1D902FB4EC}"/>
              </a:ext>
            </a:extLst>
          </p:cNvPr>
          <p:cNvSpPr txBox="1"/>
          <p:nvPr/>
        </p:nvSpPr>
        <p:spPr>
          <a:xfrm>
            <a:off x="6667090" y="219075"/>
            <a:ext cx="5048660" cy="147732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AU" dirty="0"/>
              <a:t>THINK PAIR SHARE</a:t>
            </a:r>
          </a:p>
          <a:p>
            <a:pPr marL="342900" indent="-342900">
              <a:buAutoNum type="arabicPeriod"/>
            </a:pPr>
            <a:r>
              <a:rPr lang="en-AU" dirty="0"/>
              <a:t>Think which story goes with the graph</a:t>
            </a:r>
          </a:p>
          <a:p>
            <a:pPr marL="342900" indent="-342900">
              <a:buAutoNum type="arabicPeriod"/>
            </a:pPr>
            <a:r>
              <a:rPr lang="en-AU" dirty="0"/>
              <a:t>Pair with your shoulder partner to discuss your answers</a:t>
            </a:r>
          </a:p>
          <a:p>
            <a:pPr marL="342900" indent="-342900">
              <a:buAutoNum type="arabicPeriod"/>
            </a:pPr>
            <a:r>
              <a:rPr lang="en-AU" dirty="0"/>
              <a:t>Be prepared to share you answer with the class</a:t>
            </a:r>
          </a:p>
        </p:txBody>
      </p:sp>
    </p:spTree>
    <p:extLst>
      <p:ext uri="{BB962C8B-B14F-4D97-AF65-F5344CB8AC3E}">
        <p14:creationId xmlns:p14="http://schemas.microsoft.com/office/powerpoint/2010/main" val="16700752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1779C26-CF69-4C23-836E-EB81F00F0829}"/>
              </a:ext>
            </a:extLst>
          </p:cNvPr>
          <p:cNvSpPr txBox="1"/>
          <p:nvPr/>
        </p:nvSpPr>
        <p:spPr>
          <a:xfrm>
            <a:off x="1358283" y="504027"/>
            <a:ext cx="102328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Topic: </a:t>
            </a:r>
            <a:r>
              <a:rPr lang="en-AU" sz="2400" dirty="0"/>
              <a:t>Distance Time Graphs</a:t>
            </a:r>
          </a:p>
          <a:p>
            <a:r>
              <a:rPr lang="en-AU" sz="2400" b="1" dirty="0"/>
              <a:t>EQ: </a:t>
            </a:r>
            <a:r>
              <a:rPr lang="en-AU" sz="2400" dirty="0"/>
              <a:t>How can we use distance time graphs?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735C9A4-2659-452C-87EB-FD9D6A559477}"/>
              </a:ext>
            </a:extLst>
          </p:cNvPr>
          <p:cNvCxnSpPr>
            <a:cxnSpLocks/>
          </p:cNvCxnSpPr>
          <p:nvPr/>
        </p:nvCxnSpPr>
        <p:spPr>
          <a:xfrm>
            <a:off x="0" y="1335024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B5588D2-770E-4647-B39D-18AF789BA644}"/>
              </a:ext>
            </a:extLst>
          </p:cNvPr>
          <p:cNvCxnSpPr>
            <a:cxnSpLocks/>
          </p:cNvCxnSpPr>
          <p:nvPr/>
        </p:nvCxnSpPr>
        <p:spPr>
          <a:xfrm flipV="1">
            <a:off x="0" y="1305051"/>
            <a:ext cx="12192000" cy="24785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9371FD2-E9A4-41AC-8351-C375001F3934}"/>
              </a:ext>
            </a:extLst>
          </p:cNvPr>
          <p:cNvCxnSpPr>
            <a:cxnSpLocks/>
          </p:cNvCxnSpPr>
          <p:nvPr/>
        </p:nvCxnSpPr>
        <p:spPr>
          <a:xfrm>
            <a:off x="2119729" y="1329836"/>
            <a:ext cx="0" cy="560362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FB3C53E6-5D04-4B16-9486-24C20F6D1983}"/>
              </a:ext>
            </a:extLst>
          </p:cNvPr>
          <p:cNvSpPr txBox="1"/>
          <p:nvPr/>
        </p:nvSpPr>
        <p:spPr>
          <a:xfrm>
            <a:off x="105775" y="2874495"/>
            <a:ext cx="201395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do different slopes mean?</a:t>
            </a:r>
            <a:endParaRPr lang="en-GB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0AAD6BC-EBE6-4347-A960-F187B2AD9647}"/>
              </a:ext>
            </a:extLst>
          </p:cNvPr>
          <p:cNvSpPr txBox="1"/>
          <p:nvPr/>
        </p:nvSpPr>
        <p:spPr>
          <a:xfrm>
            <a:off x="2672099" y="2894970"/>
            <a:ext cx="79989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 horizontal section indicates there is no movement / stationary </a:t>
            </a:r>
            <a:endParaRPr lang="en-GB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507B210-2C8C-4DBB-8A3A-ED619B78444F}"/>
              </a:ext>
            </a:extLst>
          </p:cNvPr>
          <p:cNvSpPr txBox="1"/>
          <p:nvPr/>
        </p:nvSpPr>
        <p:spPr>
          <a:xfrm>
            <a:off x="2672099" y="3643643"/>
            <a:ext cx="79989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 steep line indicates high speed / fast</a:t>
            </a:r>
            <a:endParaRPr lang="en-GB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ED97B40-F649-4A63-A4D8-1CAFB4B78AD7}"/>
              </a:ext>
            </a:extLst>
          </p:cNvPr>
          <p:cNvSpPr txBox="1"/>
          <p:nvPr/>
        </p:nvSpPr>
        <p:spPr>
          <a:xfrm>
            <a:off x="2672101" y="4392317"/>
            <a:ext cx="79989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 gently sloping line indicates a low speed / slow</a:t>
            </a:r>
            <a:endParaRPr lang="en-GB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A3E2A44-B25B-402C-984F-D3B47B1A17A9}"/>
              </a:ext>
            </a:extLst>
          </p:cNvPr>
          <p:cNvSpPr txBox="1"/>
          <p:nvPr/>
        </p:nvSpPr>
        <p:spPr>
          <a:xfrm>
            <a:off x="2672098" y="5140990"/>
            <a:ext cx="79989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 straight line indicates constant speed, a change in the slope means there is a change in the speed</a:t>
            </a:r>
            <a:endParaRPr lang="en-GB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73FC81A-BC53-4469-929C-DDFC05A11194}"/>
              </a:ext>
            </a:extLst>
          </p:cNvPr>
          <p:cNvSpPr txBox="1"/>
          <p:nvPr/>
        </p:nvSpPr>
        <p:spPr>
          <a:xfrm>
            <a:off x="2672097" y="6066882"/>
            <a:ext cx="79989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Going up means going away, going down means coming back</a:t>
            </a:r>
            <a:endParaRPr lang="en-GB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42ABE7F-FC77-4C5E-B772-3E6CC02EB63D}"/>
              </a:ext>
            </a:extLst>
          </p:cNvPr>
          <p:cNvSpPr txBox="1"/>
          <p:nvPr/>
        </p:nvSpPr>
        <p:spPr>
          <a:xfrm>
            <a:off x="2530136" y="1784412"/>
            <a:ext cx="87266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Distance time graphs have time on the x-axis (horizontal) and distance on the y-axis (vertical)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2888634-4AAE-433B-A5C5-13E1263DFAAF}"/>
              </a:ext>
            </a:extLst>
          </p:cNvPr>
          <p:cNvSpPr txBox="1"/>
          <p:nvPr/>
        </p:nvSpPr>
        <p:spPr>
          <a:xfrm>
            <a:off x="291946" y="1596734"/>
            <a:ext cx="15358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is a distance Time graph?</a:t>
            </a:r>
          </a:p>
        </p:txBody>
      </p:sp>
    </p:spTree>
    <p:extLst>
      <p:ext uri="{BB962C8B-B14F-4D97-AF65-F5344CB8AC3E}">
        <p14:creationId xmlns:p14="http://schemas.microsoft.com/office/powerpoint/2010/main" val="14459579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6077E-43E0-4803-8233-EFCBF4DC4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2473051" cy="1499616"/>
          </a:xfrm>
        </p:spPr>
        <p:txBody>
          <a:bodyPr/>
          <a:lstStyle/>
          <a:p>
            <a:r>
              <a:rPr lang="en-AU" dirty="0"/>
              <a:t>Some questions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2F031A-8103-4881-80C8-5274F8C855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2457" y="0"/>
            <a:ext cx="772541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52974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1779C26-CF69-4C23-836E-EB81F00F0829}"/>
              </a:ext>
            </a:extLst>
          </p:cNvPr>
          <p:cNvSpPr txBox="1"/>
          <p:nvPr/>
        </p:nvSpPr>
        <p:spPr>
          <a:xfrm>
            <a:off x="1358283" y="504027"/>
            <a:ext cx="102328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Topic: </a:t>
            </a:r>
            <a:r>
              <a:rPr lang="en-AU" sz="2400" dirty="0"/>
              <a:t>Distance Time Graphs</a:t>
            </a:r>
          </a:p>
          <a:p>
            <a:r>
              <a:rPr lang="en-AU" sz="2400" b="1" dirty="0"/>
              <a:t>EQ: </a:t>
            </a:r>
            <a:r>
              <a:rPr lang="en-AU" sz="2400" dirty="0"/>
              <a:t>How can we use distance time graphs?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735C9A4-2659-452C-87EB-FD9D6A559477}"/>
              </a:ext>
            </a:extLst>
          </p:cNvPr>
          <p:cNvCxnSpPr>
            <a:cxnSpLocks/>
          </p:cNvCxnSpPr>
          <p:nvPr/>
        </p:nvCxnSpPr>
        <p:spPr>
          <a:xfrm>
            <a:off x="0" y="1335024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B5588D2-770E-4647-B39D-18AF789BA644}"/>
              </a:ext>
            </a:extLst>
          </p:cNvPr>
          <p:cNvCxnSpPr>
            <a:cxnSpLocks/>
          </p:cNvCxnSpPr>
          <p:nvPr/>
        </p:nvCxnSpPr>
        <p:spPr>
          <a:xfrm flipV="1">
            <a:off x="0" y="1305051"/>
            <a:ext cx="12192000" cy="24785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9371FD2-E9A4-41AC-8351-C375001F3934}"/>
              </a:ext>
            </a:extLst>
          </p:cNvPr>
          <p:cNvCxnSpPr>
            <a:cxnSpLocks/>
          </p:cNvCxnSpPr>
          <p:nvPr/>
        </p:nvCxnSpPr>
        <p:spPr>
          <a:xfrm>
            <a:off x="2119729" y="1329836"/>
            <a:ext cx="0" cy="560362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79E3990B-CCE4-48A0-B213-A71EF521BE15}"/>
              </a:ext>
            </a:extLst>
          </p:cNvPr>
          <p:cNvSpPr txBox="1"/>
          <p:nvPr/>
        </p:nvSpPr>
        <p:spPr>
          <a:xfrm>
            <a:off x="91677" y="1669195"/>
            <a:ext cx="20280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How do we interpret distance time graphs?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27E5A94-919B-4747-9103-814AB8E98ABC}"/>
              </a:ext>
            </a:extLst>
          </p:cNvPr>
          <p:cNvGrpSpPr/>
          <p:nvPr/>
        </p:nvGrpSpPr>
        <p:grpSpPr>
          <a:xfrm>
            <a:off x="6464308" y="1598614"/>
            <a:ext cx="4317403" cy="4980440"/>
            <a:chOff x="4397922" y="1268315"/>
            <a:chExt cx="4317403" cy="4980440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B0275DC4-CF12-4726-955B-5AA75461078B}"/>
                </a:ext>
              </a:extLst>
            </p:cNvPr>
            <p:cNvGrpSpPr/>
            <p:nvPr/>
          </p:nvGrpSpPr>
          <p:grpSpPr>
            <a:xfrm>
              <a:off x="4397922" y="1268315"/>
              <a:ext cx="4317403" cy="4980440"/>
              <a:chOff x="4397922" y="1268315"/>
              <a:chExt cx="4317403" cy="4980440"/>
            </a:xfrm>
          </p:grpSpPr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B54618DB-8C29-4D22-BD20-C2267476F502}"/>
                  </a:ext>
                </a:extLst>
              </p:cNvPr>
              <p:cNvGrpSpPr/>
              <p:nvPr/>
            </p:nvGrpSpPr>
            <p:grpSpPr>
              <a:xfrm>
                <a:off x="4486909" y="1311007"/>
                <a:ext cx="4228416" cy="4778304"/>
                <a:chOff x="4371299" y="1311007"/>
                <a:chExt cx="4228416" cy="4778304"/>
              </a:xfrm>
            </p:grpSpPr>
            <p:grpSp>
              <p:nvGrpSpPr>
                <p:cNvPr id="27" name="Group 839">
                  <a:extLst>
                    <a:ext uri="{FF2B5EF4-FFF2-40B4-BE49-F238E27FC236}">
                      <a16:creationId xmlns:a16="http://schemas.microsoft.com/office/drawing/2014/main" id="{881C6F4A-1151-4426-B56B-1D822AFD737C}"/>
                    </a:ext>
                  </a:extLst>
                </p:cNvPr>
                <p:cNvGrpSpPr/>
                <p:nvPr/>
              </p:nvGrpSpPr>
              <p:grpSpPr>
                <a:xfrm>
                  <a:off x="4508573" y="1311007"/>
                  <a:ext cx="4091142" cy="4776274"/>
                  <a:chOff x="4508573" y="1311007"/>
                  <a:chExt cx="4091142" cy="4776274"/>
                </a:xfrm>
              </p:grpSpPr>
              <p:grpSp>
                <p:nvGrpSpPr>
                  <p:cNvPr id="78" name="Group 766">
                    <a:extLst>
                      <a:ext uri="{FF2B5EF4-FFF2-40B4-BE49-F238E27FC236}">
                        <a16:creationId xmlns:a16="http://schemas.microsoft.com/office/drawing/2014/main" id="{0D4179E3-BA0F-4EFD-9F00-5250008AA317}"/>
                      </a:ext>
                    </a:extLst>
                  </p:cNvPr>
                  <p:cNvGrpSpPr/>
                  <p:nvPr/>
                </p:nvGrpSpPr>
                <p:grpSpPr>
                  <a:xfrm>
                    <a:off x="4508573" y="1315256"/>
                    <a:ext cx="4091142" cy="4772025"/>
                    <a:chOff x="3390900" y="1315256"/>
                    <a:chExt cx="4686300" cy="4772025"/>
                  </a:xfrm>
                </p:grpSpPr>
                <p:cxnSp>
                  <p:nvCxnSpPr>
                    <p:cNvPr id="141" name="Straight Connector 140">
                      <a:extLst>
                        <a:ext uri="{FF2B5EF4-FFF2-40B4-BE49-F238E27FC236}">
                          <a16:creationId xmlns:a16="http://schemas.microsoft.com/office/drawing/2014/main" id="{501C7F28-F224-432F-AD3F-F8B26BC830AF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1315256"/>
                      <a:ext cx="4686300" cy="0"/>
                    </a:xfrm>
                    <a:prstGeom prst="line">
                      <a:avLst/>
                    </a:prstGeom>
                    <a:ln w="19050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42" name="Straight Connector 141">
                      <a:extLst>
                        <a:ext uri="{FF2B5EF4-FFF2-40B4-BE49-F238E27FC236}">
                          <a16:creationId xmlns:a16="http://schemas.microsoft.com/office/drawing/2014/main" id="{B697B7ED-21AD-4ECF-83A5-5D7CD4E7174E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1383428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43" name="Straight Connector 142">
                      <a:extLst>
                        <a:ext uri="{FF2B5EF4-FFF2-40B4-BE49-F238E27FC236}">
                          <a16:creationId xmlns:a16="http://schemas.microsoft.com/office/drawing/2014/main" id="{810B449C-8CEA-44D9-A866-AE4D8870493D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1519772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44" name="Straight Connector 143">
                      <a:extLst>
                        <a:ext uri="{FF2B5EF4-FFF2-40B4-BE49-F238E27FC236}">
                          <a16:creationId xmlns:a16="http://schemas.microsoft.com/office/drawing/2014/main" id="{CEBD0617-A178-40F2-A169-ED7BE2CAF70D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1724288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45" name="Straight Connector 144">
                      <a:extLst>
                        <a:ext uri="{FF2B5EF4-FFF2-40B4-BE49-F238E27FC236}">
                          <a16:creationId xmlns:a16="http://schemas.microsoft.com/office/drawing/2014/main" id="{E9AAB664-F8CC-4166-8C0C-A83433F4687B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1996976"/>
                      <a:ext cx="4686300" cy="0"/>
                    </a:xfrm>
                    <a:prstGeom prst="line">
                      <a:avLst/>
                    </a:prstGeom>
                    <a:ln w="19050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46" name="Straight Connector 145">
                      <a:extLst>
                        <a:ext uri="{FF2B5EF4-FFF2-40B4-BE49-F238E27FC236}">
                          <a16:creationId xmlns:a16="http://schemas.microsoft.com/office/drawing/2014/main" id="{B5468D74-E798-40B1-8CBF-7B915C5BDEA6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2337836"/>
                      <a:ext cx="4686300" cy="0"/>
                    </a:xfrm>
                    <a:prstGeom prst="line">
                      <a:avLst/>
                    </a:prstGeom>
                    <a:ln w="19050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47" name="Straight Connector 146">
                      <a:extLst>
                        <a:ext uri="{FF2B5EF4-FFF2-40B4-BE49-F238E27FC236}">
                          <a16:creationId xmlns:a16="http://schemas.microsoft.com/office/drawing/2014/main" id="{87DB1D53-9488-4C25-9377-2328A964FA66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2678696"/>
                      <a:ext cx="4686300" cy="0"/>
                    </a:xfrm>
                    <a:prstGeom prst="line">
                      <a:avLst/>
                    </a:prstGeom>
                    <a:ln w="19050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48" name="Straight Connector 147">
                      <a:extLst>
                        <a:ext uri="{FF2B5EF4-FFF2-40B4-BE49-F238E27FC236}">
                          <a16:creationId xmlns:a16="http://schemas.microsoft.com/office/drawing/2014/main" id="{8AEC178C-C578-4074-9BC2-DFE2CEB574FE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3019556"/>
                      <a:ext cx="4686300" cy="0"/>
                    </a:xfrm>
                    <a:prstGeom prst="line">
                      <a:avLst/>
                    </a:prstGeom>
                    <a:ln w="19050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49" name="Straight Connector 148">
                      <a:extLst>
                        <a:ext uri="{FF2B5EF4-FFF2-40B4-BE49-F238E27FC236}">
                          <a16:creationId xmlns:a16="http://schemas.microsoft.com/office/drawing/2014/main" id="{3694DF2C-A3E1-4FDB-8888-B8B7D9C73825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3360416"/>
                      <a:ext cx="4686300" cy="0"/>
                    </a:xfrm>
                    <a:prstGeom prst="line">
                      <a:avLst/>
                    </a:prstGeom>
                    <a:ln w="19050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0" name="Straight Connector 149">
                      <a:extLst>
                        <a:ext uri="{FF2B5EF4-FFF2-40B4-BE49-F238E27FC236}">
                          <a16:creationId xmlns:a16="http://schemas.microsoft.com/office/drawing/2014/main" id="{52863D5A-16F6-47A3-A9C5-DB12BDCBE551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3701276"/>
                      <a:ext cx="4686300" cy="0"/>
                    </a:xfrm>
                    <a:prstGeom prst="line">
                      <a:avLst/>
                    </a:prstGeom>
                    <a:ln w="19050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1" name="Straight Connector 150">
                      <a:extLst>
                        <a:ext uri="{FF2B5EF4-FFF2-40B4-BE49-F238E27FC236}">
                          <a16:creationId xmlns:a16="http://schemas.microsoft.com/office/drawing/2014/main" id="{5BA426FC-2834-417B-8EDA-C74C4545E5CF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4314824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2" name="Straight Connector 151">
                      <a:extLst>
                        <a:ext uri="{FF2B5EF4-FFF2-40B4-BE49-F238E27FC236}">
                          <a16:creationId xmlns:a16="http://schemas.microsoft.com/office/drawing/2014/main" id="{2A932F33-5F66-444E-B83E-30CEB672D3D9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4587512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3" name="Straight Connector 152">
                      <a:extLst>
                        <a:ext uri="{FF2B5EF4-FFF2-40B4-BE49-F238E27FC236}">
                          <a16:creationId xmlns:a16="http://schemas.microsoft.com/office/drawing/2014/main" id="{3D17E734-ACE5-4E3F-B847-627048E63952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4792028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4" name="Straight Connector 153">
                      <a:extLst>
                        <a:ext uri="{FF2B5EF4-FFF2-40B4-BE49-F238E27FC236}">
                          <a16:creationId xmlns:a16="http://schemas.microsoft.com/office/drawing/2014/main" id="{5449E956-5968-490E-BC53-5772EF99EB78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4928372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5" name="Straight Connector 154">
                      <a:extLst>
                        <a:ext uri="{FF2B5EF4-FFF2-40B4-BE49-F238E27FC236}">
                          <a16:creationId xmlns:a16="http://schemas.microsoft.com/office/drawing/2014/main" id="{22FF5B7F-FF84-4DDB-8351-FA6AE3F8337D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5064716"/>
                      <a:ext cx="4686300" cy="0"/>
                    </a:xfrm>
                    <a:prstGeom prst="line">
                      <a:avLst/>
                    </a:prstGeom>
                    <a:ln w="19050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6" name="Straight Connector 155">
                      <a:extLst>
                        <a:ext uri="{FF2B5EF4-FFF2-40B4-BE49-F238E27FC236}">
                          <a16:creationId xmlns:a16="http://schemas.microsoft.com/office/drawing/2014/main" id="{1C0529BF-FAD8-446E-8BE5-77E2517C93F8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5132888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7" name="Straight Connector 156">
                      <a:extLst>
                        <a:ext uri="{FF2B5EF4-FFF2-40B4-BE49-F238E27FC236}">
                          <a16:creationId xmlns:a16="http://schemas.microsoft.com/office/drawing/2014/main" id="{F143BD49-4DBE-4ED7-96C7-FD46BA8744EC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5201060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8" name="Straight Connector 157">
                      <a:extLst>
                        <a:ext uri="{FF2B5EF4-FFF2-40B4-BE49-F238E27FC236}">
                          <a16:creationId xmlns:a16="http://schemas.microsoft.com/office/drawing/2014/main" id="{A95620B0-D4E0-4C7A-9893-2BEF919F04F8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5337404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9" name="Straight Connector 158">
                      <a:extLst>
                        <a:ext uri="{FF2B5EF4-FFF2-40B4-BE49-F238E27FC236}">
                          <a16:creationId xmlns:a16="http://schemas.microsoft.com/office/drawing/2014/main" id="{FA5457F9-F5DC-44B3-B4A5-15845F51D463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5473748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60" name="Straight Connector 159">
                      <a:extLst>
                        <a:ext uri="{FF2B5EF4-FFF2-40B4-BE49-F238E27FC236}">
                          <a16:creationId xmlns:a16="http://schemas.microsoft.com/office/drawing/2014/main" id="{4B1DBDED-5722-4265-99CD-DDBC344FD3BF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5610092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61" name="Straight Connector 160">
                      <a:extLst>
                        <a:ext uri="{FF2B5EF4-FFF2-40B4-BE49-F238E27FC236}">
                          <a16:creationId xmlns:a16="http://schemas.microsoft.com/office/drawing/2014/main" id="{80E3271B-2340-4403-83EA-CF4F02EF5239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5269232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62" name="Straight Connector 161">
                      <a:extLst>
                        <a:ext uri="{FF2B5EF4-FFF2-40B4-BE49-F238E27FC236}">
                          <a16:creationId xmlns:a16="http://schemas.microsoft.com/office/drawing/2014/main" id="{8FFCBF85-543D-4106-8139-0D87DE18E9DE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5405576"/>
                      <a:ext cx="4686300" cy="0"/>
                    </a:xfrm>
                    <a:prstGeom prst="line">
                      <a:avLst/>
                    </a:prstGeom>
                    <a:ln w="19050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63" name="Straight Connector 162">
                      <a:extLst>
                        <a:ext uri="{FF2B5EF4-FFF2-40B4-BE49-F238E27FC236}">
                          <a16:creationId xmlns:a16="http://schemas.microsoft.com/office/drawing/2014/main" id="{99020B3D-7F9D-4888-A87F-487E52C2C22D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5541920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64" name="Straight Connector 163">
                      <a:extLst>
                        <a:ext uri="{FF2B5EF4-FFF2-40B4-BE49-F238E27FC236}">
                          <a16:creationId xmlns:a16="http://schemas.microsoft.com/office/drawing/2014/main" id="{C4049A74-8605-474D-9AD0-D988B3510D84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5678264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65" name="Straight Connector 164">
                      <a:extLst>
                        <a:ext uri="{FF2B5EF4-FFF2-40B4-BE49-F238E27FC236}">
                          <a16:creationId xmlns:a16="http://schemas.microsoft.com/office/drawing/2014/main" id="{8026FA7F-676B-4858-A9AB-D0BC764E36B5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5746436"/>
                      <a:ext cx="4686300" cy="0"/>
                    </a:xfrm>
                    <a:prstGeom prst="line">
                      <a:avLst/>
                    </a:prstGeom>
                    <a:ln w="19050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66" name="Straight Connector 165">
                      <a:extLst>
                        <a:ext uri="{FF2B5EF4-FFF2-40B4-BE49-F238E27FC236}">
                          <a16:creationId xmlns:a16="http://schemas.microsoft.com/office/drawing/2014/main" id="{A31B283D-B034-4C9D-A511-A9043E3AB049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5814608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67" name="Straight Connector 166">
                      <a:extLst>
                        <a:ext uri="{FF2B5EF4-FFF2-40B4-BE49-F238E27FC236}">
                          <a16:creationId xmlns:a16="http://schemas.microsoft.com/office/drawing/2014/main" id="{E807B9F7-463E-484E-97A9-02741BDF8312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5882780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68" name="Straight Connector 167">
                      <a:extLst>
                        <a:ext uri="{FF2B5EF4-FFF2-40B4-BE49-F238E27FC236}">
                          <a16:creationId xmlns:a16="http://schemas.microsoft.com/office/drawing/2014/main" id="{35306AD9-0B61-4257-8C72-72DE234FEE17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5950952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69" name="Straight Connector 168">
                      <a:extLst>
                        <a:ext uri="{FF2B5EF4-FFF2-40B4-BE49-F238E27FC236}">
                          <a16:creationId xmlns:a16="http://schemas.microsoft.com/office/drawing/2014/main" id="{F31C2FD7-C693-4424-AC47-9155BFD439D3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6019124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70" name="Straight Connector 169">
                      <a:extLst>
                        <a:ext uri="{FF2B5EF4-FFF2-40B4-BE49-F238E27FC236}">
                          <a16:creationId xmlns:a16="http://schemas.microsoft.com/office/drawing/2014/main" id="{12369A52-36AD-4A16-938E-517AF058A036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6087281"/>
                      <a:ext cx="4686300" cy="0"/>
                    </a:xfrm>
                    <a:prstGeom prst="line">
                      <a:avLst/>
                    </a:prstGeom>
                    <a:ln w="19050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71" name="Straight Connector 170">
                      <a:extLst>
                        <a:ext uri="{FF2B5EF4-FFF2-40B4-BE49-F238E27FC236}">
                          <a16:creationId xmlns:a16="http://schemas.microsoft.com/office/drawing/2014/main" id="{1E8AD111-4CA8-48A9-8AFB-BC9F6D23F60F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1451600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72" name="Straight Connector 171">
                      <a:extLst>
                        <a:ext uri="{FF2B5EF4-FFF2-40B4-BE49-F238E27FC236}">
                          <a16:creationId xmlns:a16="http://schemas.microsoft.com/office/drawing/2014/main" id="{EB0EBCF3-0DD2-442C-8389-73705E9FD6D7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1587944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73" name="Straight Connector 172">
                      <a:extLst>
                        <a:ext uri="{FF2B5EF4-FFF2-40B4-BE49-F238E27FC236}">
                          <a16:creationId xmlns:a16="http://schemas.microsoft.com/office/drawing/2014/main" id="{0C6DBC30-2548-4AF6-9C79-7C38117A8365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1792460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74" name="Straight Connector 173">
                      <a:extLst>
                        <a:ext uri="{FF2B5EF4-FFF2-40B4-BE49-F238E27FC236}">
                          <a16:creationId xmlns:a16="http://schemas.microsoft.com/office/drawing/2014/main" id="{CC7E7F11-6893-48E7-B0C6-3F19518740F7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2065148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75" name="Straight Connector 174">
                      <a:extLst>
                        <a:ext uri="{FF2B5EF4-FFF2-40B4-BE49-F238E27FC236}">
                          <a16:creationId xmlns:a16="http://schemas.microsoft.com/office/drawing/2014/main" id="{599F6100-06F5-4D58-ABD4-E985E1174411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2406008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76" name="Straight Connector 175">
                      <a:extLst>
                        <a:ext uri="{FF2B5EF4-FFF2-40B4-BE49-F238E27FC236}">
                          <a16:creationId xmlns:a16="http://schemas.microsoft.com/office/drawing/2014/main" id="{E3B750C1-C0BC-4374-8E1E-A2C0D4ECA6EA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2746868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77" name="Straight Connector 176">
                      <a:extLst>
                        <a:ext uri="{FF2B5EF4-FFF2-40B4-BE49-F238E27FC236}">
                          <a16:creationId xmlns:a16="http://schemas.microsoft.com/office/drawing/2014/main" id="{865FE062-6FA2-4769-8D72-A04576849036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3087728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78" name="Straight Connector 177">
                      <a:extLst>
                        <a:ext uri="{FF2B5EF4-FFF2-40B4-BE49-F238E27FC236}">
                          <a16:creationId xmlns:a16="http://schemas.microsoft.com/office/drawing/2014/main" id="{AF701950-96D9-4A0D-A8F2-1185777797A6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3428588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79" name="Straight Connector 178">
                      <a:extLst>
                        <a:ext uri="{FF2B5EF4-FFF2-40B4-BE49-F238E27FC236}">
                          <a16:creationId xmlns:a16="http://schemas.microsoft.com/office/drawing/2014/main" id="{B535A290-7C4D-4761-80FE-0D7BE8AD3D1A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3769448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80" name="Straight Connector 179">
                      <a:extLst>
                        <a:ext uri="{FF2B5EF4-FFF2-40B4-BE49-F238E27FC236}">
                          <a16:creationId xmlns:a16="http://schemas.microsoft.com/office/drawing/2014/main" id="{6D717793-58FA-478D-807D-9A535A4E273F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4042136"/>
                      <a:ext cx="4686300" cy="0"/>
                    </a:xfrm>
                    <a:prstGeom prst="line">
                      <a:avLst/>
                    </a:prstGeom>
                    <a:ln w="19050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81" name="Straight Connector 180">
                      <a:extLst>
                        <a:ext uri="{FF2B5EF4-FFF2-40B4-BE49-F238E27FC236}">
                          <a16:creationId xmlns:a16="http://schemas.microsoft.com/office/drawing/2014/main" id="{795CCA89-1A79-4B31-9B07-789C9BB584D7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1656116"/>
                      <a:ext cx="4686300" cy="0"/>
                    </a:xfrm>
                    <a:prstGeom prst="line">
                      <a:avLst/>
                    </a:prstGeom>
                    <a:ln w="19050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82" name="Straight Connector 181">
                      <a:extLst>
                        <a:ext uri="{FF2B5EF4-FFF2-40B4-BE49-F238E27FC236}">
                          <a16:creationId xmlns:a16="http://schemas.microsoft.com/office/drawing/2014/main" id="{08C9D663-E955-4DF9-95DB-12C065CF1671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1860632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83" name="Straight Connector 182">
                      <a:extLst>
                        <a:ext uri="{FF2B5EF4-FFF2-40B4-BE49-F238E27FC236}">
                          <a16:creationId xmlns:a16="http://schemas.microsoft.com/office/drawing/2014/main" id="{7ADAF3C3-D5F5-4055-934D-4D743215CE12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2133320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84" name="Straight Connector 183">
                      <a:extLst>
                        <a:ext uri="{FF2B5EF4-FFF2-40B4-BE49-F238E27FC236}">
                          <a16:creationId xmlns:a16="http://schemas.microsoft.com/office/drawing/2014/main" id="{12166622-EDA7-4464-9064-F07C3DE6768E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2474180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85" name="Straight Connector 184">
                      <a:extLst>
                        <a:ext uri="{FF2B5EF4-FFF2-40B4-BE49-F238E27FC236}">
                          <a16:creationId xmlns:a16="http://schemas.microsoft.com/office/drawing/2014/main" id="{3E11812E-7D57-4170-A6FF-29F120F153D6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2815040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86" name="Straight Connector 185">
                      <a:extLst>
                        <a:ext uri="{FF2B5EF4-FFF2-40B4-BE49-F238E27FC236}">
                          <a16:creationId xmlns:a16="http://schemas.microsoft.com/office/drawing/2014/main" id="{EFCEE3AF-CC3A-4924-A2C0-A054C939BD4E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3155900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87" name="Straight Connector 186">
                      <a:extLst>
                        <a:ext uri="{FF2B5EF4-FFF2-40B4-BE49-F238E27FC236}">
                          <a16:creationId xmlns:a16="http://schemas.microsoft.com/office/drawing/2014/main" id="{2D3627A8-94BA-4E90-8C49-80952677C6C7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3496760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88" name="Straight Connector 187">
                      <a:extLst>
                        <a:ext uri="{FF2B5EF4-FFF2-40B4-BE49-F238E27FC236}">
                          <a16:creationId xmlns:a16="http://schemas.microsoft.com/office/drawing/2014/main" id="{80ACC818-C888-4374-9FD8-4832BC941EA8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3837620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89" name="Straight Connector 188">
                      <a:extLst>
                        <a:ext uri="{FF2B5EF4-FFF2-40B4-BE49-F238E27FC236}">
                          <a16:creationId xmlns:a16="http://schemas.microsoft.com/office/drawing/2014/main" id="{885A10F6-F710-48F2-8A3B-71D4B16E0B68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4110308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90" name="Straight Connector 189">
                      <a:extLst>
                        <a:ext uri="{FF2B5EF4-FFF2-40B4-BE49-F238E27FC236}">
                          <a16:creationId xmlns:a16="http://schemas.microsoft.com/office/drawing/2014/main" id="{6F8089F4-BC39-40C3-98F5-0D2A0BEA6B45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4382996"/>
                      <a:ext cx="4686300" cy="0"/>
                    </a:xfrm>
                    <a:prstGeom prst="line">
                      <a:avLst/>
                    </a:prstGeom>
                    <a:ln w="19050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91" name="Straight Connector 190">
                      <a:extLst>
                        <a:ext uri="{FF2B5EF4-FFF2-40B4-BE49-F238E27FC236}">
                          <a16:creationId xmlns:a16="http://schemas.microsoft.com/office/drawing/2014/main" id="{60CC4EA3-4C16-4551-85BB-4A0B562156EF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1928804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92" name="Straight Connector 191">
                      <a:extLst>
                        <a:ext uri="{FF2B5EF4-FFF2-40B4-BE49-F238E27FC236}">
                          <a16:creationId xmlns:a16="http://schemas.microsoft.com/office/drawing/2014/main" id="{9F46FFCE-F372-4B78-8089-9977FBEEEF6C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2201492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93" name="Straight Connector 192">
                      <a:extLst>
                        <a:ext uri="{FF2B5EF4-FFF2-40B4-BE49-F238E27FC236}">
                          <a16:creationId xmlns:a16="http://schemas.microsoft.com/office/drawing/2014/main" id="{D41D877D-6D39-4F05-BAF2-1E1874D6126F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2542352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94" name="Straight Connector 193">
                      <a:extLst>
                        <a:ext uri="{FF2B5EF4-FFF2-40B4-BE49-F238E27FC236}">
                          <a16:creationId xmlns:a16="http://schemas.microsoft.com/office/drawing/2014/main" id="{F58E0EE4-54C9-448F-B0C8-16E72A737088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2883212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95" name="Straight Connector 194">
                      <a:extLst>
                        <a:ext uri="{FF2B5EF4-FFF2-40B4-BE49-F238E27FC236}">
                          <a16:creationId xmlns:a16="http://schemas.microsoft.com/office/drawing/2014/main" id="{47B935CC-7C2D-4DC4-9E69-A2B191B9E1BB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3224072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96" name="Straight Connector 195">
                      <a:extLst>
                        <a:ext uri="{FF2B5EF4-FFF2-40B4-BE49-F238E27FC236}">
                          <a16:creationId xmlns:a16="http://schemas.microsoft.com/office/drawing/2014/main" id="{48A8210F-966C-407A-B740-611F3F84FE24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3564932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97" name="Straight Connector 196">
                      <a:extLst>
                        <a:ext uri="{FF2B5EF4-FFF2-40B4-BE49-F238E27FC236}">
                          <a16:creationId xmlns:a16="http://schemas.microsoft.com/office/drawing/2014/main" id="{0741A758-0736-42E5-86B0-1DB3DA333BC0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3905792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98" name="Straight Connector 197">
                      <a:extLst>
                        <a:ext uri="{FF2B5EF4-FFF2-40B4-BE49-F238E27FC236}">
                          <a16:creationId xmlns:a16="http://schemas.microsoft.com/office/drawing/2014/main" id="{3954AA0A-7ADD-4808-8FA2-81331DC800BA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4178480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99" name="Straight Connector 198">
                      <a:extLst>
                        <a:ext uri="{FF2B5EF4-FFF2-40B4-BE49-F238E27FC236}">
                          <a16:creationId xmlns:a16="http://schemas.microsoft.com/office/drawing/2014/main" id="{06F707D8-DB83-498D-B605-E594979749D1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4451168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00" name="Straight Connector 199">
                      <a:extLst>
                        <a:ext uri="{FF2B5EF4-FFF2-40B4-BE49-F238E27FC236}">
                          <a16:creationId xmlns:a16="http://schemas.microsoft.com/office/drawing/2014/main" id="{91AF1596-18CE-4C0E-ABFC-5E1E7A495304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4655684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01" name="Straight Connector 200">
                      <a:extLst>
                        <a:ext uri="{FF2B5EF4-FFF2-40B4-BE49-F238E27FC236}">
                          <a16:creationId xmlns:a16="http://schemas.microsoft.com/office/drawing/2014/main" id="{8F66476F-2668-400C-9A24-039485148EFA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2269664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02" name="Straight Connector 201">
                      <a:extLst>
                        <a:ext uri="{FF2B5EF4-FFF2-40B4-BE49-F238E27FC236}">
                          <a16:creationId xmlns:a16="http://schemas.microsoft.com/office/drawing/2014/main" id="{CF4A129D-FE6B-47B7-8279-8122EE57F90A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2610524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03" name="Straight Connector 202">
                      <a:extLst>
                        <a:ext uri="{FF2B5EF4-FFF2-40B4-BE49-F238E27FC236}">
                          <a16:creationId xmlns:a16="http://schemas.microsoft.com/office/drawing/2014/main" id="{2922BE22-B341-4C13-9083-8B22BDA1DE78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2951384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04" name="Straight Connector 203">
                      <a:extLst>
                        <a:ext uri="{FF2B5EF4-FFF2-40B4-BE49-F238E27FC236}">
                          <a16:creationId xmlns:a16="http://schemas.microsoft.com/office/drawing/2014/main" id="{26FFD624-5291-4C30-926A-3A691857A73C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3292244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05" name="Straight Connector 204">
                      <a:extLst>
                        <a:ext uri="{FF2B5EF4-FFF2-40B4-BE49-F238E27FC236}">
                          <a16:creationId xmlns:a16="http://schemas.microsoft.com/office/drawing/2014/main" id="{9290AAE8-B47F-4846-8D7F-1BE1AFE0EAD9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3633104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06" name="Straight Connector 205">
                      <a:extLst>
                        <a:ext uri="{FF2B5EF4-FFF2-40B4-BE49-F238E27FC236}">
                          <a16:creationId xmlns:a16="http://schemas.microsoft.com/office/drawing/2014/main" id="{1DE977D5-93AB-449D-B522-DCB68D4B04D2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3973964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07" name="Straight Connector 206">
                      <a:extLst>
                        <a:ext uri="{FF2B5EF4-FFF2-40B4-BE49-F238E27FC236}">
                          <a16:creationId xmlns:a16="http://schemas.microsoft.com/office/drawing/2014/main" id="{B6278F7B-D54C-4308-89EC-7E604E8D36AF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4246652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08" name="Straight Connector 207">
                      <a:extLst>
                        <a:ext uri="{FF2B5EF4-FFF2-40B4-BE49-F238E27FC236}">
                          <a16:creationId xmlns:a16="http://schemas.microsoft.com/office/drawing/2014/main" id="{DE643022-782C-40CF-9705-CF2F5CC37D89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4519340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09" name="Straight Connector 208">
                      <a:extLst>
                        <a:ext uri="{FF2B5EF4-FFF2-40B4-BE49-F238E27FC236}">
                          <a16:creationId xmlns:a16="http://schemas.microsoft.com/office/drawing/2014/main" id="{B3DF2CC3-DC11-40C5-A58D-AD65DD66FD82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4723856"/>
                      <a:ext cx="4686300" cy="0"/>
                    </a:xfrm>
                    <a:prstGeom prst="line">
                      <a:avLst/>
                    </a:prstGeom>
                    <a:ln w="19050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10" name="Straight Connector 209">
                      <a:extLst>
                        <a:ext uri="{FF2B5EF4-FFF2-40B4-BE49-F238E27FC236}">
                          <a16:creationId xmlns:a16="http://schemas.microsoft.com/office/drawing/2014/main" id="{9045F5BC-2130-426F-A2D8-1AA4B094F2EE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4860200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11" name="Straight Connector 210">
                      <a:extLst>
                        <a:ext uri="{FF2B5EF4-FFF2-40B4-BE49-F238E27FC236}">
                          <a16:creationId xmlns:a16="http://schemas.microsoft.com/office/drawing/2014/main" id="{B8CB32E8-6342-48BD-B017-F9C8EA7AA8C2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4996544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79" name="Group 767">
                    <a:extLst>
                      <a:ext uri="{FF2B5EF4-FFF2-40B4-BE49-F238E27FC236}">
                        <a16:creationId xmlns:a16="http://schemas.microsoft.com/office/drawing/2014/main" id="{78761B94-C2BB-41A7-882E-570B069DE2ED}"/>
                      </a:ext>
                    </a:extLst>
                  </p:cNvPr>
                  <p:cNvGrpSpPr/>
                  <p:nvPr/>
                </p:nvGrpSpPr>
                <p:grpSpPr>
                  <a:xfrm rot="16200000">
                    <a:off x="4166426" y="1653991"/>
                    <a:ext cx="4776274" cy="4090305"/>
                    <a:chOff x="3390900" y="1996976"/>
                    <a:chExt cx="4686300" cy="4090305"/>
                  </a:xfrm>
                </p:grpSpPr>
                <p:cxnSp>
                  <p:nvCxnSpPr>
                    <p:cNvPr id="80" name="Straight Connector 79">
                      <a:extLst>
                        <a:ext uri="{FF2B5EF4-FFF2-40B4-BE49-F238E27FC236}">
                          <a16:creationId xmlns:a16="http://schemas.microsoft.com/office/drawing/2014/main" id="{B066F7C1-98CA-468B-90B6-7274100195C2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1996976"/>
                      <a:ext cx="4686300" cy="0"/>
                    </a:xfrm>
                    <a:prstGeom prst="line">
                      <a:avLst/>
                    </a:prstGeom>
                    <a:ln w="19050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1" name="Straight Connector 80">
                      <a:extLst>
                        <a:ext uri="{FF2B5EF4-FFF2-40B4-BE49-F238E27FC236}">
                          <a16:creationId xmlns:a16="http://schemas.microsoft.com/office/drawing/2014/main" id="{5A3CBA96-1220-4622-925A-57A072C3BA78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2337836"/>
                      <a:ext cx="4686300" cy="0"/>
                    </a:xfrm>
                    <a:prstGeom prst="line">
                      <a:avLst/>
                    </a:prstGeom>
                    <a:ln w="19050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2" name="Straight Connector 81">
                      <a:extLst>
                        <a:ext uri="{FF2B5EF4-FFF2-40B4-BE49-F238E27FC236}">
                          <a16:creationId xmlns:a16="http://schemas.microsoft.com/office/drawing/2014/main" id="{51C13BD6-B77D-4992-98F7-35D47CD1541D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2678696"/>
                      <a:ext cx="4686300" cy="0"/>
                    </a:xfrm>
                    <a:prstGeom prst="line">
                      <a:avLst/>
                    </a:prstGeom>
                    <a:ln w="19050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3" name="Straight Connector 82">
                      <a:extLst>
                        <a:ext uri="{FF2B5EF4-FFF2-40B4-BE49-F238E27FC236}">
                          <a16:creationId xmlns:a16="http://schemas.microsoft.com/office/drawing/2014/main" id="{217EAB83-7FCC-4BA1-9630-A650E6D97551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3019556"/>
                      <a:ext cx="4686300" cy="0"/>
                    </a:xfrm>
                    <a:prstGeom prst="line">
                      <a:avLst/>
                    </a:prstGeom>
                    <a:ln w="19050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4" name="Straight Connector 83">
                      <a:extLst>
                        <a:ext uri="{FF2B5EF4-FFF2-40B4-BE49-F238E27FC236}">
                          <a16:creationId xmlns:a16="http://schemas.microsoft.com/office/drawing/2014/main" id="{4081DAE4-4722-40D9-A04F-2D4D8491EAA9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3360416"/>
                      <a:ext cx="4686300" cy="0"/>
                    </a:xfrm>
                    <a:prstGeom prst="line">
                      <a:avLst/>
                    </a:prstGeom>
                    <a:ln w="19050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5" name="Straight Connector 84">
                      <a:extLst>
                        <a:ext uri="{FF2B5EF4-FFF2-40B4-BE49-F238E27FC236}">
                          <a16:creationId xmlns:a16="http://schemas.microsoft.com/office/drawing/2014/main" id="{FE0AC6FB-100F-4E61-884A-4DAC26257B6B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3701276"/>
                      <a:ext cx="4686300" cy="0"/>
                    </a:xfrm>
                    <a:prstGeom prst="line">
                      <a:avLst/>
                    </a:prstGeom>
                    <a:ln w="19050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6" name="Straight Connector 85">
                      <a:extLst>
                        <a:ext uri="{FF2B5EF4-FFF2-40B4-BE49-F238E27FC236}">
                          <a16:creationId xmlns:a16="http://schemas.microsoft.com/office/drawing/2014/main" id="{F4E670DA-D79C-465F-8649-6638803949F3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4314824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7" name="Straight Connector 86">
                      <a:extLst>
                        <a:ext uri="{FF2B5EF4-FFF2-40B4-BE49-F238E27FC236}">
                          <a16:creationId xmlns:a16="http://schemas.microsoft.com/office/drawing/2014/main" id="{23CBDB0C-CA33-49BC-958E-F69133F60AE7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4587512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8" name="Straight Connector 87">
                      <a:extLst>
                        <a:ext uri="{FF2B5EF4-FFF2-40B4-BE49-F238E27FC236}">
                          <a16:creationId xmlns:a16="http://schemas.microsoft.com/office/drawing/2014/main" id="{9F446C4D-57FD-4F4C-948A-B38FC380FA33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4792028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9" name="Straight Connector 88">
                      <a:extLst>
                        <a:ext uri="{FF2B5EF4-FFF2-40B4-BE49-F238E27FC236}">
                          <a16:creationId xmlns:a16="http://schemas.microsoft.com/office/drawing/2014/main" id="{8B627336-5853-45F1-9563-D90259DBBF8A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4928372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0" name="Straight Connector 89">
                      <a:extLst>
                        <a:ext uri="{FF2B5EF4-FFF2-40B4-BE49-F238E27FC236}">
                          <a16:creationId xmlns:a16="http://schemas.microsoft.com/office/drawing/2014/main" id="{CF70DB03-93BA-4FD1-8B99-2202AA54E128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5064716"/>
                      <a:ext cx="4686300" cy="0"/>
                    </a:xfrm>
                    <a:prstGeom prst="line">
                      <a:avLst/>
                    </a:prstGeom>
                    <a:ln w="19050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1" name="Straight Connector 90">
                      <a:extLst>
                        <a:ext uri="{FF2B5EF4-FFF2-40B4-BE49-F238E27FC236}">
                          <a16:creationId xmlns:a16="http://schemas.microsoft.com/office/drawing/2014/main" id="{E8BAE980-6C9F-48AB-B649-474640ED2946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5132888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2" name="Straight Connector 91">
                      <a:extLst>
                        <a:ext uri="{FF2B5EF4-FFF2-40B4-BE49-F238E27FC236}">
                          <a16:creationId xmlns:a16="http://schemas.microsoft.com/office/drawing/2014/main" id="{98858BB1-00E0-43DB-B054-6CC029B75C5A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5201060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3" name="Straight Connector 92">
                      <a:extLst>
                        <a:ext uri="{FF2B5EF4-FFF2-40B4-BE49-F238E27FC236}">
                          <a16:creationId xmlns:a16="http://schemas.microsoft.com/office/drawing/2014/main" id="{628E227A-B3EA-4A3E-898E-94C7847F1A54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5337404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4" name="Straight Connector 93">
                      <a:extLst>
                        <a:ext uri="{FF2B5EF4-FFF2-40B4-BE49-F238E27FC236}">
                          <a16:creationId xmlns:a16="http://schemas.microsoft.com/office/drawing/2014/main" id="{A72CE531-4732-4CD3-B3E4-EA2EED7893E0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5473748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5" name="Straight Connector 94">
                      <a:extLst>
                        <a:ext uri="{FF2B5EF4-FFF2-40B4-BE49-F238E27FC236}">
                          <a16:creationId xmlns:a16="http://schemas.microsoft.com/office/drawing/2014/main" id="{A253B429-7AF4-4630-949D-1CF8FE6CEBE7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5610092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6" name="Straight Connector 95">
                      <a:extLst>
                        <a:ext uri="{FF2B5EF4-FFF2-40B4-BE49-F238E27FC236}">
                          <a16:creationId xmlns:a16="http://schemas.microsoft.com/office/drawing/2014/main" id="{9910B60B-3EA6-494C-A78C-381E7BB2ED64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5269232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7" name="Straight Connector 96">
                      <a:extLst>
                        <a:ext uri="{FF2B5EF4-FFF2-40B4-BE49-F238E27FC236}">
                          <a16:creationId xmlns:a16="http://schemas.microsoft.com/office/drawing/2014/main" id="{EEBF9468-D42C-40C1-A5C1-05696CADE4CC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5405576"/>
                      <a:ext cx="4686300" cy="0"/>
                    </a:xfrm>
                    <a:prstGeom prst="line">
                      <a:avLst/>
                    </a:prstGeom>
                    <a:ln w="19050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8" name="Straight Connector 97">
                      <a:extLst>
                        <a:ext uri="{FF2B5EF4-FFF2-40B4-BE49-F238E27FC236}">
                          <a16:creationId xmlns:a16="http://schemas.microsoft.com/office/drawing/2014/main" id="{5DA635CA-A8A2-441C-90C6-15BE0913B905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5541920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9" name="Straight Connector 98">
                      <a:extLst>
                        <a:ext uri="{FF2B5EF4-FFF2-40B4-BE49-F238E27FC236}">
                          <a16:creationId xmlns:a16="http://schemas.microsoft.com/office/drawing/2014/main" id="{A8906AD0-BCCF-4131-94D9-474D90DE0E9F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5678264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0" name="Straight Connector 99">
                      <a:extLst>
                        <a:ext uri="{FF2B5EF4-FFF2-40B4-BE49-F238E27FC236}">
                          <a16:creationId xmlns:a16="http://schemas.microsoft.com/office/drawing/2014/main" id="{1F0AB433-F7EB-4D3E-9AFC-5F4B9A83D95C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5746436"/>
                      <a:ext cx="4686300" cy="0"/>
                    </a:xfrm>
                    <a:prstGeom prst="line">
                      <a:avLst/>
                    </a:prstGeom>
                    <a:ln w="19050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1" name="Straight Connector 100">
                      <a:extLst>
                        <a:ext uri="{FF2B5EF4-FFF2-40B4-BE49-F238E27FC236}">
                          <a16:creationId xmlns:a16="http://schemas.microsoft.com/office/drawing/2014/main" id="{9CD36119-CC91-46FB-82B9-4FD2855C985F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5814608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2" name="Straight Connector 101">
                      <a:extLst>
                        <a:ext uri="{FF2B5EF4-FFF2-40B4-BE49-F238E27FC236}">
                          <a16:creationId xmlns:a16="http://schemas.microsoft.com/office/drawing/2014/main" id="{4774215B-FB75-4C7F-83F3-88779524EC19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5882780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3" name="Straight Connector 102">
                      <a:extLst>
                        <a:ext uri="{FF2B5EF4-FFF2-40B4-BE49-F238E27FC236}">
                          <a16:creationId xmlns:a16="http://schemas.microsoft.com/office/drawing/2014/main" id="{02D8C155-1BA1-42EA-BB47-B454052A416A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5950952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4" name="Straight Connector 103">
                      <a:extLst>
                        <a:ext uri="{FF2B5EF4-FFF2-40B4-BE49-F238E27FC236}">
                          <a16:creationId xmlns:a16="http://schemas.microsoft.com/office/drawing/2014/main" id="{591A293D-C3E3-4A31-818D-8F86E244C06C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6019124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5" name="Straight Connector 104">
                      <a:extLst>
                        <a:ext uri="{FF2B5EF4-FFF2-40B4-BE49-F238E27FC236}">
                          <a16:creationId xmlns:a16="http://schemas.microsoft.com/office/drawing/2014/main" id="{2EA7A3D2-E9E2-47F7-9CAD-D951BE770584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6087281"/>
                      <a:ext cx="4686300" cy="0"/>
                    </a:xfrm>
                    <a:prstGeom prst="line">
                      <a:avLst/>
                    </a:prstGeom>
                    <a:ln w="19050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6" name="Straight Connector 105">
                      <a:extLst>
                        <a:ext uri="{FF2B5EF4-FFF2-40B4-BE49-F238E27FC236}">
                          <a16:creationId xmlns:a16="http://schemas.microsoft.com/office/drawing/2014/main" id="{1213BD7C-B573-4A27-92BC-631938BFF426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2065148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7" name="Straight Connector 106">
                      <a:extLst>
                        <a:ext uri="{FF2B5EF4-FFF2-40B4-BE49-F238E27FC236}">
                          <a16:creationId xmlns:a16="http://schemas.microsoft.com/office/drawing/2014/main" id="{60A950EF-1ED1-46C3-BF05-6BB206111042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2406008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8" name="Straight Connector 107">
                      <a:extLst>
                        <a:ext uri="{FF2B5EF4-FFF2-40B4-BE49-F238E27FC236}">
                          <a16:creationId xmlns:a16="http://schemas.microsoft.com/office/drawing/2014/main" id="{86CCB1D5-1165-4A4E-A037-9CB5CD3EB3AF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2746868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9" name="Straight Connector 108">
                      <a:extLst>
                        <a:ext uri="{FF2B5EF4-FFF2-40B4-BE49-F238E27FC236}">
                          <a16:creationId xmlns:a16="http://schemas.microsoft.com/office/drawing/2014/main" id="{D4545A9F-D4A2-45C3-AA8A-BB75A578BFD4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3087728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0" name="Straight Connector 109">
                      <a:extLst>
                        <a:ext uri="{FF2B5EF4-FFF2-40B4-BE49-F238E27FC236}">
                          <a16:creationId xmlns:a16="http://schemas.microsoft.com/office/drawing/2014/main" id="{9E515FBE-C6FF-4899-A1E5-6D4368B5B324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3428588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1" name="Straight Connector 110">
                      <a:extLst>
                        <a:ext uri="{FF2B5EF4-FFF2-40B4-BE49-F238E27FC236}">
                          <a16:creationId xmlns:a16="http://schemas.microsoft.com/office/drawing/2014/main" id="{6BED6A07-B62C-4E29-AA88-D64732792285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3769448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2" name="Straight Connector 111">
                      <a:extLst>
                        <a:ext uri="{FF2B5EF4-FFF2-40B4-BE49-F238E27FC236}">
                          <a16:creationId xmlns:a16="http://schemas.microsoft.com/office/drawing/2014/main" id="{8D312D25-ACDE-4864-8D5C-91BF1126ACF8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4042136"/>
                      <a:ext cx="4686300" cy="0"/>
                    </a:xfrm>
                    <a:prstGeom prst="line">
                      <a:avLst/>
                    </a:prstGeom>
                    <a:ln w="19050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3" name="Straight Connector 112">
                      <a:extLst>
                        <a:ext uri="{FF2B5EF4-FFF2-40B4-BE49-F238E27FC236}">
                          <a16:creationId xmlns:a16="http://schemas.microsoft.com/office/drawing/2014/main" id="{9D64F0A9-AD93-4433-880C-9386FD6FC06D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2133320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4" name="Straight Connector 113">
                      <a:extLst>
                        <a:ext uri="{FF2B5EF4-FFF2-40B4-BE49-F238E27FC236}">
                          <a16:creationId xmlns:a16="http://schemas.microsoft.com/office/drawing/2014/main" id="{F2A43151-14F6-4C25-8D9F-E716EAACFF43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2474180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5" name="Straight Connector 114">
                      <a:extLst>
                        <a:ext uri="{FF2B5EF4-FFF2-40B4-BE49-F238E27FC236}">
                          <a16:creationId xmlns:a16="http://schemas.microsoft.com/office/drawing/2014/main" id="{BF162F6B-C7C0-4173-84EC-F710C9D298B0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2815040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6" name="Straight Connector 115">
                      <a:extLst>
                        <a:ext uri="{FF2B5EF4-FFF2-40B4-BE49-F238E27FC236}">
                          <a16:creationId xmlns:a16="http://schemas.microsoft.com/office/drawing/2014/main" id="{337BAC8B-CCF1-400B-B623-1EC51F3E0624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3155900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7" name="Straight Connector 116">
                      <a:extLst>
                        <a:ext uri="{FF2B5EF4-FFF2-40B4-BE49-F238E27FC236}">
                          <a16:creationId xmlns:a16="http://schemas.microsoft.com/office/drawing/2014/main" id="{C25B0C2B-0076-4AFE-92A5-9F0C0BD87DBA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3496760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8" name="Straight Connector 117">
                      <a:extLst>
                        <a:ext uri="{FF2B5EF4-FFF2-40B4-BE49-F238E27FC236}">
                          <a16:creationId xmlns:a16="http://schemas.microsoft.com/office/drawing/2014/main" id="{5DDCBDC9-995A-4B0F-A7AC-1CA289CE9706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3837620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9" name="Straight Connector 118">
                      <a:extLst>
                        <a:ext uri="{FF2B5EF4-FFF2-40B4-BE49-F238E27FC236}">
                          <a16:creationId xmlns:a16="http://schemas.microsoft.com/office/drawing/2014/main" id="{3F6389A1-566E-4E09-983E-B4ACB9B2B745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4110308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0" name="Straight Connector 119">
                      <a:extLst>
                        <a:ext uri="{FF2B5EF4-FFF2-40B4-BE49-F238E27FC236}">
                          <a16:creationId xmlns:a16="http://schemas.microsoft.com/office/drawing/2014/main" id="{357A0489-3270-422B-84ED-FD4BB1C3800E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4382996"/>
                      <a:ext cx="4686300" cy="0"/>
                    </a:xfrm>
                    <a:prstGeom prst="line">
                      <a:avLst/>
                    </a:prstGeom>
                    <a:ln w="19050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1" name="Straight Connector 120">
                      <a:extLst>
                        <a:ext uri="{FF2B5EF4-FFF2-40B4-BE49-F238E27FC236}">
                          <a16:creationId xmlns:a16="http://schemas.microsoft.com/office/drawing/2014/main" id="{5124DBB8-97CD-4C91-B2F5-EADF2B7F257B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2201492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2" name="Straight Connector 121">
                      <a:extLst>
                        <a:ext uri="{FF2B5EF4-FFF2-40B4-BE49-F238E27FC236}">
                          <a16:creationId xmlns:a16="http://schemas.microsoft.com/office/drawing/2014/main" id="{0D7B5EC7-2E66-4CDF-BB97-5A62CBCCC291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2542352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3" name="Straight Connector 122">
                      <a:extLst>
                        <a:ext uri="{FF2B5EF4-FFF2-40B4-BE49-F238E27FC236}">
                          <a16:creationId xmlns:a16="http://schemas.microsoft.com/office/drawing/2014/main" id="{A8A65711-2D48-4404-9AF0-E9FADDDC29EB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2883212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4" name="Straight Connector 123">
                      <a:extLst>
                        <a:ext uri="{FF2B5EF4-FFF2-40B4-BE49-F238E27FC236}">
                          <a16:creationId xmlns:a16="http://schemas.microsoft.com/office/drawing/2014/main" id="{7C480D97-6F00-47BA-BE95-634B955D0DC2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3224072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5" name="Straight Connector 124">
                      <a:extLst>
                        <a:ext uri="{FF2B5EF4-FFF2-40B4-BE49-F238E27FC236}">
                          <a16:creationId xmlns:a16="http://schemas.microsoft.com/office/drawing/2014/main" id="{B465D6E9-C704-4727-BB28-5EDAA362519B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3564932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6" name="Straight Connector 125">
                      <a:extLst>
                        <a:ext uri="{FF2B5EF4-FFF2-40B4-BE49-F238E27FC236}">
                          <a16:creationId xmlns:a16="http://schemas.microsoft.com/office/drawing/2014/main" id="{ED2D128D-3A35-4226-AEA3-D7610D34AA71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3905792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7" name="Straight Connector 126">
                      <a:extLst>
                        <a:ext uri="{FF2B5EF4-FFF2-40B4-BE49-F238E27FC236}">
                          <a16:creationId xmlns:a16="http://schemas.microsoft.com/office/drawing/2014/main" id="{96E7DB77-FE5F-4066-ACB6-89AB500570DB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4178480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8" name="Straight Connector 127">
                      <a:extLst>
                        <a:ext uri="{FF2B5EF4-FFF2-40B4-BE49-F238E27FC236}">
                          <a16:creationId xmlns:a16="http://schemas.microsoft.com/office/drawing/2014/main" id="{82077C77-EC4C-4755-9618-F1F08C023085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4451168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9" name="Straight Connector 128">
                      <a:extLst>
                        <a:ext uri="{FF2B5EF4-FFF2-40B4-BE49-F238E27FC236}">
                          <a16:creationId xmlns:a16="http://schemas.microsoft.com/office/drawing/2014/main" id="{EA86A24B-6F44-4FCF-AC16-9BE860539527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4655684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30" name="Straight Connector 129">
                      <a:extLst>
                        <a:ext uri="{FF2B5EF4-FFF2-40B4-BE49-F238E27FC236}">
                          <a16:creationId xmlns:a16="http://schemas.microsoft.com/office/drawing/2014/main" id="{80C8DCCD-49F2-4D45-8FAB-260844EDCD64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2269664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31" name="Straight Connector 130">
                      <a:extLst>
                        <a:ext uri="{FF2B5EF4-FFF2-40B4-BE49-F238E27FC236}">
                          <a16:creationId xmlns:a16="http://schemas.microsoft.com/office/drawing/2014/main" id="{475E4B71-B146-4657-9016-3C508360D3C6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2610524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32" name="Straight Connector 131">
                      <a:extLst>
                        <a:ext uri="{FF2B5EF4-FFF2-40B4-BE49-F238E27FC236}">
                          <a16:creationId xmlns:a16="http://schemas.microsoft.com/office/drawing/2014/main" id="{C45B032A-851B-49CE-9D07-C9D70889F694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2951384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33" name="Straight Connector 132">
                      <a:extLst>
                        <a:ext uri="{FF2B5EF4-FFF2-40B4-BE49-F238E27FC236}">
                          <a16:creationId xmlns:a16="http://schemas.microsoft.com/office/drawing/2014/main" id="{F56A87AE-F182-45F5-8B7F-9654D896E5C5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3292244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34" name="Straight Connector 133">
                      <a:extLst>
                        <a:ext uri="{FF2B5EF4-FFF2-40B4-BE49-F238E27FC236}">
                          <a16:creationId xmlns:a16="http://schemas.microsoft.com/office/drawing/2014/main" id="{471BA225-5E41-4730-9C0E-266A9EE234F7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3633104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35" name="Straight Connector 134">
                      <a:extLst>
                        <a:ext uri="{FF2B5EF4-FFF2-40B4-BE49-F238E27FC236}">
                          <a16:creationId xmlns:a16="http://schemas.microsoft.com/office/drawing/2014/main" id="{187A96BE-EEEE-4D00-9F35-BB19D4DB25BF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3973964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36" name="Straight Connector 135">
                      <a:extLst>
                        <a:ext uri="{FF2B5EF4-FFF2-40B4-BE49-F238E27FC236}">
                          <a16:creationId xmlns:a16="http://schemas.microsoft.com/office/drawing/2014/main" id="{DCF15A21-1E25-494C-AA67-D5C738216F06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4246652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37" name="Straight Connector 136">
                      <a:extLst>
                        <a:ext uri="{FF2B5EF4-FFF2-40B4-BE49-F238E27FC236}">
                          <a16:creationId xmlns:a16="http://schemas.microsoft.com/office/drawing/2014/main" id="{78AEC7CB-46AE-4876-B4CC-F49ED3720470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4519340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38" name="Straight Connector 137">
                      <a:extLst>
                        <a:ext uri="{FF2B5EF4-FFF2-40B4-BE49-F238E27FC236}">
                          <a16:creationId xmlns:a16="http://schemas.microsoft.com/office/drawing/2014/main" id="{74625548-59F6-436F-AD56-9BE4D97286BE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4723856"/>
                      <a:ext cx="4686300" cy="0"/>
                    </a:xfrm>
                    <a:prstGeom prst="line">
                      <a:avLst/>
                    </a:prstGeom>
                    <a:ln w="19050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39" name="Straight Connector 138">
                      <a:extLst>
                        <a:ext uri="{FF2B5EF4-FFF2-40B4-BE49-F238E27FC236}">
                          <a16:creationId xmlns:a16="http://schemas.microsoft.com/office/drawing/2014/main" id="{668FA47B-AF35-4517-A86F-F7AC6E2DE334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4860200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40" name="Straight Connector 139">
                      <a:extLst>
                        <a:ext uri="{FF2B5EF4-FFF2-40B4-BE49-F238E27FC236}">
                          <a16:creationId xmlns:a16="http://schemas.microsoft.com/office/drawing/2014/main" id="{FF843402-CA6C-4789-908C-5DDA84CF80B7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4996544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cxnSp>
              <p:nvCxnSpPr>
                <p:cNvPr id="28" name="Straight Arrow Connector 3">
                  <a:extLst>
                    <a:ext uri="{FF2B5EF4-FFF2-40B4-BE49-F238E27FC236}">
                      <a16:creationId xmlns:a16="http://schemas.microsoft.com/office/drawing/2014/main" id="{469C3D6C-F6A6-4319-AD44-571B65C8D6B3}"/>
                    </a:ext>
                  </a:extLst>
                </p:cNvPr>
                <p:cNvCxnSpPr/>
                <p:nvPr/>
              </p:nvCxnSpPr>
              <p:spPr>
                <a:xfrm flipV="1">
                  <a:off x="4849561" y="2059321"/>
                  <a:ext cx="0" cy="3686710"/>
                </a:xfrm>
                <a:prstGeom prst="straightConnector1">
                  <a:avLst/>
                </a:prstGeom>
                <a:ln w="38100">
                  <a:solidFill>
                    <a:srgbClr val="002060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Straight Arrow Connector 3">
                  <a:extLst>
                    <a:ext uri="{FF2B5EF4-FFF2-40B4-BE49-F238E27FC236}">
                      <a16:creationId xmlns:a16="http://schemas.microsoft.com/office/drawing/2014/main" id="{CCA1FBF0-E6EF-42B7-93A9-DEED5D34CC8D}"/>
                    </a:ext>
                  </a:extLst>
                </p:cNvPr>
                <p:cNvCxnSpPr/>
                <p:nvPr/>
              </p:nvCxnSpPr>
              <p:spPr>
                <a:xfrm>
                  <a:off x="4842836" y="5745544"/>
                  <a:ext cx="3714568" cy="0"/>
                </a:xfrm>
                <a:prstGeom prst="straightConnector1">
                  <a:avLst/>
                </a:prstGeom>
                <a:ln w="38100">
                  <a:solidFill>
                    <a:srgbClr val="002060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30" name="Group 859">
                  <a:extLst>
                    <a:ext uri="{FF2B5EF4-FFF2-40B4-BE49-F238E27FC236}">
                      <a16:creationId xmlns:a16="http://schemas.microsoft.com/office/drawing/2014/main" id="{3BD656CF-B17A-4D8A-8CFC-41E1F2C2C1B0}"/>
                    </a:ext>
                  </a:extLst>
                </p:cNvPr>
                <p:cNvGrpSpPr/>
                <p:nvPr/>
              </p:nvGrpSpPr>
              <p:grpSpPr>
                <a:xfrm>
                  <a:off x="4850818" y="5729952"/>
                  <a:ext cx="3409407" cy="123217"/>
                  <a:chOff x="4850818" y="6067912"/>
                  <a:chExt cx="3409407" cy="123217"/>
                </a:xfrm>
              </p:grpSpPr>
              <p:cxnSp>
                <p:nvCxnSpPr>
                  <p:cNvPr id="67" name="Straight Connector 66">
                    <a:extLst>
                      <a:ext uri="{FF2B5EF4-FFF2-40B4-BE49-F238E27FC236}">
                        <a16:creationId xmlns:a16="http://schemas.microsoft.com/office/drawing/2014/main" id="{7C98796D-0FE3-4997-90C8-DB21CE4D2D23}"/>
                      </a:ext>
                    </a:extLst>
                  </p:cNvPr>
                  <p:cNvCxnSpPr/>
                  <p:nvPr/>
                </p:nvCxnSpPr>
                <p:spPr>
                  <a:xfrm>
                    <a:off x="5873641" y="6067912"/>
                    <a:ext cx="0" cy="123217"/>
                  </a:xfrm>
                  <a:prstGeom prst="line">
                    <a:avLst/>
                  </a:prstGeom>
                  <a:ln w="38100">
                    <a:solidFill>
                      <a:srgbClr val="00206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8" name="Straight Connector 67">
                    <a:extLst>
                      <a:ext uri="{FF2B5EF4-FFF2-40B4-BE49-F238E27FC236}">
                        <a16:creationId xmlns:a16="http://schemas.microsoft.com/office/drawing/2014/main" id="{EBD727FF-B371-48D2-B393-C0B09F181C7B}"/>
                      </a:ext>
                    </a:extLst>
                  </p:cNvPr>
                  <p:cNvCxnSpPr/>
                  <p:nvPr/>
                </p:nvCxnSpPr>
                <p:spPr>
                  <a:xfrm>
                    <a:off x="6214582" y="6067912"/>
                    <a:ext cx="0" cy="123217"/>
                  </a:xfrm>
                  <a:prstGeom prst="line">
                    <a:avLst/>
                  </a:prstGeom>
                  <a:ln w="38100">
                    <a:solidFill>
                      <a:srgbClr val="00206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9" name="Straight Connector 68">
                    <a:extLst>
                      <a:ext uri="{FF2B5EF4-FFF2-40B4-BE49-F238E27FC236}">
                        <a16:creationId xmlns:a16="http://schemas.microsoft.com/office/drawing/2014/main" id="{7EA76F94-EF85-4CC3-A062-D92576AB171A}"/>
                      </a:ext>
                    </a:extLst>
                  </p:cNvPr>
                  <p:cNvCxnSpPr/>
                  <p:nvPr/>
                </p:nvCxnSpPr>
                <p:spPr>
                  <a:xfrm>
                    <a:off x="6896464" y="6067912"/>
                    <a:ext cx="0" cy="123217"/>
                  </a:xfrm>
                  <a:prstGeom prst="line">
                    <a:avLst/>
                  </a:prstGeom>
                  <a:ln w="38100">
                    <a:solidFill>
                      <a:srgbClr val="00206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0" name="Straight Connector 69">
                    <a:extLst>
                      <a:ext uri="{FF2B5EF4-FFF2-40B4-BE49-F238E27FC236}">
                        <a16:creationId xmlns:a16="http://schemas.microsoft.com/office/drawing/2014/main" id="{55A22C73-10B0-4511-9572-2D034BE25B80}"/>
                      </a:ext>
                    </a:extLst>
                  </p:cNvPr>
                  <p:cNvCxnSpPr/>
                  <p:nvPr/>
                </p:nvCxnSpPr>
                <p:spPr>
                  <a:xfrm>
                    <a:off x="7237405" y="6067912"/>
                    <a:ext cx="0" cy="123217"/>
                  </a:xfrm>
                  <a:prstGeom prst="line">
                    <a:avLst/>
                  </a:prstGeom>
                  <a:ln w="38100">
                    <a:solidFill>
                      <a:srgbClr val="00206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1" name="Straight Connector 70">
                    <a:extLst>
                      <a:ext uri="{FF2B5EF4-FFF2-40B4-BE49-F238E27FC236}">
                        <a16:creationId xmlns:a16="http://schemas.microsoft.com/office/drawing/2014/main" id="{62EA1FD0-F4D9-4928-B6B9-92163FC6CD69}"/>
                      </a:ext>
                    </a:extLst>
                  </p:cNvPr>
                  <p:cNvCxnSpPr/>
                  <p:nvPr/>
                </p:nvCxnSpPr>
                <p:spPr>
                  <a:xfrm>
                    <a:off x="7578346" y="6067912"/>
                    <a:ext cx="0" cy="123217"/>
                  </a:xfrm>
                  <a:prstGeom prst="line">
                    <a:avLst/>
                  </a:prstGeom>
                  <a:ln w="38100">
                    <a:solidFill>
                      <a:srgbClr val="00206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2" name="Straight Connector 71">
                    <a:extLst>
                      <a:ext uri="{FF2B5EF4-FFF2-40B4-BE49-F238E27FC236}">
                        <a16:creationId xmlns:a16="http://schemas.microsoft.com/office/drawing/2014/main" id="{66198E45-5C37-47DF-B936-2D73203179B5}"/>
                      </a:ext>
                    </a:extLst>
                  </p:cNvPr>
                  <p:cNvCxnSpPr/>
                  <p:nvPr/>
                </p:nvCxnSpPr>
                <p:spPr>
                  <a:xfrm>
                    <a:off x="7919287" y="6067912"/>
                    <a:ext cx="0" cy="123217"/>
                  </a:xfrm>
                  <a:prstGeom prst="line">
                    <a:avLst/>
                  </a:prstGeom>
                  <a:ln w="38100">
                    <a:solidFill>
                      <a:srgbClr val="00206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3" name="Straight Connector 72">
                    <a:extLst>
                      <a:ext uri="{FF2B5EF4-FFF2-40B4-BE49-F238E27FC236}">
                        <a16:creationId xmlns:a16="http://schemas.microsoft.com/office/drawing/2014/main" id="{9F367164-73F1-4E80-9F3F-1F01582735C5}"/>
                      </a:ext>
                    </a:extLst>
                  </p:cNvPr>
                  <p:cNvCxnSpPr/>
                  <p:nvPr/>
                </p:nvCxnSpPr>
                <p:spPr>
                  <a:xfrm>
                    <a:off x="8260225" y="6067912"/>
                    <a:ext cx="0" cy="123217"/>
                  </a:xfrm>
                  <a:prstGeom prst="line">
                    <a:avLst/>
                  </a:prstGeom>
                  <a:ln w="38100">
                    <a:solidFill>
                      <a:srgbClr val="00206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4" name="Straight Connector 73">
                    <a:extLst>
                      <a:ext uri="{FF2B5EF4-FFF2-40B4-BE49-F238E27FC236}">
                        <a16:creationId xmlns:a16="http://schemas.microsoft.com/office/drawing/2014/main" id="{C527AC8E-8015-446F-9842-6D51D4F46A88}"/>
                      </a:ext>
                    </a:extLst>
                  </p:cNvPr>
                  <p:cNvCxnSpPr/>
                  <p:nvPr/>
                </p:nvCxnSpPr>
                <p:spPr>
                  <a:xfrm>
                    <a:off x="5532700" y="6067912"/>
                    <a:ext cx="0" cy="123217"/>
                  </a:xfrm>
                  <a:prstGeom prst="line">
                    <a:avLst/>
                  </a:prstGeom>
                  <a:ln w="38100">
                    <a:solidFill>
                      <a:srgbClr val="00206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5" name="Straight Connector 74">
                    <a:extLst>
                      <a:ext uri="{FF2B5EF4-FFF2-40B4-BE49-F238E27FC236}">
                        <a16:creationId xmlns:a16="http://schemas.microsoft.com/office/drawing/2014/main" id="{4932C737-39B6-42D3-929D-EF6A554673C6}"/>
                      </a:ext>
                    </a:extLst>
                  </p:cNvPr>
                  <p:cNvCxnSpPr/>
                  <p:nvPr/>
                </p:nvCxnSpPr>
                <p:spPr>
                  <a:xfrm>
                    <a:off x="5191759" y="6067912"/>
                    <a:ext cx="0" cy="123217"/>
                  </a:xfrm>
                  <a:prstGeom prst="line">
                    <a:avLst/>
                  </a:prstGeom>
                  <a:ln w="38100">
                    <a:solidFill>
                      <a:srgbClr val="00206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6" name="Straight Connector 75">
                    <a:extLst>
                      <a:ext uri="{FF2B5EF4-FFF2-40B4-BE49-F238E27FC236}">
                        <a16:creationId xmlns:a16="http://schemas.microsoft.com/office/drawing/2014/main" id="{F9B0FAF2-2EE5-4CFC-9A15-EDB729353EE8}"/>
                      </a:ext>
                    </a:extLst>
                  </p:cNvPr>
                  <p:cNvCxnSpPr/>
                  <p:nvPr/>
                </p:nvCxnSpPr>
                <p:spPr>
                  <a:xfrm>
                    <a:off x="4850818" y="6067912"/>
                    <a:ext cx="0" cy="123217"/>
                  </a:xfrm>
                  <a:prstGeom prst="line">
                    <a:avLst/>
                  </a:prstGeom>
                  <a:ln w="38100">
                    <a:solidFill>
                      <a:srgbClr val="00206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7" name="Straight Connector 76">
                    <a:extLst>
                      <a:ext uri="{FF2B5EF4-FFF2-40B4-BE49-F238E27FC236}">
                        <a16:creationId xmlns:a16="http://schemas.microsoft.com/office/drawing/2014/main" id="{E0ACC65C-09C8-43BF-9B34-A40F5E37A5CC}"/>
                      </a:ext>
                    </a:extLst>
                  </p:cNvPr>
                  <p:cNvCxnSpPr/>
                  <p:nvPr/>
                </p:nvCxnSpPr>
                <p:spPr>
                  <a:xfrm>
                    <a:off x="6555523" y="6067912"/>
                    <a:ext cx="0" cy="123217"/>
                  </a:xfrm>
                  <a:prstGeom prst="line">
                    <a:avLst/>
                  </a:prstGeom>
                  <a:ln w="38100">
                    <a:solidFill>
                      <a:srgbClr val="00206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31" name="Group 857">
                  <a:extLst>
                    <a:ext uri="{FF2B5EF4-FFF2-40B4-BE49-F238E27FC236}">
                      <a16:creationId xmlns:a16="http://schemas.microsoft.com/office/drawing/2014/main" id="{A314DADA-8146-4028-9B0E-805A36F43F09}"/>
                    </a:ext>
                  </a:extLst>
                </p:cNvPr>
                <p:cNvGrpSpPr/>
                <p:nvPr/>
              </p:nvGrpSpPr>
              <p:grpSpPr>
                <a:xfrm>
                  <a:off x="4751476" y="2337757"/>
                  <a:ext cx="93207" cy="3410085"/>
                  <a:chOff x="4322068" y="2337757"/>
                  <a:chExt cx="93207" cy="3410085"/>
                </a:xfrm>
              </p:grpSpPr>
              <p:cxnSp>
                <p:nvCxnSpPr>
                  <p:cNvPr id="56" name="Straight Connector 55">
                    <a:extLst>
                      <a:ext uri="{FF2B5EF4-FFF2-40B4-BE49-F238E27FC236}">
                        <a16:creationId xmlns:a16="http://schemas.microsoft.com/office/drawing/2014/main" id="{C9E99E08-3055-4AF3-ABF2-15652E68BA96}"/>
                      </a:ext>
                    </a:extLst>
                  </p:cNvPr>
                  <p:cNvCxnSpPr/>
                  <p:nvPr/>
                </p:nvCxnSpPr>
                <p:spPr>
                  <a:xfrm flipH="1">
                    <a:off x="4322068" y="5747842"/>
                    <a:ext cx="93207" cy="0"/>
                  </a:xfrm>
                  <a:prstGeom prst="line">
                    <a:avLst/>
                  </a:prstGeom>
                  <a:ln w="38100">
                    <a:solidFill>
                      <a:srgbClr val="00206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7" name="Straight Connector 56">
                    <a:extLst>
                      <a:ext uri="{FF2B5EF4-FFF2-40B4-BE49-F238E27FC236}">
                        <a16:creationId xmlns:a16="http://schemas.microsoft.com/office/drawing/2014/main" id="{FAD751D6-10CB-48C8-81F8-DD1F6BC1F024}"/>
                      </a:ext>
                    </a:extLst>
                  </p:cNvPr>
                  <p:cNvCxnSpPr/>
                  <p:nvPr/>
                </p:nvCxnSpPr>
                <p:spPr>
                  <a:xfrm flipH="1">
                    <a:off x="4322068" y="2337757"/>
                    <a:ext cx="93207" cy="0"/>
                  </a:xfrm>
                  <a:prstGeom prst="line">
                    <a:avLst/>
                  </a:prstGeom>
                  <a:ln w="38100">
                    <a:solidFill>
                      <a:srgbClr val="00206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8" name="Straight Connector 57">
                    <a:extLst>
                      <a:ext uri="{FF2B5EF4-FFF2-40B4-BE49-F238E27FC236}">
                        <a16:creationId xmlns:a16="http://schemas.microsoft.com/office/drawing/2014/main" id="{47906775-DF3D-4AAE-9334-0519DA09A4E7}"/>
                      </a:ext>
                    </a:extLst>
                  </p:cNvPr>
                  <p:cNvCxnSpPr/>
                  <p:nvPr/>
                </p:nvCxnSpPr>
                <p:spPr>
                  <a:xfrm flipH="1">
                    <a:off x="4322068" y="2678766"/>
                    <a:ext cx="93207" cy="0"/>
                  </a:xfrm>
                  <a:prstGeom prst="line">
                    <a:avLst/>
                  </a:prstGeom>
                  <a:ln w="38100">
                    <a:solidFill>
                      <a:srgbClr val="00206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9" name="Straight Connector 58">
                    <a:extLst>
                      <a:ext uri="{FF2B5EF4-FFF2-40B4-BE49-F238E27FC236}">
                        <a16:creationId xmlns:a16="http://schemas.microsoft.com/office/drawing/2014/main" id="{DED2B840-2D52-4BAA-937A-AC90A9BAED71}"/>
                      </a:ext>
                    </a:extLst>
                  </p:cNvPr>
                  <p:cNvCxnSpPr/>
                  <p:nvPr/>
                </p:nvCxnSpPr>
                <p:spPr>
                  <a:xfrm flipH="1">
                    <a:off x="4322068" y="3019775"/>
                    <a:ext cx="93207" cy="0"/>
                  </a:xfrm>
                  <a:prstGeom prst="line">
                    <a:avLst/>
                  </a:prstGeom>
                  <a:ln w="38100">
                    <a:solidFill>
                      <a:srgbClr val="00206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0" name="Straight Connector 59">
                    <a:extLst>
                      <a:ext uri="{FF2B5EF4-FFF2-40B4-BE49-F238E27FC236}">
                        <a16:creationId xmlns:a16="http://schemas.microsoft.com/office/drawing/2014/main" id="{BE4A1E41-1D7D-4119-B54F-878D19FEAC81}"/>
                      </a:ext>
                    </a:extLst>
                  </p:cNvPr>
                  <p:cNvCxnSpPr/>
                  <p:nvPr/>
                </p:nvCxnSpPr>
                <p:spPr>
                  <a:xfrm flipH="1">
                    <a:off x="4322068" y="3360784"/>
                    <a:ext cx="93207" cy="0"/>
                  </a:xfrm>
                  <a:prstGeom prst="line">
                    <a:avLst/>
                  </a:prstGeom>
                  <a:ln w="38100">
                    <a:solidFill>
                      <a:srgbClr val="00206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1" name="Straight Connector 60">
                    <a:extLst>
                      <a:ext uri="{FF2B5EF4-FFF2-40B4-BE49-F238E27FC236}">
                        <a16:creationId xmlns:a16="http://schemas.microsoft.com/office/drawing/2014/main" id="{5869B9C7-07A5-45A3-9DFC-6368381AEE49}"/>
                      </a:ext>
                    </a:extLst>
                  </p:cNvPr>
                  <p:cNvCxnSpPr/>
                  <p:nvPr/>
                </p:nvCxnSpPr>
                <p:spPr>
                  <a:xfrm flipH="1">
                    <a:off x="4322068" y="3701793"/>
                    <a:ext cx="93207" cy="0"/>
                  </a:xfrm>
                  <a:prstGeom prst="line">
                    <a:avLst/>
                  </a:prstGeom>
                  <a:ln w="38100">
                    <a:solidFill>
                      <a:srgbClr val="00206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2" name="Straight Connector 61">
                    <a:extLst>
                      <a:ext uri="{FF2B5EF4-FFF2-40B4-BE49-F238E27FC236}">
                        <a16:creationId xmlns:a16="http://schemas.microsoft.com/office/drawing/2014/main" id="{F2986B31-090B-4964-8AE2-576C72A418E3}"/>
                      </a:ext>
                    </a:extLst>
                  </p:cNvPr>
                  <p:cNvCxnSpPr/>
                  <p:nvPr/>
                </p:nvCxnSpPr>
                <p:spPr>
                  <a:xfrm flipH="1">
                    <a:off x="4322068" y="4042802"/>
                    <a:ext cx="93207" cy="0"/>
                  </a:xfrm>
                  <a:prstGeom prst="line">
                    <a:avLst/>
                  </a:prstGeom>
                  <a:ln w="38100">
                    <a:solidFill>
                      <a:srgbClr val="00206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3" name="Straight Connector 62">
                    <a:extLst>
                      <a:ext uri="{FF2B5EF4-FFF2-40B4-BE49-F238E27FC236}">
                        <a16:creationId xmlns:a16="http://schemas.microsoft.com/office/drawing/2014/main" id="{EF8A2A5A-F520-4770-AFED-C48E810FCBD7}"/>
                      </a:ext>
                    </a:extLst>
                  </p:cNvPr>
                  <p:cNvCxnSpPr/>
                  <p:nvPr/>
                </p:nvCxnSpPr>
                <p:spPr>
                  <a:xfrm flipH="1">
                    <a:off x="4322068" y="4383811"/>
                    <a:ext cx="93207" cy="0"/>
                  </a:xfrm>
                  <a:prstGeom prst="line">
                    <a:avLst/>
                  </a:prstGeom>
                  <a:ln w="38100">
                    <a:solidFill>
                      <a:srgbClr val="00206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4" name="Straight Connector 63">
                    <a:extLst>
                      <a:ext uri="{FF2B5EF4-FFF2-40B4-BE49-F238E27FC236}">
                        <a16:creationId xmlns:a16="http://schemas.microsoft.com/office/drawing/2014/main" id="{54026778-4A03-4163-A339-9EF796F2AE7B}"/>
                      </a:ext>
                    </a:extLst>
                  </p:cNvPr>
                  <p:cNvCxnSpPr/>
                  <p:nvPr/>
                </p:nvCxnSpPr>
                <p:spPr>
                  <a:xfrm flipH="1">
                    <a:off x="4322068" y="4724820"/>
                    <a:ext cx="93207" cy="0"/>
                  </a:xfrm>
                  <a:prstGeom prst="line">
                    <a:avLst/>
                  </a:prstGeom>
                  <a:ln w="38100">
                    <a:solidFill>
                      <a:srgbClr val="00206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5" name="Straight Connector 64">
                    <a:extLst>
                      <a:ext uri="{FF2B5EF4-FFF2-40B4-BE49-F238E27FC236}">
                        <a16:creationId xmlns:a16="http://schemas.microsoft.com/office/drawing/2014/main" id="{FB6265E4-8877-4801-8218-EFFC4D15E225}"/>
                      </a:ext>
                    </a:extLst>
                  </p:cNvPr>
                  <p:cNvCxnSpPr/>
                  <p:nvPr/>
                </p:nvCxnSpPr>
                <p:spPr>
                  <a:xfrm flipH="1">
                    <a:off x="4322068" y="5065829"/>
                    <a:ext cx="93207" cy="0"/>
                  </a:xfrm>
                  <a:prstGeom prst="line">
                    <a:avLst/>
                  </a:prstGeom>
                  <a:ln w="38100">
                    <a:solidFill>
                      <a:srgbClr val="00206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6" name="Straight Connector 65">
                    <a:extLst>
                      <a:ext uri="{FF2B5EF4-FFF2-40B4-BE49-F238E27FC236}">
                        <a16:creationId xmlns:a16="http://schemas.microsoft.com/office/drawing/2014/main" id="{85167D7E-AD1B-4B99-A8CD-75B31D4E728C}"/>
                      </a:ext>
                    </a:extLst>
                  </p:cNvPr>
                  <p:cNvCxnSpPr/>
                  <p:nvPr/>
                </p:nvCxnSpPr>
                <p:spPr>
                  <a:xfrm flipH="1">
                    <a:off x="4322068" y="5406838"/>
                    <a:ext cx="93207" cy="0"/>
                  </a:xfrm>
                  <a:prstGeom prst="line">
                    <a:avLst/>
                  </a:prstGeom>
                  <a:ln w="38100">
                    <a:solidFill>
                      <a:srgbClr val="00206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22C2D6E5-A896-4947-A5F0-3AB4F1273CD6}"/>
                    </a:ext>
                  </a:extLst>
                </p:cNvPr>
                <p:cNvSpPr txBox="1"/>
                <p:nvPr/>
              </p:nvSpPr>
              <p:spPr>
                <a:xfrm>
                  <a:off x="4643214" y="5781534"/>
                  <a:ext cx="419113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GB" sz="1400" b="1" dirty="0">
                      <a:latin typeface="Arial" pitchFamily="34" charset="0"/>
                      <a:cs typeface="Arial" pitchFamily="34" charset="0"/>
                    </a:rPr>
                    <a:t>0</a:t>
                  </a:r>
                </a:p>
              </p:txBody>
            </p:sp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358DA12E-4687-4A1A-AEB3-D0C3E82F3626}"/>
                    </a:ext>
                  </a:extLst>
                </p:cNvPr>
                <p:cNvSpPr txBox="1"/>
                <p:nvPr/>
              </p:nvSpPr>
              <p:spPr>
                <a:xfrm>
                  <a:off x="4983794" y="5781534"/>
                  <a:ext cx="419113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GB" sz="1400" b="1" dirty="0">
                      <a:latin typeface="Arial" pitchFamily="34" charset="0"/>
                      <a:cs typeface="Arial" pitchFamily="34" charset="0"/>
                    </a:rPr>
                    <a:t>10</a:t>
                  </a:r>
                </a:p>
              </p:txBody>
            </p:sp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00970A82-CD8A-460A-8E8A-DB938BE7EE77}"/>
                    </a:ext>
                  </a:extLst>
                </p:cNvPr>
                <p:cNvSpPr txBox="1"/>
                <p:nvPr/>
              </p:nvSpPr>
              <p:spPr>
                <a:xfrm>
                  <a:off x="5324374" y="5781534"/>
                  <a:ext cx="419113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GB" sz="1400" b="1" dirty="0">
                      <a:latin typeface="Arial" pitchFamily="34" charset="0"/>
                      <a:cs typeface="Arial" pitchFamily="34" charset="0"/>
                    </a:rPr>
                    <a:t>20</a:t>
                  </a:r>
                </a:p>
              </p:txBody>
            </p:sp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1E905CE1-DC5B-4F1B-9436-93F11AD663B5}"/>
                    </a:ext>
                  </a:extLst>
                </p:cNvPr>
                <p:cNvSpPr txBox="1"/>
                <p:nvPr/>
              </p:nvSpPr>
              <p:spPr>
                <a:xfrm>
                  <a:off x="5664954" y="5781534"/>
                  <a:ext cx="419113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GB" sz="1400" b="1" dirty="0">
                      <a:latin typeface="Arial" pitchFamily="34" charset="0"/>
                      <a:cs typeface="Arial" pitchFamily="34" charset="0"/>
                    </a:rPr>
                    <a:t>30</a:t>
                  </a:r>
                </a:p>
              </p:txBody>
            </p:sp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8544D97F-618A-48AC-BD5D-363D2EEF8121}"/>
                    </a:ext>
                  </a:extLst>
                </p:cNvPr>
                <p:cNvSpPr txBox="1"/>
                <p:nvPr/>
              </p:nvSpPr>
              <p:spPr>
                <a:xfrm>
                  <a:off x="6005534" y="5781534"/>
                  <a:ext cx="419113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GB" sz="1400" b="1" dirty="0">
                      <a:latin typeface="Arial" pitchFamily="34" charset="0"/>
                      <a:cs typeface="Arial" pitchFamily="34" charset="0"/>
                    </a:rPr>
                    <a:t>40</a:t>
                  </a:r>
                </a:p>
              </p:txBody>
            </p:sp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08B44A7B-CD70-4E07-B99D-EE566E66FA63}"/>
                    </a:ext>
                  </a:extLst>
                </p:cNvPr>
                <p:cNvSpPr txBox="1"/>
                <p:nvPr/>
              </p:nvSpPr>
              <p:spPr>
                <a:xfrm>
                  <a:off x="6346114" y="5781534"/>
                  <a:ext cx="419113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GB" sz="1400" b="1" dirty="0">
                      <a:latin typeface="Arial" pitchFamily="34" charset="0"/>
                      <a:cs typeface="Arial" pitchFamily="34" charset="0"/>
                    </a:rPr>
                    <a:t>50</a:t>
                  </a:r>
                </a:p>
              </p:txBody>
            </p:sp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F7361CCC-58EB-42EF-873A-06190B57822E}"/>
                    </a:ext>
                  </a:extLst>
                </p:cNvPr>
                <p:cNvSpPr txBox="1"/>
                <p:nvPr/>
              </p:nvSpPr>
              <p:spPr>
                <a:xfrm>
                  <a:off x="6686694" y="5781534"/>
                  <a:ext cx="419113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GB" sz="1400" b="1" dirty="0">
                      <a:latin typeface="Arial" pitchFamily="34" charset="0"/>
                      <a:cs typeface="Arial" pitchFamily="34" charset="0"/>
                    </a:rPr>
                    <a:t>60</a:t>
                  </a:r>
                </a:p>
              </p:txBody>
            </p:sp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781A682A-CAF1-448D-8776-8D881CCA04A7}"/>
                    </a:ext>
                  </a:extLst>
                </p:cNvPr>
                <p:cNvSpPr txBox="1"/>
                <p:nvPr/>
              </p:nvSpPr>
              <p:spPr>
                <a:xfrm>
                  <a:off x="7027274" y="5781534"/>
                  <a:ext cx="419113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GB" sz="1400" b="1" dirty="0">
                      <a:latin typeface="Arial" pitchFamily="34" charset="0"/>
                      <a:cs typeface="Arial" pitchFamily="34" charset="0"/>
                    </a:rPr>
                    <a:t>70</a:t>
                  </a:r>
                </a:p>
              </p:txBody>
            </p:sp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0D23FCCF-6754-42A0-A96E-BF66BA7B81A9}"/>
                    </a:ext>
                  </a:extLst>
                </p:cNvPr>
                <p:cNvSpPr txBox="1"/>
                <p:nvPr/>
              </p:nvSpPr>
              <p:spPr>
                <a:xfrm>
                  <a:off x="7367854" y="5781534"/>
                  <a:ext cx="419113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GB" sz="1400" b="1" dirty="0">
                      <a:latin typeface="Arial" pitchFamily="34" charset="0"/>
                      <a:cs typeface="Arial" pitchFamily="34" charset="0"/>
                    </a:rPr>
                    <a:t>80</a:t>
                  </a:r>
                </a:p>
              </p:txBody>
            </p:sp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F9C66723-6298-42BA-8D80-CA7E1AAD2F10}"/>
                    </a:ext>
                  </a:extLst>
                </p:cNvPr>
                <p:cNvSpPr txBox="1"/>
                <p:nvPr/>
              </p:nvSpPr>
              <p:spPr>
                <a:xfrm>
                  <a:off x="7708434" y="5781534"/>
                  <a:ext cx="419113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GB" sz="1400" b="1" dirty="0">
                      <a:latin typeface="Arial" pitchFamily="34" charset="0"/>
                      <a:cs typeface="Arial" pitchFamily="34" charset="0"/>
                    </a:rPr>
                    <a:t>90</a:t>
                  </a:r>
                </a:p>
              </p:txBody>
            </p:sp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4AF77DCF-C919-4877-BE73-2BFF94B43C7B}"/>
                    </a:ext>
                  </a:extLst>
                </p:cNvPr>
                <p:cNvSpPr txBox="1"/>
                <p:nvPr/>
              </p:nvSpPr>
              <p:spPr>
                <a:xfrm>
                  <a:off x="8009936" y="5781534"/>
                  <a:ext cx="494820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GB" sz="1400" b="1" dirty="0">
                      <a:latin typeface="Arial" pitchFamily="34" charset="0"/>
                      <a:cs typeface="Arial" pitchFamily="34" charset="0"/>
                    </a:rPr>
                    <a:t>100</a:t>
                  </a:r>
                </a:p>
              </p:txBody>
            </p:sp>
            <p:grpSp>
              <p:nvGrpSpPr>
                <p:cNvPr id="43" name="Group 885">
                  <a:extLst>
                    <a:ext uri="{FF2B5EF4-FFF2-40B4-BE49-F238E27FC236}">
                      <a16:creationId xmlns:a16="http://schemas.microsoft.com/office/drawing/2014/main" id="{F9DD23A6-DC10-4055-9E6B-B567C2C7421B}"/>
                    </a:ext>
                  </a:extLst>
                </p:cNvPr>
                <p:cNvGrpSpPr/>
                <p:nvPr/>
              </p:nvGrpSpPr>
              <p:grpSpPr>
                <a:xfrm>
                  <a:off x="4371299" y="2183895"/>
                  <a:ext cx="419113" cy="3718871"/>
                  <a:chOff x="4111802" y="2183895"/>
                  <a:chExt cx="419113" cy="3718871"/>
                </a:xfrm>
              </p:grpSpPr>
              <p:sp>
                <p:nvSpPr>
                  <p:cNvPr id="45" name="TextBox 44">
                    <a:extLst>
                      <a:ext uri="{FF2B5EF4-FFF2-40B4-BE49-F238E27FC236}">
                        <a16:creationId xmlns:a16="http://schemas.microsoft.com/office/drawing/2014/main" id="{C7CB0CBC-4FF8-4CF6-A10E-81B7A05ED293}"/>
                      </a:ext>
                    </a:extLst>
                  </p:cNvPr>
                  <p:cNvSpPr txBox="1"/>
                  <p:nvPr/>
                </p:nvSpPr>
                <p:spPr>
                  <a:xfrm>
                    <a:off x="4111802" y="5594989"/>
                    <a:ext cx="419113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/>
                    <a:r>
                      <a:rPr lang="en-GB" sz="1400" b="1" dirty="0">
                        <a:latin typeface="Arial" pitchFamily="34" charset="0"/>
                        <a:cs typeface="Arial" pitchFamily="34" charset="0"/>
                      </a:rPr>
                      <a:t>0</a:t>
                    </a:r>
                  </a:p>
                </p:txBody>
              </p:sp>
              <p:sp>
                <p:nvSpPr>
                  <p:cNvPr id="46" name="TextBox 45">
                    <a:extLst>
                      <a:ext uri="{FF2B5EF4-FFF2-40B4-BE49-F238E27FC236}">
                        <a16:creationId xmlns:a16="http://schemas.microsoft.com/office/drawing/2014/main" id="{37EB02C6-1101-40DF-B7A8-71A705779673}"/>
                      </a:ext>
                    </a:extLst>
                  </p:cNvPr>
                  <p:cNvSpPr txBox="1"/>
                  <p:nvPr/>
                </p:nvSpPr>
                <p:spPr>
                  <a:xfrm>
                    <a:off x="4111802" y="5253876"/>
                    <a:ext cx="419113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/>
                    <a:r>
                      <a:rPr lang="en-GB" sz="1400" b="1" dirty="0">
                        <a:latin typeface="Arial" pitchFamily="34" charset="0"/>
                        <a:cs typeface="Arial" pitchFamily="34" charset="0"/>
                      </a:rPr>
                      <a:t>1</a:t>
                    </a:r>
                  </a:p>
                </p:txBody>
              </p:sp>
              <p:sp>
                <p:nvSpPr>
                  <p:cNvPr id="47" name="TextBox 46">
                    <a:extLst>
                      <a:ext uri="{FF2B5EF4-FFF2-40B4-BE49-F238E27FC236}">
                        <a16:creationId xmlns:a16="http://schemas.microsoft.com/office/drawing/2014/main" id="{7BA9E261-167D-4E2E-84D6-13467F3B1EA1}"/>
                      </a:ext>
                    </a:extLst>
                  </p:cNvPr>
                  <p:cNvSpPr txBox="1"/>
                  <p:nvPr/>
                </p:nvSpPr>
                <p:spPr>
                  <a:xfrm>
                    <a:off x="4111802" y="4912767"/>
                    <a:ext cx="419113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/>
                    <a:r>
                      <a:rPr lang="en-GB" sz="1400" b="1" dirty="0">
                        <a:latin typeface="Arial" pitchFamily="34" charset="0"/>
                        <a:cs typeface="Arial" pitchFamily="34" charset="0"/>
                      </a:rPr>
                      <a:t>2</a:t>
                    </a:r>
                  </a:p>
                </p:txBody>
              </p:sp>
              <p:sp>
                <p:nvSpPr>
                  <p:cNvPr id="48" name="TextBox 47">
                    <a:extLst>
                      <a:ext uri="{FF2B5EF4-FFF2-40B4-BE49-F238E27FC236}">
                        <a16:creationId xmlns:a16="http://schemas.microsoft.com/office/drawing/2014/main" id="{12EA0662-FA0A-44AB-8536-FF1AC3E8E221}"/>
                      </a:ext>
                    </a:extLst>
                  </p:cNvPr>
                  <p:cNvSpPr txBox="1"/>
                  <p:nvPr/>
                </p:nvSpPr>
                <p:spPr>
                  <a:xfrm>
                    <a:off x="4111802" y="4571658"/>
                    <a:ext cx="419113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/>
                    <a:r>
                      <a:rPr lang="en-GB" sz="1400" b="1" dirty="0">
                        <a:latin typeface="Arial" pitchFamily="34" charset="0"/>
                        <a:cs typeface="Arial" pitchFamily="34" charset="0"/>
                      </a:rPr>
                      <a:t>3</a:t>
                    </a:r>
                  </a:p>
                </p:txBody>
              </p:sp>
              <p:sp>
                <p:nvSpPr>
                  <p:cNvPr id="49" name="TextBox 48">
                    <a:extLst>
                      <a:ext uri="{FF2B5EF4-FFF2-40B4-BE49-F238E27FC236}">
                        <a16:creationId xmlns:a16="http://schemas.microsoft.com/office/drawing/2014/main" id="{CFD6A39A-3E81-49E7-BFC6-655D6C7065B2}"/>
                      </a:ext>
                    </a:extLst>
                  </p:cNvPr>
                  <p:cNvSpPr txBox="1"/>
                  <p:nvPr/>
                </p:nvSpPr>
                <p:spPr>
                  <a:xfrm>
                    <a:off x="4111802" y="4230549"/>
                    <a:ext cx="419113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/>
                    <a:r>
                      <a:rPr lang="en-GB" sz="1400" b="1" dirty="0">
                        <a:latin typeface="Arial" pitchFamily="34" charset="0"/>
                        <a:cs typeface="Arial" pitchFamily="34" charset="0"/>
                      </a:rPr>
                      <a:t>4</a:t>
                    </a:r>
                  </a:p>
                </p:txBody>
              </p:sp>
              <p:sp>
                <p:nvSpPr>
                  <p:cNvPr id="50" name="TextBox 49">
                    <a:extLst>
                      <a:ext uri="{FF2B5EF4-FFF2-40B4-BE49-F238E27FC236}">
                        <a16:creationId xmlns:a16="http://schemas.microsoft.com/office/drawing/2014/main" id="{FF61E596-2361-4E77-A40C-10A864046052}"/>
                      </a:ext>
                    </a:extLst>
                  </p:cNvPr>
                  <p:cNvSpPr txBox="1"/>
                  <p:nvPr/>
                </p:nvSpPr>
                <p:spPr>
                  <a:xfrm>
                    <a:off x="4111802" y="3889440"/>
                    <a:ext cx="419113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/>
                    <a:r>
                      <a:rPr lang="en-GB" sz="1400" b="1" dirty="0">
                        <a:latin typeface="Arial" pitchFamily="34" charset="0"/>
                        <a:cs typeface="Arial" pitchFamily="34" charset="0"/>
                      </a:rPr>
                      <a:t>5</a:t>
                    </a:r>
                  </a:p>
                </p:txBody>
              </p:sp>
              <p:sp>
                <p:nvSpPr>
                  <p:cNvPr id="51" name="TextBox 50">
                    <a:extLst>
                      <a:ext uri="{FF2B5EF4-FFF2-40B4-BE49-F238E27FC236}">
                        <a16:creationId xmlns:a16="http://schemas.microsoft.com/office/drawing/2014/main" id="{19063157-F5FB-499C-A4EE-D12624314969}"/>
                      </a:ext>
                    </a:extLst>
                  </p:cNvPr>
                  <p:cNvSpPr txBox="1"/>
                  <p:nvPr/>
                </p:nvSpPr>
                <p:spPr>
                  <a:xfrm>
                    <a:off x="4111802" y="3548331"/>
                    <a:ext cx="419113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/>
                    <a:r>
                      <a:rPr lang="en-GB" sz="1400" b="1" dirty="0">
                        <a:latin typeface="Arial" pitchFamily="34" charset="0"/>
                        <a:cs typeface="Arial" pitchFamily="34" charset="0"/>
                      </a:rPr>
                      <a:t>6</a:t>
                    </a:r>
                  </a:p>
                </p:txBody>
              </p:sp>
              <p:sp>
                <p:nvSpPr>
                  <p:cNvPr id="52" name="TextBox 51">
                    <a:extLst>
                      <a:ext uri="{FF2B5EF4-FFF2-40B4-BE49-F238E27FC236}">
                        <a16:creationId xmlns:a16="http://schemas.microsoft.com/office/drawing/2014/main" id="{C73A79F8-A4C2-493D-9E1E-58910F1186B1}"/>
                      </a:ext>
                    </a:extLst>
                  </p:cNvPr>
                  <p:cNvSpPr txBox="1"/>
                  <p:nvPr/>
                </p:nvSpPr>
                <p:spPr>
                  <a:xfrm>
                    <a:off x="4111802" y="3207222"/>
                    <a:ext cx="419113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/>
                    <a:r>
                      <a:rPr lang="en-GB" sz="1400" b="1" dirty="0">
                        <a:latin typeface="Arial" pitchFamily="34" charset="0"/>
                        <a:cs typeface="Arial" pitchFamily="34" charset="0"/>
                      </a:rPr>
                      <a:t>7</a:t>
                    </a:r>
                  </a:p>
                </p:txBody>
              </p:sp>
              <p:sp>
                <p:nvSpPr>
                  <p:cNvPr id="53" name="TextBox 52">
                    <a:extLst>
                      <a:ext uri="{FF2B5EF4-FFF2-40B4-BE49-F238E27FC236}">
                        <a16:creationId xmlns:a16="http://schemas.microsoft.com/office/drawing/2014/main" id="{1DDB9543-3D06-46D1-BBA2-3831273BB39C}"/>
                      </a:ext>
                    </a:extLst>
                  </p:cNvPr>
                  <p:cNvSpPr txBox="1"/>
                  <p:nvPr/>
                </p:nvSpPr>
                <p:spPr>
                  <a:xfrm>
                    <a:off x="4111802" y="2866113"/>
                    <a:ext cx="419113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/>
                    <a:r>
                      <a:rPr lang="en-GB" sz="1400" b="1" dirty="0">
                        <a:latin typeface="Arial" pitchFamily="34" charset="0"/>
                        <a:cs typeface="Arial" pitchFamily="34" charset="0"/>
                      </a:rPr>
                      <a:t>8</a:t>
                    </a:r>
                  </a:p>
                </p:txBody>
              </p:sp>
              <p:sp>
                <p:nvSpPr>
                  <p:cNvPr id="54" name="TextBox 53">
                    <a:extLst>
                      <a:ext uri="{FF2B5EF4-FFF2-40B4-BE49-F238E27FC236}">
                        <a16:creationId xmlns:a16="http://schemas.microsoft.com/office/drawing/2014/main" id="{E66DC42A-2ECF-4DE6-ACF6-8F093FA61784}"/>
                      </a:ext>
                    </a:extLst>
                  </p:cNvPr>
                  <p:cNvSpPr txBox="1"/>
                  <p:nvPr/>
                </p:nvSpPr>
                <p:spPr>
                  <a:xfrm>
                    <a:off x="4111802" y="2525004"/>
                    <a:ext cx="419113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/>
                    <a:r>
                      <a:rPr lang="en-GB" sz="1400" b="1" dirty="0">
                        <a:latin typeface="Arial" pitchFamily="34" charset="0"/>
                        <a:cs typeface="Arial" pitchFamily="34" charset="0"/>
                      </a:rPr>
                      <a:t>9</a:t>
                    </a:r>
                  </a:p>
                </p:txBody>
              </p:sp>
              <p:sp>
                <p:nvSpPr>
                  <p:cNvPr id="55" name="TextBox 54">
                    <a:extLst>
                      <a:ext uri="{FF2B5EF4-FFF2-40B4-BE49-F238E27FC236}">
                        <a16:creationId xmlns:a16="http://schemas.microsoft.com/office/drawing/2014/main" id="{AEF859AA-B58B-4498-81ED-903F94EC28D6}"/>
                      </a:ext>
                    </a:extLst>
                  </p:cNvPr>
                  <p:cNvSpPr txBox="1"/>
                  <p:nvPr/>
                </p:nvSpPr>
                <p:spPr>
                  <a:xfrm>
                    <a:off x="4111802" y="2183895"/>
                    <a:ext cx="419113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/>
                    <a:r>
                      <a:rPr lang="en-GB" sz="1400" b="1" dirty="0">
                        <a:latin typeface="Arial" pitchFamily="34" charset="0"/>
                        <a:cs typeface="Arial" pitchFamily="34" charset="0"/>
                      </a:rPr>
                      <a:t>10</a:t>
                    </a:r>
                  </a:p>
                </p:txBody>
              </p:sp>
            </p:grpSp>
            <p:cxnSp>
              <p:nvCxnSpPr>
                <p:cNvPr id="44" name="Straight Connector 43">
                  <a:extLst>
                    <a:ext uri="{FF2B5EF4-FFF2-40B4-BE49-F238E27FC236}">
                      <a16:creationId xmlns:a16="http://schemas.microsoft.com/office/drawing/2014/main" id="{B82B182A-71C7-4A11-8DD3-DC0119FE43AA}"/>
                    </a:ext>
                  </a:extLst>
                </p:cNvPr>
                <p:cNvCxnSpPr/>
                <p:nvPr/>
              </p:nvCxnSpPr>
              <p:spPr>
                <a:xfrm flipH="1">
                  <a:off x="4868329" y="4364645"/>
                  <a:ext cx="658827" cy="1362505"/>
                </a:xfrm>
                <a:prstGeom prst="line">
                  <a:avLst/>
                </a:prstGeom>
                <a:ln w="381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A800840C-86B1-466B-A036-8FFBD6464041}"/>
                  </a:ext>
                </a:extLst>
              </p:cNvPr>
              <p:cNvSpPr txBox="1"/>
              <p:nvPr/>
            </p:nvSpPr>
            <p:spPr>
              <a:xfrm>
                <a:off x="7169150" y="5940978"/>
                <a:ext cx="14859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1400" b="1" i="1" dirty="0">
                    <a:latin typeface="Arial" pitchFamily="34" charset="0"/>
                    <a:cs typeface="Arial" pitchFamily="34" charset="0"/>
                  </a:rPr>
                  <a:t>Time (minutes)</a:t>
                </a: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0E6C5CA-C74C-4C7B-912E-DA5E5D3ABFD4}"/>
                  </a:ext>
                </a:extLst>
              </p:cNvPr>
              <p:cNvSpPr txBox="1"/>
              <p:nvPr/>
            </p:nvSpPr>
            <p:spPr>
              <a:xfrm>
                <a:off x="4397922" y="1268315"/>
                <a:ext cx="1111174" cy="738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1400" b="1" i="1" dirty="0">
                    <a:latin typeface="Arial" pitchFamily="34" charset="0"/>
                    <a:cs typeface="Arial" pitchFamily="34" charset="0"/>
                  </a:rPr>
                  <a:t>Distance from home</a:t>
                </a:r>
              </a:p>
              <a:p>
                <a:pPr algn="ctr"/>
                <a:r>
                  <a:rPr lang="en-GB" sz="1400" b="1" i="1" dirty="0">
                    <a:latin typeface="Arial" pitchFamily="34" charset="0"/>
                    <a:cs typeface="Arial" pitchFamily="34" charset="0"/>
                  </a:rPr>
                  <a:t>(km)</a:t>
                </a:r>
              </a:p>
            </p:txBody>
          </p:sp>
        </p:grp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02D22709-7A20-402D-BAB7-0330DB407715}"/>
                </a:ext>
              </a:extLst>
            </p:cNvPr>
            <p:cNvCxnSpPr/>
            <p:nvPr/>
          </p:nvCxnSpPr>
          <p:spPr>
            <a:xfrm>
              <a:off x="5640081" y="4372215"/>
              <a:ext cx="691563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9B9C8366-FE18-4D5E-866B-E039D51F3045}"/>
                </a:ext>
              </a:extLst>
            </p:cNvPr>
            <p:cNvCxnSpPr/>
            <p:nvPr/>
          </p:nvCxnSpPr>
          <p:spPr>
            <a:xfrm flipH="1">
              <a:off x="6329478" y="2336800"/>
              <a:ext cx="693622" cy="2047078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89030505-58A7-41B8-A2B4-C7DE339EF0EE}"/>
                </a:ext>
              </a:extLst>
            </p:cNvPr>
            <p:cNvCxnSpPr/>
            <p:nvPr/>
          </p:nvCxnSpPr>
          <p:spPr>
            <a:xfrm>
              <a:off x="7030731" y="2340215"/>
              <a:ext cx="328919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C17BD439-7EAB-4F01-B540-3C0B7912F8D3}"/>
                </a:ext>
              </a:extLst>
            </p:cNvPr>
            <p:cNvCxnSpPr/>
            <p:nvPr/>
          </p:nvCxnSpPr>
          <p:spPr>
            <a:xfrm>
              <a:off x="7353300" y="2349500"/>
              <a:ext cx="1028700" cy="338455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2" name="TextBox 211">
            <a:extLst>
              <a:ext uri="{FF2B5EF4-FFF2-40B4-BE49-F238E27FC236}">
                <a16:creationId xmlns:a16="http://schemas.microsoft.com/office/drawing/2014/main" id="{1EAEA0F8-CE7A-44AF-975C-8E633531EFF3}"/>
              </a:ext>
            </a:extLst>
          </p:cNvPr>
          <p:cNvSpPr txBox="1"/>
          <p:nvPr/>
        </p:nvSpPr>
        <p:spPr>
          <a:xfrm>
            <a:off x="2777232" y="1518175"/>
            <a:ext cx="338428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>
                <a:latin typeface="Arial" pitchFamily="34" charset="0"/>
                <a:cs typeface="Arial" pitchFamily="34" charset="0"/>
              </a:rPr>
              <a:t>Example:</a:t>
            </a:r>
          </a:p>
          <a:p>
            <a:pPr algn="ctr"/>
            <a:r>
              <a:rPr lang="en-GB" sz="1400" b="1" dirty="0">
                <a:latin typeface="Arial" pitchFamily="34" charset="0"/>
                <a:cs typeface="Arial" pitchFamily="34" charset="0"/>
              </a:rPr>
              <a:t>This graph shows a journey taken by a cyclist one day.</a:t>
            </a:r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1FCDB1AA-D6EA-47C4-899F-C3108D1C9F18}"/>
              </a:ext>
            </a:extLst>
          </p:cNvPr>
          <p:cNvSpPr txBox="1"/>
          <p:nvPr/>
        </p:nvSpPr>
        <p:spPr>
          <a:xfrm>
            <a:off x="2888223" y="2389977"/>
            <a:ext cx="31622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b="1" dirty="0">
                <a:latin typeface="Arial" pitchFamily="34" charset="0"/>
                <a:cs typeface="Arial" pitchFamily="34" charset="0"/>
              </a:rPr>
              <a:t>Calculate the speed  for part A.</a:t>
            </a:r>
            <a:endParaRPr lang="en-GB" sz="14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214" name="Group 213">
            <a:extLst>
              <a:ext uri="{FF2B5EF4-FFF2-40B4-BE49-F238E27FC236}">
                <a16:creationId xmlns:a16="http://schemas.microsoft.com/office/drawing/2014/main" id="{14A258A2-942F-4B5A-AB22-CDF87A4F1AFF}"/>
              </a:ext>
            </a:extLst>
          </p:cNvPr>
          <p:cNvGrpSpPr/>
          <p:nvPr/>
        </p:nvGrpSpPr>
        <p:grpSpPr>
          <a:xfrm>
            <a:off x="2749474" y="5773499"/>
            <a:ext cx="3439797" cy="550962"/>
            <a:chOff x="622405" y="5583504"/>
            <a:chExt cx="3439797" cy="550962"/>
          </a:xfrm>
        </p:grpSpPr>
        <p:sp>
          <p:nvSpPr>
            <p:cNvPr id="215" name="Rounded Rectangle 224">
              <a:extLst>
                <a:ext uri="{FF2B5EF4-FFF2-40B4-BE49-F238E27FC236}">
                  <a16:creationId xmlns:a16="http://schemas.microsoft.com/office/drawing/2014/main" id="{B0AC225F-0A8B-45B6-87CE-03761DF24527}"/>
                </a:ext>
              </a:extLst>
            </p:cNvPr>
            <p:cNvSpPr/>
            <p:nvPr/>
          </p:nvSpPr>
          <p:spPr>
            <a:xfrm>
              <a:off x="622405" y="5583504"/>
              <a:ext cx="3439797" cy="550962"/>
            </a:xfrm>
            <a:prstGeom prst="roundRect">
              <a:avLst>
                <a:gd name="adj" fmla="val 50000"/>
              </a:avLst>
            </a:prstGeom>
            <a:solidFill>
              <a:srgbClr val="FFFF99"/>
            </a:solidFill>
            <a:ln w="12700"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6" name="TextBox 215">
              <a:extLst>
                <a:ext uri="{FF2B5EF4-FFF2-40B4-BE49-F238E27FC236}">
                  <a16:creationId xmlns:a16="http://schemas.microsoft.com/office/drawing/2014/main" id="{B6C85F88-C6CA-41C4-90BE-8684C8CAD73D}"/>
                </a:ext>
              </a:extLst>
            </p:cNvPr>
            <p:cNvSpPr txBox="1"/>
            <p:nvPr/>
          </p:nvSpPr>
          <p:spPr>
            <a:xfrm>
              <a:off x="782445" y="5628153"/>
              <a:ext cx="311971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400" b="1" dirty="0">
                  <a:solidFill>
                    <a:srgbClr val="FF0000"/>
                  </a:solidFill>
                  <a:latin typeface="Arial" pitchFamily="34" charset="0"/>
                  <a:cs typeface="Arial" pitchFamily="34" charset="0"/>
                </a:rPr>
                <a:t>12 km per hour</a:t>
              </a:r>
            </a:p>
          </p:txBody>
        </p:sp>
      </p:grpSp>
      <p:grpSp>
        <p:nvGrpSpPr>
          <p:cNvPr id="217" name="Group 216">
            <a:extLst>
              <a:ext uri="{FF2B5EF4-FFF2-40B4-BE49-F238E27FC236}">
                <a16:creationId xmlns:a16="http://schemas.microsoft.com/office/drawing/2014/main" id="{05EC5779-5FA2-4789-A63E-51FC0ED5F857}"/>
              </a:ext>
            </a:extLst>
          </p:cNvPr>
          <p:cNvGrpSpPr/>
          <p:nvPr/>
        </p:nvGrpSpPr>
        <p:grpSpPr>
          <a:xfrm>
            <a:off x="7051854" y="4761256"/>
            <a:ext cx="469127" cy="469127"/>
            <a:chOff x="1653871" y="3850512"/>
            <a:chExt cx="469127" cy="469127"/>
          </a:xfrm>
        </p:grpSpPr>
        <p:sp>
          <p:nvSpPr>
            <p:cNvPr id="218" name="TextBox 217">
              <a:extLst>
                <a:ext uri="{FF2B5EF4-FFF2-40B4-BE49-F238E27FC236}">
                  <a16:creationId xmlns:a16="http://schemas.microsoft.com/office/drawing/2014/main" id="{B3BC9F52-B762-4DAD-B9FE-37511FC7FCEA}"/>
                </a:ext>
              </a:extLst>
            </p:cNvPr>
            <p:cNvSpPr txBox="1"/>
            <p:nvPr/>
          </p:nvSpPr>
          <p:spPr>
            <a:xfrm>
              <a:off x="1719571" y="3885020"/>
              <a:ext cx="33772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000" b="1" dirty="0">
                  <a:solidFill>
                    <a:srgbClr val="7030A0"/>
                  </a:solidFill>
                  <a:latin typeface="Arial" pitchFamily="34" charset="0"/>
                  <a:cs typeface="Arial" pitchFamily="34" charset="0"/>
                </a:rPr>
                <a:t>A</a:t>
              </a:r>
            </a:p>
          </p:txBody>
        </p:sp>
        <p:sp>
          <p:nvSpPr>
            <p:cNvPr id="219" name="Oval 218">
              <a:extLst>
                <a:ext uri="{FF2B5EF4-FFF2-40B4-BE49-F238E27FC236}">
                  <a16:creationId xmlns:a16="http://schemas.microsoft.com/office/drawing/2014/main" id="{3E4CE21C-2E5B-452D-80DE-0E4CD7674970}"/>
                </a:ext>
              </a:extLst>
            </p:cNvPr>
            <p:cNvSpPr/>
            <p:nvPr/>
          </p:nvSpPr>
          <p:spPr>
            <a:xfrm>
              <a:off x="1653871" y="3850512"/>
              <a:ext cx="469127" cy="469127"/>
            </a:xfrm>
            <a:prstGeom prst="ellipse">
              <a:avLst/>
            </a:prstGeom>
            <a:noFill/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220" name="TextBox 219">
            <a:extLst>
              <a:ext uri="{FF2B5EF4-FFF2-40B4-BE49-F238E27FC236}">
                <a16:creationId xmlns:a16="http://schemas.microsoft.com/office/drawing/2014/main" id="{F7C39F41-6BC1-45E1-AD00-D2A84A19456A}"/>
              </a:ext>
            </a:extLst>
          </p:cNvPr>
          <p:cNvSpPr txBox="1"/>
          <p:nvPr/>
        </p:nvSpPr>
        <p:spPr>
          <a:xfrm>
            <a:off x="2798943" y="3005032"/>
            <a:ext cx="10644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>
                <a:latin typeface="Arial" pitchFamily="34" charset="0"/>
                <a:cs typeface="Arial" pitchFamily="34" charset="0"/>
              </a:rPr>
              <a:t>Speed</a:t>
            </a:r>
            <a:endParaRPr lang="en-GB" sz="16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21" name="TextBox 220">
            <a:extLst>
              <a:ext uri="{FF2B5EF4-FFF2-40B4-BE49-F238E27FC236}">
                <a16:creationId xmlns:a16="http://schemas.microsoft.com/office/drawing/2014/main" id="{AB8AC805-5921-423A-9E10-BA9D4052D12D}"/>
              </a:ext>
            </a:extLst>
          </p:cNvPr>
          <p:cNvSpPr txBox="1"/>
          <p:nvPr/>
        </p:nvSpPr>
        <p:spPr>
          <a:xfrm>
            <a:off x="3939969" y="3388683"/>
            <a:ext cx="8245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latin typeface="Arial" pitchFamily="34" charset="0"/>
                <a:cs typeface="Arial" pitchFamily="34" charset="0"/>
              </a:rPr>
              <a:t>=  4</a:t>
            </a:r>
            <a:endParaRPr lang="en-GB" sz="14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5EF3D5B4-4260-4E31-AECD-DDB4CD27A69A}"/>
              </a:ext>
            </a:extLst>
          </p:cNvPr>
          <p:cNvSpPr txBox="1"/>
          <p:nvPr/>
        </p:nvSpPr>
        <p:spPr>
          <a:xfrm>
            <a:off x="4443826" y="3388683"/>
            <a:ext cx="8918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latin typeface="Arial" pitchFamily="34" charset="0"/>
                <a:cs typeface="Arial" pitchFamily="34" charset="0"/>
              </a:rPr>
              <a:t>÷   20</a:t>
            </a:r>
            <a:endParaRPr lang="en-GB" sz="14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4E8F742E-FE18-4B97-A17F-F8B7F718AA85}"/>
              </a:ext>
            </a:extLst>
          </p:cNvPr>
          <p:cNvSpPr txBox="1"/>
          <p:nvPr/>
        </p:nvSpPr>
        <p:spPr>
          <a:xfrm>
            <a:off x="3939969" y="3764383"/>
            <a:ext cx="23247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latin typeface="Arial" pitchFamily="34" charset="0"/>
                <a:cs typeface="Arial" pitchFamily="34" charset="0"/>
              </a:rPr>
              <a:t>=  0.2 km per minute</a:t>
            </a:r>
            <a:endParaRPr lang="en-GB" sz="14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224" name="Group 223">
            <a:extLst>
              <a:ext uri="{FF2B5EF4-FFF2-40B4-BE49-F238E27FC236}">
                <a16:creationId xmlns:a16="http://schemas.microsoft.com/office/drawing/2014/main" id="{828930DA-5D2B-4C40-8E49-B6BCDFFE1196}"/>
              </a:ext>
            </a:extLst>
          </p:cNvPr>
          <p:cNvGrpSpPr/>
          <p:nvPr/>
        </p:nvGrpSpPr>
        <p:grpSpPr>
          <a:xfrm>
            <a:off x="7719764" y="4711468"/>
            <a:ext cx="461176" cy="1343771"/>
            <a:chOff x="5653378" y="4381169"/>
            <a:chExt cx="461176" cy="1343771"/>
          </a:xfrm>
        </p:grpSpPr>
        <p:cxnSp>
          <p:nvCxnSpPr>
            <p:cNvPr id="225" name="Straight Connector 224">
              <a:extLst>
                <a:ext uri="{FF2B5EF4-FFF2-40B4-BE49-F238E27FC236}">
                  <a16:creationId xmlns:a16="http://schemas.microsoft.com/office/drawing/2014/main" id="{F9D2B9A4-DDB2-4E5B-923F-27C6FD7AE0EE}"/>
                </a:ext>
              </a:extLst>
            </p:cNvPr>
            <p:cNvCxnSpPr/>
            <p:nvPr/>
          </p:nvCxnSpPr>
          <p:spPr>
            <a:xfrm>
              <a:off x="5653378" y="4381169"/>
              <a:ext cx="0" cy="1343771"/>
            </a:xfrm>
            <a:prstGeom prst="line">
              <a:avLst/>
            </a:prstGeom>
            <a:ln w="28575">
              <a:solidFill>
                <a:srgbClr val="7030A0"/>
              </a:solidFill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6" name="TextBox 225">
              <a:extLst>
                <a:ext uri="{FF2B5EF4-FFF2-40B4-BE49-F238E27FC236}">
                  <a16:creationId xmlns:a16="http://schemas.microsoft.com/office/drawing/2014/main" id="{D8D73AE3-9D32-4A15-A203-8E70F352A48F}"/>
                </a:ext>
              </a:extLst>
            </p:cNvPr>
            <p:cNvSpPr txBox="1"/>
            <p:nvPr/>
          </p:nvSpPr>
          <p:spPr>
            <a:xfrm>
              <a:off x="5672964" y="4871944"/>
              <a:ext cx="44159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600" b="1" dirty="0">
                  <a:latin typeface="Arial" pitchFamily="34" charset="0"/>
                  <a:cs typeface="Arial" pitchFamily="34" charset="0"/>
                </a:rPr>
                <a:t>4</a:t>
              </a:r>
              <a:endParaRPr lang="en-GB" sz="16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227" name="Group 226">
            <a:extLst>
              <a:ext uri="{FF2B5EF4-FFF2-40B4-BE49-F238E27FC236}">
                <a16:creationId xmlns:a16="http://schemas.microsoft.com/office/drawing/2014/main" id="{6A8D229C-154E-4868-832D-70C648D2BDFF}"/>
              </a:ext>
            </a:extLst>
          </p:cNvPr>
          <p:cNvGrpSpPr/>
          <p:nvPr/>
        </p:nvGrpSpPr>
        <p:grpSpPr>
          <a:xfrm>
            <a:off x="7041253" y="5696549"/>
            <a:ext cx="678510" cy="338554"/>
            <a:chOff x="4974867" y="5366250"/>
            <a:chExt cx="678510" cy="338554"/>
          </a:xfrm>
        </p:grpSpPr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id="{02130BA1-C1BD-41A2-BFBB-FD56F43A7330}"/>
                </a:ext>
              </a:extLst>
            </p:cNvPr>
            <p:cNvCxnSpPr/>
            <p:nvPr/>
          </p:nvCxnSpPr>
          <p:spPr>
            <a:xfrm flipH="1">
              <a:off x="4974867" y="5698437"/>
              <a:ext cx="678510" cy="0"/>
            </a:xfrm>
            <a:prstGeom prst="line">
              <a:avLst/>
            </a:prstGeom>
            <a:ln w="28575">
              <a:solidFill>
                <a:srgbClr val="7030A0"/>
              </a:solidFill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9" name="TextBox 228">
              <a:extLst>
                <a:ext uri="{FF2B5EF4-FFF2-40B4-BE49-F238E27FC236}">
                  <a16:creationId xmlns:a16="http://schemas.microsoft.com/office/drawing/2014/main" id="{B56E4012-BC88-4582-A9BA-3E4775AC8470}"/>
                </a:ext>
              </a:extLst>
            </p:cNvPr>
            <p:cNvSpPr txBox="1"/>
            <p:nvPr/>
          </p:nvSpPr>
          <p:spPr>
            <a:xfrm>
              <a:off x="5133600" y="5366250"/>
              <a:ext cx="44159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600" b="1" dirty="0">
                  <a:latin typeface="Arial" pitchFamily="34" charset="0"/>
                  <a:cs typeface="Arial" pitchFamily="34" charset="0"/>
                </a:rPr>
                <a:t>20</a:t>
              </a:r>
              <a:endParaRPr lang="en-GB" sz="16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230" name="TextBox 229">
            <a:extLst>
              <a:ext uri="{FF2B5EF4-FFF2-40B4-BE49-F238E27FC236}">
                <a16:creationId xmlns:a16="http://schemas.microsoft.com/office/drawing/2014/main" id="{B7D3DE28-47BA-4AC5-9014-B2D1D6A4AC83}"/>
              </a:ext>
            </a:extLst>
          </p:cNvPr>
          <p:cNvSpPr txBox="1"/>
          <p:nvPr/>
        </p:nvSpPr>
        <p:spPr>
          <a:xfrm>
            <a:off x="4288590" y="4554183"/>
            <a:ext cx="18154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b="1" dirty="0">
                <a:latin typeface="Arial" pitchFamily="34" charset="0"/>
                <a:cs typeface="Arial" pitchFamily="34" charset="0"/>
              </a:rPr>
              <a:t>0.2  x  60</a:t>
            </a:r>
            <a:endParaRPr lang="en-GB" sz="16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31" name="TextBox 230">
            <a:extLst>
              <a:ext uri="{FF2B5EF4-FFF2-40B4-BE49-F238E27FC236}">
                <a16:creationId xmlns:a16="http://schemas.microsoft.com/office/drawing/2014/main" id="{3D5CF6D1-9C9C-4F55-B74C-0105DE988C50}"/>
              </a:ext>
            </a:extLst>
          </p:cNvPr>
          <p:cNvSpPr txBox="1"/>
          <p:nvPr/>
        </p:nvSpPr>
        <p:spPr>
          <a:xfrm>
            <a:off x="3939969" y="3002383"/>
            <a:ext cx="23247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latin typeface="Arial" pitchFamily="34" charset="0"/>
                <a:cs typeface="Arial" pitchFamily="34" charset="0"/>
              </a:rPr>
              <a:t>=   distance ÷ time</a:t>
            </a:r>
            <a:endParaRPr lang="en-GB" sz="14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232" name="Group 231">
            <a:extLst>
              <a:ext uri="{FF2B5EF4-FFF2-40B4-BE49-F238E27FC236}">
                <a16:creationId xmlns:a16="http://schemas.microsoft.com/office/drawing/2014/main" id="{89C5B5BC-70B5-4FAA-A70A-2932357E1C10}"/>
              </a:ext>
            </a:extLst>
          </p:cNvPr>
          <p:cNvGrpSpPr/>
          <p:nvPr/>
        </p:nvGrpSpPr>
        <p:grpSpPr>
          <a:xfrm>
            <a:off x="2481056" y="4232448"/>
            <a:ext cx="1871330" cy="967563"/>
            <a:chOff x="414670" y="3902149"/>
            <a:chExt cx="1871330" cy="967563"/>
          </a:xfrm>
        </p:grpSpPr>
        <p:sp>
          <p:nvSpPr>
            <p:cNvPr id="233" name="Pentagon 313">
              <a:extLst>
                <a:ext uri="{FF2B5EF4-FFF2-40B4-BE49-F238E27FC236}">
                  <a16:creationId xmlns:a16="http://schemas.microsoft.com/office/drawing/2014/main" id="{B026C85F-0225-4823-AEB7-96B1B5EC6C8E}"/>
                </a:ext>
              </a:extLst>
            </p:cNvPr>
            <p:cNvSpPr/>
            <p:nvPr/>
          </p:nvSpPr>
          <p:spPr>
            <a:xfrm>
              <a:off x="414670" y="3902149"/>
              <a:ext cx="1871330" cy="967563"/>
            </a:xfrm>
            <a:prstGeom prst="homePlate">
              <a:avLst/>
            </a:prstGeom>
            <a:gradFill flip="none" rotWithShape="1">
              <a:gsLst>
                <a:gs pos="0">
                  <a:srgbClr val="FFFF66">
                    <a:tint val="66000"/>
                    <a:satMod val="160000"/>
                  </a:srgbClr>
                </a:gs>
                <a:gs pos="50000">
                  <a:srgbClr val="FFFF66">
                    <a:tint val="44500"/>
                    <a:satMod val="160000"/>
                  </a:srgbClr>
                </a:gs>
                <a:gs pos="100000">
                  <a:srgbClr val="FFFF66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34" name="TextBox 233">
              <a:extLst>
                <a:ext uri="{FF2B5EF4-FFF2-40B4-BE49-F238E27FC236}">
                  <a16:creationId xmlns:a16="http://schemas.microsoft.com/office/drawing/2014/main" id="{94C5BFD7-F00A-4A2A-8FBE-9FF5B59F93D6}"/>
                </a:ext>
              </a:extLst>
            </p:cNvPr>
            <p:cNvSpPr txBox="1"/>
            <p:nvPr/>
          </p:nvSpPr>
          <p:spPr>
            <a:xfrm>
              <a:off x="492742" y="4016598"/>
              <a:ext cx="1623137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400" b="1" dirty="0">
                  <a:latin typeface="Arial" pitchFamily="34" charset="0"/>
                  <a:cs typeface="Arial" pitchFamily="34" charset="0"/>
                </a:rPr>
                <a:t>x by 60</a:t>
              </a:r>
            </a:p>
            <a:p>
              <a:r>
                <a:rPr lang="en-GB" sz="1400" b="1" dirty="0">
                  <a:latin typeface="Arial" pitchFamily="34" charset="0"/>
                  <a:cs typeface="Arial" pitchFamily="34" charset="0"/>
                </a:rPr>
                <a:t>to convert to km per hour</a:t>
              </a:r>
              <a:endParaRPr lang="en-GB" sz="1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68114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0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0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10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2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2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2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2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2" grpId="0"/>
      <p:bldP spid="213" grpId="0"/>
      <p:bldP spid="220" grpId="0"/>
      <p:bldP spid="221" grpId="0"/>
      <p:bldP spid="222" grpId="0"/>
      <p:bldP spid="223" grpId="0"/>
      <p:bldP spid="230" grpId="0"/>
      <p:bldP spid="23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C190F-1FA4-402C-BE4D-2E1E275B6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Some more questions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DD285A9-BA5C-42B6-89DA-D62BA50102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5125" y="971550"/>
            <a:ext cx="4705350" cy="53911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8906121-4F81-42B1-A166-26DACAFB289E}"/>
              </a:ext>
            </a:extLst>
          </p:cNvPr>
          <p:cNvSpPr txBox="1"/>
          <p:nvPr/>
        </p:nvSpPr>
        <p:spPr>
          <a:xfrm>
            <a:off x="449179" y="2326105"/>
            <a:ext cx="601579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This graph shows the journey of a cyclist one day</a:t>
            </a:r>
          </a:p>
          <a:p>
            <a:endParaRPr lang="en-AU" sz="2400" dirty="0"/>
          </a:p>
          <a:p>
            <a:pPr marL="342900" indent="-342900">
              <a:buAutoNum type="arabicPeriod"/>
            </a:pPr>
            <a:r>
              <a:rPr lang="en-AU" sz="2400" dirty="0"/>
              <a:t>At which points is the cyclist stationary?</a:t>
            </a:r>
          </a:p>
          <a:p>
            <a:pPr marL="342900" indent="-342900">
              <a:buAutoNum type="arabicPeriod"/>
            </a:pPr>
            <a:endParaRPr lang="en-AU" sz="2400" dirty="0"/>
          </a:p>
          <a:p>
            <a:pPr marL="342900" indent="-342900">
              <a:buAutoNum type="arabicPeriod"/>
            </a:pPr>
            <a:r>
              <a:rPr lang="en-AU" sz="2400" dirty="0"/>
              <a:t>Calculate the speed of the cyclist in part E</a:t>
            </a:r>
          </a:p>
          <a:p>
            <a:pPr marL="342900" indent="-342900">
              <a:buAutoNum type="arabicPeriod"/>
            </a:pPr>
            <a:endParaRPr lang="en-AU" sz="2400" dirty="0"/>
          </a:p>
          <a:p>
            <a:pPr marL="342900" indent="-342900">
              <a:buAutoNum type="arabicPeriod"/>
            </a:pPr>
            <a:r>
              <a:rPr lang="en-AU" sz="2400" dirty="0"/>
              <a:t>How far does the cyclist ride in total?</a:t>
            </a:r>
          </a:p>
          <a:p>
            <a:pPr marL="342900" indent="-342900">
              <a:buAutoNum type="arabicPeriod"/>
            </a:pPr>
            <a:endParaRPr lang="en-AU" sz="2400" dirty="0"/>
          </a:p>
          <a:p>
            <a:pPr marL="342900" indent="-342900">
              <a:buAutoNum type="arabicPeriod"/>
            </a:pPr>
            <a:r>
              <a:rPr lang="en-AU" sz="2400" dirty="0"/>
              <a:t>How long does the cyclist take to get to part D from the start?</a:t>
            </a:r>
          </a:p>
        </p:txBody>
      </p:sp>
    </p:spTree>
    <p:extLst>
      <p:ext uri="{BB962C8B-B14F-4D97-AF65-F5344CB8AC3E}">
        <p14:creationId xmlns:p14="http://schemas.microsoft.com/office/powerpoint/2010/main" val="27769457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9AAD6-47B7-45D0-888A-20C9EB659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More practice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3ABE52-A3AB-40CA-9137-F6DB23E5FD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AU" sz="4000" dirty="0"/>
              <a:t>Page 209 to 211 from the MAWA text book</a:t>
            </a:r>
          </a:p>
        </p:txBody>
      </p:sp>
    </p:spTree>
    <p:extLst>
      <p:ext uri="{BB962C8B-B14F-4D97-AF65-F5344CB8AC3E}">
        <p14:creationId xmlns:p14="http://schemas.microsoft.com/office/powerpoint/2010/main" val="28296800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C5912C-AAA9-45A8-8ED4-17739F2088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Exit pass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1CA86-C30B-4581-9FAD-49AFEB375D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Write your summary for this lesson.</a:t>
            </a:r>
          </a:p>
          <a:p>
            <a:endParaRPr lang="en-A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961845-03E2-4A2B-B05C-7E656DA1B8C0}"/>
              </a:ext>
            </a:extLst>
          </p:cNvPr>
          <p:cNvSpPr txBox="1"/>
          <p:nvPr/>
        </p:nvSpPr>
        <p:spPr>
          <a:xfrm>
            <a:off x="1968289" y="3149573"/>
            <a:ext cx="540975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Topic: </a:t>
            </a:r>
            <a:r>
              <a:rPr lang="en-AU" sz="2400" dirty="0"/>
              <a:t>Distance Time Graphs</a:t>
            </a:r>
          </a:p>
          <a:p>
            <a:r>
              <a:rPr lang="en-AU" sz="2400" b="1" dirty="0"/>
              <a:t>EQ: </a:t>
            </a:r>
            <a:r>
              <a:rPr lang="en-AU" sz="2400" dirty="0"/>
              <a:t>How can we use distance time graphs?</a:t>
            </a:r>
          </a:p>
        </p:txBody>
      </p:sp>
    </p:spTree>
    <p:extLst>
      <p:ext uri="{BB962C8B-B14F-4D97-AF65-F5344CB8AC3E}">
        <p14:creationId xmlns:p14="http://schemas.microsoft.com/office/powerpoint/2010/main" val="402751475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99CB38"/>
      </a:accent1>
      <a:accent2>
        <a:srgbClr val="63A537"/>
      </a:accent2>
      <a:accent3>
        <a:srgbClr val="E6D024"/>
      </a:accent3>
      <a:accent4>
        <a:srgbClr val="CC9700"/>
      </a:accent4>
      <a:accent5>
        <a:srgbClr val="4EB3CF"/>
      </a:accent5>
      <a:accent6>
        <a:srgbClr val="378DA6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29F68FFC-748B-4FC3-BF39-7F84A6D5840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47</TotalTime>
  <Words>424</Words>
  <Application>Microsoft Office PowerPoint</Application>
  <PresentationFormat>Widescreen</PresentationFormat>
  <Paragraphs>84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Tw Cen MT</vt:lpstr>
      <vt:lpstr>Tw Cen MT Condensed</vt:lpstr>
      <vt:lpstr>Wingdings 3</vt:lpstr>
      <vt:lpstr>Integral</vt:lpstr>
      <vt:lpstr>Distance Time Graphs</vt:lpstr>
      <vt:lpstr>5 questions</vt:lpstr>
      <vt:lpstr>Bob and his travels</vt:lpstr>
      <vt:lpstr>PowerPoint Presentation</vt:lpstr>
      <vt:lpstr>Some questions</vt:lpstr>
      <vt:lpstr>PowerPoint Presentation</vt:lpstr>
      <vt:lpstr>Some more questions</vt:lpstr>
      <vt:lpstr>More practice</vt:lpstr>
      <vt:lpstr>Exit pass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Distance Time Graphs</dc:title>
  <dc:creator>MORGAN Adam [Baldivis Secondary College]</dc:creator>
  <cp:lastModifiedBy>MORGAN Adam [Baldivis Secondary College]</cp:lastModifiedBy>
  <cp:revision>8</cp:revision>
  <dcterms:created xsi:type="dcterms:W3CDTF">2021-10-19T06:59:03Z</dcterms:created>
  <dcterms:modified xsi:type="dcterms:W3CDTF">2021-10-19T07:56:29Z</dcterms:modified>
</cp:coreProperties>
</file>