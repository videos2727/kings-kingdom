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7"/>
  </p:notesMasterIdLst>
  <p:sldIdLst>
    <p:sldId id="256" r:id="rId2"/>
    <p:sldId id="301" r:id="rId3"/>
    <p:sldId id="289" r:id="rId4"/>
    <p:sldId id="309" r:id="rId5"/>
    <p:sldId id="30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98" autoAdjust="0"/>
    <p:restoredTop sz="79087" autoAdjust="0"/>
  </p:normalViewPr>
  <p:slideViewPr>
    <p:cSldViewPr snapToGrid="0">
      <p:cViewPr varScale="1">
        <p:scale>
          <a:sx n="83" d="100"/>
          <a:sy n="83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0772-5EEF-4CF9-A1B3-9A5B753FBA4D}" type="datetimeFigureOut">
              <a:rPr lang="en-AU" smtClean="0"/>
              <a:t>11/10/21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E7107-940C-4618-81D1-D3CF499832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50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E7107-940C-4618-81D1-D3CF499832C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864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036064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3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90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99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3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7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4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2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79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8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7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2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.kahoot.it/details/map-work-and-scale-and-compass-directions/dab6010a-938d-401b-b205-77686374659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Topic: Geometry and Mapping</a:t>
            </a:r>
            <a:br>
              <a:rPr lang="en-AU" sz="4000" dirty="0"/>
            </a:br>
            <a:r>
              <a:rPr lang="en-AU" sz="4000" dirty="0"/>
              <a:t>EQ: </a:t>
            </a:r>
            <a:r>
              <a:rPr lang="en-US" sz="4000" dirty="0"/>
              <a:t>How can we use map scales to figure out real life distances</a:t>
            </a:r>
            <a:r>
              <a:rPr lang="en-AU" sz="4000" dirty="0"/>
              <a:t>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570392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5657717" y="48839"/>
            <a:ext cx="5258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570392"/>
            <a:ext cx="6815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8B8BEA-6FEE-2649-9635-5A1C259814E0}"/>
                  </a:ext>
                </a:extLst>
              </p:cNvPr>
              <p:cNvSpPr txBox="1"/>
              <p:nvPr/>
            </p:nvSpPr>
            <p:spPr>
              <a:xfrm>
                <a:off x="1104992" y="2073185"/>
                <a:ext cx="6934882" cy="3570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+51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÷3=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 am placing a wooden edge around my new hexagonal garden. Each side is 1.45m long. What length of wood will I need to buy?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2400" dirty="0"/>
                  <a:t> as a decimal and a percentage.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I need to score at least 75% on a test. How may marks do I need out of a possible 180? </a:t>
                </a:r>
              </a:p>
              <a:p>
                <a:pPr marL="342900" indent="-342900">
                  <a:buAutoNum type="arabicParenR"/>
                </a:pPr>
                <a:r>
                  <a:rPr lang="en-US" sz="2400" dirty="0"/>
                  <a:t>My care uses 1L of fuel for every 14km. If I used 5L of fuel how far did I drive?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8B8BEA-6FEE-2649-9635-5A1C25981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92" y="2073185"/>
                <a:ext cx="6934882" cy="3570849"/>
              </a:xfrm>
              <a:prstGeom prst="rect">
                <a:avLst/>
              </a:prstGeom>
              <a:blipFill>
                <a:blip r:embed="rId3"/>
                <a:stretch>
                  <a:fillRect l="-912" r="-730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BDA5341-40C9-144E-B95D-8D8602AB50D2}"/>
              </a:ext>
            </a:extLst>
          </p:cNvPr>
          <p:cNvSpPr txBox="1"/>
          <p:nvPr/>
        </p:nvSpPr>
        <p:spPr>
          <a:xfrm>
            <a:off x="8885188" y="1401389"/>
            <a:ext cx="244894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1) 213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2) 8.7m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3) 0.05, 5%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4) 135 marks</a:t>
            </a:r>
          </a:p>
          <a:p>
            <a:r>
              <a:rPr lang="en-AU" sz="3200" b="1" dirty="0">
                <a:solidFill>
                  <a:srgbClr val="FF0000"/>
                </a:solidFill>
              </a:rPr>
              <a:t>5) 70km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77502" y="1485899"/>
            <a:ext cx="1912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: Computers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3179B-673F-BA47-B06D-632CE462A440}"/>
              </a:ext>
            </a:extLst>
          </p:cNvPr>
          <p:cNvSpPr txBox="1"/>
          <p:nvPr/>
        </p:nvSpPr>
        <p:spPr>
          <a:xfrm>
            <a:off x="2563221" y="1505663"/>
            <a:ext cx="90512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1. Explore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Different maps use different scales, depending on the amount of detail they want to show.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Explore this concept by typing the location “Perth WA” into an online mapping program and follow and answer the 5 questions.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421657-4CEE-5140-BF29-C0AFDDEA75A5}"/>
              </a:ext>
            </a:extLst>
          </p:cNvPr>
          <p:cNvSpPr txBox="1"/>
          <p:nvPr/>
        </p:nvSpPr>
        <p:spPr>
          <a:xfrm>
            <a:off x="2490328" y="3817440"/>
            <a:ext cx="9051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2. Apply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Use the map to answer the questions 6 – 8 in the book.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B71A86-3FF8-0F4D-AFBD-17A375C80974}"/>
              </a:ext>
            </a:extLst>
          </p:cNvPr>
          <p:cNvSpPr txBox="1"/>
          <p:nvPr/>
        </p:nvSpPr>
        <p:spPr>
          <a:xfrm>
            <a:off x="2490328" y="4687043"/>
            <a:ext cx="90512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3. Extension: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You need to examine public transport options for getting to Perth Zoo. Starting from Mary Davies Library. Use the online mapping site you have found or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Transperth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look to see what public transport options you have in those locations and calculate the distances involved.</a:t>
            </a: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232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Geometry and Mapping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544" y="849986"/>
            <a:ext cx="11434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can we apply our knowledge of scale ratios to figure out real life distances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-214437" y="5777241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181701" y="1539705"/>
            <a:ext cx="1912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: Computers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17FE4-415F-6C45-A56B-685EA742ED30}"/>
              </a:ext>
            </a:extLst>
          </p:cNvPr>
          <p:cNvSpPr txBox="1"/>
          <p:nvPr/>
        </p:nvSpPr>
        <p:spPr>
          <a:xfrm>
            <a:off x="2094527" y="1377714"/>
            <a:ext cx="100620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4. Investigate: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You need to arrive at Perth Zoo by 9:00am on a weekday. Use this information, combined with the software to find some options for both car and public transport.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Record several of the routes suggested by the software. Make sure you include a copy of the route, the times for each journey and the distances travelled so that you have a variety of options to consider.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5. Evaluate: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does the time for each journey change if you are happy to arrive at 8:30am?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about if you want to arrive at 8:00am?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Why do you think the time varies?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60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C4DE-639B-4D08-A6C4-80C538BC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en-AU" sz="4000" dirty="0"/>
              <a:t>Kahoot!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1D1A13-468C-E043-ABAE-34FF187FB16B}"/>
              </a:ext>
            </a:extLst>
          </p:cNvPr>
          <p:cNvSpPr txBox="1"/>
          <p:nvPr/>
        </p:nvSpPr>
        <p:spPr>
          <a:xfrm>
            <a:off x="1024128" y="2743199"/>
            <a:ext cx="1042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hlinkClick r:id="rId2"/>
              </a:rPr>
              <a:t>https://create.kahoot.it/details/map-work-and-scale-and-compass-directions/dab6010a-938d-401b-b205-776863746592</a:t>
            </a:r>
            <a:r>
              <a:rPr lang="en-US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9348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{5B429BC5-86D0-6A4D-967B-B643D1BC31EF}tf10001061</Template>
  <TotalTime>379</TotalTime>
  <Words>479</Words>
  <Application>Microsoft Macintosh PowerPoint</Application>
  <PresentationFormat>Widescreen</PresentationFormat>
  <Paragraphs>46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Topic: Geometry and Mapping EQ: How can we use map scales to figure out real life distances? </vt:lpstr>
      <vt:lpstr>Five Questions</vt:lpstr>
      <vt:lpstr>PowerPoint Presentation</vt:lpstr>
      <vt:lpstr>PowerPoint Presentation</vt:lpstr>
      <vt:lpstr>Kahoot!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EQ: How do I convert between Hours, Minutes, and Seconds? </dc:title>
  <dc:creator>PARLEVLIET Magdeline [Baldivis Secondary College]</dc:creator>
  <cp:lastModifiedBy>DIXON Emily [Baldivis Secondary College]</cp:lastModifiedBy>
  <cp:revision>11</cp:revision>
  <cp:lastPrinted>2021-09-21T01:50:02Z</cp:lastPrinted>
  <dcterms:created xsi:type="dcterms:W3CDTF">2021-09-13T16:02:36Z</dcterms:created>
  <dcterms:modified xsi:type="dcterms:W3CDTF">2021-10-11T08:37:48Z</dcterms:modified>
</cp:coreProperties>
</file>