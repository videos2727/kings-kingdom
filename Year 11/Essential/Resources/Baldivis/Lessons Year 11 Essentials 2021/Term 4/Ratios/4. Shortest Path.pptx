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3" r:id="rId1"/>
  </p:sldMasterIdLst>
  <p:notesMasterIdLst>
    <p:notesMasterId r:id="rId7"/>
  </p:notesMasterIdLst>
  <p:sldIdLst>
    <p:sldId id="256" r:id="rId2"/>
    <p:sldId id="301" r:id="rId3"/>
    <p:sldId id="307" r:id="rId4"/>
    <p:sldId id="289" r:id="rId5"/>
    <p:sldId id="30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475" autoAdjust="0"/>
    <p:restoredTop sz="79079" autoAdjust="0"/>
  </p:normalViewPr>
  <p:slideViewPr>
    <p:cSldViewPr snapToGrid="0">
      <p:cViewPr varScale="1">
        <p:scale>
          <a:sx n="57" d="100"/>
          <a:sy n="57" d="100"/>
        </p:scale>
        <p:origin x="16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10772-5EEF-4CF9-A1B3-9A5B753FBA4D}" type="datetimeFigureOut">
              <a:rPr lang="en-AU" smtClean="0"/>
              <a:t>6/10/21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E7107-940C-4618-81D1-D3CF49983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50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7107-940C-4618-81D1-D3CF499832C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864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1926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757974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32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907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997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839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78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273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145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2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79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08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77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025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C823-B532-4688-9E8F-9ECF5722D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AU" sz="4000" dirty="0"/>
              <a:t>Topic: Geometry and Mapping</a:t>
            </a:r>
            <a:br>
              <a:rPr lang="en-AU" sz="4000" dirty="0"/>
            </a:br>
            <a:r>
              <a:rPr lang="en-AU" sz="4000" dirty="0"/>
              <a:t>EQ: </a:t>
            </a:r>
            <a:r>
              <a:rPr lang="en-US" sz="4000" dirty="0"/>
              <a:t>How can we use map scales to figure out real life distances</a:t>
            </a:r>
            <a:r>
              <a:rPr lang="en-AU" sz="4000" dirty="0"/>
              <a:t>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7B186-3400-4A4B-B6A6-D265D5ED5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Mathematics Essentials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6094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872" y="570392"/>
            <a:ext cx="10058400" cy="1371600"/>
          </a:xfrm>
        </p:spPr>
        <p:txBody>
          <a:bodyPr/>
          <a:lstStyle/>
          <a:p>
            <a:r>
              <a:rPr lang="en-AU" dirty="0"/>
              <a:t>Five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7872" y="1941992"/>
                <a:ext cx="6372661" cy="4453722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14+17−27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÷9=</m:t>
                    </m:r>
                  </m:oMath>
                </a14:m>
                <a:endParaRPr lang="en-AU" sz="28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 pay $83.56 each week for my car loan. Approximately how much will I pay over the period of a year? 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9.2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+1 250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𝑚𝑚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en-AU" sz="28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8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The time is 2:45pm. I start work at 5:20pm. How long until I start work?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Find 25% of $80</a:t>
                </a:r>
                <a:endParaRPr lang="en-AU" sz="28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7872" y="1941992"/>
                <a:ext cx="6372661" cy="4453722"/>
              </a:xfrm>
              <a:blipFill>
                <a:blip r:embed="rId3"/>
                <a:stretch>
                  <a:fillRect l="-2783" t="-1425" r="-2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F8740F4-4E29-46F0-AE17-D5002ED9BE37}"/>
              </a:ext>
            </a:extLst>
          </p:cNvPr>
          <p:cNvSpPr txBox="1"/>
          <p:nvPr/>
        </p:nvSpPr>
        <p:spPr>
          <a:xfrm>
            <a:off x="5657717" y="48839"/>
            <a:ext cx="52585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Geometry and Mapping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ED037-8382-4B21-A2F7-E1E36A739063}"/>
              </a:ext>
            </a:extLst>
          </p:cNvPr>
          <p:cNvSpPr txBox="1"/>
          <p:nvPr/>
        </p:nvSpPr>
        <p:spPr>
          <a:xfrm>
            <a:off x="4901025" y="570392"/>
            <a:ext cx="6815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we apply our knowledge of scale ratios to figure out real life distances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04219C-8E89-7E4C-A597-A181E98C7084}"/>
              </a:ext>
            </a:extLst>
          </p:cNvPr>
          <p:cNvSpPr txBox="1">
            <a:spLocks/>
          </p:cNvSpPr>
          <p:nvPr/>
        </p:nvSpPr>
        <p:spPr>
          <a:xfrm>
            <a:off x="8195733" y="1899659"/>
            <a:ext cx="3691468" cy="445372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28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~  $4 345.12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21.35m or 21 350mm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2hrs 25min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$20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2327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Geometry and Mapping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9544" y="849986"/>
            <a:ext cx="11434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we apply our knowledge of scale ratios to figure out real life distances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49BF86FA-DDC3-714C-8CA4-3CA2715E5B6D}"/>
              </a:ext>
            </a:extLst>
          </p:cNvPr>
          <p:cNvSpPr txBox="1">
            <a:spLocks/>
          </p:cNvSpPr>
          <p:nvPr/>
        </p:nvSpPr>
        <p:spPr>
          <a:xfrm>
            <a:off x="2358494" y="1327980"/>
            <a:ext cx="9516830" cy="18593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travelling from destination to destination to save time and energy we want to choose the shortest path. </a:t>
            </a:r>
          </a:p>
          <a:p>
            <a:pPr marL="0" indent="0">
              <a:buNone/>
            </a:pPr>
            <a:r>
              <a:rPr lang="en-GB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problem of finding the shortest path between two intersections on a road map you need to</a:t>
            </a:r>
            <a:br>
              <a:rPr lang="en-GB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GB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GB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GB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6B93A55D-6A22-084F-BA5E-71A649E325DE}"/>
              </a:ext>
            </a:extLst>
          </p:cNvPr>
          <p:cNvSpPr txBox="1">
            <a:spLocks/>
          </p:cNvSpPr>
          <p:nvPr/>
        </p:nvSpPr>
        <p:spPr>
          <a:xfrm>
            <a:off x="3181032" y="2926539"/>
            <a:ext cx="6858985" cy="18593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 a route (Starting point to destination).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Measure the distance on map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scale to calculate the real distance in m / km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DC84874-5A0E-934C-9FEF-5050878CC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253980"/>
              </p:ext>
            </p:extLst>
          </p:nvPr>
        </p:nvGraphicFramePr>
        <p:xfrm>
          <a:off x="2717801" y="5110605"/>
          <a:ext cx="8254998" cy="1681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666">
                  <a:extLst>
                    <a:ext uri="{9D8B030D-6E8A-4147-A177-3AD203B41FA5}">
                      <a16:colId xmlns:a16="http://schemas.microsoft.com/office/drawing/2014/main" val="3046800009"/>
                    </a:ext>
                  </a:extLst>
                </a:gridCol>
                <a:gridCol w="2751666">
                  <a:extLst>
                    <a:ext uri="{9D8B030D-6E8A-4147-A177-3AD203B41FA5}">
                      <a16:colId xmlns:a16="http://schemas.microsoft.com/office/drawing/2014/main" val="2111205573"/>
                    </a:ext>
                  </a:extLst>
                </a:gridCol>
                <a:gridCol w="2751666">
                  <a:extLst>
                    <a:ext uri="{9D8B030D-6E8A-4147-A177-3AD203B41FA5}">
                      <a16:colId xmlns:a16="http://schemas.microsoft.com/office/drawing/2014/main" val="623400619"/>
                    </a:ext>
                  </a:extLst>
                </a:gridCol>
              </a:tblGrid>
              <a:tr h="560654">
                <a:tc>
                  <a:txBody>
                    <a:bodyPr/>
                    <a:lstStyle/>
                    <a:p>
                      <a:r>
                        <a:rPr lang="en-US" sz="2400" dirty="0"/>
                        <a:t>cm on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Real Distance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Real Distance (km)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033057"/>
                  </a:ext>
                </a:extLst>
              </a:tr>
              <a:tr h="5606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177408"/>
                  </a:ext>
                </a:extLst>
              </a:tr>
              <a:tr h="5606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9909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09C252E-D3AB-9B41-B20D-4E751550E522}"/>
              </a:ext>
            </a:extLst>
          </p:cNvPr>
          <p:cNvSpPr txBox="1"/>
          <p:nvPr/>
        </p:nvSpPr>
        <p:spPr>
          <a:xfrm>
            <a:off x="2717800" y="4696337"/>
            <a:ext cx="5103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Relationship Table helps us convert</a:t>
            </a:r>
          </a:p>
        </p:txBody>
      </p:sp>
    </p:spTree>
    <p:extLst>
      <p:ext uri="{BB962C8B-B14F-4D97-AF65-F5344CB8AC3E}">
        <p14:creationId xmlns:p14="http://schemas.microsoft.com/office/powerpoint/2010/main" val="280090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2327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Geometry and Mapping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9544" y="849986"/>
            <a:ext cx="11434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we apply our knowledge of scale ratios to figure out real life distances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577502" y="1485899"/>
            <a:ext cx="1912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33179B-673F-BA47-B06D-632CE462A440}"/>
              </a:ext>
            </a:extLst>
          </p:cNvPr>
          <p:cNvSpPr txBox="1"/>
          <p:nvPr/>
        </p:nvSpPr>
        <p:spPr>
          <a:xfrm>
            <a:off x="2151983" y="1505663"/>
            <a:ext cx="1004001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Using the map on page 124, answer the following questions: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Calculate the shortest possible path between A and B, B and C, and A and C.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Which school is closest to A? What is the distance?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Which church is closest to B? What is the distance?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Which point (A,B or C) is closest to a railway crossing? Explain.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Starting at point A, a person travels to the post office, the school at C4 and finishes at the playground. What is the shortest route?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18C8-BBDF-4251-BCC0-7B44E0B1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533" y="846666"/>
            <a:ext cx="7338060" cy="822960"/>
          </a:xfrm>
        </p:spPr>
        <p:txBody>
          <a:bodyPr/>
          <a:lstStyle/>
          <a:p>
            <a:r>
              <a:rPr lang="en-AU" dirty="0"/>
              <a:t>Further Practise: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2D7EFD-9082-E044-A1E6-D0A42D2C8AFC}"/>
              </a:ext>
            </a:extLst>
          </p:cNvPr>
          <p:cNvSpPr txBox="1"/>
          <p:nvPr/>
        </p:nvSpPr>
        <p:spPr>
          <a:xfrm>
            <a:off x="1827975" y="2404947"/>
            <a:ext cx="8043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Complete the worksheet on networks and shortest paths.. </a:t>
            </a:r>
          </a:p>
        </p:txBody>
      </p:sp>
    </p:spTree>
    <p:extLst>
      <p:ext uri="{BB962C8B-B14F-4D97-AF65-F5344CB8AC3E}">
        <p14:creationId xmlns:p14="http://schemas.microsoft.com/office/powerpoint/2010/main" val="6075050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{5B429BC5-86D0-6A4D-967B-B643D1BC31EF}tf10001061</Template>
  <TotalTime>7527</TotalTime>
  <Words>392</Words>
  <Application>Microsoft Macintosh PowerPoint</Application>
  <PresentationFormat>Widescreen</PresentationFormat>
  <Paragraphs>50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 Geometry and Mapping EQ: How can we use map scales to figure out real life distances? </vt:lpstr>
      <vt:lpstr>Five Questions</vt:lpstr>
      <vt:lpstr>PowerPoint Presentation</vt:lpstr>
      <vt:lpstr>PowerPoint Presentation</vt:lpstr>
      <vt:lpstr>Further Practise: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Time EQ: How do I convert between Hours, Minutes, and Seconds? </dc:title>
  <dc:creator>PARLEVLIET Magdeline [Baldivis Secondary College]</dc:creator>
  <cp:lastModifiedBy>DIXON Emily [Baldivis Secondary College]</cp:lastModifiedBy>
  <cp:revision>11</cp:revision>
  <cp:lastPrinted>2021-09-21T01:50:02Z</cp:lastPrinted>
  <dcterms:created xsi:type="dcterms:W3CDTF">2021-09-13T16:02:36Z</dcterms:created>
  <dcterms:modified xsi:type="dcterms:W3CDTF">2021-10-11T07:54:38Z</dcterms:modified>
</cp:coreProperties>
</file>