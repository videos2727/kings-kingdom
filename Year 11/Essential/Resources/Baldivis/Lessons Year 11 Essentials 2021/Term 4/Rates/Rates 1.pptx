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9"/>
  </p:notesMasterIdLst>
  <p:sldIdLst>
    <p:sldId id="266" r:id="rId2"/>
    <p:sldId id="276" r:id="rId3"/>
    <p:sldId id="283" r:id="rId4"/>
    <p:sldId id="277" r:id="rId5"/>
    <p:sldId id="284" r:id="rId6"/>
    <p:sldId id="285" r:id="rId7"/>
    <p:sldId id="286" r:id="rId8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430"/>
    <p:restoredTop sz="94655"/>
  </p:normalViewPr>
  <p:slideViewPr>
    <p:cSldViewPr snapToGrid="0" snapToObjects="1">
      <p:cViewPr varScale="1">
        <p:scale>
          <a:sx n="95" d="100"/>
          <a:sy n="95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21/10/2021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91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21/10/21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Rates 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 t: Conversion of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188" y="2167666"/>
            <a:ext cx="10820400" cy="4024125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EQ: How do we convert units in rates?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 rate is a unit of measurement compared to a time unite.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Examples of rates are $/hr for a tradesperson, mL/hr for an IV drip, Km/hr for driving </a:t>
            </a:r>
            <a:r>
              <a:rPr lang="en-AU" dirty="0" err="1"/>
              <a:t>ect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Rates can be converted between units, by first converting the measurement unit, then the time unit. 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Task 1: convert 30km/h to m/s</a:t>
            </a:r>
          </a:p>
          <a:p>
            <a:endParaRPr lang="en-AU" dirty="0"/>
          </a:p>
          <a:p>
            <a:r>
              <a:rPr lang="en-AU" dirty="0"/>
              <a:t>Hints: convert km to m                    how many seconds are in an hour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0E7E99-050A-4B4B-AB7C-EBFB92B35B32}"/>
              </a:ext>
            </a:extLst>
          </p:cNvPr>
          <p:cNvCxnSpPr/>
          <p:nvPr/>
        </p:nvCxnSpPr>
        <p:spPr>
          <a:xfrm>
            <a:off x="0" y="256838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9E956C-2480-0146-9066-20CEAEF92398}"/>
              </a:ext>
            </a:extLst>
          </p:cNvPr>
          <p:cNvCxnSpPr/>
          <p:nvPr/>
        </p:nvCxnSpPr>
        <p:spPr>
          <a:xfrm>
            <a:off x="0" y="195430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8FB63-8696-0E46-A6DC-62AD6AD2876E}"/>
              </a:ext>
            </a:extLst>
          </p:cNvPr>
          <p:cNvCxnSpPr>
            <a:cxnSpLocks/>
          </p:cNvCxnSpPr>
          <p:nvPr/>
        </p:nvCxnSpPr>
        <p:spPr>
          <a:xfrm flipV="1">
            <a:off x="860612" y="2568388"/>
            <a:ext cx="0" cy="428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23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30km/h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= 30000m/h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= 8.3m/s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00604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There is 1000m in a km, so multiply by 1000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There is 3600seconds in an hour, so divide by 3600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196" y="4935894"/>
            <a:ext cx="357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short cut is to divide by 3.6</a:t>
            </a:r>
          </a:p>
        </p:txBody>
      </p:sp>
    </p:spTree>
    <p:extLst>
      <p:ext uri="{BB962C8B-B14F-4D97-AF65-F5344CB8AC3E}">
        <p14:creationId xmlns:p14="http://schemas.microsoft.com/office/powerpoint/2010/main" val="274326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3175" y="1142001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848255"/>
            <a:ext cx="0" cy="500974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52470" y="452215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1" y="204438"/>
            <a:ext cx="291836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October 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8438" y="1234106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         </a:t>
            </a:r>
            <a:r>
              <a:rPr lang="en-AU" sz="2400" dirty="0"/>
              <a:t>EQ: How do we convert units in rates</a:t>
            </a:r>
            <a:r>
              <a:rPr lang="en-AU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433" y="182395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B4E3E-7DC0-4A71-9CE5-550A827EA6BD}"/>
              </a:ext>
            </a:extLst>
          </p:cNvPr>
          <p:cNvSpPr/>
          <p:nvPr/>
        </p:nvSpPr>
        <p:spPr>
          <a:xfrm>
            <a:off x="2519828" y="5367301"/>
            <a:ext cx="6463892" cy="6228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63204" y="2140546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1118" y="2227283"/>
            <a:ext cx="35573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Km/h to m/s      divide by 3.6</a:t>
            </a:r>
          </a:p>
          <a:p>
            <a:endParaRPr lang="en-AU" dirty="0"/>
          </a:p>
          <a:p>
            <a:r>
              <a:rPr lang="en-AU" dirty="0"/>
              <a:t>m/s to km/h       multiply by 3.6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948" y="425314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Flow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828" y="4075820"/>
            <a:ext cx="38186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mL/min to L/h      multiply by 0.06</a:t>
            </a:r>
          </a:p>
          <a:p>
            <a:r>
              <a:rPr lang="en-AU" dirty="0"/>
              <a:t>          </a:t>
            </a:r>
          </a:p>
          <a:p>
            <a:r>
              <a:rPr lang="en-AU" dirty="0"/>
              <a:t>L/h to mL/min        divide by 0.06</a:t>
            </a:r>
          </a:p>
        </p:txBody>
      </p:sp>
      <p:pic>
        <p:nvPicPr>
          <p:cNvPr id="1026" name="Picture 2" descr="Image result for t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950" y="4253141"/>
            <a:ext cx="2402852" cy="240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423" y="2062957"/>
            <a:ext cx="3288004" cy="18495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83720" y="3530463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Mr Power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40BA1CAF-5A9C-4E48-891D-E75AFB605BB5}"/>
              </a:ext>
            </a:extLst>
          </p:cNvPr>
          <p:cNvSpPr/>
          <p:nvPr/>
        </p:nvSpPr>
        <p:spPr>
          <a:xfrm rot="811863">
            <a:off x="1910788" y="1664772"/>
            <a:ext cx="5284694" cy="4470046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4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2963" y="1135358"/>
            <a:ext cx="387029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U" u="sng" dirty="0"/>
              <a:t>Convert the following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100km/h to m/s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4m/s to km/h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400ml/min to L/h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600km/h to m/s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7L/h to mL/min</a:t>
            </a:r>
          </a:p>
          <a:p>
            <a:pPr>
              <a:lnSpc>
                <a:spcPct val="200000"/>
              </a:lnSpc>
            </a:pPr>
            <a:r>
              <a:rPr lang="en-AU" b="1" dirty="0"/>
              <a:t>Challenge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50km/h to m/min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90mL/min to mL/sec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E642B-7EFD-F346-819C-DEB43624B009}"/>
              </a:ext>
            </a:extLst>
          </p:cNvPr>
          <p:cNvSpPr txBox="1"/>
          <p:nvPr/>
        </p:nvSpPr>
        <p:spPr>
          <a:xfrm>
            <a:off x="6667418" y="1389086"/>
            <a:ext cx="5135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Remember: convert the Measurement unit to the Measurement rate unit, then convert for time.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DE68C-88CD-2B47-B069-3CA5A90C4F48}"/>
              </a:ext>
            </a:extLst>
          </p:cNvPr>
          <p:cNvSpPr txBox="1"/>
          <p:nvPr/>
        </p:nvSpPr>
        <p:spPr>
          <a:xfrm>
            <a:off x="7457440" y="2682240"/>
            <a:ext cx="43455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Answers: </a:t>
            </a:r>
          </a:p>
          <a:p>
            <a:r>
              <a:rPr lang="en-US" dirty="0"/>
              <a:t>1. 27.78 m/s</a:t>
            </a:r>
          </a:p>
          <a:p>
            <a:r>
              <a:rPr lang="en-US" dirty="0"/>
              <a:t>2. 14.4 km/s</a:t>
            </a:r>
          </a:p>
          <a:p>
            <a:r>
              <a:rPr lang="en-US" dirty="0"/>
              <a:t>3. 24L / </a:t>
            </a:r>
            <a:r>
              <a:rPr lang="en-US" dirty="0" err="1"/>
              <a:t>hr</a:t>
            </a:r>
            <a:endParaRPr lang="en-US" dirty="0"/>
          </a:p>
          <a:p>
            <a:r>
              <a:rPr lang="en-US" dirty="0"/>
              <a:t>4. 166.67 m/s</a:t>
            </a:r>
          </a:p>
          <a:p>
            <a:r>
              <a:rPr lang="en-US" dirty="0"/>
              <a:t>5. 116.67 mL/min</a:t>
            </a:r>
          </a:p>
          <a:p>
            <a:r>
              <a:rPr lang="en-US" dirty="0"/>
              <a:t>6. 50/3.6 = 13.89 m/s *60 = 833.33 m/min</a:t>
            </a:r>
          </a:p>
          <a:p>
            <a:endParaRPr lang="en-US" dirty="0"/>
          </a:p>
          <a:p>
            <a:r>
              <a:rPr lang="en-US" dirty="0"/>
              <a:t>7. 90 * 0.06 = 5.4 / 60 = 0.09 ml/sec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1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809" y="1623526"/>
            <a:ext cx="8613255" cy="4436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Mr Power travels at an average speed of 95km/h, how far does he travel in:</a:t>
            </a:r>
          </a:p>
          <a:p>
            <a:endParaRPr lang="en-AU" dirty="0"/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Two hours?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30 </a:t>
            </a:r>
            <a:r>
              <a:rPr lang="en-AU" dirty="0" err="1"/>
              <a:t>mins</a:t>
            </a:r>
            <a:r>
              <a:rPr lang="en-AU" dirty="0"/>
              <a:t>?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5 hours?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dirty="0"/>
              <a:t>1 hour and 20 minutes </a:t>
            </a:r>
          </a:p>
          <a:p>
            <a:pPr marL="342900" indent="-342900">
              <a:lnSpc>
                <a:spcPct val="200000"/>
              </a:lnSpc>
              <a:buFontTx/>
              <a:buAutoNum type="alphaLcParenR"/>
            </a:pPr>
            <a:r>
              <a:rPr lang="en-AU" dirty="0"/>
              <a:t>20 seconds?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endParaRPr lang="en-AU" dirty="0"/>
          </a:p>
          <a:p>
            <a:pPr marL="342900" indent="-342900">
              <a:lnSpc>
                <a:spcPct val="200000"/>
              </a:lnSpc>
              <a:buAutoNum type="alphaLcParenR"/>
            </a:pP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78" y="4993957"/>
            <a:ext cx="3288004" cy="18495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69282" y="5918708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Mr Power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FF12B-4D92-2140-A50B-5E7E3387FE52}"/>
              </a:ext>
            </a:extLst>
          </p:cNvPr>
          <p:cNvSpPr txBox="1"/>
          <p:nvPr/>
        </p:nvSpPr>
        <p:spPr>
          <a:xfrm>
            <a:off x="5943599" y="2189248"/>
            <a:ext cx="62484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95 / 1hrs -&gt; x2 hour = 190 km / 2 hours</a:t>
            </a:r>
          </a:p>
          <a:p>
            <a:endParaRPr lang="en-US" dirty="0"/>
          </a:p>
          <a:p>
            <a:r>
              <a:rPr lang="en-US" dirty="0"/>
              <a:t>95 / 1hr -&gt; x0.5 hour = 47.5 km / 0.5 hours</a:t>
            </a:r>
          </a:p>
          <a:p>
            <a:endParaRPr lang="en-US" dirty="0"/>
          </a:p>
          <a:p>
            <a:r>
              <a:rPr lang="en-US" dirty="0"/>
              <a:t>95 / 1hr x 5 -&gt;475 km / 5 hours</a:t>
            </a:r>
          </a:p>
          <a:p>
            <a:endParaRPr lang="en-US" dirty="0"/>
          </a:p>
          <a:p>
            <a:r>
              <a:rPr lang="en-US" dirty="0"/>
              <a:t>95 / 1hr -&gt; 95 / 60 minutes -&gt; 1.583 / 1 minute -&gt; x80 = 126.67 km / 80 minutes (1hr and 20 = 80 minutes)</a:t>
            </a:r>
          </a:p>
          <a:p>
            <a:endParaRPr lang="en-US" dirty="0"/>
          </a:p>
          <a:p>
            <a:r>
              <a:rPr lang="en-US" dirty="0"/>
              <a:t>95 / 1hr -&gt; 95 / 60 second -&gt; 95 km in 3600 seconds -&gt; 0.026 km/ 1 second x 20 = 0.5278km / 20 seconds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EBEC77-C078-6E41-BFD9-521188F6CA44}"/>
              </a:ext>
            </a:extLst>
          </p:cNvPr>
          <p:cNvSpPr/>
          <p:nvPr/>
        </p:nvSpPr>
        <p:spPr>
          <a:xfrm>
            <a:off x="5943599" y="2189248"/>
            <a:ext cx="6092456" cy="528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61C3A-5E80-A345-A635-2B95E2E5ED0C}"/>
              </a:ext>
            </a:extLst>
          </p:cNvPr>
          <p:cNvSpPr/>
          <p:nvPr/>
        </p:nvSpPr>
        <p:spPr>
          <a:xfrm>
            <a:off x="5943599" y="2717621"/>
            <a:ext cx="6092456" cy="528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CA714-E1A0-6845-A402-2C1F000D0D89}"/>
              </a:ext>
            </a:extLst>
          </p:cNvPr>
          <p:cNvSpPr/>
          <p:nvPr/>
        </p:nvSpPr>
        <p:spPr>
          <a:xfrm>
            <a:off x="5943599" y="3245994"/>
            <a:ext cx="6092456" cy="528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F36100-B00B-8D4B-A8D1-7D2786D20AE3}"/>
              </a:ext>
            </a:extLst>
          </p:cNvPr>
          <p:cNvSpPr/>
          <p:nvPr/>
        </p:nvSpPr>
        <p:spPr>
          <a:xfrm>
            <a:off x="5943599" y="3774367"/>
            <a:ext cx="6092456" cy="78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79B4CF-035B-DD46-827E-019091072901}"/>
              </a:ext>
            </a:extLst>
          </p:cNvPr>
          <p:cNvSpPr/>
          <p:nvPr/>
        </p:nvSpPr>
        <p:spPr>
          <a:xfrm>
            <a:off x="5943599" y="4559342"/>
            <a:ext cx="6092456" cy="78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1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2530" y="2481943"/>
            <a:ext cx="61302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Complete Exercise 92 from the interleaved text book:</a:t>
            </a:r>
          </a:p>
          <a:p>
            <a:r>
              <a:rPr lang="en-AU" dirty="0"/>
              <a:t>Page 126/127 – Comparing options using Speed.</a:t>
            </a:r>
          </a:p>
          <a:p>
            <a:endParaRPr lang="en-AU" dirty="0"/>
          </a:p>
          <a:p>
            <a:r>
              <a:rPr lang="en-AU" dirty="0"/>
              <a:t>Remember: Speed = Distance divided by time.</a:t>
            </a:r>
          </a:p>
          <a:p>
            <a:r>
              <a:rPr lang="en-AU" dirty="0" err="1"/>
              <a:t>Eg</a:t>
            </a:r>
            <a:r>
              <a:rPr lang="en-AU" dirty="0"/>
              <a:t> 200km in 4 hours</a:t>
            </a:r>
          </a:p>
          <a:p>
            <a:r>
              <a:rPr lang="en-AU" dirty="0"/>
              <a:t>= 200 / 4</a:t>
            </a:r>
          </a:p>
          <a:p>
            <a:r>
              <a:rPr lang="en-AU" dirty="0"/>
              <a:t>=50 km an hour is the speed. </a:t>
            </a:r>
          </a:p>
        </p:txBody>
      </p:sp>
    </p:spTree>
    <p:extLst>
      <p:ext uri="{BB962C8B-B14F-4D97-AF65-F5344CB8AC3E}">
        <p14:creationId xmlns:p14="http://schemas.microsoft.com/office/powerpoint/2010/main" val="355464753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2162</TotalTime>
  <Words>512</Words>
  <Application>Microsoft Macintosh PowerPoint</Application>
  <PresentationFormat>Widescreen</PresentationFormat>
  <Paragraphs>84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Kiwi School Handwriting</vt:lpstr>
      <vt:lpstr>BSC Theme</vt:lpstr>
      <vt:lpstr>Rates </vt:lpstr>
      <vt:lpstr> t: Conversion of Rates</vt:lpstr>
      <vt:lpstr>Answer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POWER Travis [Baldivis Secondary College]</cp:lastModifiedBy>
  <cp:revision>36</cp:revision>
  <cp:lastPrinted>2018-09-18T01:33:23Z</cp:lastPrinted>
  <dcterms:created xsi:type="dcterms:W3CDTF">2018-02-13T05:48:53Z</dcterms:created>
  <dcterms:modified xsi:type="dcterms:W3CDTF">2021-10-21T04:59:11Z</dcterms:modified>
</cp:coreProperties>
</file>