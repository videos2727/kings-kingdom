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1"/>
  </p:notesMasterIdLst>
  <p:sldIdLst>
    <p:sldId id="256" r:id="rId2"/>
    <p:sldId id="257" r:id="rId3"/>
    <p:sldId id="367" r:id="rId4"/>
    <p:sldId id="382" r:id="rId5"/>
    <p:sldId id="311" r:id="rId6"/>
    <p:sldId id="335" r:id="rId7"/>
    <p:sldId id="380" r:id="rId8"/>
    <p:sldId id="383" r:id="rId9"/>
    <p:sldId id="32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2" autoAdjust="0"/>
    <p:restoredTop sz="94013" autoAdjust="0"/>
  </p:normalViewPr>
  <p:slideViewPr>
    <p:cSldViewPr snapToGrid="0">
      <p:cViewPr varScale="1">
        <p:scale>
          <a:sx n="83" d="100"/>
          <a:sy n="83" d="100"/>
        </p:scale>
        <p:origin x="39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74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Increasing or Decreasing Percentage</a:t>
            </a:r>
            <a:br>
              <a:rPr lang="en-AU" sz="4000" dirty="0"/>
            </a:br>
            <a:r>
              <a:rPr lang="en-AU" sz="4000" dirty="0"/>
              <a:t>EQ: How do I use excel to calculate increase and decrease in percentages?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EFECAF45-5B5C-42BB-A3ED-6EAF62E5EF74}"/>
              </a:ext>
            </a:extLst>
          </p:cNvPr>
          <p:cNvSpPr txBox="1">
            <a:spLocks/>
          </p:cNvSpPr>
          <p:nvPr/>
        </p:nvSpPr>
        <p:spPr>
          <a:xfrm>
            <a:off x="7278915" y="653367"/>
            <a:ext cx="4831184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Topic: Increase and Decrease in percentages?</a:t>
            </a:r>
          </a:p>
          <a:p>
            <a:r>
              <a:rPr lang="en-AU" sz="3600" dirty="0"/>
              <a:t>EQ: How do I use excel to calculate increase and decrease in percentages?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D128B8-843E-4FB4-B805-2518EC0E4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3" y="304144"/>
            <a:ext cx="6618514" cy="14218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F2F1FA-DA1C-40E5-8BD5-1C2A732A2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" y="2385714"/>
            <a:ext cx="7053937" cy="23228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2FBE411-03FA-45B2-AE83-F2CBC9EF5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73" y="6146915"/>
            <a:ext cx="4135847" cy="6530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03959D-76E5-40CA-B005-05860D998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107" y="4247637"/>
            <a:ext cx="5015264" cy="2124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726F811-E70A-492D-BAF8-E4E587B4A395}"/>
                  </a:ext>
                </a:extLst>
              </p:cNvPr>
              <p:cNvSpPr txBox="1"/>
              <p:nvPr/>
            </p:nvSpPr>
            <p:spPr>
              <a:xfrm>
                <a:off x="205273" y="5243065"/>
                <a:ext cx="32327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478+223+        =1000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726F811-E70A-492D-BAF8-E4E587B4A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73" y="5243065"/>
                <a:ext cx="3232744" cy="369332"/>
              </a:xfrm>
              <a:prstGeom prst="rect">
                <a:avLst/>
              </a:prstGeom>
              <a:blipFill>
                <a:blip r:embed="rId6"/>
                <a:stretch>
                  <a:fillRect l="-1698" r="-1698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64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432-28D5-4312-A3BF-00F0D1A0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AF878-32FE-473C-A61D-6671A4660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81200"/>
            <a:ext cx="9720073" cy="4023360"/>
          </a:xfrm>
        </p:spPr>
        <p:txBody>
          <a:bodyPr>
            <a:normAutofit fontScale="92500" lnSpcReduction="10000"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1) 7 Cakes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r>
              <a:rPr lang="en-GB" sz="2400" b="1" dirty="0">
                <a:solidFill>
                  <a:srgbClr val="FF0000"/>
                </a:solidFill>
              </a:rPr>
              <a:t>2) 28 Students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r>
              <a:rPr lang="en-GB" sz="2400" b="1" dirty="0">
                <a:solidFill>
                  <a:srgbClr val="FF0000"/>
                </a:solidFill>
              </a:rPr>
              <a:t>3) 299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r>
              <a:rPr lang="en-GB" sz="2400" b="1" dirty="0">
                <a:solidFill>
                  <a:srgbClr val="FF0000"/>
                </a:solidFill>
              </a:rPr>
              <a:t>4) 70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r>
              <a:rPr lang="en-GB" sz="2400" b="1" dirty="0">
                <a:solidFill>
                  <a:srgbClr val="FF0000"/>
                </a:solidFill>
              </a:rPr>
              <a:t>5) 40 cm</a:t>
            </a:r>
          </a:p>
        </p:txBody>
      </p:sp>
    </p:spTree>
    <p:extLst>
      <p:ext uri="{BB962C8B-B14F-4D97-AF65-F5344CB8AC3E}">
        <p14:creationId xmlns:p14="http://schemas.microsoft.com/office/powerpoint/2010/main" val="79530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58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Increase and Decrease in Percentages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I use excel to calculate increase and decrease in percentages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/05/2021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3012" y="1943587"/>
            <a:ext cx="4181482" cy="313611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58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</a:t>
            </a:r>
            <a:r>
              <a:rPr lang="en-AU" sz="2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 and Decrease in Percentages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78608" y="749378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use excel to calculate increase and decrease in percentages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1952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to increase a percentage?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F26509F-1707-470E-A113-1E4C9EFAD588}"/>
              </a:ext>
            </a:extLst>
          </p:cNvPr>
          <p:cNvSpPr txBox="1">
            <a:spLocks/>
          </p:cNvSpPr>
          <p:nvPr/>
        </p:nvSpPr>
        <p:spPr>
          <a:xfrm>
            <a:off x="2382459" y="1651393"/>
            <a:ext cx="5217664" cy="82391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To Increase by a percentage: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29134F4-3809-4CAE-9396-4E706621C3A8}"/>
              </a:ext>
            </a:extLst>
          </p:cNvPr>
          <p:cNvSpPr txBox="1">
            <a:spLocks/>
          </p:cNvSpPr>
          <p:nvPr/>
        </p:nvSpPr>
        <p:spPr>
          <a:xfrm>
            <a:off x="2456717" y="2286125"/>
            <a:ext cx="4443984" cy="4307627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Add the increase to 100. </a:t>
            </a:r>
          </a:p>
          <a:p>
            <a:r>
              <a:rPr lang="en-AU"/>
              <a:t>Multiply the number by this new number</a:t>
            </a:r>
          </a:p>
          <a:p>
            <a:r>
              <a:rPr lang="en-AU"/>
              <a:t>Divide everything by 100.</a:t>
            </a:r>
          </a:p>
          <a:p>
            <a:endParaRPr lang="en-AU"/>
          </a:p>
          <a:p>
            <a:pPr marL="0" indent="0">
              <a:buFont typeface="Tw Cen MT" panose="020B0602020104020603" pitchFamily="34" charset="0"/>
              <a:buNone/>
            </a:pPr>
            <a:r>
              <a:rPr lang="en-AU"/>
              <a:t>EXAMPLE: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AU"/>
              <a:t>Increase 45 by 20%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1F4B4D-F7F0-4E70-B3C9-E8F09A3C6208}"/>
                  </a:ext>
                </a:extLst>
              </p:cNvPr>
              <p:cNvSpPr txBox="1"/>
              <p:nvPr/>
            </p:nvSpPr>
            <p:spPr>
              <a:xfrm>
                <a:off x="4181887" y="5803205"/>
                <a:ext cx="290682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100+20=120</m:t>
                      </m:r>
                    </m:oMath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45×120÷100=54</m:t>
                      </m:r>
                    </m:oMath>
                  </m:oMathPara>
                </a14:m>
                <a:endParaRPr lang="en-AU" sz="24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1F4B4D-F7F0-4E70-B3C9-E8F09A3C6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887" y="5803205"/>
                <a:ext cx="2906821" cy="738664"/>
              </a:xfrm>
              <a:prstGeom prst="rect">
                <a:avLst/>
              </a:prstGeom>
              <a:blipFill>
                <a:blip r:embed="rId3"/>
                <a:stretch>
                  <a:fillRect l="-1887" r="-2096" b="-33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58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Increase and Decrease in Percentages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78608" y="749378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use excel to calculate increase and decrease in percentages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1952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to </a:t>
            </a:r>
            <a:r>
              <a:rPr lang="en-GB" dirty="0">
                <a:solidFill>
                  <a:prstClr val="black"/>
                </a:solidFill>
                <a:latin typeface="Tw Cen MT" panose="020B0602020104020603"/>
              </a:rPr>
              <a:t>decrease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a percentage?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751FF51-92DD-4DC0-B529-973F62955CF1}"/>
              </a:ext>
            </a:extLst>
          </p:cNvPr>
          <p:cNvSpPr txBox="1">
            <a:spLocks/>
          </p:cNvSpPr>
          <p:nvPr/>
        </p:nvSpPr>
        <p:spPr>
          <a:xfrm>
            <a:off x="2523893" y="1548465"/>
            <a:ext cx="4922437" cy="82391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To Decrease by a percentage: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915F7AA2-1DCC-4495-9D8C-A82236E490CB}"/>
              </a:ext>
            </a:extLst>
          </p:cNvPr>
          <p:cNvSpPr txBox="1">
            <a:spLocks/>
          </p:cNvSpPr>
          <p:nvPr/>
        </p:nvSpPr>
        <p:spPr>
          <a:xfrm>
            <a:off x="2594746" y="2442393"/>
            <a:ext cx="4443984" cy="4219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Subtract the decrease from 100. </a:t>
            </a:r>
          </a:p>
          <a:p>
            <a:r>
              <a:rPr lang="en-AU" dirty="0"/>
              <a:t>Multiply the number by this new number</a:t>
            </a:r>
          </a:p>
          <a:p>
            <a:r>
              <a:rPr lang="en-AU" dirty="0"/>
              <a:t>Divide everything by 100.</a:t>
            </a:r>
          </a:p>
          <a:p>
            <a:pPr marL="0" indent="0">
              <a:buFont typeface="Tw Cen MT" panose="020B0602020104020603" pitchFamily="34" charset="0"/>
              <a:buNone/>
            </a:pPr>
            <a:endParaRPr lang="en-AU" dirty="0"/>
          </a:p>
          <a:p>
            <a:pPr marL="0" indent="0">
              <a:buFont typeface="Tw Cen MT" panose="020B0602020104020603" pitchFamily="34" charset="0"/>
              <a:buNone/>
            </a:pPr>
            <a:r>
              <a:rPr lang="en-AU" dirty="0"/>
              <a:t>EXAMPLE: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AU" dirty="0"/>
              <a:t>Decrease 45 by 20%</a:t>
            </a:r>
          </a:p>
          <a:p>
            <a:pPr marL="0" indent="0">
              <a:buFont typeface="Tw Cen MT" panose="020B0602020104020603" pitchFamily="34" charset="0"/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C1BAD52-05A2-4168-9A6D-813DA1976F1C}"/>
                  </a:ext>
                </a:extLst>
              </p:cNvPr>
              <p:cNvSpPr/>
              <p:nvPr/>
            </p:nvSpPr>
            <p:spPr>
              <a:xfrm>
                <a:off x="3048000" y="5697764"/>
                <a:ext cx="6096000" cy="83099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20=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45×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÷100=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C1BAD52-05A2-4168-9A6D-813DA1976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697764"/>
                <a:ext cx="6096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15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88E6-A57B-4810-9E4A-F8D421A7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Investigate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B071-B8D8-4D4B-8764-0B287E0F8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Turn to page 56 of your Interleave Math Book and following the steps to complete </a:t>
            </a:r>
            <a:r>
              <a:rPr lang="en-GB"/>
              <a:t>a spreadsheet</a:t>
            </a:r>
          </a:p>
        </p:txBody>
      </p:sp>
    </p:spTree>
    <p:extLst>
      <p:ext uri="{BB962C8B-B14F-4D97-AF65-F5344CB8AC3E}">
        <p14:creationId xmlns:p14="http://schemas.microsoft.com/office/powerpoint/2010/main" val="190453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i="1" dirty="0"/>
              <a:t>“There comes a day where you’re </a:t>
            </a:r>
            <a:r>
              <a:rPr lang="en-AU" i="1" dirty="0" err="1"/>
              <a:t>gonna</a:t>
            </a:r>
            <a:r>
              <a:rPr lang="en-AU" i="1" dirty="0"/>
              <a:t> look around and realise happiness is where you are.”</a:t>
            </a:r>
            <a:r>
              <a:rPr lang="en-AU" dirty="0"/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Charter"/>
              </a:rPr>
              <a:t>-A.A Milne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12447</TotalTime>
  <Words>315</Words>
  <Application>Microsoft Office PowerPoint</Application>
  <PresentationFormat>Widescreen</PresentationFormat>
  <Paragraphs>67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Increasing or Decreasing Percentage EQ: How do I use excel to calculate increase and decrease in percentages?</vt:lpstr>
      <vt:lpstr>Things Required For This Lesson</vt:lpstr>
      <vt:lpstr>PowerPoint Presentation</vt:lpstr>
      <vt:lpstr>Answers</vt:lpstr>
      <vt:lpstr>PowerPoint Presentation</vt:lpstr>
      <vt:lpstr>PowerPoint Presentation</vt:lpstr>
      <vt:lpstr>PowerPoint Presentation</vt:lpstr>
      <vt:lpstr>Investigate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Tony Nguyen</cp:lastModifiedBy>
  <cp:revision>172</cp:revision>
  <dcterms:created xsi:type="dcterms:W3CDTF">2021-02-11T13:20:57Z</dcterms:created>
  <dcterms:modified xsi:type="dcterms:W3CDTF">2021-05-22T13:19:15Z</dcterms:modified>
</cp:coreProperties>
</file>