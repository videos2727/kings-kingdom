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1" r:id="rId1"/>
  </p:sldMasterIdLst>
  <p:notesMasterIdLst>
    <p:notesMasterId r:id="rId9"/>
  </p:notesMasterIdLst>
  <p:sldIdLst>
    <p:sldId id="256" r:id="rId2"/>
    <p:sldId id="257" r:id="rId3"/>
    <p:sldId id="311" r:id="rId4"/>
    <p:sldId id="359" r:id="rId5"/>
    <p:sldId id="352" r:id="rId6"/>
    <p:sldId id="351" r:id="rId7"/>
    <p:sldId id="34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5A4EE-8231-42BC-BD6A-AD13722D5F1A}" v="610" dt="2021-02-14T00:36:10.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75396" autoAdjust="0"/>
  </p:normalViewPr>
  <p:slideViewPr>
    <p:cSldViewPr snapToGrid="0">
      <p:cViewPr varScale="1">
        <p:scale>
          <a:sx n="88" d="100"/>
          <a:sy n="88" d="100"/>
        </p:scale>
        <p:origin x="12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watson@education.wa.edu.au" userId="0bb701940c9d40d5" providerId="LiveId" clId="{8B05A4EE-8231-42BC-BD6A-AD13722D5F1A}"/>
    <pc:docChg chg="undo custSel addSld delSld modSld sldOrd">
      <pc:chgData name="justin.watson@education.wa.edu.au" userId="0bb701940c9d40d5" providerId="LiveId" clId="{8B05A4EE-8231-42BC-BD6A-AD13722D5F1A}" dt="2021-02-14T00:36:51.088" v="5019" actId="313"/>
      <pc:docMkLst>
        <pc:docMk/>
      </pc:docMkLst>
      <pc:sldChg chg="modSp mod">
        <pc:chgData name="justin.watson@education.wa.edu.au" userId="0bb701940c9d40d5" providerId="LiveId" clId="{8B05A4EE-8231-42BC-BD6A-AD13722D5F1A}" dt="2021-02-13T02:17:09.771" v="2417" actId="20577"/>
        <pc:sldMkLst>
          <pc:docMk/>
          <pc:sldMk cId="1669176996" sldId="256"/>
        </pc:sldMkLst>
        <pc:spChg chg="mod">
          <ac:chgData name="justin.watson@education.wa.edu.au" userId="0bb701940c9d40d5" providerId="LiveId" clId="{8B05A4EE-8231-42BC-BD6A-AD13722D5F1A}" dt="2021-02-13T02:17:09.771" v="2417" actId="20577"/>
          <ac:spMkLst>
            <pc:docMk/>
            <pc:sldMk cId="1669176996" sldId="256"/>
            <ac:spMk id="2" creationId="{11511B51-FD68-4F9A-AF72-D0BD0020458F}"/>
          </ac:spMkLst>
        </pc:spChg>
      </pc:sldChg>
      <pc:sldChg chg="addSp delSp modSp del mod ord modAnim modNotesTx">
        <pc:chgData name="justin.watson@education.wa.edu.au" userId="0bb701940c9d40d5" providerId="LiveId" clId="{8B05A4EE-8231-42BC-BD6A-AD13722D5F1A}" dt="2021-02-13T02:19:54.091" v="2638" actId="47"/>
        <pc:sldMkLst>
          <pc:docMk/>
          <pc:sldMk cId="1717092601" sldId="312"/>
        </pc:sldMkLst>
        <pc:spChg chg="mod">
          <ac:chgData name="justin.watson@education.wa.edu.au" userId="0bb701940c9d40d5" providerId="LiveId" clId="{8B05A4EE-8231-42BC-BD6A-AD13722D5F1A}" dt="2021-02-13T02:08:51.301" v="1761" actId="20577"/>
          <ac:spMkLst>
            <pc:docMk/>
            <pc:sldMk cId="1717092601" sldId="312"/>
            <ac:spMk id="2" creationId="{7FE10D1C-C52F-4092-B107-E88E506EF141}"/>
          </ac:spMkLst>
        </pc:spChg>
        <pc:spChg chg="del">
          <ac:chgData name="justin.watson@education.wa.edu.au" userId="0bb701940c9d40d5" providerId="LiveId" clId="{8B05A4EE-8231-42BC-BD6A-AD13722D5F1A}" dt="2021-02-13T02:06:20.900" v="1686" actId="478"/>
          <ac:spMkLst>
            <pc:docMk/>
            <pc:sldMk cId="1717092601" sldId="312"/>
            <ac:spMk id="3" creationId="{D46BA030-F0A1-43A2-A797-43A1FF6BDAE7}"/>
          </ac:spMkLst>
        </pc:spChg>
        <pc:spChg chg="add del mod">
          <ac:chgData name="justin.watson@education.wa.edu.au" userId="0bb701940c9d40d5" providerId="LiveId" clId="{8B05A4EE-8231-42BC-BD6A-AD13722D5F1A}" dt="2021-02-13T02:06:27.134" v="1688" actId="478"/>
          <ac:spMkLst>
            <pc:docMk/>
            <pc:sldMk cId="1717092601" sldId="312"/>
            <ac:spMk id="6" creationId="{42DAB1A5-A919-4B56-8D19-A98CA8704ECA}"/>
          </ac:spMkLst>
        </pc:spChg>
        <pc:spChg chg="add mod">
          <ac:chgData name="justin.watson@education.wa.edu.au" userId="0bb701940c9d40d5" providerId="LiveId" clId="{8B05A4EE-8231-42BC-BD6A-AD13722D5F1A}" dt="2021-02-13T02:15:46.299" v="2322" actId="403"/>
          <ac:spMkLst>
            <pc:docMk/>
            <pc:sldMk cId="1717092601" sldId="312"/>
            <ac:spMk id="7" creationId="{53AF9086-47B5-4B23-99AA-434C173793C5}"/>
          </ac:spMkLst>
        </pc:spChg>
        <pc:spChg chg="add mod">
          <ac:chgData name="justin.watson@education.wa.edu.au" userId="0bb701940c9d40d5" providerId="LiveId" clId="{8B05A4EE-8231-42BC-BD6A-AD13722D5F1A}" dt="2021-02-13T02:15:38.870" v="2319" actId="403"/>
          <ac:spMkLst>
            <pc:docMk/>
            <pc:sldMk cId="1717092601" sldId="312"/>
            <ac:spMk id="9" creationId="{E2C42C74-436D-4798-8D2B-14F4343C13E9}"/>
          </ac:spMkLst>
        </pc:spChg>
        <pc:picChg chg="del">
          <ac:chgData name="justin.watson@education.wa.edu.au" userId="0bb701940c9d40d5" providerId="LiveId" clId="{8B05A4EE-8231-42BC-BD6A-AD13722D5F1A}" dt="2021-02-13T02:06:22.556" v="1687" actId="478"/>
          <ac:picMkLst>
            <pc:docMk/>
            <pc:sldMk cId="1717092601" sldId="312"/>
            <ac:picMk id="5" creationId="{7CDAF9F3-FFA8-4571-BF7E-9F52F04F64A9}"/>
          </ac:picMkLst>
        </pc:picChg>
        <pc:picChg chg="add mod">
          <ac:chgData name="justin.watson@education.wa.edu.au" userId="0bb701940c9d40d5" providerId="LiveId" clId="{8B05A4EE-8231-42BC-BD6A-AD13722D5F1A}" dt="2021-02-13T02:09:41.997" v="1843" actId="1076"/>
          <ac:picMkLst>
            <pc:docMk/>
            <pc:sldMk cId="1717092601" sldId="312"/>
            <ac:picMk id="6146" creationId="{56C40CC9-25A6-48C0-894C-4F344B0E06D4}"/>
          </ac:picMkLst>
        </pc:picChg>
      </pc:sldChg>
      <pc:sldChg chg="del">
        <pc:chgData name="justin.watson@education.wa.edu.au" userId="0bb701940c9d40d5" providerId="LiveId" clId="{8B05A4EE-8231-42BC-BD6A-AD13722D5F1A}" dt="2021-02-13T02:07:22.026" v="1693" actId="47"/>
        <pc:sldMkLst>
          <pc:docMk/>
          <pc:sldMk cId="3032103121" sldId="313"/>
        </pc:sldMkLst>
      </pc:sldChg>
      <pc:sldChg chg="del">
        <pc:chgData name="justin.watson@education.wa.edu.au" userId="0bb701940c9d40d5" providerId="LiveId" clId="{8B05A4EE-8231-42BC-BD6A-AD13722D5F1A}" dt="2021-02-13T03:04:05.834" v="4611" actId="47"/>
        <pc:sldMkLst>
          <pc:docMk/>
          <pc:sldMk cId="825816745" sldId="318"/>
        </pc:sldMkLst>
      </pc:sldChg>
      <pc:sldChg chg="del">
        <pc:chgData name="justin.watson@education.wa.edu.au" userId="0bb701940c9d40d5" providerId="LiveId" clId="{8B05A4EE-8231-42BC-BD6A-AD13722D5F1A}" dt="2021-02-13T03:04:08.009" v="4612" actId="47"/>
        <pc:sldMkLst>
          <pc:docMk/>
          <pc:sldMk cId="1628318043" sldId="325"/>
        </pc:sldMkLst>
      </pc:sldChg>
      <pc:sldChg chg="del">
        <pc:chgData name="justin.watson@education.wa.edu.au" userId="0bb701940c9d40d5" providerId="LiveId" clId="{8B05A4EE-8231-42BC-BD6A-AD13722D5F1A}" dt="2021-02-13T02:07:23.970" v="1694" actId="47"/>
        <pc:sldMkLst>
          <pc:docMk/>
          <pc:sldMk cId="3718335312" sldId="326"/>
        </pc:sldMkLst>
      </pc:sldChg>
      <pc:sldChg chg="modSp del mod">
        <pc:chgData name="justin.watson@education.wa.edu.au" userId="0bb701940c9d40d5" providerId="LiveId" clId="{8B05A4EE-8231-42BC-BD6A-AD13722D5F1A}" dt="2021-02-14T00:36:12.237" v="4914" actId="47"/>
        <pc:sldMkLst>
          <pc:docMk/>
          <pc:sldMk cId="3372573047" sldId="327"/>
        </pc:sldMkLst>
        <pc:spChg chg="mod">
          <ac:chgData name="justin.watson@education.wa.edu.au" userId="0bb701940c9d40d5" providerId="LiveId" clId="{8B05A4EE-8231-42BC-BD6A-AD13722D5F1A}" dt="2021-02-14T00:19:01.006" v="4912" actId="20577"/>
          <ac:spMkLst>
            <pc:docMk/>
            <pc:sldMk cId="3372573047" sldId="327"/>
            <ac:spMk id="5" creationId="{F2A5B7C2-6C39-4AFA-9B5D-C3F3C81B941B}"/>
          </ac:spMkLst>
        </pc:spChg>
      </pc:sldChg>
      <pc:sldChg chg="addSp delSp modSp mod ord modNotesTx">
        <pc:chgData name="justin.watson@education.wa.edu.au" userId="0bb701940c9d40d5" providerId="LiveId" clId="{8B05A4EE-8231-42BC-BD6A-AD13722D5F1A}" dt="2021-02-13T03:49:52.250" v="4760" actId="1076"/>
        <pc:sldMkLst>
          <pc:docMk/>
          <pc:sldMk cId="3579800331" sldId="329"/>
        </pc:sldMkLst>
        <pc:spChg chg="mod">
          <ac:chgData name="justin.watson@education.wa.edu.au" userId="0bb701940c9d40d5" providerId="LiveId" clId="{8B05A4EE-8231-42BC-BD6A-AD13722D5F1A}" dt="2021-02-13T03:49:17.145" v="4750" actId="26606"/>
          <ac:spMkLst>
            <pc:docMk/>
            <pc:sldMk cId="3579800331" sldId="329"/>
            <ac:spMk id="2" creationId="{7FE10D1C-C52F-4092-B107-E88E506EF141}"/>
          </ac:spMkLst>
        </pc:spChg>
        <pc:spChg chg="mod">
          <ac:chgData name="justin.watson@education.wa.edu.au" userId="0bb701940c9d40d5" providerId="LiveId" clId="{8B05A4EE-8231-42BC-BD6A-AD13722D5F1A}" dt="2021-02-13T03:49:17.145" v="4750" actId="26606"/>
          <ac:spMkLst>
            <pc:docMk/>
            <pc:sldMk cId="3579800331" sldId="329"/>
            <ac:spMk id="3" creationId="{D46BA030-F0A1-43A2-A797-43A1FF6BDAE7}"/>
          </ac:spMkLst>
        </pc:spChg>
        <pc:spChg chg="del">
          <ac:chgData name="justin.watson@education.wa.edu.au" userId="0bb701940c9d40d5" providerId="LiveId" clId="{8B05A4EE-8231-42BC-BD6A-AD13722D5F1A}" dt="2021-02-13T03:49:17.145" v="4750" actId="26606"/>
          <ac:spMkLst>
            <pc:docMk/>
            <pc:sldMk cId="3579800331" sldId="329"/>
            <ac:spMk id="1028" creationId="{9DF330DE-344E-4F40-A47D-23B08D3A9287}"/>
          </ac:spMkLst>
        </pc:spChg>
        <pc:picChg chg="del mod ord">
          <ac:chgData name="justin.watson@education.wa.edu.au" userId="0bb701940c9d40d5" providerId="LiveId" clId="{8B05A4EE-8231-42BC-BD6A-AD13722D5F1A}" dt="2021-02-13T03:49:19.299" v="4751" actId="478"/>
          <ac:picMkLst>
            <pc:docMk/>
            <pc:sldMk cId="3579800331" sldId="329"/>
            <ac:picMk id="1026" creationId="{6790B311-3B3D-47CE-8960-B68A7966A198}"/>
          </ac:picMkLst>
        </pc:picChg>
        <pc:picChg chg="add mod">
          <ac:chgData name="justin.watson@education.wa.edu.au" userId="0bb701940c9d40d5" providerId="LiveId" clId="{8B05A4EE-8231-42BC-BD6A-AD13722D5F1A}" dt="2021-02-13T03:49:52.250" v="4760" actId="1076"/>
          <ac:picMkLst>
            <pc:docMk/>
            <pc:sldMk cId="3579800331" sldId="329"/>
            <ac:picMk id="7170" creationId="{FDB95EDE-E0AF-4CE1-B4CD-B5B9B782A2ED}"/>
          </ac:picMkLst>
        </pc:picChg>
        <pc:cxnChg chg="del">
          <ac:chgData name="justin.watson@education.wa.edu.au" userId="0bb701940c9d40d5" providerId="LiveId" clId="{8B05A4EE-8231-42BC-BD6A-AD13722D5F1A}" dt="2021-02-13T03:49:17.145" v="4750" actId="26606"/>
          <ac:cxnSpMkLst>
            <pc:docMk/>
            <pc:sldMk cId="3579800331" sldId="329"/>
            <ac:cxnSpMk id="1029" creationId="{1F9A6F53-5F68-47E7-A15D-7301CCB6A666}"/>
          </ac:cxnSpMkLst>
        </pc:cxnChg>
      </pc:sldChg>
      <pc:sldChg chg="modSp add mod">
        <pc:chgData name="justin.watson@education.wa.edu.au" userId="0bb701940c9d40d5" providerId="LiveId" clId="{8B05A4EE-8231-42BC-BD6A-AD13722D5F1A}" dt="2021-02-12T06:46:38.198" v="166" actId="20577"/>
        <pc:sldMkLst>
          <pc:docMk/>
          <pc:sldMk cId="202043355" sldId="330"/>
        </pc:sldMkLst>
        <pc:spChg chg="mod">
          <ac:chgData name="justin.watson@education.wa.edu.au" userId="0bb701940c9d40d5" providerId="LiveId" clId="{8B05A4EE-8231-42BC-BD6A-AD13722D5F1A}" dt="2021-02-12T06:46:38.198" v="166" actId="20577"/>
          <ac:spMkLst>
            <pc:docMk/>
            <pc:sldMk cId="202043355" sldId="330"/>
            <ac:spMk id="3" creationId="{D1CB20C0-639D-4900-99CF-7D598591216D}"/>
          </ac:spMkLst>
        </pc:spChg>
      </pc:sldChg>
      <pc:sldChg chg="delSp modSp add mod ord modAnim modNotesTx">
        <pc:chgData name="justin.watson@education.wa.edu.au" userId="0bb701940c9d40d5" providerId="LiveId" clId="{8B05A4EE-8231-42BC-BD6A-AD13722D5F1A}" dt="2021-02-14T00:10:35.608" v="4900" actId="20577"/>
        <pc:sldMkLst>
          <pc:docMk/>
          <pc:sldMk cId="1040416159" sldId="331"/>
        </pc:sldMkLst>
        <pc:spChg chg="mod">
          <ac:chgData name="justin.watson@education.wa.edu.au" userId="0bb701940c9d40d5" providerId="LiveId" clId="{8B05A4EE-8231-42BC-BD6A-AD13722D5F1A}" dt="2021-02-12T23:28:36.412" v="648" actId="20577"/>
          <ac:spMkLst>
            <pc:docMk/>
            <pc:sldMk cId="1040416159" sldId="331"/>
            <ac:spMk id="2" creationId="{7FE10D1C-C52F-4092-B107-E88E506EF141}"/>
          </ac:spMkLst>
        </pc:spChg>
        <pc:spChg chg="mod">
          <ac:chgData name="justin.watson@education.wa.edu.au" userId="0bb701940c9d40d5" providerId="LiveId" clId="{8B05A4EE-8231-42BC-BD6A-AD13722D5F1A}" dt="2021-02-12T23:39:53.089" v="994" actId="27636"/>
          <ac:spMkLst>
            <pc:docMk/>
            <pc:sldMk cId="1040416159" sldId="331"/>
            <ac:spMk id="3" creationId="{D46BA030-F0A1-43A2-A797-43A1FF6BDAE7}"/>
          </ac:spMkLst>
        </pc:spChg>
        <pc:picChg chg="del">
          <ac:chgData name="justin.watson@education.wa.edu.au" userId="0bb701940c9d40d5" providerId="LiveId" clId="{8B05A4EE-8231-42BC-BD6A-AD13722D5F1A}" dt="2021-02-12T23:25:01.523" v="195" actId="478"/>
          <ac:picMkLst>
            <pc:docMk/>
            <pc:sldMk cId="1040416159" sldId="331"/>
            <ac:picMk id="5" creationId="{7CDAF9F3-FFA8-4571-BF7E-9F52F04F64A9}"/>
          </ac:picMkLst>
        </pc:picChg>
      </pc:sldChg>
      <pc:sldChg chg="addSp delSp modSp add mod setBg delDesignElem modNotesTx">
        <pc:chgData name="justin.watson@education.wa.edu.au" userId="0bb701940c9d40d5" providerId="LiveId" clId="{8B05A4EE-8231-42BC-BD6A-AD13722D5F1A}" dt="2021-02-14T00:10:05.573" v="4833" actId="6549"/>
        <pc:sldMkLst>
          <pc:docMk/>
          <pc:sldMk cId="2374157666" sldId="332"/>
        </pc:sldMkLst>
        <pc:spChg chg="mod">
          <ac:chgData name="justin.watson@education.wa.edu.au" userId="0bb701940c9d40d5" providerId="LiveId" clId="{8B05A4EE-8231-42BC-BD6A-AD13722D5F1A}" dt="2021-02-12T23:47:32.246" v="1015" actId="115"/>
          <ac:spMkLst>
            <pc:docMk/>
            <pc:sldMk cId="2374157666" sldId="332"/>
            <ac:spMk id="2" creationId="{7FE10D1C-C52F-4092-B107-E88E506EF141}"/>
          </ac:spMkLst>
        </pc:spChg>
        <pc:spChg chg="mod ord">
          <ac:chgData name="justin.watson@education.wa.edu.au" userId="0bb701940c9d40d5" providerId="LiveId" clId="{8B05A4EE-8231-42BC-BD6A-AD13722D5F1A}" dt="2021-02-12T23:47:05.591" v="1010" actId="26606"/>
          <ac:spMkLst>
            <pc:docMk/>
            <pc:sldMk cId="2374157666" sldId="332"/>
            <ac:spMk id="3" creationId="{D46BA030-F0A1-43A2-A797-43A1FF6BDAE7}"/>
          </ac:spMkLst>
        </pc:spChg>
        <pc:spChg chg="del">
          <ac:chgData name="justin.watson@education.wa.edu.au" userId="0bb701940c9d40d5" providerId="LiveId" clId="{8B05A4EE-8231-42BC-BD6A-AD13722D5F1A}" dt="2021-02-12T23:28:31.128" v="647"/>
          <ac:spMkLst>
            <pc:docMk/>
            <pc:sldMk cId="2374157666" sldId="332"/>
            <ac:spMk id="8" creationId="{2BF2ABC8-4FD6-4B60-92A7-BB3BEE3C1ACA}"/>
          </ac:spMkLst>
        </pc:spChg>
        <pc:spChg chg="del">
          <ac:chgData name="justin.watson@education.wa.edu.au" userId="0bb701940c9d40d5" providerId="LiveId" clId="{8B05A4EE-8231-42BC-BD6A-AD13722D5F1A}" dt="2021-02-12T23:28:31.128" v="647"/>
          <ac:spMkLst>
            <pc:docMk/>
            <pc:sldMk cId="2374157666" sldId="332"/>
            <ac:spMk id="12" creationId="{77D7B666-D5E6-48CE-B26A-FB5E5C34AF90}"/>
          </ac:spMkLst>
        </pc:spChg>
        <pc:spChg chg="del">
          <ac:chgData name="justin.watson@education.wa.edu.au" userId="0bb701940c9d40d5" providerId="LiveId" clId="{8B05A4EE-8231-42BC-BD6A-AD13722D5F1A}" dt="2021-02-12T23:28:31.128" v="647"/>
          <ac:spMkLst>
            <pc:docMk/>
            <pc:sldMk cId="2374157666" sldId="332"/>
            <ac:spMk id="14" creationId="{F6EE670A-A41A-44AD-BC1C-2090365EB5B3}"/>
          </ac:spMkLst>
        </pc:spChg>
        <pc:spChg chg="add del">
          <ac:chgData name="justin.watson@education.wa.edu.au" userId="0bb701940c9d40d5" providerId="LiveId" clId="{8B05A4EE-8231-42BC-BD6A-AD13722D5F1A}" dt="2021-02-12T23:47:05.591" v="1010" actId="26606"/>
          <ac:spMkLst>
            <pc:docMk/>
            <pc:sldMk cId="2374157666" sldId="332"/>
            <ac:spMk id="71" creationId="{BF73E21A-E0BB-47E2-B73B-7B170203FA93}"/>
          </ac:spMkLst>
        </pc:spChg>
        <pc:picChg chg="add mod">
          <ac:chgData name="justin.watson@education.wa.edu.au" userId="0bb701940c9d40d5" providerId="LiveId" clId="{8B05A4EE-8231-42BC-BD6A-AD13722D5F1A}" dt="2021-02-12T23:47:26.689" v="1014" actId="1076"/>
          <ac:picMkLst>
            <pc:docMk/>
            <pc:sldMk cId="2374157666" sldId="332"/>
            <ac:picMk id="2050" creationId="{D231EE6D-8B11-49CB-AE5D-C4E343EB3C6B}"/>
          </ac:picMkLst>
        </pc:picChg>
        <pc:cxnChg chg="del">
          <ac:chgData name="justin.watson@education.wa.edu.au" userId="0bb701940c9d40d5" providerId="LiveId" clId="{8B05A4EE-8231-42BC-BD6A-AD13722D5F1A}" dt="2021-02-12T23:28:31.128" v="647"/>
          <ac:cxnSpMkLst>
            <pc:docMk/>
            <pc:sldMk cId="2374157666" sldId="332"/>
            <ac:cxnSpMk id="10" creationId="{DCD479D3-536C-4161-A6F8-813D30719BFE}"/>
          </ac:cxnSpMkLst>
        </pc:cxnChg>
        <pc:cxnChg chg="add del">
          <ac:chgData name="justin.watson@education.wa.edu.au" userId="0bb701940c9d40d5" providerId="LiveId" clId="{8B05A4EE-8231-42BC-BD6A-AD13722D5F1A}" dt="2021-02-12T23:47:05.591" v="1010" actId="26606"/>
          <ac:cxnSpMkLst>
            <pc:docMk/>
            <pc:sldMk cId="2374157666" sldId="332"/>
            <ac:cxnSpMk id="73" creationId="{B7487363-5661-4FE4-AE64-1549B5C9A54D}"/>
          </ac:cxnSpMkLst>
        </pc:cxnChg>
      </pc:sldChg>
      <pc:sldChg chg="addSp modSp add mod modAnim modNotesTx">
        <pc:chgData name="justin.watson@education.wa.edu.au" userId="0bb701940c9d40d5" providerId="LiveId" clId="{8B05A4EE-8231-42BC-BD6A-AD13722D5F1A}" dt="2021-02-14T00:08:54.423" v="4779" actId="1076"/>
        <pc:sldMkLst>
          <pc:docMk/>
          <pc:sldMk cId="2721207478" sldId="333"/>
        </pc:sldMkLst>
        <pc:spChg chg="mod">
          <ac:chgData name="justin.watson@education.wa.edu.au" userId="0bb701940c9d40d5" providerId="LiveId" clId="{8B05A4EE-8231-42BC-BD6A-AD13722D5F1A}" dt="2021-02-14T00:08:54.423" v="4779" actId="1076"/>
          <ac:spMkLst>
            <pc:docMk/>
            <pc:sldMk cId="2721207478" sldId="333"/>
            <ac:spMk id="3" creationId="{D46BA030-F0A1-43A2-A797-43A1FF6BDAE7}"/>
          </ac:spMkLst>
        </pc:spChg>
        <pc:picChg chg="mod">
          <ac:chgData name="justin.watson@education.wa.edu.au" userId="0bb701940c9d40d5" providerId="LiveId" clId="{8B05A4EE-8231-42BC-BD6A-AD13722D5F1A}" dt="2021-02-14T00:08:37.631" v="4776" actId="1076"/>
          <ac:picMkLst>
            <pc:docMk/>
            <pc:sldMk cId="2721207478" sldId="333"/>
            <ac:picMk id="2050" creationId="{D231EE6D-8B11-49CB-AE5D-C4E343EB3C6B}"/>
          </ac:picMkLst>
        </pc:picChg>
        <pc:picChg chg="add mod">
          <ac:chgData name="justin.watson@education.wa.edu.au" userId="0bb701940c9d40d5" providerId="LiveId" clId="{8B05A4EE-8231-42BC-BD6A-AD13722D5F1A}" dt="2021-02-12T23:51:09.523" v="1248" actId="1076"/>
          <ac:picMkLst>
            <pc:docMk/>
            <pc:sldMk cId="2721207478" sldId="333"/>
            <ac:picMk id="3074" creationId="{B1C3617F-6147-4DE4-9688-068A0E420E9C}"/>
          </ac:picMkLst>
        </pc:picChg>
        <pc:picChg chg="add mod">
          <ac:chgData name="justin.watson@education.wa.edu.au" userId="0bb701940c9d40d5" providerId="LiveId" clId="{8B05A4EE-8231-42BC-BD6A-AD13722D5F1A}" dt="2021-02-14T00:02:11.521" v="4772" actId="14100"/>
          <ac:picMkLst>
            <pc:docMk/>
            <pc:sldMk cId="2721207478" sldId="333"/>
            <ac:picMk id="3076" creationId="{A0C793FF-87B1-48CC-BD14-AC537A6DD9BC}"/>
          </ac:picMkLst>
        </pc:picChg>
      </pc:sldChg>
      <pc:sldChg chg="addSp delSp modSp add mod setBg addAnim delAnim modAnim modNotesTx">
        <pc:chgData name="justin.watson@education.wa.edu.au" userId="0bb701940c9d40d5" providerId="LiveId" clId="{8B05A4EE-8231-42BC-BD6A-AD13722D5F1A}" dt="2021-02-13T01:52:47.875" v="1678" actId="20577"/>
        <pc:sldMkLst>
          <pc:docMk/>
          <pc:sldMk cId="1613365939" sldId="334"/>
        </pc:sldMkLst>
        <pc:spChg chg="mod ord">
          <ac:chgData name="justin.watson@education.wa.edu.au" userId="0bb701940c9d40d5" providerId="LiveId" clId="{8B05A4EE-8231-42BC-BD6A-AD13722D5F1A}" dt="2021-02-12T23:59:51.233" v="1346" actId="26606"/>
          <ac:spMkLst>
            <pc:docMk/>
            <pc:sldMk cId="1613365939" sldId="334"/>
            <ac:spMk id="2" creationId="{7FE10D1C-C52F-4092-B107-E88E506EF141}"/>
          </ac:spMkLst>
        </pc:spChg>
        <pc:spChg chg="del">
          <ac:chgData name="justin.watson@education.wa.edu.au" userId="0bb701940c9d40d5" providerId="LiveId" clId="{8B05A4EE-8231-42BC-BD6A-AD13722D5F1A}" dt="2021-02-12T23:55:22.227" v="1305" actId="478"/>
          <ac:spMkLst>
            <pc:docMk/>
            <pc:sldMk cId="1613365939" sldId="334"/>
            <ac:spMk id="3" creationId="{D46BA030-F0A1-43A2-A797-43A1FF6BDAE7}"/>
          </ac:spMkLst>
        </pc:spChg>
        <pc:spChg chg="add del mod">
          <ac:chgData name="justin.watson@education.wa.edu.au" userId="0bb701940c9d40d5" providerId="LiveId" clId="{8B05A4EE-8231-42BC-BD6A-AD13722D5F1A}" dt="2021-02-12T23:55:39.586" v="1311" actId="478"/>
          <ac:spMkLst>
            <pc:docMk/>
            <pc:sldMk cId="1613365939" sldId="334"/>
            <ac:spMk id="5" creationId="{9124FBD1-FA9B-40DF-9DB2-E3D2B45BF9D5}"/>
          </ac:spMkLst>
        </pc:spChg>
        <pc:spChg chg="add mod">
          <ac:chgData name="justin.watson@education.wa.edu.au" userId="0bb701940c9d40d5" providerId="LiveId" clId="{8B05A4EE-8231-42BC-BD6A-AD13722D5F1A}" dt="2021-02-13T00:07:21.134" v="1618" actId="1076"/>
          <ac:spMkLst>
            <pc:docMk/>
            <pc:sldMk cId="1613365939" sldId="334"/>
            <ac:spMk id="6" creationId="{CF520CA5-90A8-47A4-973E-EE4370F8F579}"/>
          </ac:spMkLst>
        </pc:spChg>
        <pc:spChg chg="add mod">
          <ac:chgData name="justin.watson@education.wa.edu.au" userId="0bb701940c9d40d5" providerId="LiveId" clId="{8B05A4EE-8231-42BC-BD6A-AD13722D5F1A}" dt="2021-02-13T00:05:26.812" v="1515"/>
          <ac:spMkLst>
            <pc:docMk/>
            <pc:sldMk cId="1613365939" sldId="334"/>
            <ac:spMk id="7" creationId="{06234D2E-FF2F-486D-950E-0DE39421E055}"/>
          </ac:spMkLst>
        </pc:spChg>
        <pc:spChg chg="add mod">
          <ac:chgData name="justin.watson@education.wa.edu.au" userId="0bb701940c9d40d5" providerId="LiveId" clId="{8B05A4EE-8231-42BC-BD6A-AD13722D5F1A}" dt="2021-02-13T00:07:15.904" v="1617" actId="1076"/>
          <ac:spMkLst>
            <pc:docMk/>
            <pc:sldMk cId="1613365939" sldId="334"/>
            <ac:spMk id="8" creationId="{6837FC1A-057A-43F0-AC72-6278190848B3}"/>
          </ac:spMkLst>
        </pc:spChg>
        <pc:spChg chg="add del">
          <ac:chgData name="justin.watson@education.wa.edu.au" userId="0bb701940c9d40d5" providerId="LiveId" clId="{8B05A4EE-8231-42BC-BD6A-AD13722D5F1A}" dt="2021-02-12T23:59:35.237" v="1340" actId="26606"/>
          <ac:spMkLst>
            <pc:docMk/>
            <pc:sldMk cId="1613365939" sldId="334"/>
            <ac:spMk id="73" creationId="{84DAF2E9-3D88-4759-B4FC-7688C7B9807D}"/>
          </ac:spMkLst>
        </pc:spChg>
        <pc:spChg chg="add del">
          <ac:chgData name="justin.watson@education.wa.edu.au" userId="0bb701940c9d40d5" providerId="LiveId" clId="{8B05A4EE-8231-42BC-BD6A-AD13722D5F1A}" dt="2021-02-12T23:59:35.237" v="1340" actId="26606"/>
          <ac:spMkLst>
            <pc:docMk/>
            <pc:sldMk cId="1613365939" sldId="334"/>
            <ac:spMk id="77" creationId="{C1F741F2-E766-4B79-975E-B88C304601D5}"/>
          </ac:spMkLst>
        </pc:spChg>
        <pc:spChg chg="add del">
          <ac:chgData name="justin.watson@education.wa.edu.au" userId="0bb701940c9d40d5" providerId="LiveId" clId="{8B05A4EE-8231-42BC-BD6A-AD13722D5F1A}" dt="2021-02-12T23:59:35.237" v="1340" actId="26606"/>
          <ac:spMkLst>
            <pc:docMk/>
            <pc:sldMk cId="1613365939" sldId="334"/>
            <ac:spMk id="79" creationId="{C8856B9A-BEED-4D80-B2EE-E365024DB062}"/>
          </ac:spMkLst>
        </pc:spChg>
        <pc:spChg chg="add del">
          <ac:chgData name="justin.watson@education.wa.edu.au" userId="0bb701940c9d40d5" providerId="LiveId" clId="{8B05A4EE-8231-42BC-BD6A-AD13722D5F1A}" dt="2021-02-12T23:59:44.251" v="1342" actId="26606"/>
          <ac:spMkLst>
            <pc:docMk/>
            <pc:sldMk cId="1613365939" sldId="334"/>
            <ac:spMk id="4102" creationId="{84DAF2E9-3D88-4759-B4FC-7688C7B9807D}"/>
          </ac:spMkLst>
        </pc:spChg>
        <pc:spChg chg="add del">
          <ac:chgData name="justin.watson@education.wa.edu.au" userId="0bb701940c9d40d5" providerId="LiveId" clId="{8B05A4EE-8231-42BC-BD6A-AD13722D5F1A}" dt="2021-02-12T23:59:44.251" v="1342" actId="26606"/>
          <ac:spMkLst>
            <pc:docMk/>
            <pc:sldMk cId="1613365939" sldId="334"/>
            <ac:spMk id="4104" creationId="{46853D54-4ABE-4D95-BA87-68FFDCCBE6AF}"/>
          </ac:spMkLst>
        </pc:spChg>
        <pc:spChg chg="add del">
          <ac:chgData name="justin.watson@education.wa.edu.au" userId="0bb701940c9d40d5" providerId="LiveId" clId="{8B05A4EE-8231-42BC-BD6A-AD13722D5F1A}" dt="2021-02-12T23:59:44.251" v="1342" actId="26606"/>
          <ac:spMkLst>
            <pc:docMk/>
            <pc:sldMk cId="1613365939" sldId="334"/>
            <ac:spMk id="4105" creationId="{398D01FD-65F6-4722-B052-F4B2F220DFF4}"/>
          </ac:spMkLst>
        </pc:spChg>
        <pc:spChg chg="add del">
          <ac:chgData name="justin.watson@education.wa.edu.au" userId="0bb701940c9d40d5" providerId="LiveId" clId="{8B05A4EE-8231-42BC-BD6A-AD13722D5F1A}" dt="2021-02-12T23:59:51.209" v="1345" actId="26606"/>
          <ac:spMkLst>
            <pc:docMk/>
            <pc:sldMk cId="1613365939" sldId="334"/>
            <ac:spMk id="4108" creationId="{D1572EE2-D704-48BA-9EA3-94670B7F2A41}"/>
          </ac:spMkLst>
        </pc:spChg>
        <pc:spChg chg="add del">
          <ac:chgData name="justin.watson@education.wa.edu.au" userId="0bb701940c9d40d5" providerId="LiveId" clId="{8B05A4EE-8231-42BC-BD6A-AD13722D5F1A}" dt="2021-02-12T23:59:51.209" v="1345" actId="26606"/>
          <ac:spMkLst>
            <pc:docMk/>
            <pc:sldMk cId="1613365939" sldId="334"/>
            <ac:spMk id="4110" creationId="{1F8C2647-CFDA-49EB-9B7D-65D0C65512A1}"/>
          </ac:spMkLst>
        </pc:spChg>
        <pc:spChg chg="add">
          <ac:chgData name="justin.watson@education.wa.edu.au" userId="0bb701940c9d40d5" providerId="LiveId" clId="{8B05A4EE-8231-42BC-BD6A-AD13722D5F1A}" dt="2021-02-12T23:59:51.233" v="1346" actId="26606"/>
          <ac:spMkLst>
            <pc:docMk/>
            <pc:sldMk cId="1613365939" sldId="334"/>
            <ac:spMk id="4112" creationId="{84DAF2E9-3D88-4759-B4FC-7688C7B9807D}"/>
          </ac:spMkLst>
        </pc:spChg>
        <pc:spChg chg="add">
          <ac:chgData name="justin.watson@education.wa.edu.au" userId="0bb701940c9d40d5" providerId="LiveId" clId="{8B05A4EE-8231-42BC-BD6A-AD13722D5F1A}" dt="2021-02-12T23:59:51.233" v="1346" actId="26606"/>
          <ac:spMkLst>
            <pc:docMk/>
            <pc:sldMk cId="1613365939" sldId="334"/>
            <ac:spMk id="4114" creationId="{C5FC4215-B086-424A-AD98-93B7E9905F7F}"/>
          </ac:spMkLst>
        </pc:spChg>
        <pc:spChg chg="add">
          <ac:chgData name="justin.watson@education.wa.edu.au" userId="0bb701940c9d40d5" providerId="LiveId" clId="{8B05A4EE-8231-42BC-BD6A-AD13722D5F1A}" dt="2021-02-12T23:59:51.233" v="1346" actId="26606"/>
          <ac:spMkLst>
            <pc:docMk/>
            <pc:sldMk cId="1613365939" sldId="334"/>
            <ac:spMk id="4115" creationId="{C2D1CC12-7760-44F2-823C-23B8AD85BD67}"/>
          </ac:spMkLst>
        </pc:spChg>
        <pc:picChg chg="del">
          <ac:chgData name="justin.watson@education.wa.edu.au" userId="0bb701940c9d40d5" providerId="LiveId" clId="{8B05A4EE-8231-42BC-BD6A-AD13722D5F1A}" dt="2021-02-12T23:55:31.877" v="1309" actId="478"/>
          <ac:picMkLst>
            <pc:docMk/>
            <pc:sldMk cId="1613365939" sldId="334"/>
            <ac:picMk id="2050" creationId="{D231EE6D-8B11-49CB-AE5D-C4E343EB3C6B}"/>
          </ac:picMkLst>
        </pc:picChg>
        <pc:picChg chg="del">
          <ac:chgData name="justin.watson@education.wa.edu.au" userId="0bb701940c9d40d5" providerId="LiveId" clId="{8B05A4EE-8231-42BC-BD6A-AD13722D5F1A}" dt="2021-02-12T23:55:24.773" v="1306" actId="478"/>
          <ac:picMkLst>
            <pc:docMk/>
            <pc:sldMk cId="1613365939" sldId="334"/>
            <ac:picMk id="3074" creationId="{B1C3617F-6147-4DE4-9688-068A0E420E9C}"/>
          </ac:picMkLst>
        </pc:picChg>
        <pc:picChg chg="add mod ord">
          <ac:chgData name="justin.watson@education.wa.edu.au" userId="0bb701940c9d40d5" providerId="LiveId" clId="{8B05A4EE-8231-42BC-BD6A-AD13722D5F1A}" dt="2021-02-13T00:00:03.524" v="1349" actId="1076"/>
          <ac:picMkLst>
            <pc:docMk/>
            <pc:sldMk cId="1613365939" sldId="334"/>
            <ac:picMk id="4098" creationId="{889602B7-DACC-45E1-832E-54AFD94DFBB8}"/>
          </ac:picMkLst>
        </pc:picChg>
        <pc:picChg chg="add mod">
          <ac:chgData name="justin.watson@education.wa.edu.au" userId="0bb701940c9d40d5" providerId="LiveId" clId="{8B05A4EE-8231-42BC-BD6A-AD13722D5F1A}" dt="2021-02-12T23:59:56.106" v="1347" actId="1076"/>
          <ac:picMkLst>
            <pc:docMk/>
            <pc:sldMk cId="1613365939" sldId="334"/>
            <ac:picMk id="4100" creationId="{6ED137A6-4E21-477F-ABFF-93034FA6635B}"/>
          </ac:picMkLst>
        </pc:picChg>
        <pc:cxnChg chg="add del">
          <ac:chgData name="justin.watson@education.wa.edu.au" userId="0bb701940c9d40d5" providerId="LiveId" clId="{8B05A4EE-8231-42BC-BD6A-AD13722D5F1A}" dt="2021-02-12T23:59:35.237" v="1340" actId="26606"/>
          <ac:cxnSpMkLst>
            <pc:docMk/>
            <pc:sldMk cId="1613365939" sldId="334"/>
            <ac:cxnSpMk id="75" creationId="{6ADA00DF-825B-4D57-98D5-5A221ED9DFBE}"/>
          </ac:cxnSpMkLst>
        </pc:cxnChg>
        <pc:cxnChg chg="add del">
          <ac:chgData name="justin.watson@education.wa.edu.au" userId="0bb701940c9d40d5" providerId="LiveId" clId="{8B05A4EE-8231-42BC-BD6A-AD13722D5F1A}" dt="2021-02-12T23:59:35.237" v="1340" actId="26606"/>
          <ac:cxnSpMkLst>
            <pc:docMk/>
            <pc:sldMk cId="1613365939" sldId="334"/>
            <ac:cxnSpMk id="81" creationId="{9A8B615B-5846-4F88-99D1-3E781C5F16B0}"/>
          </ac:cxnSpMkLst>
        </pc:cxnChg>
        <pc:cxnChg chg="add del">
          <ac:chgData name="justin.watson@education.wa.edu.au" userId="0bb701940c9d40d5" providerId="LiveId" clId="{8B05A4EE-8231-42BC-BD6A-AD13722D5F1A}" dt="2021-02-12T23:59:35.237" v="1340" actId="26606"/>
          <ac:cxnSpMkLst>
            <pc:docMk/>
            <pc:sldMk cId="1613365939" sldId="334"/>
            <ac:cxnSpMk id="83" creationId="{3E014195-1A85-4E21-9F88-654F38A46F00}"/>
          </ac:cxnSpMkLst>
        </pc:cxnChg>
        <pc:cxnChg chg="add del">
          <ac:chgData name="justin.watson@education.wa.edu.au" userId="0bb701940c9d40d5" providerId="LiveId" clId="{8B05A4EE-8231-42BC-BD6A-AD13722D5F1A}" dt="2021-02-12T23:59:44.251" v="1342" actId="26606"/>
          <ac:cxnSpMkLst>
            <pc:docMk/>
            <pc:sldMk cId="1613365939" sldId="334"/>
            <ac:cxnSpMk id="4103" creationId="{6ADA00DF-825B-4D57-98D5-5A221ED9DFBE}"/>
          </ac:cxnSpMkLst>
        </pc:cxnChg>
        <pc:cxnChg chg="add del">
          <ac:chgData name="justin.watson@education.wa.edu.au" userId="0bb701940c9d40d5" providerId="LiveId" clId="{8B05A4EE-8231-42BC-BD6A-AD13722D5F1A}" dt="2021-02-12T23:59:44.251" v="1342" actId="26606"/>
          <ac:cxnSpMkLst>
            <pc:docMk/>
            <pc:sldMk cId="1613365939" sldId="334"/>
            <ac:cxnSpMk id="4106" creationId="{E506065B-2E20-4B2A-BE88-B87230E1432D}"/>
          </ac:cxnSpMkLst>
        </pc:cxnChg>
        <pc:cxnChg chg="add del">
          <ac:chgData name="justin.watson@education.wa.edu.au" userId="0bb701940c9d40d5" providerId="LiveId" clId="{8B05A4EE-8231-42BC-BD6A-AD13722D5F1A}" dt="2021-02-12T23:59:51.209" v="1345" actId="26606"/>
          <ac:cxnSpMkLst>
            <pc:docMk/>
            <pc:sldMk cId="1613365939" sldId="334"/>
            <ac:cxnSpMk id="4109" creationId="{7B881164-85DE-41B3-8BCB-C95B9B6C2B20}"/>
          </ac:cxnSpMkLst>
        </pc:cxnChg>
        <pc:cxnChg chg="add">
          <ac:chgData name="justin.watson@education.wa.edu.au" userId="0bb701940c9d40d5" providerId="LiveId" clId="{8B05A4EE-8231-42BC-BD6A-AD13722D5F1A}" dt="2021-02-12T23:59:51.233" v="1346" actId="26606"/>
          <ac:cxnSpMkLst>
            <pc:docMk/>
            <pc:sldMk cId="1613365939" sldId="334"/>
            <ac:cxnSpMk id="4113" creationId="{6ADA00DF-825B-4D57-98D5-5A221ED9DFBE}"/>
          </ac:cxnSpMkLst>
        </pc:cxnChg>
        <pc:cxnChg chg="add">
          <ac:chgData name="justin.watson@education.wa.edu.au" userId="0bb701940c9d40d5" providerId="LiveId" clId="{8B05A4EE-8231-42BC-BD6A-AD13722D5F1A}" dt="2021-02-12T23:59:51.233" v="1346" actId="26606"/>
          <ac:cxnSpMkLst>
            <pc:docMk/>
            <pc:sldMk cId="1613365939" sldId="334"/>
            <ac:cxnSpMk id="4116" creationId="{ABF035CA-3115-4A5C-B8E2-9FCDC5CA0255}"/>
          </ac:cxnSpMkLst>
        </pc:cxnChg>
      </pc:sldChg>
      <pc:sldChg chg="addSp delSp modSp add mod setBg addAnim delAnim modNotesTx">
        <pc:chgData name="justin.watson@education.wa.edu.au" userId="0bb701940c9d40d5" providerId="LiveId" clId="{8B05A4EE-8231-42BC-BD6A-AD13722D5F1A}" dt="2021-02-13T00:05:05.591" v="1512" actId="20577"/>
        <pc:sldMkLst>
          <pc:docMk/>
          <pc:sldMk cId="2319946241" sldId="335"/>
        </pc:sldMkLst>
        <pc:spChg chg="mod">
          <ac:chgData name="justin.watson@education.wa.edu.au" userId="0bb701940c9d40d5" providerId="LiveId" clId="{8B05A4EE-8231-42BC-BD6A-AD13722D5F1A}" dt="2021-02-12T23:58:30.608" v="1337" actId="1076"/>
          <ac:spMkLst>
            <pc:docMk/>
            <pc:sldMk cId="2319946241" sldId="335"/>
            <ac:spMk id="2" creationId="{7FE10D1C-C52F-4092-B107-E88E506EF141}"/>
          </ac:spMkLst>
        </pc:spChg>
        <pc:spChg chg="add del">
          <ac:chgData name="justin.watson@education.wa.edu.au" userId="0bb701940c9d40d5" providerId="LiveId" clId="{8B05A4EE-8231-42BC-BD6A-AD13722D5F1A}" dt="2021-02-12T23:58:06.521" v="1331" actId="26606"/>
          <ac:spMkLst>
            <pc:docMk/>
            <pc:sldMk cId="2319946241" sldId="335"/>
            <ac:spMk id="71" creationId="{A4447B9B-86DA-44D8-A47F-C1EEAD2346D4}"/>
          </ac:spMkLst>
        </pc:spChg>
        <pc:spChg chg="add del">
          <ac:chgData name="justin.watson@education.wa.edu.au" userId="0bb701940c9d40d5" providerId="LiveId" clId="{8B05A4EE-8231-42BC-BD6A-AD13722D5F1A}" dt="2021-02-12T23:58:06.521" v="1331" actId="26606"/>
          <ac:spMkLst>
            <pc:docMk/>
            <pc:sldMk cId="2319946241" sldId="335"/>
            <ac:spMk id="75" creationId="{AE446995-A354-4D26-890E-44EFDA5349C2}"/>
          </ac:spMkLst>
        </pc:spChg>
        <pc:spChg chg="add del">
          <ac:chgData name="justin.watson@education.wa.edu.au" userId="0bb701940c9d40d5" providerId="LiveId" clId="{8B05A4EE-8231-42BC-BD6A-AD13722D5F1A}" dt="2021-02-12T23:58:06.521" v="1331" actId="26606"/>
          <ac:spMkLst>
            <pc:docMk/>
            <pc:sldMk cId="2319946241" sldId="335"/>
            <ac:spMk id="77" creationId="{84C6697E-A1CB-4B45-93E6-A6425AFD5CC0}"/>
          </ac:spMkLst>
        </pc:spChg>
        <pc:spChg chg="add del">
          <ac:chgData name="justin.watson@education.wa.edu.au" userId="0bb701940c9d40d5" providerId="LiveId" clId="{8B05A4EE-8231-42BC-BD6A-AD13722D5F1A}" dt="2021-02-12T23:58:08.373" v="1333" actId="26606"/>
          <ac:spMkLst>
            <pc:docMk/>
            <pc:sldMk cId="2319946241" sldId="335"/>
            <ac:spMk id="5124" creationId="{A4447B9B-86DA-44D8-A47F-C1EEAD2346D4}"/>
          </ac:spMkLst>
        </pc:spChg>
        <pc:spChg chg="add del">
          <ac:chgData name="justin.watson@education.wa.edu.au" userId="0bb701940c9d40d5" providerId="LiveId" clId="{8B05A4EE-8231-42BC-BD6A-AD13722D5F1A}" dt="2021-02-12T23:58:08.373" v="1333" actId="26606"/>
          <ac:spMkLst>
            <pc:docMk/>
            <pc:sldMk cId="2319946241" sldId="335"/>
            <ac:spMk id="5126" creationId="{7553E43E-8685-47C2-A90C-D7FB9C8E96E6}"/>
          </ac:spMkLst>
        </pc:spChg>
        <pc:spChg chg="add del">
          <ac:chgData name="justin.watson@education.wa.edu.au" userId="0bb701940c9d40d5" providerId="LiveId" clId="{8B05A4EE-8231-42BC-BD6A-AD13722D5F1A}" dt="2021-02-12T23:58:20.658" v="1336" actId="26606"/>
          <ac:spMkLst>
            <pc:docMk/>
            <pc:sldMk cId="2319946241" sldId="335"/>
            <ac:spMk id="5129" creationId="{D5523BF6-8865-48E5-97BC-E5F426458EA0}"/>
          </ac:spMkLst>
        </pc:spChg>
        <pc:spChg chg="add del">
          <ac:chgData name="justin.watson@education.wa.edu.au" userId="0bb701940c9d40d5" providerId="LiveId" clId="{8B05A4EE-8231-42BC-BD6A-AD13722D5F1A}" dt="2021-02-12T23:58:20.658" v="1336" actId="26606"/>
          <ac:spMkLst>
            <pc:docMk/>
            <pc:sldMk cId="2319946241" sldId="335"/>
            <ac:spMk id="5131" creationId="{087938AD-76BE-4FBD-B8C0-18679A331616}"/>
          </ac:spMkLst>
        </pc:spChg>
        <pc:picChg chg="del">
          <ac:chgData name="justin.watson@education.wa.edu.au" userId="0bb701940c9d40d5" providerId="LiveId" clId="{8B05A4EE-8231-42BC-BD6A-AD13722D5F1A}" dt="2021-02-12T23:57:44.740" v="1315" actId="478"/>
          <ac:picMkLst>
            <pc:docMk/>
            <pc:sldMk cId="2319946241" sldId="335"/>
            <ac:picMk id="4098" creationId="{889602B7-DACC-45E1-832E-54AFD94DFBB8}"/>
          </ac:picMkLst>
        </pc:picChg>
        <pc:picChg chg="add mod">
          <ac:chgData name="justin.watson@education.wa.edu.au" userId="0bb701940c9d40d5" providerId="LiveId" clId="{8B05A4EE-8231-42BC-BD6A-AD13722D5F1A}" dt="2021-02-12T23:58:20.658" v="1336" actId="26606"/>
          <ac:picMkLst>
            <pc:docMk/>
            <pc:sldMk cId="2319946241" sldId="335"/>
            <ac:picMk id="5122" creationId="{2B8D0D8A-A415-4930-B1B3-470AD9669C27}"/>
          </ac:picMkLst>
        </pc:picChg>
        <pc:cxnChg chg="add del">
          <ac:chgData name="justin.watson@education.wa.edu.au" userId="0bb701940c9d40d5" providerId="LiveId" clId="{8B05A4EE-8231-42BC-BD6A-AD13722D5F1A}" dt="2021-02-12T23:58:06.521" v="1331" actId="26606"/>
          <ac:cxnSpMkLst>
            <pc:docMk/>
            <pc:sldMk cId="2319946241" sldId="335"/>
            <ac:cxnSpMk id="73" creationId="{2D592B85-3A67-4F07-9315-79065B1DB9BB}"/>
          </ac:cxnSpMkLst>
        </pc:cxnChg>
        <pc:cxnChg chg="add del">
          <ac:chgData name="justin.watson@education.wa.edu.au" userId="0bb701940c9d40d5" providerId="LiveId" clId="{8B05A4EE-8231-42BC-BD6A-AD13722D5F1A}" dt="2021-02-12T23:58:06.521" v="1331" actId="26606"/>
          <ac:cxnSpMkLst>
            <pc:docMk/>
            <pc:sldMk cId="2319946241" sldId="335"/>
            <ac:cxnSpMk id="79" creationId="{5600556F-1AA2-4751-A6E2-82164CC435D2}"/>
          </ac:cxnSpMkLst>
        </pc:cxnChg>
        <pc:cxnChg chg="add del">
          <ac:chgData name="justin.watson@education.wa.edu.au" userId="0bb701940c9d40d5" providerId="LiveId" clId="{8B05A4EE-8231-42BC-BD6A-AD13722D5F1A}" dt="2021-02-12T23:58:08.373" v="1333" actId="26606"/>
          <ac:cxnSpMkLst>
            <pc:docMk/>
            <pc:sldMk cId="2319946241" sldId="335"/>
            <ac:cxnSpMk id="5125" creationId="{2D592B85-3A67-4F07-9315-79065B1DB9BB}"/>
          </ac:cxnSpMkLst>
        </pc:cxnChg>
        <pc:cxnChg chg="add del">
          <ac:chgData name="justin.watson@education.wa.edu.au" userId="0bb701940c9d40d5" providerId="LiveId" clId="{8B05A4EE-8231-42BC-BD6A-AD13722D5F1A}" dt="2021-02-12T23:58:08.373" v="1333" actId="26606"/>
          <ac:cxnSpMkLst>
            <pc:docMk/>
            <pc:sldMk cId="2319946241" sldId="335"/>
            <ac:cxnSpMk id="5127" creationId="{5C05BDAE-DE9E-4332-8C5D-69C27B697760}"/>
          </ac:cxnSpMkLst>
        </pc:cxnChg>
        <pc:cxnChg chg="add del">
          <ac:chgData name="justin.watson@education.wa.edu.au" userId="0bb701940c9d40d5" providerId="LiveId" clId="{8B05A4EE-8231-42BC-BD6A-AD13722D5F1A}" dt="2021-02-12T23:58:20.658" v="1336" actId="26606"/>
          <ac:cxnSpMkLst>
            <pc:docMk/>
            <pc:sldMk cId="2319946241" sldId="335"/>
            <ac:cxnSpMk id="5130" creationId="{25E1A445-F7EF-41B3-B20D-1112A814F52E}"/>
          </ac:cxnSpMkLst>
        </pc:cxnChg>
        <pc:cxnChg chg="add del">
          <ac:chgData name="justin.watson@education.wa.edu.au" userId="0bb701940c9d40d5" providerId="LiveId" clId="{8B05A4EE-8231-42BC-BD6A-AD13722D5F1A}" dt="2021-02-12T23:58:20.658" v="1336" actId="26606"/>
          <ac:cxnSpMkLst>
            <pc:docMk/>
            <pc:sldMk cId="2319946241" sldId="335"/>
            <ac:cxnSpMk id="5132" creationId="{1A20809E-C9E6-4146-AF55-8EB22ED7A539}"/>
          </ac:cxnSpMkLst>
        </pc:cxnChg>
      </pc:sldChg>
      <pc:sldChg chg="addSp delSp modSp add mod modAnim modNotesTx">
        <pc:chgData name="justin.watson@education.wa.edu.au" userId="0bb701940c9d40d5" providerId="LiveId" clId="{8B05A4EE-8231-42BC-BD6A-AD13722D5F1A}" dt="2021-02-13T02:28:35.209" v="3106" actId="6549"/>
        <pc:sldMkLst>
          <pc:docMk/>
          <pc:sldMk cId="984571919" sldId="336"/>
        </pc:sldMkLst>
        <pc:spChg chg="mod">
          <ac:chgData name="justin.watson@education.wa.edu.au" userId="0bb701940c9d40d5" providerId="LiveId" clId="{8B05A4EE-8231-42BC-BD6A-AD13722D5F1A}" dt="2021-02-13T02:18:06.567" v="2428" actId="20577"/>
          <ac:spMkLst>
            <pc:docMk/>
            <pc:sldMk cId="984571919" sldId="336"/>
            <ac:spMk id="2" creationId="{7FE10D1C-C52F-4092-B107-E88E506EF141}"/>
          </ac:spMkLst>
        </pc:spChg>
        <pc:spChg chg="add mod">
          <ac:chgData name="justin.watson@education.wa.edu.au" userId="0bb701940c9d40d5" providerId="LiveId" clId="{8B05A4EE-8231-42BC-BD6A-AD13722D5F1A}" dt="2021-02-13T02:27:36.306" v="2983" actId="207"/>
          <ac:spMkLst>
            <pc:docMk/>
            <pc:sldMk cId="984571919" sldId="336"/>
            <ac:spMk id="3" creationId="{D5B01C92-1F6F-45A8-A3A6-DAA0728657DF}"/>
          </ac:spMkLst>
        </pc:spChg>
        <pc:picChg chg="add mod">
          <ac:chgData name="justin.watson@education.wa.edu.au" userId="0bb701940c9d40d5" providerId="LiveId" clId="{8B05A4EE-8231-42BC-BD6A-AD13722D5F1A}" dt="2021-02-13T02:19:50.712" v="2637" actId="1076"/>
          <ac:picMkLst>
            <pc:docMk/>
            <pc:sldMk cId="984571919" sldId="336"/>
            <ac:picMk id="5" creationId="{2587204D-5602-4CAA-8732-A66D502E0EB6}"/>
          </ac:picMkLst>
        </pc:picChg>
        <pc:picChg chg="del">
          <ac:chgData name="justin.watson@education.wa.edu.au" userId="0bb701940c9d40d5" providerId="LiveId" clId="{8B05A4EE-8231-42BC-BD6A-AD13722D5F1A}" dt="2021-02-13T02:17:59.419" v="2419" actId="478"/>
          <ac:picMkLst>
            <pc:docMk/>
            <pc:sldMk cId="984571919" sldId="336"/>
            <ac:picMk id="5122" creationId="{2B8D0D8A-A415-4930-B1B3-470AD9669C27}"/>
          </ac:picMkLst>
        </pc:picChg>
      </pc:sldChg>
      <pc:sldChg chg="modSp add del mod">
        <pc:chgData name="justin.watson@education.wa.edu.au" userId="0bb701940c9d40d5" providerId="LiveId" clId="{8B05A4EE-8231-42BC-BD6A-AD13722D5F1A}" dt="2021-02-13T02:26:10.676" v="2867" actId="47"/>
        <pc:sldMkLst>
          <pc:docMk/>
          <pc:sldMk cId="1245959802" sldId="337"/>
        </pc:sldMkLst>
        <pc:spChg chg="mod">
          <ac:chgData name="justin.watson@education.wa.edu.au" userId="0bb701940c9d40d5" providerId="LiveId" clId="{8B05A4EE-8231-42BC-BD6A-AD13722D5F1A}" dt="2021-02-13T02:25:47.624" v="2866" actId="20577"/>
          <ac:spMkLst>
            <pc:docMk/>
            <pc:sldMk cId="1245959802" sldId="337"/>
            <ac:spMk id="3" creationId="{D5B01C92-1F6F-45A8-A3A6-DAA0728657DF}"/>
          </ac:spMkLst>
        </pc:spChg>
      </pc:sldChg>
      <pc:sldChg chg="addSp delSp modSp add mod modAnim modNotesTx">
        <pc:chgData name="justin.watson@education.wa.edu.au" userId="0bb701940c9d40d5" providerId="LiveId" clId="{8B05A4EE-8231-42BC-BD6A-AD13722D5F1A}" dt="2021-02-13T02:42:48.649" v="3204" actId="20577"/>
        <pc:sldMkLst>
          <pc:docMk/>
          <pc:sldMk cId="2900974817" sldId="337"/>
        </pc:sldMkLst>
        <pc:spChg chg="del mod">
          <ac:chgData name="justin.watson@education.wa.edu.au" userId="0bb701940c9d40d5" providerId="LiveId" clId="{8B05A4EE-8231-42BC-BD6A-AD13722D5F1A}" dt="2021-02-13T02:39:57.789" v="3124" actId="478"/>
          <ac:spMkLst>
            <pc:docMk/>
            <pc:sldMk cId="2900974817" sldId="337"/>
            <ac:spMk id="2" creationId="{7FE10D1C-C52F-4092-B107-E88E506EF141}"/>
          </ac:spMkLst>
        </pc:spChg>
        <pc:spChg chg="del mod">
          <ac:chgData name="justin.watson@education.wa.edu.au" userId="0bb701940c9d40d5" providerId="LiveId" clId="{8B05A4EE-8231-42BC-BD6A-AD13722D5F1A}" dt="2021-02-13T02:31:41.762" v="3109" actId="478"/>
          <ac:spMkLst>
            <pc:docMk/>
            <pc:sldMk cId="2900974817" sldId="337"/>
            <ac:spMk id="3" creationId="{D5B01C92-1F6F-45A8-A3A6-DAA0728657DF}"/>
          </ac:spMkLst>
        </pc:spChg>
        <pc:spChg chg="add del">
          <ac:chgData name="justin.watson@education.wa.edu.au" userId="0bb701940c9d40d5" providerId="LiveId" clId="{8B05A4EE-8231-42BC-BD6A-AD13722D5F1A}" dt="2021-02-13T02:35:25.144" v="3116" actId="478"/>
          <ac:spMkLst>
            <pc:docMk/>
            <pc:sldMk cId="2900974817" sldId="337"/>
            <ac:spMk id="8" creationId="{A08769BC-3C90-43C0-881C-0B42ED25F4C5}"/>
          </ac:spMkLst>
        </pc:spChg>
        <pc:spChg chg="add del mod">
          <ac:chgData name="justin.watson@education.wa.edu.au" userId="0bb701940c9d40d5" providerId="LiveId" clId="{8B05A4EE-8231-42BC-BD6A-AD13722D5F1A}" dt="2021-02-13T02:40:00.127" v="3125" actId="478"/>
          <ac:spMkLst>
            <pc:docMk/>
            <pc:sldMk cId="2900974817" sldId="337"/>
            <ac:spMk id="14" creationId="{17C10C5C-17A3-48D7-9615-52D569F29EEE}"/>
          </ac:spMkLst>
        </pc:spChg>
        <pc:picChg chg="del">
          <ac:chgData name="justin.watson@education.wa.edu.au" userId="0bb701940c9d40d5" providerId="LiveId" clId="{8B05A4EE-8231-42BC-BD6A-AD13722D5F1A}" dt="2021-02-13T02:31:43.569" v="3110" actId="478"/>
          <ac:picMkLst>
            <pc:docMk/>
            <pc:sldMk cId="2900974817" sldId="337"/>
            <ac:picMk id="5" creationId="{2587204D-5602-4CAA-8732-A66D502E0EB6}"/>
          </ac:picMkLst>
        </pc:picChg>
        <pc:picChg chg="add del mod">
          <ac:chgData name="justin.watson@education.wa.edu.au" userId="0bb701940c9d40d5" providerId="LiveId" clId="{8B05A4EE-8231-42BC-BD6A-AD13722D5F1A}" dt="2021-02-13T02:35:19.556" v="3114" actId="478"/>
          <ac:picMkLst>
            <pc:docMk/>
            <pc:sldMk cId="2900974817" sldId="337"/>
            <ac:picMk id="6" creationId="{2C98B2EC-46DD-4ABA-93CC-7BC8D19A57C8}"/>
          </ac:picMkLst>
        </pc:picChg>
        <pc:picChg chg="add del mod">
          <ac:chgData name="justin.watson@education.wa.edu.au" userId="0bb701940c9d40d5" providerId="LiveId" clId="{8B05A4EE-8231-42BC-BD6A-AD13722D5F1A}" dt="2021-02-13T02:39:32.286" v="3118" actId="478"/>
          <ac:picMkLst>
            <pc:docMk/>
            <pc:sldMk cId="2900974817" sldId="337"/>
            <ac:picMk id="10" creationId="{EC744BF0-91C4-4541-987A-F80B1CB0CF61}"/>
          </ac:picMkLst>
        </pc:picChg>
        <pc:picChg chg="add mod modCrop">
          <ac:chgData name="justin.watson@education.wa.edu.au" userId="0bb701940c9d40d5" providerId="LiveId" clId="{8B05A4EE-8231-42BC-BD6A-AD13722D5F1A}" dt="2021-02-13T02:42:18.970" v="3148" actId="14100"/>
          <ac:picMkLst>
            <pc:docMk/>
            <pc:sldMk cId="2900974817" sldId="337"/>
            <ac:picMk id="12" creationId="{6F627342-B198-4946-96DA-A903E3921D00}"/>
          </ac:picMkLst>
        </pc:picChg>
      </pc:sldChg>
      <pc:sldChg chg="addSp delSp modSp add mod">
        <pc:chgData name="justin.watson@education.wa.edu.au" userId="0bb701940c9d40d5" providerId="LiveId" clId="{8B05A4EE-8231-42BC-BD6A-AD13722D5F1A}" dt="2021-02-13T02:45:43.443" v="3226" actId="14100"/>
        <pc:sldMkLst>
          <pc:docMk/>
          <pc:sldMk cId="2939095240" sldId="338"/>
        </pc:sldMkLst>
        <pc:picChg chg="add mod modCrop">
          <ac:chgData name="justin.watson@education.wa.edu.au" userId="0bb701940c9d40d5" providerId="LiveId" clId="{8B05A4EE-8231-42BC-BD6A-AD13722D5F1A}" dt="2021-02-13T02:45:43.443" v="3226" actId="14100"/>
          <ac:picMkLst>
            <pc:docMk/>
            <pc:sldMk cId="2939095240" sldId="338"/>
            <ac:picMk id="3" creationId="{43B0E844-5885-42F8-B62C-A083BE1E3BD4}"/>
          </ac:picMkLst>
        </pc:picChg>
        <pc:picChg chg="del">
          <ac:chgData name="justin.watson@education.wa.edu.au" userId="0bb701940c9d40d5" providerId="LiveId" clId="{8B05A4EE-8231-42BC-BD6A-AD13722D5F1A}" dt="2021-02-13T02:43:21.957" v="3206" actId="478"/>
          <ac:picMkLst>
            <pc:docMk/>
            <pc:sldMk cId="2939095240" sldId="338"/>
            <ac:picMk id="12" creationId="{6F627342-B198-4946-96DA-A903E3921D00}"/>
          </ac:picMkLst>
        </pc:picChg>
      </pc:sldChg>
      <pc:sldChg chg="addSp delSp modSp add mod">
        <pc:chgData name="justin.watson@education.wa.edu.au" userId="0bb701940c9d40d5" providerId="LiveId" clId="{8B05A4EE-8231-42BC-BD6A-AD13722D5F1A}" dt="2021-02-13T02:45:24.652" v="3220" actId="14100"/>
        <pc:sldMkLst>
          <pc:docMk/>
          <pc:sldMk cId="3031707417" sldId="339"/>
        </pc:sldMkLst>
        <pc:picChg chg="add mod modCrop">
          <ac:chgData name="justin.watson@education.wa.edu.au" userId="0bb701940c9d40d5" providerId="LiveId" clId="{8B05A4EE-8231-42BC-BD6A-AD13722D5F1A}" dt="2021-02-13T02:45:24.652" v="3220" actId="14100"/>
          <ac:picMkLst>
            <pc:docMk/>
            <pc:sldMk cId="3031707417" sldId="339"/>
            <ac:picMk id="3" creationId="{56A3F118-C794-481D-9C78-19098BD0CE8B}"/>
          </ac:picMkLst>
        </pc:picChg>
        <pc:picChg chg="del">
          <ac:chgData name="justin.watson@education.wa.edu.au" userId="0bb701940c9d40d5" providerId="LiveId" clId="{8B05A4EE-8231-42BC-BD6A-AD13722D5F1A}" dt="2021-02-13T02:45:06.919" v="3215" actId="478"/>
          <ac:picMkLst>
            <pc:docMk/>
            <pc:sldMk cId="3031707417" sldId="339"/>
            <ac:picMk id="12" creationId="{6F627342-B198-4946-96DA-A903E3921D00}"/>
          </ac:picMkLst>
        </pc:picChg>
      </pc:sldChg>
      <pc:sldChg chg="addSp delSp modSp add mod">
        <pc:chgData name="justin.watson@education.wa.edu.au" userId="0bb701940c9d40d5" providerId="LiveId" clId="{8B05A4EE-8231-42BC-BD6A-AD13722D5F1A}" dt="2021-02-13T02:46:37.931" v="3236" actId="1076"/>
        <pc:sldMkLst>
          <pc:docMk/>
          <pc:sldMk cId="236544608" sldId="340"/>
        </pc:sldMkLst>
        <pc:picChg chg="del">
          <ac:chgData name="justin.watson@education.wa.edu.au" userId="0bb701940c9d40d5" providerId="LiveId" clId="{8B05A4EE-8231-42BC-BD6A-AD13722D5F1A}" dt="2021-02-13T02:46:06.064" v="3228" actId="478"/>
          <ac:picMkLst>
            <pc:docMk/>
            <pc:sldMk cId="236544608" sldId="340"/>
            <ac:picMk id="3" creationId="{43B0E844-5885-42F8-B62C-A083BE1E3BD4}"/>
          </ac:picMkLst>
        </pc:picChg>
        <pc:picChg chg="add mod modCrop">
          <ac:chgData name="justin.watson@education.wa.edu.au" userId="0bb701940c9d40d5" providerId="LiveId" clId="{8B05A4EE-8231-42BC-BD6A-AD13722D5F1A}" dt="2021-02-13T02:46:37.931" v="3236" actId="1076"/>
          <ac:picMkLst>
            <pc:docMk/>
            <pc:sldMk cId="236544608" sldId="340"/>
            <ac:picMk id="4" creationId="{5C92F549-DF4B-47E5-9C10-B2F2E2497BB3}"/>
          </ac:picMkLst>
        </pc:picChg>
      </pc:sldChg>
      <pc:sldChg chg="delSp modSp add mod ord modAnim modNotesTx">
        <pc:chgData name="justin.watson@education.wa.edu.au" userId="0bb701940c9d40d5" providerId="LiveId" clId="{8B05A4EE-8231-42BC-BD6A-AD13722D5F1A}" dt="2021-02-14T00:09:57.867" v="4832" actId="20577"/>
        <pc:sldMkLst>
          <pc:docMk/>
          <pc:sldMk cId="998310034" sldId="341"/>
        </pc:sldMkLst>
        <pc:spChg chg="mod">
          <ac:chgData name="justin.watson@education.wa.edu.au" userId="0bb701940c9d40d5" providerId="LiveId" clId="{8B05A4EE-8231-42BC-BD6A-AD13722D5F1A}" dt="2021-02-13T02:49:54.402" v="3267" actId="20577"/>
          <ac:spMkLst>
            <pc:docMk/>
            <pc:sldMk cId="998310034" sldId="341"/>
            <ac:spMk id="2" creationId="{7FE10D1C-C52F-4092-B107-E88E506EF141}"/>
          </ac:spMkLst>
        </pc:spChg>
        <pc:spChg chg="mod">
          <ac:chgData name="justin.watson@education.wa.edu.au" userId="0bb701940c9d40d5" providerId="LiveId" clId="{8B05A4EE-8231-42BC-BD6A-AD13722D5F1A}" dt="2021-02-13T02:53:04.903" v="3686" actId="27636"/>
          <ac:spMkLst>
            <pc:docMk/>
            <pc:sldMk cId="998310034" sldId="341"/>
            <ac:spMk id="3" creationId="{D46BA030-F0A1-43A2-A797-43A1FF6BDAE7}"/>
          </ac:spMkLst>
        </pc:spChg>
        <pc:picChg chg="del">
          <ac:chgData name="justin.watson@education.wa.edu.au" userId="0bb701940c9d40d5" providerId="LiveId" clId="{8B05A4EE-8231-42BC-BD6A-AD13722D5F1A}" dt="2021-02-13T02:49:44.203" v="3243" actId="478"/>
          <ac:picMkLst>
            <pc:docMk/>
            <pc:sldMk cId="998310034" sldId="341"/>
            <ac:picMk id="3074" creationId="{B1C3617F-6147-4DE4-9688-068A0E420E9C}"/>
          </ac:picMkLst>
        </pc:picChg>
      </pc:sldChg>
      <pc:sldChg chg="modSp add mod">
        <pc:chgData name="justin.watson@education.wa.edu.au" userId="0bb701940c9d40d5" providerId="LiveId" clId="{8B05A4EE-8231-42BC-BD6A-AD13722D5F1A}" dt="2021-02-13T02:56:11.292" v="4261" actId="20577"/>
        <pc:sldMkLst>
          <pc:docMk/>
          <pc:sldMk cId="4106581916" sldId="342"/>
        </pc:sldMkLst>
        <pc:spChg chg="mod">
          <ac:chgData name="justin.watson@education.wa.edu.au" userId="0bb701940c9d40d5" providerId="LiveId" clId="{8B05A4EE-8231-42BC-BD6A-AD13722D5F1A}" dt="2021-02-13T02:56:11.292" v="4261" actId="20577"/>
          <ac:spMkLst>
            <pc:docMk/>
            <pc:sldMk cId="4106581916" sldId="342"/>
            <ac:spMk id="3" creationId="{D46BA030-F0A1-43A2-A797-43A1FF6BDAE7}"/>
          </ac:spMkLst>
        </pc:spChg>
      </pc:sldChg>
      <pc:sldChg chg="modSp add mod">
        <pc:chgData name="justin.watson@education.wa.edu.au" userId="0bb701940c9d40d5" providerId="LiveId" clId="{8B05A4EE-8231-42BC-BD6A-AD13722D5F1A}" dt="2021-02-13T02:57:57.271" v="4574" actId="20577"/>
        <pc:sldMkLst>
          <pc:docMk/>
          <pc:sldMk cId="1373021766" sldId="343"/>
        </pc:sldMkLst>
        <pc:spChg chg="mod">
          <ac:chgData name="justin.watson@education.wa.edu.au" userId="0bb701940c9d40d5" providerId="LiveId" clId="{8B05A4EE-8231-42BC-BD6A-AD13722D5F1A}" dt="2021-02-13T02:57:57.271" v="4574" actId="20577"/>
          <ac:spMkLst>
            <pc:docMk/>
            <pc:sldMk cId="1373021766" sldId="343"/>
            <ac:spMk id="3" creationId="{D46BA030-F0A1-43A2-A797-43A1FF6BDAE7}"/>
          </ac:spMkLst>
        </pc:spChg>
      </pc:sldChg>
      <pc:sldChg chg="addSp delSp modSp add mod modNotesTx">
        <pc:chgData name="justin.watson@education.wa.edu.au" userId="0bb701940c9d40d5" providerId="LiveId" clId="{8B05A4EE-8231-42BC-BD6A-AD13722D5F1A}" dt="2021-02-13T03:30:05.466" v="4741" actId="20577"/>
        <pc:sldMkLst>
          <pc:docMk/>
          <pc:sldMk cId="3486378491" sldId="344"/>
        </pc:sldMkLst>
        <pc:spChg chg="add mod">
          <ac:chgData name="justin.watson@education.wa.edu.au" userId="0bb701940c9d40d5" providerId="LiveId" clId="{8B05A4EE-8231-42BC-BD6A-AD13722D5F1A}" dt="2021-02-13T03:27:23.718" v="4646" actId="2711"/>
          <ac:spMkLst>
            <pc:docMk/>
            <pc:sldMk cId="3486378491" sldId="344"/>
            <ac:spMk id="5" creationId="{1F7D2A46-352B-4CAB-A0F7-FAA1965A71E3}"/>
          </ac:spMkLst>
        </pc:spChg>
        <pc:picChg chg="add mod modCrop">
          <ac:chgData name="justin.watson@education.wa.edu.au" userId="0bb701940c9d40d5" providerId="LiveId" clId="{8B05A4EE-8231-42BC-BD6A-AD13722D5F1A}" dt="2021-02-13T03:25:59.732" v="4618" actId="1076"/>
          <ac:picMkLst>
            <pc:docMk/>
            <pc:sldMk cId="3486378491" sldId="344"/>
            <ac:picMk id="3" creationId="{A9E057B6-9480-4FDA-A28F-5033566751F8}"/>
          </ac:picMkLst>
        </pc:picChg>
        <pc:picChg chg="del">
          <ac:chgData name="justin.watson@education.wa.edu.au" userId="0bb701940c9d40d5" providerId="LiveId" clId="{8B05A4EE-8231-42BC-BD6A-AD13722D5F1A}" dt="2021-02-13T03:02:44.501" v="4576" actId="478"/>
          <ac:picMkLst>
            <pc:docMk/>
            <pc:sldMk cId="3486378491" sldId="344"/>
            <ac:picMk id="4" creationId="{5C92F549-DF4B-47E5-9C10-B2F2E2497BB3}"/>
          </ac:picMkLst>
        </pc:picChg>
      </pc:sldChg>
      <pc:sldChg chg="addSp delSp modSp add del mod">
        <pc:chgData name="justin.watson@education.wa.edu.au" userId="0bb701940c9d40d5" providerId="LiveId" clId="{8B05A4EE-8231-42BC-BD6A-AD13722D5F1A}" dt="2021-02-13T03:28:47.064" v="4656" actId="47"/>
        <pc:sldMkLst>
          <pc:docMk/>
          <pc:sldMk cId="2825777722" sldId="345"/>
        </pc:sldMkLst>
        <pc:spChg chg="add mod">
          <ac:chgData name="justin.watson@education.wa.edu.au" userId="0bb701940c9d40d5" providerId="LiveId" clId="{8B05A4EE-8231-42BC-BD6A-AD13722D5F1A}" dt="2021-02-13T03:03:47.399" v="4610" actId="1076"/>
          <ac:spMkLst>
            <pc:docMk/>
            <pc:sldMk cId="2825777722" sldId="345"/>
            <ac:spMk id="5" creationId="{685D3E14-09F4-47B1-8C6F-7711C3212049}"/>
          </ac:spMkLst>
        </pc:spChg>
        <pc:picChg chg="add mod modCrop">
          <ac:chgData name="justin.watson@education.wa.edu.au" userId="0bb701940c9d40d5" providerId="LiveId" clId="{8B05A4EE-8231-42BC-BD6A-AD13722D5F1A}" dt="2021-02-13T03:03:40.812" v="4603" actId="14100"/>
          <ac:picMkLst>
            <pc:docMk/>
            <pc:sldMk cId="2825777722" sldId="345"/>
            <ac:picMk id="3" creationId="{4C0D3527-F3C0-47BD-8B97-0F0E6272EC99}"/>
          </ac:picMkLst>
        </pc:picChg>
        <pc:picChg chg="del">
          <ac:chgData name="justin.watson@education.wa.edu.au" userId="0bb701940c9d40d5" providerId="LiveId" clId="{8B05A4EE-8231-42BC-BD6A-AD13722D5F1A}" dt="2021-02-13T03:02:56.245" v="4578" actId="478"/>
          <ac:picMkLst>
            <pc:docMk/>
            <pc:sldMk cId="2825777722" sldId="345"/>
            <ac:picMk id="4" creationId="{5C92F549-DF4B-47E5-9C10-B2F2E2497BB3}"/>
          </ac:picMkLst>
        </pc:picChg>
      </pc:sldChg>
      <pc:sldChg chg="addSp delSp modSp add mod modNotesTx">
        <pc:chgData name="justin.watson@education.wa.edu.au" userId="0bb701940c9d40d5" providerId="LiveId" clId="{8B05A4EE-8231-42BC-BD6A-AD13722D5F1A}" dt="2021-02-13T03:30:09.769" v="4742"/>
        <pc:sldMkLst>
          <pc:docMk/>
          <pc:sldMk cId="660712699" sldId="346"/>
        </pc:sldMkLst>
        <pc:picChg chg="del">
          <ac:chgData name="justin.watson@education.wa.edu.au" userId="0bb701940c9d40d5" providerId="LiveId" clId="{8B05A4EE-8231-42BC-BD6A-AD13722D5F1A}" dt="2021-02-13T03:27:56.553" v="4648" actId="478"/>
          <ac:picMkLst>
            <pc:docMk/>
            <pc:sldMk cId="660712699" sldId="346"/>
            <ac:picMk id="3" creationId="{A9E057B6-9480-4FDA-A28F-5033566751F8}"/>
          </ac:picMkLst>
        </pc:picChg>
        <pc:picChg chg="add mod modCrop">
          <ac:chgData name="justin.watson@education.wa.edu.au" userId="0bb701940c9d40d5" providerId="LiveId" clId="{8B05A4EE-8231-42BC-BD6A-AD13722D5F1A}" dt="2021-02-13T03:28:29.807" v="4655" actId="1076"/>
          <ac:picMkLst>
            <pc:docMk/>
            <pc:sldMk cId="660712699" sldId="346"/>
            <ac:picMk id="4" creationId="{D2E7E6F8-249D-48CF-B8C5-6C11B824661D}"/>
          </ac:picMkLst>
        </pc:picChg>
      </pc:sldChg>
      <pc:sldChg chg="modSp add mod setBg">
        <pc:chgData name="justin.watson@education.wa.edu.au" userId="0bb701940c9d40d5" providerId="LiveId" clId="{8B05A4EE-8231-42BC-BD6A-AD13722D5F1A}" dt="2021-02-14T00:36:51.088" v="5019" actId="313"/>
        <pc:sldMkLst>
          <pc:docMk/>
          <pc:sldMk cId="2232308475" sldId="347"/>
        </pc:sldMkLst>
        <pc:spChg chg="mod">
          <ac:chgData name="justin.watson@education.wa.edu.au" userId="0bb701940c9d40d5" providerId="LiveId" clId="{8B05A4EE-8231-42BC-BD6A-AD13722D5F1A}" dt="2021-02-14T00:36:51.088" v="5019" actId="313"/>
          <ac:spMkLst>
            <pc:docMk/>
            <pc:sldMk cId="2232308475" sldId="347"/>
            <ac:spMk id="5" creationId="{F2A5B7C2-6C39-4AFA-9B5D-C3F3C81B941B}"/>
          </ac:spMkLst>
        </pc:spChg>
      </pc:sldChg>
      <pc:sldChg chg="addSp delSp add del ord setBg delDesignElem">
        <pc:chgData name="justin.watson@education.wa.edu.au" userId="0bb701940c9d40d5" providerId="LiveId" clId="{8B05A4EE-8231-42BC-BD6A-AD13722D5F1A}" dt="2021-02-13T03:30:50.437" v="4748"/>
        <pc:sldMkLst>
          <pc:docMk/>
          <pc:sldMk cId="2722169785" sldId="347"/>
        </pc:sldMkLst>
        <pc:spChg chg="add del">
          <ac:chgData name="justin.watson@education.wa.edu.au" userId="0bb701940c9d40d5" providerId="LiveId" clId="{8B05A4EE-8231-42BC-BD6A-AD13722D5F1A}" dt="2021-02-13T03:30:50.437" v="4748"/>
          <ac:spMkLst>
            <pc:docMk/>
            <pc:sldMk cId="2722169785" sldId="347"/>
            <ac:spMk id="73" creationId="{D15D9FA9-26A2-4F4D-8F7C-658E5E3821BA}"/>
          </ac:spMkLst>
        </pc:spChg>
        <pc:cxnChg chg="add del">
          <ac:chgData name="justin.watson@education.wa.edu.au" userId="0bb701940c9d40d5" providerId="LiveId" clId="{8B05A4EE-8231-42BC-BD6A-AD13722D5F1A}" dt="2021-02-13T03:30:50.437" v="4748"/>
          <ac:cxnSpMkLst>
            <pc:docMk/>
            <pc:sldMk cId="2722169785" sldId="347"/>
            <ac:cxnSpMk id="71" creationId="{D2345D65-2A74-491B-AC96-C66B2726A40F}"/>
          </ac:cxnSpMkLst>
        </pc:cxnChg>
      </pc:sldChg>
      <pc:sldChg chg="add del">
        <pc:chgData name="justin.watson@education.wa.edu.au" userId="0bb701940c9d40d5" providerId="LiveId" clId="{8B05A4EE-8231-42BC-BD6A-AD13722D5F1A}" dt="2021-02-14T00:00:55.103" v="4766" actId="2890"/>
        <pc:sldMkLst>
          <pc:docMk/>
          <pc:sldMk cId="4196842846" sldId="347"/>
        </pc:sldMkLst>
      </pc:sldChg>
      <pc:sldChg chg="add del">
        <pc:chgData name="justin.watson@education.wa.edu.au" userId="0bb701940c9d40d5" providerId="LiveId" clId="{8B05A4EE-8231-42BC-BD6A-AD13722D5F1A}" dt="2021-02-14T00:00:47.074" v="4765"/>
        <pc:sldMkLst>
          <pc:docMk/>
          <pc:sldMk cId="707920642"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AEC40-FB91-4B4E-8615-59788947F0F0}" type="datetimeFigureOut">
              <a:rPr lang="en-AU" smtClean="0"/>
              <a:t>18/05/2021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8C66-E9D4-4BCD-9B84-1B952BD6C7CB}" type="slidenum">
              <a:rPr lang="en-AU" smtClean="0"/>
              <a:t>‹#›</a:t>
            </a:fld>
            <a:endParaRPr lang="en-AU"/>
          </a:p>
        </p:txBody>
      </p:sp>
    </p:spTree>
    <p:extLst>
      <p:ext uri="{BB962C8B-B14F-4D97-AF65-F5344CB8AC3E}">
        <p14:creationId xmlns:p14="http://schemas.microsoft.com/office/powerpoint/2010/main" val="171556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F05F8C66-E9D4-4BCD-9B84-1B952BD6C7CB}" type="slidenum">
              <a:rPr lang="en-AU" smtClean="0"/>
              <a:t>1</a:t>
            </a:fld>
            <a:endParaRPr lang="en-AU"/>
          </a:p>
        </p:txBody>
      </p:sp>
    </p:spTree>
    <p:extLst>
      <p:ext uri="{BB962C8B-B14F-4D97-AF65-F5344CB8AC3E}">
        <p14:creationId xmlns:p14="http://schemas.microsoft.com/office/powerpoint/2010/main" val="1207984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dirty="0"/>
          </a:p>
        </p:txBody>
      </p:sp>
    </p:spTree>
    <p:extLst>
      <p:ext uri="{BB962C8B-B14F-4D97-AF65-F5344CB8AC3E}">
        <p14:creationId xmlns:p14="http://schemas.microsoft.com/office/powerpoint/2010/main" val="2120275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Write in the equations formed.</a:t>
            </a:r>
          </a:p>
          <a:p>
            <a:pPr marL="228600" indent="-228600">
              <a:buAutoNum type="arabicPeriod"/>
            </a:pPr>
            <a:r>
              <a:rPr lang="en-AU" baseline="0" dirty="0" smtClean="0"/>
              <a:t>a=5n</a:t>
            </a:r>
          </a:p>
          <a:p>
            <a:pPr marL="228600" indent="-228600">
              <a:buAutoNum type="arabicPeriod"/>
            </a:pPr>
            <a:r>
              <a:rPr lang="en-AU" baseline="0" dirty="0" smtClean="0"/>
              <a:t>a=5n+50</a:t>
            </a:r>
          </a:p>
          <a:p>
            <a:pPr marL="228600" indent="-228600">
              <a:buAutoNum type="arabicPeriod"/>
            </a:pPr>
            <a:r>
              <a:rPr lang="en-AU" baseline="0" dirty="0" smtClean="0"/>
              <a:t>$150</a:t>
            </a:r>
          </a:p>
          <a:p>
            <a:pPr marL="228600" indent="-228600">
              <a:buAutoNum type="arabicPeriod"/>
            </a:pPr>
            <a:r>
              <a:rPr lang="en-AU" baseline="0" dirty="0" smtClean="0"/>
              <a:t>$200</a:t>
            </a:r>
            <a:endParaRPr lang="en-AU" dirty="0"/>
          </a:p>
        </p:txBody>
      </p:sp>
      <p:sp>
        <p:nvSpPr>
          <p:cNvPr id="4" name="Slide Number Placeholder 3"/>
          <p:cNvSpPr>
            <a:spLocks noGrp="1"/>
          </p:cNvSpPr>
          <p:nvPr>
            <p:ph type="sldNum" sz="quarter" idx="10"/>
          </p:nvPr>
        </p:nvSpPr>
        <p:spPr/>
        <p:txBody>
          <a:bodyPr/>
          <a:lstStyle/>
          <a:p>
            <a:fld id="{F05F8C66-E9D4-4BCD-9B84-1B952BD6C7CB}" type="slidenum">
              <a:rPr lang="en-AU" smtClean="0"/>
              <a:t>5</a:t>
            </a:fld>
            <a:endParaRPr lang="en-AU"/>
          </a:p>
        </p:txBody>
      </p:sp>
    </p:spTree>
    <p:extLst>
      <p:ext uri="{BB962C8B-B14F-4D97-AF65-F5344CB8AC3E}">
        <p14:creationId xmlns:p14="http://schemas.microsoft.com/office/powerpoint/2010/main" val="589118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6</a:t>
            </a:fld>
            <a:endParaRPr lang="en-AU" dirty="0"/>
          </a:p>
        </p:txBody>
      </p:sp>
    </p:spTree>
    <p:extLst>
      <p:ext uri="{BB962C8B-B14F-4D97-AF65-F5344CB8AC3E}">
        <p14:creationId xmlns:p14="http://schemas.microsoft.com/office/powerpoint/2010/main" val="3704751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D87294F-DEA6-4D3A-864A-E2E179377C11}" type="datetimeFigureOut">
              <a:rPr lang="en-AU" smtClean="0"/>
              <a:t>18/05/2021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45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948076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87294F-DEA6-4D3A-864A-E2E179377C11}" type="datetimeFigureOut">
              <a:rPr lang="en-AU" smtClean="0"/>
              <a:t>18/05/2021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80619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87294F-DEA6-4D3A-864A-E2E179377C11}" type="datetimeFigureOut">
              <a:rPr lang="en-AU" smtClean="0"/>
              <a:t>18/05/2021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14255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D87294F-DEA6-4D3A-864A-E2E179377C11}" type="datetimeFigureOut">
              <a:rPr lang="en-AU" smtClean="0"/>
              <a:t>18/05/2021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803800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D87294F-DEA6-4D3A-864A-E2E179377C11}" type="datetimeFigureOut">
              <a:rPr lang="en-AU" smtClean="0"/>
              <a:t>18/05/2021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78730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7294F-DEA6-4D3A-864A-E2E179377C11}" type="datetimeFigureOut">
              <a:rPr lang="en-AU" smtClean="0"/>
              <a:t>18/05/2021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73517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18/05/2021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424518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18/05/2021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4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15739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03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D87294F-DEA6-4D3A-864A-E2E179377C11}" type="datetimeFigureOut">
              <a:rPr lang="en-AU" smtClean="0"/>
              <a:t>18/05/2021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E85469-5E97-4092-A190-A2DAADA27300}" type="slidenum">
              <a:rPr lang="en-AU" smtClean="0"/>
              <a:t>‹#›</a:t>
            </a:fld>
            <a:endParaRPr lang="en-AU"/>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914298"/>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28758398@N07/16606213985"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511B51-FD68-4F9A-AF72-D0BD0020458F}"/>
              </a:ext>
            </a:extLst>
          </p:cNvPr>
          <p:cNvSpPr>
            <a:spLocks noGrp="1"/>
          </p:cNvSpPr>
          <p:nvPr>
            <p:ph type="ctrTitle"/>
          </p:nvPr>
        </p:nvSpPr>
        <p:spPr>
          <a:xfrm>
            <a:off x="381000" y="4960137"/>
            <a:ext cx="8045824" cy="1463040"/>
          </a:xfrm>
        </p:spPr>
        <p:txBody>
          <a:bodyPr>
            <a:noAutofit/>
          </a:bodyPr>
          <a:lstStyle/>
          <a:p>
            <a:pPr algn="l"/>
            <a:r>
              <a:rPr lang="en-AU" sz="4000" dirty="0" smtClean="0"/>
              <a:t>Topic: Finance</a:t>
            </a:r>
            <a:br>
              <a:rPr lang="en-AU" sz="4000" dirty="0" smtClean="0"/>
            </a:br>
            <a:r>
              <a:rPr lang="en-AU" sz="4000" dirty="0" smtClean="0"/>
              <a:t>EQ: How does tax affect a budget?</a:t>
            </a:r>
            <a:r>
              <a:rPr lang="en-GB" sz="4000" dirty="0">
                <a:latin typeface="Calibri" panose="020F0502020204030204" pitchFamily="34" charset="0"/>
                <a:cs typeface="Calibri" panose="020F0502020204030204" pitchFamily="34" charset="0"/>
              </a:rPr>
              <a:t/>
            </a:r>
            <a:br>
              <a:rPr lang="en-GB" sz="4000" dirty="0">
                <a:latin typeface="Calibri" panose="020F0502020204030204" pitchFamily="34" charset="0"/>
                <a:cs typeface="Calibri" panose="020F0502020204030204" pitchFamily="34" charset="0"/>
              </a:rPr>
            </a:br>
            <a:endParaRPr lang="en-AU" sz="4000" dirty="0"/>
          </a:p>
        </p:txBody>
      </p:sp>
      <p:sp>
        <p:nvSpPr>
          <p:cNvPr id="3" name="Subtitle 2">
            <a:extLst>
              <a:ext uri="{FF2B5EF4-FFF2-40B4-BE49-F238E27FC236}">
                <a16:creationId xmlns="" xmlns:a16="http://schemas.microsoft.com/office/drawing/2014/main" id="{39235905-0902-4C57-9CA6-37C142F28CCF}"/>
              </a:ext>
            </a:extLst>
          </p:cNvPr>
          <p:cNvSpPr>
            <a:spLocks noGrp="1"/>
          </p:cNvSpPr>
          <p:nvPr>
            <p:ph type="subTitle" idx="1"/>
          </p:nvPr>
        </p:nvSpPr>
        <p:spPr/>
        <p:txBody>
          <a:bodyPr/>
          <a:lstStyle/>
          <a:p>
            <a:r>
              <a:rPr lang="en-AU" dirty="0"/>
              <a:t>Year 11 </a:t>
            </a:r>
            <a:r>
              <a:rPr lang="en-AU" dirty="0" smtClean="0"/>
              <a:t>Maths Essentials</a:t>
            </a:r>
            <a:endParaRPr lang="en-AU" dirty="0"/>
          </a:p>
        </p:txBody>
      </p:sp>
    </p:spTree>
    <p:extLst>
      <p:ext uri="{BB962C8B-B14F-4D97-AF65-F5344CB8AC3E}">
        <p14:creationId xmlns:p14="http://schemas.microsoft.com/office/powerpoint/2010/main" val="1669176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842DAA-A945-4854-916B-03B00950BDA0}"/>
              </a:ext>
            </a:extLst>
          </p:cNvPr>
          <p:cNvSpPr>
            <a:spLocks noGrp="1"/>
          </p:cNvSpPr>
          <p:nvPr>
            <p:ph type="title"/>
          </p:nvPr>
        </p:nvSpPr>
        <p:spPr/>
        <p:txBody>
          <a:bodyPr/>
          <a:lstStyle/>
          <a:p>
            <a:r>
              <a:rPr lang="en-AU" dirty="0"/>
              <a:t>Things Required For This Lesson</a:t>
            </a:r>
          </a:p>
        </p:txBody>
      </p:sp>
      <p:sp>
        <p:nvSpPr>
          <p:cNvPr id="3" name="Content Placeholder 2">
            <a:extLst>
              <a:ext uri="{FF2B5EF4-FFF2-40B4-BE49-F238E27FC236}">
                <a16:creationId xmlns="" xmlns:a16="http://schemas.microsoft.com/office/drawing/2014/main" id="{C73B46C1-2EC7-446D-84C7-06B86F22835B}"/>
              </a:ext>
            </a:extLst>
          </p:cNvPr>
          <p:cNvSpPr>
            <a:spLocks noGrp="1"/>
          </p:cNvSpPr>
          <p:nvPr>
            <p:ph idx="1"/>
          </p:nvPr>
        </p:nvSpPr>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Interactive Notebook</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Textbook: </a:t>
            </a:r>
            <a:r>
              <a:rPr lang="en-AU" sz="2800" dirty="0">
                <a:solidFill>
                  <a:srgbClr val="7030A0"/>
                </a:solidFill>
                <a:latin typeface="Calibri" panose="020F0502020204030204" pitchFamily="34" charset="0"/>
                <a:cs typeface="Calibri" panose="020F0502020204030204" pitchFamily="34" charset="0"/>
              </a:rPr>
              <a:t>Interleaved Maths Essential Connections</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Ruler, Red Pen, Pencil, Pens, Scientific Calculator</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Growth </a:t>
            </a:r>
            <a:r>
              <a:rPr lang="en-AU" sz="2800" dirty="0" smtClean="0">
                <a:latin typeface="Calibri" panose="020F0502020204030204" pitchFamily="34" charset="0"/>
                <a:cs typeface="Calibri" panose="020F0502020204030204" pitchFamily="34" charset="0"/>
              </a:rPr>
              <a:t>mindset</a:t>
            </a:r>
          </a:p>
          <a:p>
            <a:pPr>
              <a:buFont typeface="Wingdings" panose="05000000000000000000" pitchFamily="2" charset="2"/>
              <a:buChar char="v"/>
            </a:pPr>
            <a:r>
              <a:rPr lang="en-AU" sz="2800" dirty="0" smtClean="0">
                <a:latin typeface="Calibri" panose="020F0502020204030204" pitchFamily="34" charset="0"/>
                <a:cs typeface="Calibri" panose="020F0502020204030204" pitchFamily="34" charset="0"/>
              </a:rPr>
              <a:t>Computer/laptop access with </a:t>
            </a:r>
            <a:r>
              <a:rPr lang="en-AU" sz="2800" dirty="0" err="1" smtClean="0">
                <a:latin typeface="Calibri" panose="020F0502020204030204" pitchFamily="34" charset="0"/>
                <a:cs typeface="Calibri" panose="020F0502020204030204" pitchFamily="34" charset="0"/>
              </a:rPr>
              <a:t>Excell</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08037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 xmlns:a16="http://schemas.microsoft.com/office/drawing/2014/main" id="{EC05745E-D2A7-4A30-B812-5738EFA91614}"/>
              </a:ext>
            </a:extLst>
          </p:cNvPr>
          <p:cNvSpPr txBox="1"/>
          <p:nvPr/>
        </p:nvSpPr>
        <p:spPr>
          <a:xfrm>
            <a:off x="754672" y="196208"/>
            <a:ext cx="2462534" cy="523220"/>
          </a:xfrm>
          <a:prstGeom prst="rect">
            <a:avLst/>
          </a:prstGeom>
          <a:noFill/>
        </p:spPr>
        <p:txBody>
          <a:bodyPr wrap="none" rtlCol="0">
            <a:spAutoFit/>
          </a:bodyPr>
          <a:lstStyle/>
          <a:p>
            <a:r>
              <a:rPr lang="en-AU" sz="2800" dirty="0" smtClean="0">
                <a:latin typeface="Calibri" panose="020F0502020204030204" pitchFamily="34" charset="0"/>
                <a:cs typeface="Calibri" panose="020F0502020204030204" pitchFamily="34" charset="0"/>
              </a:rPr>
              <a:t>Topic: Formulas</a:t>
            </a:r>
            <a:endParaRPr lang="en-AU" sz="2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BAEB9F17-FE97-4A80-AD23-AA0696B2CA65}"/>
              </a:ext>
            </a:extLst>
          </p:cNvPr>
          <p:cNvSpPr txBox="1"/>
          <p:nvPr/>
        </p:nvSpPr>
        <p:spPr>
          <a:xfrm>
            <a:off x="271907" y="756649"/>
            <a:ext cx="10643384" cy="830997"/>
          </a:xfrm>
          <a:prstGeom prst="rect">
            <a:avLst/>
          </a:prstGeom>
          <a:noFill/>
        </p:spPr>
        <p:txBody>
          <a:bodyPr wrap="square" rtlCol="0">
            <a:spAutoFit/>
          </a:bodyPr>
          <a:lstStyle/>
          <a:p>
            <a:r>
              <a:rPr lang="en-AU" sz="2400" dirty="0" smtClean="0">
                <a:latin typeface="Calibri" panose="020F0502020204030204" pitchFamily="34" charset="0"/>
                <a:cs typeface="Calibri" panose="020F0502020204030204" pitchFamily="34" charset="0"/>
              </a:rPr>
              <a:t>EQ: How do we write formulas?</a:t>
            </a:r>
            <a:endParaRPr lang="en-GB"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pic>
        <p:nvPicPr>
          <p:cNvPr id="6" name="Picture 5" descr="A picture containing text, brick, outdoor, sign&#10;&#10;Description automatically generated">
            <a:extLst>
              <a:ext uri="{FF2B5EF4-FFF2-40B4-BE49-F238E27FC236}">
                <a16:creationId xmlns="" xmlns:a16="http://schemas.microsoft.com/office/drawing/2014/main" id="{04DC1BC4-B66D-4429-8604-914BCDAFDC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xmlns="" r:id="rId4"/>
              </a:ext>
            </a:extLst>
          </a:blip>
          <a:stretch>
            <a:fillRect/>
          </a:stretch>
        </p:blipFill>
        <p:spPr>
          <a:xfrm>
            <a:off x="4881917" y="1449553"/>
            <a:ext cx="3257615" cy="4289864"/>
          </a:xfrm>
          <a:prstGeom prst="rect">
            <a:avLst/>
          </a:prstGeom>
        </p:spPr>
      </p:pic>
      <p:sp>
        <p:nvSpPr>
          <p:cNvPr id="7" name="TextBox 6">
            <a:extLst>
              <a:ext uri="{FF2B5EF4-FFF2-40B4-BE49-F238E27FC236}">
                <a16:creationId xmlns="" xmlns:a16="http://schemas.microsoft.com/office/drawing/2014/main" id="{F4EB01DF-9411-42CA-9351-FB3A2852305B}"/>
              </a:ext>
            </a:extLst>
          </p:cNvPr>
          <p:cNvSpPr txBox="1"/>
          <p:nvPr/>
        </p:nvSpPr>
        <p:spPr>
          <a:xfrm>
            <a:off x="5001187" y="5710872"/>
            <a:ext cx="2575263" cy="369332"/>
          </a:xfrm>
          <a:prstGeom prst="rect">
            <a:avLst/>
          </a:prstGeom>
          <a:noFill/>
        </p:spPr>
        <p:txBody>
          <a:bodyPr wrap="square" rtlCol="0">
            <a:spAutoFit/>
          </a:bodyPr>
          <a:lstStyle/>
          <a:p>
            <a:r>
              <a:rPr lang="en-AU" sz="900" dirty="0">
                <a:hlinkClick r:id="rId4" tooltip="https://www.flickr.com/photos/128758398@N07/16606213985"/>
              </a:rPr>
              <a:t>This Photo</a:t>
            </a:r>
            <a:r>
              <a:rPr lang="en-AU" sz="900" dirty="0"/>
              <a:t> by Unknown Author is licensed under </a:t>
            </a:r>
            <a:r>
              <a:rPr lang="en-AU" sz="900" dirty="0">
                <a:hlinkClick r:id="rId5" tooltip="https://creativecommons.org/licenses/by-sa/3.0/"/>
              </a:rPr>
              <a:t>CC BY-SA</a:t>
            </a:r>
            <a:endParaRPr lang="en-AU" sz="900" dirty="0"/>
          </a:p>
        </p:txBody>
      </p:sp>
      <p:cxnSp>
        <p:nvCxnSpPr>
          <p:cNvPr id="25" name="Straight Connector 24">
            <a:extLst>
              <a:ext uri="{FF2B5EF4-FFF2-40B4-BE49-F238E27FC236}">
                <a16:creationId xmlns=""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82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Warm up</a:t>
            </a:r>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7829" y="326570"/>
            <a:ext cx="5823857" cy="5823857"/>
          </a:xfrm>
          <a:prstGeom prst="rect">
            <a:avLst/>
          </a:prstGeom>
        </p:spPr>
      </p:pic>
    </p:spTree>
    <p:extLst>
      <p:ext uri="{BB962C8B-B14F-4D97-AF65-F5344CB8AC3E}">
        <p14:creationId xmlns:p14="http://schemas.microsoft.com/office/powerpoint/2010/main" val="2010362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Interleaved Maths 11</a:t>
            </a:r>
            <a:endParaRPr lang="en-AU" dirty="0"/>
          </a:p>
        </p:txBody>
      </p:sp>
      <p:sp>
        <p:nvSpPr>
          <p:cNvPr id="3" name="Content Placeholder 2"/>
          <p:cNvSpPr>
            <a:spLocks noGrp="1"/>
          </p:cNvSpPr>
          <p:nvPr>
            <p:ph idx="1"/>
          </p:nvPr>
        </p:nvSpPr>
        <p:spPr>
          <a:xfrm>
            <a:off x="839071" y="1912441"/>
            <a:ext cx="9720073" cy="4538433"/>
          </a:xfrm>
        </p:spPr>
        <p:txBody>
          <a:bodyPr>
            <a:normAutofit/>
          </a:bodyPr>
          <a:lstStyle/>
          <a:p>
            <a:r>
              <a:rPr lang="en-AU" dirty="0" smtClean="0"/>
              <a:t>Please turn to page 52 in your book (original investigation is on page 41).</a:t>
            </a:r>
          </a:p>
        </p:txBody>
      </p:sp>
    </p:spTree>
    <p:extLst>
      <p:ext uri="{BB962C8B-B14F-4D97-AF65-F5344CB8AC3E}">
        <p14:creationId xmlns:p14="http://schemas.microsoft.com/office/powerpoint/2010/main" val="645848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 xmlns:a16="http://schemas.microsoft.com/office/drawing/2014/main" id="{EC05745E-D2A7-4A30-B812-5738EFA91614}"/>
              </a:ext>
            </a:extLst>
          </p:cNvPr>
          <p:cNvSpPr txBox="1"/>
          <p:nvPr/>
        </p:nvSpPr>
        <p:spPr>
          <a:xfrm>
            <a:off x="754672" y="196208"/>
            <a:ext cx="2244653" cy="523220"/>
          </a:xfrm>
          <a:prstGeom prst="rect">
            <a:avLst/>
          </a:prstGeom>
          <a:noFill/>
        </p:spPr>
        <p:txBody>
          <a:bodyPr wrap="none" rtlCol="0">
            <a:spAutoFit/>
          </a:bodyPr>
          <a:lstStyle/>
          <a:p>
            <a:r>
              <a:rPr lang="en-AU" sz="2800" dirty="0" smtClean="0">
                <a:latin typeface="Calibri" panose="020F0502020204030204" pitchFamily="34" charset="0"/>
                <a:cs typeface="Calibri" panose="020F0502020204030204" pitchFamily="34" charset="0"/>
              </a:rPr>
              <a:t>Topic: Finance</a:t>
            </a:r>
            <a:endParaRPr lang="en-AU" sz="2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BAEB9F17-FE97-4A80-AD23-AA0696B2CA65}"/>
              </a:ext>
            </a:extLst>
          </p:cNvPr>
          <p:cNvSpPr txBox="1"/>
          <p:nvPr/>
        </p:nvSpPr>
        <p:spPr>
          <a:xfrm>
            <a:off x="271907" y="756649"/>
            <a:ext cx="10643384" cy="830997"/>
          </a:xfrm>
          <a:prstGeom prst="rect">
            <a:avLst/>
          </a:prstGeom>
          <a:noFill/>
        </p:spPr>
        <p:txBody>
          <a:bodyPr wrap="square" rtlCol="0">
            <a:spAutoFit/>
          </a:bodyPr>
          <a:lstStyle/>
          <a:p>
            <a:r>
              <a:rPr lang="en-AU" sz="2400" dirty="0" smtClean="0">
                <a:latin typeface="Calibri" panose="020F0502020204030204" pitchFamily="34" charset="0"/>
                <a:cs typeface="Calibri" panose="020F0502020204030204" pitchFamily="34" charset="0"/>
              </a:rPr>
              <a:t>EQ: </a:t>
            </a:r>
            <a:r>
              <a:rPr lang="en-AU" sz="2400" dirty="0"/>
              <a:t>How can we use formulas to compare costs</a:t>
            </a:r>
            <a:r>
              <a:rPr lang="en-AU" sz="2400" dirty="0" smtClean="0">
                <a:latin typeface="Calibri" panose="020F0502020204030204" pitchFamily="34" charset="0"/>
                <a:cs typeface="Calibri" panose="020F0502020204030204" pitchFamily="34" charset="0"/>
              </a:rPr>
              <a:t>?</a:t>
            </a:r>
            <a:endParaRPr lang="en-GB" sz="2400" dirty="0">
              <a:latin typeface="Calibri" panose="020F0502020204030204" pitchFamily="34" charset="0"/>
              <a:cs typeface="Calibri" panose="020F0502020204030204" pitchFamily="34" charset="0"/>
            </a:endParaRPr>
          </a:p>
          <a:p>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cxnSp>
        <p:nvCxnSpPr>
          <p:cNvPr id="25" name="Straight Connector 24">
            <a:extLst>
              <a:ext uri="{FF2B5EF4-FFF2-40B4-BE49-F238E27FC236}">
                <a16:creationId xmlns=""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7"/>
          <p:cNvSpPr/>
          <p:nvPr/>
        </p:nvSpPr>
        <p:spPr>
          <a:xfrm>
            <a:off x="2816506" y="1715535"/>
            <a:ext cx="6096000" cy="1200329"/>
          </a:xfrm>
          <a:prstGeom prst="rect">
            <a:avLst/>
          </a:prstGeom>
        </p:spPr>
        <p:txBody>
          <a:bodyPr>
            <a:spAutoFit/>
          </a:bodyPr>
          <a:lstStyle/>
          <a:p>
            <a:r>
              <a:rPr lang="en-AU" dirty="0" smtClean="0"/>
              <a:t>From last week:</a:t>
            </a:r>
          </a:p>
          <a:p>
            <a:pPr marL="285750" indent="-285750">
              <a:buFont typeface="Arial" panose="020B0604020202020204" pitchFamily="34" charset="0"/>
              <a:buChar char="•"/>
            </a:pPr>
            <a:r>
              <a:rPr lang="en-AU" dirty="0" smtClean="0"/>
              <a:t>Using Excel and formulas on a spreadsheet</a:t>
            </a:r>
          </a:p>
          <a:p>
            <a:pPr marL="285750" indent="-285750">
              <a:buFont typeface="Arial" panose="020B0604020202020204" pitchFamily="34" charset="0"/>
              <a:buChar char="•"/>
            </a:pPr>
            <a:r>
              <a:rPr lang="en-AU" dirty="0" smtClean="0"/>
              <a:t>Manipulating columns and rows to adjust data. </a:t>
            </a:r>
          </a:p>
          <a:p>
            <a:r>
              <a:rPr lang="en-AU" dirty="0" smtClean="0"/>
              <a:t> </a:t>
            </a:r>
            <a:endParaRPr lang="en-AU" dirty="0"/>
          </a:p>
        </p:txBody>
      </p:sp>
      <p:sp>
        <p:nvSpPr>
          <p:cNvPr id="5" name="TextBox 4"/>
          <p:cNvSpPr txBox="1"/>
          <p:nvPr/>
        </p:nvSpPr>
        <p:spPr>
          <a:xfrm>
            <a:off x="2816506" y="3402547"/>
            <a:ext cx="8414184" cy="2308324"/>
          </a:xfrm>
          <a:prstGeom prst="rect">
            <a:avLst/>
          </a:prstGeom>
          <a:noFill/>
        </p:spPr>
        <p:txBody>
          <a:bodyPr wrap="square" rtlCol="0">
            <a:spAutoFit/>
          </a:bodyPr>
          <a:lstStyle/>
          <a:p>
            <a:r>
              <a:rPr lang="en-AU" dirty="0" smtClean="0"/>
              <a:t>For this lesson you will be creating a spreadsheet budget from the information provided.  You will need to take into account The situation and the tax that you would pay on your earnings before you pay for the things that you need.  </a:t>
            </a:r>
            <a:br>
              <a:rPr lang="en-AU" dirty="0" smtClean="0"/>
            </a:br>
            <a:r>
              <a:rPr lang="en-AU" dirty="0" smtClean="0"/>
              <a:t/>
            </a:r>
            <a:br>
              <a:rPr lang="en-AU" dirty="0" smtClean="0"/>
            </a:br>
            <a:r>
              <a:rPr lang="en-AU" dirty="0" smtClean="0"/>
              <a:t>Please follow the investigation list through and make sure that you have everything noted.</a:t>
            </a:r>
            <a:br>
              <a:rPr lang="en-AU" dirty="0" smtClean="0"/>
            </a:br>
            <a:endParaRPr lang="en-AU" dirty="0" smtClean="0"/>
          </a:p>
        </p:txBody>
      </p:sp>
    </p:spTree>
    <p:extLst>
      <p:ext uri="{BB962C8B-B14F-4D97-AF65-F5344CB8AC3E}">
        <p14:creationId xmlns:p14="http://schemas.microsoft.com/office/powerpoint/2010/main" val="11248683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C791E209-E628-4C32-B571-BF00FB683DFD}"/>
              </a:ext>
            </a:extLst>
          </p:cNvPr>
          <p:cNvSpPr>
            <a:spLocks noGrp="1"/>
          </p:cNvSpPr>
          <p:nvPr>
            <p:ph type="title"/>
          </p:nvPr>
        </p:nvSpPr>
        <p:spPr>
          <a:xfrm>
            <a:off x="1024128" y="585216"/>
            <a:ext cx="5902061" cy="1499616"/>
          </a:xfrm>
        </p:spPr>
        <p:txBody>
          <a:bodyPr>
            <a:normAutofit/>
          </a:bodyPr>
          <a:lstStyle/>
          <a:p>
            <a:r>
              <a:rPr lang="en-AU"/>
              <a:t>Thank you</a:t>
            </a:r>
          </a:p>
        </p:txBody>
      </p:sp>
      <p:sp>
        <p:nvSpPr>
          <p:cNvPr id="5" name="Content Placeholder 4">
            <a:extLst>
              <a:ext uri="{FF2B5EF4-FFF2-40B4-BE49-F238E27FC236}">
                <a16:creationId xmlns="" xmlns:a16="http://schemas.microsoft.com/office/drawing/2014/main" id="{F2A5B7C2-6C39-4AFA-9B5D-C3F3C81B941B}"/>
              </a:ext>
            </a:extLst>
          </p:cNvPr>
          <p:cNvSpPr>
            <a:spLocks noGrp="1"/>
          </p:cNvSpPr>
          <p:nvPr>
            <p:ph idx="1"/>
          </p:nvPr>
        </p:nvSpPr>
        <p:spPr>
          <a:xfrm>
            <a:off x="1024128" y="2286000"/>
            <a:ext cx="5902061" cy="3931920"/>
          </a:xfrm>
        </p:spPr>
        <p:txBody>
          <a:bodyPr>
            <a:normAutofit fontScale="92500" lnSpcReduction="20000"/>
          </a:bodyPr>
          <a:lstStyle/>
          <a:p>
            <a:r>
              <a:rPr lang="en-AU" dirty="0">
                <a:latin typeface="Calibri" panose="020F0502020204030204" pitchFamily="34" charset="0"/>
                <a:cs typeface="Calibri" panose="020F0502020204030204" pitchFamily="34" charset="0"/>
              </a:rPr>
              <a:t>Keep up the good work!</a:t>
            </a:r>
          </a:p>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Quote of the day – </a:t>
            </a:r>
          </a:p>
          <a:p>
            <a:endParaRPr lang="en-AU" dirty="0">
              <a:latin typeface="Calibri" panose="020F0502020204030204" pitchFamily="34" charset="0"/>
              <a:cs typeface="Calibri" panose="020F0502020204030204" pitchFamily="34" charset="0"/>
            </a:endParaRPr>
          </a:p>
          <a:p>
            <a:r>
              <a:rPr lang="en-AU" sz="4000" dirty="0" smtClean="0">
                <a:latin typeface="Calibri" panose="020F0502020204030204" pitchFamily="34" charset="0"/>
                <a:cs typeface="Calibri" panose="020F0502020204030204" pitchFamily="34" charset="0"/>
              </a:rPr>
              <a:t>“</a:t>
            </a:r>
            <a:r>
              <a:rPr lang="en-AU" sz="4000" dirty="0"/>
              <a:t>Wealth consists not in having great possessions, but in having few wants</a:t>
            </a:r>
            <a:r>
              <a:rPr lang="en-AU" sz="4000" dirty="0" smtClean="0"/>
              <a:t>.”</a:t>
            </a:r>
          </a:p>
          <a:p>
            <a:r>
              <a:rPr lang="en-AU" i="1" dirty="0" smtClean="0"/>
              <a:t>Epictetus</a:t>
            </a:r>
            <a:endParaRPr lang="en-AU" i="1" dirty="0"/>
          </a:p>
        </p:txBody>
      </p:sp>
      <p:pic>
        <p:nvPicPr>
          <p:cNvPr id="9" name="Graphic 8" descr="Smiling Face with No Fill">
            <a:extLst>
              <a:ext uri="{FF2B5EF4-FFF2-40B4-BE49-F238E27FC236}">
                <a16:creationId xmlns="" xmlns:a16="http://schemas.microsoft.com/office/drawing/2014/main" id="{10954B83-DCF2-4288-9017-12D8B7B8E4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7552267" y="1429173"/>
            <a:ext cx="3999654" cy="3999654"/>
          </a:xfrm>
          <a:prstGeom prst="rect">
            <a:avLst/>
          </a:prstGeom>
        </p:spPr>
      </p:pic>
    </p:spTree>
    <p:extLst>
      <p:ext uri="{BB962C8B-B14F-4D97-AF65-F5344CB8AC3E}">
        <p14:creationId xmlns:p14="http://schemas.microsoft.com/office/powerpoint/2010/main" val="22323084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4539</TotalTime>
  <Words>214</Words>
  <Application>Microsoft Office PowerPoint</Application>
  <PresentationFormat>Widescreen</PresentationFormat>
  <Paragraphs>45</Paragraphs>
  <Slides>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Tw Cen MT</vt:lpstr>
      <vt:lpstr>Tw Cen MT Condensed</vt:lpstr>
      <vt:lpstr>Wingdings</vt:lpstr>
      <vt:lpstr>Wingdings 3</vt:lpstr>
      <vt:lpstr>Integral</vt:lpstr>
      <vt:lpstr>Topic: Finance EQ: How does tax affect a budget? </vt:lpstr>
      <vt:lpstr>Things Required For This Lesson</vt:lpstr>
      <vt:lpstr>PowerPoint Presentation</vt:lpstr>
      <vt:lpstr>Warm up</vt:lpstr>
      <vt:lpstr>Interleaved Maths 11</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Addition and Perimeter EQ: How do you use known and unknown information to find perimeter?</dc:title>
  <dc:creator>WATSON Justin [Baldivis Secondary College]</dc:creator>
  <cp:lastModifiedBy>Coz W</cp:lastModifiedBy>
  <cp:revision>51</cp:revision>
  <dcterms:created xsi:type="dcterms:W3CDTF">2021-02-11T13:20:57Z</dcterms:created>
  <dcterms:modified xsi:type="dcterms:W3CDTF">2021-05-18T12:24:06Z</dcterms:modified>
</cp:coreProperties>
</file>