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3"/>
  </p:notesMasterIdLst>
  <p:sldIdLst>
    <p:sldId id="263" r:id="rId2"/>
    <p:sldId id="269" r:id="rId3"/>
    <p:sldId id="257" r:id="rId4"/>
    <p:sldId id="311" r:id="rId5"/>
    <p:sldId id="324" r:id="rId6"/>
    <p:sldId id="262" r:id="rId7"/>
    <p:sldId id="270" r:id="rId8"/>
    <p:sldId id="264" r:id="rId9"/>
    <p:sldId id="267" r:id="rId10"/>
    <p:sldId id="265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0876B-92DC-40AC-B594-F3E0179F97F2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00F54-A9D3-476A-A811-2700FD0FCBC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2305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Explaining this slide: Demonstrate the “</a:t>
            </a:r>
            <a:r>
              <a:rPr lang="en-US" b="1" dirty="0"/>
              <a:t>type of response</a:t>
            </a:r>
            <a:r>
              <a:rPr lang="en-US" dirty="0"/>
              <a:t>”: In 2 minutes (timed), you are going to share with your shoulder partner all of the formulas and examples you have written. You will get 2 mins (timed) to write down any formula/examples that your partners has that you haven’t and vice-versa. You and your partner then need to be prepared to share one formula and example on the board ( only choose 3 )</a:t>
            </a:r>
          </a:p>
          <a:p>
            <a:endParaRPr lang="en-US" dirty="0"/>
          </a:p>
          <a:p>
            <a:r>
              <a:rPr lang="en-US" dirty="0"/>
              <a:t>After marking the roll:</a:t>
            </a:r>
          </a:p>
          <a:p>
            <a:r>
              <a:rPr lang="en-US" dirty="0"/>
              <a:t>- Use </a:t>
            </a:r>
            <a:r>
              <a:rPr lang="en-US" b="1" dirty="0"/>
              <a:t>active scanning </a:t>
            </a:r>
            <a:r>
              <a:rPr lang="en-US" dirty="0"/>
              <a:t>and intervene if they are not. Use </a:t>
            </a:r>
            <a:r>
              <a:rPr lang="en-US" b="1" dirty="0"/>
              <a:t>Private dialogue </a:t>
            </a:r>
            <a:r>
              <a:rPr lang="en-US" dirty="0"/>
              <a:t>if needed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216D-CFF3-4986-8F74-1237429BE76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2428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714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739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954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7831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2888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183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8532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703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952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3135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7785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8452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0580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612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3987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96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36329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97715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99917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2B8E0C-D3FD-41DA-A4C4-89E1D908131A}" type="datetimeFigureOut">
              <a:rPr lang="en-AU" smtClean="0"/>
              <a:t>10/06/2021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B740308-92EA-4C6A-A394-26807DD0BBF9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850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979026" y="4631121"/>
            <a:ext cx="9144000" cy="841191"/>
          </a:xfrm>
        </p:spPr>
        <p:txBody>
          <a:bodyPr>
            <a:normAutofit/>
          </a:bodyPr>
          <a:lstStyle/>
          <a:p>
            <a:r>
              <a:rPr lang="en-US" dirty="0"/>
              <a:t>Topic: Measurement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43" y="5203163"/>
            <a:ext cx="9144000" cy="642703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EQ: How do I convert between volume and capacity units?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12096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EA6FD-66F3-4DAA-B5C0-39FF5D8512B0}"/>
              </a:ext>
            </a:extLst>
          </p:cNvPr>
          <p:cNvSpPr txBox="1"/>
          <p:nvPr/>
        </p:nvSpPr>
        <p:spPr>
          <a:xfrm>
            <a:off x="8645236" y="5472312"/>
            <a:ext cx="3147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97540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50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800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135464" indent="0">
              <a:buNone/>
            </a:pPr>
            <a:endParaRPr lang="en-AU" sz="2800" dirty="0"/>
          </a:p>
          <a:p>
            <a:r>
              <a:rPr lang="en-AU" sz="2800" dirty="0"/>
              <a:t>calculate the volume and capacity of cubes, rectangular and triangular prisms and cylinders.</a:t>
            </a:r>
          </a:p>
        </p:txBody>
      </p:sp>
    </p:spTree>
    <p:extLst>
      <p:ext uri="{BB962C8B-B14F-4D97-AF65-F5344CB8AC3E}">
        <p14:creationId xmlns:p14="http://schemas.microsoft.com/office/powerpoint/2010/main" val="2503822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cs typeface="Calibri" panose="020F0502020204030204" pitchFamily="34" charset="0"/>
              </a:rPr>
              <a:t>EQ: Why is estimating and measuring accurately important?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332" y="305116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/>
              <a:t>First 5</a:t>
            </a:r>
            <a:br>
              <a:rPr lang="en-AU" sz="3500" dirty="0"/>
            </a:br>
            <a:br>
              <a:rPr lang="en-AU" sz="3500" dirty="0"/>
            </a:br>
            <a:endParaRPr lang="en-AU" sz="3500" dirty="0"/>
          </a:p>
        </p:txBody>
      </p:sp>
      <p:sp>
        <p:nvSpPr>
          <p:cNvPr id="4" name="TextBox 3"/>
          <p:cNvSpPr txBox="1"/>
          <p:nvPr/>
        </p:nvSpPr>
        <p:spPr>
          <a:xfrm>
            <a:off x="1955631" y="834637"/>
            <a:ext cx="5824102" cy="45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/>
              <a:t>How many cm in 1.25km?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/>
              <a:t>Find the Simple Interest owing on a loan of $7000 at 3.5% for 6 years.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/>
              <a:t>What is the area of a rectangle with a length of 7m and width of 4m?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4. How many km</a:t>
            </a:r>
            <a:r>
              <a:rPr lang="en-AU" sz="2800" baseline="30000" dirty="0"/>
              <a:t>2</a:t>
            </a:r>
            <a:r>
              <a:rPr lang="en-AU" sz="2800" dirty="0"/>
              <a:t> are 42000ha?</a:t>
            </a:r>
          </a:p>
          <a:p>
            <a:pPr>
              <a:lnSpc>
                <a:spcPct val="150000"/>
              </a:lnSpc>
            </a:pPr>
            <a:r>
              <a:rPr lang="en-AU" sz="2800" dirty="0"/>
              <a:t>5.What is 6</a:t>
            </a:r>
            <a:r>
              <a:rPr lang="en-AU" sz="2800" baseline="30000" dirty="0"/>
              <a:t>2</a:t>
            </a:r>
            <a:r>
              <a:rPr lang="en-AU" sz="2800" dirty="0"/>
              <a:t>x4+(16-4)-15?</a:t>
            </a:r>
          </a:p>
        </p:txBody>
      </p:sp>
    </p:spTree>
    <p:extLst>
      <p:ext uri="{BB962C8B-B14F-4D97-AF65-F5344CB8AC3E}">
        <p14:creationId xmlns:p14="http://schemas.microsoft.com/office/powerpoint/2010/main" val="2540581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582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How do I convert between volume and capacity units?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207006" y="132048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DC3AE41-AAED-4B62-B7BF-00EBF9F8D3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166" t="37146" r="36128" b="18497"/>
          <a:stretch/>
        </p:blipFill>
        <p:spPr>
          <a:xfrm>
            <a:off x="2044534" y="2043632"/>
            <a:ext cx="6347012" cy="456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582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How do I convert between volume and capacity units?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207006" y="132048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7AF882-C6B2-4632-B86E-5C7695E72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8" y="2243558"/>
            <a:ext cx="10547784" cy="395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067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72D346-2546-40C0-939D-B3190DF89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9" y="606452"/>
            <a:ext cx="11930635" cy="584688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83E7FD-A44D-4DF5-BF5D-93D422484A0F}"/>
              </a:ext>
            </a:extLst>
          </p:cNvPr>
          <p:cNvSpPr/>
          <p:nvPr/>
        </p:nvSpPr>
        <p:spPr>
          <a:xfrm>
            <a:off x="139485" y="2603715"/>
            <a:ext cx="11220773" cy="10073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173634-E7EA-4729-BFB4-DDC5B245FD2F}"/>
              </a:ext>
            </a:extLst>
          </p:cNvPr>
          <p:cNvSpPr/>
          <p:nvPr/>
        </p:nvSpPr>
        <p:spPr>
          <a:xfrm>
            <a:off x="139484" y="3812892"/>
            <a:ext cx="11868070" cy="26404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305ABA-96E8-4177-9988-0580C750E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22" y="206795"/>
            <a:ext cx="11823108" cy="64444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8173634-E7EA-4729-BFB4-DDC5B245FD2F}"/>
              </a:ext>
            </a:extLst>
          </p:cNvPr>
          <p:cNvSpPr/>
          <p:nvPr/>
        </p:nvSpPr>
        <p:spPr>
          <a:xfrm>
            <a:off x="94522" y="5077691"/>
            <a:ext cx="11868070" cy="17713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5756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1A0ED0-F6A9-4176-8D94-FDC4A512A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5" y="3338"/>
            <a:ext cx="10425516" cy="6854662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B47E03-B889-4D3C-B8AA-04629662D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557" y="367382"/>
            <a:ext cx="8292885" cy="612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380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34</TotalTime>
  <Words>307</Words>
  <Application>Microsoft Office PowerPoint</Application>
  <PresentationFormat>Widescreen</PresentationFormat>
  <Paragraphs>48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Kiwi School Handwriting</vt:lpstr>
      <vt:lpstr>Times New Roman</vt:lpstr>
      <vt:lpstr>Tw Cen MT</vt:lpstr>
      <vt:lpstr>Tw Cen MT Condensed</vt:lpstr>
      <vt:lpstr>Wingdings</vt:lpstr>
      <vt:lpstr>Wingdings 3</vt:lpstr>
      <vt:lpstr>Integral</vt:lpstr>
      <vt:lpstr>Topic: Measurement</vt:lpstr>
      <vt:lpstr>Learning Intentions</vt:lpstr>
      <vt:lpstr>Things Required For This Lesson</vt:lpstr>
      <vt:lpstr>PowerPoint Presentation</vt:lpstr>
      <vt:lpstr>First 5  </vt:lpstr>
      <vt:lpstr>PowerPoint Presentation</vt:lpstr>
      <vt:lpstr>PowerPoint Presentation</vt:lpstr>
      <vt:lpstr>Practice</vt:lpstr>
      <vt:lpstr>PowerPoint Presentation</vt:lpstr>
      <vt:lpstr>Task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Measurement</dc:title>
  <dc:creator>Sarah JAMES</dc:creator>
  <cp:lastModifiedBy>EVANS Clem [Baldivis Secondary College]</cp:lastModifiedBy>
  <cp:revision>9</cp:revision>
  <dcterms:created xsi:type="dcterms:W3CDTF">2021-02-23T01:30:18Z</dcterms:created>
  <dcterms:modified xsi:type="dcterms:W3CDTF">2021-06-10T03:35:31Z</dcterms:modified>
</cp:coreProperties>
</file>