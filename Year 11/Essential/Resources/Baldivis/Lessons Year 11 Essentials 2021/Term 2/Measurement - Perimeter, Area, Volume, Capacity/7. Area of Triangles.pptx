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24" r:id="rId4"/>
    <p:sldId id="355" r:id="rId5"/>
    <p:sldId id="352" r:id="rId6"/>
    <p:sldId id="351" r:id="rId7"/>
    <p:sldId id="350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65" d="100"/>
          <a:sy n="65" d="100"/>
        </p:scale>
        <p:origin x="60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241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calculate the area of triangles?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04388" y="366576"/>
            <a:ext cx="34876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80km/hr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900kJ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883 665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21.52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5) 1, 2, 3, 6, 9, 18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/>
              <p:nvPr/>
            </p:nvSpPr>
            <p:spPr>
              <a:xfrm>
                <a:off x="1786850" y="1488756"/>
                <a:ext cx="6481765" cy="3571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 travel 40km in half an hour. What is my speed?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An 18-year-old student swam for 30 minutes. If she burned kJ at the rate of 150kJ per 5 minutes, how much did she burn during her work out?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_______- 347 186 = 536 479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Write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21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lang="en-US" sz="2400" dirty="0"/>
                  <a:t> as a decimal.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What factors do the number 18 and 36 share?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850" y="1488756"/>
                <a:ext cx="6481765" cy="3571619"/>
              </a:xfrm>
              <a:prstGeom prst="rect">
                <a:avLst/>
              </a:prstGeom>
              <a:blipFill>
                <a:blip r:embed="rId3"/>
                <a:stretch>
                  <a:fillRect l="-1223" r="-564" b="-2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7222978" y="196208"/>
            <a:ext cx="479041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area of triangles?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70075-8B7D-47E6-B676-0F3CDA6524E7}"/>
              </a:ext>
            </a:extLst>
          </p:cNvPr>
          <p:cNvCxnSpPr>
            <a:cxnSpLocks/>
          </p:cNvCxnSpPr>
          <p:nvPr/>
        </p:nvCxnSpPr>
        <p:spPr>
          <a:xfrm>
            <a:off x="1725328" y="760729"/>
            <a:ext cx="0" cy="54579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8641B3-4A02-4DCB-AFA1-648D8FF3828D}"/>
              </a:ext>
            </a:extLst>
          </p:cNvPr>
          <p:cNvSpPr txBox="1"/>
          <p:nvPr/>
        </p:nvSpPr>
        <p:spPr>
          <a:xfrm>
            <a:off x="1867750" y="1262915"/>
            <a:ext cx="97515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Experiment – page 67</a:t>
            </a:r>
          </a:p>
          <a:p>
            <a:endParaRPr lang="en-US" sz="2000" dirty="0"/>
          </a:p>
          <a:p>
            <a:r>
              <a:rPr lang="en-US" sz="2000" dirty="0"/>
              <a:t>Take any rectangle. Identify any point along the top of the rectangle and use this point as the apex for the triangle. </a:t>
            </a:r>
          </a:p>
          <a:p>
            <a:r>
              <a:rPr lang="en-US" sz="2000" dirty="0"/>
              <a:t>Join the apex to the corners of the base using a ruler.</a:t>
            </a:r>
          </a:p>
          <a:p>
            <a:r>
              <a:rPr lang="en-US" sz="2000" dirty="0"/>
              <a:t>Cut your main triangle. </a:t>
            </a:r>
          </a:p>
          <a:p>
            <a:r>
              <a:rPr lang="en-US" sz="2000" dirty="0"/>
              <a:t>Join the two smaller, left-over triangles to form another triangle. </a:t>
            </a:r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What do you notice about the size of your main triangle compared with the triangle made from the 2 parts?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How can you adapt the base x height rectangle or length x width formula to solve the are of triangles?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83124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area of triangles?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325C16-D3A0-AC4C-AB58-C4F1EDA0AF05}"/>
                  </a:ext>
                </a:extLst>
              </p:cNvPr>
              <p:cNvSpPr txBox="1"/>
              <p:nvPr/>
            </p:nvSpPr>
            <p:spPr>
              <a:xfrm>
                <a:off x="2083813" y="1442044"/>
                <a:ext cx="5393395" cy="86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Area of triangle is: </a:t>
                </a:r>
              </a:p>
              <a:p>
                <a:r>
                  <a:rPr lang="en-US" sz="2000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325C16-D3A0-AC4C-AB58-C4F1EDA0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813" y="1442044"/>
                <a:ext cx="5393395" cy="862608"/>
              </a:xfrm>
              <a:prstGeom prst="rect">
                <a:avLst/>
              </a:prstGeom>
              <a:blipFill>
                <a:blip r:embed="rId3"/>
                <a:stretch>
                  <a:fillRect l="-1243" t="-4255" b="-21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718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I solve the area of a triangle?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0992F-23C9-4A74-B910-AA2FD4CDB6C2}"/>
              </a:ext>
            </a:extLst>
          </p:cNvPr>
          <p:cNvSpPr txBox="1"/>
          <p:nvPr/>
        </p:nvSpPr>
        <p:spPr>
          <a:xfrm>
            <a:off x="74645" y="2590582"/>
            <a:ext cx="17180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I apply the formula for area of a triangle?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5775C0-AB86-4AB0-89A0-C088EF5390C3}"/>
              </a:ext>
            </a:extLst>
          </p:cNvPr>
          <p:cNvGrpSpPr/>
          <p:nvPr/>
        </p:nvGrpSpPr>
        <p:grpSpPr>
          <a:xfrm>
            <a:off x="2115344" y="2740221"/>
            <a:ext cx="2686422" cy="1617901"/>
            <a:chOff x="1974480" y="2760384"/>
            <a:chExt cx="2686422" cy="1617901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99ABB298-8255-4B5D-BF8F-4615B47EE2E6}"/>
                </a:ext>
              </a:extLst>
            </p:cNvPr>
            <p:cNvSpPr/>
            <p:nvPr/>
          </p:nvSpPr>
          <p:spPr>
            <a:xfrm>
              <a:off x="2000091" y="2766317"/>
              <a:ext cx="2017725" cy="117196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C8D93E8-F38B-40BD-B2F9-0A999F8BD3E8}"/>
                </a:ext>
              </a:extLst>
            </p:cNvPr>
            <p:cNvCxnSpPr/>
            <p:nvPr/>
          </p:nvCxnSpPr>
          <p:spPr>
            <a:xfrm>
              <a:off x="1974480" y="4032307"/>
              <a:ext cx="206894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FED381-70E1-4721-8E00-88B9E912D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655" y="2760384"/>
              <a:ext cx="1" cy="11719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D77AF9-1B45-4072-80F8-9F2217B8E2BF}"/>
                </a:ext>
              </a:extLst>
            </p:cNvPr>
            <p:cNvSpPr txBox="1"/>
            <p:nvPr/>
          </p:nvSpPr>
          <p:spPr>
            <a:xfrm>
              <a:off x="2636895" y="4008953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 cm</a:t>
              </a:r>
              <a:endParaRPr lang="en-AU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17671D-5EC6-4402-9D3E-9DF8EBA8FB11}"/>
                </a:ext>
              </a:extLst>
            </p:cNvPr>
            <p:cNvSpPr txBox="1"/>
            <p:nvPr/>
          </p:nvSpPr>
          <p:spPr>
            <a:xfrm>
              <a:off x="4043425" y="3213183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 cm</a:t>
              </a:r>
              <a:endParaRPr lang="en-AU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90D236-55BC-4092-B267-A41CCCA42B09}"/>
                  </a:ext>
                </a:extLst>
              </p:cNvPr>
              <p:cNvSpPr txBox="1"/>
              <p:nvPr/>
            </p:nvSpPr>
            <p:spPr>
              <a:xfrm>
                <a:off x="2426662" y="4488033"/>
                <a:ext cx="2068942" cy="1980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96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A = 48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90D236-55BC-4092-B267-A41CCCA42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662" y="4488033"/>
                <a:ext cx="2068942" cy="1980927"/>
              </a:xfrm>
              <a:prstGeom prst="rect">
                <a:avLst/>
              </a:prstGeom>
              <a:blipFill>
                <a:blip r:embed="rId4"/>
                <a:stretch>
                  <a:fillRect l="-29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7222978" y="196208"/>
            <a:ext cx="479041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area of triangles?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70075-8B7D-47E6-B676-0F3CDA6524E7}"/>
              </a:ext>
            </a:extLst>
          </p:cNvPr>
          <p:cNvCxnSpPr>
            <a:cxnSpLocks/>
          </p:cNvCxnSpPr>
          <p:nvPr/>
        </p:nvCxnSpPr>
        <p:spPr>
          <a:xfrm>
            <a:off x="1725328" y="760729"/>
            <a:ext cx="0" cy="54579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8641B3-4A02-4DCB-AFA1-648D8FF3828D}"/>
              </a:ext>
            </a:extLst>
          </p:cNvPr>
          <p:cNvSpPr txBox="1"/>
          <p:nvPr/>
        </p:nvSpPr>
        <p:spPr>
          <a:xfrm>
            <a:off x="124277" y="915636"/>
            <a:ext cx="1601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Practice: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E9724-9187-46B0-A01E-79270817F5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506"/>
          <a:stretch/>
        </p:blipFill>
        <p:spPr>
          <a:xfrm>
            <a:off x="2109911" y="859569"/>
            <a:ext cx="6189123" cy="3497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FA683E-DE8F-4965-8796-2C484A2BA8C0}"/>
              </a:ext>
            </a:extLst>
          </p:cNvPr>
          <p:cNvSpPr txBox="1"/>
          <p:nvPr/>
        </p:nvSpPr>
        <p:spPr>
          <a:xfrm>
            <a:off x="2109911" y="4734022"/>
            <a:ext cx="341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Practice on page 67</a:t>
            </a:r>
          </a:p>
          <a:p>
            <a:r>
              <a:rPr lang="en-US" dirty="0"/>
              <a:t>    Qs 3, 4, 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9402" y="937490"/>
            <a:ext cx="9720073" cy="4023360"/>
          </a:xfrm>
        </p:spPr>
        <p:txBody>
          <a:bodyPr/>
          <a:lstStyle/>
          <a:p>
            <a:r>
              <a:rPr lang="en-AU" sz="3600" dirty="0"/>
              <a:t>Complete the area of triangle worksheet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US" dirty="0">
                <a:latin typeface="Montserrat"/>
              </a:rPr>
              <a:t>Finished? Have a go at these:</a:t>
            </a:r>
            <a:endParaRPr lang="en-US" b="0" i="0" dirty="0">
              <a:effectLst/>
              <a:latin typeface="Montserrat"/>
            </a:endParaRPr>
          </a:p>
          <a:p>
            <a:endParaRPr lang="en-US" dirty="0">
              <a:latin typeface="Montserrat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73D10-D959-49F0-AD94-9C356DB89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262" y="2612575"/>
            <a:ext cx="2984938" cy="4041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3E60D4-A431-4735-8ED7-13C4053E1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315" y="2997164"/>
            <a:ext cx="3288859" cy="3656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C38D17-F326-4026-B503-3B003F5A4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4198" y="2997164"/>
            <a:ext cx="3224602" cy="36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11795</TotalTime>
  <Words>408</Words>
  <Application>Microsoft Office PowerPoint</Application>
  <PresentationFormat>Widescreen</PresentationFormat>
  <Paragraphs>78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Cambria Math</vt:lpstr>
      <vt:lpstr>Montserrat</vt:lpstr>
      <vt:lpstr>Tw Cen MT</vt:lpstr>
      <vt:lpstr>Tw Cen MT Condensed</vt:lpstr>
      <vt:lpstr>Wingdings</vt:lpstr>
      <vt:lpstr>Wingdings 3</vt:lpstr>
      <vt:lpstr>Integral</vt:lpstr>
      <vt:lpstr>Topic: Measurement EQ: How do I calculate the area of triangles? </vt:lpstr>
      <vt:lpstr>Things Required For This Lesson</vt:lpstr>
      <vt:lpstr>First 5 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70</cp:revision>
  <dcterms:created xsi:type="dcterms:W3CDTF">2021-02-11T13:20:57Z</dcterms:created>
  <dcterms:modified xsi:type="dcterms:W3CDTF">2021-06-13T06:31:41Z</dcterms:modified>
</cp:coreProperties>
</file>