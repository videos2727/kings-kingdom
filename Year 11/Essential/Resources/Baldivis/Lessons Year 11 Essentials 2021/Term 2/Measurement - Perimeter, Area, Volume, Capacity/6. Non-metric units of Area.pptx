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24" r:id="rId4"/>
    <p:sldId id="352" r:id="rId5"/>
    <p:sldId id="351" r:id="rId6"/>
    <p:sldId id="354" r:id="rId7"/>
    <p:sldId id="350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9" autoAdjust="0"/>
    <p:restoredTop sz="95610" autoAdjust="0"/>
  </p:normalViewPr>
  <p:slideViewPr>
    <p:cSldViewPr snapToGrid="0">
      <p:cViewPr>
        <p:scale>
          <a:sx n="71" d="100"/>
          <a:sy n="71" d="100"/>
        </p:scale>
        <p:origin x="507" y="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2030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calculate between non-metric units of measurement?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04388" y="366576"/>
            <a:ext cx="34876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2 436 000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16 days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1:6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720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213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1786850" y="1488756"/>
                <a:ext cx="6481765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In 2014, 5.8 million Australia participated in voluntary work. 42% of the volunteers were aged 15-17 years. How many 15–17-year-old volunteered during the year?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The average volunteer performed 128 hours of unpaid work during 2014. How many days does this equate to if a normal working day is 8 hours?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What is the chance of rolling a 5 on a 6-sided die?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Without a calculator solve 45 x 16</a:t>
                </a:r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+51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3=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850" y="1488756"/>
                <a:ext cx="6481765" cy="4893647"/>
              </a:xfrm>
              <a:prstGeom prst="rect">
                <a:avLst/>
              </a:prstGeom>
              <a:blipFill>
                <a:blip r:embed="rId3"/>
                <a:stretch>
                  <a:fillRect l="-1411" r="-1411" b="-18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between non-metric units of measurements?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42044"/>
            <a:ext cx="53933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Metric System </a:t>
            </a:r>
            <a:r>
              <a:rPr lang="en-US" sz="2000" dirty="0"/>
              <a:t>– used by most countries and has</a:t>
            </a:r>
          </a:p>
          <a:p>
            <a:r>
              <a:rPr lang="en-US" sz="2000" b="0" i="0" dirty="0">
                <a:effectLst/>
              </a:rPr>
              <a:t>which uses measuring units such as meters and grams and adds prefixes like kilo, milli and </a:t>
            </a:r>
            <a:r>
              <a:rPr lang="en-US" sz="2000" b="0" i="0" dirty="0" err="1">
                <a:effectLst/>
              </a:rPr>
              <a:t>centi</a:t>
            </a:r>
            <a:r>
              <a:rPr lang="en-US" sz="2000" b="0" i="0" dirty="0">
                <a:effectLst/>
              </a:rPr>
              <a:t> to count orders of magnitude</a:t>
            </a:r>
            <a:r>
              <a:rPr lang="en-US" sz="2000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Imperial System </a:t>
            </a:r>
            <a:r>
              <a:rPr lang="en-US" sz="2000" dirty="0"/>
              <a:t>– used i</a:t>
            </a:r>
            <a:r>
              <a:rPr lang="en-US" sz="2000" b="0" i="0" dirty="0">
                <a:effectLst/>
              </a:rPr>
              <a:t>n the United States, people use the older Imperial system, where things are measured in feet, inches, and pounds.</a:t>
            </a:r>
            <a:endParaRPr lang="en-US" sz="2000" dirty="0"/>
          </a:p>
          <a:p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D41CACA-49DE-4C21-A6B7-AA972559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104" y="1299732"/>
            <a:ext cx="3874009" cy="19230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the difference between the Metric and Imperial systems?</a:t>
            </a:r>
          </a:p>
        </p:txBody>
      </p:sp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4938687" y="196208"/>
            <a:ext cx="729020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between non-metric units of measurements?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70075-8B7D-47E6-B676-0F3CDA6524E7}"/>
              </a:ext>
            </a:extLst>
          </p:cNvPr>
          <p:cNvCxnSpPr>
            <a:cxnSpLocks/>
          </p:cNvCxnSpPr>
          <p:nvPr/>
        </p:nvCxnSpPr>
        <p:spPr>
          <a:xfrm>
            <a:off x="1725328" y="760729"/>
            <a:ext cx="0" cy="54579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8641B3-4A02-4DCB-AFA1-648D8FF3828D}"/>
              </a:ext>
            </a:extLst>
          </p:cNvPr>
          <p:cNvSpPr txBox="1"/>
          <p:nvPr/>
        </p:nvSpPr>
        <p:spPr>
          <a:xfrm>
            <a:off x="124277" y="915636"/>
            <a:ext cx="1601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convert between the metric and imperial system?</a:t>
            </a:r>
            <a:endParaRPr lang="en-AU" dirty="0"/>
          </a:p>
        </p:txBody>
      </p:sp>
      <p:pic>
        <p:nvPicPr>
          <p:cNvPr id="1030" name="Picture 6" descr="Incase you didn&amp;#39;t know | Math methods, Math reference sheet, Studying math">
            <a:extLst>
              <a:ext uri="{FF2B5EF4-FFF2-40B4-BE49-F238E27FC236}">
                <a16:creationId xmlns:a16="http://schemas.microsoft.com/office/drawing/2014/main" id="{9560B6D2-C780-4855-83F1-784EDC815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56" y="1084693"/>
            <a:ext cx="3662427" cy="492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4938687" y="196208"/>
            <a:ext cx="729020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calculate between non-metric units of measurements?</a:t>
            </a:r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70075-8B7D-47E6-B676-0F3CDA6524E7}"/>
              </a:ext>
            </a:extLst>
          </p:cNvPr>
          <p:cNvCxnSpPr>
            <a:cxnSpLocks/>
          </p:cNvCxnSpPr>
          <p:nvPr/>
        </p:nvCxnSpPr>
        <p:spPr>
          <a:xfrm>
            <a:off x="2382744" y="719428"/>
            <a:ext cx="0" cy="54579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8641B3-4A02-4DCB-AFA1-648D8FF3828D}"/>
              </a:ext>
            </a:extLst>
          </p:cNvPr>
          <p:cNvSpPr txBox="1"/>
          <p:nvPr/>
        </p:nvSpPr>
        <p:spPr>
          <a:xfrm>
            <a:off x="178608" y="950919"/>
            <a:ext cx="2204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convert between acres and hectares?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321C2A-A381-41A8-8634-D69883440C4E}"/>
                  </a:ext>
                </a:extLst>
              </p:cNvPr>
              <p:cNvSpPr txBox="1"/>
              <p:nvPr/>
            </p:nvSpPr>
            <p:spPr>
              <a:xfrm>
                <a:off x="2723950" y="950919"/>
                <a:ext cx="630454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An acre can be defined as 660 feet x 66 feet (43 560 square feet, or in metric units 4046.86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)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When converting hectares to acres: 1 Hectare (ha) = 2.471 Acres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321C2A-A381-41A8-8634-D6988344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950" y="950919"/>
                <a:ext cx="6304545" cy="2308324"/>
              </a:xfrm>
              <a:prstGeom prst="rect">
                <a:avLst/>
              </a:prstGeom>
              <a:blipFill>
                <a:blip r:embed="rId3"/>
                <a:stretch>
                  <a:fillRect l="-1547" t="-2111" r="-2515" b="-50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9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Explore and Evaluate sections in your book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Fermi Problem</a:t>
            </a:r>
          </a:p>
          <a:p>
            <a:r>
              <a:rPr lang="en-US" b="0" i="0" dirty="0">
                <a:effectLst/>
                <a:latin typeface="Montserrat"/>
              </a:rPr>
              <a:t>1) How long would our class have to save to buy a car?</a:t>
            </a:r>
          </a:p>
          <a:p>
            <a:endParaRPr lang="en-US" dirty="0">
              <a:latin typeface="Montserrat"/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51007" y="1296364"/>
            <a:ext cx="1755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/>
              <a:t>Page 66</a:t>
            </a:r>
          </a:p>
        </p:txBody>
      </p:sp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10857</TotalTime>
  <Words>384</Words>
  <Application>Microsoft Office PowerPoint</Application>
  <PresentationFormat>Widescreen</PresentationFormat>
  <Paragraphs>69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Cambria Math</vt:lpstr>
      <vt:lpstr>Montserrat</vt:lpstr>
      <vt:lpstr>Tw Cen MT</vt:lpstr>
      <vt:lpstr>Tw Cen MT Condensed</vt:lpstr>
      <vt:lpstr>Wingdings</vt:lpstr>
      <vt:lpstr>Wingdings 3</vt:lpstr>
      <vt:lpstr>Integral</vt:lpstr>
      <vt:lpstr>Topic: Measurement EQ: How do I calculate between non-metric units of measurement? </vt:lpstr>
      <vt:lpstr>Things Required For This Lesson</vt:lpstr>
      <vt:lpstr>First 5 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62</cp:revision>
  <dcterms:created xsi:type="dcterms:W3CDTF">2021-02-11T13:20:57Z</dcterms:created>
  <dcterms:modified xsi:type="dcterms:W3CDTF">2021-06-08T00:41:08Z</dcterms:modified>
</cp:coreProperties>
</file>