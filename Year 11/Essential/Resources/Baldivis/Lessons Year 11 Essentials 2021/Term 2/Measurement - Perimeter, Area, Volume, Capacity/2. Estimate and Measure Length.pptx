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11" r:id="rId4"/>
    <p:sldId id="324" r:id="rId5"/>
    <p:sldId id="351" r:id="rId6"/>
    <p:sldId id="353" r:id="rId7"/>
    <p:sldId id="354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13" autoAdjust="0"/>
    <p:restoredTop sz="95610" autoAdjust="0"/>
  </p:normalViewPr>
  <p:slideViewPr>
    <p:cSldViewPr snapToGrid="0">
      <p:cViewPr varScale="1">
        <p:scale>
          <a:sx n="99" d="100"/>
          <a:sy n="99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23/5/21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383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6234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Why is estimating and measuring accurately important?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Why is estimating and measuring accurately important?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537563" y="305116"/>
            <a:ext cx="1989647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$12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362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960KJ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4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5) 58/100 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	29/50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/>
              <p:nvPr/>
            </p:nvSpPr>
            <p:spPr>
              <a:xfrm>
                <a:off x="1524332" y="1269504"/>
                <a:ext cx="775860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sz="2400" dirty="0"/>
                  <a:t>Find 70% off $40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What is the value of x?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=134+3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76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3) An 18-year-old walked briskly for an hour. If she burned KJ at the rate of 80KJ per 5 minutes, how much did she burn in an hour? </a:t>
                </a:r>
              </a:p>
              <a:p>
                <a:r>
                  <a:rPr lang="en-US" sz="2400" dirty="0"/>
                  <a:t>4) What is the value of x?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5) The Perth stadium is at 42% capacity by 1 hour before the game. What fraction of the seats have yet to be filled?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332" y="1269504"/>
                <a:ext cx="7758603" cy="4524315"/>
              </a:xfrm>
              <a:prstGeom prst="rect">
                <a:avLst/>
              </a:prstGeom>
              <a:blipFill>
                <a:blip r:embed="rId3"/>
                <a:stretch>
                  <a:fillRect l="-1307" t="-838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C27137F-3008-9E4A-9D65-06AF4A7309D3}"/>
              </a:ext>
            </a:extLst>
          </p:cNvPr>
          <p:cNvSpPr txBox="1"/>
          <p:nvPr/>
        </p:nvSpPr>
        <p:spPr>
          <a:xfrm>
            <a:off x="2910625" y="1062897"/>
            <a:ext cx="87720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Estimating and measuring length accurately are particularly important in building trades.  </a:t>
            </a:r>
          </a:p>
          <a:p>
            <a:endParaRPr lang="en-US" sz="2400" dirty="0"/>
          </a:p>
          <a:p>
            <a:r>
              <a:rPr lang="en-US" sz="2400" dirty="0"/>
              <a:t>When building houses, measurements are usually stated in mm and measurements are used using laser measuring tool to ensure accurately. </a:t>
            </a:r>
          </a:p>
          <a:p>
            <a:br>
              <a:rPr lang="en-US" sz="2400" dirty="0"/>
            </a:br>
            <a:r>
              <a:rPr lang="en-US" sz="2400" dirty="0"/>
              <a:t>Inaccuracies can arise when measuring tools are not used appropriately, which makes estimation skills especially important for spotting problems.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6016369" y="230832"/>
            <a:ext cx="5666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cs typeface="Calibri" panose="020F0502020204030204" pitchFamily="34" charset="0"/>
              </a:rPr>
              <a:t>EQ: Why is estimating and measuring accurately important?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A1C416-3F7F-FC43-96C6-740872715086}"/>
                  </a:ext>
                </a:extLst>
              </p:cNvPr>
              <p:cNvSpPr txBox="1"/>
              <p:nvPr/>
            </p:nvSpPr>
            <p:spPr>
              <a:xfrm>
                <a:off x="288758" y="1179095"/>
                <a:ext cx="11393905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Explore: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	In pairs measure use the tools provided to measure accurately measure the classroom in mm.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Check each measurement with at least one other pair of students.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Remeasure any lengths that you disagree on. 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Complete for each tool to measure. 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/>
                  <a:t>Explore Part 2: </a:t>
                </a:r>
              </a:p>
              <a:p>
                <a:r>
                  <a:rPr lang="en-US" sz="2400" dirty="0"/>
                  <a:t>Use the scale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1:100</m:t>
                    </m:r>
                  </m:oMath>
                </a14:m>
                <a:r>
                  <a:rPr lang="en-US" sz="2400" dirty="0"/>
                  <a:t> to draw the classroom as accurately as you can on grid paper and write on the measurements.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A1C416-3F7F-FC43-96C6-740872715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8" y="1179095"/>
                <a:ext cx="11393905" cy="4893647"/>
              </a:xfrm>
              <a:prstGeom prst="rect">
                <a:avLst/>
              </a:prstGeom>
              <a:blipFill>
                <a:blip r:embed="rId3"/>
                <a:stretch>
                  <a:fillRect l="-780" t="-1034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FF89B13-889A-974A-954A-005F793787BA}"/>
              </a:ext>
            </a:extLst>
          </p:cNvPr>
          <p:cNvSpPr/>
          <p:nvPr/>
        </p:nvSpPr>
        <p:spPr>
          <a:xfrm>
            <a:off x="6016369" y="230832"/>
            <a:ext cx="5666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cs typeface="Calibri" panose="020F0502020204030204" pitchFamily="34" charset="0"/>
              </a:rPr>
              <a:t>EQ: Why is estimating and measuring accurately important?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7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A1C416-3F7F-FC43-96C6-740872715086}"/>
              </a:ext>
            </a:extLst>
          </p:cNvPr>
          <p:cNvSpPr txBox="1"/>
          <p:nvPr/>
        </p:nvSpPr>
        <p:spPr>
          <a:xfrm>
            <a:off x="319416" y="1639387"/>
            <a:ext cx="11393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 small groups - Discuss some pitfalls in measurement.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F89B13-889A-974A-954A-005F793787BA}"/>
              </a:ext>
            </a:extLst>
          </p:cNvPr>
          <p:cNvSpPr/>
          <p:nvPr/>
        </p:nvSpPr>
        <p:spPr>
          <a:xfrm>
            <a:off x="6016369" y="230832"/>
            <a:ext cx="5666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cs typeface="Calibri" panose="020F0502020204030204" pitchFamily="34" charset="0"/>
              </a:rPr>
              <a:t>EQ: Why is estimating and measuring accurately important?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7082B-CFB6-3149-AE3D-520C45036F60}"/>
              </a:ext>
            </a:extLst>
          </p:cNvPr>
          <p:cNvSpPr txBox="1"/>
          <p:nvPr/>
        </p:nvSpPr>
        <p:spPr>
          <a:xfrm>
            <a:off x="399047" y="2351120"/>
            <a:ext cx="113939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Examples: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Not pointing the laser tool squarely or at right angles (90</a:t>
            </a:r>
            <a:r>
              <a:rPr lang="en-AU" sz="2400" i="1" dirty="0"/>
              <a:t>º). This makes the measurement longer than it should be.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An object getting in the way of the beam, therefore measuring the wrong distance. </a:t>
            </a:r>
            <a:r>
              <a:rPr lang="en-AU" sz="2400" i="1" dirty="0"/>
              <a:t>This makes the measurement shorter than it should be.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Not measuring from start to the end. (e.g. measuring the wall length along the floor but starting from the edging rather than from the wall itself).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7198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 “If you stumble, make it part of the dance.”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498</Words>
  <Application>Microsoft Macintosh PowerPoint</Application>
  <PresentationFormat>Widescreen</PresentationFormat>
  <Paragraphs>77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Measurement EQ: Why is estimating and measuring accurately important? </vt:lpstr>
      <vt:lpstr>Things Required For This Lesson</vt:lpstr>
      <vt:lpstr>PowerPoint Presentation</vt:lpstr>
      <vt:lpstr>First 5  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50</cp:revision>
  <dcterms:created xsi:type="dcterms:W3CDTF">2021-02-11T13:20:57Z</dcterms:created>
  <dcterms:modified xsi:type="dcterms:W3CDTF">2021-05-23T07:45:08Z</dcterms:modified>
</cp:coreProperties>
</file>