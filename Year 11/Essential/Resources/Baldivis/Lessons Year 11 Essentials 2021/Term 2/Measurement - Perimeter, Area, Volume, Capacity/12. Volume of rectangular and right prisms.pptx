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311" r:id="rId4"/>
    <p:sldId id="324" r:id="rId5"/>
    <p:sldId id="337" r:id="rId6"/>
    <p:sldId id="335" r:id="rId7"/>
    <p:sldId id="336" r:id="rId8"/>
    <p:sldId id="327" r:id="rId9"/>
    <p:sldId id="33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3BEA7-7474-4217-9294-F09CEDB638B4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9CDD9-7B09-4B95-95BA-D77461510B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07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bring a rectangular and triangular prism to show identical cross section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9167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</a:t>
            </a:r>
            <a:r>
              <a:rPr lang="en-US" b="1" dirty="0"/>
              <a:t>overt response</a:t>
            </a:r>
            <a:endParaRPr lang="en-AU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696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755A57A-BC3A-42C9-8FEF-3C2F9BA2DD2D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77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7727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669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326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018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8111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036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4863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75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655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5A57A-BC3A-42C9-8FEF-3C2F9BA2DD2D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78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755A57A-BC3A-42C9-8FEF-3C2F9BA2DD2D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1E659C1-7E71-4F65-B863-C592CBDBFD49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372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95" y="4960137"/>
            <a:ext cx="8417010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Measurement</a:t>
            </a:r>
            <a:br>
              <a:rPr lang="en-AU" sz="4000" dirty="0"/>
            </a:br>
            <a:r>
              <a:rPr lang="en-AU" sz="4000" dirty="0"/>
              <a:t>EQ: How do we calculate the volume of prisms?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3805" y="4960137"/>
            <a:ext cx="3200400" cy="1463040"/>
          </a:xfrm>
        </p:spPr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Why is estimating and measuring accurately important?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332" y="3051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sp>
        <p:nvSpPr>
          <p:cNvPr id="4" name="TextBox 3"/>
          <p:cNvSpPr txBox="1"/>
          <p:nvPr/>
        </p:nvSpPr>
        <p:spPr>
          <a:xfrm>
            <a:off x="1955631" y="834637"/>
            <a:ext cx="5824102" cy="5839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Simplify 30cm : 3m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Simplify 4x+7y-7x-4y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If I buy a car for $7000 and sell it for $3000. What is my percentage loss?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If 5a = 30, what is a?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5. If a rectangle has an area </a:t>
            </a:r>
            <a:r>
              <a:rPr lang="en-AU" sz="2800"/>
              <a:t>of 30cm</a:t>
            </a:r>
            <a:r>
              <a:rPr lang="en-AU" sz="2800" baseline="30000"/>
              <a:t>2</a:t>
            </a:r>
            <a:r>
              <a:rPr lang="en-AU" sz="2800"/>
              <a:t>, </a:t>
            </a:r>
            <a:r>
              <a:rPr lang="en-AU" sz="2800" dirty="0"/>
              <a:t>what are possible length and width measurements?</a:t>
            </a:r>
          </a:p>
        </p:txBody>
      </p:sp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1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942349" y="1213260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60" y="742447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a rectangular prism?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47076" y="826861"/>
            <a:ext cx="483113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pPr algn="ctr"/>
            <a:r>
              <a:rPr lang="en-AU" dirty="0">
                <a:solidFill>
                  <a:srgbClr val="000000"/>
                </a:solidFill>
              </a:rPr>
              <a:t>For solids with identical cross-sections</a:t>
            </a:r>
          </a:p>
          <a:p>
            <a:pPr algn="ctr"/>
            <a:endParaRPr lang="en-AU" dirty="0">
              <a:solidFill>
                <a:srgbClr val="000000"/>
              </a:solidFill>
            </a:endParaRPr>
          </a:p>
          <a:p>
            <a:pPr algn="ctr"/>
            <a:r>
              <a:rPr lang="en-AU" dirty="0">
                <a:solidFill>
                  <a:srgbClr val="000000"/>
                </a:solidFill>
              </a:rPr>
              <a:t>Volume = Area of Base x Height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223766" y="276208"/>
            <a:ext cx="2937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Measurement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659365" y="2203935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rectangular prism?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BD9BA1-135D-3348-9C22-4CADFBC1C4FD}"/>
              </a:ext>
            </a:extLst>
          </p:cNvPr>
          <p:cNvSpPr txBox="1"/>
          <p:nvPr/>
        </p:nvSpPr>
        <p:spPr>
          <a:xfrm>
            <a:off x="4109157" y="2480934"/>
            <a:ext cx="64057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Volume of rectangular prism = length x width x height</a:t>
            </a:r>
          </a:p>
        </p:txBody>
      </p:sp>
    </p:spTree>
    <p:extLst>
      <p:ext uri="{BB962C8B-B14F-4D97-AF65-F5344CB8AC3E}">
        <p14:creationId xmlns:p14="http://schemas.microsoft.com/office/powerpoint/2010/main" val="33996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42990"/>
            <a:ext cx="8229600" cy="1143000"/>
          </a:xfrm>
        </p:spPr>
        <p:txBody>
          <a:bodyPr/>
          <a:lstStyle/>
          <a:p>
            <a:r>
              <a:rPr lang="en-GB" dirty="0"/>
              <a:t>I Do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A7BAC778-AEC3-144F-BCED-F55F1F743C26}"/>
              </a:ext>
            </a:extLst>
          </p:cNvPr>
          <p:cNvSpPr/>
          <p:nvPr/>
        </p:nvSpPr>
        <p:spPr>
          <a:xfrm>
            <a:off x="2459596" y="2852936"/>
            <a:ext cx="2304256" cy="1080120"/>
          </a:xfrm>
          <a:prstGeom prst="cub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71066-F8C6-6647-B90A-F7F34F2BE1D7}"/>
              </a:ext>
            </a:extLst>
          </p:cNvPr>
          <p:cNvSpPr txBox="1"/>
          <p:nvPr/>
        </p:nvSpPr>
        <p:spPr>
          <a:xfrm>
            <a:off x="1919536" y="320833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66836-F58E-864B-B7A2-284070A94DCD}"/>
              </a:ext>
            </a:extLst>
          </p:cNvPr>
          <p:cNvSpPr txBox="1"/>
          <p:nvPr/>
        </p:nvSpPr>
        <p:spPr>
          <a:xfrm>
            <a:off x="3107668" y="393305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15cm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A0FBB5-C2C0-8D4A-9F20-F9F88C0729FC}"/>
              </a:ext>
            </a:extLst>
          </p:cNvPr>
          <p:cNvSpPr txBox="1"/>
          <p:nvPr/>
        </p:nvSpPr>
        <p:spPr>
          <a:xfrm>
            <a:off x="4510336" y="37161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Do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06026B5E-0077-A945-95CD-2917B4256C2B}"/>
              </a:ext>
            </a:extLst>
          </p:cNvPr>
          <p:cNvSpPr/>
          <p:nvPr/>
        </p:nvSpPr>
        <p:spPr>
          <a:xfrm>
            <a:off x="5915980" y="2420888"/>
            <a:ext cx="1152128" cy="1696834"/>
          </a:xfrm>
          <a:prstGeom prst="cub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08E73-0A72-3742-8E92-7AC0AE35A0B0}"/>
              </a:ext>
            </a:extLst>
          </p:cNvPr>
          <p:cNvSpPr txBox="1"/>
          <p:nvPr/>
        </p:nvSpPr>
        <p:spPr>
          <a:xfrm>
            <a:off x="6350585" y="210369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4BD04-F0CC-E349-AA82-F2D296363D44}"/>
              </a:ext>
            </a:extLst>
          </p:cNvPr>
          <p:cNvSpPr txBox="1"/>
          <p:nvPr/>
        </p:nvSpPr>
        <p:spPr>
          <a:xfrm>
            <a:off x="7068108" y="302366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080BE-B3D0-D942-8A61-EC549E9DD904}"/>
              </a:ext>
            </a:extLst>
          </p:cNvPr>
          <p:cNvSpPr txBox="1"/>
          <p:nvPr/>
        </p:nvSpPr>
        <p:spPr>
          <a:xfrm>
            <a:off x="6852084" y="390079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7m</a:t>
            </a:r>
          </a:p>
        </p:txBody>
      </p:sp>
    </p:spTree>
    <p:extLst>
      <p:ext uri="{BB962C8B-B14F-4D97-AF65-F5344CB8AC3E}">
        <p14:creationId xmlns:p14="http://schemas.microsoft.com/office/powerpoint/2010/main" val="419411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9E83A-ED25-8343-BD79-5313FE2A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65" y="1143000"/>
            <a:ext cx="7063060" cy="552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25EC-5754-41A2-9C57-74F8BB978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E90B1-D3CE-4450-800A-5984F5BF881B}"/>
              </a:ext>
            </a:extLst>
          </p:cNvPr>
          <p:cNvSpPr txBox="1"/>
          <p:nvPr/>
        </p:nvSpPr>
        <p:spPr>
          <a:xfrm>
            <a:off x="526473" y="1917469"/>
            <a:ext cx="11011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Exercises and 55 and 54 on Page 72-3 of Interleaved Maths Text.</a:t>
            </a:r>
          </a:p>
        </p:txBody>
      </p:sp>
    </p:spTree>
    <p:extLst>
      <p:ext uri="{BB962C8B-B14F-4D97-AF65-F5344CB8AC3E}">
        <p14:creationId xmlns:p14="http://schemas.microsoft.com/office/powerpoint/2010/main" val="6656804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21</TotalTime>
  <Words>237</Words>
  <Application>Microsoft Office PowerPoint</Application>
  <PresentationFormat>Widescreen</PresentationFormat>
  <Paragraphs>51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Tw Cen MT</vt:lpstr>
      <vt:lpstr>Tw Cen MT Condensed</vt:lpstr>
      <vt:lpstr>Wingdings</vt:lpstr>
      <vt:lpstr>Wingdings 3</vt:lpstr>
      <vt:lpstr>Integral</vt:lpstr>
      <vt:lpstr>Topic: Measurement EQ: How do we calculate the volume of prisms? </vt:lpstr>
      <vt:lpstr>Things Required For This Lesson</vt:lpstr>
      <vt:lpstr>PowerPoint Presentation</vt:lpstr>
      <vt:lpstr>First 5  </vt:lpstr>
      <vt:lpstr>PowerPoint Presentation</vt:lpstr>
      <vt:lpstr>I Do</vt:lpstr>
      <vt:lpstr>We Do</vt:lpstr>
      <vt:lpstr>You Do</vt:lpstr>
      <vt:lpstr>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Sarah JAMES</dc:creator>
  <cp:lastModifiedBy>EVANS Clem [Baldivis Secondary College]</cp:lastModifiedBy>
  <cp:revision>9</cp:revision>
  <dcterms:created xsi:type="dcterms:W3CDTF">2021-02-17T11:36:55Z</dcterms:created>
  <dcterms:modified xsi:type="dcterms:W3CDTF">2021-06-10T03:33:58Z</dcterms:modified>
</cp:coreProperties>
</file>