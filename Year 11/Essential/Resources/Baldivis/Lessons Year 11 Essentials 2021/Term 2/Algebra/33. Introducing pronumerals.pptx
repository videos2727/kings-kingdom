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1"/>
  </p:notesMasterIdLst>
  <p:sldIdLst>
    <p:sldId id="256" r:id="rId2"/>
    <p:sldId id="257" r:id="rId3"/>
    <p:sldId id="311" r:id="rId4"/>
    <p:sldId id="324" r:id="rId5"/>
    <p:sldId id="331" r:id="rId6"/>
    <p:sldId id="349" r:id="rId7"/>
    <p:sldId id="348" r:id="rId8"/>
    <p:sldId id="350" r:id="rId9"/>
    <p:sldId id="34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5A4EE-8231-42BC-BD6A-AD13722D5F1A}" v="610" dt="2021-02-14T00:36:10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75396" autoAdjust="0"/>
  </p:normalViewPr>
  <p:slideViewPr>
    <p:cSldViewPr snapToGrid="0">
      <p:cViewPr varScale="1">
        <p:scale>
          <a:sx n="66" d="100"/>
          <a:sy n="66" d="100"/>
        </p:scale>
        <p:origin x="11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8B05A4EE-8231-42BC-BD6A-AD13722D5F1A}"/>
    <pc:docChg chg="undo custSel addSld delSld modSld sldOrd">
      <pc:chgData name="justin.watson@education.wa.edu.au" userId="0bb701940c9d40d5" providerId="LiveId" clId="{8B05A4EE-8231-42BC-BD6A-AD13722D5F1A}" dt="2021-02-14T00:36:51.088" v="5019" actId="313"/>
      <pc:docMkLst>
        <pc:docMk/>
      </pc:docMkLst>
      <pc:sldChg chg="modSp mod">
        <pc:chgData name="justin.watson@education.wa.edu.au" userId="0bb701940c9d40d5" providerId="LiveId" clId="{8B05A4EE-8231-42BC-BD6A-AD13722D5F1A}" dt="2021-02-13T02:17:09.771" v="241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8B05A4EE-8231-42BC-BD6A-AD13722D5F1A}" dt="2021-02-13T02:17:09.771" v="241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addSp delSp modSp del mod ord modAnim modNotesTx">
        <pc:chgData name="justin.watson@education.wa.edu.au" userId="0bb701940c9d40d5" providerId="LiveId" clId="{8B05A4EE-8231-42BC-BD6A-AD13722D5F1A}" dt="2021-02-13T02:19:54.091" v="2638" actId="47"/>
        <pc:sldMkLst>
          <pc:docMk/>
          <pc:sldMk cId="1717092601" sldId="312"/>
        </pc:sldMkLst>
        <pc:spChg chg="mod">
          <ac:chgData name="justin.watson@education.wa.edu.au" userId="0bb701940c9d40d5" providerId="LiveId" clId="{8B05A4EE-8231-42BC-BD6A-AD13722D5F1A}" dt="2021-02-13T02:08:51.301" v="1761" actId="20577"/>
          <ac:spMkLst>
            <pc:docMk/>
            <pc:sldMk cId="1717092601" sldId="312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3T02:06:20.900" v="1686" actId="478"/>
          <ac:spMkLst>
            <pc:docMk/>
            <pc:sldMk cId="1717092601" sldId="312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3T02:06:27.134" v="1688" actId="478"/>
          <ac:spMkLst>
            <pc:docMk/>
            <pc:sldMk cId="1717092601" sldId="312"/>
            <ac:spMk id="6" creationId="{42DAB1A5-A919-4B56-8D19-A98CA8704ECA}"/>
          </ac:spMkLst>
        </pc:spChg>
        <pc:spChg chg="add mod">
          <ac:chgData name="justin.watson@education.wa.edu.au" userId="0bb701940c9d40d5" providerId="LiveId" clId="{8B05A4EE-8231-42BC-BD6A-AD13722D5F1A}" dt="2021-02-13T02:15:46.299" v="2322" actId="403"/>
          <ac:spMkLst>
            <pc:docMk/>
            <pc:sldMk cId="1717092601" sldId="312"/>
            <ac:spMk id="7" creationId="{53AF9086-47B5-4B23-99AA-434C173793C5}"/>
          </ac:spMkLst>
        </pc:spChg>
        <pc:spChg chg="add mod">
          <ac:chgData name="justin.watson@education.wa.edu.au" userId="0bb701940c9d40d5" providerId="LiveId" clId="{8B05A4EE-8231-42BC-BD6A-AD13722D5F1A}" dt="2021-02-13T02:15:38.870" v="2319" actId="403"/>
          <ac:spMkLst>
            <pc:docMk/>
            <pc:sldMk cId="1717092601" sldId="312"/>
            <ac:spMk id="9" creationId="{E2C42C74-436D-4798-8D2B-14F4343C13E9}"/>
          </ac:spMkLst>
        </pc:spChg>
        <pc:picChg chg="del">
          <ac:chgData name="justin.watson@education.wa.edu.au" userId="0bb701940c9d40d5" providerId="LiveId" clId="{8B05A4EE-8231-42BC-BD6A-AD13722D5F1A}" dt="2021-02-13T02:06:22.556" v="1687" actId="478"/>
          <ac:picMkLst>
            <pc:docMk/>
            <pc:sldMk cId="1717092601" sldId="312"/>
            <ac:picMk id="5" creationId="{7CDAF9F3-FFA8-4571-BF7E-9F52F04F64A9}"/>
          </ac:picMkLst>
        </pc:picChg>
        <pc:picChg chg="add mod">
          <ac:chgData name="justin.watson@education.wa.edu.au" userId="0bb701940c9d40d5" providerId="LiveId" clId="{8B05A4EE-8231-42BC-BD6A-AD13722D5F1A}" dt="2021-02-13T02:09:41.997" v="1843" actId="1076"/>
          <ac:picMkLst>
            <pc:docMk/>
            <pc:sldMk cId="1717092601" sldId="312"/>
            <ac:picMk id="6146" creationId="{56C40CC9-25A6-48C0-894C-4F344B0E06D4}"/>
          </ac:picMkLst>
        </pc:picChg>
      </pc:sldChg>
      <pc:sldChg chg="del">
        <pc:chgData name="justin.watson@education.wa.edu.au" userId="0bb701940c9d40d5" providerId="LiveId" clId="{8B05A4EE-8231-42BC-BD6A-AD13722D5F1A}" dt="2021-02-13T02:07:22.026" v="1693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8B05A4EE-8231-42BC-BD6A-AD13722D5F1A}" dt="2021-02-13T03:04:05.834" v="4611" actId="47"/>
        <pc:sldMkLst>
          <pc:docMk/>
          <pc:sldMk cId="825816745" sldId="318"/>
        </pc:sldMkLst>
      </pc:sldChg>
      <pc:sldChg chg="del">
        <pc:chgData name="justin.watson@education.wa.edu.au" userId="0bb701940c9d40d5" providerId="LiveId" clId="{8B05A4EE-8231-42BC-BD6A-AD13722D5F1A}" dt="2021-02-13T03:04:08.009" v="4612" actId="47"/>
        <pc:sldMkLst>
          <pc:docMk/>
          <pc:sldMk cId="1628318043" sldId="325"/>
        </pc:sldMkLst>
      </pc:sldChg>
      <pc:sldChg chg="del">
        <pc:chgData name="justin.watson@education.wa.edu.au" userId="0bb701940c9d40d5" providerId="LiveId" clId="{8B05A4EE-8231-42BC-BD6A-AD13722D5F1A}" dt="2021-02-13T02:07:23.970" v="1694" actId="47"/>
        <pc:sldMkLst>
          <pc:docMk/>
          <pc:sldMk cId="3718335312" sldId="326"/>
        </pc:sldMkLst>
      </pc:sldChg>
      <pc:sldChg chg="modSp del mod">
        <pc:chgData name="justin.watson@education.wa.edu.au" userId="0bb701940c9d40d5" providerId="LiveId" clId="{8B05A4EE-8231-42BC-BD6A-AD13722D5F1A}" dt="2021-02-14T00:36:12.237" v="4914" actId="47"/>
        <pc:sldMkLst>
          <pc:docMk/>
          <pc:sldMk cId="3372573047" sldId="327"/>
        </pc:sldMkLst>
        <pc:spChg chg="mod">
          <ac:chgData name="justin.watson@education.wa.edu.au" userId="0bb701940c9d40d5" providerId="LiveId" clId="{8B05A4EE-8231-42BC-BD6A-AD13722D5F1A}" dt="2021-02-14T00:19:01.006" v="4912" actId="20577"/>
          <ac:spMkLst>
            <pc:docMk/>
            <pc:sldMk cId="3372573047" sldId="327"/>
            <ac:spMk id="5" creationId="{F2A5B7C2-6C39-4AFA-9B5D-C3F3C81B941B}"/>
          </ac:spMkLst>
        </pc:spChg>
      </pc:sldChg>
      <pc:sldChg chg="addSp delSp modSp mod ord modNotesTx">
        <pc:chgData name="justin.watson@education.wa.edu.au" userId="0bb701940c9d40d5" providerId="LiveId" clId="{8B05A4EE-8231-42BC-BD6A-AD13722D5F1A}" dt="2021-02-13T03:49:52.250" v="4760" actId="1076"/>
        <pc:sldMkLst>
          <pc:docMk/>
          <pc:sldMk cId="3579800331" sldId="329"/>
        </pc:sldMkLst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1028" creationId="{9DF330DE-344E-4F40-A47D-23B08D3A9287}"/>
          </ac:spMkLst>
        </pc:spChg>
        <pc:picChg chg="del mod ord">
          <ac:chgData name="justin.watson@education.wa.edu.au" userId="0bb701940c9d40d5" providerId="LiveId" clId="{8B05A4EE-8231-42BC-BD6A-AD13722D5F1A}" dt="2021-02-13T03:49:19.299" v="4751" actId="478"/>
          <ac:picMkLst>
            <pc:docMk/>
            <pc:sldMk cId="3579800331" sldId="329"/>
            <ac:picMk id="1026" creationId="{6790B311-3B3D-47CE-8960-B68A7966A198}"/>
          </ac:picMkLst>
        </pc:picChg>
        <pc:picChg chg="add mod">
          <ac:chgData name="justin.watson@education.wa.edu.au" userId="0bb701940c9d40d5" providerId="LiveId" clId="{8B05A4EE-8231-42BC-BD6A-AD13722D5F1A}" dt="2021-02-13T03:49:52.250" v="4760" actId="1076"/>
          <ac:picMkLst>
            <pc:docMk/>
            <pc:sldMk cId="3579800331" sldId="329"/>
            <ac:picMk id="7170" creationId="{FDB95EDE-E0AF-4CE1-B4CD-B5B9B782A2ED}"/>
          </ac:picMkLst>
        </pc:picChg>
        <pc:cxnChg chg="del">
          <ac:chgData name="justin.watson@education.wa.edu.au" userId="0bb701940c9d40d5" providerId="LiveId" clId="{8B05A4EE-8231-42BC-BD6A-AD13722D5F1A}" dt="2021-02-13T03:49:17.145" v="4750" actId="26606"/>
          <ac:cxnSpMkLst>
            <pc:docMk/>
            <pc:sldMk cId="3579800331" sldId="329"/>
            <ac:cxnSpMk id="1029" creationId="{1F9A6F53-5F68-47E7-A15D-7301CCB6A666}"/>
          </ac:cxnSpMkLst>
        </pc:cxnChg>
      </pc:sldChg>
      <pc:sldChg chg="modSp add mod">
        <pc:chgData name="justin.watson@education.wa.edu.au" userId="0bb701940c9d40d5" providerId="LiveId" clId="{8B05A4EE-8231-42BC-BD6A-AD13722D5F1A}" dt="2021-02-12T06:46:38.198" v="166" actId="20577"/>
        <pc:sldMkLst>
          <pc:docMk/>
          <pc:sldMk cId="202043355" sldId="330"/>
        </pc:sldMkLst>
        <pc:spChg chg="mod">
          <ac:chgData name="justin.watson@education.wa.edu.au" userId="0bb701940c9d40d5" providerId="LiveId" clId="{8B05A4EE-8231-42BC-BD6A-AD13722D5F1A}" dt="2021-02-12T06:46:38.198" v="166" actId="20577"/>
          <ac:spMkLst>
            <pc:docMk/>
            <pc:sldMk cId="202043355" sldId="330"/>
            <ac:spMk id="3" creationId="{D1CB20C0-639D-4900-99CF-7D598591216D}"/>
          </ac:spMkLst>
        </pc:spChg>
      </pc:sldChg>
      <pc:sldChg chg="delSp modSp add mod ord modAnim modNotesTx">
        <pc:chgData name="justin.watson@education.wa.edu.au" userId="0bb701940c9d40d5" providerId="LiveId" clId="{8B05A4EE-8231-42BC-BD6A-AD13722D5F1A}" dt="2021-02-14T00:10:35.608" v="4900" actId="20577"/>
        <pc:sldMkLst>
          <pc:docMk/>
          <pc:sldMk cId="1040416159" sldId="331"/>
        </pc:sldMkLst>
        <pc:spChg chg="mod">
          <ac:chgData name="justin.watson@education.wa.edu.au" userId="0bb701940c9d40d5" providerId="LiveId" clId="{8B05A4EE-8231-42BC-BD6A-AD13722D5F1A}" dt="2021-02-12T23:28:36.412" v="648" actId="20577"/>
          <ac:spMkLst>
            <pc:docMk/>
            <pc:sldMk cId="1040416159" sldId="33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2T23:39:53.089" v="994" actId="27636"/>
          <ac:spMkLst>
            <pc:docMk/>
            <pc:sldMk cId="1040416159" sldId="33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2T23:25:01.523" v="195" actId="478"/>
          <ac:picMkLst>
            <pc:docMk/>
            <pc:sldMk cId="1040416159" sldId="331"/>
            <ac:picMk id="5" creationId="{7CDAF9F3-FFA8-4571-BF7E-9F52F04F64A9}"/>
          </ac:picMkLst>
        </pc:picChg>
      </pc:sldChg>
      <pc:sldChg chg="addSp delSp modSp add mod setBg delDesignElem modNotesTx">
        <pc:chgData name="justin.watson@education.wa.edu.au" userId="0bb701940c9d40d5" providerId="LiveId" clId="{8B05A4EE-8231-42BC-BD6A-AD13722D5F1A}" dt="2021-02-14T00:10:05.573" v="4833" actId="6549"/>
        <pc:sldMkLst>
          <pc:docMk/>
          <pc:sldMk cId="2374157666" sldId="332"/>
        </pc:sldMkLst>
        <pc:spChg chg="mod">
          <ac:chgData name="justin.watson@education.wa.edu.au" userId="0bb701940c9d40d5" providerId="LiveId" clId="{8B05A4EE-8231-42BC-BD6A-AD13722D5F1A}" dt="2021-02-12T23:47:32.246" v="1015" actId="115"/>
          <ac:spMkLst>
            <pc:docMk/>
            <pc:sldMk cId="2374157666" sldId="332"/>
            <ac:spMk id="2" creationId="{7FE10D1C-C52F-4092-B107-E88E506EF141}"/>
          </ac:spMkLst>
        </pc:spChg>
        <pc:spChg chg="mod ord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8" creationId="{2BF2ABC8-4FD6-4B60-92A7-BB3BEE3C1ACA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2" creationId="{77D7B666-D5E6-48CE-B26A-FB5E5C34AF90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4" creationId="{F6EE670A-A41A-44AD-BC1C-2090365EB5B3}"/>
          </ac:spMkLst>
        </pc:spChg>
        <pc:spChg chg="add del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71" creationId="{BF73E21A-E0BB-47E2-B73B-7B170203FA93}"/>
          </ac:spMkLst>
        </pc:spChg>
        <pc:picChg chg="add mod">
          <ac:chgData name="justin.watson@education.wa.edu.au" userId="0bb701940c9d40d5" providerId="LiveId" clId="{8B05A4EE-8231-42BC-BD6A-AD13722D5F1A}" dt="2021-02-12T23:47:26.689" v="1014" actId="1076"/>
          <ac:picMkLst>
            <pc:docMk/>
            <pc:sldMk cId="2374157666" sldId="332"/>
            <ac:picMk id="2050" creationId="{D231EE6D-8B11-49CB-AE5D-C4E343EB3C6B}"/>
          </ac:picMkLst>
        </pc:picChg>
        <pc:cxnChg chg="del">
          <ac:chgData name="justin.watson@education.wa.edu.au" userId="0bb701940c9d40d5" providerId="LiveId" clId="{8B05A4EE-8231-42BC-BD6A-AD13722D5F1A}" dt="2021-02-12T23:28:31.128" v="647"/>
          <ac:cxnSpMkLst>
            <pc:docMk/>
            <pc:sldMk cId="2374157666" sldId="332"/>
            <ac:cxnSpMk id="10" creationId="{DCD479D3-536C-4161-A6F8-813D30719BFE}"/>
          </ac:cxnSpMkLst>
        </pc:cxnChg>
        <pc:cxnChg chg="add del">
          <ac:chgData name="justin.watson@education.wa.edu.au" userId="0bb701940c9d40d5" providerId="LiveId" clId="{8B05A4EE-8231-42BC-BD6A-AD13722D5F1A}" dt="2021-02-12T23:47:05.591" v="1010" actId="26606"/>
          <ac:cxnSpMkLst>
            <pc:docMk/>
            <pc:sldMk cId="2374157666" sldId="332"/>
            <ac:cxnSpMk id="73" creationId="{B7487363-5661-4FE4-AE64-1549B5C9A54D}"/>
          </ac:cxnSpMkLst>
        </pc:cxnChg>
      </pc:sldChg>
      <pc:sldChg chg="addSp modSp add mod modAnim modNotesTx">
        <pc:chgData name="justin.watson@education.wa.edu.au" userId="0bb701940c9d40d5" providerId="LiveId" clId="{8B05A4EE-8231-42BC-BD6A-AD13722D5F1A}" dt="2021-02-14T00:08:54.423" v="4779" actId="1076"/>
        <pc:sldMkLst>
          <pc:docMk/>
          <pc:sldMk cId="2721207478" sldId="333"/>
        </pc:sldMkLst>
        <pc:spChg chg="mod">
          <ac:chgData name="justin.watson@education.wa.edu.au" userId="0bb701940c9d40d5" providerId="LiveId" clId="{8B05A4EE-8231-42BC-BD6A-AD13722D5F1A}" dt="2021-02-14T00:08:54.423" v="4779" actId="1076"/>
          <ac:spMkLst>
            <pc:docMk/>
            <pc:sldMk cId="2721207478" sldId="333"/>
            <ac:spMk id="3" creationId="{D46BA030-F0A1-43A2-A797-43A1FF6BDAE7}"/>
          </ac:spMkLst>
        </pc:spChg>
        <pc:picChg chg="mod">
          <ac:chgData name="justin.watson@education.wa.edu.au" userId="0bb701940c9d40d5" providerId="LiveId" clId="{8B05A4EE-8231-42BC-BD6A-AD13722D5F1A}" dt="2021-02-14T00:08:37.631" v="4776" actId="1076"/>
          <ac:picMkLst>
            <pc:docMk/>
            <pc:sldMk cId="2721207478" sldId="333"/>
            <ac:picMk id="2050" creationId="{D231EE6D-8B11-49CB-AE5D-C4E343EB3C6B}"/>
          </ac:picMkLst>
        </pc:picChg>
        <pc:picChg chg="add mod">
          <ac:chgData name="justin.watson@education.wa.edu.au" userId="0bb701940c9d40d5" providerId="LiveId" clId="{8B05A4EE-8231-42BC-BD6A-AD13722D5F1A}" dt="2021-02-12T23:51:09.523" v="1248" actId="1076"/>
          <ac:picMkLst>
            <pc:docMk/>
            <pc:sldMk cId="2721207478" sldId="333"/>
            <ac:picMk id="3074" creationId="{B1C3617F-6147-4DE4-9688-068A0E420E9C}"/>
          </ac:picMkLst>
        </pc:picChg>
        <pc:picChg chg="add mod">
          <ac:chgData name="justin.watson@education.wa.edu.au" userId="0bb701940c9d40d5" providerId="LiveId" clId="{8B05A4EE-8231-42BC-BD6A-AD13722D5F1A}" dt="2021-02-14T00:02:11.521" v="4772" actId="14100"/>
          <ac:picMkLst>
            <pc:docMk/>
            <pc:sldMk cId="2721207478" sldId="333"/>
            <ac:picMk id="3076" creationId="{A0C793FF-87B1-48CC-BD14-AC537A6DD9BC}"/>
          </ac:picMkLst>
        </pc:picChg>
      </pc:sldChg>
      <pc:sldChg chg="addSp delSp modSp add mod setBg addAnim delAnim modAnim modNotesTx">
        <pc:chgData name="justin.watson@education.wa.edu.au" userId="0bb701940c9d40d5" providerId="LiveId" clId="{8B05A4EE-8231-42BC-BD6A-AD13722D5F1A}" dt="2021-02-13T01:52:47.875" v="1678" actId="20577"/>
        <pc:sldMkLst>
          <pc:docMk/>
          <pc:sldMk cId="1613365939" sldId="334"/>
        </pc:sldMkLst>
        <pc:spChg chg="mod or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2T23:55:22.227" v="1305" actId="478"/>
          <ac:spMkLst>
            <pc:docMk/>
            <pc:sldMk cId="1613365939" sldId="334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2T23:55:39.586" v="1311" actId="478"/>
          <ac:spMkLst>
            <pc:docMk/>
            <pc:sldMk cId="1613365939" sldId="334"/>
            <ac:spMk id="5" creationId="{9124FBD1-FA9B-40DF-9DB2-E3D2B45BF9D5}"/>
          </ac:spMkLst>
        </pc:spChg>
        <pc:spChg chg="add mod">
          <ac:chgData name="justin.watson@education.wa.edu.au" userId="0bb701940c9d40d5" providerId="LiveId" clId="{8B05A4EE-8231-42BC-BD6A-AD13722D5F1A}" dt="2021-02-13T00:07:21.134" v="1618" actId="1076"/>
          <ac:spMkLst>
            <pc:docMk/>
            <pc:sldMk cId="1613365939" sldId="334"/>
            <ac:spMk id="6" creationId="{CF520CA5-90A8-47A4-973E-EE4370F8F579}"/>
          </ac:spMkLst>
        </pc:spChg>
        <pc:spChg chg="add mod">
          <ac:chgData name="justin.watson@education.wa.edu.au" userId="0bb701940c9d40d5" providerId="LiveId" clId="{8B05A4EE-8231-42BC-BD6A-AD13722D5F1A}" dt="2021-02-13T00:05:26.812" v="1515"/>
          <ac:spMkLst>
            <pc:docMk/>
            <pc:sldMk cId="1613365939" sldId="334"/>
            <ac:spMk id="7" creationId="{06234D2E-FF2F-486D-950E-0DE39421E055}"/>
          </ac:spMkLst>
        </pc:spChg>
        <pc:spChg chg="add mod">
          <ac:chgData name="justin.watson@education.wa.edu.au" userId="0bb701940c9d40d5" providerId="LiveId" clId="{8B05A4EE-8231-42BC-BD6A-AD13722D5F1A}" dt="2021-02-13T00:07:15.904" v="1617" actId="1076"/>
          <ac:spMkLst>
            <pc:docMk/>
            <pc:sldMk cId="1613365939" sldId="334"/>
            <ac:spMk id="8" creationId="{6837FC1A-057A-43F0-AC72-6278190848B3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3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7" creationId="{C1F741F2-E766-4B79-975E-B88C304601D5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9" creationId="{C8856B9A-BEED-4D80-B2EE-E365024DB062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2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4" creationId="{46853D54-4ABE-4D95-BA87-68FFDCCBE6AF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5" creationId="{398D01FD-65F6-4722-B052-F4B2F220DFF4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08" creationId="{D1572EE2-D704-48BA-9EA3-94670B7F2A41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10" creationId="{1F8C2647-CFDA-49EB-9B7D-65D0C65512A1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2" creationId="{84DAF2E9-3D88-4759-B4FC-7688C7B9807D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4" creationId="{C5FC4215-B086-424A-AD98-93B7E9905F7F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5" creationId="{C2D1CC12-7760-44F2-823C-23B8AD85BD67}"/>
          </ac:spMkLst>
        </pc:spChg>
        <pc:picChg chg="del">
          <ac:chgData name="justin.watson@education.wa.edu.au" userId="0bb701940c9d40d5" providerId="LiveId" clId="{8B05A4EE-8231-42BC-BD6A-AD13722D5F1A}" dt="2021-02-12T23:55:31.877" v="1309" actId="478"/>
          <ac:picMkLst>
            <pc:docMk/>
            <pc:sldMk cId="1613365939" sldId="334"/>
            <ac:picMk id="2050" creationId="{D231EE6D-8B11-49CB-AE5D-C4E343EB3C6B}"/>
          </ac:picMkLst>
        </pc:picChg>
        <pc:picChg chg="del">
          <ac:chgData name="justin.watson@education.wa.edu.au" userId="0bb701940c9d40d5" providerId="LiveId" clId="{8B05A4EE-8231-42BC-BD6A-AD13722D5F1A}" dt="2021-02-12T23:55:24.773" v="1306" actId="478"/>
          <ac:picMkLst>
            <pc:docMk/>
            <pc:sldMk cId="1613365939" sldId="334"/>
            <ac:picMk id="3074" creationId="{B1C3617F-6147-4DE4-9688-068A0E420E9C}"/>
          </ac:picMkLst>
        </pc:picChg>
        <pc:picChg chg="add mod ord">
          <ac:chgData name="justin.watson@education.wa.edu.au" userId="0bb701940c9d40d5" providerId="LiveId" clId="{8B05A4EE-8231-42BC-BD6A-AD13722D5F1A}" dt="2021-02-13T00:00:03.524" v="1349" actId="1076"/>
          <ac:picMkLst>
            <pc:docMk/>
            <pc:sldMk cId="1613365939" sldId="334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9:56.106" v="1347" actId="1076"/>
          <ac:picMkLst>
            <pc:docMk/>
            <pc:sldMk cId="1613365939" sldId="334"/>
            <ac:picMk id="4100" creationId="{6ED137A6-4E21-477F-ABFF-93034FA6635B}"/>
          </ac:picMkLst>
        </pc:pic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75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1" creationId="{9A8B615B-5846-4F88-99D1-3E781C5F16B0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3" creationId="{3E014195-1A85-4E21-9F88-654F38A46F00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3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6" creationId="{E506065B-2E20-4B2A-BE88-B87230E1432D}"/>
          </ac:cxnSpMkLst>
        </pc:cxnChg>
        <pc:cxnChg chg="add del">
          <ac:chgData name="justin.watson@education.wa.edu.au" userId="0bb701940c9d40d5" providerId="LiveId" clId="{8B05A4EE-8231-42BC-BD6A-AD13722D5F1A}" dt="2021-02-12T23:59:51.209" v="1345" actId="26606"/>
          <ac:cxnSpMkLst>
            <pc:docMk/>
            <pc:sldMk cId="1613365939" sldId="334"/>
            <ac:cxnSpMk id="4109" creationId="{7B881164-85DE-41B3-8BCB-C95B9B6C2B20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3" creationId="{6ADA00DF-825B-4D57-98D5-5A221ED9DFBE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6" creationId="{ABF035CA-3115-4A5C-B8E2-9FCDC5CA0255}"/>
          </ac:cxnSpMkLst>
        </pc:cxnChg>
      </pc:sldChg>
      <pc:sldChg chg="addSp delSp modSp add mod setBg addAnim delAnim modNotesTx">
        <pc:chgData name="justin.watson@education.wa.edu.au" userId="0bb701940c9d40d5" providerId="LiveId" clId="{8B05A4EE-8231-42BC-BD6A-AD13722D5F1A}" dt="2021-02-13T00:05:05.591" v="1512" actId="20577"/>
        <pc:sldMkLst>
          <pc:docMk/>
          <pc:sldMk cId="2319946241" sldId="335"/>
        </pc:sldMkLst>
        <pc:spChg chg="mod">
          <ac:chgData name="justin.watson@education.wa.edu.au" userId="0bb701940c9d40d5" providerId="LiveId" clId="{8B05A4EE-8231-42BC-BD6A-AD13722D5F1A}" dt="2021-02-12T23:58:30.608" v="1337" actId="1076"/>
          <ac:spMkLst>
            <pc:docMk/>
            <pc:sldMk cId="2319946241" sldId="335"/>
            <ac:spMk id="2" creationId="{7FE10D1C-C52F-4092-B107-E88E506EF141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1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5" creationId="{AE446995-A354-4D26-890E-44EFDA5349C2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7" creationId="{84C6697E-A1CB-4B45-93E6-A6425AFD5CC0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4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6" creationId="{7553E43E-8685-47C2-A90C-D7FB9C8E96E6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29" creationId="{D5523BF6-8865-48E5-97BC-E5F426458EA0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31" creationId="{087938AD-76BE-4FBD-B8C0-18679A331616}"/>
          </ac:spMkLst>
        </pc:spChg>
        <pc:picChg chg="del">
          <ac:chgData name="justin.watson@education.wa.edu.au" userId="0bb701940c9d40d5" providerId="LiveId" clId="{8B05A4EE-8231-42BC-BD6A-AD13722D5F1A}" dt="2021-02-12T23:57:44.740" v="1315" actId="478"/>
          <ac:picMkLst>
            <pc:docMk/>
            <pc:sldMk cId="2319946241" sldId="335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8:20.658" v="1336" actId="26606"/>
          <ac:picMkLst>
            <pc:docMk/>
            <pc:sldMk cId="2319946241" sldId="335"/>
            <ac:picMk id="5122" creationId="{2B8D0D8A-A415-4930-B1B3-470AD9669C27}"/>
          </ac:picMkLst>
        </pc:pic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3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9" creationId="{5600556F-1AA2-4751-A6E2-82164CC435D2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5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7" creationId="{5C05BDAE-DE9E-4332-8C5D-69C27B697760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0" creationId="{25E1A445-F7EF-41B3-B20D-1112A814F52E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2" creationId="{1A20809E-C9E6-4146-AF55-8EB22ED7A539}"/>
          </ac:cxnSpMkLst>
        </pc:cxnChg>
      </pc:sldChg>
      <pc:sldChg chg="addSp delSp modSp add mod modAnim modNotesTx">
        <pc:chgData name="justin.watson@education.wa.edu.au" userId="0bb701940c9d40d5" providerId="LiveId" clId="{8B05A4EE-8231-42BC-BD6A-AD13722D5F1A}" dt="2021-02-13T02:28:35.209" v="3106" actId="6549"/>
        <pc:sldMkLst>
          <pc:docMk/>
          <pc:sldMk cId="984571919" sldId="336"/>
        </pc:sldMkLst>
        <pc:spChg chg="mod">
          <ac:chgData name="justin.watson@education.wa.edu.au" userId="0bb701940c9d40d5" providerId="LiveId" clId="{8B05A4EE-8231-42BC-BD6A-AD13722D5F1A}" dt="2021-02-13T02:18:06.567" v="2428" actId="20577"/>
          <ac:spMkLst>
            <pc:docMk/>
            <pc:sldMk cId="984571919" sldId="336"/>
            <ac:spMk id="2" creationId="{7FE10D1C-C52F-4092-B107-E88E506EF141}"/>
          </ac:spMkLst>
        </pc:spChg>
        <pc:spChg chg="add mod">
          <ac:chgData name="justin.watson@education.wa.edu.au" userId="0bb701940c9d40d5" providerId="LiveId" clId="{8B05A4EE-8231-42BC-BD6A-AD13722D5F1A}" dt="2021-02-13T02:27:36.306" v="2983" actId="207"/>
          <ac:spMkLst>
            <pc:docMk/>
            <pc:sldMk cId="984571919" sldId="336"/>
            <ac:spMk id="3" creationId="{D5B01C92-1F6F-45A8-A3A6-DAA0728657DF}"/>
          </ac:spMkLst>
        </pc:spChg>
        <pc:picChg chg="add mod">
          <ac:chgData name="justin.watson@education.wa.edu.au" userId="0bb701940c9d40d5" providerId="LiveId" clId="{8B05A4EE-8231-42BC-BD6A-AD13722D5F1A}" dt="2021-02-13T02:19:50.712" v="2637" actId="1076"/>
          <ac:picMkLst>
            <pc:docMk/>
            <pc:sldMk cId="984571919" sldId="336"/>
            <ac:picMk id="5" creationId="{2587204D-5602-4CAA-8732-A66D502E0EB6}"/>
          </ac:picMkLst>
        </pc:picChg>
        <pc:picChg chg="del">
          <ac:chgData name="justin.watson@education.wa.edu.au" userId="0bb701940c9d40d5" providerId="LiveId" clId="{8B05A4EE-8231-42BC-BD6A-AD13722D5F1A}" dt="2021-02-13T02:17:59.419" v="2419" actId="478"/>
          <ac:picMkLst>
            <pc:docMk/>
            <pc:sldMk cId="984571919" sldId="336"/>
            <ac:picMk id="5122" creationId="{2B8D0D8A-A415-4930-B1B3-470AD9669C27}"/>
          </ac:picMkLst>
        </pc:picChg>
      </pc:sldChg>
      <pc:sldChg chg="modSp add del mod">
        <pc:chgData name="justin.watson@education.wa.edu.au" userId="0bb701940c9d40d5" providerId="LiveId" clId="{8B05A4EE-8231-42BC-BD6A-AD13722D5F1A}" dt="2021-02-13T02:26:10.676" v="2867" actId="47"/>
        <pc:sldMkLst>
          <pc:docMk/>
          <pc:sldMk cId="1245959802" sldId="337"/>
        </pc:sldMkLst>
        <pc:spChg chg="mod">
          <ac:chgData name="justin.watson@education.wa.edu.au" userId="0bb701940c9d40d5" providerId="LiveId" clId="{8B05A4EE-8231-42BC-BD6A-AD13722D5F1A}" dt="2021-02-13T02:25:47.624" v="2866" actId="20577"/>
          <ac:spMkLst>
            <pc:docMk/>
            <pc:sldMk cId="1245959802" sldId="337"/>
            <ac:spMk id="3" creationId="{D5B01C92-1F6F-45A8-A3A6-DAA0728657DF}"/>
          </ac:spMkLst>
        </pc:spChg>
      </pc:sldChg>
      <pc:sldChg chg="addSp delSp modSp add mod modAnim modNotesTx">
        <pc:chgData name="justin.watson@education.wa.edu.au" userId="0bb701940c9d40d5" providerId="LiveId" clId="{8B05A4EE-8231-42BC-BD6A-AD13722D5F1A}" dt="2021-02-13T02:42:48.649" v="3204" actId="20577"/>
        <pc:sldMkLst>
          <pc:docMk/>
          <pc:sldMk cId="2900974817" sldId="337"/>
        </pc:sldMkLst>
        <pc:spChg chg="del mod">
          <ac:chgData name="justin.watson@education.wa.edu.au" userId="0bb701940c9d40d5" providerId="LiveId" clId="{8B05A4EE-8231-42BC-BD6A-AD13722D5F1A}" dt="2021-02-13T02:39:57.789" v="3124" actId="478"/>
          <ac:spMkLst>
            <pc:docMk/>
            <pc:sldMk cId="2900974817" sldId="337"/>
            <ac:spMk id="2" creationId="{7FE10D1C-C52F-4092-B107-E88E506EF141}"/>
          </ac:spMkLst>
        </pc:spChg>
        <pc:spChg chg="del mod">
          <ac:chgData name="justin.watson@education.wa.edu.au" userId="0bb701940c9d40d5" providerId="LiveId" clId="{8B05A4EE-8231-42BC-BD6A-AD13722D5F1A}" dt="2021-02-13T02:31:41.762" v="3109" actId="478"/>
          <ac:spMkLst>
            <pc:docMk/>
            <pc:sldMk cId="2900974817" sldId="337"/>
            <ac:spMk id="3" creationId="{D5B01C92-1F6F-45A8-A3A6-DAA0728657DF}"/>
          </ac:spMkLst>
        </pc:spChg>
        <pc:spChg chg="add del">
          <ac:chgData name="justin.watson@education.wa.edu.au" userId="0bb701940c9d40d5" providerId="LiveId" clId="{8B05A4EE-8231-42BC-BD6A-AD13722D5F1A}" dt="2021-02-13T02:35:25.144" v="3116" actId="478"/>
          <ac:spMkLst>
            <pc:docMk/>
            <pc:sldMk cId="2900974817" sldId="337"/>
            <ac:spMk id="8" creationId="{A08769BC-3C90-43C0-881C-0B42ED25F4C5}"/>
          </ac:spMkLst>
        </pc:spChg>
        <pc:spChg chg="add del mod">
          <ac:chgData name="justin.watson@education.wa.edu.au" userId="0bb701940c9d40d5" providerId="LiveId" clId="{8B05A4EE-8231-42BC-BD6A-AD13722D5F1A}" dt="2021-02-13T02:40:00.127" v="3125" actId="478"/>
          <ac:spMkLst>
            <pc:docMk/>
            <pc:sldMk cId="2900974817" sldId="337"/>
            <ac:spMk id="14" creationId="{17C10C5C-17A3-48D7-9615-52D569F29EEE}"/>
          </ac:spMkLst>
        </pc:spChg>
        <pc:picChg chg="del">
          <ac:chgData name="justin.watson@education.wa.edu.au" userId="0bb701940c9d40d5" providerId="LiveId" clId="{8B05A4EE-8231-42BC-BD6A-AD13722D5F1A}" dt="2021-02-13T02:31:43.569" v="3110" actId="478"/>
          <ac:picMkLst>
            <pc:docMk/>
            <pc:sldMk cId="2900974817" sldId="337"/>
            <ac:picMk id="5" creationId="{2587204D-5602-4CAA-8732-A66D502E0EB6}"/>
          </ac:picMkLst>
        </pc:picChg>
        <pc:picChg chg="add del mod">
          <ac:chgData name="justin.watson@education.wa.edu.au" userId="0bb701940c9d40d5" providerId="LiveId" clId="{8B05A4EE-8231-42BC-BD6A-AD13722D5F1A}" dt="2021-02-13T02:35:19.556" v="3114" actId="478"/>
          <ac:picMkLst>
            <pc:docMk/>
            <pc:sldMk cId="2900974817" sldId="337"/>
            <ac:picMk id="6" creationId="{2C98B2EC-46DD-4ABA-93CC-7BC8D19A57C8}"/>
          </ac:picMkLst>
        </pc:picChg>
        <pc:picChg chg="add del mod">
          <ac:chgData name="justin.watson@education.wa.edu.au" userId="0bb701940c9d40d5" providerId="LiveId" clId="{8B05A4EE-8231-42BC-BD6A-AD13722D5F1A}" dt="2021-02-13T02:39:32.286" v="3118" actId="478"/>
          <ac:picMkLst>
            <pc:docMk/>
            <pc:sldMk cId="2900974817" sldId="337"/>
            <ac:picMk id="10" creationId="{EC744BF0-91C4-4541-987A-F80B1CB0CF61}"/>
          </ac:picMkLst>
        </pc:picChg>
        <pc:picChg chg="add mod modCrop">
          <ac:chgData name="justin.watson@education.wa.edu.au" userId="0bb701940c9d40d5" providerId="LiveId" clId="{8B05A4EE-8231-42BC-BD6A-AD13722D5F1A}" dt="2021-02-13T02:42:18.970" v="3148" actId="14100"/>
          <ac:picMkLst>
            <pc:docMk/>
            <pc:sldMk cId="2900974817" sldId="337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43.443" v="3226" actId="14100"/>
        <pc:sldMkLst>
          <pc:docMk/>
          <pc:sldMk cId="2939095240" sldId="338"/>
        </pc:sldMkLst>
        <pc:picChg chg="add mod modCrop">
          <ac:chgData name="justin.watson@education.wa.edu.au" userId="0bb701940c9d40d5" providerId="LiveId" clId="{8B05A4EE-8231-42BC-BD6A-AD13722D5F1A}" dt="2021-02-13T02:45:43.443" v="3226" actId="14100"/>
          <ac:picMkLst>
            <pc:docMk/>
            <pc:sldMk cId="2939095240" sldId="338"/>
            <ac:picMk id="3" creationId="{43B0E844-5885-42F8-B62C-A083BE1E3BD4}"/>
          </ac:picMkLst>
        </pc:picChg>
        <pc:picChg chg="del">
          <ac:chgData name="justin.watson@education.wa.edu.au" userId="0bb701940c9d40d5" providerId="LiveId" clId="{8B05A4EE-8231-42BC-BD6A-AD13722D5F1A}" dt="2021-02-13T02:43:21.957" v="3206" actId="478"/>
          <ac:picMkLst>
            <pc:docMk/>
            <pc:sldMk cId="2939095240" sldId="338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24.652" v="3220" actId="14100"/>
        <pc:sldMkLst>
          <pc:docMk/>
          <pc:sldMk cId="3031707417" sldId="339"/>
        </pc:sldMkLst>
        <pc:picChg chg="add mod modCrop">
          <ac:chgData name="justin.watson@education.wa.edu.au" userId="0bb701940c9d40d5" providerId="LiveId" clId="{8B05A4EE-8231-42BC-BD6A-AD13722D5F1A}" dt="2021-02-13T02:45:24.652" v="3220" actId="14100"/>
          <ac:picMkLst>
            <pc:docMk/>
            <pc:sldMk cId="3031707417" sldId="339"/>
            <ac:picMk id="3" creationId="{56A3F118-C794-481D-9C78-19098BD0CE8B}"/>
          </ac:picMkLst>
        </pc:picChg>
        <pc:picChg chg="del">
          <ac:chgData name="justin.watson@education.wa.edu.au" userId="0bb701940c9d40d5" providerId="LiveId" clId="{8B05A4EE-8231-42BC-BD6A-AD13722D5F1A}" dt="2021-02-13T02:45:06.919" v="3215" actId="478"/>
          <ac:picMkLst>
            <pc:docMk/>
            <pc:sldMk cId="3031707417" sldId="339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6:37.931" v="3236" actId="1076"/>
        <pc:sldMkLst>
          <pc:docMk/>
          <pc:sldMk cId="236544608" sldId="340"/>
        </pc:sldMkLst>
        <pc:picChg chg="del">
          <ac:chgData name="justin.watson@education.wa.edu.au" userId="0bb701940c9d40d5" providerId="LiveId" clId="{8B05A4EE-8231-42BC-BD6A-AD13722D5F1A}" dt="2021-02-13T02:46:06.064" v="3228" actId="478"/>
          <ac:picMkLst>
            <pc:docMk/>
            <pc:sldMk cId="236544608" sldId="340"/>
            <ac:picMk id="3" creationId="{43B0E844-5885-42F8-B62C-A083BE1E3BD4}"/>
          </ac:picMkLst>
        </pc:picChg>
        <pc:picChg chg="add mod modCrop">
          <ac:chgData name="justin.watson@education.wa.edu.au" userId="0bb701940c9d40d5" providerId="LiveId" clId="{8B05A4EE-8231-42BC-BD6A-AD13722D5F1A}" dt="2021-02-13T02:46:37.931" v="3236" actId="1076"/>
          <ac:picMkLst>
            <pc:docMk/>
            <pc:sldMk cId="236544608" sldId="340"/>
            <ac:picMk id="4" creationId="{5C92F549-DF4B-47E5-9C10-B2F2E2497BB3}"/>
          </ac:picMkLst>
        </pc:picChg>
      </pc:sldChg>
      <pc:sldChg chg="delSp modSp add mod ord modAnim modNotesTx">
        <pc:chgData name="justin.watson@education.wa.edu.au" userId="0bb701940c9d40d5" providerId="LiveId" clId="{8B05A4EE-8231-42BC-BD6A-AD13722D5F1A}" dt="2021-02-14T00:09:57.867" v="4832" actId="20577"/>
        <pc:sldMkLst>
          <pc:docMk/>
          <pc:sldMk cId="998310034" sldId="341"/>
        </pc:sldMkLst>
        <pc:spChg chg="mod">
          <ac:chgData name="justin.watson@education.wa.edu.au" userId="0bb701940c9d40d5" providerId="LiveId" clId="{8B05A4EE-8231-42BC-BD6A-AD13722D5F1A}" dt="2021-02-13T02:49:54.402" v="3267" actId="20577"/>
          <ac:spMkLst>
            <pc:docMk/>
            <pc:sldMk cId="998310034" sldId="34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2:53:04.903" v="3686" actId="27636"/>
          <ac:spMkLst>
            <pc:docMk/>
            <pc:sldMk cId="998310034" sldId="34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3T02:49:44.203" v="3243" actId="478"/>
          <ac:picMkLst>
            <pc:docMk/>
            <pc:sldMk cId="998310034" sldId="341"/>
            <ac:picMk id="3074" creationId="{B1C3617F-6147-4DE4-9688-068A0E420E9C}"/>
          </ac:picMkLst>
        </pc:picChg>
      </pc:sldChg>
      <pc:sldChg chg="modSp add mod">
        <pc:chgData name="justin.watson@education.wa.edu.au" userId="0bb701940c9d40d5" providerId="LiveId" clId="{8B05A4EE-8231-42BC-BD6A-AD13722D5F1A}" dt="2021-02-13T02:56:11.292" v="4261" actId="20577"/>
        <pc:sldMkLst>
          <pc:docMk/>
          <pc:sldMk cId="4106581916" sldId="342"/>
        </pc:sldMkLst>
        <pc:spChg chg="mod">
          <ac:chgData name="justin.watson@education.wa.edu.au" userId="0bb701940c9d40d5" providerId="LiveId" clId="{8B05A4EE-8231-42BC-BD6A-AD13722D5F1A}" dt="2021-02-13T02:56:11.292" v="4261" actId="20577"/>
          <ac:spMkLst>
            <pc:docMk/>
            <pc:sldMk cId="4106581916" sldId="34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8B05A4EE-8231-42BC-BD6A-AD13722D5F1A}" dt="2021-02-13T02:57:57.271" v="4574" actId="20577"/>
        <pc:sldMkLst>
          <pc:docMk/>
          <pc:sldMk cId="1373021766" sldId="343"/>
        </pc:sldMkLst>
        <pc:spChg chg="mod">
          <ac:chgData name="justin.watson@education.wa.edu.au" userId="0bb701940c9d40d5" providerId="LiveId" clId="{8B05A4EE-8231-42BC-BD6A-AD13722D5F1A}" dt="2021-02-13T02:57:57.271" v="4574" actId="20577"/>
          <ac:spMkLst>
            <pc:docMk/>
            <pc:sldMk cId="1373021766" sldId="343"/>
            <ac:spMk id="3" creationId="{D46BA030-F0A1-43A2-A797-43A1FF6BDAE7}"/>
          </ac:spMkLst>
        </pc:spChg>
      </pc:sldChg>
      <pc:sldChg chg="addSp delSp modSp add mod modNotesTx">
        <pc:chgData name="justin.watson@education.wa.edu.au" userId="0bb701940c9d40d5" providerId="LiveId" clId="{8B05A4EE-8231-42BC-BD6A-AD13722D5F1A}" dt="2021-02-13T03:30:05.466" v="4741" actId="20577"/>
        <pc:sldMkLst>
          <pc:docMk/>
          <pc:sldMk cId="3486378491" sldId="344"/>
        </pc:sldMkLst>
        <pc:spChg chg="add mod">
          <ac:chgData name="justin.watson@education.wa.edu.au" userId="0bb701940c9d40d5" providerId="LiveId" clId="{8B05A4EE-8231-42BC-BD6A-AD13722D5F1A}" dt="2021-02-13T03:27:23.718" v="4646" actId="2711"/>
          <ac:spMkLst>
            <pc:docMk/>
            <pc:sldMk cId="3486378491" sldId="344"/>
            <ac:spMk id="5" creationId="{1F7D2A46-352B-4CAB-A0F7-FAA1965A71E3}"/>
          </ac:spMkLst>
        </pc:spChg>
        <pc:picChg chg="add mod modCrop">
          <ac:chgData name="justin.watson@education.wa.edu.au" userId="0bb701940c9d40d5" providerId="LiveId" clId="{8B05A4EE-8231-42BC-BD6A-AD13722D5F1A}" dt="2021-02-13T03:25:59.732" v="4618" actId="1076"/>
          <ac:picMkLst>
            <pc:docMk/>
            <pc:sldMk cId="3486378491" sldId="344"/>
            <ac:picMk id="3" creationId="{A9E057B6-9480-4FDA-A28F-5033566751F8}"/>
          </ac:picMkLst>
        </pc:picChg>
        <pc:picChg chg="del">
          <ac:chgData name="justin.watson@education.wa.edu.au" userId="0bb701940c9d40d5" providerId="LiveId" clId="{8B05A4EE-8231-42BC-BD6A-AD13722D5F1A}" dt="2021-02-13T03:02:44.501" v="4576" actId="478"/>
          <ac:picMkLst>
            <pc:docMk/>
            <pc:sldMk cId="3486378491" sldId="344"/>
            <ac:picMk id="4" creationId="{5C92F549-DF4B-47E5-9C10-B2F2E2497BB3}"/>
          </ac:picMkLst>
        </pc:picChg>
      </pc:sldChg>
      <pc:sldChg chg="addSp delSp modSp add del mod">
        <pc:chgData name="justin.watson@education.wa.edu.au" userId="0bb701940c9d40d5" providerId="LiveId" clId="{8B05A4EE-8231-42BC-BD6A-AD13722D5F1A}" dt="2021-02-13T03:28:47.064" v="4656" actId="47"/>
        <pc:sldMkLst>
          <pc:docMk/>
          <pc:sldMk cId="2825777722" sldId="345"/>
        </pc:sldMkLst>
        <pc:spChg chg="add mod">
          <ac:chgData name="justin.watson@education.wa.edu.au" userId="0bb701940c9d40d5" providerId="LiveId" clId="{8B05A4EE-8231-42BC-BD6A-AD13722D5F1A}" dt="2021-02-13T03:03:47.399" v="4610" actId="1076"/>
          <ac:spMkLst>
            <pc:docMk/>
            <pc:sldMk cId="2825777722" sldId="345"/>
            <ac:spMk id="5" creationId="{685D3E14-09F4-47B1-8C6F-7711C3212049}"/>
          </ac:spMkLst>
        </pc:spChg>
        <pc:picChg chg="add mod modCrop">
          <ac:chgData name="justin.watson@education.wa.edu.au" userId="0bb701940c9d40d5" providerId="LiveId" clId="{8B05A4EE-8231-42BC-BD6A-AD13722D5F1A}" dt="2021-02-13T03:03:40.812" v="4603" actId="14100"/>
          <ac:picMkLst>
            <pc:docMk/>
            <pc:sldMk cId="2825777722" sldId="345"/>
            <ac:picMk id="3" creationId="{4C0D3527-F3C0-47BD-8B97-0F0E6272EC99}"/>
          </ac:picMkLst>
        </pc:picChg>
        <pc:picChg chg="del">
          <ac:chgData name="justin.watson@education.wa.edu.au" userId="0bb701940c9d40d5" providerId="LiveId" clId="{8B05A4EE-8231-42BC-BD6A-AD13722D5F1A}" dt="2021-02-13T03:02:56.245" v="4578" actId="478"/>
          <ac:picMkLst>
            <pc:docMk/>
            <pc:sldMk cId="2825777722" sldId="345"/>
            <ac:picMk id="4" creationId="{5C92F549-DF4B-47E5-9C10-B2F2E2497BB3}"/>
          </ac:picMkLst>
        </pc:picChg>
      </pc:sldChg>
      <pc:sldChg chg="addSp delSp modSp add mod modNotesTx">
        <pc:chgData name="justin.watson@education.wa.edu.au" userId="0bb701940c9d40d5" providerId="LiveId" clId="{8B05A4EE-8231-42BC-BD6A-AD13722D5F1A}" dt="2021-02-13T03:30:09.769" v="4742"/>
        <pc:sldMkLst>
          <pc:docMk/>
          <pc:sldMk cId="660712699" sldId="346"/>
        </pc:sldMkLst>
        <pc:picChg chg="del">
          <ac:chgData name="justin.watson@education.wa.edu.au" userId="0bb701940c9d40d5" providerId="LiveId" clId="{8B05A4EE-8231-42BC-BD6A-AD13722D5F1A}" dt="2021-02-13T03:27:56.553" v="4648" actId="478"/>
          <ac:picMkLst>
            <pc:docMk/>
            <pc:sldMk cId="660712699" sldId="346"/>
            <ac:picMk id="3" creationId="{A9E057B6-9480-4FDA-A28F-5033566751F8}"/>
          </ac:picMkLst>
        </pc:picChg>
        <pc:picChg chg="add mod modCrop">
          <ac:chgData name="justin.watson@education.wa.edu.au" userId="0bb701940c9d40d5" providerId="LiveId" clId="{8B05A4EE-8231-42BC-BD6A-AD13722D5F1A}" dt="2021-02-13T03:28:29.807" v="4655" actId="1076"/>
          <ac:picMkLst>
            <pc:docMk/>
            <pc:sldMk cId="660712699" sldId="346"/>
            <ac:picMk id="4" creationId="{D2E7E6F8-249D-48CF-B8C5-6C11B824661D}"/>
          </ac:picMkLst>
        </pc:picChg>
      </pc:sldChg>
      <pc:sldChg chg="modSp add mod setBg">
        <pc:chgData name="justin.watson@education.wa.edu.au" userId="0bb701940c9d40d5" providerId="LiveId" clId="{8B05A4EE-8231-42BC-BD6A-AD13722D5F1A}" dt="2021-02-14T00:36:51.088" v="5019" actId="313"/>
        <pc:sldMkLst>
          <pc:docMk/>
          <pc:sldMk cId="2232308475" sldId="347"/>
        </pc:sldMkLst>
        <pc:spChg chg="mod">
          <ac:chgData name="justin.watson@education.wa.edu.au" userId="0bb701940c9d40d5" providerId="LiveId" clId="{8B05A4EE-8231-42BC-BD6A-AD13722D5F1A}" dt="2021-02-14T00:36:51.088" v="5019" actId="313"/>
          <ac:spMkLst>
            <pc:docMk/>
            <pc:sldMk cId="2232308475" sldId="347"/>
            <ac:spMk id="5" creationId="{F2A5B7C2-6C39-4AFA-9B5D-C3F3C81B941B}"/>
          </ac:spMkLst>
        </pc:spChg>
      </pc:sldChg>
      <pc:sldChg chg="addSp delSp add del ord setBg delDesignElem">
        <pc:chgData name="justin.watson@education.wa.edu.au" userId="0bb701940c9d40d5" providerId="LiveId" clId="{8B05A4EE-8231-42BC-BD6A-AD13722D5F1A}" dt="2021-02-13T03:30:50.437" v="4748"/>
        <pc:sldMkLst>
          <pc:docMk/>
          <pc:sldMk cId="2722169785" sldId="347"/>
        </pc:sldMkLst>
        <pc:spChg chg="add del">
          <ac:chgData name="justin.watson@education.wa.edu.au" userId="0bb701940c9d40d5" providerId="LiveId" clId="{8B05A4EE-8231-42BC-BD6A-AD13722D5F1A}" dt="2021-02-13T03:30:50.437" v="4748"/>
          <ac:spMkLst>
            <pc:docMk/>
            <pc:sldMk cId="2722169785" sldId="347"/>
            <ac:spMk id="73" creationId="{D15D9FA9-26A2-4F4D-8F7C-658E5E3821BA}"/>
          </ac:spMkLst>
        </pc:spChg>
        <pc:cxnChg chg="add del">
          <ac:chgData name="justin.watson@education.wa.edu.au" userId="0bb701940c9d40d5" providerId="LiveId" clId="{8B05A4EE-8231-42BC-BD6A-AD13722D5F1A}" dt="2021-02-13T03:30:50.437" v="4748"/>
          <ac:cxnSpMkLst>
            <pc:docMk/>
            <pc:sldMk cId="2722169785" sldId="347"/>
            <ac:cxnSpMk id="71" creationId="{D2345D65-2A74-491B-AC96-C66B2726A40F}"/>
          </ac:cxnSpMkLst>
        </pc:cxnChg>
      </pc:sldChg>
      <pc:sldChg chg="add del">
        <pc:chgData name="justin.watson@education.wa.edu.au" userId="0bb701940c9d40d5" providerId="LiveId" clId="{8B05A4EE-8231-42BC-BD6A-AD13722D5F1A}" dt="2021-02-14T00:00:55.103" v="4766" actId="2890"/>
        <pc:sldMkLst>
          <pc:docMk/>
          <pc:sldMk cId="4196842846" sldId="347"/>
        </pc:sldMkLst>
      </pc:sldChg>
      <pc:sldChg chg="add del">
        <pc:chgData name="justin.watson@education.wa.edu.au" userId="0bb701940c9d40d5" providerId="LiveId" clId="{8B05A4EE-8231-42BC-BD6A-AD13722D5F1A}" dt="2021-02-14T00:00:47.074" v="4765"/>
        <pc:sldMkLst>
          <pc:docMk/>
          <pc:sldMk cId="707920642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You</a:t>
            </a:r>
            <a:r>
              <a:rPr lang="en-AU" baseline="0" dirty="0" smtClean="0"/>
              <a:t> will need 2 different colour post-it notes pads.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493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0521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smtClean="0"/>
              <a:t>Topic: </a:t>
            </a:r>
            <a:r>
              <a:rPr lang="en-AU" sz="4000" dirty="0" err="1" smtClean="0"/>
              <a:t>Pronumerals</a:t>
            </a:r>
            <a:r>
              <a:rPr lang="en-AU" sz="4000" dirty="0"/>
              <a:t/>
            </a:r>
            <a:br>
              <a:rPr lang="en-AU" sz="4000" dirty="0"/>
            </a:br>
            <a:r>
              <a:rPr lang="en-AU" sz="4000" dirty="0"/>
              <a:t>EQ</a:t>
            </a:r>
            <a:r>
              <a:rPr lang="en-AU" sz="4000" dirty="0" smtClean="0"/>
              <a:t>: How do we use </a:t>
            </a:r>
            <a:r>
              <a:rPr lang="en-AU" sz="4000" dirty="0" err="1" smtClean="0"/>
              <a:t>pronumerals</a:t>
            </a:r>
            <a:r>
              <a:rPr lang="en-AU" sz="4000" dirty="0" smtClean="0"/>
              <a:t>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049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AU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ronumerals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How do we use </a:t>
            </a:r>
            <a:r>
              <a:rPr lang="en-A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pronumerals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 smtClean="0"/>
              <a:t>First 5</a:t>
            </a:r>
            <a:r>
              <a:rPr lang="en-AU" sz="3500" dirty="0"/>
              <a:t/>
            </a:r>
            <a:br>
              <a:rPr lang="en-AU" sz="3500" dirty="0"/>
            </a:br>
            <a:r>
              <a:rPr lang="en-AU" sz="3500" dirty="0"/>
              <a:t/>
            </a: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44548" y="1283524"/>
            <a:ext cx="582410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Simplify 30cm : 2m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Simplify 4y+5y+7x-4x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A car is driving at 80km/h, how long would it take the car to travel 200km?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IF a=5 and b=6, what is 4a+b?</a:t>
            </a:r>
          </a:p>
          <a:p>
            <a:pPr>
              <a:lnSpc>
                <a:spcPct val="150000"/>
              </a:lnSpc>
            </a:pPr>
            <a:r>
              <a:rPr lang="en-AU" sz="2800" dirty="0" smtClean="0"/>
              <a:t>5. What has words, but never speaks?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8523781" y="1481560"/>
            <a:ext cx="298992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Answers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3:20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9y+3x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2 and 30 </a:t>
            </a:r>
            <a:r>
              <a:rPr lang="en-AU" sz="3200" b="1" dirty="0" err="1" smtClean="0">
                <a:solidFill>
                  <a:srgbClr val="FF0000"/>
                </a:solidFill>
              </a:rPr>
              <a:t>mins</a:t>
            </a:r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26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A Book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 smtClean="0"/>
              <a:t>Post-it note game</a:t>
            </a: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24128" y="1993882"/>
            <a:ext cx="70258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Step 1: put a “+” sign on 2 yellow post-it notes and on 4 green post-it notes</a:t>
            </a:r>
          </a:p>
          <a:p>
            <a:r>
              <a:rPr lang="en-AU" dirty="0" smtClean="0"/>
              <a:t>Step 2: Put a “-” on 3 green post-it notes and on 4 yellow post-it notes.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Step 3: if you can pair a + with a – from the same colour post it note, they cancel each other out. Find the pairs and cancel them out.</a:t>
            </a:r>
          </a:p>
          <a:p>
            <a:endParaRPr lang="en-AU" dirty="0"/>
          </a:p>
          <a:p>
            <a:r>
              <a:rPr lang="en-AU" dirty="0" smtClean="0"/>
              <a:t>Step 4: The winner is the first person to work out how much of each post-it note is left.</a:t>
            </a:r>
          </a:p>
          <a:p>
            <a:endParaRPr lang="en-AU" dirty="0"/>
          </a:p>
          <a:p>
            <a:pPr algn="ctr"/>
            <a:r>
              <a:rPr lang="en-AU" dirty="0" smtClean="0"/>
              <a:t>Step 5: You should have 2 – yellow and 1 + green. You can write this as                      </a:t>
            </a:r>
            <a:r>
              <a:rPr lang="en-AU" b="1" dirty="0" smtClean="0"/>
              <a:t>-2y+g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3190519"/>
            <a:ext cx="1107757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1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049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AU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ronumerals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: How do we use </a:t>
            </a:r>
            <a:r>
              <a:rPr lang="en-A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pronumerals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117" y="1581336"/>
            <a:ext cx="2149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 is a </a:t>
            </a:r>
            <a:r>
              <a:rPr lang="en-AU" sz="2400" dirty="0" err="1" smtClean="0"/>
              <a:t>pronumeral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816460" y="1555593"/>
            <a:ext cx="7342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A </a:t>
            </a:r>
            <a:r>
              <a:rPr lang="en-AU" sz="2400" dirty="0" err="1" smtClean="0"/>
              <a:t>pronumeral</a:t>
            </a:r>
            <a:r>
              <a:rPr lang="en-AU" sz="2400" dirty="0" smtClean="0"/>
              <a:t> is a letter that is used to represent a number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-40531" y="3176503"/>
            <a:ext cx="2437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we simply expressions?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511870" y="3175084"/>
            <a:ext cx="91669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You can simplify expressions by collect like terms. </a:t>
            </a:r>
          </a:p>
          <a:p>
            <a:endParaRPr lang="en-AU" sz="2400" dirty="0" smtClean="0"/>
          </a:p>
          <a:p>
            <a:r>
              <a:rPr lang="en-AU" sz="2400" dirty="0" smtClean="0"/>
              <a:t>Like terms are terms that have the exact same letters in them.</a:t>
            </a:r>
          </a:p>
          <a:p>
            <a:r>
              <a:rPr lang="en-AU" sz="2400" dirty="0" smtClean="0"/>
              <a:t>(the post it game is a strategy to help with simplifying)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4462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7859" y="474562"/>
            <a:ext cx="7397410" cy="541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Practice</a:t>
            </a:r>
          </a:p>
          <a:p>
            <a:endParaRPr lang="en-AU" sz="2400" dirty="0"/>
          </a:p>
          <a:p>
            <a:endParaRPr lang="en-AU" sz="2400" dirty="0" smtClean="0"/>
          </a:p>
          <a:p>
            <a:r>
              <a:rPr lang="en-AU" sz="2400" dirty="0" smtClean="0"/>
              <a:t>Simply the following. You can use post-it notes to assist you.</a:t>
            </a:r>
          </a:p>
          <a:p>
            <a:endParaRPr lang="en-AU" sz="2400" dirty="0"/>
          </a:p>
          <a:p>
            <a:endParaRPr lang="en-AU" sz="2400" dirty="0" smtClean="0"/>
          </a:p>
          <a:p>
            <a:pPr marL="342900" indent="-342900">
              <a:buAutoNum type="arabicPeriod"/>
            </a:pPr>
            <a:r>
              <a:rPr lang="en-AU" sz="2400" dirty="0" smtClean="0"/>
              <a:t>-3y +2g -2y-1g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+2y -3 +2y -3g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-4g +2y -4y+2g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 smtClean="0"/>
              <a:t>-3w +2y -2g -4y +1w+5g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+3y-2x-y+5x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-2y-2x+4y+3y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871" y="3290104"/>
            <a:ext cx="24955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3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8440" y="509286"/>
            <a:ext cx="11648469" cy="576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“Just do it”- NIKE </a:t>
            </a:r>
            <a:endParaRPr lang="en-A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2630</TotalTime>
  <Words>396</Words>
  <Application>Microsoft Office PowerPoint</Application>
  <PresentationFormat>Widescreen</PresentationFormat>
  <Paragraphs>76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Tw Cen MT</vt:lpstr>
      <vt:lpstr>Tw Cen MT Condensed</vt:lpstr>
      <vt:lpstr>Wingdings</vt:lpstr>
      <vt:lpstr>Wingdings 3</vt:lpstr>
      <vt:lpstr>Integral</vt:lpstr>
      <vt:lpstr>Topic: Pronumerals EQ: How do we use pronumerals?</vt:lpstr>
      <vt:lpstr>Things Required For This Lesson</vt:lpstr>
      <vt:lpstr>PowerPoint Presentation</vt:lpstr>
      <vt:lpstr>First 5  </vt:lpstr>
      <vt:lpstr>Post-it note game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MORGAN Adam [Baldivis Secondary College]</cp:lastModifiedBy>
  <cp:revision>11</cp:revision>
  <dcterms:created xsi:type="dcterms:W3CDTF">2021-02-11T13:20:57Z</dcterms:created>
  <dcterms:modified xsi:type="dcterms:W3CDTF">2021-05-06T00:54:15Z</dcterms:modified>
</cp:coreProperties>
</file>