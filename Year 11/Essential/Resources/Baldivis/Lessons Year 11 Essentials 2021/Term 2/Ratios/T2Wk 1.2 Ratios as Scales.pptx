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2"/>
  </p:notesMasterIdLst>
  <p:sldIdLst>
    <p:sldId id="256" r:id="rId2"/>
    <p:sldId id="257" r:id="rId3"/>
    <p:sldId id="311" r:id="rId4"/>
    <p:sldId id="355" r:id="rId5"/>
    <p:sldId id="904" r:id="rId6"/>
    <p:sldId id="356" r:id="rId7"/>
    <p:sldId id="359" r:id="rId8"/>
    <p:sldId id="354" r:id="rId9"/>
    <p:sldId id="360" r:id="rId10"/>
    <p:sldId id="32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51" autoAdjust="0"/>
    <p:restoredTop sz="94013" autoAdjust="0"/>
  </p:normalViewPr>
  <p:slideViewPr>
    <p:cSldViewPr snapToGrid="0">
      <p:cViewPr varScale="1">
        <p:scale>
          <a:sx n="71" d="100"/>
          <a:sy n="71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18/4/21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960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2295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95" y="4960137"/>
            <a:ext cx="8417010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Ratios</a:t>
            </a:r>
            <a:br>
              <a:rPr lang="en-AU" sz="4000" dirty="0"/>
            </a:br>
            <a:r>
              <a:rPr lang="en-AU" sz="4000" dirty="0"/>
              <a:t>EQ: How to use ratios for a scale?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3805" y="4960137"/>
            <a:ext cx="3200400" cy="1463040"/>
          </a:xfrm>
        </p:spPr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013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Ratios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to use ratios for a scale?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/03/2021</a:t>
            </a: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AA4B3F-316E-41BE-9AC0-7CDAA8A76988}"/>
              </a:ext>
            </a:extLst>
          </p:cNvPr>
          <p:cNvSpPr txBox="1"/>
          <p:nvPr/>
        </p:nvSpPr>
        <p:spPr>
          <a:xfrm>
            <a:off x="754672" y="196208"/>
            <a:ext cx="227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Topic: Ratios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30C58-9BD1-45ED-844E-00AC602EAE29}"/>
              </a:ext>
            </a:extLst>
          </p:cNvPr>
          <p:cNvSpPr txBox="1"/>
          <p:nvPr/>
        </p:nvSpPr>
        <p:spPr>
          <a:xfrm>
            <a:off x="754671" y="848881"/>
            <a:ext cx="10643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800" dirty="0"/>
              <a:t>How to use ratios for a scale?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6AB592F-0AF9-498E-A1F8-CE35F9BB3EBE}"/>
                  </a:ext>
                </a:extLst>
              </p:cNvPr>
              <p:cNvSpPr txBox="1"/>
              <p:nvPr/>
            </p:nvSpPr>
            <p:spPr>
              <a:xfrm>
                <a:off x="1165022" y="1664462"/>
                <a:ext cx="10460921" cy="4547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AU" sz="2800" dirty="0"/>
                  <a:t>True or False/ Explain your thinking.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sz="2800" dirty="0"/>
                  <a:t>	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11</m:t>
                    </m:r>
                    <m:d>
                      <m:d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12+37</m:t>
                        </m:r>
                      </m:e>
                    </m:d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=11 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12+407</m:t>
                    </m:r>
                  </m:oMath>
                </a14:m>
                <a:endParaRPr lang="en-AU" sz="2800" dirty="0"/>
              </a:p>
              <a:p>
                <a:pPr>
                  <a:lnSpc>
                    <a:spcPct val="150000"/>
                  </a:lnSpc>
                </a:pPr>
                <a:r>
                  <a:rPr lang="en-AU" sz="2800" dirty="0"/>
                  <a:t>2. Is the answer reasonable? Use approximation to check. 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161.5 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÷3.8=42.5</m:t>
                      </m:r>
                    </m:oMath>
                  </m:oMathPara>
                </a14:m>
                <a:endParaRPr lang="en-AU" sz="2800" dirty="0"/>
              </a:p>
              <a:p>
                <a:pPr>
                  <a:lnSpc>
                    <a:spcPct val="150000"/>
                  </a:lnSpc>
                </a:pPr>
                <a:r>
                  <a:rPr lang="en-AU" sz="2800" dirty="0"/>
                  <a:t>3. I invest $100 at a simple interest rate of 3% per annum for 5 years. What interest do I earn? </a:t>
                </a:r>
              </a:p>
              <a:p>
                <a:pPr>
                  <a:lnSpc>
                    <a:spcPct val="150000"/>
                  </a:lnSpc>
                </a:pPr>
                <a:endParaRPr lang="en-AU" sz="28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6AB592F-0AF9-498E-A1F8-CE35F9BB3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022" y="1664462"/>
                <a:ext cx="10460921" cy="4547207"/>
              </a:xfrm>
              <a:prstGeom prst="rect">
                <a:avLst/>
              </a:prstGeom>
              <a:blipFill>
                <a:blip r:embed="rId2"/>
                <a:stretch>
                  <a:fillRect l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876F53D-7595-5241-AD3C-876DC4DD6AF4}"/>
              </a:ext>
            </a:extLst>
          </p:cNvPr>
          <p:cNvSpPr txBox="1"/>
          <p:nvPr/>
        </p:nvSpPr>
        <p:spPr>
          <a:xfrm>
            <a:off x="321972" y="1439999"/>
            <a:ext cx="2910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Interleaved Questions</a:t>
            </a:r>
          </a:p>
        </p:txBody>
      </p:sp>
    </p:spTree>
    <p:extLst>
      <p:ext uri="{BB962C8B-B14F-4D97-AF65-F5344CB8AC3E}">
        <p14:creationId xmlns:p14="http://schemas.microsoft.com/office/powerpoint/2010/main" val="243402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AA4B3F-316E-41BE-9AC0-7CDAA8A76988}"/>
              </a:ext>
            </a:extLst>
          </p:cNvPr>
          <p:cNvSpPr txBox="1"/>
          <p:nvPr/>
        </p:nvSpPr>
        <p:spPr>
          <a:xfrm>
            <a:off x="754672" y="196208"/>
            <a:ext cx="227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Topic: Ratios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30C58-9BD1-45ED-844E-00AC602EAE29}"/>
              </a:ext>
            </a:extLst>
          </p:cNvPr>
          <p:cNvSpPr txBox="1"/>
          <p:nvPr/>
        </p:nvSpPr>
        <p:spPr>
          <a:xfrm>
            <a:off x="754671" y="848881"/>
            <a:ext cx="10643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800" dirty="0"/>
              <a:t>How to use ratios for a scale?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6AB592F-0AF9-498E-A1F8-CE35F9BB3EBE}"/>
                  </a:ext>
                </a:extLst>
              </p:cNvPr>
              <p:cNvSpPr txBox="1"/>
              <p:nvPr/>
            </p:nvSpPr>
            <p:spPr>
              <a:xfrm>
                <a:off x="1165022" y="1664462"/>
                <a:ext cx="10460921" cy="4547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AU" sz="2800" dirty="0"/>
                  <a:t>True or False/ Explain your thinking.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sz="2800" dirty="0"/>
                  <a:t>	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11</m:t>
                    </m:r>
                    <m:d>
                      <m:d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12+37</m:t>
                        </m:r>
                      </m:e>
                    </m:d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=11 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12+407</m:t>
                    </m:r>
                  </m:oMath>
                </a14:m>
                <a:endParaRPr lang="en-AU" sz="2800" dirty="0"/>
              </a:p>
              <a:p>
                <a:pPr>
                  <a:lnSpc>
                    <a:spcPct val="150000"/>
                  </a:lnSpc>
                </a:pPr>
                <a:r>
                  <a:rPr lang="en-AU" sz="2800" dirty="0"/>
                  <a:t>2. Is the answer reasonable? Use approximation to check. 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161.5 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÷3.8=42.5</m:t>
                    </m:r>
                  </m:oMath>
                </a14:m>
                <a:r>
                  <a:rPr lang="en-AU" sz="2800" dirty="0"/>
                  <a:t>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sz="2800" dirty="0"/>
                  <a:t>3. I invest $100 at a simple interest rate of 3% per annum for 5 years. What interest do I earn? </a:t>
                </a:r>
              </a:p>
              <a:p>
                <a:pPr>
                  <a:lnSpc>
                    <a:spcPct val="150000"/>
                  </a:lnSpc>
                </a:pPr>
                <a:endParaRPr lang="en-AU" sz="28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6AB592F-0AF9-498E-A1F8-CE35F9BB3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022" y="1664462"/>
                <a:ext cx="10460921" cy="4547207"/>
              </a:xfrm>
              <a:prstGeom prst="rect">
                <a:avLst/>
              </a:prstGeom>
              <a:blipFill>
                <a:blip r:embed="rId2"/>
                <a:stretch>
                  <a:fillRect l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876F53D-7595-5241-AD3C-876DC4DD6AF4}"/>
              </a:ext>
            </a:extLst>
          </p:cNvPr>
          <p:cNvSpPr txBox="1"/>
          <p:nvPr/>
        </p:nvSpPr>
        <p:spPr>
          <a:xfrm>
            <a:off x="321972" y="1439999"/>
            <a:ext cx="2910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Interleaved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18F68A-4940-0C43-A419-E2661247FCC8}"/>
              </a:ext>
            </a:extLst>
          </p:cNvPr>
          <p:cNvSpPr txBox="1"/>
          <p:nvPr/>
        </p:nvSpPr>
        <p:spPr>
          <a:xfrm>
            <a:off x="7253264" y="1914951"/>
            <a:ext cx="37737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True. Using distributive principle. 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B87D7E-DDDE-5F43-9DE9-EE04377A3EFE}"/>
                  </a:ext>
                </a:extLst>
              </p:cNvPr>
              <p:cNvSpPr txBox="1"/>
              <p:nvPr/>
            </p:nvSpPr>
            <p:spPr>
              <a:xfrm>
                <a:off x="5562350" y="3586256"/>
                <a:ext cx="5835705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C00000"/>
                    </a:solidFill>
                  </a:rPr>
                  <a:t>Yes. Rounding to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162</m:t>
                    </m:r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4,</m:t>
                    </m:r>
                  </m:oMath>
                </a14:m>
                <a:r>
                  <a:rPr lang="en-US" sz="2800" b="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 you would expect the answer to be close to 40.5</a:t>
                </a:r>
                <a:endParaRPr lang="en-AU" sz="2800" b="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B87D7E-DDDE-5F43-9DE9-EE04377A3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350" y="3586256"/>
                <a:ext cx="5835705" cy="954107"/>
              </a:xfrm>
              <a:prstGeom prst="rect">
                <a:avLst/>
              </a:prstGeom>
              <a:blipFill>
                <a:blip r:embed="rId3"/>
                <a:stretch>
                  <a:fillRect l="-1952" t="-657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3BD6E65-B141-1343-A5D3-5B5137865CB2}"/>
              </a:ext>
            </a:extLst>
          </p:cNvPr>
          <p:cNvSpPr txBox="1"/>
          <p:nvPr/>
        </p:nvSpPr>
        <p:spPr>
          <a:xfrm>
            <a:off x="5366407" y="5157023"/>
            <a:ext cx="3773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$15.00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948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013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Ratios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divide quantities into ratios?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0" y="1474838"/>
            <a:ext cx="204905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Where do we use ratios? </a:t>
            </a:r>
          </a:p>
          <a:p>
            <a:endParaRPr lang="en-AU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509578" y="1490915"/>
                <a:ext cx="8350801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One of the most common applications for ratios is for scales on maps and plans. </a:t>
                </a:r>
              </a:p>
              <a:p>
                <a:br>
                  <a:rPr lang="en-US" sz="2800" dirty="0"/>
                </a:br>
                <a:r>
                  <a:rPr lang="en-US" sz="2800" dirty="0"/>
                  <a:t>Scales are given  in a ratio on the map or plan at the bottom. 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E.g. Scale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1:1000</m:t>
                    </m:r>
                  </m:oMath>
                </a14:m>
                <a:r>
                  <a:rPr lang="en-US" sz="2800" dirty="0"/>
                  <a:t> – This scale represents that 1cm is the same as 1km in real life. 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578" y="1490915"/>
                <a:ext cx="8350801" cy="3539430"/>
              </a:xfrm>
              <a:prstGeom prst="rect">
                <a:avLst/>
              </a:prstGeom>
              <a:blipFill>
                <a:blip r:embed="rId3"/>
                <a:stretch>
                  <a:fillRect l="-1517" t="-1792" r="-455" b="-4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09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6581-180C-41F0-AE43-7C289DAE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pair share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C07D8-0A1C-4536-A9E9-C4AA7E8C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121118"/>
            <a:ext cx="9720073" cy="5712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dirty="0"/>
              <a:t>1. Make a list of where you find ratios.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39D12-2CD4-E24C-9129-D431D02DE537}"/>
              </a:ext>
            </a:extLst>
          </p:cNvPr>
          <p:cNvSpPr txBox="1"/>
          <p:nvPr/>
        </p:nvSpPr>
        <p:spPr>
          <a:xfrm>
            <a:off x="873541" y="3198167"/>
            <a:ext cx="100212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Boys to Girls in Classrooms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Cooking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Sports, e.g. win to loss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Floor Plan – Architect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9477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57260"/>
            <a:ext cx="9138444" cy="1244111"/>
          </a:xfrm>
        </p:spPr>
        <p:txBody>
          <a:bodyPr>
            <a:noAutofit/>
          </a:bodyPr>
          <a:lstStyle/>
          <a:p>
            <a:r>
              <a:rPr lang="en-GB" sz="4000" dirty="0"/>
              <a:t>Practice: (LSH)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3425E-88E4-3444-96DA-E7173F09C9B9}"/>
              </a:ext>
            </a:extLst>
          </p:cNvPr>
          <p:cNvSpPr txBox="1"/>
          <p:nvPr/>
        </p:nvSpPr>
        <p:spPr>
          <a:xfrm>
            <a:off x="899886" y="2844800"/>
            <a:ext cx="10508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1. Complete set A: Practice and application questions on page 34.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3498B-7A23-514D-85AD-E52CC02E0361}"/>
              </a:ext>
            </a:extLst>
          </p:cNvPr>
          <p:cNvSpPr txBox="1"/>
          <p:nvPr/>
        </p:nvSpPr>
        <p:spPr>
          <a:xfrm>
            <a:off x="791899" y="2191657"/>
            <a:ext cx="2604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3256411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9120-91FA-4869-8724-16DDAD41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Pass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E678BF-D677-48E7-8DF4-37AA9515E4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1.  Which of the following is equivalent to 7:6 </a:t>
                </a:r>
              </a:p>
              <a:p>
                <a:pPr marL="0" indent="0">
                  <a:buNone/>
                </a:pPr>
                <a:r>
                  <a:rPr lang="en-US" dirty="0"/>
                  <a:t>	a.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12:14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    b.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84:62</m:t>
                    </m:r>
                  </m:oMath>
                </a14:m>
                <a:r>
                  <a:rPr lang="en-US" dirty="0"/>
                  <a:t>			c.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21:18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fontAlgn="base"/>
                <a:r>
                  <a:rPr lang="en-US" dirty="0"/>
                  <a:t>2. </a:t>
                </a:r>
                <a:r>
                  <a:rPr lang="en-AU" dirty="0"/>
                  <a:t>Lucia is making invisibility potions. Each potion requires 2 eyes of newt.</a:t>
                </a:r>
              </a:p>
              <a:p>
                <a:pPr fontAlgn="base"/>
                <a:r>
                  <a:rPr lang="en-AU" b="1" dirty="0"/>
                  <a:t>How many invisibility potions can Lucia make with 16 eyes of newt?</a:t>
                </a:r>
                <a:br>
                  <a:rPr lang="en-AU" dirty="0"/>
                </a:br>
                <a:r>
                  <a:rPr lang="en-AU" i="1" dirty="0"/>
                  <a:t>Lucia has all the other ingredients she needs.</a:t>
                </a:r>
                <a:endParaRPr lang="en-AU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E678BF-D677-48E7-8DF4-37AA9515E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510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”The Best way to predict the future is to create it.”</a:t>
            </a:r>
          </a:p>
          <a:p>
            <a:r>
              <a:rPr lang="en-US" dirty="0">
                <a:solidFill>
                  <a:srgbClr val="000000"/>
                </a:solidFill>
                <a:latin typeface="Charter"/>
              </a:rPr>
              <a:t>-Abraham Lincoln</a:t>
            </a:r>
            <a:br>
              <a:rPr lang="en-US" dirty="0"/>
            </a:b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9284</TotalTime>
  <Words>470</Words>
  <Application>Microsoft Macintosh PowerPoint</Application>
  <PresentationFormat>Widescreen</PresentationFormat>
  <Paragraphs>71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Cambria Math</vt:lpstr>
      <vt:lpstr>Charter</vt:lpstr>
      <vt:lpstr>Tw Cen MT</vt:lpstr>
      <vt:lpstr>Tw Cen MT Condensed</vt:lpstr>
      <vt:lpstr>Wingdings</vt:lpstr>
      <vt:lpstr>Wingdings 3</vt:lpstr>
      <vt:lpstr>Integral</vt:lpstr>
      <vt:lpstr>Topic: Ratios EQ: How to use ratios for a scale?</vt:lpstr>
      <vt:lpstr>Things Required For This Lesson</vt:lpstr>
      <vt:lpstr>PowerPoint Presentation</vt:lpstr>
      <vt:lpstr>PowerPoint Presentation</vt:lpstr>
      <vt:lpstr>PowerPoint Presentation</vt:lpstr>
      <vt:lpstr>PowerPoint Presentation</vt:lpstr>
      <vt:lpstr>Think pair share</vt:lpstr>
      <vt:lpstr>Practice: (LSH)</vt:lpstr>
      <vt:lpstr>Exit Pass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DIXON Emily [Baldivis Secondary College]</cp:lastModifiedBy>
  <cp:revision>122</cp:revision>
  <dcterms:created xsi:type="dcterms:W3CDTF">2021-02-11T13:20:57Z</dcterms:created>
  <dcterms:modified xsi:type="dcterms:W3CDTF">2021-04-19T12:08:40Z</dcterms:modified>
</cp:coreProperties>
</file>