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7" r:id="rId2"/>
    <p:sldId id="327" r:id="rId3"/>
    <p:sldId id="308" r:id="rId4"/>
    <p:sldId id="325" r:id="rId5"/>
    <p:sldId id="261" r:id="rId6"/>
    <p:sldId id="318" r:id="rId7"/>
    <p:sldId id="326" r:id="rId8"/>
    <p:sldId id="29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0A96BC-6475-4125-91DB-B637A4EA2D3C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46122-443B-4061-9274-CD86F1B3DE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05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75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ZoTDpK5fL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C519-C024-4A2A-81B7-09C6D6C96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TOPIC: Ratios</a:t>
            </a:r>
            <a:br>
              <a:rPr lang="en-AU" sz="3600" dirty="0"/>
            </a:br>
            <a:r>
              <a:rPr lang="en-AU" sz="3600" dirty="0"/>
              <a:t>EQ: How do I Divide an Amount into a Ratio?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6BC2-EBAA-4160-A423-FC9ABA819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5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F983DC-67D8-4A80-8D82-4F943691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 (LHS)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128903" y="1685925"/>
            <a:ext cx="9720073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What is the simplest ratio of 4:6:14?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Are 3:4 and 6:9 equivalent ratios? 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Use leading digit approximation to estimate 2.7m of fabric at a cost of $4.25 per metre.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Group $35 into 7 equal parts. How much is each part worth?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GB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actual body length of a beetle Brad has caught is 24 mm. A scale drawing of the beetle is shown below. What distance does 1cm on the scale drawing represent?</a:t>
            </a:r>
            <a:br>
              <a:rPr lang="en-A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0ED57D-C94F-423E-A983-216799A66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296" y="4623500"/>
            <a:ext cx="2181529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8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57B5-9E1B-4A53-99B8-355C4E8E5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73EA-76E5-44CA-9070-0B2923FDF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https://www.youtube.com/watch?v=3ZoTDpK5fLo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193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XX/4/2021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024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Ratios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50019" y="809731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How do I divide an amount into a ratio?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ADB2D-8B66-4399-BC0B-D3FE93DE94B3}"/>
              </a:ext>
            </a:extLst>
          </p:cNvPr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3BC8D5-6900-48E4-B1D1-D4491C198215}"/>
              </a:ext>
            </a:extLst>
          </p:cNvPr>
          <p:cNvSpPr/>
          <p:nvPr/>
        </p:nvSpPr>
        <p:spPr>
          <a:xfrm>
            <a:off x="4648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E01EE-DF3F-462D-8798-F38579ACB2A7}"/>
              </a:ext>
            </a:extLst>
          </p:cNvPr>
          <p:cNvSpPr txBox="1"/>
          <p:nvPr/>
        </p:nvSpPr>
        <p:spPr>
          <a:xfrm>
            <a:off x="2478657" y="1301351"/>
            <a:ext cx="864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Example: The amount of $24 needs to be divided into the ratio 3:5.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ED7E67-1684-4D31-BF18-50460C3B002E}"/>
                  </a:ext>
                </a:extLst>
              </p:cNvPr>
              <p:cNvSpPr txBox="1"/>
              <p:nvPr/>
            </p:nvSpPr>
            <p:spPr>
              <a:xfrm>
                <a:off x="2478657" y="1804438"/>
                <a:ext cx="86436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 1: Look at the ratio 3:5 and find the total parts by adding the numbers that make up the ratio.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𝟓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𝟖</m:t>
                      </m:r>
                    </m:oMath>
                  </m:oMathPara>
                </a14:m>
                <a:endParaRPr lang="en-GB" sz="24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ED7E67-1684-4D31-BF18-50460C3B0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657" y="1804438"/>
                <a:ext cx="8643661" cy="1200329"/>
              </a:xfrm>
              <a:prstGeom prst="rect">
                <a:avLst/>
              </a:prstGeom>
              <a:blipFill>
                <a:blip r:embed="rId3"/>
                <a:stretch>
                  <a:fillRect l="-1128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36E31D0-D8B2-48BF-8957-5DFE7018D542}"/>
                  </a:ext>
                </a:extLst>
              </p:cNvPr>
              <p:cNvSpPr txBox="1"/>
              <p:nvPr/>
            </p:nvSpPr>
            <p:spPr>
              <a:xfrm>
                <a:off x="2478657" y="2864368"/>
                <a:ext cx="86436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 2: Divide $24 by the total number of parts.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𝟐𝟒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÷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𝟖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𝟑</m:t>
                      </m:r>
                    </m:oMath>
                  </m:oMathPara>
                </a14:m>
                <a:endParaRPr lang="en-AU" sz="24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means a single part is worth $3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36E31D0-D8B2-48BF-8957-5DFE7018D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657" y="2864368"/>
                <a:ext cx="8643661" cy="1200329"/>
              </a:xfrm>
              <a:prstGeom prst="rect">
                <a:avLst/>
              </a:prstGeom>
              <a:blipFill>
                <a:blip r:embed="rId4"/>
                <a:stretch>
                  <a:fillRect l="-1128" t="-4061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07FB88-A376-4EA5-AD1C-FC2D75FE20C1}"/>
                  </a:ext>
                </a:extLst>
              </p:cNvPr>
              <p:cNvSpPr txBox="1"/>
              <p:nvPr/>
            </p:nvSpPr>
            <p:spPr>
              <a:xfrm>
                <a:off x="2519803" y="4065946"/>
                <a:ext cx="864366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 3: Calculate the value of 3 parts.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$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=$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𝟗</m:t>
                      </m:r>
                    </m:oMath>
                  </m:oMathPara>
                </a14:m>
                <a:endParaRPr lang="en-AU" sz="24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Calculate the value of 5 parts.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$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𝟑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𝟓</m:t>
                      </m:r>
                      <m:r>
                        <a:rPr lang="en-AU" sz="24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=$</m:t>
                      </m:r>
                      <m:r>
                        <a:rPr lang="en-AU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𝟏𝟓</m:t>
                      </m:r>
                    </m:oMath>
                  </m:oMathPara>
                </a14:m>
                <a:endParaRPr lang="en-AU" sz="2400" b="1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07FB88-A376-4EA5-AD1C-FC2D75FE2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803" y="4065946"/>
                <a:ext cx="8643661" cy="1569660"/>
              </a:xfrm>
              <a:prstGeom prst="rect">
                <a:avLst/>
              </a:prstGeom>
              <a:blipFill>
                <a:blip r:embed="rId5"/>
                <a:stretch>
                  <a:fillRect l="-1058" t="-3113" b="-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8F86A1F-117F-486D-86F1-6CA82F603FC3}"/>
              </a:ext>
            </a:extLst>
          </p:cNvPr>
          <p:cNvSpPr txBox="1"/>
          <p:nvPr/>
        </p:nvSpPr>
        <p:spPr>
          <a:xfrm>
            <a:off x="2504304" y="5813889"/>
            <a:ext cx="864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Answer: $24 divided into the ratio 3:5 is $9:$15.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80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67CC-0A72-4689-9D90-DE61AE8F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49458-6A8D-49D4-8469-2B587380F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 textbook</a:t>
            </a:r>
          </a:p>
          <a:p>
            <a:pPr>
              <a:buFontTx/>
              <a:buChar char="-"/>
            </a:pP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Complete the questions on page 33 in the sections Explore, Evaluate, and Explain</a:t>
            </a:r>
          </a:p>
          <a:p>
            <a:pPr>
              <a:buFontTx/>
              <a:buChar char="-"/>
            </a:pPr>
            <a:r>
              <a:rPr lang="en-AU" dirty="0"/>
              <a:t>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Complete Ratios of a Quantity Worksheet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685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Review your notes and write a summary answering the essential question. </a:t>
            </a:r>
          </a:p>
          <a:p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Update your Contents Page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150</TotalTime>
  <Words>350</Words>
  <Application>Microsoft Office PowerPoint</Application>
  <PresentationFormat>Widescreen</PresentationFormat>
  <Paragraphs>46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Cambria Math</vt:lpstr>
      <vt:lpstr>Tw Cen MT</vt:lpstr>
      <vt:lpstr>Tw Cen MT Condensed</vt:lpstr>
      <vt:lpstr>Wingdings</vt:lpstr>
      <vt:lpstr>Wingdings 3</vt:lpstr>
      <vt:lpstr>Integral</vt:lpstr>
      <vt:lpstr>TOPIC: Ratios EQ: How do I Divide an Amount into a Ratio?</vt:lpstr>
      <vt:lpstr>Things Required For This Lesson</vt:lpstr>
      <vt:lpstr>5 Questions (LHS)</vt:lpstr>
      <vt:lpstr>VIdeo</vt:lpstr>
      <vt:lpstr>PowerPoint Presentation</vt:lpstr>
      <vt:lpstr>Do you understand? Fists of Five</vt:lpstr>
      <vt:lpstr>Task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Ratios: Dividing an Amount into a ratio</dc:title>
  <dc:creator>PARLEVLIET Magdeline [Baldivis Secondary College]</dc:creator>
  <cp:lastModifiedBy>Magdeline Lum</cp:lastModifiedBy>
  <cp:revision>8</cp:revision>
  <dcterms:created xsi:type="dcterms:W3CDTF">2019-05-02T01:07:10Z</dcterms:created>
  <dcterms:modified xsi:type="dcterms:W3CDTF">2021-04-19T17:25:33Z</dcterms:modified>
</cp:coreProperties>
</file>