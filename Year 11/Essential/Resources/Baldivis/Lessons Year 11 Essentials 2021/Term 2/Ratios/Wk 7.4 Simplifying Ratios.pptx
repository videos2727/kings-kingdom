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2"/>
  </p:notesMasterIdLst>
  <p:sldIdLst>
    <p:sldId id="256" r:id="rId2"/>
    <p:sldId id="257" r:id="rId3"/>
    <p:sldId id="311" r:id="rId4"/>
    <p:sldId id="355" r:id="rId5"/>
    <p:sldId id="356" r:id="rId6"/>
    <p:sldId id="362" r:id="rId7"/>
    <p:sldId id="901" r:id="rId8"/>
    <p:sldId id="354" r:id="rId9"/>
    <p:sldId id="360" r:id="rId10"/>
    <p:sldId id="32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92" autoAdjust="0"/>
  </p:normalViewPr>
  <p:slideViewPr>
    <p:cSldViewPr snapToGrid="0">
      <p:cViewPr>
        <p:scale>
          <a:sx n="59" d="100"/>
          <a:sy n="59" d="100"/>
        </p:scale>
        <p:origin x="1100" y="2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15/03/2021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Ratios</a:t>
            </a:r>
            <a:br>
              <a:rPr lang="en-AU" sz="4000" dirty="0"/>
            </a:br>
            <a:r>
              <a:rPr lang="en-AU" sz="4000" dirty="0"/>
              <a:t>EQ: How do I simplify ratios?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0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simplify ratios?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/03/2021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227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0C58-9BD1-45ED-844E-00AC602EAE29}"/>
              </a:ext>
            </a:extLst>
          </p:cNvPr>
          <p:cNvSpPr txBox="1"/>
          <p:nvPr/>
        </p:nvSpPr>
        <p:spPr>
          <a:xfrm>
            <a:off x="754671" y="848881"/>
            <a:ext cx="1064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800" dirty="0"/>
              <a:t>How do I simplify ratios?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AB592F-0AF9-498E-A1F8-CE35F9BB3EBE}"/>
                  </a:ext>
                </a:extLst>
              </p:cNvPr>
              <p:cNvSpPr txBox="1"/>
              <p:nvPr/>
            </p:nvSpPr>
            <p:spPr>
              <a:xfrm>
                <a:off x="1280931" y="1898248"/>
                <a:ext cx="9630137" cy="32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sz="2800" dirty="0"/>
                  <a:t>Calculate 30% of 70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sz="2800" dirty="0"/>
                  <a:t>Using leading digit approximation, calculate 234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800" dirty="0"/>
                  <a:t> 46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AU" sz="2800" dirty="0"/>
                  <a:t>Using a division array, calculate 26 </a:t>
                </a:r>
                <a14:m>
                  <m:oMath xmlns:m="http://schemas.openxmlformats.org/officeDocument/2006/math"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AU" sz="2800" dirty="0"/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AU" sz="2800" dirty="0"/>
                  <a:t>For a recipe I need 125mL cup of water and 1.5 cups of flour. Represent this as a ratio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6AB592F-0AF9-498E-A1F8-CE35F9BB3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931" y="1898248"/>
                <a:ext cx="9630137" cy="3254545"/>
              </a:xfrm>
              <a:prstGeom prst="rect">
                <a:avLst/>
              </a:prstGeom>
              <a:blipFill>
                <a:blip r:embed="rId2"/>
                <a:stretch>
                  <a:fillRect l="-1076" b="-43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0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013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Ratios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simplify ratios?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How to simplify ratios?</a:t>
            </a:r>
          </a:p>
          <a:p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83508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Ratios can be simplified by finding a common factor.</a:t>
            </a:r>
          </a:p>
          <a:p>
            <a:endParaRPr lang="en-US" sz="2800" b="1" dirty="0"/>
          </a:p>
          <a:p>
            <a:r>
              <a:rPr lang="en-US" sz="2800" dirty="0"/>
              <a:t>E.g. instead of a ratio of 2:6 we can halve both numbers to become 1:3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5A04-D768-469E-A909-CF9589BA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pair share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264BE-ADF6-4ABD-ACBE-865307307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25mL oil to 1 cup of water</a:t>
            </a:r>
          </a:p>
          <a:p>
            <a:r>
              <a:rPr lang="en-US" dirty="0"/>
              <a:t>Do we need to change the measurement system to be the same?</a:t>
            </a:r>
          </a:p>
          <a:p>
            <a:endParaRPr lang="en-US" dirty="0"/>
          </a:p>
          <a:p>
            <a:r>
              <a:rPr lang="en-US" dirty="0"/>
              <a:t>Is there a common factor between the amounts in the ratio</a:t>
            </a:r>
          </a:p>
          <a:p>
            <a:endParaRPr lang="en-US" dirty="0"/>
          </a:p>
          <a:p>
            <a:r>
              <a:rPr lang="en-US" dirty="0"/>
              <a:t>What simplified ratio could we use?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1D221-41C7-4313-9F6F-F0AED623FE3E}"/>
              </a:ext>
            </a:extLst>
          </p:cNvPr>
          <p:cNvSpPr txBox="1"/>
          <p:nvPr/>
        </p:nvSpPr>
        <p:spPr>
          <a:xfrm>
            <a:off x="2685326" y="3244334"/>
            <a:ext cx="6325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Yes; 25mL oil to 250mL water. This is represented as 25:250</a:t>
            </a:r>
            <a:endParaRPr lang="en-AU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44AFA-C6A7-4ED4-82C7-FC0D787C63F1}"/>
              </a:ext>
            </a:extLst>
          </p:cNvPr>
          <p:cNvSpPr txBox="1"/>
          <p:nvPr/>
        </p:nvSpPr>
        <p:spPr>
          <a:xfrm>
            <a:off x="2685326" y="4202668"/>
            <a:ext cx="3397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Yes; both can be divided by 25</a:t>
            </a:r>
            <a:endParaRPr lang="en-AU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493D1-B4BB-4D1C-9EC8-195AEB14E7BE}"/>
              </a:ext>
            </a:extLst>
          </p:cNvPr>
          <p:cNvSpPr txBox="1"/>
          <p:nvPr/>
        </p:nvSpPr>
        <p:spPr>
          <a:xfrm>
            <a:off x="2685325" y="5256014"/>
            <a:ext cx="3766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The simplified ratio would be 1: 10</a:t>
            </a:r>
            <a:endParaRPr lang="en-AU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8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964F4-A7BD-4FD5-8752-9AE32BEDB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4128" y="1524434"/>
            <a:ext cx="4754880" cy="822960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Simplify the following: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99A95-C2F9-4AAE-BFF3-51AB3B9E2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4128" y="2455322"/>
            <a:ext cx="4754880" cy="3341572"/>
          </a:xfrm>
        </p:spPr>
        <p:txBody>
          <a:bodyPr/>
          <a:lstStyle/>
          <a:p>
            <a:r>
              <a:rPr lang="en-AU" dirty="0"/>
              <a:t>32 : 8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15 : 40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40C86-E716-48BD-8DCF-EE842DDA1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90888" y="1632362"/>
            <a:ext cx="4754880" cy="822960"/>
          </a:xfrm>
        </p:spPr>
        <p:txBody>
          <a:bodyPr>
            <a:normAutofit fontScale="92500" lnSpcReduction="20000"/>
          </a:bodyPr>
          <a:lstStyle/>
          <a:p>
            <a:r>
              <a:rPr lang="en-AU" b="0" dirty="0">
                <a:solidFill>
                  <a:srgbClr val="B41E90"/>
                </a:solidFill>
              </a:rPr>
              <a:t>Make decimals whole by  multiplying by multiples of base 10 (10, 100, 1000, 10000…)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D7072-4222-4962-9EF7-A8B3AE2E0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90888" y="2563250"/>
            <a:ext cx="4754880" cy="3341572"/>
          </a:xfrm>
        </p:spPr>
        <p:txBody>
          <a:bodyPr/>
          <a:lstStyle/>
          <a:p>
            <a:r>
              <a:rPr lang="en-AU" dirty="0"/>
              <a:t>3.6 : 8.8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2.15 : 3.2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13m : 250cm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7DB38C8-B727-431C-867B-7BCE9F9E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(LHS)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9338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138444" cy="2141358"/>
          </a:xfrm>
        </p:spPr>
        <p:txBody>
          <a:bodyPr>
            <a:noAutofit/>
          </a:bodyPr>
          <a:lstStyle/>
          <a:p>
            <a:r>
              <a:rPr lang="en-GB" sz="4000" dirty="0"/>
              <a:t>Practice:</a:t>
            </a:r>
            <a:br>
              <a:rPr lang="en-GB" sz="4000" dirty="0"/>
            </a:br>
            <a:br>
              <a:rPr lang="en-GB" sz="4000" dirty="0"/>
            </a:br>
            <a:r>
              <a:rPr lang="en-GB" sz="4000" dirty="0"/>
              <a:t>Complete Set A and the complex application on page 32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9120-91FA-4869-8724-16DDAD41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Pass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678BF-D677-48E7-8DF4-37AA9515E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Simplify the following:</a:t>
            </a:r>
          </a:p>
          <a:p>
            <a:pPr>
              <a:lnSpc>
                <a:spcPct val="200000"/>
              </a:lnSpc>
            </a:pPr>
            <a:r>
              <a:rPr lang="en-US" dirty="0"/>
              <a:t> 15: 60</a:t>
            </a:r>
          </a:p>
          <a:p>
            <a:pPr>
              <a:lnSpc>
                <a:spcPct val="200000"/>
              </a:lnSpc>
            </a:pPr>
            <a:r>
              <a:rPr lang="en-US" dirty="0"/>
              <a:t>  9: 39</a:t>
            </a:r>
          </a:p>
          <a:p>
            <a:pPr>
              <a:lnSpc>
                <a:spcPct val="200000"/>
              </a:lnSpc>
            </a:pPr>
            <a:r>
              <a:rPr lang="en-US" dirty="0"/>
              <a:t>  25: 110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510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"Self-belief and hard work will always earn you success.“</a:t>
            </a:r>
          </a:p>
          <a:p>
            <a:r>
              <a:rPr lang="en-US" dirty="0">
                <a:solidFill>
                  <a:srgbClr val="000000"/>
                </a:solidFill>
                <a:latin typeface="Charter"/>
              </a:rPr>
              <a:t>-Virat Kohli</a:t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7501</TotalTime>
  <Words>348</Words>
  <Application>Microsoft Office PowerPoint</Application>
  <PresentationFormat>Widescreen</PresentationFormat>
  <Paragraphs>69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Cambria Math</vt:lpstr>
      <vt:lpstr>Charter</vt:lpstr>
      <vt:lpstr>Tw Cen MT</vt:lpstr>
      <vt:lpstr>Tw Cen MT Condensed</vt:lpstr>
      <vt:lpstr>Wingdings</vt:lpstr>
      <vt:lpstr>Wingdings 3</vt:lpstr>
      <vt:lpstr>Integral</vt:lpstr>
      <vt:lpstr>Topic: Ratios EQ: How do I simplify ratios?</vt:lpstr>
      <vt:lpstr>Things Required For This Lesson</vt:lpstr>
      <vt:lpstr>PowerPoint Presentation</vt:lpstr>
      <vt:lpstr>PowerPoint Presentation</vt:lpstr>
      <vt:lpstr>PowerPoint Presentation</vt:lpstr>
      <vt:lpstr>Think pair share </vt:lpstr>
      <vt:lpstr>Practice: (LHS)</vt:lpstr>
      <vt:lpstr>Practice:  Complete Set A and the complex application on page 32</vt:lpstr>
      <vt:lpstr>Exit Pass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Jade Gregory</cp:lastModifiedBy>
  <cp:revision>92</cp:revision>
  <dcterms:created xsi:type="dcterms:W3CDTF">2021-02-11T13:20:57Z</dcterms:created>
  <dcterms:modified xsi:type="dcterms:W3CDTF">2021-03-18T03:58:39Z</dcterms:modified>
</cp:coreProperties>
</file>