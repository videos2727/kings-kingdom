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8"/>
  </p:notesMasterIdLst>
  <p:sldIdLst>
    <p:sldId id="256" r:id="rId2"/>
    <p:sldId id="257" r:id="rId3"/>
    <p:sldId id="356" r:id="rId4"/>
    <p:sldId id="359" r:id="rId5"/>
    <p:sldId id="354" r:id="rId6"/>
    <p:sldId id="32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1" autoAdjust="0"/>
    <p:restoredTop sz="73483" autoAdjust="0"/>
  </p:normalViewPr>
  <p:slideViewPr>
    <p:cSldViewPr snapToGrid="0">
      <p:cViewPr varScale="1">
        <p:scale>
          <a:sx n="87" d="100"/>
          <a:sy n="87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60 miles = 96 km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9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3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31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29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99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302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41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136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64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90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99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27/04/2021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74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11505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How do I Use rates to make comparisons?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9412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As rates are usually expressed “per unit”, they are used to make comparisons. One place in particular is when shopping.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7EAC9-8769-684D-B403-76AAE8C1BF18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use rates to make comparisons?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8CC800-975D-49F3-B95F-C00EAEA12A30}"/>
              </a:ext>
            </a:extLst>
          </p:cNvPr>
          <p:cNvSpPr txBox="1"/>
          <p:nvPr/>
        </p:nvSpPr>
        <p:spPr>
          <a:xfrm>
            <a:off x="2509578" y="2624497"/>
            <a:ext cx="9412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We can use rates to find the best buy for items. The best buy is the lowest rate per unit for an item.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9A6BF-8ADB-40B0-B97F-F50FC9A03D54}"/>
              </a:ext>
            </a:extLst>
          </p:cNvPr>
          <p:cNvSpPr txBox="1"/>
          <p:nvPr/>
        </p:nvSpPr>
        <p:spPr>
          <a:xfrm>
            <a:off x="10212566" y="205246"/>
            <a:ext cx="1800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30/04/2021</a:t>
            </a:r>
          </a:p>
        </p:txBody>
      </p:sp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3831"/>
            <a:ext cx="9720073" cy="571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>
                <a:latin typeface="Calibri" panose="020F0502020204030204" pitchFamily="34" charset="0"/>
                <a:cs typeface="Calibri" panose="020F0502020204030204" pitchFamily="34" charset="0"/>
              </a:rPr>
              <a:t>Consider this situation with apricots. 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92E93-A273-45DB-99FA-2F147997C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397" y="2692400"/>
            <a:ext cx="933580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7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TASK: (LHS)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41828" y="1901371"/>
            <a:ext cx="105083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Complete the 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questions on page 39</a:t>
            </a:r>
          </a:p>
          <a:p>
            <a:pPr marL="514350" indent="-514350">
              <a:buAutoNum type="arabicPeriod"/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Begin working on your notes page for the upcoming test, </a:t>
            </a:r>
            <a:b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(1 single sided A4 page of handwritten notes).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 dirty="0"/>
              <a:t>“Learn from yesterday. Live for today. Hope for tomorrow.”</a:t>
            </a:r>
            <a:r>
              <a:rPr lang="en-AU" dirty="0"/>
              <a:t> </a:t>
            </a:r>
          </a:p>
          <a:p>
            <a:r>
              <a:rPr lang="en-AU" dirty="0"/>
              <a:t>– Albert Einstein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10202</TotalTime>
  <Words>193</Words>
  <Application>Microsoft Office PowerPoint</Application>
  <PresentationFormat>Widescreen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Tw Cen MT</vt:lpstr>
      <vt:lpstr>Tw Cen MT Condensed</vt:lpstr>
      <vt:lpstr>Wingdings</vt:lpstr>
      <vt:lpstr>Wingdings 3</vt:lpstr>
      <vt:lpstr>Integral</vt:lpstr>
      <vt:lpstr>Topic: Ratios EQ: How do I Use rates to make comparisons?</vt:lpstr>
      <vt:lpstr>Things Required For This Lesson</vt:lpstr>
      <vt:lpstr>PowerPoint Presentation</vt:lpstr>
      <vt:lpstr>Think pair share</vt:lpstr>
      <vt:lpstr>TASK: (LHS)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PARLEVLIET Magdeline [Baldivis Secondary College]</cp:lastModifiedBy>
  <cp:revision>150</cp:revision>
  <dcterms:created xsi:type="dcterms:W3CDTF">2021-02-11T13:20:57Z</dcterms:created>
  <dcterms:modified xsi:type="dcterms:W3CDTF">2021-04-27T15:56:17Z</dcterms:modified>
</cp:coreProperties>
</file>