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7"/>
  </p:notesMasterIdLst>
  <p:sldIdLst>
    <p:sldId id="256" r:id="rId2"/>
    <p:sldId id="258" r:id="rId3"/>
    <p:sldId id="257" r:id="rId4"/>
    <p:sldId id="262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8"/>
    <p:restoredTop sz="80529"/>
  </p:normalViewPr>
  <p:slideViewPr>
    <p:cSldViewPr snapToGrid="0" snapToObjects="1">
      <p:cViewPr>
        <p:scale>
          <a:sx n="59" d="100"/>
          <a:sy n="59" d="100"/>
        </p:scale>
        <p:origin x="14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18165-0170-2941-991B-18A2212B78B3}" type="datetimeFigureOut">
              <a:rPr lang="en-US" smtClean="0"/>
              <a:t>8/7/2021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85900-6D8D-764D-B313-5085C2977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6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068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of student task reports to show the use of box and whisker plots so they can </a:t>
            </a:r>
            <a:r>
              <a:rPr lang="en-US" dirty="0" err="1"/>
              <a:t>analyse</a:t>
            </a:r>
            <a:r>
              <a:rPr lang="en-US" dirty="0"/>
              <a:t> the data and how useful it can be to represent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85900-6D8D-764D-B313-5085C29772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1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26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160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6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82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051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1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73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21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83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91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22" r:id="rId6"/>
    <p:sldLayoutId id="2147483717" r:id="rId7"/>
    <p:sldLayoutId id="2147483718" r:id="rId8"/>
    <p:sldLayoutId id="2147483719" r:id="rId9"/>
    <p:sldLayoutId id="2147483721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4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78499B07-4D31-4680-AC43-C75F508789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2755" b="5782"/>
          <a:stretch/>
        </p:blipFill>
        <p:spPr>
          <a:xfrm>
            <a:off x="-3155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D2AB57-C5EC-7F44-AAAE-A5DE89B5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Topic: Shape, Spread, Skew and Outliers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EQ: How do you compare the shape, spread, skew and outliers?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90636-D7CC-4142-B16F-C7D948EA8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Year 11 Essentials 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!!footer rectangle">
            <a:extLst>
              <a:ext uri="{FF2B5EF4-FFF2-40B4-BE49-F238E27FC236}">
                <a16:creationId xmlns:a16="http://schemas.microsoft.com/office/drawing/2014/main" id="{B40A8CA7-7D5A-43B0-A1A0-B558ECA9E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39154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296FE8-0203-054B-9CB6-B1921BF0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2D277-6DA9-734F-9E88-92F088FC9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08" y="2140858"/>
            <a:ext cx="6805749" cy="405159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Divide 32m of timber into 5 equal lengths. How long would each piece be?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My car uses 1L of fuel every 12km. Petrol costs $1.25/L. How much does it cost me to drive for 400km.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 am 1.62m tall. My handprint measures 18cm. Write the ratio of handprint: height.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Seven and five hundredths' metres = _______ cm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12 478 + _______ = 13 603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F406C-F284-42C5-ABEC-969391E1337F}"/>
              </a:ext>
            </a:extLst>
          </p:cNvPr>
          <p:cNvSpPr txBox="1"/>
          <p:nvPr/>
        </p:nvSpPr>
        <p:spPr>
          <a:xfrm>
            <a:off x="7546694" y="2280213"/>
            <a:ext cx="39816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6.4 m or 640cm</a:t>
            </a:r>
          </a:p>
          <a:p>
            <a:pPr marL="342900" indent="-342900">
              <a:buAutoNum type="arabicPeriod"/>
            </a:pPr>
            <a:r>
              <a:rPr lang="en-US" sz="3200" dirty="0">
                <a:solidFill>
                  <a:srgbClr val="C00000"/>
                </a:solidFill>
              </a:rPr>
              <a:t>Approximately $42 ($41.67)</a:t>
            </a:r>
          </a:p>
          <a:p>
            <a:pPr marL="342900" indent="-342900">
              <a:buAutoNum type="arabicPeriod"/>
            </a:pPr>
            <a:r>
              <a:rPr lang="en-AU" sz="3200" dirty="0">
                <a:solidFill>
                  <a:srgbClr val="C00000"/>
                </a:solidFill>
              </a:rPr>
              <a:t>18:162 or 1:9</a:t>
            </a:r>
          </a:p>
          <a:p>
            <a:pPr marL="342900" indent="-342900">
              <a:buAutoNum type="arabicPeriod"/>
            </a:pPr>
            <a:r>
              <a:rPr lang="en-AU" sz="3200" dirty="0">
                <a:solidFill>
                  <a:srgbClr val="C00000"/>
                </a:solidFill>
              </a:rPr>
              <a:t>705cm</a:t>
            </a:r>
          </a:p>
          <a:p>
            <a:pPr marL="342900" indent="-342900">
              <a:buAutoNum type="arabicPeriod"/>
            </a:pPr>
            <a:r>
              <a:rPr lang="en-AU" sz="3200" dirty="0">
                <a:solidFill>
                  <a:srgbClr val="C00000"/>
                </a:solidFill>
              </a:rPr>
              <a:t>1 125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782E47-F859-406D-BD32-3C9F2317F950}"/>
              </a:ext>
            </a:extLst>
          </p:cNvPr>
          <p:cNvSpPr txBox="1">
            <a:spLocks/>
          </p:cNvSpPr>
          <p:nvPr/>
        </p:nvSpPr>
        <p:spPr>
          <a:xfrm>
            <a:off x="4508339" y="232950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Shape, Spread, Skew and Outliers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the shape, spread, skew and outliers?</a:t>
            </a:r>
          </a:p>
        </p:txBody>
      </p:sp>
    </p:spTree>
    <p:extLst>
      <p:ext uri="{BB962C8B-B14F-4D97-AF65-F5344CB8AC3E}">
        <p14:creationId xmlns:p14="http://schemas.microsoft.com/office/powerpoint/2010/main" val="290602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77638" y="1161107"/>
            <a:ext cx="169638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What is a scatterplot?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38AA-D4DA-AE47-9B13-28F3DCF39763}"/>
              </a:ext>
            </a:extLst>
          </p:cNvPr>
          <p:cNvSpPr txBox="1"/>
          <p:nvPr/>
        </p:nvSpPr>
        <p:spPr>
          <a:xfrm>
            <a:off x="1854313" y="1161107"/>
            <a:ext cx="54030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When looking at numerical data, it is helpful to </a:t>
            </a:r>
            <a:r>
              <a:rPr lang="en-US" sz="2400" dirty="0" err="1">
                <a:solidFill>
                  <a:srgbClr val="202124"/>
                </a:solidFill>
                <a:latin typeface="arial" panose="020B0604020202020204" pitchFamily="34" charset="0"/>
              </a:rPr>
              <a:t>organise</a:t>
            </a:r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 it then look at the shape it forms.</a:t>
            </a: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400" b="1" dirty="0">
                <a:solidFill>
                  <a:srgbClr val="202124"/>
                </a:solidFill>
                <a:latin typeface="arial" panose="020B0604020202020204" pitchFamily="34" charset="0"/>
              </a:rPr>
              <a:t>Scatter plots represent bivariate data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(two variables)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where each value of one of the variables is paired with a value of the other variable.</a:t>
            </a:r>
            <a:endParaRPr lang="en-US" sz="24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4A3EE18-49D1-4E1D-8995-A9E923F1AF24}"/>
              </a:ext>
            </a:extLst>
          </p:cNvPr>
          <p:cNvSpPr txBox="1">
            <a:spLocks/>
          </p:cNvSpPr>
          <p:nvPr/>
        </p:nvSpPr>
        <p:spPr>
          <a:xfrm>
            <a:off x="1800782" y="42621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Shape, Spread, Skew and Outliers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the shape, spread, skew and outliers?</a:t>
            </a:r>
          </a:p>
        </p:txBody>
      </p:sp>
      <p:pic>
        <p:nvPicPr>
          <p:cNvPr id="1026" name="Picture 2" descr="No description available.">
            <a:extLst>
              <a:ext uri="{FF2B5EF4-FFF2-40B4-BE49-F238E27FC236}">
                <a16:creationId xmlns:a16="http://schemas.microsoft.com/office/drawing/2014/main" id="{F7794042-871F-42C4-8A78-3F12CA535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328" y="1769838"/>
            <a:ext cx="4735264" cy="464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795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509CC4-A1C6-4B41-9ACF-0532BA2E743A}"/>
              </a:ext>
            </a:extLst>
          </p:cNvPr>
          <p:cNvCxnSpPr>
            <a:cxnSpLocks/>
          </p:cNvCxnSpPr>
          <p:nvPr/>
        </p:nvCxnSpPr>
        <p:spPr>
          <a:xfrm>
            <a:off x="1800782" y="0"/>
            <a:ext cx="0" cy="6412675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DBB6050-B565-6C4D-B5D8-73AE5094423F}"/>
              </a:ext>
            </a:extLst>
          </p:cNvPr>
          <p:cNvCxnSpPr>
            <a:cxnSpLocks/>
          </p:cNvCxnSpPr>
          <p:nvPr/>
        </p:nvCxnSpPr>
        <p:spPr>
          <a:xfrm>
            <a:off x="0" y="977138"/>
            <a:ext cx="12326587" cy="0"/>
          </a:xfrm>
          <a:prstGeom prst="line">
            <a:avLst/>
          </a:prstGeom>
          <a:ln>
            <a:solidFill>
              <a:srgbClr val="F553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77638" y="1161107"/>
            <a:ext cx="16963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What is a histogram?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What is a box and whisker plot?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38AA-D4DA-AE47-9B13-28F3DCF39763}"/>
              </a:ext>
            </a:extLst>
          </p:cNvPr>
          <p:cNvSpPr txBox="1"/>
          <p:nvPr/>
        </p:nvSpPr>
        <p:spPr>
          <a:xfrm>
            <a:off x="1854312" y="1161107"/>
            <a:ext cx="448861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Shows a range of scores and is used for variables whose values are numerical and measured on an interval scale.</a:t>
            </a: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endParaRPr lang="en-US" sz="2400" b="1" dirty="0">
              <a:solidFill>
                <a:srgbClr val="202124"/>
              </a:solidFill>
              <a:latin typeface="arial" panose="020B0604020202020204" pitchFamily="34" charset="0"/>
            </a:endParaRPr>
          </a:p>
          <a:p>
            <a:r>
              <a:rPr lang="en-US" sz="2400" dirty="0">
                <a:solidFill>
                  <a:srgbClr val="202124"/>
                </a:solidFill>
                <a:latin typeface="arial" panose="020B0604020202020204" pitchFamily="34" charset="0"/>
              </a:rPr>
              <a:t>A box and whisker plot displays variation in a set of data and can provide additional details. These are good for test scores.</a:t>
            </a:r>
            <a:endParaRPr lang="en-US" sz="2400" dirty="0"/>
          </a:p>
          <a:p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4A3EE18-49D1-4E1D-8995-A9E923F1AF24}"/>
              </a:ext>
            </a:extLst>
          </p:cNvPr>
          <p:cNvSpPr txBox="1">
            <a:spLocks/>
          </p:cNvSpPr>
          <p:nvPr/>
        </p:nvSpPr>
        <p:spPr>
          <a:xfrm>
            <a:off x="1800782" y="42621"/>
            <a:ext cx="10058400" cy="8651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1"/>
                </a:solidFill>
              </a:rPr>
              <a:t>Topic: Shape, Spread, Skew and Outliers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EQ: How do you compare the shape, spread, skew and outliers?</a:t>
            </a:r>
          </a:p>
        </p:txBody>
      </p:sp>
      <p:pic>
        <p:nvPicPr>
          <p:cNvPr id="2050" name="Picture 2" descr="No description available.">
            <a:extLst>
              <a:ext uri="{FF2B5EF4-FFF2-40B4-BE49-F238E27FC236}">
                <a16:creationId xmlns:a16="http://schemas.microsoft.com/office/drawing/2014/main" id="{FE18003B-89CA-497F-9E72-DA3DD519C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125" t="1480" r="22473" b="1305"/>
          <a:stretch/>
        </p:blipFill>
        <p:spPr bwMode="auto">
          <a:xfrm rot="16200000">
            <a:off x="7793237" y="-565888"/>
            <a:ext cx="2786407" cy="6011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description available.">
            <a:extLst>
              <a:ext uri="{FF2B5EF4-FFF2-40B4-BE49-F238E27FC236}">
                <a16:creationId xmlns:a16="http://schemas.microsoft.com/office/drawing/2014/main" id="{FD4560B1-145D-4141-B689-F617E19A79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2532" t="4711" r="26550" b="6372"/>
          <a:stretch/>
        </p:blipFill>
        <p:spPr bwMode="auto">
          <a:xfrm rot="16200000">
            <a:off x="7946074" y="2586643"/>
            <a:ext cx="2132537" cy="499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13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F46A-D685-504A-BFDB-28529B911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8111" y="1285444"/>
            <a:ext cx="6466356" cy="5572556"/>
          </a:xfrm>
        </p:spPr>
        <p:txBody>
          <a:bodyPr>
            <a:normAutofit/>
          </a:bodyPr>
          <a:lstStyle/>
          <a:p>
            <a:r>
              <a:rPr lang="en-US" sz="2800" dirty="0"/>
              <a:t>C</a:t>
            </a:r>
            <a:r>
              <a:rPr lang="en-AU" sz="2800" dirty="0"/>
              <a:t>omplete the questions relating to scatter plots, histograms and box and whisker plots.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2CFE38-DA7D-4E47-BAD0-DCBA8769E3CF}"/>
              </a:ext>
            </a:extLst>
          </p:cNvPr>
          <p:cNvSpPr txBox="1"/>
          <p:nvPr/>
        </p:nvSpPr>
        <p:spPr>
          <a:xfrm>
            <a:off x="5482815" y="288779"/>
            <a:ext cx="38152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TASK: Explore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BA0E38-D971-9E4D-82D9-8F0DF458E478}"/>
              </a:ext>
            </a:extLst>
          </p:cNvPr>
          <p:cNvSpPr txBox="1"/>
          <p:nvPr/>
        </p:nvSpPr>
        <p:spPr>
          <a:xfrm>
            <a:off x="9086127" y="288779"/>
            <a:ext cx="2950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Page 99-101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6512FAC-A004-41F7-8493-645ACE3739AF}"/>
              </a:ext>
            </a:extLst>
          </p:cNvPr>
          <p:cNvSpPr txBox="1">
            <a:spLocks/>
          </p:cNvSpPr>
          <p:nvPr/>
        </p:nvSpPr>
        <p:spPr>
          <a:xfrm>
            <a:off x="368022" y="486137"/>
            <a:ext cx="4130831" cy="32201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Topic: Shape, Spread, Skew and Outliers</a:t>
            </a:r>
            <a:br>
              <a:rPr lang="en-US" dirty="0"/>
            </a:br>
            <a:r>
              <a:rPr lang="en-US" sz="3200" dirty="0"/>
              <a:t>EQ: How do you compare the shape, spread, skew and outliers?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847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14326</TotalTime>
  <Words>388</Words>
  <Application>Microsoft Office PowerPoint</Application>
  <PresentationFormat>Widescreen</PresentationFormat>
  <Paragraphs>48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</vt:lpstr>
      <vt:lpstr>Calibri</vt:lpstr>
      <vt:lpstr>Calibri Light</vt:lpstr>
      <vt:lpstr>RetrospectVTI</vt:lpstr>
      <vt:lpstr>Topic: Shape, Spread, Skew and Outliers EQ: How do you compare the shape, spread, skew and outliers?</vt:lpstr>
      <vt:lpstr>First 5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Conversion graphs for continuous data EQ:</dc:title>
  <dc:creator>DIXON Emily [Baldivis Secondary College]</dc:creator>
  <cp:lastModifiedBy>Jade Gregory</cp:lastModifiedBy>
  <cp:revision>45</cp:revision>
  <dcterms:created xsi:type="dcterms:W3CDTF">2021-07-26T09:22:31Z</dcterms:created>
  <dcterms:modified xsi:type="dcterms:W3CDTF">2021-08-08T08:18:16Z</dcterms:modified>
</cp:coreProperties>
</file>