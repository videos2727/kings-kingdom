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5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3"/>
    <p:restoredTop sz="80405"/>
  </p:normalViewPr>
  <p:slideViewPr>
    <p:cSldViewPr snapToGrid="0" snapToObjects="1">
      <p:cViewPr varScale="1">
        <p:scale>
          <a:sx n="80" d="100"/>
          <a:sy n="80" d="100"/>
        </p:scale>
        <p:origin x="2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8165-0170-2941-991B-18A2212B78B3}" type="datetimeFigureOut">
              <a:rPr lang="en-US" smtClean="0"/>
              <a:t>7/31/21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85900-6D8D-764D-B313-5085C29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5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Computers will be needed to be able to practice creating step graphs on excel.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47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6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2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5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8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7/31/21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9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22" r:id="rId6"/>
    <p:sldLayoutId id="2147483717" r:id="rId7"/>
    <p:sldLayoutId id="2147483718" r:id="rId8"/>
    <p:sldLayoutId id="2147483719" r:id="rId9"/>
    <p:sldLayoutId id="2147483721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78499B07-4D31-4680-AC43-C75F508789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755" b="57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D2AB57-C5EC-7F44-AAAE-A5DE89B5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Topic: Graphing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EQ: What are step graphs and how to create it in excel?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90636-D7CC-4142-B16F-C7D948EA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Year 11 Essentials 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9154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96FE8-0203-054B-9CB6-B1921BF0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7851" y="2228123"/>
                <a:ext cx="6907468" cy="3760891"/>
              </a:xfrm>
            </p:spPr>
            <p:txBody>
              <a:bodyPr>
                <a:normAutofit fontScale="92500" lnSpcReduction="2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12.6 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8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4 and 9 are both square numbers. Find two more numbers less than 100, that are square and two that are not square.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How much will I pay for a $75 item that is marked 20% off?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/>
                  <a:t>I travel 60km in 40 minutes. What is my speed in km/h?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402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÷6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7851" y="2228123"/>
                <a:ext cx="6907468" cy="3760891"/>
              </a:xfrm>
              <a:blipFill>
                <a:blip r:embed="rId2"/>
                <a:stretch>
                  <a:fillRect l="-2936" t="-1684" b="-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F627B8D2-1912-EA4C-AA3A-C91C760B9AE8}"/>
              </a:ext>
            </a:extLst>
          </p:cNvPr>
          <p:cNvSpPr txBox="1">
            <a:spLocks/>
          </p:cNvSpPr>
          <p:nvPr/>
        </p:nvSpPr>
        <p:spPr>
          <a:xfrm>
            <a:off x="4381183" y="286603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Topic: Graphing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EQ: What are step graphs and how to create it in excel?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30AA0A-1611-7547-8F99-3090C2C90C7E}"/>
              </a:ext>
            </a:extLst>
          </p:cNvPr>
          <p:cNvSpPr txBox="1"/>
          <p:nvPr/>
        </p:nvSpPr>
        <p:spPr>
          <a:xfrm>
            <a:off x="8009744" y="2192731"/>
            <a:ext cx="418225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100.8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Square numbers: 25, 36, 49, 64, 81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$60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90km/h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0000"/>
                </a:solidFill>
              </a:rPr>
              <a:t>67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0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509CC4-A1C6-4B41-9ACF-0532BA2E743A}"/>
              </a:ext>
            </a:extLst>
          </p:cNvPr>
          <p:cNvCxnSpPr>
            <a:cxnSpLocks/>
          </p:cNvCxnSpPr>
          <p:nvPr/>
        </p:nvCxnSpPr>
        <p:spPr>
          <a:xfrm>
            <a:off x="1800782" y="0"/>
            <a:ext cx="0" cy="6412675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104402" y="1161107"/>
            <a:ext cx="1696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a step graph?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8A4D2-0974-9F47-8DD6-E207320A5123}"/>
              </a:ext>
            </a:extLst>
          </p:cNvPr>
          <p:cNvSpPr txBox="1"/>
          <p:nvPr/>
        </p:nvSpPr>
        <p:spPr>
          <a:xfrm>
            <a:off x="1956057" y="1002268"/>
            <a:ext cx="99566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step graph is used when independent variable is continuous (e.g., time, or distance), but the dependent variable is discrete – it jumps in stages (e.g., costs that are charged in increments) </a:t>
            </a:r>
          </a:p>
          <a:p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753EEE-019C-F44C-9789-FB673DD51498}"/>
              </a:ext>
            </a:extLst>
          </p:cNvPr>
          <p:cNvSpPr txBox="1"/>
          <p:nvPr/>
        </p:nvSpPr>
        <p:spPr>
          <a:xfrm>
            <a:off x="208805" y="3429000"/>
            <a:ext cx="1696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 is it useful?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EF936B-BA39-CE48-8C58-3C72D3BD2985}"/>
              </a:ext>
            </a:extLst>
          </p:cNvPr>
          <p:cNvSpPr txBox="1"/>
          <p:nvPr/>
        </p:nvSpPr>
        <p:spPr>
          <a:xfrm>
            <a:off x="1956057" y="3501242"/>
            <a:ext cx="10182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graphs are very commonly used for calculating costs.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8128E9-7CFE-1147-9871-286FC46353E4}"/>
              </a:ext>
            </a:extLst>
          </p:cNvPr>
          <p:cNvSpPr txBox="1"/>
          <p:nvPr/>
        </p:nvSpPr>
        <p:spPr>
          <a:xfrm>
            <a:off x="1956057" y="3985238"/>
            <a:ext cx="95011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u="sng" dirty="0"/>
              <a:t>For Example: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7CE83D-8386-6342-B3B2-11DE2D3B9C46}"/>
              </a:ext>
            </a:extLst>
          </p:cNvPr>
          <p:cNvSpPr txBox="1"/>
          <p:nvPr/>
        </p:nvSpPr>
        <p:spPr>
          <a:xfrm>
            <a:off x="2006929" y="4408629"/>
            <a:ext cx="950118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Taxi rates: the amount charged is calculated per whole kilometer.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Package costs: fixed costs are charged for weight ranges of parcels and are not adjusted for sized in between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Professional charge out rates: A plumber will often charge a call-out fee then an additional fee per hour.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79D71C0-ED89-474D-B715-B0377953E5AE}"/>
              </a:ext>
            </a:extLst>
          </p:cNvPr>
          <p:cNvSpPr txBox="1">
            <a:spLocks/>
          </p:cNvSpPr>
          <p:nvPr/>
        </p:nvSpPr>
        <p:spPr>
          <a:xfrm>
            <a:off x="1854312" y="111950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Topic: Graphing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EQ: What are step graphs and how to create it in excel?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95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69195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365227" y="1221938"/>
            <a:ext cx="5575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Text, P. 90. (Aggregate of online questions from Australian Plumbers, 2020).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87139-4C35-984E-9597-90C3BF187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5146" y="1106905"/>
            <a:ext cx="5327955" cy="5268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462A39-28AC-794C-951D-2784398AB685}"/>
              </a:ext>
            </a:extLst>
          </p:cNvPr>
          <p:cNvSpPr txBox="1"/>
          <p:nvPr/>
        </p:nvSpPr>
        <p:spPr>
          <a:xfrm>
            <a:off x="365227" y="2292374"/>
            <a:ext cx="520138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If the plumber comes to your house and decides that she cant do the work, you still pay a $60 call out fee. How much do you pay if she does half an hour of work?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How much do you pay if the plumber works for 2 hours and 45 minutes?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Why do you think some of the circles are not open (not filled in) and some are closed (filled in)?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15C6BE-D1FC-9E46-959D-FCE41479BF3F}"/>
              </a:ext>
            </a:extLst>
          </p:cNvPr>
          <p:cNvSpPr txBox="1">
            <a:spLocks/>
          </p:cNvSpPr>
          <p:nvPr/>
        </p:nvSpPr>
        <p:spPr>
          <a:xfrm>
            <a:off x="144379" y="117311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Topic: Graphing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What are step graphs and how to create it in excel?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74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E68C-2FC6-EC49-A69E-60565652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54" y="0"/>
            <a:ext cx="4241235" cy="265325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Topic: Graphing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EQ: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F46A-D685-504A-BFDB-28529B911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3993" y="996665"/>
            <a:ext cx="5928344" cy="5572556"/>
          </a:xfrm>
        </p:spPr>
        <p:txBody>
          <a:bodyPr/>
          <a:lstStyle/>
          <a:p>
            <a:r>
              <a:rPr lang="en-AU" sz="2800" dirty="0"/>
              <a:t>Follow the instructions on page 91 to create a step graph on excel. </a:t>
            </a:r>
          </a:p>
          <a:p>
            <a:br>
              <a:rPr lang="en-AU" sz="2800" dirty="0"/>
            </a:br>
            <a:r>
              <a:rPr lang="en-AU" sz="2800" dirty="0"/>
              <a:t>Then complete application question 4, after completing excel. 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5598561" y="288779"/>
            <a:ext cx="4876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TASK: Graphing </a:t>
            </a:r>
          </a:p>
        </p:txBody>
      </p:sp>
    </p:spTree>
    <p:extLst>
      <p:ext uri="{BB962C8B-B14F-4D97-AF65-F5344CB8AC3E}">
        <p14:creationId xmlns:p14="http://schemas.microsoft.com/office/powerpoint/2010/main" val="33409847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427</Words>
  <Application>Microsoft Macintosh PowerPoint</Application>
  <PresentationFormat>Widescreen</PresentationFormat>
  <Paragraphs>36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RetrospectVTI</vt:lpstr>
      <vt:lpstr>Topic: Graphing EQ: What are step graphs and how to create it in excel?</vt:lpstr>
      <vt:lpstr>First 5</vt:lpstr>
      <vt:lpstr>PowerPoint Presentation</vt:lpstr>
      <vt:lpstr>PowerPoint Presentation</vt:lpstr>
      <vt:lpstr>Topic: Graphing EQ: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Conversion graphs for continuous data EQ: </dc:title>
  <dc:creator>DIXON Emily [Baldivis Secondary College]</dc:creator>
  <cp:lastModifiedBy>DIXON Emily [Baldivis Secondary College]</cp:lastModifiedBy>
  <cp:revision>17</cp:revision>
  <dcterms:created xsi:type="dcterms:W3CDTF">2021-07-26T09:22:31Z</dcterms:created>
  <dcterms:modified xsi:type="dcterms:W3CDTF">2021-07-31T10:18:37Z</dcterms:modified>
</cp:coreProperties>
</file>