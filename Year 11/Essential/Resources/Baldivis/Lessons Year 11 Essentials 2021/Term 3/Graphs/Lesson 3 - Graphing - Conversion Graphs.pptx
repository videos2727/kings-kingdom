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5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0449"/>
  </p:normalViewPr>
  <p:slideViewPr>
    <p:cSldViewPr snapToGrid="0" snapToObjects="1">
      <p:cViewPr varScale="1">
        <p:scale>
          <a:sx n="85" d="100"/>
          <a:sy n="85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8165-0170-2941-991B-18A2212B78B3}" type="datetimeFigureOut">
              <a:rPr lang="en-US" smtClean="0"/>
              <a:t>7/31/21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85900-6D8D-764D-B313-5085C29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THS - See if students can come up with some examples for where are conversion graphs useful. Then move on to provide a few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first 6 questions as a we do activity. Give students time to think and answer questions then go through them as a class.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5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also uploaded a worksheet on connect with some other conversion graphs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1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6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6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47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6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2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5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2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8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89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22" r:id="rId6"/>
    <p:sldLayoutId id="2147483717" r:id="rId7"/>
    <p:sldLayoutId id="2147483718" r:id="rId8"/>
    <p:sldLayoutId id="2147483719" r:id="rId9"/>
    <p:sldLayoutId id="2147483721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78499B07-4D31-4680-AC43-C75F508789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755" b="57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D2AB57-C5EC-7F44-AAAE-A5DE89B56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Topic: Graphing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EQ: How do I use conversion graphs to change units?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90636-D7CC-4142-B16F-C7D948EA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Year 11 Essentials 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9154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96FE8-0203-054B-9CB6-B1921BF0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2821" y="2163498"/>
                <a:ext cx="7457890" cy="3917845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Write 3.25 as a fraction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71.2−3.6= </m:t>
                    </m:r>
                  </m:oMath>
                </a14:m>
                <a:endParaRPr lang="en-AU" sz="28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A triangle has an area of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20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. What could its base and height be?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If y = 2, g = 1, calculate the value of: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8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Draw a complex shape with a perimeter of 30cm.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2821" y="2163498"/>
                <a:ext cx="7457890" cy="3917845"/>
              </a:xfrm>
              <a:blipFill>
                <a:blip r:embed="rId2"/>
                <a:stretch>
                  <a:fillRect l="-2891" t="-2903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F627B8D2-1912-EA4C-AA3A-C91C760B9AE8}"/>
              </a:ext>
            </a:extLst>
          </p:cNvPr>
          <p:cNvSpPr txBox="1">
            <a:spLocks/>
          </p:cNvSpPr>
          <p:nvPr/>
        </p:nvSpPr>
        <p:spPr>
          <a:xfrm>
            <a:off x="4734110" y="123720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Topic: Graphing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I use conversion graphs to change units?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5795F0-BFE7-654E-95F1-224174A59999}"/>
                  </a:ext>
                </a:extLst>
              </p:cNvPr>
              <p:cNvSpPr txBox="1"/>
              <p:nvPr/>
            </p:nvSpPr>
            <p:spPr>
              <a:xfrm>
                <a:off x="7819585" y="2522430"/>
                <a:ext cx="3887449" cy="319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4 </m:t>
                        </m:r>
                      </m:den>
                    </m:f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67.6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Base 40m, Height 1 (there are multiple combinations)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Perimeter is the total of all sides added together. The answers will vary</a:t>
                </a:r>
                <a:r>
                  <a:rPr lang="en-US" sz="16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5795F0-BFE7-654E-95F1-224174A59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585" y="2522430"/>
                <a:ext cx="3887449" cy="3199979"/>
              </a:xfrm>
              <a:prstGeom prst="rect">
                <a:avLst/>
              </a:prstGeom>
              <a:blipFill>
                <a:blip r:embed="rId3"/>
                <a:stretch>
                  <a:fillRect l="-2280" r="-2280" b="-3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0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E68C-2FC6-EC49-A69E-60565652D2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05185" y="111950"/>
            <a:ext cx="10058400" cy="865188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Topic: Graphing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I use conversion graphs to change units?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509CC4-A1C6-4B41-9ACF-0532BA2E743A}"/>
              </a:ext>
            </a:extLst>
          </p:cNvPr>
          <p:cNvCxnSpPr>
            <a:cxnSpLocks/>
          </p:cNvCxnSpPr>
          <p:nvPr/>
        </p:nvCxnSpPr>
        <p:spPr>
          <a:xfrm>
            <a:off x="1800782" y="0"/>
            <a:ext cx="0" cy="6412675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104402" y="1161107"/>
            <a:ext cx="16963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is a conversion graph?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8A4D2-0974-9F47-8DD6-E207320A5123}"/>
              </a:ext>
            </a:extLst>
          </p:cNvPr>
          <p:cNvSpPr txBox="1"/>
          <p:nvPr/>
        </p:nvSpPr>
        <p:spPr>
          <a:xfrm>
            <a:off x="1956057" y="1002268"/>
            <a:ext cx="99566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Conversion graphs are straight line graphs that plot two sets of data that measure the same change using different units. </a:t>
            </a:r>
          </a:p>
          <a:p>
            <a:endParaRPr lang="en-US" sz="2000" dirty="0"/>
          </a:p>
          <a:p>
            <a:r>
              <a:rPr lang="en-US" sz="2400" dirty="0"/>
              <a:t>They have two </a:t>
            </a:r>
            <a:r>
              <a:rPr lang="en-US" sz="2400" b="1" dirty="0"/>
              <a:t>Number Lines</a:t>
            </a:r>
            <a:r>
              <a:rPr lang="en-US" sz="2400" dirty="0"/>
              <a:t> for scales and are useful for quickly determining how many of one unit make up another unit.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753EEE-019C-F44C-9789-FB673DD51498}"/>
              </a:ext>
            </a:extLst>
          </p:cNvPr>
          <p:cNvSpPr txBox="1"/>
          <p:nvPr/>
        </p:nvSpPr>
        <p:spPr>
          <a:xfrm>
            <a:off x="139070" y="4450076"/>
            <a:ext cx="1696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 is it useful?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EF936B-BA39-CE48-8C58-3C72D3BD2985}"/>
              </a:ext>
            </a:extLst>
          </p:cNvPr>
          <p:cNvSpPr txBox="1"/>
          <p:nvPr/>
        </p:nvSpPr>
        <p:spPr>
          <a:xfrm>
            <a:off x="1956057" y="3329730"/>
            <a:ext cx="10182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Conversation graphs are useful in all situations beyond school and using them regularly help us to develop a ‘feel’ for converting numbers.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8128E9-7CFE-1147-9871-286FC46353E4}"/>
              </a:ext>
            </a:extLst>
          </p:cNvPr>
          <p:cNvSpPr txBox="1"/>
          <p:nvPr/>
        </p:nvSpPr>
        <p:spPr>
          <a:xfrm>
            <a:off x="1956057" y="4450076"/>
            <a:ext cx="950118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u="sng" dirty="0"/>
              <a:t>For Example: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Speed in </a:t>
            </a:r>
            <a:r>
              <a:rPr lang="en-US" sz="2200" dirty="0" err="1"/>
              <a:t>kilometre</a:t>
            </a:r>
            <a:r>
              <a:rPr lang="en-US" sz="2200" dirty="0"/>
              <a:t> per hour versus miles per hour.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Buying products online and converting to Australian dollars from other currency.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Comparing clothing or shoe sizes for different brands or countries.</a:t>
            </a:r>
          </a:p>
        </p:txBody>
      </p:sp>
    </p:spTree>
    <p:extLst>
      <p:ext uri="{BB962C8B-B14F-4D97-AF65-F5344CB8AC3E}">
        <p14:creationId xmlns:p14="http://schemas.microsoft.com/office/powerpoint/2010/main" val="414795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E68C-2FC6-EC49-A69E-60565652D2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370"/>
            <a:ext cx="10058400" cy="86518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Topic: Graphing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EQ: How do I use conversion graphs to change units?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120298" y="899616"/>
            <a:ext cx="5575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TASK:</a:t>
            </a:r>
            <a:r>
              <a:rPr lang="en-US" sz="2400" dirty="0"/>
              <a:t> With a partner answer the following questions. Be prepared to share.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EFB0EE-34D9-F848-B4F7-9CED9842B46A}"/>
              </a:ext>
            </a:extLst>
          </p:cNvPr>
          <p:cNvSpPr txBox="1"/>
          <p:nvPr/>
        </p:nvSpPr>
        <p:spPr>
          <a:xfrm>
            <a:off x="6096000" y="1195741"/>
            <a:ext cx="58675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Which axis shows the temperature in Celsius (˚C)? Which shows Fahrenheit (˚F)?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can we use the numbers on one axis to tell us what the temperature is on the other axis?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is temperature in Fahrenheit at freezing point?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When cooking, a recipe calls for a cake to be cooked at 375˚F. What should I set it to in Celsius (˚C).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Body temperature is around is around 98˚F. What is it in Celsius.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While speaking with an American on social media, they complained that the temperature was 90˚F. What does that mean in Celsius?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6ABFAE-BB9D-5740-A2AA-7EECE8069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7651" y="1689460"/>
            <a:ext cx="3529142" cy="48173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E04391-88D1-DC4A-A1D4-8010D6FF4AEB}"/>
              </a:ext>
            </a:extLst>
          </p:cNvPr>
          <p:cNvSpPr txBox="1"/>
          <p:nvPr/>
        </p:nvSpPr>
        <p:spPr>
          <a:xfrm>
            <a:off x="11037381" y="558016"/>
            <a:ext cx="103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88. </a:t>
            </a:r>
          </a:p>
        </p:txBody>
      </p:sp>
    </p:spTree>
    <p:extLst>
      <p:ext uri="{BB962C8B-B14F-4D97-AF65-F5344CB8AC3E}">
        <p14:creationId xmlns:p14="http://schemas.microsoft.com/office/powerpoint/2010/main" val="426474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E68C-2FC6-EC49-A69E-60565652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54" y="0"/>
            <a:ext cx="4241235" cy="265325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Topic: Graphing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EQ: How do I use conversion graphs to change units?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F46A-D685-504A-BFDB-28529B911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3993" y="996665"/>
            <a:ext cx="5928344" cy="5572556"/>
          </a:xfrm>
        </p:spPr>
        <p:txBody>
          <a:bodyPr/>
          <a:lstStyle/>
          <a:p>
            <a:r>
              <a:rPr lang="en-AU" dirty="0"/>
              <a:t>Complete Questions 7 -10 on page 89 of your text.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5598562" y="288779"/>
            <a:ext cx="1696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TASK: </a:t>
            </a:r>
          </a:p>
        </p:txBody>
      </p:sp>
    </p:spTree>
    <p:extLst>
      <p:ext uri="{BB962C8B-B14F-4D97-AF65-F5344CB8AC3E}">
        <p14:creationId xmlns:p14="http://schemas.microsoft.com/office/powerpoint/2010/main" val="33409847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521</Words>
  <Application>Microsoft Macintosh PowerPoint</Application>
  <PresentationFormat>Widescreen</PresentationFormat>
  <Paragraphs>48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RetrospectVTI</vt:lpstr>
      <vt:lpstr>Topic: Graphing EQ: How do I use conversion graphs to change units?</vt:lpstr>
      <vt:lpstr>First 5</vt:lpstr>
      <vt:lpstr>Topic: Graphing EQ: How do I use conversion graphs to change units?</vt:lpstr>
      <vt:lpstr>Topic: Graphing EQ: How do I use conversion graphs to change units?</vt:lpstr>
      <vt:lpstr>Topic: Graphing EQ: How do I use conversion graphs to change units?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Conversion graphs for continuous data EQ: </dc:title>
  <dc:creator>DIXON Emily [Baldivis Secondary College]</dc:creator>
  <cp:lastModifiedBy>DIXON Emily [Baldivis Secondary College]</cp:lastModifiedBy>
  <cp:revision>11</cp:revision>
  <dcterms:created xsi:type="dcterms:W3CDTF">2021-07-26T09:22:31Z</dcterms:created>
  <dcterms:modified xsi:type="dcterms:W3CDTF">2021-07-31T09:23:30Z</dcterms:modified>
</cp:coreProperties>
</file>