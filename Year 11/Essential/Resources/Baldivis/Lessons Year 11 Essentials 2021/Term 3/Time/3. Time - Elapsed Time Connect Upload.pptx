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301" r:id="rId3"/>
    <p:sldId id="289" r:id="rId4"/>
    <p:sldId id="311" r:id="rId5"/>
    <p:sldId id="314" r:id="rId6"/>
    <p:sldId id="315" r:id="rId7"/>
    <p:sldId id="316" r:id="rId8"/>
    <p:sldId id="318" r:id="rId9"/>
    <p:sldId id="31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101" autoAdjust="0"/>
  </p:normalViewPr>
  <p:slideViewPr>
    <p:cSldViewPr snapToGrid="0">
      <p:cViewPr varScale="1">
        <p:scale>
          <a:sx n="90" d="100"/>
          <a:sy n="90" d="100"/>
        </p:scale>
        <p:origin x="13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0772-5EEF-4CF9-A1B3-9A5B753FBA4D}" type="datetimeFigureOut">
              <a:rPr lang="en-AU" smtClean="0"/>
              <a:t>19/09/2021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7107-940C-4618-81D1-D3CF49983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0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/>
              <a:t>$70</a:t>
            </a:r>
          </a:p>
          <a:p>
            <a:pPr marL="228600" indent="-228600">
              <a:buAutoNum type="arabicPeriod"/>
            </a:pPr>
            <a:r>
              <a:rPr lang="en-AU" dirty="0"/>
              <a:t>No</a:t>
            </a:r>
          </a:p>
          <a:p>
            <a:pPr marL="228600" indent="-228600">
              <a:buAutoNum type="arabicPeriod"/>
            </a:pPr>
            <a:r>
              <a:rPr lang="en-AU" dirty="0"/>
              <a:t>50:950 = 1:9</a:t>
            </a:r>
          </a:p>
          <a:p>
            <a:pPr marL="228600" indent="-228600">
              <a:buAutoNum type="arabicPeriod"/>
            </a:pPr>
            <a:r>
              <a:rPr lang="en-AU" dirty="0"/>
              <a:t>144 minutes</a:t>
            </a:r>
          </a:p>
          <a:p>
            <a:pPr marL="228600" indent="-228600">
              <a:buAutoNum type="arabicPeriod"/>
            </a:pPr>
            <a:r>
              <a:rPr lang="en-AU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Stop video at key points to allow students to take notes and worked examples.</a:t>
            </a:r>
          </a:p>
        </p:txBody>
      </p:sp>
    </p:spTree>
    <p:extLst>
      <p:ext uri="{BB962C8B-B14F-4D97-AF65-F5344CB8AC3E}">
        <p14:creationId xmlns:p14="http://schemas.microsoft.com/office/powerpoint/2010/main" val="3188589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Stop video at key points to allow students to take notes and worked examples.</a:t>
            </a:r>
          </a:p>
        </p:txBody>
      </p:sp>
    </p:spTree>
    <p:extLst>
      <p:ext uri="{BB962C8B-B14F-4D97-AF65-F5344CB8AC3E}">
        <p14:creationId xmlns:p14="http://schemas.microsoft.com/office/powerpoint/2010/main" val="735741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L6r7BEZo7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vZ6F6IHAIw&amp;t=0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Time</a:t>
            </a:r>
            <a:br>
              <a:rPr lang="en-AU" dirty="0"/>
            </a:br>
            <a:r>
              <a:rPr lang="en-AU" dirty="0"/>
              <a:t>EQ: How Do I calculate Elapsed Time?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72" y="570392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941992"/>
                <a:ext cx="11017452" cy="445372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dress is on sale. The sale price is $63. The dress was 10% off. What was the original price?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When I spend more that $250 in store, I receive bonus reward points. If I spend $95 on a pair of shoes, $37 on music and $68 on clothing and $49 on office supplies, will I reach the target amount?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 use 50mL of flavouring for every litre of cordial I make. What is the ratio of flavouring to water?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2.4 hours to minutes?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calculates the value of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+5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941992"/>
                <a:ext cx="11017452" cy="4453722"/>
              </a:xfrm>
              <a:blipFill>
                <a:blip r:embed="rId3"/>
                <a:stretch>
                  <a:fillRect l="-1328" t="-2192" r="-1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22010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3EF86-F88E-4651-A0D0-6F8AFC411E31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CA8B5-6C6A-444C-B417-61B40A6758F2}"/>
              </a:ext>
            </a:extLst>
          </p:cNvPr>
          <p:cNvSpPr txBox="1"/>
          <p:nvPr/>
        </p:nvSpPr>
        <p:spPr>
          <a:xfrm>
            <a:off x="4901025" y="526970"/>
            <a:ext cx="729097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convert between 12 hour and 24 hour time?</a:t>
            </a: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calculate elapsed time?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37FEA6-8433-4878-A173-CD676A70306B}"/>
              </a:ext>
            </a:extLst>
          </p:cNvPr>
          <p:cNvSpPr txBox="1"/>
          <p:nvPr/>
        </p:nvSpPr>
        <p:spPr>
          <a:xfrm>
            <a:off x="124245" y="1357771"/>
            <a:ext cx="2027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elapsed time?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04ACEB-FDA0-4FBD-BFEB-F72CD4E39AC5}"/>
              </a:ext>
            </a:extLst>
          </p:cNvPr>
          <p:cNvSpPr/>
          <p:nvPr/>
        </p:nvSpPr>
        <p:spPr>
          <a:xfrm>
            <a:off x="2238105" y="1357771"/>
            <a:ext cx="98296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Elapsed time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amount of time that passes from the start of an event to the end of an event.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Example: For 3:50am and 9:30am, elapsed time is ____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____ mins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028B4F-2CFF-427D-B554-27275E48E1B4}"/>
              </a:ext>
            </a:extLst>
          </p:cNvPr>
          <p:cNvSpPr txBox="1"/>
          <p:nvPr/>
        </p:nvSpPr>
        <p:spPr>
          <a:xfrm>
            <a:off x="2238105" y="2466692"/>
            <a:ext cx="98296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 are many methods to working out elapsed time. We will be focusing on two methods: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Number line or timeline method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Table method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You can choose the best method out of these to calculate time that best suits you.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calculate elapsed time?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8CFD4-9F72-40DA-A8E2-8A4574A5B45F}"/>
              </a:ext>
            </a:extLst>
          </p:cNvPr>
          <p:cNvSpPr txBox="1"/>
          <p:nvPr/>
        </p:nvSpPr>
        <p:spPr>
          <a:xfrm>
            <a:off x="2151982" y="1298661"/>
            <a:ext cx="8852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Number Line or Timeline Method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7DC38-29E1-480E-BAE2-4C415D67CDE9}"/>
              </a:ext>
            </a:extLst>
          </p:cNvPr>
          <p:cNvSpPr txBox="1"/>
          <p:nvPr/>
        </p:nvSpPr>
        <p:spPr>
          <a:xfrm>
            <a:off x="4085781" y="1955635"/>
            <a:ext cx="562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https://www.youtube.com/watch?v=ML6r7BEZo7M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756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calculate elapsed time?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8CFD4-9F72-40DA-A8E2-8A4574A5B45F}"/>
              </a:ext>
            </a:extLst>
          </p:cNvPr>
          <p:cNvSpPr txBox="1"/>
          <p:nvPr/>
        </p:nvSpPr>
        <p:spPr>
          <a:xfrm>
            <a:off x="2151982" y="1298661"/>
            <a:ext cx="8852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Table Method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7DC38-29E1-480E-BAE2-4C415D67CDE9}"/>
              </a:ext>
            </a:extLst>
          </p:cNvPr>
          <p:cNvSpPr txBox="1"/>
          <p:nvPr/>
        </p:nvSpPr>
        <p:spPr>
          <a:xfrm>
            <a:off x="3812475" y="2005572"/>
            <a:ext cx="6227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https://www.youtube.com/watch?v=pvZ6F6IHAIw&amp;t=0s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127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12D0-85F5-4EED-8FA1-146D7CFB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– Interleaved Maths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60394-914A-4423-92BE-57277D447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86. Calculating with time: Hours and Minutes p. 120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Complete Questions 1 – 9 using the Number Line Method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Complete Questions 10 – 18 using the Table Method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**Ignore the instructions in the text on the strategies to use to answer the set questions</a:t>
            </a:r>
          </a:p>
          <a:p>
            <a:pPr marL="128016" lvl="1" indent="0">
              <a:buNone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808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12D0-85F5-4EED-8FA1-146D7CFB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– Interleaved Maths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60394-914A-4423-92BE-57277D447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88. Calculate elapsed time and time intervals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Complete Questions 1 – 12 using either the Number Line Method or Table Method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Working out must be shown to demonstrate your thinking.</a:t>
            </a:r>
          </a:p>
        </p:txBody>
      </p:sp>
    </p:spTree>
    <p:extLst>
      <p:ext uri="{BB962C8B-B14F-4D97-AF65-F5344CB8AC3E}">
        <p14:creationId xmlns:p14="http://schemas.microsoft.com/office/powerpoint/2010/main" val="25308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D91AC-867E-4E18-886B-5EBA115DA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Further Practice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E02AFF9-35E1-4D69-84A3-5E316564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293" y="1091977"/>
            <a:ext cx="7497221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5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D91AC-867E-4E18-886B-5EBA115DA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Questions in context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8B7255E-6337-485D-A047-0CFF20273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344" y="1005511"/>
            <a:ext cx="8139406" cy="472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62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157</TotalTime>
  <Words>507</Words>
  <Application>Microsoft Office PowerPoint</Application>
  <PresentationFormat>Widescreen</PresentationFormat>
  <Paragraphs>63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Time EQ: How Do I calculate Elapsed Time?</vt:lpstr>
      <vt:lpstr>Five Questions</vt:lpstr>
      <vt:lpstr>PowerPoint Presentation</vt:lpstr>
      <vt:lpstr>PowerPoint Presentation</vt:lpstr>
      <vt:lpstr>PowerPoint Presentation</vt:lpstr>
      <vt:lpstr>Task – Interleaved Maths Text</vt:lpstr>
      <vt:lpstr>Task – Interleaved Maths Text</vt:lpstr>
      <vt:lpstr>Further Practice</vt:lpstr>
      <vt:lpstr>Questions in context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EQ: How do I convert between Hours, Minutes, and Seconds? </dc:title>
  <dc:creator>PARLEVLIET Magdeline [Baldivis Secondary College]</dc:creator>
  <cp:lastModifiedBy>Magdeline</cp:lastModifiedBy>
  <cp:revision>8</cp:revision>
  <dcterms:created xsi:type="dcterms:W3CDTF">2021-09-13T16:02:36Z</dcterms:created>
  <dcterms:modified xsi:type="dcterms:W3CDTF">2021-09-19T09:11:21Z</dcterms:modified>
</cp:coreProperties>
</file>