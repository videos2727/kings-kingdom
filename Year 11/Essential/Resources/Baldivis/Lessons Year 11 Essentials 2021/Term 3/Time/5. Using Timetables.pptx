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7" r:id="rId2"/>
    <p:sldId id="301" r:id="rId3"/>
    <p:sldId id="289" r:id="rId4"/>
    <p:sldId id="290" r:id="rId5"/>
    <p:sldId id="291" r:id="rId6"/>
    <p:sldId id="292" r:id="rId7"/>
    <p:sldId id="293" r:id="rId8"/>
    <p:sldId id="295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85" autoAdjust="0"/>
    <p:restoredTop sz="72886" autoAdjust="0"/>
  </p:normalViewPr>
  <p:slideViewPr>
    <p:cSldViewPr snapToGrid="0">
      <p:cViewPr varScale="1">
        <p:scale>
          <a:sx n="68" d="100"/>
          <a:sy n="68" d="100"/>
        </p:scale>
        <p:origin x="40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DD82B-BD2F-4CFF-B722-1CF06E01C821}" type="datetimeFigureOut">
              <a:rPr lang="en-GB" smtClean="0"/>
              <a:t>20/09/2021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58AEC-812D-4236-8359-79D5A91A2A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191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AU" dirty="0"/>
              <a:t>304.8</a:t>
            </a:r>
          </a:p>
          <a:p>
            <a:pPr marL="228600" indent="-228600">
              <a:buAutoNum type="arabicPeriod"/>
            </a:pPr>
            <a:r>
              <a:rPr lang="en-AU" dirty="0"/>
              <a:t>$39.95 </a:t>
            </a:r>
          </a:p>
          <a:p>
            <a:pPr marL="228600" indent="-228600">
              <a:buAutoNum type="arabicPeriod"/>
            </a:pPr>
            <a:r>
              <a:rPr lang="en-AU" dirty="0"/>
              <a:t>28.8</a:t>
            </a:r>
          </a:p>
          <a:p>
            <a:pPr marL="228600" indent="-228600">
              <a:buAutoNum type="arabicPeriod"/>
            </a:pPr>
            <a:r>
              <a:rPr lang="en-AU" dirty="0"/>
              <a:t>34000, 0.034kL</a:t>
            </a:r>
          </a:p>
          <a:p>
            <a:pPr marL="228600" indent="-228600">
              <a:buAutoNum type="arabicPeriod"/>
            </a:pPr>
            <a:r>
              <a:rPr lang="en-AU" dirty="0"/>
              <a:t>1.67m/sec, 6km/hr</a:t>
            </a:r>
          </a:p>
        </p:txBody>
      </p:sp>
    </p:spTree>
    <p:extLst>
      <p:ext uri="{BB962C8B-B14F-4D97-AF65-F5344CB8AC3E}">
        <p14:creationId xmlns:p14="http://schemas.microsoft.com/office/powerpoint/2010/main" val="3121926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8A0F66-96B4-4179-9859-4F60CA1A20C7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2410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9/20/2021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299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9/20/2021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944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9/20/2021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637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9/20/2021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332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9/20/2021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419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9/20/2021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54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9/20/2021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98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9/20/2021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527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9/20/2021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536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9/20/2021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425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9/20/2021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983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9/20/2021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3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C823-B532-4688-9E8F-9ECF5722D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Using timetables</a:t>
            </a:r>
            <a:br>
              <a:rPr lang="en-AU" dirty="0"/>
            </a:br>
            <a:r>
              <a:rPr lang="en-AU" dirty="0"/>
              <a:t>EQ: How do I plan a day using a timetable?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7B186-3400-4A4B-B6A6-D265D5ED5F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Mathematics Essentials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6094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3C03-BF03-48EF-A72A-CE11494F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872" y="570392"/>
            <a:ext cx="10058400" cy="1371600"/>
          </a:xfrm>
        </p:spPr>
        <p:txBody>
          <a:bodyPr/>
          <a:lstStyle/>
          <a:p>
            <a:r>
              <a:rPr lang="en-AU" dirty="0"/>
              <a:t>Five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7872" y="1941992"/>
                <a:ext cx="11017452" cy="4453722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There are around 4.2kJ in one food calorie. Sushi has 1280kj in two rolls. How many calories for one roll?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change would you get from $80.00. If you purchase a t-shirt for $27.80 and a cap for $12.25.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6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×4.8</m:t>
                    </m:r>
                  </m:oMath>
                </a14:m>
                <a:endParaRPr lang="en-AU" sz="24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b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Convert 34L into mL and into </a:t>
                </a:r>
                <a:r>
                  <a:rPr lang="en-AU" sz="2400" b="0" dirty="0" err="1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kL</a:t>
                </a:r>
                <a:endParaRPr lang="en-AU" sz="24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I travelled 500m in 5min. What was my speed in m/sec and km/h</a:t>
                </a:r>
                <a:endParaRPr lang="en-AU" sz="24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C9BC97-E084-4305-8742-02C144E0C2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7872" y="1941992"/>
                <a:ext cx="11017452" cy="4453722"/>
              </a:xfrm>
              <a:blipFill>
                <a:blip r:embed="rId3"/>
                <a:stretch>
                  <a:fillRect l="-1328" t="-2192" r="-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F8740F4-4E29-46F0-AE17-D5002ED9BE37}"/>
              </a:ext>
            </a:extLst>
          </p:cNvPr>
          <p:cNvSpPr txBox="1"/>
          <p:nvPr/>
        </p:nvSpPr>
        <p:spPr>
          <a:xfrm>
            <a:off x="4901025" y="22010"/>
            <a:ext cx="41036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</a:t>
            </a:r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Timetables</a:t>
            </a:r>
            <a:endParaRPr kumimoji="0" lang="en-A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3EF86-F88E-4651-A0D0-6F8AFC411E31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CA8B5-6C6A-444C-B417-61B40A6758F2}"/>
              </a:ext>
            </a:extLst>
          </p:cNvPr>
          <p:cNvSpPr txBox="1"/>
          <p:nvPr/>
        </p:nvSpPr>
        <p:spPr>
          <a:xfrm>
            <a:off x="4901025" y="526970"/>
            <a:ext cx="72909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 – How do I plan a day using a timetable?</a:t>
            </a:r>
          </a:p>
        </p:txBody>
      </p:sp>
    </p:spTree>
    <p:extLst>
      <p:ext uri="{BB962C8B-B14F-4D97-AF65-F5344CB8AC3E}">
        <p14:creationId xmlns:p14="http://schemas.microsoft.com/office/powerpoint/2010/main" val="426901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041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Using timetables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 – How do I plan a day using timetable?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99" b="1" i="0" u="none" strike="noStrike" kern="1200" cap="none" spc="0" normalizeH="0" baseline="0" noProof="0" dirty="0">
                <a:ln>
                  <a:noFill/>
                </a:ln>
                <a:solidFill>
                  <a:srgbClr val="1CADE4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399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399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399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47037-0930-4608-9244-6EA1A615E4D2}"/>
              </a:ext>
            </a:extLst>
          </p:cNvPr>
          <p:cNvSpPr txBox="1"/>
          <p:nvPr/>
        </p:nvSpPr>
        <p:spPr>
          <a:xfrm>
            <a:off x="9461016" y="65433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DD20A7-0724-436C-A4A8-7D12DF95B6D5}"/>
              </a:ext>
            </a:extLst>
          </p:cNvPr>
          <p:cNvSpPr txBox="1"/>
          <p:nvPr/>
        </p:nvSpPr>
        <p:spPr>
          <a:xfrm>
            <a:off x="2333466" y="1523394"/>
            <a:ext cx="917273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Timetables helps us plan journeys to get to a certain location. You can plan a day by using a range of different timetables such as bus, ferry and train timetables.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sz="2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906AFF-CACA-4559-BB7F-95DC5E003944}"/>
              </a:ext>
            </a:extLst>
          </p:cNvPr>
          <p:cNvSpPr txBox="1"/>
          <p:nvPr/>
        </p:nvSpPr>
        <p:spPr>
          <a:xfrm>
            <a:off x="9179718" y="295249"/>
            <a:ext cx="27503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Sarah is a university student that has a exam starting at 8:30am at Murdoch University. It takes her 10 minutes to walk to Maddington Stn. </a:t>
            </a:r>
          </a:p>
          <a:p>
            <a:endParaRPr lang="en-GB" dirty="0"/>
          </a:p>
          <a:p>
            <a:r>
              <a:rPr lang="en-GB" dirty="0"/>
              <a:t>What time should she leave her house?</a:t>
            </a:r>
          </a:p>
          <a:p>
            <a:endParaRPr lang="en-GB" dirty="0"/>
          </a:p>
          <a:p>
            <a:r>
              <a:rPr lang="en-GB" dirty="0"/>
              <a:t>What is the most appropriate bus time for her to take? Justify your answer.  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B4601C-3D8A-40A5-960F-68333A139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048940" cy="540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76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906AFF-CACA-4559-BB7F-95DC5E003944}"/>
              </a:ext>
            </a:extLst>
          </p:cNvPr>
          <p:cNvSpPr txBox="1"/>
          <p:nvPr/>
        </p:nvSpPr>
        <p:spPr>
          <a:xfrm>
            <a:off x="9179718" y="295249"/>
            <a:ext cx="275034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Sarah is a university student that has a exam starting at 8:30am at Murdoch University. It takes her 10 minutes to walk to Maddington Stn. </a:t>
            </a:r>
          </a:p>
          <a:p>
            <a:endParaRPr lang="en-GB" dirty="0"/>
          </a:p>
          <a:p>
            <a:r>
              <a:rPr lang="en-GB" dirty="0"/>
              <a:t>What time should she leave her house? </a:t>
            </a:r>
            <a:r>
              <a:rPr lang="en-GB" b="1" dirty="0">
                <a:solidFill>
                  <a:srgbClr val="FF0000"/>
                </a:solidFill>
              </a:rPr>
              <a:t>7:13am</a:t>
            </a:r>
          </a:p>
          <a:p>
            <a:endParaRPr lang="en-GB" dirty="0"/>
          </a:p>
          <a:p>
            <a:r>
              <a:rPr lang="en-GB" dirty="0"/>
              <a:t>What is the most appropriate bus time for her to take? Justify your answer. </a:t>
            </a:r>
            <a:r>
              <a:rPr lang="en-GB" b="1" dirty="0">
                <a:solidFill>
                  <a:srgbClr val="FF0000"/>
                </a:solidFill>
              </a:rPr>
              <a:t>The 205 leaving at 7:23</a:t>
            </a:r>
          </a:p>
          <a:p>
            <a:endParaRPr lang="en-GB" b="1" dirty="0">
              <a:solidFill>
                <a:srgbClr val="FF0000"/>
              </a:solidFill>
            </a:endParaRPr>
          </a:p>
          <a:p>
            <a:r>
              <a:rPr lang="en-GB" b="1" dirty="0">
                <a:solidFill>
                  <a:srgbClr val="FF0000"/>
                </a:solidFill>
              </a:rPr>
              <a:t>We need to also take into account traffic and the time it takes her to walk to the exam room from the Murdoch University stop. </a:t>
            </a:r>
          </a:p>
          <a:p>
            <a:r>
              <a:rPr lang="en-GB" b="1" dirty="0">
                <a:solidFill>
                  <a:srgbClr val="FF0000"/>
                </a:solidFill>
              </a:rPr>
              <a:t> 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B4601C-3D8A-40A5-960F-68333A139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048940" cy="540781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AA620AF-A675-490F-807F-F6A3714FB57C}"/>
              </a:ext>
            </a:extLst>
          </p:cNvPr>
          <p:cNvSpPr/>
          <p:nvPr/>
        </p:nvSpPr>
        <p:spPr>
          <a:xfrm>
            <a:off x="1307087" y="3781016"/>
            <a:ext cx="544152" cy="23000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978A2A-436E-4C8A-92E7-ECDB50A88DFC}"/>
              </a:ext>
            </a:extLst>
          </p:cNvPr>
          <p:cNvSpPr/>
          <p:nvPr/>
        </p:nvSpPr>
        <p:spPr>
          <a:xfrm>
            <a:off x="7877116" y="3781016"/>
            <a:ext cx="544152" cy="23000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255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8C0D56-EC78-476A-8A3B-99253D0CC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771" y="55923"/>
            <a:ext cx="480496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625378-3792-4A21-A7F5-965FB18113FA}"/>
              </a:ext>
            </a:extLst>
          </p:cNvPr>
          <p:cNvSpPr txBox="1"/>
          <p:nvPr/>
        </p:nvSpPr>
        <p:spPr>
          <a:xfrm>
            <a:off x="4764881" y="55923"/>
            <a:ext cx="73437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Mike lives at the city and is planning to meet friends at Perth Zoo at 11am. His apartment is a 15 min walk from the Elizabeth Quay Jetty.</a:t>
            </a:r>
          </a:p>
          <a:p>
            <a:endParaRPr lang="en-GB" sz="2000" dirty="0"/>
          </a:p>
          <a:p>
            <a:r>
              <a:rPr lang="en-GB" sz="2000" dirty="0"/>
              <a:t> What time will he need to leave his apartment and which ferry should he take? He will need to keep in mind the Zoo is a 7 minute walk from  Mends St Jetty</a:t>
            </a:r>
          </a:p>
          <a:p>
            <a:endParaRPr lang="en-GB" sz="2000" dirty="0"/>
          </a:p>
          <a:p>
            <a:r>
              <a:rPr lang="en-GB" sz="2000" dirty="0"/>
              <a:t>How long will the trip take? </a:t>
            </a:r>
          </a:p>
        </p:txBody>
      </p:sp>
    </p:spTree>
    <p:extLst>
      <p:ext uri="{BB962C8B-B14F-4D97-AF65-F5344CB8AC3E}">
        <p14:creationId xmlns:p14="http://schemas.microsoft.com/office/powerpoint/2010/main" val="2191822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8C0D56-EC78-476A-8A3B-99253D0CC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771" y="55923"/>
            <a:ext cx="480496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625378-3792-4A21-A7F5-965FB18113FA}"/>
              </a:ext>
            </a:extLst>
          </p:cNvPr>
          <p:cNvSpPr txBox="1"/>
          <p:nvPr/>
        </p:nvSpPr>
        <p:spPr>
          <a:xfrm>
            <a:off x="4764881" y="55923"/>
            <a:ext cx="734377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Mike lives at the city and is planning to meet friends at Perth Zoo at 11am. His apartment is a 15 min walk from the Elizabeth Quay Jetty.</a:t>
            </a:r>
          </a:p>
          <a:p>
            <a:endParaRPr lang="en-GB" sz="2000" dirty="0"/>
          </a:p>
          <a:p>
            <a:r>
              <a:rPr lang="en-GB" sz="2000" dirty="0"/>
              <a:t> What time will he need to leave his apartment and which ferry should he take? He will need to keep in mind the Zoo is a 7 minute walk from  Mends St Jetty.</a:t>
            </a:r>
          </a:p>
          <a:p>
            <a:endParaRPr lang="en-GB" sz="2000" b="1" dirty="0">
              <a:solidFill>
                <a:srgbClr val="FF0000"/>
              </a:solidFill>
            </a:endParaRPr>
          </a:p>
          <a:p>
            <a:r>
              <a:rPr lang="en-GB" sz="2000" b="1" dirty="0">
                <a:solidFill>
                  <a:srgbClr val="FF0000"/>
                </a:solidFill>
              </a:rPr>
              <a:t>He will need to leave at 10:30am and take the ferry leaving at 10:45am</a:t>
            </a:r>
          </a:p>
          <a:p>
            <a:endParaRPr lang="en-GB" sz="2000" dirty="0"/>
          </a:p>
          <a:p>
            <a:r>
              <a:rPr lang="en-GB" sz="2000" dirty="0"/>
              <a:t>How long will the trip take?</a:t>
            </a:r>
          </a:p>
          <a:p>
            <a:endParaRPr lang="en-GB" sz="2000" dirty="0"/>
          </a:p>
          <a:p>
            <a:r>
              <a:rPr lang="en-GB" sz="2000" b="1" dirty="0">
                <a:solidFill>
                  <a:srgbClr val="FF0000"/>
                </a:solidFill>
              </a:rPr>
              <a:t>15min + 8mins + 7mins = 30mins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3D6735-B8E9-4122-986A-51CCE9AE3B7E}"/>
              </a:ext>
            </a:extLst>
          </p:cNvPr>
          <p:cNvSpPr/>
          <p:nvPr/>
        </p:nvSpPr>
        <p:spPr>
          <a:xfrm>
            <a:off x="1116353" y="5542498"/>
            <a:ext cx="544152" cy="23000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580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LHS: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50" t="41630" r="31750" b="14370"/>
          <a:stretch/>
        </p:blipFill>
        <p:spPr bwMode="auto">
          <a:xfrm>
            <a:off x="1647506" y="2200156"/>
            <a:ext cx="8896988" cy="4003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6918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LHS: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3" t="28148" r="31750" b="10222"/>
          <a:stretch/>
        </p:blipFill>
        <p:spPr bwMode="auto">
          <a:xfrm>
            <a:off x="2263725" y="1265457"/>
            <a:ext cx="8969826" cy="5536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98257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498</Words>
  <Application>Microsoft Office PowerPoint</Application>
  <PresentationFormat>Widescreen</PresentationFormat>
  <Paragraphs>54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Cambria Math</vt:lpstr>
      <vt:lpstr>Tw Cen MT</vt:lpstr>
      <vt:lpstr>Tw Cen MT Condensed</vt:lpstr>
      <vt:lpstr>Wingdings 3</vt:lpstr>
      <vt:lpstr>Integral</vt:lpstr>
      <vt:lpstr>Topic: Using timetables EQ: How do I plan a day using a timetable? </vt:lpstr>
      <vt:lpstr>Five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LHS:</vt:lpstr>
      <vt:lpstr>LHS: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Using timetables EQ: How do I plan a day using a timetable?</dc:title>
  <dc:creator>Tony Nguyen</dc:creator>
  <cp:lastModifiedBy>Tony Nguyen</cp:lastModifiedBy>
  <cp:revision>7</cp:revision>
  <dcterms:created xsi:type="dcterms:W3CDTF">2021-09-19T04:46:53Z</dcterms:created>
  <dcterms:modified xsi:type="dcterms:W3CDTF">2021-09-20T00:15:14Z</dcterms:modified>
</cp:coreProperties>
</file>