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301" r:id="rId3"/>
    <p:sldId id="307" r:id="rId4"/>
    <p:sldId id="309" r:id="rId5"/>
    <p:sldId id="289" r:id="rId6"/>
    <p:sldId id="305" r:id="rId7"/>
    <p:sldId id="31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9101" autoAdjust="0"/>
  </p:normalViewPr>
  <p:slideViewPr>
    <p:cSldViewPr snapToGrid="0">
      <p:cViewPr varScale="1">
        <p:scale>
          <a:sx n="90" d="100"/>
          <a:sy n="90" d="100"/>
        </p:scale>
        <p:origin x="13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10772-5EEF-4CF9-A1B3-9A5B753FBA4D}" type="datetimeFigureOut">
              <a:rPr lang="en-AU" smtClean="0"/>
              <a:t>19/09/2021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E7107-940C-4618-81D1-D3CF499832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506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AU" dirty="0"/>
              <a:t>$70</a:t>
            </a:r>
          </a:p>
          <a:p>
            <a:pPr marL="228600" indent="-228600">
              <a:buAutoNum type="arabicPeriod"/>
            </a:pPr>
            <a:r>
              <a:rPr lang="en-AU" dirty="0"/>
              <a:t>No</a:t>
            </a:r>
          </a:p>
          <a:p>
            <a:pPr marL="228600" indent="-228600">
              <a:buAutoNum type="arabicPeriod"/>
            </a:pPr>
            <a:r>
              <a:rPr lang="en-AU" dirty="0"/>
              <a:t>50:950 = 1:9</a:t>
            </a:r>
          </a:p>
          <a:p>
            <a:pPr marL="228600" indent="-228600">
              <a:buAutoNum type="arabicPeriod"/>
            </a:pPr>
            <a:r>
              <a:rPr lang="en-AU" dirty="0"/>
              <a:t>144 minutes</a:t>
            </a:r>
          </a:p>
          <a:p>
            <a:pPr marL="228600" indent="-228600">
              <a:buAutoNum type="arabicPeriod"/>
            </a:pPr>
            <a:r>
              <a:rPr lang="en-AU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121926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933968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hyperlink" Target="https://www.youtube.com/watch?v=i7L71i9uv3o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C823-B532-4688-9E8F-9ECF5722D0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Topic: Time</a:t>
            </a:r>
            <a:br>
              <a:rPr lang="en-AU" dirty="0"/>
            </a:br>
            <a:r>
              <a:rPr lang="en-AU" dirty="0"/>
              <a:t>EQ: How Do I Convert Between 12 and 24 Hour Time?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7B186-3400-4A4B-B6A6-D265D5ED5F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Mathematics Essentials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56094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3C03-BF03-48EF-A72A-CE11494F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872" y="570392"/>
            <a:ext cx="10058400" cy="1371600"/>
          </a:xfrm>
        </p:spPr>
        <p:txBody>
          <a:bodyPr/>
          <a:lstStyle/>
          <a:p>
            <a:r>
              <a:rPr lang="en-AU" dirty="0"/>
              <a:t>Five Questions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9BC97-E084-4305-8742-02C144E0C2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7872" y="1941992"/>
                <a:ext cx="11017452" cy="4453722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AU" sz="24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dress is on sale. The sale price is $63. The dress was 10% off. What was the original price?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When I spend more that $250 in store, I receive bonus reward points. If I spend $95 on a pair of shoes, $37 on music and $68 on clothing and $49 on office supplies, will I reach the target amount?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 use 50mL of flavouring for every litre of cordial I make. What is the ratio of flavouring to water?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What is 2.4 hours to minutes?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=3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𝑤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=4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calculates the value of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−2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+5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9BC97-E084-4305-8742-02C144E0C2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7872" y="1941992"/>
                <a:ext cx="11017452" cy="4453722"/>
              </a:xfrm>
              <a:blipFill>
                <a:blip r:embed="rId3"/>
                <a:stretch>
                  <a:fillRect l="-1328" t="-2192" r="-1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F8740F4-4E29-46F0-AE17-D5002ED9BE37}"/>
              </a:ext>
            </a:extLst>
          </p:cNvPr>
          <p:cNvSpPr txBox="1"/>
          <p:nvPr/>
        </p:nvSpPr>
        <p:spPr>
          <a:xfrm>
            <a:off x="4901025" y="22010"/>
            <a:ext cx="20798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3EF86-F88E-4651-A0D0-6F8AFC411E31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4CA8B5-6C6A-444C-B417-61B40A6758F2}"/>
              </a:ext>
            </a:extLst>
          </p:cNvPr>
          <p:cNvSpPr txBox="1"/>
          <p:nvPr/>
        </p:nvSpPr>
        <p:spPr>
          <a:xfrm>
            <a:off x="4901025" y="526970"/>
            <a:ext cx="7290975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How do I convert between 12 hour and 24 hour time?</a:t>
            </a:r>
          </a:p>
        </p:txBody>
      </p:sp>
    </p:spTree>
    <p:extLst>
      <p:ext uri="{BB962C8B-B14F-4D97-AF65-F5344CB8AC3E}">
        <p14:creationId xmlns:p14="http://schemas.microsoft.com/office/powerpoint/2010/main" val="4269019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D7567-012F-452E-B504-B9E3724B9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720072" cy="861237"/>
          </a:xfrm>
        </p:spPr>
        <p:txBody>
          <a:bodyPr/>
          <a:lstStyle/>
          <a:p>
            <a:r>
              <a:rPr lang="en-AU" dirty="0"/>
              <a:t>12 hour vs 24 hour time</a:t>
            </a:r>
          </a:p>
        </p:txBody>
      </p:sp>
      <p:pic>
        <p:nvPicPr>
          <p:cNvPr id="4" name="12 and 24 hour time">
            <a:hlinkClick r:id="" action="ppaction://media"/>
            <a:extLst>
              <a:ext uri="{FF2B5EF4-FFF2-40B4-BE49-F238E27FC236}">
                <a16:creationId xmlns:a16="http://schemas.microsoft.com/office/drawing/2014/main" id="{1B8966CF-7B08-4136-B7C0-42F7763A784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84402" y="699940"/>
            <a:ext cx="10023195" cy="563790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89B093-7165-4D6B-9EF2-39B81FBEB370}"/>
              </a:ext>
            </a:extLst>
          </p:cNvPr>
          <p:cNvSpPr txBox="1"/>
          <p:nvPr/>
        </p:nvSpPr>
        <p:spPr>
          <a:xfrm>
            <a:off x="5996763" y="150820"/>
            <a:ext cx="542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https://www.youtube.com/watch?v=i7L71i9uv3o</a:t>
            </a:r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086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748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742726-AF63-4F49-96FF-467376E63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7" y="1291856"/>
            <a:ext cx="12118985" cy="427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864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0798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7788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How do I convert between 12 hour and 24 hour time?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47037-0930-4608-9244-6EA1A615E4D2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7DBEFA-5572-4C2C-BC9A-B8764185D513}"/>
              </a:ext>
            </a:extLst>
          </p:cNvPr>
          <p:cNvSpPr txBox="1"/>
          <p:nvPr/>
        </p:nvSpPr>
        <p:spPr>
          <a:xfrm>
            <a:off x="135398" y="1758988"/>
            <a:ext cx="19314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0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12  hour time?</a:t>
            </a:r>
            <a:endParaRPr lang="en-AU" sz="20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3DCA4F-6B70-4F9A-94A7-4A5001022765}"/>
              </a:ext>
            </a:extLst>
          </p:cNvPr>
          <p:cNvSpPr txBox="1"/>
          <p:nvPr/>
        </p:nvSpPr>
        <p:spPr>
          <a:xfrm>
            <a:off x="2151983" y="1343979"/>
            <a:ext cx="7617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Today we use </a:t>
            </a:r>
          </a:p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am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mr-IN" sz="2400" dirty="0">
                <a:latin typeface="Calibri" panose="020F0502020204030204" pitchFamily="34" charset="0"/>
              </a:rPr>
              <a:t>–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ante meridiem </a:t>
            </a:r>
            <a:r>
              <a:rPr lang="mr-IN" sz="2400" i="1" dirty="0">
                <a:latin typeface="Calibri" panose="020F0502020204030204" pitchFamily="34" charset="0"/>
              </a:rPr>
              <a:t>–</a:t>
            </a:r>
            <a:r>
              <a:rPr lang="en-AU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Latin for (before noon) and </a:t>
            </a:r>
          </a:p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pm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mr-IN" sz="2400" dirty="0">
                <a:latin typeface="Calibri" panose="020F0502020204030204" pitchFamily="34" charset="0"/>
              </a:rPr>
              <a:t>–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post meridiem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(after noon).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37F758-F220-4A4F-BDDD-063E42539685}"/>
              </a:ext>
            </a:extLst>
          </p:cNvPr>
          <p:cNvSpPr txBox="1"/>
          <p:nvPr/>
        </p:nvSpPr>
        <p:spPr>
          <a:xfrm>
            <a:off x="191345" y="2627440"/>
            <a:ext cx="18724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0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24 hour time?</a:t>
            </a:r>
            <a:endParaRPr lang="en-AU" sz="20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1EE6C4-B3F6-4EAE-92CD-66D57340A6CA}"/>
              </a:ext>
            </a:extLst>
          </p:cNvPr>
          <p:cNvSpPr txBox="1"/>
          <p:nvPr/>
        </p:nvSpPr>
        <p:spPr>
          <a:xfrm>
            <a:off x="2151983" y="2627441"/>
            <a:ext cx="7617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24 hour time  shows the number of hours and minutes after midnight.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B52CB4F-83BA-4537-AEAC-5700CBEB2308}"/>
                  </a:ext>
                </a:extLst>
              </p:cNvPr>
              <p:cNvSpPr/>
              <p:nvPr/>
            </p:nvSpPr>
            <p:spPr>
              <a:xfrm>
                <a:off x="2151983" y="3537432"/>
                <a:ext cx="7148572" cy="13542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GB" sz="2400" b="1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Example: </a:t>
                </a:r>
              </a:p>
              <a:p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4:30 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𝑝𝑚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 1200 + 0430 = 1630 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h𝑜𝑢𝑟𝑠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</m:oMath>
                </a14:m>
                <a:endParaRPr lang="en-GB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Since the time is pm, add 12 hours to 0430 hours.</a:t>
                </a:r>
              </a:p>
            </p:txBody>
          </p:sp>
        </mc:Choice>
        <mc:Fallback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B52CB4F-83BA-4537-AEAC-5700CBEB2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983" y="3537432"/>
                <a:ext cx="7148572" cy="1354217"/>
              </a:xfrm>
              <a:prstGeom prst="rect">
                <a:avLst/>
              </a:prstGeom>
              <a:blipFill>
                <a:blip r:embed="rId3"/>
                <a:stretch>
                  <a:fillRect l="-1279" t="-3604" b="-94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B950EDE4-1E9E-447E-84A3-6407E62C459C}"/>
                  </a:ext>
                </a:extLst>
              </p:cNvPr>
              <p:cNvSpPr/>
              <p:nvPr/>
            </p:nvSpPr>
            <p:spPr>
              <a:xfrm>
                <a:off x="2169840" y="4897535"/>
                <a:ext cx="714857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7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:00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𝑚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=0700 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h𝑜𝑢𝑟𝑠</m:t>
                    </m:r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B950EDE4-1E9E-447E-84A3-6407E62C45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9840" y="4897535"/>
                <a:ext cx="7148572" cy="461665"/>
              </a:xfrm>
              <a:prstGeom prst="rect">
                <a:avLst/>
              </a:prstGeom>
              <a:blipFill>
                <a:blip r:embed="rId4"/>
                <a:stretch>
                  <a:fillRect l="-1364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A1F49DB-E8B2-4EEC-846F-105037EB7325}"/>
                  </a:ext>
                </a:extLst>
              </p:cNvPr>
              <p:cNvSpPr/>
              <p:nvPr/>
            </p:nvSpPr>
            <p:spPr>
              <a:xfrm>
                <a:off x="2169839" y="5451754"/>
                <a:ext cx="844145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1945</m:t>
                    </m:r>
                    <m:r>
                      <a:rPr lang="en-GB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1945−1200=7:45 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𝑝𝑚</m:t>
                    </m:r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Since the time is after 1200 (noon) hours, subtract 12 hours</a:t>
                </a:r>
              </a:p>
            </p:txBody>
          </p:sp>
        </mc:Choice>
        <mc:Fallback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A1F49DB-E8B2-4EEC-846F-105037EB73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9839" y="5451754"/>
                <a:ext cx="8441453" cy="830997"/>
              </a:xfrm>
              <a:prstGeom prst="rect">
                <a:avLst/>
              </a:prstGeom>
              <a:blipFill>
                <a:blip r:embed="rId5"/>
                <a:stretch>
                  <a:fillRect l="-1155" t="-5839" b="-153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303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56C4DE-639B-4D08-A6C4-80C538BC4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Task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621A5C-433E-4D7B-9240-161CA2308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76" y="682956"/>
            <a:ext cx="10917644" cy="3220705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406507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348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CD7D9D-4CFC-46C0-B763-9EC5331A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Task(LHS)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4BC696A-6024-4893-8E5B-0C4E3A68B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098" y="555019"/>
            <a:ext cx="8063732" cy="60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606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115</TotalTime>
  <Words>353</Words>
  <Application>Microsoft Office PowerPoint</Application>
  <PresentationFormat>Widescreen</PresentationFormat>
  <Paragraphs>39</Paragraphs>
  <Slides>7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Cambria Math</vt:lpstr>
      <vt:lpstr>Tw Cen MT</vt:lpstr>
      <vt:lpstr>Tw Cen MT Condensed</vt:lpstr>
      <vt:lpstr>Wingdings 3</vt:lpstr>
      <vt:lpstr>Integral</vt:lpstr>
      <vt:lpstr>Topic: Time EQ: How Do I Convert Between 12 and 24 Hour Time?</vt:lpstr>
      <vt:lpstr>Five Questions</vt:lpstr>
      <vt:lpstr>12 hour vs 24 hour time</vt:lpstr>
      <vt:lpstr>PowerPoint Presentation</vt:lpstr>
      <vt:lpstr>PowerPoint Presentation</vt:lpstr>
      <vt:lpstr>Task</vt:lpstr>
      <vt:lpstr>Task(LHS)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Time EQ: How do I convert between Hours, Minutes, and Seconds? </dc:title>
  <dc:creator>PARLEVLIET Magdeline [Baldivis Secondary College]</dc:creator>
  <cp:lastModifiedBy>Magdeline</cp:lastModifiedBy>
  <cp:revision>5</cp:revision>
  <dcterms:created xsi:type="dcterms:W3CDTF">2021-09-13T16:02:36Z</dcterms:created>
  <dcterms:modified xsi:type="dcterms:W3CDTF">2021-09-19T08:27:31Z</dcterms:modified>
</cp:coreProperties>
</file>