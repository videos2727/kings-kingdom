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9"/>
  </p:notesMasterIdLst>
  <p:sldIdLst>
    <p:sldId id="266" r:id="rId2"/>
    <p:sldId id="301" r:id="rId3"/>
    <p:sldId id="289" r:id="rId4"/>
    <p:sldId id="304" r:id="rId5"/>
    <p:sldId id="306" r:id="rId6"/>
    <p:sldId id="305" r:id="rId7"/>
    <p:sldId id="307" r:id="rId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67753" autoAdjust="0"/>
  </p:normalViewPr>
  <p:slideViewPr>
    <p:cSldViewPr snapToGrid="0" snapToObjects="1">
      <p:cViewPr varScale="1">
        <p:scale>
          <a:sx n="81" d="100"/>
          <a:sy n="81" d="100"/>
        </p:scale>
        <p:origin x="17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18/07/2021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6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1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89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14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83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75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11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52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82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095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45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6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63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BC23BB-2070-D146-BD10-A01B23AF686B}" type="datetimeFigureOut">
              <a:rPr lang="en-AU" smtClean="0"/>
              <a:t>18/07/2021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1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www.youtube.com/watch?v=G5KPNYcHCNg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Electricity</a:t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How do I compare Energy used by Appliances? 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Mrs Parlevliet</a:t>
            </a:r>
          </a:p>
          <a:p>
            <a:r>
              <a:rPr lang="en-AU" sz="2000" dirty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0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FiVe</a:t>
            </a:r>
            <a:r>
              <a:rPr lang="en-AU" dirty="0"/>
              <a:t>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710048"/>
                <a:ext cx="11017452" cy="5011386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Round these lengths to the nearest kilometre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3.497 m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12.709 m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16.512 cm</a:t>
                </a:r>
              </a:p>
              <a:p>
                <a:pPr marL="630936" lvl="1" indent="-457200">
                  <a:buFont typeface="+mj-lt"/>
                  <a:buAutoNum type="alphaLcParenR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9.099 cm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change would you get from $80 if you purchased a t-shirt for $27.80 and a cap for $12.25?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6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×4.8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the Mathematical Thinking Process?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 travelled 500m in 5 min. What was my speed in m/sec and km/h?</a:t>
                </a: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710048"/>
                <a:ext cx="11017452" cy="5011386"/>
              </a:xfrm>
              <a:blipFill>
                <a:blip r:embed="rId2"/>
                <a:stretch>
                  <a:fillRect l="-1605" t="-21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95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667259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compare energy used by appliances?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74626" y="1340506"/>
            <a:ext cx="2166798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999" dirty="0">
                <a:latin typeface="Calibri" panose="020F0502020204030204" pitchFamily="34" charset="0"/>
                <a:cs typeface="Calibri" panose="020F0502020204030204" pitchFamily="34" charset="0"/>
              </a:rPr>
              <a:t>What is the Mathematical Thinking Process?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98AF6-C845-4C3F-804D-986DB17E48F9}"/>
              </a:ext>
            </a:extLst>
          </p:cNvPr>
          <p:cNvSpPr txBox="1"/>
          <p:nvPr/>
        </p:nvSpPr>
        <p:spPr>
          <a:xfrm>
            <a:off x="2509374" y="1256093"/>
            <a:ext cx="904474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Mathematical Thinking Process is made up of the following steps: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Interpreting the Task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Identify the mathematics involved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Analyse the information and data involved which may require you to research and find the information needed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Apply mathematical knowledge and strategies to calculate values to arrive at the answer or answers to the problem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Verify the reasonableness of your answer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Communicate these findings in a suitable format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95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667259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compare energy used by appliances?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40711" y="616568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11810-0291-4156-AC24-48026661DB1E}"/>
              </a:ext>
            </a:extLst>
          </p:cNvPr>
          <p:cNvSpPr txBox="1"/>
          <p:nvPr/>
        </p:nvSpPr>
        <p:spPr>
          <a:xfrm>
            <a:off x="2341564" y="1396458"/>
            <a:ext cx="956646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Most appliances in Australian that consume large amounts of energy are required to carry an energy rating label. This label provides a simple star system for comparing the energy efficiency of the appliance to other similar products, and also gives the expected energy consumption per year.</a:t>
            </a:r>
          </a:p>
        </p:txBody>
      </p:sp>
    </p:spTree>
    <p:extLst>
      <p:ext uri="{BB962C8B-B14F-4D97-AF65-F5344CB8AC3E}">
        <p14:creationId xmlns:p14="http://schemas.microsoft.com/office/powerpoint/2010/main" val="412933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6942-5857-4CD4-95A2-0A70C3FF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903" y="0"/>
            <a:ext cx="9720072" cy="902525"/>
          </a:xfrm>
        </p:spPr>
        <p:txBody>
          <a:bodyPr/>
          <a:lstStyle/>
          <a:p>
            <a:r>
              <a:rPr lang="en-AU" dirty="0"/>
              <a:t>Energy Rating Level</a:t>
            </a:r>
          </a:p>
        </p:txBody>
      </p:sp>
      <p:pic>
        <p:nvPicPr>
          <p:cNvPr id="4" name="Star Rating Video">
            <a:hlinkClick r:id="" action="ppaction://media"/>
            <a:extLst>
              <a:ext uri="{FF2B5EF4-FFF2-40B4-BE49-F238E27FC236}">
                <a16:creationId xmlns:a16="http://schemas.microsoft.com/office/drawing/2014/main" id="{C98CECFF-359B-4E41-A0F8-CF4A4E89C8E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2535" y="805620"/>
            <a:ext cx="9720072" cy="54674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96759C-EF9B-494C-BB75-645F27FB5E9C}"/>
              </a:ext>
            </a:extLst>
          </p:cNvPr>
          <p:cNvSpPr txBox="1"/>
          <p:nvPr/>
        </p:nvSpPr>
        <p:spPr>
          <a:xfrm>
            <a:off x="5646079" y="202755"/>
            <a:ext cx="571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https://www.youtube.com/watch?v=G5KPNYcHCNg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7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45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95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667259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How do I compare energy used by appliances?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40711" y="616568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872DB1-9DFF-4E79-AB7B-CA247E74DF06}"/>
              </a:ext>
            </a:extLst>
          </p:cNvPr>
          <p:cNvSpPr txBox="1"/>
          <p:nvPr/>
        </p:nvSpPr>
        <p:spPr>
          <a:xfrm>
            <a:off x="2341564" y="1396458"/>
            <a:ext cx="956646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Calculating Cost of Electricity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DFBCB-D41C-40C5-B1C4-A8ECA0F65076}"/>
              </a:ext>
            </a:extLst>
          </p:cNvPr>
          <p:cNvSpPr txBox="1"/>
          <p:nvPr/>
        </p:nvSpPr>
        <p:spPr>
          <a:xfrm>
            <a:off x="2341564" y="1964575"/>
            <a:ext cx="956646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Multiply the total amount of energy in kWh by the energy tariff which is the cost that is charged by the electricity provider.</a:t>
            </a:r>
          </a:p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In Western Australia for 2021 is 28.8719 cents per kWh.</a:t>
            </a:r>
          </a:p>
        </p:txBody>
      </p:sp>
    </p:spTree>
    <p:extLst>
      <p:ext uri="{BB962C8B-B14F-4D97-AF65-F5344CB8AC3E}">
        <p14:creationId xmlns:p14="http://schemas.microsoft.com/office/powerpoint/2010/main" val="289106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2481-6499-4C1C-8540-861F3FCF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Task, (p. 79 of text)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AC24A-4E9E-4E6B-B086-C453F23B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34738"/>
            <a:ext cx="9972423" cy="1098467"/>
          </a:xfrm>
        </p:spPr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Your task is to determine which of the following fridges is the best deal over an 8 year period. You need to prepare your answer using the Mathematical Thinking Process. The fridges are approximately the same size.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B28824F6-D8CD-45B7-AD33-3C6DFC7E47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4590406"/>
                  </p:ext>
                </p:extLst>
              </p:nvPr>
            </p:nvGraphicFramePr>
            <p:xfrm>
              <a:off x="831274" y="2752463"/>
              <a:ext cx="11055925" cy="38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6295">
                      <a:extLst>
                        <a:ext uri="{9D8B030D-6E8A-4147-A177-3AD203B41FA5}">
                          <a16:colId xmlns:a16="http://schemas.microsoft.com/office/drawing/2014/main" val="1538661424"/>
                        </a:ext>
                      </a:extLst>
                    </a:gridCol>
                    <a:gridCol w="1175657">
                      <a:extLst>
                        <a:ext uri="{9D8B030D-6E8A-4147-A177-3AD203B41FA5}">
                          <a16:colId xmlns:a16="http://schemas.microsoft.com/office/drawing/2014/main" val="293826605"/>
                        </a:ext>
                      </a:extLst>
                    </a:gridCol>
                    <a:gridCol w="1698171">
                      <a:extLst>
                        <a:ext uri="{9D8B030D-6E8A-4147-A177-3AD203B41FA5}">
                          <a16:colId xmlns:a16="http://schemas.microsoft.com/office/drawing/2014/main" val="926642463"/>
                        </a:ext>
                      </a:extLst>
                    </a:gridCol>
                    <a:gridCol w="1999306">
                      <a:extLst>
                        <a:ext uri="{9D8B030D-6E8A-4147-A177-3AD203B41FA5}">
                          <a16:colId xmlns:a16="http://schemas.microsoft.com/office/drawing/2014/main" val="2185349267"/>
                        </a:ext>
                      </a:extLst>
                    </a:gridCol>
                    <a:gridCol w="4496496">
                      <a:extLst>
                        <a:ext uri="{9D8B030D-6E8A-4147-A177-3AD203B41FA5}">
                          <a16:colId xmlns:a16="http://schemas.microsoft.com/office/drawing/2014/main" val="3804650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Fridge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Purchase </a:t>
                          </a:r>
                        </a:p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Price 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Energy Consumption per year (kWh)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Annual Cost</a:t>
                          </a:r>
                        </a:p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(kWh</a:t>
                          </a:r>
                          <a14:m>
                            <m:oMath xmlns:m="http://schemas.openxmlformats.org/officeDocument/2006/math"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0.288719)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Total Cost after 8 years (Purchase Price + Total Cost of Powering Fridge for 8 years)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533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Westinghouse 528L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1339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02193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Hisense 514L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316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Kelvinator 528L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1199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30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Fisher and Paykel 519L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1599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56026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B28824F6-D8CD-45B7-AD33-3C6DFC7E47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4590406"/>
                  </p:ext>
                </p:extLst>
              </p:nvPr>
            </p:nvGraphicFramePr>
            <p:xfrm>
              <a:off x="831274" y="2752463"/>
              <a:ext cx="11055925" cy="38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6295">
                      <a:extLst>
                        <a:ext uri="{9D8B030D-6E8A-4147-A177-3AD203B41FA5}">
                          <a16:colId xmlns:a16="http://schemas.microsoft.com/office/drawing/2014/main" val="1538661424"/>
                        </a:ext>
                      </a:extLst>
                    </a:gridCol>
                    <a:gridCol w="1175657">
                      <a:extLst>
                        <a:ext uri="{9D8B030D-6E8A-4147-A177-3AD203B41FA5}">
                          <a16:colId xmlns:a16="http://schemas.microsoft.com/office/drawing/2014/main" val="293826605"/>
                        </a:ext>
                      </a:extLst>
                    </a:gridCol>
                    <a:gridCol w="1698171">
                      <a:extLst>
                        <a:ext uri="{9D8B030D-6E8A-4147-A177-3AD203B41FA5}">
                          <a16:colId xmlns:a16="http://schemas.microsoft.com/office/drawing/2014/main" val="926642463"/>
                        </a:ext>
                      </a:extLst>
                    </a:gridCol>
                    <a:gridCol w="1999306">
                      <a:extLst>
                        <a:ext uri="{9D8B030D-6E8A-4147-A177-3AD203B41FA5}">
                          <a16:colId xmlns:a16="http://schemas.microsoft.com/office/drawing/2014/main" val="2185349267"/>
                        </a:ext>
                      </a:extLst>
                    </a:gridCol>
                    <a:gridCol w="4496496">
                      <a:extLst>
                        <a:ext uri="{9D8B030D-6E8A-4147-A177-3AD203B41FA5}">
                          <a16:colId xmlns:a16="http://schemas.microsoft.com/office/drawing/2014/main" val="380465082"/>
                        </a:ext>
                      </a:extLst>
                    </a:gridCol>
                  </a:tblGrid>
                  <a:tr h="1310640"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Fridge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Purchase </a:t>
                          </a:r>
                        </a:p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Price 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Energy Consumption per year (kWh)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8354" t="-2326" r="-226524" b="-199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Total Cost after 8 years (Purchase Price + Total Cost of Powering Fridge for 8 years)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5337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Westinghouse 528L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1339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021932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Hisense 514L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31614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Kelvinator 528L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1199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3043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Fisher and Paykel 519L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1599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0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AU" sz="20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sz="20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56026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81933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3090</TotalTime>
  <Words>451</Words>
  <Application>Microsoft Office PowerPoint</Application>
  <PresentationFormat>Widescreen</PresentationFormat>
  <Paragraphs>73</Paragraphs>
  <Slides>7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Cambria Math</vt:lpstr>
      <vt:lpstr>Tw Cen MT</vt:lpstr>
      <vt:lpstr>Tw Cen MT Condensed</vt:lpstr>
      <vt:lpstr>Wingdings 3</vt:lpstr>
      <vt:lpstr>Integral</vt:lpstr>
      <vt:lpstr>Topic: Electricity EQ: How do I compare Energy used by Appliances? </vt:lpstr>
      <vt:lpstr>FiVe Questions</vt:lpstr>
      <vt:lpstr>PowerPoint Presentation</vt:lpstr>
      <vt:lpstr>PowerPoint Presentation</vt:lpstr>
      <vt:lpstr>Energy Rating Level</vt:lpstr>
      <vt:lpstr>PowerPoint Presentation</vt:lpstr>
      <vt:lpstr>Task, (p. 79 of text)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PARLEVLIET Magdeline [Baldivis Secondary College]</cp:lastModifiedBy>
  <cp:revision>85</cp:revision>
  <cp:lastPrinted>2018-05-03T00:24:35Z</cp:lastPrinted>
  <dcterms:created xsi:type="dcterms:W3CDTF">2018-02-13T05:48:53Z</dcterms:created>
  <dcterms:modified xsi:type="dcterms:W3CDTF">2021-07-18T16:05:10Z</dcterms:modified>
</cp:coreProperties>
</file>