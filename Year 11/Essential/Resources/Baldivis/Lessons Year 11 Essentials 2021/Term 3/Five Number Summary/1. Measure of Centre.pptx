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62" r:id="rId3"/>
    <p:sldId id="266" r:id="rId4"/>
    <p:sldId id="267" r:id="rId5"/>
    <p:sldId id="268" r:id="rId6"/>
    <p:sldId id="269" r:id="rId7"/>
    <p:sldId id="263" r:id="rId8"/>
    <p:sldId id="265" r:id="rId9"/>
    <p:sldId id="272" r:id="rId10"/>
    <p:sldId id="271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12/8/21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9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0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64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19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667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66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343C-FE9C-4701-B080-BF55EBBD0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F10D5-DFE7-4F79-A01A-1C00A9D79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50E2-756E-46AB-8F8C-BAAD0774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4FF0D-CD01-49B3-9852-640306F9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A484C-8CA6-47A2-9732-3373D409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91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B7E1-8BD0-464B-8BED-150B3DBD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0060-BD0C-47E1-A56E-EA4A77B3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C82B-F444-4E7F-9579-162112EC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66B91-71BF-409C-9413-B3ED22DF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E718-97A7-4BC5-A767-3F6D3CD3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25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9794-3E5C-457F-8026-78FC5FFC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E0807-2DEC-4DB9-9D6A-D4085FD2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788DA-7BBF-486D-BFA0-143B4863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CF3E-9B7C-4FF0-A6C1-D6D9C052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F59B5-1FD1-4879-865E-0948EE6A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07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E037-6A31-482A-8839-9F21BE9C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3BA6-90EE-4D17-8B28-3C7650E48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077F9-6EB2-4271-8C12-20DD37D69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0B7E2-68BB-413B-B5EA-F637BE5B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8EDCB-6601-46A4-A49D-4C5AAB9B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A7A7B-7F70-4643-85AD-B1C5B57C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31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782D-D712-4307-9797-16882DE2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54729-127E-4DD5-BC3C-13249828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58FA3-AE40-4623-93B5-E6A37B5B9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20185-B742-44F9-AB9A-D50C34FC8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AD804-B293-4A2A-AF62-670363F6A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5C22A-A86A-4DF5-AEA0-6BB1EE18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21F03-FE74-42FF-96F7-6ED01B02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C02E7-468C-45D0-B62F-3CAB09B6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08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34BA-5DE1-4FCE-92B0-FFD3BF3C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46CC4-71B0-4660-BBE8-CA0A250D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6E9E6-8F12-45CD-90DF-AEAEA4FB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3E9A3-F8B4-4203-93F7-5B2DB4A8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86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12B8A-6C3F-4C13-B62C-4839F4F8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F4F3-7B2E-4B94-86CD-551AC37C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CA1CD-212D-4C0E-891A-DECE3319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79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A305-9C63-4023-8932-DAF1F3D9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348AB-9859-4969-81AF-0CD1A0125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89562-6F3D-467B-98BA-F2043B6B3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F9191-CD5A-43C9-AAAA-E6C91865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91BEC-EAB4-43D7-98DF-95F4F38E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7202C-C68E-43BD-AD8D-82CC0E65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074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F9B3-A8DC-4716-A8A3-7FF24792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ADAAC-6A1B-4222-A12F-5C86B9322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FDCE3-32E2-4A26-BA2B-DF39F8945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17571-9F8C-4064-9601-6F293686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0BB57-0C40-487B-AA8E-EE50A79A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D19F9-CEC3-4A98-8477-0F8FBBC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05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22B8-3BCE-4185-8938-9246FAF2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01738-5FCB-4FCD-9157-2779752D7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3392-9B80-49DD-AD7B-2CDF47CF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6EE29-B46E-41B0-9F91-4025ACB4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B86A-3047-45E3-8900-0D102C19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06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FBC7A-8B24-40D9-9EBA-72C9BC7BD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F3AD6-197E-436A-97D2-75A3DF918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D49B-FDAF-45C1-9CB0-5AF3DA47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CCEEC-888D-4D6B-AF6E-EEE8F610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3639-99DC-4A5B-A75F-26CC8DD4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6449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64470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302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5D9A7-30E0-4C9D-A8E4-369583F7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6D1-3615-4F2B-88B5-051C13BB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7F47C-C723-4B95-B367-A2AF1946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12/8/21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D9203-6DE7-4316-BA69-CC066AE27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C321-C458-481B-931C-6DFCFF3C2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7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>
            <a:extLst>
              <a:ext uri="{FF2B5EF4-FFF2-40B4-BE49-F238E27FC236}">
                <a16:creationId xmlns:a16="http://schemas.microsoft.com/office/drawing/2014/main" id="{43C837E1-D995-47E9-96B9-24C5BB6446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1" b="36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D79FD-1773-214D-9C8A-2F94470D6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AU" sz="4000" b="1" dirty="0">
                <a:latin typeface="Fragment Core" panose="02000504040000020003" pitchFamily="50" charset="0"/>
              </a:rPr>
              <a:t>Measuring the Centre of Data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CDFC3-86C5-9D45-9976-036F85CB0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r>
              <a:rPr lang="en-US" sz="2000" dirty="0"/>
              <a:t>Year 11 Essentials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we better describe the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74750"/>
            <a:ext cx="9544926" cy="304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Sometimes its easier to compare and describe data sets if we can measure the centre of the data.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There are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three statistics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that are used to measure the centre of the data set: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Mode – Most Common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Mean – The Average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– The Middle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Mode?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74750"/>
            <a:ext cx="9544926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For discrete numerical data, the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mode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is the most frequently occurring value in the data set.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If a data set has two values which occurs frequently we say the data is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bimodal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For continuous numerical data, we cannot talk about a mode in this way because no two data values will be exactly equal. Instead use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modal class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, which is the class or group that occurs the most frequently.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CEF07CB-AC51-4FC5-B595-9FDC5F431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154" y="3138413"/>
            <a:ext cx="3077159" cy="204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0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Mean?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9C5E1B9-15C0-4241-80A5-2AEB0118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37" y="1493244"/>
            <a:ext cx="10209777" cy="18061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E65269-515F-4035-A236-32B82C80C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208" y="3585692"/>
            <a:ext cx="4944646" cy="297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4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E18B10-35DC-4162-9897-1D0E23064AB1}"/>
              </a:ext>
            </a:extLst>
          </p:cNvPr>
          <p:cNvSpPr txBox="1"/>
          <p:nvPr/>
        </p:nvSpPr>
        <p:spPr>
          <a:xfrm>
            <a:off x="0" y="155661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Median?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2A310-97D5-4A88-A553-D8EDC95A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131" y="1485640"/>
            <a:ext cx="8518749" cy="840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792AE-B9BA-4C04-A2D2-FB05EDBBF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18" y="2659569"/>
            <a:ext cx="10742019" cy="1169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C14FD2-40F8-40C2-AE96-83F91D517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18" y="4146445"/>
            <a:ext cx="10742020" cy="126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B1D29-E9E2-44EF-8D37-D47C0A0E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330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8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957731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BE4BE-3636-4AF8-9A5A-D6F9B06D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930"/>
            <a:ext cx="12192000" cy="48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D4AEE3-BE9B-4E75-91A2-8A8EB94FB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24" y="1983821"/>
            <a:ext cx="8786293" cy="243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8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375BA2-F0AA-4EC0-BB62-4FDB1BC9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246"/>
            <a:ext cx="12192000" cy="644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9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C3AC35-DBD8-421C-A19F-8834F21FC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63" y="2626598"/>
            <a:ext cx="7346626" cy="10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6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242</Words>
  <Application>Microsoft Macintosh PowerPoint</Application>
  <PresentationFormat>Widescreen</PresentationFormat>
  <Paragraphs>50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Fragment Core</vt:lpstr>
      <vt:lpstr>Office Theme</vt:lpstr>
      <vt:lpstr>Measuring the Centre of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POWER Travis [Baldivis Secondary College]</cp:lastModifiedBy>
  <cp:revision>12</cp:revision>
  <dcterms:created xsi:type="dcterms:W3CDTF">2018-06-26T04:43:42Z</dcterms:created>
  <dcterms:modified xsi:type="dcterms:W3CDTF">2021-08-12T01:10:58Z</dcterms:modified>
</cp:coreProperties>
</file>