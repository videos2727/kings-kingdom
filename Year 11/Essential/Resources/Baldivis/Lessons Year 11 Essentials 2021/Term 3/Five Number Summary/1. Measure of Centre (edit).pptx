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4" r:id="rId2"/>
    <p:sldId id="262" r:id="rId3"/>
    <p:sldId id="275" r:id="rId4"/>
    <p:sldId id="263" r:id="rId5"/>
    <p:sldId id="276" r:id="rId6"/>
    <p:sldId id="265" r:id="rId7"/>
    <p:sldId id="272" r:id="rId8"/>
    <p:sldId id="271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2" autoAdjust="0"/>
    <p:restoredTop sz="94660"/>
  </p:normalViewPr>
  <p:slideViewPr>
    <p:cSldViewPr snapToGrid="0">
      <p:cViewPr>
        <p:scale>
          <a:sx n="50" d="100"/>
          <a:sy n="50" d="100"/>
        </p:scale>
        <p:origin x="402" y="1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DA2A1-85B7-466A-B747-7004763E0129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D62B-E197-44CC-A11E-5AE0BF567D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30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9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60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667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789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66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343C-FE9C-4701-B080-BF55EBBD0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F10D5-DFE7-4F79-A01A-1C00A9D79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550E2-756E-46AB-8F8C-BAAD0774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4FF0D-CD01-49B3-9852-640306F9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A484C-8CA6-47A2-9732-3373D409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791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B7E1-8BD0-464B-8BED-150B3DBD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20060-BD0C-47E1-A56E-EA4A77B39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C82B-F444-4E7F-9579-162112EC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66B91-71BF-409C-9413-B3ED22DF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E718-97A7-4BC5-A767-3F6D3CD3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25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9794-3E5C-457F-8026-78FC5FFC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E0807-2DEC-4DB9-9D6A-D4085FD2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788DA-7BBF-486D-BFA0-143B4863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CF3E-9B7C-4FF0-A6C1-D6D9C052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F59B5-1FD1-4879-865E-0948EE6A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07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E037-6A31-482A-8839-9F21BE9C8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3BA6-90EE-4D17-8B28-3C7650E48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077F9-6EB2-4271-8C12-20DD37D69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0B7E2-68BB-413B-B5EA-F637BE5B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8EDCB-6601-46A4-A49D-4C5AAB9B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A7A7B-7F70-4643-85AD-B1C5B57C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31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782D-D712-4307-9797-16882DE2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54729-127E-4DD5-BC3C-13249828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58FA3-AE40-4623-93B5-E6A37B5B9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20185-B742-44F9-AB9A-D50C34FC8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AD804-B293-4A2A-AF62-670363F6A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5C22A-A86A-4DF5-AEA0-6BB1EE18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221F03-FE74-42FF-96F7-6ED01B02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C02E7-468C-45D0-B62F-3CAB09B6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08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34BA-5DE1-4FCE-92B0-FFD3BF3C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46CC4-71B0-4660-BBE8-CA0A250D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6E9E6-8F12-45CD-90DF-AEAEA4FB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3E9A3-F8B4-4203-93F7-5B2DB4A8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86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12B8A-6C3F-4C13-B62C-4839F4F8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BF4F3-7B2E-4B94-86CD-551AC37C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CA1CD-212D-4C0E-891A-DECE3319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79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A305-9C63-4023-8932-DAF1F3D9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348AB-9859-4969-81AF-0CD1A0125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89562-6F3D-467B-98BA-F2043B6B3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F9191-CD5A-43C9-AAAA-E6C91865D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91BEC-EAB4-43D7-98DF-95F4F38E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7202C-C68E-43BD-AD8D-82CC0E65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074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F9B3-A8DC-4716-A8A3-7FF24792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AADAAC-6A1B-4222-A12F-5C86B9322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FDCE3-32E2-4A26-BA2B-DF39F8945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17571-9F8C-4064-9601-6F293686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0BB57-0C40-487B-AA8E-EE50A79A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D19F9-CEC3-4A98-8477-0F8FBBCC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05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22B8-3BCE-4185-8938-9246FAF2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01738-5FCB-4FCD-9157-2779752D7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3392-9B80-49DD-AD7B-2CDF47CF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6EE29-B46E-41B0-9F91-4025ACB4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B86A-3047-45E3-8900-0D102C196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06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FBC7A-8B24-40D9-9EBA-72C9BC7BD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F3AD6-197E-436A-97D2-75A3DF918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D49B-FDAF-45C1-9CB0-5AF3DA47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CCEEC-888D-4D6B-AF6E-EEE8F610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3639-99DC-4A5B-A75F-26CC8DD4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6449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64470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302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5D9A7-30E0-4C9D-A8E4-369583F7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26D1-3615-4F2B-88B5-051C13BBD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7F47C-C723-4B95-B367-A2AF19460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BE5FB-98C5-43B5-A309-0E6EA2A7E251}" type="datetimeFigureOut">
              <a:rPr lang="en-AU" smtClean="0"/>
              <a:t>21/08/2021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D9203-6DE7-4316-BA69-CC066AE27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FC321-C458-481B-931C-6DFCFF3C2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77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>
            <a:extLst>
              <a:ext uri="{FF2B5EF4-FFF2-40B4-BE49-F238E27FC236}">
                <a16:creationId xmlns:a16="http://schemas.microsoft.com/office/drawing/2014/main" id="{43C837E1-D995-47E9-96B9-24C5BB6446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11" b="36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D79FD-1773-214D-9C8A-2F94470D6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AU" sz="4000" b="1" dirty="0">
                <a:latin typeface="Fragment Core" panose="02000504040000020003" pitchFamily="50" charset="0"/>
              </a:rPr>
              <a:t>Measuring the Centre of Data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CDFC3-86C5-9D45-9976-036F85CB0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r>
              <a:rPr lang="en-US" sz="2000" dirty="0"/>
              <a:t>Year 11 Essentials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we better describe the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74750"/>
            <a:ext cx="9544926" cy="304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There are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three statistics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 that are used to measure the centre of the data set: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Mode – Most Common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Mean – The Average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Median – The Middle</a:t>
            </a:r>
          </a:p>
          <a:p>
            <a:pPr marL="914400" lvl="1" indent="-457200" defTabSz="914126">
              <a:buFont typeface="+mj-lt"/>
              <a:buAutoNum type="arabicPeriod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lvl="1" defTabSz="914126"/>
            <a:r>
              <a:rPr lang="en-AU" sz="2399" dirty="0">
                <a:solidFill>
                  <a:prstClr val="black"/>
                </a:solidFill>
              </a:rPr>
              <a:t>The </a:t>
            </a:r>
            <a:r>
              <a:rPr lang="en-AU" sz="2399" b="1" dirty="0">
                <a:solidFill>
                  <a:prstClr val="black"/>
                </a:solidFill>
              </a:rPr>
              <a:t>mode</a:t>
            </a:r>
            <a:r>
              <a:rPr lang="en-AU" sz="2399" dirty="0">
                <a:solidFill>
                  <a:prstClr val="black"/>
                </a:solidFill>
              </a:rPr>
              <a:t> is the most frequently occurring value in the data set.</a:t>
            </a:r>
          </a:p>
          <a:p>
            <a:pPr lvl="1"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33071F-851E-426D-80FA-89918C52BDF0}"/>
              </a:ext>
            </a:extLst>
          </p:cNvPr>
          <p:cNvSpPr txBox="1"/>
          <p:nvPr/>
        </p:nvSpPr>
        <p:spPr>
          <a:xfrm>
            <a:off x="0" y="3555116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Mode?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49D50B-A933-4E48-B407-58FCEF1CF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470" y="2265030"/>
            <a:ext cx="2233349" cy="14851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B463AD-3C83-4B6E-B036-A570B3CD6458}"/>
              </a:ext>
            </a:extLst>
          </p:cNvPr>
          <p:cNvSpPr txBox="1"/>
          <p:nvPr/>
        </p:nvSpPr>
        <p:spPr>
          <a:xfrm>
            <a:off x="-61377" y="4549497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Mean?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3D01B7-2D0C-4617-A432-1C9158CF3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864" y="4462435"/>
            <a:ext cx="6200675" cy="10969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C09762-2425-42FA-827F-5DFAF5E6718E}"/>
              </a:ext>
            </a:extLst>
          </p:cNvPr>
          <p:cNvSpPr txBox="1"/>
          <p:nvPr/>
        </p:nvSpPr>
        <p:spPr>
          <a:xfrm>
            <a:off x="0" y="5585814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Median?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7C86D7-FDD4-4159-896F-B2649A03C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1864" y="5811035"/>
            <a:ext cx="7015711" cy="69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74750"/>
            <a:ext cx="9544926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Use the following data set to demonstrate.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		1, 3, 3, 6, 7, 8, 9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Mean = 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Median = 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Mode = 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		1, 2, 3, 4, 5, 6, 8, 9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Mean = 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Median = </a:t>
            </a:r>
          </a:p>
          <a:p>
            <a:pPr defTabSz="914126"/>
            <a:r>
              <a:rPr lang="en-AU" sz="2399" dirty="0">
                <a:solidFill>
                  <a:prstClr val="black"/>
                </a:solidFill>
              </a:rPr>
              <a:t>Mode = 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84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8DDD5E-7D89-4C40-82EE-51B5238646F3}"/>
              </a:ext>
            </a:extLst>
          </p:cNvPr>
          <p:cNvSpPr txBox="1">
            <a:spLocks/>
          </p:cNvSpPr>
          <p:nvPr/>
        </p:nvSpPr>
        <p:spPr>
          <a:xfrm>
            <a:off x="1024128" y="569086"/>
            <a:ext cx="10310622" cy="149961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 sz="4400" kern="1200">
                <a:solidFill>
                  <a:srgbClr val="C9E4B4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r>
              <a:rPr lang="en-AU" sz="4800" dirty="0">
                <a:solidFill>
                  <a:schemeClr val="tx1"/>
                </a:solidFill>
              </a:rPr>
              <a:t>Task – Complete Questions on Page 102</a:t>
            </a:r>
          </a:p>
        </p:txBody>
      </p:sp>
    </p:spTree>
    <p:extLst>
      <p:ext uri="{BB962C8B-B14F-4D97-AF65-F5344CB8AC3E}">
        <p14:creationId xmlns:p14="http://schemas.microsoft.com/office/powerpoint/2010/main" val="3200805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957731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Additional 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7BE4BE-3636-4AF8-9A5A-D6F9B06D5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1930"/>
            <a:ext cx="12192000" cy="48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D4AEE3-BE9B-4E75-91A2-8A8EB94FB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24" y="1983821"/>
            <a:ext cx="8786293" cy="243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8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375BA2-F0AA-4EC0-BB62-4FDB1BC9D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246"/>
            <a:ext cx="12192000" cy="644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98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C3AC35-DBD8-421C-A19F-8834F21FC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63" y="2626598"/>
            <a:ext cx="7346626" cy="107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61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177</Words>
  <Application>Microsoft Office PowerPoint</Application>
  <PresentationFormat>Widescreen</PresentationFormat>
  <Paragraphs>40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Fragment Core</vt:lpstr>
      <vt:lpstr>Office Theme</vt:lpstr>
      <vt:lpstr>Measuring the Centre of Data</vt:lpstr>
      <vt:lpstr>PowerPoint Presentation</vt:lpstr>
      <vt:lpstr>PowerPoint Presentation</vt:lpstr>
      <vt:lpstr>PowerPoint Presentation</vt:lpstr>
      <vt:lpstr>PowerPoint Presentation</vt:lpstr>
      <vt:lpstr>Additional task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Centre of Data</dc:title>
  <dc:creator>Nine LABUSCHAGNE</dc:creator>
  <cp:lastModifiedBy>Umberto Gargaro</cp:lastModifiedBy>
  <cp:revision>13</cp:revision>
  <dcterms:created xsi:type="dcterms:W3CDTF">2018-06-26T04:43:42Z</dcterms:created>
  <dcterms:modified xsi:type="dcterms:W3CDTF">2021-08-21T15:04:52Z</dcterms:modified>
</cp:coreProperties>
</file>