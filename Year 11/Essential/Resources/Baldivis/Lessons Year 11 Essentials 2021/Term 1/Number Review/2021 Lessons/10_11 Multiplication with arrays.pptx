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2"/>
  </p:notesMasterIdLst>
  <p:sldIdLst>
    <p:sldId id="256" r:id="rId2"/>
    <p:sldId id="257" r:id="rId3"/>
    <p:sldId id="311" r:id="rId4"/>
    <p:sldId id="324" r:id="rId5"/>
    <p:sldId id="336" r:id="rId6"/>
    <p:sldId id="335" r:id="rId7"/>
    <p:sldId id="337" r:id="rId8"/>
    <p:sldId id="339" r:id="rId9"/>
    <p:sldId id="338" r:id="rId10"/>
    <p:sldId id="32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A5937-ADAA-4287-94FF-0E690BA2A119}" v="9" dt="2021-02-13T15:09:40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4" autoAdjust="0"/>
    <p:restoredTop sz="75396" autoAdjust="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.watson@education.wa.edu.au" userId="0bb701940c9d40d5" providerId="LiveId" clId="{E81A5937-ADAA-4287-94FF-0E690BA2A119}"/>
    <pc:docChg chg="undo custSel addSld delSld modSld sldOrd">
      <pc:chgData name="justin.watson@education.wa.edu.au" userId="0bb701940c9d40d5" providerId="LiveId" clId="{E81A5937-ADAA-4287-94FF-0E690BA2A119}" dt="2021-02-14T00:34:56.679" v="933" actId="403"/>
      <pc:docMkLst>
        <pc:docMk/>
      </pc:docMkLst>
      <pc:sldChg chg="modSp mod">
        <pc:chgData name="justin.watson@education.wa.edu.au" userId="0bb701940c9d40d5" providerId="LiveId" clId="{E81A5937-ADAA-4287-94FF-0E690BA2A119}" dt="2021-02-13T15:05:02.645" v="167" actId="20577"/>
        <pc:sldMkLst>
          <pc:docMk/>
          <pc:sldMk cId="1669176996" sldId="256"/>
        </pc:sldMkLst>
        <pc:spChg chg="mod">
          <ac:chgData name="justin.watson@education.wa.edu.au" userId="0bb701940c9d40d5" providerId="LiveId" clId="{E81A5937-ADAA-4287-94FF-0E690BA2A119}" dt="2021-02-13T15:05:02.645" v="167" actId="20577"/>
          <ac:spMkLst>
            <pc:docMk/>
            <pc:sldMk cId="1669176996" sldId="256"/>
            <ac:spMk id="2" creationId="{11511B51-FD68-4F9A-AF72-D0BD0020458F}"/>
          </ac:spMkLst>
        </pc:spChg>
      </pc:sldChg>
      <pc:sldChg chg="delSp modSp add del mod">
        <pc:chgData name="justin.watson@education.wa.edu.au" userId="0bb701940c9d40d5" providerId="LiveId" clId="{E81A5937-ADAA-4287-94FF-0E690BA2A119}" dt="2021-02-13T15:11:03.018" v="330" actId="20577"/>
        <pc:sldMkLst>
          <pc:docMk/>
          <pc:sldMk cId="1717092601" sldId="312"/>
        </pc:sldMkLst>
        <pc:spChg chg="mod">
          <ac:chgData name="justin.watson@education.wa.edu.au" userId="0bb701940c9d40d5" providerId="LiveId" clId="{E81A5937-ADAA-4287-94FF-0E690BA2A119}" dt="2021-02-13T15:11:03.018" v="330" actId="20577"/>
          <ac:spMkLst>
            <pc:docMk/>
            <pc:sldMk cId="1717092601" sldId="312"/>
            <ac:spMk id="2" creationId="{7FE10D1C-C52F-4092-B107-E88E506EF141}"/>
          </ac:spMkLst>
        </pc:spChg>
        <pc:spChg chg="mod">
          <ac:chgData name="justin.watson@education.wa.edu.au" userId="0bb701940c9d40d5" providerId="LiveId" clId="{E81A5937-ADAA-4287-94FF-0E690BA2A119}" dt="2021-02-13T15:10:21.012" v="322" actId="20577"/>
          <ac:spMkLst>
            <pc:docMk/>
            <pc:sldMk cId="1717092601" sldId="312"/>
            <ac:spMk id="3" creationId="{D46BA030-F0A1-43A2-A797-43A1FF6BDAE7}"/>
          </ac:spMkLst>
        </pc:spChg>
        <pc:picChg chg="del">
          <ac:chgData name="justin.watson@education.wa.edu.au" userId="0bb701940c9d40d5" providerId="LiveId" clId="{E81A5937-ADAA-4287-94FF-0E690BA2A119}" dt="2021-02-13T15:07:48.090" v="174" actId="478"/>
          <ac:picMkLst>
            <pc:docMk/>
            <pc:sldMk cId="1717092601" sldId="312"/>
            <ac:picMk id="5" creationId="{7CDAF9F3-FFA8-4571-BF7E-9F52F04F64A9}"/>
          </ac:picMkLst>
        </pc:picChg>
      </pc:sldChg>
      <pc:sldChg chg="del">
        <pc:chgData name="justin.watson@education.wa.edu.au" userId="0bb701940c9d40d5" providerId="LiveId" clId="{E81A5937-ADAA-4287-94FF-0E690BA2A119}" dt="2021-02-14T00:25:56.238" v="742" actId="47"/>
        <pc:sldMkLst>
          <pc:docMk/>
          <pc:sldMk cId="3032103121" sldId="313"/>
        </pc:sldMkLst>
      </pc:sldChg>
      <pc:sldChg chg="del">
        <pc:chgData name="justin.watson@education.wa.edu.au" userId="0bb701940c9d40d5" providerId="LiveId" clId="{E81A5937-ADAA-4287-94FF-0E690BA2A119}" dt="2021-02-14T00:25:58.942" v="743" actId="47"/>
        <pc:sldMkLst>
          <pc:docMk/>
          <pc:sldMk cId="825816745" sldId="318"/>
        </pc:sldMkLst>
      </pc:sldChg>
      <pc:sldChg chg="addSp delSp modSp mod">
        <pc:chgData name="justin.watson@education.wa.edu.au" userId="0bb701940c9d40d5" providerId="LiveId" clId="{E81A5937-ADAA-4287-94FF-0E690BA2A119}" dt="2021-02-14T00:30:00.253" v="761" actId="14100"/>
        <pc:sldMkLst>
          <pc:docMk/>
          <pc:sldMk cId="1628318043" sldId="325"/>
        </pc:sldMkLst>
        <pc:spChg chg="mod">
          <ac:chgData name="justin.watson@education.wa.edu.au" userId="0bb701940c9d40d5" providerId="LiveId" clId="{E81A5937-ADAA-4287-94FF-0E690BA2A119}" dt="2021-02-14T00:29:48.804" v="758" actId="6549"/>
          <ac:spMkLst>
            <pc:docMk/>
            <pc:sldMk cId="1628318043" sldId="325"/>
            <ac:spMk id="2" creationId="{7FE10D1C-C52F-4092-B107-E88E506EF141}"/>
          </ac:spMkLst>
        </pc:spChg>
        <pc:spChg chg="del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3" creationId="{D46BA030-F0A1-43A2-A797-43A1FF6BDAE7}"/>
          </ac:spMkLst>
        </pc:spChg>
        <pc:spChg chg="add mod">
          <ac:chgData name="justin.watson@education.wa.edu.au" userId="0bb701940c9d40d5" providerId="LiveId" clId="{E81A5937-ADAA-4287-94FF-0E690BA2A119}" dt="2021-02-14T00:29:18.594" v="753" actId="478"/>
          <ac:spMkLst>
            <pc:docMk/>
            <pc:sldMk cId="1628318043" sldId="325"/>
            <ac:spMk id="5" creationId="{E947B9E2-CA76-4652-B6B9-B5704FD065E3}"/>
          </ac:spMkLst>
        </pc:spChg>
        <pc:picChg chg="add mod modCrop">
          <ac:chgData name="justin.watson@education.wa.edu.au" userId="0bb701940c9d40d5" providerId="LiveId" clId="{E81A5937-ADAA-4287-94FF-0E690BA2A119}" dt="2021-02-14T00:30:00.253" v="761" actId="14100"/>
          <ac:picMkLst>
            <pc:docMk/>
            <pc:sldMk cId="1628318043" sldId="325"/>
            <ac:picMk id="7" creationId="{EA54CD3B-68EE-4910-9CDB-4F38852F6B91}"/>
          </ac:picMkLst>
        </pc:picChg>
      </pc:sldChg>
      <pc:sldChg chg="del">
        <pc:chgData name="justin.watson@education.wa.edu.au" userId="0bb701940c9d40d5" providerId="LiveId" clId="{E81A5937-ADAA-4287-94FF-0E690BA2A119}" dt="2021-02-14T00:25:54.431" v="741" actId="47"/>
        <pc:sldMkLst>
          <pc:docMk/>
          <pc:sldMk cId="3718335312" sldId="326"/>
        </pc:sldMkLst>
      </pc:sldChg>
      <pc:sldChg chg="modSp mod">
        <pc:chgData name="justin.watson@education.wa.edu.au" userId="0bb701940c9d40d5" providerId="LiveId" clId="{E81A5937-ADAA-4287-94FF-0E690BA2A119}" dt="2021-02-14T00:34:56.679" v="933" actId="403"/>
        <pc:sldMkLst>
          <pc:docMk/>
          <pc:sldMk cId="3372573047" sldId="327"/>
        </pc:sldMkLst>
        <pc:spChg chg="mod">
          <ac:chgData name="justin.watson@education.wa.edu.au" userId="0bb701940c9d40d5" providerId="LiveId" clId="{E81A5937-ADAA-4287-94FF-0E690BA2A119}" dt="2021-02-14T00:34:56.679" v="933" actId="403"/>
          <ac:spMkLst>
            <pc:docMk/>
            <pc:sldMk cId="3372573047" sldId="327"/>
            <ac:spMk id="5" creationId="{F2A5B7C2-6C39-4AFA-9B5D-C3F3C81B941B}"/>
          </ac:spMkLst>
        </pc:spChg>
      </pc:sldChg>
      <pc:sldChg chg="add del ord setBg">
        <pc:chgData name="justin.watson@education.wa.edu.au" userId="0bb701940c9d40d5" providerId="LiveId" clId="{E81A5937-ADAA-4287-94FF-0E690BA2A119}" dt="2021-02-13T15:16:20.517" v="376"/>
        <pc:sldMkLst>
          <pc:docMk/>
          <pc:sldMk cId="3579800331" sldId="329"/>
        </pc:sldMkLst>
      </pc:sldChg>
      <pc:sldChg chg="modSp add mod">
        <pc:chgData name="justin.watson@education.wa.edu.au" userId="0bb701940c9d40d5" providerId="LiveId" clId="{E81A5937-ADAA-4287-94FF-0E690BA2A119}" dt="2021-02-14T00:26:57.059" v="752" actId="20577"/>
        <pc:sldMkLst>
          <pc:docMk/>
          <pc:sldMk cId="501886735" sldId="330"/>
        </pc:sldMkLst>
        <pc:spChg chg="mod">
          <ac:chgData name="justin.watson@education.wa.edu.au" userId="0bb701940c9d40d5" providerId="LiveId" clId="{E81A5937-ADAA-4287-94FF-0E690BA2A119}" dt="2021-02-14T00:26:57.059" v="752" actId="20577"/>
          <ac:spMkLst>
            <pc:docMk/>
            <pc:sldMk cId="501886735" sldId="330"/>
            <ac:spMk id="3" creationId="{D46BA030-F0A1-43A2-A797-43A1FF6BDAE7}"/>
          </ac:spMkLst>
        </pc:spChg>
      </pc:sldChg>
      <pc:sldChg chg="add del">
        <pc:chgData name="justin.watson@education.wa.edu.au" userId="0bb701940c9d40d5" providerId="LiveId" clId="{E81A5937-ADAA-4287-94FF-0E690BA2A119}" dt="2021-02-13T15:06:14.462" v="172" actId="2890"/>
        <pc:sldMkLst>
          <pc:docMk/>
          <pc:sldMk cId="2502344541" sldId="330"/>
        </pc:sldMkLst>
      </pc:sldChg>
      <pc:sldChg chg="modSp add mod">
        <pc:chgData name="justin.watson@education.wa.edu.au" userId="0bb701940c9d40d5" providerId="LiveId" clId="{E81A5937-ADAA-4287-94FF-0E690BA2A119}" dt="2021-02-13T15:14:18.814" v="374" actId="20577"/>
        <pc:sldMkLst>
          <pc:docMk/>
          <pc:sldMk cId="24780093" sldId="331"/>
        </pc:sldMkLst>
        <pc:spChg chg="mod">
          <ac:chgData name="justin.watson@education.wa.edu.au" userId="0bb701940c9d40d5" providerId="LiveId" clId="{E81A5937-ADAA-4287-94FF-0E690BA2A119}" dt="2021-02-13T15:14:18.814" v="374" actId="20577"/>
          <ac:spMkLst>
            <pc:docMk/>
            <pc:sldMk cId="24780093" sldId="331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30:21.047" v="738" actId="207"/>
        <pc:sldMkLst>
          <pc:docMk/>
          <pc:sldMk cId="4125169928" sldId="332"/>
        </pc:sldMkLst>
        <pc:spChg chg="mod">
          <ac:chgData name="justin.watson@education.wa.edu.au" userId="0bb701940c9d40d5" providerId="LiveId" clId="{E81A5937-ADAA-4287-94FF-0E690BA2A119}" dt="2021-02-13T15:30:21.047" v="738" actId="207"/>
          <ac:spMkLst>
            <pc:docMk/>
            <pc:sldMk cId="4125169928" sldId="332"/>
            <ac:spMk id="3" creationId="{D46BA030-F0A1-43A2-A797-43A1FF6BDAE7}"/>
          </ac:spMkLst>
        </pc:spChg>
      </pc:sldChg>
      <pc:sldChg chg="modSp add mod">
        <pc:chgData name="justin.watson@education.wa.edu.au" userId="0bb701940c9d40d5" providerId="LiveId" clId="{E81A5937-ADAA-4287-94FF-0E690BA2A119}" dt="2021-02-13T15:25:49.709" v="647" actId="20577"/>
        <pc:sldMkLst>
          <pc:docMk/>
          <pc:sldMk cId="2007102231" sldId="333"/>
        </pc:sldMkLst>
        <pc:spChg chg="mod">
          <ac:chgData name="justin.watson@education.wa.edu.au" userId="0bb701940c9d40d5" providerId="LiveId" clId="{E81A5937-ADAA-4287-94FF-0E690BA2A119}" dt="2021-02-13T15:25:49.709" v="647" actId="20577"/>
          <ac:spMkLst>
            <pc:docMk/>
            <pc:sldMk cId="2007102231" sldId="333"/>
            <ac:spMk id="3" creationId="{D46BA030-F0A1-43A2-A797-43A1FF6BDAE7}"/>
          </ac:spMkLst>
        </pc:spChg>
      </pc:sldChg>
      <pc:sldChg chg="addSp modSp add mod">
        <pc:chgData name="justin.watson@education.wa.edu.au" userId="0bb701940c9d40d5" providerId="LiveId" clId="{E81A5937-ADAA-4287-94FF-0E690BA2A119}" dt="2021-02-13T15:28:08.992" v="735" actId="20577"/>
        <pc:sldMkLst>
          <pc:docMk/>
          <pc:sldMk cId="1160826736" sldId="334"/>
        </pc:sldMkLst>
        <pc:spChg chg="mod">
          <ac:chgData name="justin.watson@education.wa.edu.au" userId="0bb701940c9d40d5" providerId="LiveId" clId="{E81A5937-ADAA-4287-94FF-0E690BA2A119}" dt="2021-02-13T15:24:23.433" v="535" actId="20577"/>
          <ac:spMkLst>
            <pc:docMk/>
            <pc:sldMk cId="1160826736" sldId="334"/>
            <ac:spMk id="3" creationId="{D46BA030-F0A1-43A2-A797-43A1FF6BDAE7}"/>
          </ac:spMkLst>
        </pc:spChg>
        <pc:graphicFrameChg chg="add mod modGraphic">
          <ac:chgData name="justin.watson@education.wa.edu.au" userId="0bb701940c9d40d5" providerId="LiveId" clId="{E81A5937-ADAA-4287-94FF-0E690BA2A119}" dt="2021-02-13T15:28:08.992" v="735" actId="20577"/>
          <ac:graphicFrameMkLst>
            <pc:docMk/>
            <pc:sldMk cId="1160826736" sldId="334"/>
            <ac:graphicFrameMk id="4" creationId="{94198B29-C62D-45E7-8DD9-A0D05632F97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2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19/02/2021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flickr.com/photos/128758398@N07/1660621398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 err="1" smtClean="0"/>
              <a:t>Topic:Multiplication</a:t>
            </a:r>
            <a:r>
              <a:rPr lang="en-AU" sz="4000" dirty="0"/>
              <a:t/>
            </a:r>
            <a:br>
              <a:rPr lang="en-AU" sz="4000" dirty="0"/>
            </a:br>
            <a:r>
              <a:rPr lang="en-AU" sz="4000" dirty="0"/>
              <a:t>EQ: </a:t>
            </a:r>
            <a:r>
              <a:rPr lang="en-AU" sz="4000" dirty="0" smtClean="0"/>
              <a:t>What strategies can we use to multiply?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mindset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Graph paper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48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What strategies can we use to multiply?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12/02/2021</a:t>
            </a:r>
          </a:p>
        </p:txBody>
      </p:sp>
      <p:pic>
        <p:nvPicPr>
          <p:cNvPr id="6" name="Picture 5" descr="A picture containing text, brick, outdoor, sign&#10;&#10;Description automatically generated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881917" y="1449553"/>
            <a:ext cx="3257615" cy="42898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EB01DF-9411-42CA-9351-FB3A2852305B}"/>
              </a:ext>
            </a:extLst>
          </p:cNvPr>
          <p:cNvSpPr txBox="1"/>
          <p:nvPr/>
        </p:nvSpPr>
        <p:spPr>
          <a:xfrm>
            <a:off x="5001187" y="5710872"/>
            <a:ext cx="257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4" tooltip="https://www.flickr.com/photos/128758398@N07/16606213985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5" tooltip="https://creativecommons.org/licenses/by-sa/3.0/"/>
              </a:rPr>
              <a:t>CC BY-SA</a:t>
            </a:r>
            <a:endParaRPr lang="en-AU" sz="9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728" y="585216"/>
            <a:ext cx="5740739" cy="1499616"/>
          </a:xfrm>
        </p:spPr>
        <p:txBody>
          <a:bodyPr>
            <a:normAutofit/>
          </a:bodyPr>
          <a:lstStyle/>
          <a:p>
            <a:r>
              <a:rPr lang="en-AU" sz="2400" dirty="0" smtClean="0"/>
              <a:t>Interleaved Questions</a:t>
            </a: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/>
              <a:t/>
            </a:r>
            <a:br>
              <a:rPr lang="en-AU" sz="2400" dirty="0"/>
            </a:br>
            <a:r>
              <a:rPr lang="en-AU" sz="2400" dirty="0" smtClean="0"/>
              <a:t>page 134 set 3</a:t>
            </a:r>
            <a:r>
              <a:rPr lang="en-AU" sz="1600" dirty="0"/>
              <a:t/>
            </a:r>
            <a:br>
              <a:rPr lang="en-AU" sz="1600" dirty="0"/>
            </a:br>
            <a:endParaRPr lang="en-AU" sz="1600" dirty="0"/>
          </a:p>
        </p:txBody>
      </p:sp>
      <p:pic>
        <p:nvPicPr>
          <p:cNvPr id="9" name="Picture 8" descr="Toy plastic numbers">
            <a:extLst>
              <a:ext uri="{FF2B5EF4-FFF2-40B4-BE49-F238E27FC236}">
                <a16:creationId xmlns:a16="http://schemas.microsoft.com/office/drawing/2014/main" id="{52FEC1ED-9D5D-4D09-AE41-D945ECB78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r="10202" b="-3"/>
          <a:stretch/>
        </p:blipFill>
        <p:spPr>
          <a:xfrm>
            <a:off x="484632" y="484631"/>
            <a:ext cx="5204964" cy="3853905"/>
          </a:xfrm>
          <a:prstGeom prst="rect">
            <a:avLst/>
          </a:prstGeom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2345D65-2A74-491B-AC96-C66B2726A4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896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D15D9FA9-26A2-4F4D-8F7C-658E5E382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775" y="4150596"/>
            <a:ext cx="1038557" cy="2231807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B20C0-639D-4900-99CF-7D5985912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728" y="1740724"/>
            <a:ext cx="5740739" cy="4568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500" dirty="0">
                <a:latin typeface="Calibri" panose="020F0502020204030204" pitchFamily="34" charset="0"/>
                <a:cs typeface="Calibri" panose="020F0502020204030204" pitchFamily="34" charset="0"/>
              </a:rPr>
              <a:t>         </a:t>
            </a:r>
            <a:endParaRPr lang="en-AU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C7447-DB0A-4B81-AE03-DFA98075600B}"/>
              </a:ext>
            </a:extLst>
          </p:cNvPr>
          <p:cNvSpPr txBox="1"/>
          <p:nvPr/>
        </p:nvSpPr>
        <p:spPr>
          <a:xfrm>
            <a:off x="1524332" y="509729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/>
              <a:t/>
            </a:r>
            <a:br>
              <a:rPr lang="en-AU" sz="1800" dirty="0"/>
            </a:br>
            <a:endParaRPr lang="en-GH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9" y="2275619"/>
            <a:ext cx="9372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8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1127760"/>
          </a:xfrm>
        </p:spPr>
        <p:txBody>
          <a:bodyPr>
            <a:normAutofit/>
          </a:bodyPr>
          <a:lstStyle/>
          <a:p>
            <a:r>
              <a:rPr lang="en-AU" dirty="0" smtClean="0"/>
              <a:t>1. Using graph paper make as many rectangles as you can using exactly 36 squares</a:t>
            </a:r>
          </a:p>
          <a:p>
            <a:r>
              <a:rPr lang="en-AU" dirty="0" smtClean="0"/>
              <a:t>2. Write the dimensions of each rectangle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490651" y="3971109"/>
            <a:ext cx="448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Possible answers: 36x1, 18x2, 12x3, 9x4, 6x6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500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48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Topic: Multiplication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What strategies can we use to multiply?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556" y="1476077"/>
            <a:ext cx="236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Using arrays to multiply</a:t>
            </a:r>
            <a:endParaRPr lang="en-AU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087" y="1228703"/>
            <a:ext cx="2171700" cy="3257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380891" y="1555593"/>
            <a:ext cx="360701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Multiply 24 by 35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Partition the numbers on an array</a:t>
            </a:r>
          </a:p>
          <a:p>
            <a:pPr marL="342900" indent="-342900">
              <a:buAutoNum type="arabicPeriod"/>
            </a:pPr>
            <a:r>
              <a:rPr lang="en-AU" dirty="0" smtClean="0"/>
              <a:t>Multiply each section</a:t>
            </a:r>
          </a:p>
          <a:p>
            <a:pPr marL="342900" indent="-342900">
              <a:buAutoNum type="arabicPeriod"/>
            </a:pPr>
            <a:r>
              <a:rPr lang="en-AU" dirty="0" smtClean="0"/>
              <a:t>Add together</a:t>
            </a:r>
            <a:endParaRPr lang="en-AU" dirty="0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5373189" y="1845409"/>
            <a:ext cx="16807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9971" y="1996110"/>
            <a:ext cx="2573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600+120+100+20=840</a:t>
            </a:r>
          </a:p>
          <a:p>
            <a:endParaRPr lang="en-AU" dirty="0"/>
          </a:p>
          <a:p>
            <a:r>
              <a:rPr lang="en-AU" dirty="0" smtClean="0"/>
              <a:t>So 24x35=840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21556" y="4515423"/>
            <a:ext cx="1998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Multiplying by partitioning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4581587" y="5362029"/>
            <a:ext cx="1732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6x7= 6x(2+5)</a:t>
            </a:r>
          </a:p>
          <a:p>
            <a:endParaRPr lang="en-AU" dirty="0"/>
          </a:p>
          <a:p>
            <a:r>
              <a:rPr lang="en-AU" dirty="0" smtClean="0"/>
              <a:t>=42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731566" y="4846393"/>
            <a:ext cx="893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If you struggle with times tables like the 7 times tables you can partition the 7 to make it easier.</a:t>
            </a:r>
            <a:endParaRPr lang="en-AU" dirty="0"/>
          </a:p>
        </p:txBody>
      </p:sp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564090"/>
              </p:ext>
            </p:extLst>
          </p:nvPr>
        </p:nvGraphicFramePr>
        <p:xfrm>
          <a:off x="7355541" y="5325293"/>
          <a:ext cx="1348890" cy="812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630">
                  <a:extLst>
                    <a:ext uri="{9D8B030D-6E8A-4147-A177-3AD203B41FA5}">
                      <a16:colId xmlns:a16="http://schemas.microsoft.com/office/drawing/2014/main" val="3592721758"/>
                    </a:ext>
                  </a:extLst>
                </a:gridCol>
                <a:gridCol w="449630">
                  <a:extLst>
                    <a:ext uri="{9D8B030D-6E8A-4147-A177-3AD203B41FA5}">
                      <a16:colId xmlns:a16="http://schemas.microsoft.com/office/drawing/2014/main" val="3279040085"/>
                    </a:ext>
                  </a:extLst>
                </a:gridCol>
                <a:gridCol w="449630">
                  <a:extLst>
                    <a:ext uri="{9D8B030D-6E8A-4147-A177-3AD203B41FA5}">
                      <a16:colId xmlns:a16="http://schemas.microsoft.com/office/drawing/2014/main" val="316572018"/>
                    </a:ext>
                  </a:extLst>
                </a:gridCol>
              </a:tblGrid>
              <a:tr h="4463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96382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35309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151144"/>
              </p:ext>
            </p:extLst>
          </p:nvPr>
        </p:nvGraphicFramePr>
        <p:xfrm>
          <a:off x="9626624" y="5266671"/>
          <a:ext cx="1348890" cy="812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630">
                  <a:extLst>
                    <a:ext uri="{9D8B030D-6E8A-4147-A177-3AD203B41FA5}">
                      <a16:colId xmlns:a16="http://schemas.microsoft.com/office/drawing/2014/main" val="2670218038"/>
                    </a:ext>
                  </a:extLst>
                </a:gridCol>
                <a:gridCol w="449630">
                  <a:extLst>
                    <a:ext uri="{9D8B030D-6E8A-4147-A177-3AD203B41FA5}">
                      <a16:colId xmlns:a16="http://schemas.microsoft.com/office/drawing/2014/main" val="2261893412"/>
                    </a:ext>
                  </a:extLst>
                </a:gridCol>
                <a:gridCol w="449630">
                  <a:extLst>
                    <a:ext uri="{9D8B030D-6E8A-4147-A177-3AD203B41FA5}">
                      <a16:colId xmlns:a16="http://schemas.microsoft.com/office/drawing/2014/main" val="486050518"/>
                    </a:ext>
                  </a:extLst>
                </a:gridCol>
              </a:tblGrid>
              <a:tr h="4463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54700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18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24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889053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593874" y="617187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12+30=42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9723248" y="6171878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18+24=42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966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22" y="1389970"/>
            <a:ext cx="5293303" cy="2206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021" y="3990022"/>
            <a:ext cx="5690317" cy="2132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794" y="583473"/>
            <a:ext cx="6191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LHS: page 21 interleaved textbook</a:t>
            </a:r>
            <a:endParaRPr lang="en-AU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400505" y="2235696"/>
            <a:ext cx="32882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Worded Problem</a:t>
            </a:r>
          </a:p>
          <a:p>
            <a:r>
              <a:rPr lang="en-AU" dirty="0" smtClean="0"/>
              <a:t>A gym membership costs $23 per.</a:t>
            </a:r>
          </a:p>
          <a:p>
            <a:r>
              <a:rPr lang="en-AU" dirty="0" smtClean="0"/>
              <a:t>How much would it cost for;</a:t>
            </a:r>
          </a:p>
          <a:p>
            <a:pPr marL="342900" indent="-342900">
              <a:buAutoNum type="alphaLcParenR"/>
            </a:pPr>
            <a:r>
              <a:rPr lang="en-AU" dirty="0" smtClean="0"/>
              <a:t>A fortnight?</a:t>
            </a:r>
          </a:p>
          <a:p>
            <a:pPr marL="342900" indent="-342900">
              <a:buAutoNum type="alphaLcParenR"/>
            </a:pPr>
            <a:r>
              <a:rPr lang="en-AU" dirty="0" smtClean="0"/>
              <a:t>A year?</a:t>
            </a:r>
          </a:p>
          <a:p>
            <a:pPr marL="342900" indent="-342900">
              <a:buAutoNum type="alphaLcParenR"/>
            </a:pPr>
            <a:r>
              <a:rPr lang="en-AU" dirty="0" smtClean="0"/>
              <a:t>Per month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47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22" y="1389970"/>
            <a:ext cx="5293303" cy="22066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22" y="4068399"/>
            <a:ext cx="5690317" cy="2132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9794" y="583473"/>
            <a:ext cx="6191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LHS: page 21 interleaved textbook</a:t>
            </a:r>
            <a:endParaRPr lang="en-AU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409214" y="2954970"/>
            <a:ext cx="32882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Worded Problem</a:t>
            </a:r>
          </a:p>
          <a:p>
            <a:r>
              <a:rPr lang="en-AU" dirty="0" smtClean="0"/>
              <a:t>A gym membership costs $23 per.</a:t>
            </a:r>
          </a:p>
          <a:p>
            <a:r>
              <a:rPr lang="en-AU" dirty="0" smtClean="0"/>
              <a:t>How much would it cost for;</a:t>
            </a:r>
          </a:p>
          <a:p>
            <a:pPr marL="342900" indent="-342900">
              <a:buAutoNum type="alphaLcParenR"/>
            </a:pPr>
            <a:r>
              <a:rPr lang="en-AU" dirty="0" smtClean="0"/>
              <a:t>A fortnight?</a:t>
            </a:r>
          </a:p>
          <a:p>
            <a:pPr marL="342900" indent="-342900">
              <a:buAutoNum type="alphaLcParenR"/>
            </a:pPr>
            <a:r>
              <a:rPr lang="en-AU" dirty="0" smtClean="0"/>
              <a:t>A year?</a:t>
            </a:r>
          </a:p>
          <a:p>
            <a:pPr marL="342900" indent="-342900">
              <a:buAutoNum type="alphaLcParenR"/>
            </a:pPr>
            <a:r>
              <a:rPr lang="en-AU" dirty="0" smtClean="0"/>
              <a:t>Per month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3239588" y="2493305"/>
            <a:ext cx="6912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135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1530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1278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08960" y="5242560"/>
            <a:ext cx="615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6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13.2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54194" y="3785966"/>
            <a:ext cx="8691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$46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$1196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$99.65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42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4" y="2743880"/>
            <a:ext cx="7924800" cy="3286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092" y="481789"/>
            <a:ext cx="12114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 smtClean="0">
                <a:latin typeface="Algerian" panose="04020705040A02060702" pitchFamily="82" charset="0"/>
              </a:rPr>
              <a:t>Complete the worksheet to solve the puzzle</a:t>
            </a:r>
            <a:endParaRPr lang="en-AU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5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Quote of the day – 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AU" b="1" dirty="0"/>
              <a:t>Look to my coming</a:t>
            </a:r>
            <a:r>
              <a:rPr lang="en-AU" dirty="0"/>
              <a:t>, at first light, on the fifth day. At dawn, </a:t>
            </a:r>
            <a:r>
              <a:rPr lang="en-AU" b="1" dirty="0"/>
              <a:t>look</a:t>
            </a:r>
            <a:r>
              <a:rPr lang="en-AU" dirty="0"/>
              <a:t> to the East.</a:t>
            </a:r>
            <a:r>
              <a:rPr lang="en-AU" dirty="0" smtClean="0">
                <a:latin typeface="Calibri" panose="020F0502020204030204" pitchFamily="34" charset="0"/>
                <a:cs typeface="Calibri" panose="020F0502020204030204" pitchFamily="34" charset="0"/>
              </a:rPr>
              <a:t>”- Gandalf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327</Words>
  <Application>Microsoft Office PowerPoint</Application>
  <PresentationFormat>Widescreen</PresentationFormat>
  <Paragraphs>86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Calibri</vt:lpstr>
      <vt:lpstr>Tw Cen MT</vt:lpstr>
      <vt:lpstr>Tw Cen MT Condensed</vt:lpstr>
      <vt:lpstr>Wingdings</vt:lpstr>
      <vt:lpstr>Wingdings 3</vt:lpstr>
      <vt:lpstr>Integral</vt:lpstr>
      <vt:lpstr>Topic:Multiplication EQ: What strategies can we use to multiply?</vt:lpstr>
      <vt:lpstr>Things Required For This Lesson</vt:lpstr>
      <vt:lpstr>PowerPoint Presentation</vt:lpstr>
      <vt:lpstr>Interleaved Questions  page 134 set 3 </vt:lpstr>
      <vt:lpstr>Activity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MORGAN Adam [Baldivis Secondary College]</cp:lastModifiedBy>
  <cp:revision>37</cp:revision>
  <dcterms:created xsi:type="dcterms:W3CDTF">2021-02-11T13:20:57Z</dcterms:created>
  <dcterms:modified xsi:type="dcterms:W3CDTF">2021-02-19T07:42:28Z</dcterms:modified>
</cp:coreProperties>
</file>