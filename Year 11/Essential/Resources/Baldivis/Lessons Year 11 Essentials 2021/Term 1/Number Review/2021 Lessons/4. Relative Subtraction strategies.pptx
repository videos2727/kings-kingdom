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7"/>
  </p:notesMasterIdLst>
  <p:sldIdLst>
    <p:sldId id="256" r:id="rId2"/>
    <p:sldId id="257" r:id="rId3"/>
    <p:sldId id="311" r:id="rId4"/>
    <p:sldId id="324" r:id="rId5"/>
    <p:sldId id="330" r:id="rId6"/>
    <p:sldId id="329" r:id="rId7"/>
    <p:sldId id="331" r:id="rId8"/>
    <p:sldId id="312" r:id="rId9"/>
    <p:sldId id="334" r:id="rId10"/>
    <p:sldId id="333" r:id="rId11"/>
    <p:sldId id="332" r:id="rId12"/>
    <p:sldId id="335" r:id="rId13"/>
    <p:sldId id="336" r:id="rId14"/>
    <p:sldId id="337" r:id="rId15"/>
    <p:sldId id="32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A1A48D-1F51-4C0A-881E-3842C30117FF}" v="458" dt="2021-02-14T00:35:09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67" d="100"/>
          <a:sy n="67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F8A1A48D-1F51-4C0A-881E-3842C30117FF}"/>
    <pc:docChg chg="undo redo custSel addSld delSld modSld sldOrd">
      <pc:chgData name="justin.watson@education.wa.edu.au" userId="0bb701940c9d40d5" providerId="LiveId" clId="{F8A1A48D-1F51-4C0A-881E-3842C30117FF}" dt="2021-02-14T00:38:19.968" v="3059" actId="313"/>
      <pc:docMkLst>
        <pc:docMk/>
      </pc:docMkLst>
      <pc:sldChg chg="modSp mod">
        <pc:chgData name="justin.watson@education.wa.edu.au" userId="0bb701940c9d40d5" providerId="LiveId" clId="{F8A1A48D-1F51-4C0A-881E-3842C30117FF}" dt="2021-02-13T03:41:15.008" v="246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F8A1A48D-1F51-4C0A-881E-3842C30117FF}" dt="2021-02-13T03:41:15.008" v="246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addSp delSp modSp mod">
        <pc:chgData name="justin.watson@education.wa.edu.au" userId="0bb701940c9d40d5" providerId="LiveId" clId="{F8A1A48D-1F51-4C0A-881E-3842C30117FF}" dt="2021-02-13T10:40:35.977" v="1097" actId="113"/>
        <pc:sldMkLst>
          <pc:docMk/>
          <pc:sldMk cId="1717092601" sldId="312"/>
        </pc:sldMkLst>
        <pc:spChg chg="mod">
          <ac:chgData name="justin.watson@education.wa.edu.au" userId="0bb701940c9d40d5" providerId="LiveId" clId="{F8A1A48D-1F51-4C0A-881E-3842C30117FF}" dt="2021-02-13T10:40:35.977" v="1097" actId="113"/>
          <ac:spMkLst>
            <pc:docMk/>
            <pc:sldMk cId="1717092601" sldId="312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0:37:51.990" v="1068" actId="12"/>
          <ac:spMkLst>
            <pc:docMk/>
            <pc:sldMk cId="1717092601" sldId="312"/>
            <ac:spMk id="3" creationId="{D46BA030-F0A1-43A2-A797-43A1FF6BDAE7}"/>
          </ac:spMkLst>
        </pc:spChg>
        <pc:spChg chg="add del">
          <ac:chgData name="justin.watson@education.wa.edu.au" userId="0bb701940c9d40d5" providerId="LiveId" clId="{F8A1A48D-1F51-4C0A-881E-3842C30117FF}" dt="2021-02-13T10:32:45.170" v="785" actId="26606"/>
          <ac:spMkLst>
            <pc:docMk/>
            <pc:sldMk cId="1717092601" sldId="312"/>
            <ac:spMk id="8" creationId="{2BF2ABC8-4FD6-4B60-92A7-BB3BEE3C1ACA}"/>
          </ac:spMkLst>
        </pc:spChg>
        <pc:spChg chg="add del">
          <ac:chgData name="justin.watson@education.wa.edu.au" userId="0bb701940c9d40d5" providerId="LiveId" clId="{F8A1A48D-1F51-4C0A-881E-3842C30117FF}" dt="2021-02-13T10:32:45.170" v="785" actId="26606"/>
          <ac:spMkLst>
            <pc:docMk/>
            <pc:sldMk cId="1717092601" sldId="312"/>
            <ac:spMk id="12" creationId="{77D7B666-D5E6-48CE-B26A-FB5E5C34AF90}"/>
          </ac:spMkLst>
        </pc:spChg>
        <pc:spChg chg="add del">
          <ac:chgData name="justin.watson@education.wa.edu.au" userId="0bb701940c9d40d5" providerId="LiveId" clId="{F8A1A48D-1F51-4C0A-881E-3842C30117FF}" dt="2021-02-13T10:32:45.170" v="785" actId="26606"/>
          <ac:spMkLst>
            <pc:docMk/>
            <pc:sldMk cId="1717092601" sldId="312"/>
            <ac:spMk id="14" creationId="{F6EE670A-A41A-44AD-BC1C-2090365EB5B3}"/>
          </ac:spMkLst>
        </pc:spChg>
        <pc:spChg chg="add del">
          <ac:chgData name="justin.watson@education.wa.edu.au" userId="0bb701940c9d40d5" providerId="LiveId" clId="{F8A1A48D-1F51-4C0A-881E-3842C30117FF}" dt="2021-02-13T10:32:45.155" v="784" actId="26606"/>
          <ac:spMkLst>
            <pc:docMk/>
            <pc:sldMk cId="1717092601" sldId="312"/>
            <ac:spMk id="71" creationId="{22B541DC-7610-45CF-9D4D-2C00AC6A733F}"/>
          </ac:spMkLst>
        </pc:spChg>
        <pc:spChg chg="add">
          <ac:chgData name="justin.watson@education.wa.edu.au" userId="0bb701940c9d40d5" providerId="LiveId" clId="{F8A1A48D-1F51-4C0A-881E-3842C30117FF}" dt="2021-02-13T10:32:45.170" v="785" actId="26606"/>
          <ac:spMkLst>
            <pc:docMk/>
            <pc:sldMk cId="1717092601" sldId="312"/>
            <ac:spMk id="3076" creationId="{BF73E21A-E0BB-47E2-B73B-7B170203FA93}"/>
          </ac:spMkLst>
        </pc:spChg>
        <pc:picChg chg="del">
          <ac:chgData name="justin.watson@education.wa.edu.au" userId="0bb701940c9d40d5" providerId="LiveId" clId="{F8A1A48D-1F51-4C0A-881E-3842C30117FF}" dt="2021-02-13T10:24:24.724" v="399" actId="478"/>
          <ac:picMkLst>
            <pc:docMk/>
            <pc:sldMk cId="1717092601" sldId="312"/>
            <ac:picMk id="5" creationId="{7CDAF9F3-FFA8-4571-BF7E-9F52F04F64A9}"/>
          </ac:picMkLst>
        </pc:picChg>
        <pc:picChg chg="add del mod modCrop">
          <ac:chgData name="justin.watson@education.wa.edu.au" userId="0bb701940c9d40d5" providerId="LiveId" clId="{F8A1A48D-1F51-4C0A-881E-3842C30117FF}" dt="2021-02-13T10:32:05.473" v="747" actId="478"/>
          <ac:picMkLst>
            <pc:docMk/>
            <pc:sldMk cId="1717092601" sldId="312"/>
            <ac:picMk id="6" creationId="{CA91CDB7-1180-4095-BD3C-76C7C90C7486}"/>
          </ac:picMkLst>
        </pc:picChg>
        <pc:picChg chg="add mod">
          <ac:chgData name="justin.watson@education.wa.edu.au" userId="0bb701940c9d40d5" providerId="LiveId" clId="{F8A1A48D-1F51-4C0A-881E-3842C30117FF}" dt="2021-02-13T10:32:57.219" v="789" actId="14100"/>
          <ac:picMkLst>
            <pc:docMk/>
            <pc:sldMk cId="1717092601" sldId="312"/>
            <ac:picMk id="3074" creationId="{9433ABDF-3559-43B6-A659-D20B87C8EF55}"/>
          </ac:picMkLst>
        </pc:picChg>
        <pc:cxnChg chg="add del">
          <ac:chgData name="justin.watson@education.wa.edu.au" userId="0bb701940c9d40d5" providerId="LiveId" clId="{F8A1A48D-1F51-4C0A-881E-3842C30117FF}" dt="2021-02-13T10:32:45.170" v="785" actId="26606"/>
          <ac:cxnSpMkLst>
            <pc:docMk/>
            <pc:sldMk cId="1717092601" sldId="312"/>
            <ac:cxnSpMk id="10" creationId="{DCD479D3-536C-4161-A6F8-813D30719BFE}"/>
          </ac:cxnSpMkLst>
        </pc:cxnChg>
        <pc:cxnChg chg="add del">
          <ac:chgData name="justin.watson@education.wa.edu.au" userId="0bb701940c9d40d5" providerId="LiveId" clId="{F8A1A48D-1F51-4C0A-881E-3842C30117FF}" dt="2021-02-13T10:32:45.155" v="784" actId="26606"/>
          <ac:cxnSpMkLst>
            <pc:docMk/>
            <pc:sldMk cId="1717092601" sldId="312"/>
            <ac:cxnSpMk id="73" creationId="{69BF8B83-CBB3-4214-BB85-A56C7F74549B}"/>
          </ac:cxnSpMkLst>
        </pc:cxnChg>
        <pc:cxnChg chg="add">
          <ac:chgData name="justin.watson@education.wa.edu.au" userId="0bb701940c9d40d5" providerId="LiveId" clId="{F8A1A48D-1F51-4C0A-881E-3842C30117FF}" dt="2021-02-13T10:32:45.170" v="785" actId="26606"/>
          <ac:cxnSpMkLst>
            <pc:docMk/>
            <pc:sldMk cId="1717092601" sldId="312"/>
            <ac:cxnSpMk id="3077" creationId="{B7487363-5661-4FE4-AE64-1549B5C9A54D}"/>
          </ac:cxnSpMkLst>
        </pc:cxnChg>
      </pc:sldChg>
      <pc:sldChg chg="del">
        <pc:chgData name="justin.watson@education.wa.edu.au" userId="0bb701940c9d40d5" providerId="LiveId" clId="{F8A1A48D-1F51-4C0A-881E-3842C30117FF}" dt="2021-02-13T14:36:02.466" v="2859" actId="47"/>
        <pc:sldMkLst>
          <pc:docMk/>
          <pc:sldMk cId="3032103121" sldId="313"/>
        </pc:sldMkLst>
      </pc:sldChg>
      <pc:sldChg chg="delSp modSp del mod">
        <pc:chgData name="justin.watson@education.wa.edu.au" userId="0bb701940c9d40d5" providerId="LiveId" clId="{F8A1A48D-1F51-4C0A-881E-3842C30117FF}" dt="2021-02-13T14:35:57.469" v="2857" actId="47"/>
        <pc:sldMkLst>
          <pc:docMk/>
          <pc:sldMk cId="825816745" sldId="318"/>
        </pc:sldMkLst>
        <pc:spChg chg="mod">
          <ac:chgData name="justin.watson@education.wa.edu.au" userId="0bb701940c9d40d5" providerId="LiveId" clId="{F8A1A48D-1F51-4C0A-881E-3842C30117FF}" dt="2021-02-13T12:11:06.113" v="1402" actId="1076"/>
          <ac:spMkLst>
            <pc:docMk/>
            <pc:sldMk cId="825816745" sldId="318"/>
            <ac:spMk id="16" creationId="{15B7E0B6-E59A-4A49-9663-F839ED5AE04B}"/>
          </ac:spMkLst>
        </pc:spChg>
        <pc:spChg chg="del mod">
          <ac:chgData name="justin.watson@education.wa.edu.au" userId="0bb701940c9d40d5" providerId="LiveId" clId="{F8A1A48D-1F51-4C0A-881E-3842C30117FF}" dt="2021-02-13T12:11:11.722" v="1405"/>
          <ac:spMkLst>
            <pc:docMk/>
            <pc:sldMk cId="825816745" sldId="318"/>
            <ac:spMk id="23" creationId="{190DFE82-329E-4213-9CF8-A8FD3DCF967B}"/>
          </ac:spMkLst>
        </pc:spChg>
      </pc:sldChg>
      <pc:sldChg chg="delSp modSp mod">
        <pc:chgData name="justin.watson@education.wa.edu.au" userId="0bb701940c9d40d5" providerId="LiveId" clId="{F8A1A48D-1F51-4C0A-881E-3842C30117FF}" dt="2021-02-13T03:39:26.209" v="118" actId="20577"/>
        <pc:sldMkLst>
          <pc:docMk/>
          <pc:sldMk cId="2540581955" sldId="324"/>
        </pc:sldMkLst>
        <pc:spChg chg="mod">
          <ac:chgData name="justin.watson@education.wa.edu.au" userId="0bb701940c9d40d5" providerId="LiveId" clId="{F8A1A48D-1F51-4C0A-881E-3842C30117FF}" dt="2021-02-13T03:39:26.209" v="118" actId="20577"/>
          <ac:spMkLst>
            <pc:docMk/>
            <pc:sldMk cId="2540581955" sldId="324"/>
            <ac:spMk id="2" creationId="{D0E84058-F110-4341-AAE9-DF21C868FC90}"/>
          </ac:spMkLst>
        </pc:spChg>
        <pc:spChg chg="mod">
          <ac:chgData name="justin.watson@education.wa.edu.au" userId="0bb701940c9d40d5" providerId="LiveId" clId="{F8A1A48D-1F51-4C0A-881E-3842C30117FF}" dt="2021-02-13T03:38:16.667" v="54" actId="27636"/>
          <ac:spMkLst>
            <pc:docMk/>
            <pc:sldMk cId="2540581955" sldId="324"/>
            <ac:spMk id="3" creationId="{D1CB20C0-639D-4900-99CF-7D598591216D}"/>
          </ac:spMkLst>
        </pc:spChg>
        <pc:spChg chg="del">
          <ac:chgData name="justin.watson@education.wa.edu.au" userId="0bb701940c9d40d5" providerId="LiveId" clId="{F8A1A48D-1F51-4C0A-881E-3842C30117FF}" dt="2021-02-13T03:38:58.563" v="68" actId="478"/>
          <ac:spMkLst>
            <pc:docMk/>
            <pc:sldMk cId="2540581955" sldId="324"/>
            <ac:spMk id="4" creationId="{10AC7447-DB0A-4B81-AE03-DFA98075600B}"/>
          </ac:spMkLst>
        </pc:spChg>
      </pc:sldChg>
      <pc:sldChg chg="del">
        <pc:chgData name="justin.watson@education.wa.edu.au" userId="0bb701940c9d40d5" providerId="LiveId" clId="{F8A1A48D-1F51-4C0A-881E-3842C30117FF}" dt="2021-02-13T14:35:59.108" v="2858" actId="47"/>
        <pc:sldMkLst>
          <pc:docMk/>
          <pc:sldMk cId="1628318043" sldId="325"/>
        </pc:sldMkLst>
      </pc:sldChg>
      <pc:sldChg chg="del">
        <pc:chgData name="justin.watson@education.wa.edu.au" userId="0bb701940c9d40d5" providerId="LiveId" clId="{F8A1A48D-1F51-4C0A-881E-3842C30117FF}" dt="2021-02-13T14:36:03.783" v="2860" actId="47"/>
        <pc:sldMkLst>
          <pc:docMk/>
          <pc:sldMk cId="3718335312" sldId="326"/>
        </pc:sldMkLst>
      </pc:sldChg>
      <pc:sldChg chg="modSp add del mod ord setBg">
        <pc:chgData name="justin.watson@education.wa.edu.au" userId="0bb701940c9d40d5" providerId="LiveId" clId="{F8A1A48D-1F51-4C0A-881E-3842C30117FF}" dt="2021-02-14T00:38:19.968" v="3059" actId="313"/>
        <pc:sldMkLst>
          <pc:docMk/>
          <pc:sldMk cId="3372573047" sldId="327"/>
        </pc:sldMkLst>
        <pc:spChg chg="mod">
          <ac:chgData name="justin.watson@education.wa.edu.au" userId="0bb701940c9d40d5" providerId="LiveId" clId="{F8A1A48D-1F51-4C0A-881E-3842C30117FF}" dt="2021-02-14T00:38:19.968" v="3059" actId="313"/>
          <ac:spMkLst>
            <pc:docMk/>
            <pc:sldMk cId="3372573047" sldId="327"/>
            <ac:spMk id="5" creationId="{F2A5B7C2-6C39-4AFA-9B5D-C3F3C81B941B}"/>
          </ac:spMkLst>
        </pc:spChg>
      </pc:sldChg>
      <pc:sldChg chg="addSp delSp modSp mod">
        <pc:chgData name="justin.watson@education.wa.edu.au" userId="0bb701940c9d40d5" providerId="LiveId" clId="{F8A1A48D-1F51-4C0A-881E-3842C30117FF}" dt="2021-02-13T10:40:32.504" v="1096" actId="113"/>
        <pc:sldMkLst>
          <pc:docMk/>
          <pc:sldMk cId="3579800331" sldId="329"/>
        </pc:sldMkLst>
        <pc:spChg chg="mod">
          <ac:chgData name="justin.watson@education.wa.edu.au" userId="0bb701940c9d40d5" providerId="LiveId" clId="{F8A1A48D-1F51-4C0A-881E-3842C30117FF}" dt="2021-02-13T10:40:32.504" v="1096" actId="113"/>
          <ac:spMkLst>
            <pc:docMk/>
            <pc:sldMk cId="3579800331" sldId="329"/>
            <ac:spMk id="2" creationId="{7FE10D1C-C52F-4092-B107-E88E506EF141}"/>
          </ac:spMkLst>
        </pc:spChg>
        <pc:spChg chg="mod ord">
          <ac:chgData name="justin.watson@education.wa.edu.au" userId="0bb701940c9d40d5" providerId="LiveId" clId="{F8A1A48D-1F51-4C0A-881E-3842C30117FF}" dt="2021-02-13T03:44:43.046" v="259" actId="26606"/>
          <ac:spMkLst>
            <pc:docMk/>
            <pc:sldMk cId="3579800331" sldId="329"/>
            <ac:spMk id="3" creationId="{D46BA030-F0A1-43A2-A797-43A1FF6BDAE7}"/>
          </ac:spMkLst>
        </pc:spChg>
        <pc:spChg chg="add del">
          <ac:chgData name="justin.watson@education.wa.edu.au" userId="0bb701940c9d40d5" providerId="LiveId" clId="{F8A1A48D-1F51-4C0A-881E-3842C30117FF}" dt="2021-02-13T03:44:43.046" v="259" actId="26606"/>
          <ac:spMkLst>
            <pc:docMk/>
            <pc:sldMk cId="3579800331" sldId="329"/>
            <ac:spMk id="135" creationId="{D163B73C-FE43-4884-8BE0-C9EA6C2A90F4}"/>
          </ac:spMkLst>
        </pc:spChg>
        <pc:spChg chg="add del">
          <ac:chgData name="justin.watson@education.wa.edu.au" userId="0bb701940c9d40d5" providerId="LiveId" clId="{F8A1A48D-1F51-4C0A-881E-3842C30117FF}" dt="2021-02-13T03:44:43.046" v="259" actId="26606"/>
          <ac:spMkLst>
            <pc:docMk/>
            <pc:sldMk cId="3579800331" sldId="329"/>
            <ac:spMk id="137" creationId="{840925CF-3DC8-4183-A3B5-DD4AAA69442F}"/>
          </ac:spMkLst>
        </pc:spChg>
        <pc:spChg chg="add del">
          <ac:chgData name="justin.watson@education.wa.edu.au" userId="0bb701940c9d40d5" providerId="LiveId" clId="{F8A1A48D-1F51-4C0A-881E-3842C30117FF}" dt="2021-02-13T03:44:43.046" v="259" actId="26606"/>
          <ac:spMkLst>
            <pc:docMk/>
            <pc:sldMk cId="3579800331" sldId="329"/>
            <ac:spMk id="141" creationId="{67B0220D-C56D-44E2-9FF0-C31DBFCF7FF0}"/>
          </ac:spMkLst>
        </pc:spChg>
        <pc:spChg chg="add">
          <ac:chgData name="justin.watson@education.wa.edu.au" userId="0bb701940c9d40d5" providerId="LiveId" clId="{F8A1A48D-1F51-4C0A-881E-3842C30117FF}" dt="2021-02-13T03:44:43.046" v="259" actId="26606"/>
          <ac:spMkLst>
            <pc:docMk/>
            <pc:sldMk cId="3579800331" sldId="329"/>
            <ac:spMk id="192" creationId="{BF73E21A-E0BB-47E2-B73B-7B170203FA93}"/>
          </ac:spMkLst>
        </pc:spChg>
        <pc:spChg chg="del">
          <ac:chgData name="justin.watson@education.wa.edu.au" userId="0bb701940c9d40d5" providerId="LiveId" clId="{F8A1A48D-1F51-4C0A-881E-3842C30117FF}" dt="2021-02-13T03:44:12.653" v="254" actId="26606"/>
          <ac:spMkLst>
            <pc:docMk/>
            <pc:sldMk cId="3579800331" sldId="329"/>
            <ac:spMk id="1028" creationId="{9DF330DE-344E-4F40-A47D-23B08D3A9287}"/>
          </ac:spMkLst>
        </pc:spChg>
        <pc:picChg chg="del mod ord">
          <ac:chgData name="justin.watson@education.wa.edu.au" userId="0bb701940c9d40d5" providerId="LiveId" clId="{F8A1A48D-1F51-4C0A-881E-3842C30117FF}" dt="2021-02-13T03:44:40.792" v="258" actId="478"/>
          <ac:picMkLst>
            <pc:docMk/>
            <pc:sldMk cId="3579800331" sldId="329"/>
            <ac:picMk id="1026" creationId="{6790B311-3B3D-47CE-8960-B68A7966A198}"/>
          </ac:picMkLst>
        </pc:picChg>
        <pc:picChg chg="add mod ord">
          <ac:chgData name="justin.watson@education.wa.edu.au" userId="0bb701940c9d40d5" providerId="LiveId" clId="{F8A1A48D-1F51-4C0A-881E-3842C30117FF}" dt="2021-02-13T03:44:43.046" v="259" actId="26606"/>
          <ac:picMkLst>
            <pc:docMk/>
            <pc:sldMk cId="3579800331" sldId="329"/>
            <ac:picMk id="2050" creationId="{271A69D0-B625-48E9-968A-001E2A11BC7A}"/>
          </ac:picMkLst>
        </pc:picChg>
        <pc:cxnChg chg="add del">
          <ac:chgData name="justin.watson@education.wa.edu.au" userId="0bb701940c9d40d5" providerId="LiveId" clId="{F8A1A48D-1F51-4C0A-881E-3842C30117FF}" dt="2021-02-13T03:44:43.046" v="259" actId="26606"/>
          <ac:cxnSpMkLst>
            <pc:docMk/>
            <pc:sldMk cId="3579800331" sldId="329"/>
            <ac:cxnSpMk id="139" creationId="{8BA97D5D-DFE4-4DB2-975B-D2F1BC4308CA}"/>
          </ac:cxnSpMkLst>
        </pc:cxnChg>
        <pc:cxnChg chg="add">
          <ac:chgData name="justin.watson@education.wa.edu.au" userId="0bb701940c9d40d5" providerId="LiveId" clId="{F8A1A48D-1F51-4C0A-881E-3842C30117FF}" dt="2021-02-13T03:44:43.046" v="259" actId="26606"/>
          <ac:cxnSpMkLst>
            <pc:docMk/>
            <pc:sldMk cId="3579800331" sldId="329"/>
            <ac:cxnSpMk id="193" creationId="{B7487363-5661-4FE4-AE64-1549B5C9A54D}"/>
          </ac:cxnSpMkLst>
        </pc:cxnChg>
        <pc:cxnChg chg="del">
          <ac:chgData name="justin.watson@education.wa.edu.au" userId="0bb701940c9d40d5" providerId="LiveId" clId="{F8A1A48D-1F51-4C0A-881E-3842C30117FF}" dt="2021-02-13T03:44:12.653" v="254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Sp add mod">
        <pc:chgData name="justin.watson@education.wa.edu.au" userId="0bb701940c9d40d5" providerId="LiveId" clId="{F8A1A48D-1F51-4C0A-881E-3842C30117FF}" dt="2021-02-13T03:48:01.943" v="386" actId="20577"/>
        <pc:sldMkLst>
          <pc:docMk/>
          <pc:sldMk cId="1008181779" sldId="330"/>
        </pc:sldMkLst>
        <pc:spChg chg="mod">
          <ac:chgData name="justin.watson@education.wa.edu.au" userId="0bb701940c9d40d5" providerId="LiveId" clId="{F8A1A48D-1F51-4C0A-881E-3842C30117FF}" dt="2021-02-13T03:48:01.943" v="386" actId="20577"/>
          <ac:spMkLst>
            <pc:docMk/>
            <pc:sldMk cId="1008181779" sldId="330"/>
            <ac:spMk id="3" creationId="{D1CB20C0-639D-4900-99CF-7D598591216D}"/>
          </ac:spMkLst>
        </pc:spChg>
      </pc:sldChg>
      <pc:sldChg chg="addSp delSp modSp add mod ord">
        <pc:chgData name="justin.watson@education.wa.edu.au" userId="0bb701940c9d40d5" providerId="LiveId" clId="{F8A1A48D-1F51-4C0A-881E-3842C30117FF}" dt="2021-02-13T14:27:08.221" v="2597" actId="20577"/>
        <pc:sldMkLst>
          <pc:docMk/>
          <pc:sldMk cId="2065733483" sldId="331"/>
        </pc:sldMkLst>
        <pc:spChg chg="mod">
          <ac:chgData name="justin.watson@education.wa.edu.au" userId="0bb701940c9d40d5" providerId="LiveId" clId="{F8A1A48D-1F51-4C0A-881E-3842C30117FF}" dt="2021-02-13T10:40:27.369" v="1095" actId="113"/>
          <ac:spMkLst>
            <pc:docMk/>
            <pc:sldMk cId="2065733483" sldId="331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4:27:08.221" v="2597" actId="20577"/>
          <ac:spMkLst>
            <pc:docMk/>
            <pc:sldMk cId="2065733483" sldId="331"/>
            <ac:spMk id="3" creationId="{D46BA030-F0A1-43A2-A797-43A1FF6BDAE7}"/>
          </ac:spMkLst>
        </pc:spChg>
        <pc:spChg chg="del">
          <ac:chgData name="justin.watson@education.wa.edu.au" userId="0bb701940c9d40d5" providerId="LiveId" clId="{F8A1A48D-1F51-4C0A-881E-3842C30117FF}" dt="2021-02-13T10:39:45.620" v="1071" actId="26606"/>
          <ac:spMkLst>
            <pc:docMk/>
            <pc:sldMk cId="2065733483" sldId="331"/>
            <ac:spMk id="8" creationId="{2BF2ABC8-4FD6-4B60-92A7-BB3BEE3C1ACA}"/>
          </ac:spMkLst>
        </pc:spChg>
        <pc:spChg chg="del">
          <ac:chgData name="justin.watson@education.wa.edu.au" userId="0bb701940c9d40d5" providerId="LiveId" clId="{F8A1A48D-1F51-4C0A-881E-3842C30117FF}" dt="2021-02-13T10:39:45.620" v="1071" actId="26606"/>
          <ac:spMkLst>
            <pc:docMk/>
            <pc:sldMk cId="2065733483" sldId="331"/>
            <ac:spMk id="12" creationId="{77D7B666-D5E6-48CE-B26A-FB5E5C34AF90}"/>
          </ac:spMkLst>
        </pc:spChg>
        <pc:spChg chg="del">
          <ac:chgData name="justin.watson@education.wa.edu.au" userId="0bb701940c9d40d5" providerId="LiveId" clId="{F8A1A48D-1F51-4C0A-881E-3842C30117FF}" dt="2021-02-13T10:39:45.620" v="1071" actId="26606"/>
          <ac:spMkLst>
            <pc:docMk/>
            <pc:sldMk cId="2065733483" sldId="331"/>
            <ac:spMk id="14" creationId="{F6EE670A-A41A-44AD-BC1C-2090365EB5B3}"/>
          </ac:spMkLst>
        </pc:spChg>
        <pc:spChg chg="add">
          <ac:chgData name="justin.watson@education.wa.edu.au" userId="0bb701940c9d40d5" providerId="LiveId" clId="{F8A1A48D-1F51-4C0A-881E-3842C30117FF}" dt="2021-02-13T10:39:45.620" v="1071" actId="26606"/>
          <ac:spMkLst>
            <pc:docMk/>
            <pc:sldMk cId="2065733483" sldId="331"/>
            <ac:spMk id="71" creationId="{BF73E21A-E0BB-47E2-B73B-7B170203FA93}"/>
          </ac:spMkLst>
        </pc:spChg>
        <pc:picChg chg="del">
          <ac:chgData name="justin.watson@education.wa.edu.au" userId="0bb701940c9d40d5" providerId="LiveId" clId="{F8A1A48D-1F51-4C0A-881E-3842C30117FF}" dt="2021-02-13T10:28:54.531" v="610" actId="478"/>
          <ac:picMkLst>
            <pc:docMk/>
            <pc:sldMk cId="2065733483" sldId="331"/>
            <ac:picMk id="6" creationId="{CA91CDB7-1180-4095-BD3C-76C7C90C7486}"/>
          </ac:picMkLst>
        </pc:picChg>
        <pc:picChg chg="add mod">
          <ac:chgData name="justin.watson@education.wa.edu.au" userId="0bb701940c9d40d5" providerId="LiveId" clId="{F8A1A48D-1F51-4C0A-881E-3842C30117FF}" dt="2021-02-13T10:40:01.877" v="1075" actId="14100"/>
          <ac:picMkLst>
            <pc:docMk/>
            <pc:sldMk cId="2065733483" sldId="331"/>
            <ac:picMk id="4098" creationId="{EC5AD8D9-4087-4BBA-82A2-B8057CB923A4}"/>
          </ac:picMkLst>
        </pc:picChg>
        <pc:cxnChg chg="del">
          <ac:chgData name="justin.watson@education.wa.edu.au" userId="0bb701940c9d40d5" providerId="LiveId" clId="{F8A1A48D-1F51-4C0A-881E-3842C30117FF}" dt="2021-02-13T10:39:45.620" v="1071" actId="26606"/>
          <ac:cxnSpMkLst>
            <pc:docMk/>
            <pc:sldMk cId="2065733483" sldId="331"/>
            <ac:cxnSpMk id="10" creationId="{DCD479D3-536C-4161-A6F8-813D30719BFE}"/>
          </ac:cxnSpMkLst>
        </pc:cxnChg>
        <pc:cxnChg chg="add">
          <ac:chgData name="justin.watson@education.wa.edu.au" userId="0bb701940c9d40d5" providerId="LiveId" clId="{F8A1A48D-1F51-4C0A-881E-3842C30117FF}" dt="2021-02-13T10:39:45.620" v="1071" actId="26606"/>
          <ac:cxnSpMkLst>
            <pc:docMk/>
            <pc:sldMk cId="2065733483" sldId="331"/>
            <ac:cxnSpMk id="73" creationId="{B7487363-5661-4FE4-AE64-1549B5C9A54D}"/>
          </ac:cxnSpMkLst>
        </pc:cxnChg>
      </pc:sldChg>
      <pc:sldChg chg="addSp delSp modSp add mod">
        <pc:chgData name="justin.watson@education.wa.edu.au" userId="0bb701940c9d40d5" providerId="LiveId" clId="{F8A1A48D-1F51-4C0A-881E-3842C30117FF}" dt="2021-02-13T12:31:11.782" v="2161" actId="1076"/>
        <pc:sldMkLst>
          <pc:docMk/>
          <pc:sldMk cId="329915169" sldId="332"/>
        </pc:sldMkLst>
        <pc:spChg chg="mod">
          <ac:chgData name="justin.watson@education.wa.edu.au" userId="0bb701940c9d40d5" providerId="LiveId" clId="{F8A1A48D-1F51-4C0A-881E-3842C30117FF}" dt="2021-02-13T12:24:04.386" v="1822" actId="20577"/>
          <ac:spMkLst>
            <pc:docMk/>
            <pc:sldMk cId="329915169" sldId="332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2:30:58.279" v="2159" actId="20577"/>
          <ac:spMkLst>
            <pc:docMk/>
            <pc:sldMk cId="329915169" sldId="332"/>
            <ac:spMk id="3" creationId="{D46BA030-F0A1-43A2-A797-43A1FF6BDAE7}"/>
          </ac:spMkLst>
        </pc:spChg>
        <pc:picChg chg="add mod modCrop">
          <ac:chgData name="justin.watson@education.wa.edu.au" userId="0bb701940c9d40d5" providerId="LiveId" clId="{F8A1A48D-1F51-4C0A-881E-3842C30117FF}" dt="2021-02-13T12:31:11.782" v="2161" actId="1076"/>
          <ac:picMkLst>
            <pc:docMk/>
            <pc:sldMk cId="329915169" sldId="332"/>
            <ac:picMk id="5" creationId="{78CE468C-8D2A-43A2-A5FD-4C983EDA5667}"/>
          </ac:picMkLst>
        </pc:picChg>
        <pc:picChg chg="del">
          <ac:chgData name="justin.watson@education.wa.edu.au" userId="0bb701940c9d40d5" providerId="LiveId" clId="{F8A1A48D-1F51-4C0A-881E-3842C30117FF}" dt="2021-02-13T12:22:25.203" v="1794" actId="478"/>
          <ac:picMkLst>
            <pc:docMk/>
            <pc:sldMk cId="329915169" sldId="332"/>
            <ac:picMk id="6" creationId="{CA91CDB7-1180-4095-BD3C-76C7C90C7486}"/>
          </ac:picMkLst>
        </pc:picChg>
      </pc:sldChg>
      <pc:sldChg chg="addSp delSp modSp add mod ord setBg modAnim delDesignElem">
        <pc:chgData name="justin.watson@education.wa.edu.au" userId="0bb701940c9d40d5" providerId="LiveId" clId="{F8A1A48D-1F51-4C0A-881E-3842C30117FF}" dt="2021-02-13T12:37:33.524" v="2539"/>
        <pc:sldMkLst>
          <pc:docMk/>
          <pc:sldMk cId="214591660" sldId="333"/>
        </pc:sldMkLst>
        <pc:spChg chg="mod">
          <ac:chgData name="justin.watson@education.wa.edu.au" userId="0bb701940c9d40d5" providerId="LiveId" clId="{F8A1A48D-1F51-4C0A-881E-3842C30117FF}" dt="2021-02-13T12:20:41.605" v="1785" actId="20577"/>
          <ac:spMkLst>
            <pc:docMk/>
            <pc:sldMk cId="214591660" sldId="333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2:20:32.074" v="1782" actId="14100"/>
          <ac:spMkLst>
            <pc:docMk/>
            <pc:sldMk cId="214591660" sldId="333"/>
            <ac:spMk id="3" creationId="{D46BA030-F0A1-43A2-A797-43A1FF6BDAE7}"/>
          </ac:spMkLst>
        </pc:spChg>
        <pc:spChg chg="add mod">
          <ac:chgData name="justin.watson@education.wa.edu.au" userId="0bb701940c9d40d5" providerId="LiveId" clId="{F8A1A48D-1F51-4C0A-881E-3842C30117FF}" dt="2021-02-13T12:35:05.631" v="2534" actId="113"/>
          <ac:spMkLst>
            <pc:docMk/>
            <pc:sldMk cId="214591660" sldId="333"/>
            <ac:spMk id="4" creationId="{794E26FC-83F9-45A0-AF74-FF68854EC923}"/>
          </ac:spMkLst>
        </pc:spChg>
        <pc:spChg chg="del">
          <ac:chgData name="justin.watson@education.wa.edu.au" userId="0bb701940c9d40d5" providerId="LiveId" clId="{F8A1A48D-1F51-4C0A-881E-3842C30117FF}" dt="2021-02-13T12:11:22.481" v="1407"/>
          <ac:spMkLst>
            <pc:docMk/>
            <pc:sldMk cId="214591660" sldId="333"/>
            <ac:spMk id="8" creationId="{2BF2ABC8-4FD6-4B60-92A7-BB3BEE3C1ACA}"/>
          </ac:spMkLst>
        </pc:spChg>
        <pc:spChg chg="add mod">
          <ac:chgData name="justin.watson@education.wa.edu.au" userId="0bb701940c9d40d5" providerId="LiveId" clId="{F8A1A48D-1F51-4C0A-881E-3842C30117FF}" dt="2021-02-13T12:35:11.085" v="2535" actId="113"/>
          <ac:spMkLst>
            <pc:docMk/>
            <pc:sldMk cId="214591660" sldId="333"/>
            <ac:spMk id="11" creationId="{24213A32-D9BB-4CA5-AAB9-838EA8E0F70B}"/>
          </ac:spMkLst>
        </pc:spChg>
        <pc:spChg chg="del">
          <ac:chgData name="justin.watson@education.wa.edu.au" userId="0bb701940c9d40d5" providerId="LiveId" clId="{F8A1A48D-1F51-4C0A-881E-3842C30117FF}" dt="2021-02-13T12:11:22.481" v="1407"/>
          <ac:spMkLst>
            <pc:docMk/>
            <pc:sldMk cId="214591660" sldId="333"/>
            <ac:spMk id="12" creationId="{77D7B666-D5E6-48CE-B26A-FB5E5C34AF90}"/>
          </ac:spMkLst>
        </pc:spChg>
        <pc:spChg chg="del">
          <ac:chgData name="justin.watson@education.wa.edu.au" userId="0bb701940c9d40d5" providerId="LiveId" clId="{F8A1A48D-1F51-4C0A-881E-3842C30117FF}" dt="2021-02-13T12:11:22.481" v="1407"/>
          <ac:spMkLst>
            <pc:docMk/>
            <pc:sldMk cId="214591660" sldId="333"/>
            <ac:spMk id="14" creationId="{F6EE670A-A41A-44AD-BC1C-2090365EB5B3}"/>
          </ac:spMkLst>
        </pc:spChg>
        <pc:picChg chg="mod">
          <ac:chgData name="justin.watson@education.wa.edu.au" userId="0bb701940c9d40d5" providerId="LiveId" clId="{F8A1A48D-1F51-4C0A-881E-3842C30117FF}" dt="2021-02-13T12:34:56.652" v="2533" actId="1076"/>
          <ac:picMkLst>
            <pc:docMk/>
            <pc:sldMk cId="214591660" sldId="333"/>
            <ac:picMk id="6" creationId="{CA91CDB7-1180-4095-BD3C-76C7C90C7486}"/>
          </ac:picMkLst>
        </pc:picChg>
        <pc:cxnChg chg="del">
          <ac:chgData name="justin.watson@education.wa.edu.au" userId="0bb701940c9d40d5" providerId="LiveId" clId="{F8A1A48D-1F51-4C0A-881E-3842C30117FF}" dt="2021-02-13T12:11:22.481" v="1407"/>
          <ac:cxnSpMkLst>
            <pc:docMk/>
            <pc:sldMk cId="214591660" sldId="333"/>
            <ac:cxnSpMk id="10" creationId="{DCD479D3-536C-4161-A6F8-813D30719BFE}"/>
          </ac:cxnSpMkLst>
        </pc:cxnChg>
      </pc:sldChg>
      <pc:sldChg chg="addSp delSp modSp add mod ord">
        <pc:chgData name="justin.watson@education.wa.edu.au" userId="0bb701940c9d40d5" providerId="LiveId" clId="{F8A1A48D-1F51-4C0A-881E-3842C30117FF}" dt="2021-02-13T12:37:29.089" v="2537"/>
        <pc:sldMkLst>
          <pc:docMk/>
          <pc:sldMk cId="2979335565" sldId="334"/>
        </pc:sldMkLst>
        <pc:spChg chg="mod">
          <ac:chgData name="justin.watson@education.wa.edu.au" userId="0bb701940c9d40d5" providerId="LiveId" clId="{F8A1A48D-1F51-4C0A-881E-3842C30117FF}" dt="2021-02-13T12:34:46.752" v="2531" actId="26606"/>
          <ac:spMkLst>
            <pc:docMk/>
            <pc:sldMk cId="2979335565" sldId="334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2:34:46.752" v="2531" actId="26606"/>
          <ac:spMkLst>
            <pc:docMk/>
            <pc:sldMk cId="2979335565" sldId="334"/>
            <ac:spMk id="3" creationId="{D46BA030-F0A1-43A2-A797-43A1FF6BDAE7}"/>
          </ac:spMkLst>
        </pc:spChg>
        <pc:spChg chg="del">
          <ac:chgData name="justin.watson@education.wa.edu.au" userId="0bb701940c9d40d5" providerId="LiveId" clId="{F8A1A48D-1F51-4C0A-881E-3842C30117FF}" dt="2021-02-13T12:34:46.752" v="2531" actId="26606"/>
          <ac:spMkLst>
            <pc:docMk/>
            <pc:sldMk cId="2979335565" sldId="334"/>
            <ac:spMk id="8" creationId="{2BF2ABC8-4FD6-4B60-92A7-BB3BEE3C1ACA}"/>
          </ac:spMkLst>
        </pc:spChg>
        <pc:spChg chg="del">
          <ac:chgData name="justin.watson@education.wa.edu.au" userId="0bb701940c9d40d5" providerId="LiveId" clId="{F8A1A48D-1F51-4C0A-881E-3842C30117FF}" dt="2021-02-13T12:34:46.752" v="2531" actId="26606"/>
          <ac:spMkLst>
            <pc:docMk/>
            <pc:sldMk cId="2979335565" sldId="334"/>
            <ac:spMk id="12" creationId="{77D7B666-D5E6-48CE-B26A-FB5E5C34AF90}"/>
          </ac:spMkLst>
        </pc:spChg>
        <pc:spChg chg="del">
          <ac:chgData name="justin.watson@education.wa.edu.au" userId="0bb701940c9d40d5" providerId="LiveId" clId="{F8A1A48D-1F51-4C0A-881E-3842C30117FF}" dt="2021-02-13T12:34:46.752" v="2531" actId="26606"/>
          <ac:spMkLst>
            <pc:docMk/>
            <pc:sldMk cId="2979335565" sldId="334"/>
            <ac:spMk id="14" creationId="{F6EE670A-A41A-44AD-BC1C-2090365EB5B3}"/>
          </ac:spMkLst>
        </pc:spChg>
        <pc:spChg chg="add">
          <ac:chgData name="justin.watson@education.wa.edu.au" userId="0bb701940c9d40d5" providerId="LiveId" clId="{F8A1A48D-1F51-4C0A-881E-3842C30117FF}" dt="2021-02-13T12:34:46.752" v="2531" actId="26606"/>
          <ac:spMkLst>
            <pc:docMk/>
            <pc:sldMk cId="2979335565" sldId="334"/>
            <ac:spMk id="19" creationId="{BF73E21A-E0BB-47E2-B73B-7B170203FA93}"/>
          </ac:spMkLst>
        </pc:spChg>
        <pc:picChg chg="del">
          <ac:chgData name="justin.watson@education.wa.edu.au" userId="0bb701940c9d40d5" providerId="LiveId" clId="{F8A1A48D-1F51-4C0A-881E-3842C30117FF}" dt="2021-02-13T12:34:21.624" v="2529" actId="478"/>
          <ac:picMkLst>
            <pc:docMk/>
            <pc:sldMk cId="2979335565" sldId="334"/>
            <ac:picMk id="5" creationId="{78CE468C-8D2A-43A2-A5FD-4C983EDA5667}"/>
          </ac:picMkLst>
        </pc:picChg>
        <pc:picChg chg="add mod">
          <ac:chgData name="justin.watson@education.wa.edu.au" userId="0bb701940c9d40d5" providerId="LiveId" clId="{F8A1A48D-1F51-4C0A-881E-3842C30117FF}" dt="2021-02-13T12:34:46.752" v="2531" actId="26606"/>
          <ac:picMkLst>
            <pc:docMk/>
            <pc:sldMk cId="2979335565" sldId="334"/>
            <ac:picMk id="9" creationId="{0124A3FB-D480-4E86-8840-9ABE51CCB5DC}"/>
          </ac:picMkLst>
        </pc:picChg>
        <pc:cxnChg chg="del">
          <ac:chgData name="justin.watson@education.wa.edu.au" userId="0bb701940c9d40d5" providerId="LiveId" clId="{F8A1A48D-1F51-4C0A-881E-3842C30117FF}" dt="2021-02-13T12:34:46.752" v="2531" actId="26606"/>
          <ac:cxnSpMkLst>
            <pc:docMk/>
            <pc:sldMk cId="2979335565" sldId="334"/>
            <ac:cxnSpMk id="10" creationId="{DCD479D3-536C-4161-A6F8-813D30719BFE}"/>
          </ac:cxnSpMkLst>
        </pc:cxnChg>
        <pc:cxnChg chg="add">
          <ac:chgData name="justin.watson@education.wa.edu.au" userId="0bb701940c9d40d5" providerId="LiveId" clId="{F8A1A48D-1F51-4C0A-881E-3842C30117FF}" dt="2021-02-13T12:34:46.752" v="2531" actId="26606"/>
          <ac:cxnSpMkLst>
            <pc:docMk/>
            <pc:sldMk cId="2979335565" sldId="334"/>
            <ac:cxnSpMk id="21" creationId="{B7487363-5661-4FE4-AE64-1549B5C9A54D}"/>
          </ac:cxnSpMkLst>
        </pc:cxnChg>
      </pc:sldChg>
      <pc:sldChg chg="delSp modSp add mod ord delAnim modAnim">
        <pc:chgData name="justin.watson@education.wa.edu.au" userId="0bb701940c9d40d5" providerId="LiveId" clId="{F8A1A48D-1F51-4C0A-881E-3842C30117FF}" dt="2021-02-13T12:39:17.882" v="2596" actId="20577"/>
        <pc:sldMkLst>
          <pc:docMk/>
          <pc:sldMk cId="1431913835" sldId="335"/>
        </pc:sldMkLst>
        <pc:spChg chg="mod">
          <ac:chgData name="justin.watson@education.wa.edu.au" userId="0bb701940c9d40d5" providerId="LiveId" clId="{F8A1A48D-1F51-4C0A-881E-3842C30117FF}" dt="2021-02-13T12:38:51.781" v="2582" actId="20577"/>
          <ac:spMkLst>
            <pc:docMk/>
            <pc:sldMk cId="1431913835" sldId="335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2:39:17.882" v="2596" actId="20577"/>
          <ac:spMkLst>
            <pc:docMk/>
            <pc:sldMk cId="1431913835" sldId="335"/>
            <ac:spMk id="3" creationId="{D46BA030-F0A1-43A2-A797-43A1FF6BDAE7}"/>
          </ac:spMkLst>
        </pc:spChg>
        <pc:spChg chg="del">
          <ac:chgData name="justin.watson@education.wa.edu.au" userId="0bb701940c9d40d5" providerId="LiveId" clId="{F8A1A48D-1F51-4C0A-881E-3842C30117FF}" dt="2021-02-13T12:38:27.553" v="2566" actId="478"/>
          <ac:spMkLst>
            <pc:docMk/>
            <pc:sldMk cId="1431913835" sldId="335"/>
            <ac:spMk id="4" creationId="{794E26FC-83F9-45A0-AF74-FF68854EC923}"/>
          </ac:spMkLst>
        </pc:spChg>
        <pc:spChg chg="mod">
          <ac:chgData name="justin.watson@education.wa.edu.au" userId="0bb701940c9d40d5" providerId="LiveId" clId="{F8A1A48D-1F51-4C0A-881E-3842C30117FF}" dt="2021-02-13T12:39:03.602" v="2593" actId="20577"/>
          <ac:spMkLst>
            <pc:docMk/>
            <pc:sldMk cId="1431913835" sldId="335"/>
            <ac:spMk id="11" creationId="{24213A32-D9BB-4CA5-AAB9-838EA8E0F70B}"/>
          </ac:spMkLst>
        </pc:spChg>
      </pc:sldChg>
      <pc:sldChg chg="addSp delSp modSp add mod ord setBg modAnim delDesignElem">
        <pc:chgData name="justin.watson@education.wa.edu.au" userId="0bb701940c9d40d5" providerId="LiveId" clId="{F8A1A48D-1F51-4C0A-881E-3842C30117FF}" dt="2021-02-13T14:42:44.151" v="2905" actId="20577"/>
        <pc:sldMkLst>
          <pc:docMk/>
          <pc:sldMk cId="2012166009" sldId="336"/>
        </pc:sldMkLst>
        <pc:spChg chg="mod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4:42:07.158" v="2884" actId="20577"/>
          <ac:spMkLst>
            <pc:docMk/>
            <pc:sldMk cId="2012166009" sldId="336"/>
            <ac:spMk id="3" creationId="{D46BA030-F0A1-43A2-A797-43A1FF6BDAE7}"/>
          </ac:spMkLst>
        </pc:spChg>
        <pc:spChg chg="del">
          <ac:chgData name="justin.watson@education.wa.edu.au" userId="0bb701940c9d40d5" providerId="LiveId" clId="{F8A1A48D-1F51-4C0A-881E-3842C30117FF}" dt="2021-02-13T14:27:36.048" v="2599"/>
          <ac:spMkLst>
            <pc:docMk/>
            <pc:sldMk cId="2012166009" sldId="336"/>
            <ac:spMk id="8" creationId="{2BF2ABC8-4FD6-4B60-92A7-BB3BEE3C1ACA}"/>
          </ac:spMkLst>
        </pc:spChg>
        <pc:spChg chg="del">
          <ac:chgData name="justin.watson@education.wa.edu.au" userId="0bb701940c9d40d5" providerId="LiveId" clId="{F8A1A48D-1F51-4C0A-881E-3842C30117FF}" dt="2021-02-13T14:27:36.048" v="2599"/>
          <ac:spMkLst>
            <pc:docMk/>
            <pc:sldMk cId="2012166009" sldId="336"/>
            <ac:spMk id="12" creationId="{77D7B666-D5E6-48CE-B26A-FB5E5C34AF90}"/>
          </ac:spMkLst>
        </pc:spChg>
        <pc:spChg chg="del">
          <ac:chgData name="justin.watson@education.wa.edu.au" userId="0bb701940c9d40d5" providerId="LiveId" clId="{F8A1A48D-1F51-4C0A-881E-3842C30117FF}" dt="2021-02-13T14:27:36.048" v="2599"/>
          <ac:spMkLst>
            <pc:docMk/>
            <pc:sldMk cId="2012166009" sldId="336"/>
            <ac:spMk id="14" creationId="{F6EE670A-A41A-44AD-BC1C-2090365EB5B3}"/>
          </ac:spMkLst>
        </pc:spChg>
        <pc:spChg chg="add mod">
          <ac:chgData name="justin.watson@education.wa.edu.au" userId="0bb701940c9d40d5" providerId="LiveId" clId="{F8A1A48D-1F51-4C0A-881E-3842C30117FF}" dt="2021-02-13T14:42:44.151" v="2905" actId="20577"/>
          <ac:spMkLst>
            <pc:docMk/>
            <pc:sldMk cId="2012166009" sldId="336"/>
            <ac:spMk id="17" creationId="{0579E701-4CC5-4BB8-80B1-A9DE2F71A679}"/>
          </ac:spMkLst>
        </pc:spChg>
        <pc:spChg chg="add del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71" creationId="{A60E76B6-34F8-4E6C-92B8-6F8C71DE3FBC}"/>
          </ac:spMkLst>
        </pc:spChg>
        <pc:spChg chg="add del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73" creationId="{099ED165-830E-4E68-AB64-C96EA50B1D02}"/>
          </ac:spMkLst>
        </pc:spChg>
        <pc:spChg chg="add del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75" creationId="{51FF5BD5-2504-4FF6-B6AC-D06DBDFB7DA9}"/>
          </ac:spMkLst>
        </pc:spChg>
        <pc:spChg chg="add del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77" creationId="{88E98F08-4E7B-411E-AC2A-0419B8E76A72}"/>
          </ac:spMkLst>
        </pc:spChg>
        <pc:spChg chg="add del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79" creationId="{2AD1333C-075B-4963-A1F6-A5D1E1002E12}"/>
          </ac:spMkLst>
        </pc:spChg>
        <pc:spChg chg="add">
          <ac:chgData name="justin.watson@education.wa.edu.au" userId="0bb701940c9d40d5" providerId="LiveId" clId="{F8A1A48D-1F51-4C0A-881E-3842C30117FF}" dt="2021-02-13T14:34:24.194" v="2797" actId="26606"/>
          <ac:spMkLst>
            <pc:docMk/>
            <pc:sldMk cId="2012166009" sldId="336"/>
            <ac:spMk id="135" creationId="{BF73E21A-E0BB-47E2-B73B-7B170203FA93}"/>
          </ac:spMkLst>
        </pc:spChg>
        <pc:picChg chg="del mod ord">
          <ac:chgData name="justin.watson@education.wa.edu.au" userId="0bb701940c9d40d5" providerId="LiveId" clId="{F8A1A48D-1F51-4C0A-881E-3842C30117FF}" dt="2021-02-13T14:34:21.121" v="2796" actId="478"/>
          <ac:picMkLst>
            <pc:docMk/>
            <pc:sldMk cId="2012166009" sldId="336"/>
            <ac:picMk id="5" creationId="{78CE468C-8D2A-43A2-A5FD-4C983EDA5667}"/>
          </ac:picMkLst>
        </pc:picChg>
        <pc:picChg chg="add mod">
          <ac:chgData name="justin.watson@education.wa.edu.au" userId="0bb701940c9d40d5" providerId="LiveId" clId="{F8A1A48D-1F51-4C0A-881E-3842C30117FF}" dt="2021-02-13T14:34:47.589" v="2803" actId="14100"/>
          <ac:picMkLst>
            <pc:docMk/>
            <pc:sldMk cId="2012166009" sldId="336"/>
            <ac:picMk id="5122" creationId="{7EAA2902-9A8C-41AA-B288-4048E132D62A}"/>
          </ac:picMkLst>
        </pc:picChg>
        <pc:cxnChg chg="del">
          <ac:chgData name="justin.watson@education.wa.edu.au" userId="0bb701940c9d40d5" providerId="LiveId" clId="{F8A1A48D-1F51-4C0A-881E-3842C30117FF}" dt="2021-02-13T14:27:36.048" v="2599"/>
          <ac:cxnSpMkLst>
            <pc:docMk/>
            <pc:sldMk cId="2012166009" sldId="336"/>
            <ac:cxnSpMk id="10" creationId="{DCD479D3-536C-4161-A6F8-813D30719BFE}"/>
          </ac:cxnSpMkLst>
        </pc:cxnChg>
        <pc:cxnChg chg="add">
          <ac:chgData name="justin.watson@education.wa.edu.au" userId="0bb701940c9d40d5" providerId="LiveId" clId="{F8A1A48D-1F51-4C0A-881E-3842C30117FF}" dt="2021-02-13T14:34:24.194" v="2797" actId="26606"/>
          <ac:cxnSpMkLst>
            <pc:docMk/>
            <pc:sldMk cId="2012166009" sldId="336"/>
            <ac:cxnSpMk id="137" creationId="{B7487363-5661-4FE4-AE64-1549B5C9A54D}"/>
          </ac:cxnSpMkLst>
        </pc:cxnChg>
      </pc:sldChg>
      <pc:sldChg chg="addSp delSp modSp add mod ord modAnim">
        <pc:chgData name="justin.watson@education.wa.edu.au" userId="0bb701940c9d40d5" providerId="LiveId" clId="{F8A1A48D-1F51-4C0A-881E-3842C30117FF}" dt="2021-02-13T14:51:29.305" v="3000"/>
        <pc:sldMkLst>
          <pc:docMk/>
          <pc:sldMk cId="4098618136" sldId="337"/>
        </pc:sldMkLst>
        <pc:spChg chg="mod">
          <ac:chgData name="justin.watson@education.wa.edu.au" userId="0bb701940c9d40d5" providerId="LiveId" clId="{F8A1A48D-1F51-4C0A-881E-3842C30117FF}" dt="2021-02-13T14:46:27.401" v="2970" actId="20577"/>
          <ac:spMkLst>
            <pc:docMk/>
            <pc:sldMk cId="4098618136" sldId="337"/>
            <ac:spMk id="2" creationId="{7FE10D1C-C52F-4092-B107-E88E506EF141}"/>
          </ac:spMkLst>
        </pc:spChg>
        <pc:spChg chg="mod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3" creationId="{D46BA030-F0A1-43A2-A797-43A1FF6BDAE7}"/>
          </ac:spMkLst>
        </pc:spChg>
        <pc:spChg chg="del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8" creationId="{2BF2ABC8-4FD6-4B60-92A7-BB3BEE3C1ACA}"/>
          </ac:spMkLst>
        </pc:spChg>
        <pc:spChg chg="add mod">
          <ac:chgData name="justin.watson@education.wa.edu.au" userId="0bb701940c9d40d5" providerId="LiveId" clId="{F8A1A48D-1F51-4C0A-881E-3842C30117FF}" dt="2021-02-13T14:50:04.352" v="2978" actId="113"/>
          <ac:spMkLst>
            <pc:docMk/>
            <pc:sldMk cId="4098618136" sldId="337"/>
            <ac:spMk id="11" creationId="{FEF168B3-B270-4709-8171-6EBC243FCA86}"/>
          </ac:spMkLst>
        </pc:spChg>
        <pc:spChg chg="del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12" creationId="{77D7B666-D5E6-48CE-B26A-FB5E5C34AF90}"/>
          </ac:spMkLst>
        </pc:spChg>
        <pc:spChg chg="del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14" creationId="{F6EE670A-A41A-44AD-BC1C-2090365EB5B3}"/>
          </ac:spMkLst>
        </pc:spChg>
        <pc:spChg chg="add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19" creationId="{84DAF2E9-3D88-4759-B4FC-7688C7B9807D}"/>
          </ac:spMkLst>
        </pc:spChg>
        <pc:spChg chg="add mod">
          <ac:chgData name="justin.watson@education.wa.edu.au" userId="0bb701940c9d40d5" providerId="LiveId" clId="{F8A1A48D-1F51-4C0A-881E-3842C30117FF}" dt="2021-02-13T14:50:45.536" v="2985" actId="20577"/>
          <ac:spMkLst>
            <pc:docMk/>
            <pc:sldMk cId="4098618136" sldId="337"/>
            <ac:spMk id="20" creationId="{58FD2289-8386-4488-9F22-3206A5662490}"/>
          </ac:spMkLst>
        </pc:spChg>
        <pc:spChg chg="add mod">
          <ac:chgData name="justin.watson@education.wa.edu.au" userId="0bb701940c9d40d5" providerId="LiveId" clId="{F8A1A48D-1F51-4C0A-881E-3842C30117FF}" dt="2021-02-13T14:51:26.085" v="2999" actId="20577"/>
          <ac:spMkLst>
            <pc:docMk/>
            <pc:sldMk cId="4098618136" sldId="337"/>
            <ac:spMk id="22" creationId="{92C7FD10-9F73-485E-AF40-EB687FD4F0B5}"/>
          </ac:spMkLst>
        </pc:spChg>
        <pc:spChg chg="add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23" creationId="{C1F741F2-E766-4B79-975E-B88C304601D5}"/>
          </ac:spMkLst>
        </pc:spChg>
        <pc:spChg chg="add">
          <ac:chgData name="justin.watson@education.wa.edu.au" userId="0bb701940c9d40d5" providerId="LiveId" clId="{F8A1A48D-1F51-4C0A-881E-3842C30117FF}" dt="2021-02-13T14:45:57.103" v="2962" actId="26606"/>
          <ac:spMkLst>
            <pc:docMk/>
            <pc:sldMk cId="4098618136" sldId="337"/>
            <ac:spMk id="25" creationId="{C8856B9A-BEED-4D80-B2EE-E365024DB062}"/>
          </ac:spMkLst>
        </pc:spChg>
        <pc:picChg chg="del">
          <ac:chgData name="justin.watson@education.wa.edu.au" userId="0bb701940c9d40d5" providerId="LiveId" clId="{F8A1A48D-1F51-4C0A-881E-3842C30117FF}" dt="2021-02-13T14:44:42.024" v="2952" actId="478"/>
          <ac:picMkLst>
            <pc:docMk/>
            <pc:sldMk cId="4098618136" sldId="337"/>
            <ac:picMk id="5" creationId="{78CE468C-8D2A-43A2-A5FD-4C983EDA5667}"/>
          </ac:picMkLst>
        </pc:picChg>
        <pc:picChg chg="add mod ord modCrop">
          <ac:chgData name="justin.watson@education.wa.edu.au" userId="0bb701940c9d40d5" providerId="LiveId" clId="{F8A1A48D-1F51-4C0A-881E-3842C30117FF}" dt="2021-02-13T14:46:07.184" v="2966" actId="27614"/>
          <ac:picMkLst>
            <pc:docMk/>
            <pc:sldMk cId="4098618136" sldId="337"/>
            <ac:picMk id="6" creationId="{2AA239E5-6FBD-4A28-A1AE-CB1226638A37}"/>
          </ac:picMkLst>
        </pc:picChg>
        <pc:picChg chg="add mod modCrop">
          <ac:chgData name="justin.watson@education.wa.edu.au" userId="0bb701940c9d40d5" providerId="LiveId" clId="{F8A1A48D-1F51-4C0A-881E-3842C30117FF}" dt="2021-02-13T14:46:07" v="2964" actId="27614"/>
          <ac:picMkLst>
            <pc:docMk/>
            <pc:sldMk cId="4098618136" sldId="337"/>
            <ac:picMk id="9" creationId="{B750879E-6A8F-4D49-B322-75B8FB82BF79}"/>
          </ac:picMkLst>
        </pc:picChg>
        <pc:cxnChg chg="del">
          <ac:chgData name="justin.watson@education.wa.edu.au" userId="0bb701940c9d40d5" providerId="LiveId" clId="{F8A1A48D-1F51-4C0A-881E-3842C30117FF}" dt="2021-02-13T14:45:57.103" v="2962" actId="26606"/>
          <ac:cxnSpMkLst>
            <pc:docMk/>
            <pc:sldMk cId="4098618136" sldId="337"/>
            <ac:cxnSpMk id="10" creationId="{DCD479D3-536C-4161-A6F8-813D30719BFE}"/>
          </ac:cxnSpMkLst>
        </pc:cxnChg>
        <pc:cxnChg chg="add">
          <ac:chgData name="justin.watson@education.wa.edu.au" userId="0bb701940c9d40d5" providerId="LiveId" clId="{F8A1A48D-1F51-4C0A-881E-3842C30117FF}" dt="2021-02-13T14:45:57.103" v="2962" actId="26606"/>
          <ac:cxnSpMkLst>
            <pc:docMk/>
            <pc:sldMk cId="4098618136" sldId="337"/>
            <ac:cxnSpMk id="21" creationId="{6ADA00DF-825B-4D57-98D5-5A221ED9DFBE}"/>
          </ac:cxnSpMkLst>
        </pc:cxnChg>
        <pc:cxnChg chg="add">
          <ac:chgData name="justin.watson@education.wa.edu.au" userId="0bb701940c9d40d5" providerId="LiveId" clId="{F8A1A48D-1F51-4C0A-881E-3842C30117FF}" dt="2021-02-13T14:45:57.103" v="2962" actId="26606"/>
          <ac:cxnSpMkLst>
            <pc:docMk/>
            <pc:sldMk cId="4098618136" sldId="337"/>
            <ac:cxnSpMk id="27" creationId="{9A8B615B-5846-4F88-99D1-3E781C5F16B0}"/>
          </ac:cxnSpMkLst>
        </pc:cxnChg>
        <pc:cxnChg chg="add">
          <ac:chgData name="justin.watson@education.wa.edu.au" userId="0bb701940c9d40d5" providerId="LiveId" clId="{F8A1A48D-1F51-4C0A-881E-3842C30117FF}" dt="2021-02-13T14:45:57.103" v="2962" actId="26606"/>
          <ac:cxnSpMkLst>
            <pc:docMk/>
            <pc:sldMk cId="4098618136" sldId="337"/>
            <ac:cxnSpMk id="29" creationId="{3E014195-1A85-4E21-9F88-654F38A46F00}"/>
          </ac:cxnSpMkLst>
        </pc:cxnChg>
      </pc:sldChg>
      <pc:sldChg chg="add del">
        <pc:chgData name="justin.watson@education.wa.edu.au" userId="0bb701940c9d40d5" providerId="LiveId" clId="{F8A1A48D-1F51-4C0A-881E-3842C30117FF}" dt="2021-02-13T14:43:52.152" v="2907" actId="2890"/>
        <pc:sldMkLst>
          <pc:docMk/>
          <pc:sldMk cId="4120373188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15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2313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63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373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957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042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0502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966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092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Efficient Subtraction Strategies</a:t>
            </a:r>
            <a:br>
              <a:rPr lang="en-AU" sz="4000" dirty="0"/>
            </a:br>
            <a:r>
              <a:rPr lang="en-AU" sz="4000" dirty="0"/>
              <a:t>EQ: which method is the most efficient way for you to subtract?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070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Negative Numbers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 you use known and unknown information to find perimeter?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AU" sz="2400" dirty="0"/>
              <a:t>	                   Interleave </a:t>
            </a:r>
            <a:br>
              <a:rPr lang="en-AU" sz="2400" dirty="0"/>
            </a:br>
            <a:r>
              <a:rPr lang="en-AU" sz="2400" dirty="0"/>
              <a:t>		Starter questions</a:t>
            </a:r>
            <a:br>
              <a:rPr lang="en-AU" sz="2400" dirty="0"/>
            </a:br>
            <a:br>
              <a:rPr lang="en-AU" sz="2400" dirty="0"/>
            </a:br>
            <a:br>
              <a:rPr lang="en-AU" sz="1600" dirty="0"/>
            </a:br>
            <a:endParaRPr lang="en-AU" sz="1600" dirty="0"/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r="10202" b="-3"/>
          <a:stretch/>
        </p:blipFill>
        <p:spPr>
          <a:xfrm>
            <a:off x="484632" y="484631"/>
            <a:ext cx="5204964" cy="385390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20C0-639D-4900-99CF-7D59859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1740724"/>
            <a:ext cx="5740739" cy="45686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15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AU" sz="1500" b="1" dirty="0">
                <a:latin typeface="Calibri" panose="020F0502020204030204" pitchFamily="34" charset="0"/>
                <a:cs typeface="Calibri" panose="020F0502020204030204" pitchFamily="34" charset="0"/>
              </a:rPr>
              <a:t>COPY AND SOLVE – UNDERLINE KEY WORDS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124, 120, 116, 112,  ___ ,   ____ What are the next two terms?</a:t>
            </a:r>
            <a:r>
              <a:rPr lang="en-AU" sz="2000" dirty="0">
                <a:cs typeface="Calibri" panose="020F0502020204030204" pitchFamily="34" charset="0"/>
              </a:rPr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Choose a sensible metric unit for the following The distance from Bath to London is 179 ___________ The height of the tallest living person is 246 ______________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Mollie watches a film that lasts 130 minutes. It begins at 6:15pm What time does it end?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In a class there are 12 girls and 18 boys. What fraction of the class are girls?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Write the following numbers in order of size. Start with the smallest number. 0.08 0.25 0.81 0.2 0.68</a:t>
            </a:r>
            <a:endParaRPr lang="en-AU" sz="20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AU" sz="2400" dirty="0"/>
              <a:t>	                   Interleave </a:t>
            </a:r>
            <a:br>
              <a:rPr lang="en-AU" sz="2400" dirty="0"/>
            </a:br>
            <a:r>
              <a:rPr lang="en-AU" sz="2400" dirty="0"/>
              <a:t>		Starter questions</a:t>
            </a:r>
            <a:br>
              <a:rPr lang="en-AU" sz="2400" dirty="0"/>
            </a:br>
            <a:br>
              <a:rPr lang="en-AU" sz="2400" dirty="0"/>
            </a:br>
            <a:br>
              <a:rPr lang="en-AU" sz="1600" dirty="0"/>
            </a:br>
            <a:endParaRPr lang="en-AU" sz="1600" dirty="0"/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r="10202" b="-3"/>
          <a:stretch/>
        </p:blipFill>
        <p:spPr>
          <a:xfrm>
            <a:off x="484632" y="484631"/>
            <a:ext cx="5204964" cy="385390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20C0-639D-4900-99CF-7D59859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1740723"/>
            <a:ext cx="5740739" cy="49886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15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AU" sz="1500" b="1" dirty="0">
                <a:latin typeface="Calibri" panose="020F0502020204030204" pitchFamily="34" charset="0"/>
                <a:cs typeface="Calibri" panose="020F0502020204030204" pitchFamily="34" charset="0"/>
              </a:rPr>
              <a:t>COPY AND SOLVE – UNDERLINE KEY WORDS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124, 120, 116, 112,  ___ ,   ____ What are the next two terms?</a:t>
            </a:r>
            <a:r>
              <a:rPr lang="en-AU" sz="2000" dirty="0">
                <a:cs typeface="Calibri" panose="020F0502020204030204" pitchFamily="34" charset="0"/>
              </a:rPr>
              <a:t>. </a:t>
            </a:r>
            <a:r>
              <a:rPr lang="en-AU" sz="2000" dirty="0">
                <a:solidFill>
                  <a:srgbClr val="FF0000"/>
                </a:solidFill>
                <a:cs typeface="Calibri" panose="020F0502020204030204" pitchFamily="34" charset="0"/>
              </a:rPr>
              <a:t>108, 104</a:t>
            </a:r>
            <a:endParaRPr lang="en-AU" sz="2000" dirty="0">
              <a:cs typeface="Calibri" panose="020F050202020403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Choose a sensible metric unit for the following The distance from Bath to London is 179 miles </a:t>
            </a:r>
            <a:r>
              <a:rPr lang="en-US" sz="2000" dirty="0">
                <a:solidFill>
                  <a:srgbClr val="FF0000"/>
                </a:solidFill>
              </a:rPr>
              <a:t>(UK) or km </a:t>
            </a:r>
            <a:r>
              <a:rPr lang="en-US" sz="2000" dirty="0"/>
              <a:t>The height of the tallest living person is 246 </a:t>
            </a:r>
            <a:r>
              <a:rPr lang="en-US" sz="2000" dirty="0" err="1">
                <a:solidFill>
                  <a:srgbClr val="FF0000"/>
                </a:solidFill>
              </a:rPr>
              <a:t>centimetres</a:t>
            </a:r>
            <a:endParaRPr lang="en-US" sz="2000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Mollie watches a film that lasts 130 minutes. It begins at 6:15pm What time does it end? </a:t>
            </a:r>
            <a:r>
              <a:rPr lang="en-US" sz="2000" dirty="0">
                <a:solidFill>
                  <a:srgbClr val="FF0000"/>
                </a:solidFill>
              </a:rPr>
              <a:t>8:25pm</a:t>
            </a:r>
            <a:endParaRPr lang="en-US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In a class there are 12 girls and 18 boys. What fraction of the class are girls? </a:t>
            </a:r>
            <a:r>
              <a:rPr lang="en-US" sz="2000" dirty="0">
                <a:solidFill>
                  <a:srgbClr val="FF0000"/>
                </a:solidFill>
              </a:rPr>
              <a:t>12/30 = 3/10</a:t>
            </a:r>
            <a:endParaRPr lang="en-US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Write the following numbers in order of size. Start with the smallest number. 0.08 0.25 0.81 0.2 0.68 </a:t>
            </a:r>
            <a:r>
              <a:rPr lang="en-AU" sz="2000" dirty="0">
                <a:solidFill>
                  <a:srgbClr val="FF0000"/>
                </a:solidFill>
                <a:cs typeface="Calibri" panose="020F0502020204030204" pitchFamily="34" charset="0"/>
              </a:rPr>
              <a:t>0.08, 0.2, 0.25, 0.68, 0.81</a:t>
            </a:r>
          </a:p>
        </p:txBody>
      </p:sp>
    </p:spTree>
    <p:extLst>
      <p:ext uri="{BB962C8B-B14F-4D97-AF65-F5344CB8AC3E}">
        <p14:creationId xmlns:p14="http://schemas.microsoft.com/office/powerpoint/2010/main" val="1008181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91">
            <a:extLst>
              <a:ext uri="{FF2B5EF4-FFF2-40B4-BE49-F238E27FC236}">
                <a16:creationId xmlns:a16="http://schemas.microsoft.com/office/drawing/2014/main" id="{BF73E21A-E0BB-47E2-B73B-7B170203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FFFFFF"/>
                </a:solidFill>
              </a:rPr>
              <a:t>Origin of the word Subtraction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7487363-5661-4FE4-AE64-1549B5C9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0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"Subtraction" </a:t>
            </a:r>
            <a:r>
              <a:rPr lang="en-US" i="0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is an English word derived from the Latin verb subtrahere, which in turn is a compound of sub "from under" and trahere </a:t>
            </a:r>
            <a:r>
              <a:rPr lang="en-US" b="1" i="0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"to pull". </a:t>
            </a:r>
            <a:r>
              <a:rPr lang="en-US" i="0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Thus, to subtract is to draw from below, or </a:t>
            </a:r>
            <a:r>
              <a:rPr lang="en-US" b="1" i="0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to take away.</a:t>
            </a:r>
          </a:p>
        </p:txBody>
      </p:sp>
      <p:pic>
        <p:nvPicPr>
          <p:cNvPr id="2050" name="Picture 2" descr="Image result for subtract funny">
            <a:extLst>
              <a:ext uri="{FF2B5EF4-FFF2-40B4-BE49-F238E27FC236}">
                <a16:creationId xmlns:a16="http://schemas.microsoft.com/office/drawing/2014/main" id="{271A69D0-B625-48E9-968A-001E2A11B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4849" y="640080"/>
            <a:ext cx="4978222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80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BF73E21A-E0BB-47E2-B73B-7B170203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731" y="292608"/>
            <a:ext cx="3779085" cy="1499616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FFFF"/>
                </a:solidFill>
              </a:rPr>
              <a:t>Subtraction strategies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7487363-5661-4FE4-AE64-1549B5C9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87" y="2084832"/>
            <a:ext cx="4329453" cy="454943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4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understand students may have a way that they subtract numbers and don’t want to change</a:t>
            </a:r>
          </a:p>
          <a:p>
            <a:pPr>
              <a:buFont typeface="Wingdings" panose="05000000000000000000" pitchFamily="2" charset="2"/>
              <a:buChar char="v"/>
            </a:pPr>
            <a:endParaRPr lang="en-AU" sz="45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sz="45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teachers we want to show you all the ways you can practice this skill so you can make an informed decision about the best skill for you</a:t>
            </a:r>
          </a:p>
          <a:p>
            <a:pPr>
              <a:buFont typeface="Wingdings" panose="05000000000000000000" pitchFamily="2" charset="2"/>
              <a:buChar char="v"/>
            </a:pPr>
            <a:endParaRPr lang="en-AU" sz="45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C5AD8D9-4087-4BBA-82A2-B8057CB92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27343" y="585216"/>
            <a:ext cx="6125694" cy="579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73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70">
            <a:extLst>
              <a:ext uri="{FF2B5EF4-FFF2-40B4-BE49-F238E27FC236}">
                <a16:creationId xmlns:a16="http://schemas.microsoft.com/office/drawing/2014/main" id="{BF73E21A-E0BB-47E2-B73B-7B170203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FFFF"/>
                </a:solidFill>
              </a:rPr>
              <a:t>Subtraction strategies</a:t>
            </a:r>
          </a:p>
        </p:txBody>
      </p:sp>
      <p:cxnSp>
        <p:nvCxnSpPr>
          <p:cNvPr id="3077" name="Straight Connector 72">
            <a:extLst>
              <a:ext uri="{FF2B5EF4-FFF2-40B4-BE49-F238E27FC236}">
                <a16:creationId xmlns:a16="http://schemas.microsoft.com/office/drawing/2014/main" id="{B7487363-5661-4FE4-AE64-1549B5C9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 fontScale="92500"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Look at some of these different subtraction strategies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AU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ones look like they would always work? </a:t>
            </a: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you use one of these strategies?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AU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 break down some strategies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Image result for subtraction strategy">
            <a:extLst>
              <a:ext uri="{FF2B5EF4-FFF2-40B4-BE49-F238E27FC236}">
                <a16:creationId xmlns:a16="http://schemas.microsoft.com/office/drawing/2014/main" id="{9433ABDF-3559-43B6-A659-D20B87C8E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9969" y="83977"/>
            <a:ext cx="6012795" cy="670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09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F73E21A-E0BB-47E2-B73B-7B170203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rgbClr val="FFFFFF"/>
                </a:solidFill>
              </a:rPr>
              <a:t>Subtraction strategies – </a:t>
            </a:r>
            <a:br>
              <a:rPr lang="en-AU" sz="3100">
                <a:solidFill>
                  <a:srgbClr val="FFFFFF"/>
                </a:solidFill>
              </a:rPr>
            </a:br>
            <a:r>
              <a:rPr lang="en-AU" sz="3100">
                <a:solidFill>
                  <a:srgbClr val="FFFFFF"/>
                </a:solidFill>
              </a:rPr>
              <a:t>Largest Place Vertical format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7487363-5661-4FE4-AE64-1549B5C9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Instead of subtracting from the right, start from the left and write the number on each line below.. </a:t>
            </a:r>
          </a:p>
          <a:p>
            <a:pPr>
              <a:buFont typeface="Wingdings" panose="05000000000000000000" pitchFamily="2" charset="2"/>
              <a:buChar char="v"/>
            </a:pPr>
            <a:endParaRPr lang="en-AU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worked example to learn how the strategy works</a:t>
            </a:r>
          </a:p>
          <a:p>
            <a:pPr>
              <a:buFont typeface="Wingdings" panose="05000000000000000000" pitchFamily="2" charset="2"/>
              <a:buChar char="v"/>
            </a:pPr>
            <a:endParaRPr lang="en-AU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will use this strategy again in future lessons.</a:t>
            </a:r>
          </a:p>
          <a:p>
            <a:pPr>
              <a:buFont typeface="Wingdings" panose="05000000000000000000" pitchFamily="2" charset="2"/>
              <a:buChar char="v"/>
            </a:pPr>
            <a:endParaRPr lang="en-AU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24A3FB-D480-4E86-8840-9ABE51CCB5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843" t="46820" r="39192" b="20832"/>
          <a:stretch/>
        </p:blipFill>
        <p:spPr>
          <a:xfrm>
            <a:off x="6990046" y="640080"/>
            <a:ext cx="366782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35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28" y="394122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Subtraction strategies - </a:t>
            </a:r>
            <a:br>
              <a:rPr lang="en-AU" dirty="0"/>
            </a:br>
            <a:r>
              <a:rPr lang="en-AU" sz="3200" dirty="0"/>
              <a:t>Vertical format, largest place first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1943099"/>
            <a:ext cx="7229475" cy="478571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347-192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94 – 39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2508 – 1892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2001 – 901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B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407 – 49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230 – 94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 49 – 407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8. 94 – 230                                           </a:t>
            </a:r>
            <a:r>
              <a:rPr lang="en-AU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this method to solve</a:t>
            </a:r>
          </a:p>
          <a:p>
            <a:pPr lvl="8"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91CDB7-1180-4095-BD3C-76C7C90C74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843" t="46820" r="39192" b="20832"/>
          <a:stretch/>
        </p:blipFill>
        <p:spPr>
          <a:xfrm>
            <a:off x="7546869" y="394122"/>
            <a:ext cx="4041842" cy="61435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4E26FC-83F9-45A0-AF74-FF68854EC923}"/>
              </a:ext>
            </a:extLst>
          </p:cNvPr>
          <p:cNvSpPr txBox="1"/>
          <p:nvPr/>
        </p:nvSpPr>
        <p:spPr>
          <a:xfrm>
            <a:off x="3303549" y="2245641"/>
            <a:ext cx="10166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1.155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2. 55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3. 616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4. 1100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13A32-D9BB-4CA5-AAB9-838EA8E0F70B}"/>
              </a:ext>
            </a:extLst>
          </p:cNvPr>
          <p:cNvSpPr txBox="1"/>
          <p:nvPr/>
        </p:nvSpPr>
        <p:spPr>
          <a:xfrm>
            <a:off x="3068556" y="4834720"/>
            <a:ext cx="9605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5. 358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6. 136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7. -358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8. -136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Subtraction strategies – </a:t>
            </a:r>
            <a:br>
              <a:rPr lang="en-AU" dirty="0"/>
            </a:br>
            <a:r>
              <a:rPr lang="en-AU" sz="3200" dirty="0"/>
              <a:t>Horizontal format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Apply the Horizontal Strategy from the addition lesson. Use the worked example to understand how the strategy works. 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Look at your notes if you have forgotten.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will use this strategy again in future lessons.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E468C-8D2A-43A2-A5FD-4C983EDA56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074" t="38928" r="40160" b="44110"/>
          <a:stretch/>
        </p:blipFill>
        <p:spPr>
          <a:xfrm>
            <a:off x="6885385" y="1733136"/>
            <a:ext cx="4471678" cy="334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28" y="394122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Subtraction strategies - </a:t>
            </a:r>
            <a:br>
              <a:rPr lang="en-AU" dirty="0"/>
            </a:br>
            <a:r>
              <a:rPr lang="en-AU" sz="3200" dirty="0"/>
              <a:t>Horizontal format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1943099"/>
            <a:ext cx="7229475" cy="47857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B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9. 407 – 49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10. 230 – 94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11. 49 – 407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12. 94 – 230                                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this method to solve</a:t>
            </a:r>
          </a:p>
          <a:p>
            <a:pPr lvl="8"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91CDB7-1180-4095-BD3C-76C7C90C74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843" t="46820" r="39192" b="20832"/>
          <a:stretch/>
        </p:blipFill>
        <p:spPr>
          <a:xfrm>
            <a:off x="7546869" y="394122"/>
            <a:ext cx="4041842" cy="61435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213A32-D9BB-4CA5-AAB9-838EA8E0F70B}"/>
              </a:ext>
            </a:extLst>
          </p:cNvPr>
          <p:cNvSpPr txBox="1"/>
          <p:nvPr/>
        </p:nvSpPr>
        <p:spPr>
          <a:xfrm>
            <a:off x="3153529" y="2892289"/>
            <a:ext cx="10823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9. 358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10. 136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11. -358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12. -136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1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BF73E21A-E0BB-47E2-B73B-7B170203F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sz="3500">
                <a:solidFill>
                  <a:srgbClr val="FFFFFF"/>
                </a:solidFill>
              </a:rPr>
              <a:t>Subtraction strategies – </a:t>
            </a:r>
            <a:br>
              <a:rPr lang="en-AU" sz="3500">
                <a:solidFill>
                  <a:srgbClr val="FFFFFF"/>
                </a:solidFill>
              </a:rPr>
            </a:br>
            <a:r>
              <a:rPr lang="en-AU" sz="3500">
                <a:solidFill>
                  <a:srgbClr val="FFFFFF"/>
                </a:solidFill>
              </a:rPr>
              <a:t>Number line Strategy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7487363-5661-4FE4-AE64-1549B5C9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pPr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Apply the Number line Strategy by looking at the example and working it through</a:t>
            </a:r>
          </a:p>
          <a:p>
            <a:pPr>
              <a:buFont typeface="Wingdings" panose="05000000000000000000" pitchFamily="2" charset="2"/>
              <a:buChar char="v"/>
            </a:pPr>
            <a:endParaRPr lang="en-AU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attempt the following questions in this method.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921 - 645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1345 - 965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132 - 325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151 - 1298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EAA2902-9A8C-41AA-B288-4048E132D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5381" y="0"/>
            <a:ext cx="72120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79E701-4CC5-4BB8-80B1-A9DE2F71A679}"/>
              </a:ext>
            </a:extLst>
          </p:cNvPr>
          <p:cNvSpPr txBox="1"/>
          <p:nvPr/>
        </p:nvSpPr>
        <p:spPr>
          <a:xfrm>
            <a:off x="3359360" y="4731666"/>
            <a:ext cx="10823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1. 276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2. 380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3. -193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4. -1147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16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DAF2E9-3D88-4759-B4FC-7688C7B9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DA00DF-825B-4D57-98D5-5A221ED9D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1F741F2-E766-4B79-975E-B88C30460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5156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pc="200" dirty="0">
                <a:solidFill>
                  <a:srgbClr val="FFFFFF"/>
                </a:solidFill>
              </a:rPr>
              <a:t>Worded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600" y="4960137"/>
            <a:ext cx="3200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 </a:t>
            </a: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8856B9A-BEED-4D80-B2EE-E365024D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750879E-6A8F-4D49-B322-75B8FB82BF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935" t="30390" r="27075" b="24967"/>
          <a:stretch/>
        </p:blipFill>
        <p:spPr>
          <a:xfrm>
            <a:off x="731288" y="484632"/>
            <a:ext cx="4875741" cy="36021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8B615B-5846-4F88-99D1-3E781C5F1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60141" y="822682"/>
            <a:ext cx="0" cy="292608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AA239E5-6FBD-4A28-A1AE-CB1226638A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617" t="23249" r="25833" b="49076"/>
          <a:stretch/>
        </p:blipFill>
        <p:spPr>
          <a:xfrm>
            <a:off x="6338316" y="1116291"/>
            <a:ext cx="5341140" cy="233886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014195-1A85-4E21-9F88-654F38A46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EF168B3-B270-4709-8171-6EBC243FCA86}"/>
              </a:ext>
            </a:extLst>
          </p:cNvPr>
          <p:cNvSpPr txBox="1"/>
          <p:nvPr/>
        </p:nvSpPr>
        <p:spPr>
          <a:xfrm>
            <a:off x="2604580" y="138588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108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FD2289-8386-4488-9F22-3206A5662490}"/>
              </a:ext>
            </a:extLst>
          </p:cNvPr>
          <p:cNvSpPr txBox="1"/>
          <p:nvPr/>
        </p:nvSpPr>
        <p:spPr>
          <a:xfrm>
            <a:off x="2728405" y="3085822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266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C7FD10-9F73-485E-AF40-EB687FD4F0B5}"/>
              </a:ext>
            </a:extLst>
          </p:cNvPr>
          <p:cNvSpPr txBox="1"/>
          <p:nvPr/>
        </p:nvSpPr>
        <p:spPr>
          <a:xfrm>
            <a:off x="8000492" y="348106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741 units</a:t>
            </a:r>
          </a:p>
        </p:txBody>
      </p:sp>
    </p:spTree>
    <p:extLst>
      <p:ext uri="{BB962C8B-B14F-4D97-AF65-F5344CB8AC3E}">
        <p14:creationId xmlns:p14="http://schemas.microsoft.com/office/powerpoint/2010/main" val="409861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000">
                <a:latin typeface="Calibri" panose="020F0502020204030204" pitchFamily="34" charset="0"/>
                <a:cs typeface="Calibri" panose="020F0502020204030204" pitchFamily="34" charset="0"/>
              </a:rPr>
              <a:t>“NO-ONE IS PERFECT, THAT’S WHY PENCILS HAVE ERASERS”</a:t>
            </a:r>
            <a:endParaRPr lang="en-A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1046</Words>
  <Application>Microsoft Office PowerPoint</Application>
  <PresentationFormat>Widescreen</PresentationFormat>
  <Paragraphs>128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Georgia</vt:lpstr>
      <vt:lpstr>Tw Cen MT</vt:lpstr>
      <vt:lpstr>Tw Cen MT Condensed</vt:lpstr>
      <vt:lpstr>Wingdings</vt:lpstr>
      <vt:lpstr>Wingdings 3</vt:lpstr>
      <vt:lpstr>Integral</vt:lpstr>
      <vt:lpstr>Topic: Efficient Subtraction Strategies EQ: which method is the most efficient way for you to subtract?</vt:lpstr>
      <vt:lpstr>Things Required For This Lesson</vt:lpstr>
      <vt:lpstr>PowerPoint Presentation</vt:lpstr>
      <vt:lpstr>                    Interleave    Starter questions   </vt:lpstr>
      <vt:lpstr>                    Interleave    Starter questions   </vt:lpstr>
      <vt:lpstr>Origin of the word Subtraction</vt:lpstr>
      <vt:lpstr>Subtraction strategies</vt:lpstr>
      <vt:lpstr>Subtraction strategies</vt:lpstr>
      <vt:lpstr>Subtraction strategies –  Largest Place Vertical format</vt:lpstr>
      <vt:lpstr>Subtraction strategies -  Vertical format, largest place first</vt:lpstr>
      <vt:lpstr>Subtraction strategies –  Horizontal format</vt:lpstr>
      <vt:lpstr>Subtraction strategies -  Horizontal format</vt:lpstr>
      <vt:lpstr>Subtraction strategies –  Number line Strategy</vt:lpstr>
      <vt:lpstr>Worded questions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WATSON Justin [Baldivis Secondary College]</cp:lastModifiedBy>
  <cp:revision>7</cp:revision>
  <dcterms:created xsi:type="dcterms:W3CDTF">2021-02-11T13:20:57Z</dcterms:created>
  <dcterms:modified xsi:type="dcterms:W3CDTF">2021-02-14T00:38:44Z</dcterms:modified>
</cp:coreProperties>
</file>