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2"/>
  </p:notesMasterIdLst>
  <p:sldIdLst>
    <p:sldId id="256" r:id="rId2"/>
    <p:sldId id="257" r:id="rId3"/>
    <p:sldId id="311" r:id="rId4"/>
    <p:sldId id="324" r:id="rId5"/>
    <p:sldId id="329" r:id="rId6"/>
    <p:sldId id="335" r:id="rId7"/>
    <p:sldId id="337" r:id="rId8"/>
    <p:sldId id="312" r:id="rId9"/>
    <p:sldId id="336" r:id="rId10"/>
    <p:sldId id="32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A5937-ADAA-4287-94FF-0E690BA2A119}" v="9" dt="2021-02-13T15:09:40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E81A5937-ADAA-4287-94FF-0E690BA2A119}"/>
    <pc:docChg chg="undo custSel addSld delSld modSld sldOrd">
      <pc:chgData name="justin.watson@education.wa.edu.au" userId="0bb701940c9d40d5" providerId="LiveId" clId="{E81A5937-ADAA-4287-94FF-0E690BA2A119}" dt="2021-02-14T00:34:56.679" v="933" actId="403"/>
      <pc:docMkLst>
        <pc:docMk/>
      </pc:docMkLst>
      <pc:sldChg chg="modSp mod">
        <pc:chgData name="justin.watson@education.wa.edu.au" userId="0bb701940c9d40d5" providerId="LiveId" clId="{E81A5937-ADAA-4287-94FF-0E690BA2A119}" dt="2021-02-13T15:05:02.645" v="16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E81A5937-ADAA-4287-94FF-0E690BA2A119}" dt="2021-02-13T15:05:02.645" v="16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delSp modSp add del mod">
        <pc:chgData name="justin.watson@education.wa.edu.au" userId="0bb701940c9d40d5" providerId="LiveId" clId="{E81A5937-ADAA-4287-94FF-0E690BA2A119}" dt="2021-02-13T15:11:03.018" v="330" actId="20577"/>
        <pc:sldMkLst>
          <pc:docMk/>
          <pc:sldMk cId="1717092601" sldId="312"/>
        </pc:sldMkLst>
        <pc:spChg chg="mod">
          <ac:chgData name="justin.watson@education.wa.edu.au" userId="0bb701940c9d40d5" providerId="LiveId" clId="{E81A5937-ADAA-4287-94FF-0E690BA2A119}" dt="2021-02-13T15:11:03.018" v="330" actId="20577"/>
          <ac:spMkLst>
            <pc:docMk/>
            <pc:sldMk cId="1717092601" sldId="312"/>
            <ac:spMk id="2" creationId="{7FE10D1C-C52F-4092-B107-E88E506EF141}"/>
          </ac:spMkLst>
        </pc:spChg>
        <pc:spChg chg="mod">
          <ac:chgData name="justin.watson@education.wa.edu.au" userId="0bb701940c9d40d5" providerId="LiveId" clId="{E81A5937-ADAA-4287-94FF-0E690BA2A119}" dt="2021-02-13T15:10:21.012" v="322" actId="20577"/>
          <ac:spMkLst>
            <pc:docMk/>
            <pc:sldMk cId="1717092601" sldId="312"/>
            <ac:spMk id="3" creationId="{D46BA030-F0A1-43A2-A797-43A1FF6BDAE7}"/>
          </ac:spMkLst>
        </pc:spChg>
        <pc:picChg chg="del">
          <ac:chgData name="justin.watson@education.wa.edu.au" userId="0bb701940c9d40d5" providerId="LiveId" clId="{E81A5937-ADAA-4287-94FF-0E690BA2A119}" dt="2021-02-13T15:07:48.090" v="174" actId="478"/>
          <ac:picMkLst>
            <pc:docMk/>
            <pc:sldMk cId="1717092601" sldId="312"/>
            <ac:picMk id="5" creationId="{7CDAF9F3-FFA8-4571-BF7E-9F52F04F64A9}"/>
          </ac:picMkLst>
        </pc:picChg>
      </pc:sldChg>
      <pc:sldChg chg="del">
        <pc:chgData name="justin.watson@education.wa.edu.au" userId="0bb701940c9d40d5" providerId="LiveId" clId="{E81A5937-ADAA-4287-94FF-0E690BA2A119}" dt="2021-02-14T00:25:56.238" v="742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E81A5937-ADAA-4287-94FF-0E690BA2A119}" dt="2021-02-14T00:25:58.942" v="743" actId="47"/>
        <pc:sldMkLst>
          <pc:docMk/>
          <pc:sldMk cId="825816745" sldId="318"/>
        </pc:sldMkLst>
      </pc:sldChg>
      <pc:sldChg chg="addSp delSp modSp mod">
        <pc:chgData name="justin.watson@education.wa.edu.au" userId="0bb701940c9d40d5" providerId="LiveId" clId="{E81A5937-ADAA-4287-94FF-0E690BA2A119}" dt="2021-02-14T00:30:00.253" v="761" actId="14100"/>
        <pc:sldMkLst>
          <pc:docMk/>
          <pc:sldMk cId="1628318043" sldId="325"/>
        </pc:sldMkLst>
        <pc:spChg chg="mod">
          <ac:chgData name="justin.watson@education.wa.edu.au" userId="0bb701940c9d40d5" providerId="LiveId" clId="{E81A5937-ADAA-4287-94FF-0E690BA2A119}" dt="2021-02-14T00:29:48.804" v="758" actId="6549"/>
          <ac:spMkLst>
            <pc:docMk/>
            <pc:sldMk cId="1628318043" sldId="325"/>
            <ac:spMk id="2" creationId="{7FE10D1C-C52F-4092-B107-E88E506EF141}"/>
          </ac:spMkLst>
        </pc:spChg>
        <pc:spChg chg="del">
          <ac:chgData name="justin.watson@education.wa.edu.au" userId="0bb701940c9d40d5" providerId="LiveId" clId="{E81A5937-ADAA-4287-94FF-0E690BA2A119}" dt="2021-02-14T00:29:18.594" v="753" actId="478"/>
          <ac:spMkLst>
            <pc:docMk/>
            <pc:sldMk cId="1628318043" sldId="325"/>
            <ac:spMk id="3" creationId="{D46BA030-F0A1-43A2-A797-43A1FF6BDAE7}"/>
          </ac:spMkLst>
        </pc:spChg>
        <pc:spChg chg="add mod">
          <ac:chgData name="justin.watson@education.wa.edu.au" userId="0bb701940c9d40d5" providerId="LiveId" clId="{E81A5937-ADAA-4287-94FF-0E690BA2A119}" dt="2021-02-14T00:29:18.594" v="753" actId="478"/>
          <ac:spMkLst>
            <pc:docMk/>
            <pc:sldMk cId="1628318043" sldId="325"/>
            <ac:spMk id="5" creationId="{E947B9E2-CA76-4652-B6B9-B5704FD065E3}"/>
          </ac:spMkLst>
        </pc:spChg>
        <pc:picChg chg="add mod modCrop">
          <ac:chgData name="justin.watson@education.wa.edu.au" userId="0bb701940c9d40d5" providerId="LiveId" clId="{E81A5937-ADAA-4287-94FF-0E690BA2A119}" dt="2021-02-14T00:30:00.253" v="761" actId="14100"/>
          <ac:picMkLst>
            <pc:docMk/>
            <pc:sldMk cId="1628318043" sldId="325"/>
            <ac:picMk id="7" creationId="{EA54CD3B-68EE-4910-9CDB-4F38852F6B91}"/>
          </ac:picMkLst>
        </pc:picChg>
      </pc:sldChg>
      <pc:sldChg chg="del">
        <pc:chgData name="justin.watson@education.wa.edu.au" userId="0bb701940c9d40d5" providerId="LiveId" clId="{E81A5937-ADAA-4287-94FF-0E690BA2A119}" dt="2021-02-14T00:25:54.431" v="741" actId="47"/>
        <pc:sldMkLst>
          <pc:docMk/>
          <pc:sldMk cId="3718335312" sldId="326"/>
        </pc:sldMkLst>
      </pc:sldChg>
      <pc:sldChg chg="modSp mod">
        <pc:chgData name="justin.watson@education.wa.edu.au" userId="0bb701940c9d40d5" providerId="LiveId" clId="{E81A5937-ADAA-4287-94FF-0E690BA2A119}" dt="2021-02-14T00:34:56.679" v="933" actId="403"/>
        <pc:sldMkLst>
          <pc:docMk/>
          <pc:sldMk cId="3372573047" sldId="327"/>
        </pc:sldMkLst>
        <pc:spChg chg="mod">
          <ac:chgData name="justin.watson@education.wa.edu.au" userId="0bb701940c9d40d5" providerId="LiveId" clId="{E81A5937-ADAA-4287-94FF-0E690BA2A119}" dt="2021-02-14T00:34:56.679" v="933" actId="403"/>
          <ac:spMkLst>
            <pc:docMk/>
            <pc:sldMk cId="3372573047" sldId="327"/>
            <ac:spMk id="5" creationId="{F2A5B7C2-6C39-4AFA-9B5D-C3F3C81B941B}"/>
          </ac:spMkLst>
        </pc:spChg>
      </pc:sldChg>
      <pc:sldChg chg="add del ord setBg">
        <pc:chgData name="justin.watson@education.wa.edu.au" userId="0bb701940c9d40d5" providerId="LiveId" clId="{E81A5937-ADAA-4287-94FF-0E690BA2A119}" dt="2021-02-13T15:16:20.517" v="376"/>
        <pc:sldMkLst>
          <pc:docMk/>
          <pc:sldMk cId="3579800331" sldId="329"/>
        </pc:sldMkLst>
      </pc:sldChg>
      <pc:sldChg chg="modSp add mod">
        <pc:chgData name="justin.watson@education.wa.edu.au" userId="0bb701940c9d40d5" providerId="LiveId" clId="{E81A5937-ADAA-4287-94FF-0E690BA2A119}" dt="2021-02-14T00:26:57.059" v="752" actId="20577"/>
        <pc:sldMkLst>
          <pc:docMk/>
          <pc:sldMk cId="501886735" sldId="330"/>
        </pc:sldMkLst>
        <pc:spChg chg="mod">
          <ac:chgData name="justin.watson@education.wa.edu.au" userId="0bb701940c9d40d5" providerId="LiveId" clId="{E81A5937-ADAA-4287-94FF-0E690BA2A119}" dt="2021-02-14T00:26:57.059" v="752" actId="20577"/>
          <ac:spMkLst>
            <pc:docMk/>
            <pc:sldMk cId="501886735" sldId="330"/>
            <ac:spMk id="3" creationId="{D46BA030-F0A1-43A2-A797-43A1FF6BDAE7}"/>
          </ac:spMkLst>
        </pc:spChg>
      </pc:sldChg>
      <pc:sldChg chg="add del">
        <pc:chgData name="justin.watson@education.wa.edu.au" userId="0bb701940c9d40d5" providerId="LiveId" clId="{E81A5937-ADAA-4287-94FF-0E690BA2A119}" dt="2021-02-13T15:06:14.462" v="172" actId="2890"/>
        <pc:sldMkLst>
          <pc:docMk/>
          <pc:sldMk cId="2502344541" sldId="330"/>
        </pc:sldMkLst>
      </pc:sldChg>
      <pc:sldChg chg="modSp add mod">
        <pc:chgData name="justin.watson@education.wa.edu.au" userId="0bb701940c9d40d5" providerId="LiveId" clId="{E81A5937-ADAA-4287-94FF-0E690BA2A119}" dt="2021-02-13T15:14:18.814" v="374" actId="20577"/>
        <pc:sldMkLst>
          <pc:docMk/>
          <pc:sldMk cId="24780093" sldId="331"/>
        </pc:sldMkLst>
        <pc:spChg chg="mod">
          <ac:chgData name="justin.watson@education.wa.edu.au" userId="0bb701940c9d40d5" providerId="LiveId" clId="{E81A5937-ADAA-4287-94FF-0E690BA2A119}" dt="2021-02-13T15:14:18.814" v="374" actId="20577"/>
          <ac:spMkLst>
            <pc:docMk/>
            <pc:sldMk cId="24780093" sldId="331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E81A5937-ADAA-4287-94FF-0E690BA2A119}" dt="2021-02-13T15:30:21.047" v="738" actId="207"/>
        <pc:sldMkLst>
          <pc:docMk/>
          <pc:sldMk cId="4125169928" sldId="332"/>
        </pc:sldMkLst>
        <pc:spChg chg="mod">
          <ac:chgData name="justin.watson@education.wa.edu.au" userId="0bb701940c9d40d5" providerId="LiveId" clId="{E81A5937-ADAA-4287-94FF-0E690BA2A119}" dt="2021-02-13T15:30:21.047" v="738" actId="207"/>
          <ac:spMkLst>
            <pc:docMk/>
            <pc:sldMk cId="4125169928" sldId="33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E81A5937-ADAA-4287-94FF-0E690BA2A119}" dt="2021-02-13T15:25:49.709" v="647" actId="20577"/>
        <pc:sldMkLst>
          <pc:docMk/>
          <pc:sldMk cId="2007102231" sldId="333"/>
        </pc:sldMkLst>
        <pc:spChg chg="mod">
          <ac:chgData name="justin.watson@education.wa.edu.au" userId="0bb701940c9d40d5" providerId="LiveId" clId="{E81A5937-ADAA-4287-94FF-0E690BA2A119}" dt="2021-02-13T15:25:49.709" v="647" actId="20577"/>
          <ac:spMkLst>
            <pc:docMk/>
            <pc:sldMk cId="2007102231" sldId="333"/>
            <ac:spMk id="3" creationId="{D46BA030-F0A1-43A2-A797-43A1FF6BDAE7}"/>
          </ac:spMkLst>
        </pc:spChg>
      </pc:sldChg>
      <pc:sldChg chg="addSp modSp add mod">
        <pc:chgData name="justin.watson@education.wa.edu.au" userId="0bb701940c9d40d5" providerId="LiveId" clId="{E81A5937-ADAA-4287-94FF-0E690BA2A119}" dt="2021-02-13T15:28:08.992" v="735" actId="20577"/>
        <pc:sldMkLst>
          <pc:docMk/>
          <pc:sldMk cId="1160826736" sldId="334"/>
        </pc:sldMkLst>
        <pc:spChg chg="mod">
          <ac:chgData name="justin.watson@education.wa.edu.au" userId="0bb701940c9d40d5" providerId="LiveId" clId="{E81A5937-ADAA-4287-94FF-0E690BA2A119}" dt="2021-02-13T15:24:23.433" v="535" actId="20577"/>
          <ac:spMkLst>
            <pc:docMk/>
            <pc:sldMk cId="1160826736" sldId="334"/>
            <ac:spMk id="3" creationId="{D46BA030-F0A1-43A2-A797-43A1FF6BDAE7}"/>
          </ac:spMkLst>
        </pc:spChg>
        <pc:graphicFrameChg chg="add mod modGraphic">
          <ac:chgData name="justin.watson@education.wa.edu.au" userId="0bb701940c9d40d5" providerId="LiveId" clId="{E81A5937-ADAA-4287-94FF-0E690BA2A119}" dt="2021-02-13T15:28:08.992" v="735" actId="20577"/>
          <ac:graphicFrameMkLst>
            <pc:docMk/>
            <pc:sldMk cId="1160826736" sldId="334"/>
            <ac:graphicFrameMk id="4" creationId="{94198B29-C62D-45E7-8DD9-A0D05632F97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15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66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err="1" smtClean="0"/>
              <a:t>Topic:Fractions</a:t>
            </a:r>
            <a:r>
              <a:rPr lang="en-AU" sz="4000" dirty="0" smtClean="0"/>
              <a:t>, decimals &amp; percentages</a:t>
            </a:r>
            <a:r>
              <a:rPr lang="en-AU" sz="4000" dirty="0"/>
              <a:t/>
            </a:r>
            <a:br>
              <a:rPr lang="en-AU" sz="4000" dirty="0"/>
            </a:br>
            <a:r>
              <a:rPr lang="en-AU" sz="4000" dirty="0"/>
              <a:t>EQ: How do </a:t>
            </a:r>
            <a:r>
              <a:rPr lang="en-AU" sz="4000" dirty="0" smtClean="0"/>
              <a:t>you convert between Fractions, decimals and Percentages?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387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Fractions, decimals and percentages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 smtClean="0"/>
              <a:t>How </a:t>
            </a:r>
            <a:r>
              <a:rPr lang="en-AU" sz="2400" dirty="0"/>
              <a:t>do you convert between Fractions, </a:t>
            </a:r>
            <a:r>
              <a:rPr lang="en-AU" sz="2400" dirty="0" smtClean="0"/>
              <a:t>Decimals </a:t>
            </a:r>
            <a:r>
              <a:rPr lang="en-AU" sz="2400" dirty="0"/>
              <a:t>and Percentages?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AU" sz="2400" dirty="0"/>
              <a:t>Interleave Questions set </a:t>
            </a:r>
            <a:r>
              <a:rPr lang="en-AU" sz="2400" dirty="0" smtClean="0"/>
              <a:t>3</a:t>
            </a: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 smtClean="0"/>
              <a:t>page 134</a:t>
            </a:r>
            <a:r>
              <a:rPr lang="en-AU" sz="1600" dirty="0"/>
              <a:t/>
            </a:r>
            <a:br>
              <a:rPr lang="en-AU" sz="1600" dirty="0"/>
            </a:br>
            <a:endParaRPr lang="en-AU" sz="1600" dirty="0"/>
          </a:p>
        </p:txBody>
      </p:sp>
      <p:pic>
        <p:nvPicPr>
          <p:cNvPr id="9" name="Picture 8" descr="Toy plastic numbers">
            <a:extLst>
              <a:ext uri="{FF2B5EF4-FFF2-40B4-BE49-F238E27FC236}">
                <a16:creationId xmlns:a16="http://schemas.microsoft.com/office/drawing/2014/main" id="{52FEC1ED-9D5D-4D09-AE41-D945ECB78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r="10202" b="-3"/>
          <a:stretch/>
        </p:blipFill>
        <p:spPr>
          <a:xfrm>
            <a:off x="484632" y="484631"/>
            <a:ext cx="5204964" cy="3853905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20C0-639D-4900-99CF-7D59859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728" y="1740724"/>
            <a:ext cx="5740739" cy="4568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5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endParaRPr lang="en-AU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C7447-DB0A-4B81-AE03-DFA98075600B}"/>
              </a:ext>
            </a:extLst>
          </p:cNvPr>
          <p:cNvSpPr txBox="1"/>
          <p:nvPr/>
        </p:nvSpPr>
        <p:spPr>
          <a:xfrm>
            <a:off x="1524332" y="509729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/>
            </a:r>
            <a:br>
              <a:rPr lang="en-AU" sz="1800" dirty="0"/>
            </a:br>
            <a:endParaRPr lang="en-G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202" y="2082417"/>
            <a:ext cx="9222920" cy="184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6" cy="1499616"/>
          </a:xfrm>
        </p:spPr>
        <p:txBody>
          <a:bodyPr>
            <a:normAutofit/>
          </a:bodyPr>
          <a:lstStyle/>
          <a:p>
            <a:r>
              <a:rPr lang="en-AU" dirty="0" smtClean="0"/>
              <a:t>Explore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6" cy="402336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1. How many </a:t>
            </a:r>
            <a:r>
              <a:rPr lang="en-A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cents 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are in each dollar?</a:t>
            </a: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2. How many </a:t>
            </a:r>
            <a:r>
              <a:rPr lang="en-A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cent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imetres are in each metre?</a:t>
            </a: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3. How many years are in each </a:t>
            </a:r>
            <a:r>
              <a:rPr lang="en-A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cent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ury?</a:t>
            </a: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4. What do you think per</a:t>
            </a:r>
            <a:r>
              <a:rPr lang="en-A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cent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 means?</a:t>
            </a: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per</a:t>
            </a:r>
            <a:r>
              <a:rPr lang="en-A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cent 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is equal to one whole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0813" y="307717"/>
            <a:ext cx="4465213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%</a:t>
            </a:r>
          </a:p>
          <a:p>
            <a:pPr algn="ctr"/>
            <a:r>
              <a:rPr lang="en-US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$</a:t>
            </a:r>
          </a:p>
          <a:p>
            <a:pPr algn="ctr"/>
            <a:r>
              <a:rPr lang="en-US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cm</a:t>
            </a:r>
          </a:p>
          <a:p>
            <a:pPr algn="ctr"/>
            <a:r>
              <a:rPr lang="en-US" sz="9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</a:t>
            </a:r>
            <a:endParaRPr lang="en-US" sz="9600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980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387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Fractions, decimals and percentages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 smtClean="0"/>
              <a:t>How </a:t>
            </a:r>
            <a:r>
              <a:rPr lang="en-AU" sz="2400" dirty="0"/>
              <a:t>do you convert between Fractions, </a:t>
            </a:r>
            <a:r>
              <a:rPr lang="en-AU" sz="2400" dirty="0" smtClean="0"/>
              <a:t>Decimals </a:t>
            </a:r>
            <a:r>
              <a:rPr lang="en-AU" sz="2400" dirty="0"/>
              <a:t>and Percentages?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86075" y="1275594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percentage?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0181" y="1474839"/>
            <a:ext cx="506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Percentage is “per” “century”. It is a score out of 100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117521" y="2661714"/>
            <a:ext cx="2117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</a:t>
            </a:r>
            <a:r>
              <a:rPr lang="en-AU" dirty="0" smtClean="0"/>
              <a:t>do we </a:t>
            </a:r>
            <a:r>
              <a:rPr lang="en-AU" dirty="0" smtClean="0"/>
              <a:t>convert </a:t>
            </a:r>
            <a:r>
              <a:rPr lang="en-AU" dirty="0" smtClean="0"/>
              <a:t>percentages and decimals?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2516199" y="2734829"/>
            <a:ext cx="80395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you think of percentage as cents and decimals as dollars the conversion is the same.</a:t>
            </a:r>
          </a:p>
          <a:p>
            <a:r>
              <a:rPr lang="en-AU" dirty="0" smtClean="0"/>
              <a:t>EXAMPLE: $1=100 cents, 100%=1</a:t>
            </a:r>
            <a:br>
              <a:rPr lang="en-AU" dirty="0" smtClean="0"/>
            </a:br>
            <a:r>
              <a:rPr lang="en-AU" dirty="0" smtClean="0"/>
              <a:t>50 cents is $0.50, so 50% is 0.5 as a decimal. </a:t>
            </a:r>
          </a:p>
          <a:p>
            <a:r>
              <a:rPr lang="en-AU" dirty="0" smtClean="0"/>
              <a:t>(Decimal to Percentage times by 100, percentage to decimal divide by 100)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3728" y="4324833"/>
            <a:ext cx="2368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convert between Fractions and percentages?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2598646" y="4485117"/>
            <a:ext cx="860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Percentage is a score out of 100, so to convert to a fraction we put it over 100 and simplify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12349" y="5766708"/>
            <a:ext cx="192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Fraction to decimal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649940" y="5711596"/>
            <a:ext cx="7852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 the numerator by the denominator (top divided by the bottom of the fraction)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029" y="644434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LHS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48" y="1402080"/>
            <a:ext cx="8375458" cy="2162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47703" y="5251269"/>
            <a:ext cx="3525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is on page 18 of your text 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289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 smtClean="0"/>
              <a:t>Copy and complete the table</a:t>
            </a: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1877687"/>
                  </p:ext>
                </p:extLst>
              </p:nvPr>
            </p:nvGraphicFramePr>
            <p:xfrm>
              <a:off x="727675" y="2279632"/>
              <a:ext cx="6465606" cy="37501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5202">
                      <a:extLst>
                        <a:ext uri="{9D8B030D-6E8A-4147-A177-3AD203B41FA5}">
                          <a16:colId xmlns:a16="http://schemas.microsoft.com/office/drawing/2014/main" val="3173716711"/>
                        </a:ext>
                      </a:extLst>
                    </a:gridCol>
                    <a:gridCol w="2155202">
                      <a:extLst>
                        <a:ext uri="{9D8B030D-6E8A-4147-A177-3AD203B41FA5}">
                          <a16:colId xmlns:a16="http://schemas.microsoft.com/office/drawing/2014/main" val="3622435540"/>
                        </a:ext>
                      </a:extLst>
                    </a:gridCol>
                    <a:gridCol w="2155202">
                      <a:extLst>
                        <a:ext uri="{9D8B030D-6E8A-4147-A177-3AD203B41FA5}">
                          <a16:colId xmlns:a16="http://schemas.microsoft.com/office/drawing/2014/main" val="777356397"/>
                        </a:ext>
                      </a:extLst>
                    </a:gridCol>
                  </a:tblGrid>
                  <a:tr h="411876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Decimal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Percentage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Fraction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0060360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6842342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75%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1727110"/>
                      </a:ext>
                    </a:extLst>
                  </a:tr>
                  <a:tr h="671978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5071829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60%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4217487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204677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80%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1476835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3429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1877687"/>
                  </p:ext>
                </p:extLst>
              </p:nvPr>
            </p:nvGraphicFramePr>
            <p:xfrm>
              <a:off x="727675" y="2279632"/>
              <a:ext cx="6465606" cy="37501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5202">
                      <a:extLst>
                        <a:ext uri="{9D8B030D-6E8A-4147-A177-3AD203B41FA5}">
                          <a16:colId xmlns:a16="http://schemas.microsoft.com/office/drawing/2014/main" val="3173716711"/>
                        </a:ext>
                      </a:extLst>
                    </a:gridCol>
                    <a:gridCol w="2155202">
                      <a:extLst>
                        <a:ext uri="{9D8B030D-6E8A-4147-A177-3AD203B41FA5}">
                          <a16:colId xmlns:a16="http://schemas.microsoft.com/office/drawing/2014/main" val="3622435540"/>
                        </a:ext>
                      </a:extLst>
                    </a:gridCol>
                    <a:gridCol w="2155202">
                      <a:extLst>
                        <a:ext uri="{9D8B030D-6E8A-4147-A177-3AD203B41FA5}">
                          <a16:colId xmlns:a16="http://schemas.microsoft.com/office/drawing/2014/main" val="777356397"/>
                        </a:ext>
                      </a:extLst>
                    </a:gridCol>
                  </a:tblGrid>
                  <a:tr h="411876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Decimal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Percentage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Fraction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0060360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6842342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75%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1727110"/>
                      </a:ext>
                    </a:extLst>
                  </a:tr>
                  <a:tr h="671978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82" t="-187387" r="-1130" b="-274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5071829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60%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4217487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204677"/>
                      </a:ext>
                    </a:extLst>
                  </a:tr>
                  <a:tr h="411876"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80%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1476835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82" t="-522000" r="-1130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3429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1709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Worded problems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1" y="1858409"/>
            <a:ext cx="6905625" cy="1428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263" y="3358025"/>
            <a:ext cx="5514975" cy="1285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329" y="5003755"/>
            <a:ext cx="7286625" cy="15335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-78377" y="3222171"/>
            <a:ext cx="12340046" cy="64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0" y="4911634"/>
            <a:ext cx="12279086" cy="92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“Good, better, best.</a:t>
            </a: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Never let it rest,</a:t>
            </a: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until your good is better,</a:t>
            </a: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 and your better is best”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2313</TotalTime>
  <Words>417</Words>
  <Application>Microsoft Office PowerPoint</Application>
  <PresentationFormat>Widescreen</PresentationFormat>
  <Paragraphs>72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Topic:Fractions, decimals &amp; percentages EQ: How do you convert between Fractions, decimals and Percentages?</vt:lpstr>
      <vt:lpstr>Things Required For This Lesson</vt:lpstr>
      <vt:lpstr>PowerPoint Presentation</vt:lpstr>
      <vt:lpstr>Interleave Questions set 3  page 134 </vt:lpstr>
      <vt:lpstr>Explore</vt:lpstr>
      <vt:lpstr>PowerPoint Presentation</vt:lpstr>
      <vt:lpstr>PowerPoint Presentation</vt:lpstr>
      <vt:lpstr>Copy and complete the table</vt:lpstr>
      <vt:lpstr>Worded problems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MORGAN Adam [Baldivis Secondary College]</cp:lastModifiedBy>
  <cp:revision>19</cp:revision>
  <dcterms:created xsi:type="dcterms:W3CDTF">2021-02-11T13:20:57Z</dcterms:created>
  <dcterms:modified xsi:type="dcterms:W3CDTF">2021-02-17T08:28:00Z</dcterms:modified>
</cp:coreProperties>
</file>