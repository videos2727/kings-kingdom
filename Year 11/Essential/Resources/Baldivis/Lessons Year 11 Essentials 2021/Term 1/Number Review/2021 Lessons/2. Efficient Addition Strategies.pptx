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14"/>
  </p:notesMasterIdLst>
  <p:sldIdLst>
    <p:sldId id="256" r:id="rId2"/>
    <p:sldId id="257" r:id="rId3"/>
    <p:sldId id="311" r:id="rId4"/>
    <p:sldId id="320" r:id="rId5"/>
    <p:sldId id="312" r:id="rId6"/>
    <p:sldId id="318" r:id="rId7"/>
    <p:sldId id="321" r:id="rId8"/>
    <p:sldId id="322" r:id="rId9"/>
    <p:sldId id="313" r:id="rId10"/>
    <p:sldId id="314" r:id="rId11"/>
    <p:sldId id="315" r:id="rId12"/>
    <p:sldId id="32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1" autoAdjust="0"/>
    <p:restoredTop sz="75396" autoAdjust="0"/>
  </p:normalViewPr>
  <p:slideViewPr>
    <p:cSldViewPr snapToGrid="0">
      <p:cViewPr>
        <p:scale>
          <a:sx n="74" d="100"/>
          <a:sy n="74" d="100"/>
        </p:scale>
        <p:origin x="426"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26.770"/>
    </inkml:context>
    <inkml:brush xml:id="br0">
      <inkml:brushProperty name="width" value="0.05" units="cm"/>
      <inkml:brushProperty name="height" value="0.05" units="cm"/>
      <inkml:brushProperty name="color" value="#AB008B"/>
    </inkml:brush>
  </inkml:definitions>
  <inkml:trace contextRef="#ctx0" brushRef="#br0">23 13 14511 0 0,'0'0'1706'0'0,"-2"-12"8101"0"0,11 109-8379 0 0,6 37 143 0 0,-8-98-1496 0 0,-4-16-59 0 0,0-2-1 0 0,2 1 0 0 0,12 33 0 0 0,-12-43-15 0 0,1-1 0 0 0,-2-2 16 0 0,-3-4 168 0 0,10-4 7 0 0,-7 1-179 0 0,0 0 1 0 0,0-1-1 0 0,-1 1 1 0 0,1-1-1 0 0,-1 1 1 0 0,1-1-1 0 0,-1 0 1 0 0,0 0-1 0 0,4-3 1 0 0,27-27 182 0 0,-2 2-126 0 0,-4 7-3 0 0,-19 14-45 0 0,2 1 0 0 0,-1 0 0 0 0,1 0 0 0 0,1 1 0 0 0,12-6 0 0 0,-7 7-5 0 0,0 0 0 0 0,0 1 0 0 0,0 1 0 0 0,0 1-1 0 0,1 0 1 0 0,-1 1 0 0 0,1 1 0 0 0,0 1 0 0 0,28 2 0 0 0,-11 3-3 0 0,-1 1 0 0 0,1 2 1 0 0,49 18-1 0 0,-50-14-114 0 0,0 2-1 0 0,59 33 1 0 0,-82-40 78 0 0,-1 0-1 0 0,0 1 1 0 0,0 0-1 0 0,-1 0 1 0 0,0 1 0 0 0,0 1-1 0 0,-1-1 1 0 0,0 1 0 0 0,-1 1-1 0 0,0-1 1 0 0,-1 1-1 0 0,6 12 1 0 0,-7-10 72 0 0,-1 0 0 0 0,0 1 0 0 0,-1-1-1 0 0,0 1 1 0 0,-1 0 0 0 0,-1 0 0 0 0,0 26 0 0 0,-2-20 18 0 0,-1-1 1 0 0,-1 0 0 0 0,0 0 0 0 0,-1 0 0 0 0,-8 20-1 0 0,5-19-65 0 0,0 0-1 0 0,-1-1 0 0 0,-1 0 0 0 0,-1-1 0 0 0,-1 0 0 0 0,0 0 1 0 0,-2-1-1 0 0,-24 27 0 0 0,23-30 12 0 0,0 0 0 0 0,0-1-1 0 0,-2-1 1 0 0,1-1 0 0 0,-1 0 0 0 0,-1-1 0 0 0,0 0-1 0 0,-1-2 1 0 0,-19 7 0 0 0,8-5-37 0 0,0-2 0 0 0,-1-1 0 0 0,0-2 0 0 0,0 0 0 0 0,-1-3 0 0 0,1 0 0 0 0,-1-2 0 0 0,-54-6 0 0 0,52 1-152 0 0,-1 0-1 0 0,2-3 1 0 0,-56-19 0 0 0,75 22-84 0 0,0-1 0 0 0,0-1 1 0 0,1 0-1 0 0,0 0 1 0 0,0-1-1 0 0,1-1 1 0 0,0 0-1 0 0,0-1 1 0 0,1 0-1 0 0,0 0 1 0 0,-12-18-1 0 0,9 6-1707 0 0,4-2-4115 0 0,2-1-1929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27.478"/>
    </inkml:context>
    <inkml:brush xml:id="br0">
      <inkml:brushProperty name="width" value="0.05" units="cm"/>
      <inkml:brushProperty name="height" value="0.05" units="cm"/>
      <inkml:brushProperty name="color" value="#AB008B"/>
    </inkml:brush>
  </inkml:definitions>
  <inkml:trace contextRef="#ctx0" brushRef="#br0">0 98 8287 0 0,'0'0'20927'0'0,"2"1"-20742"0"0,38 4 120 0 0,22-8 988 0 0,-36 1-1198 0 0,46 3 1 0 0,-7 5-21 0 0,1-4 0 0 0,0-2-1 0 0,124-17 1 0 0,26-30-182 0 0,-36 6 67 0 0,-155 38 183 0 0,-15 4-146 0 0,-1 3-73 0 0,-7-3-22 0 0,3 6-2862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34.992"/>
    </inkml:context>
    <inkml:brush xml:id="br0">
      <inkml:brushProperty name="width" value="0.05" units="cm"/>
      <inkml:brushProperty name="height" value="0.05" units="cm"/>
      <inkml:brushProperty name="color" value="#AB008B"/>
    </inkml:brush>
  </inkml:definitions>
  <inkml:trace contextRef="#ctx0" brushRef="#br0">477 66 1375 0 0,'0'0'2119'0'0,"10"-5"4677"0"0,2-11-4145 0 0,15-19 6446 0 0,-26 32-8569 0 0,0-4 3562 0 0,-11 9-3634 0 0,2 0-246 0 0,0-1 0 0 0,0 1 0 0 0,0 0 0 0 0,0 1-1 0 0,0 0 1 0 0,1 0 0 0 0,-9 6 0 0 0,-5 5-25 0 0,1 1 0 0 0,0 1 0 0 0,2 1 0 0 0,-26 29 0 0 0,14-9 22 0 0,-38 59 0 0 0,-16 49 105 0 0,69-111-217 0 0,-20 69 1 0 0,21-58-66 0 0,-17 67 10 0 0,11-33-16 0 0,13-54-11 0 0,1 0 0 0 0,1 0 0 0 0,1 1 0 0 0,2 0 0 0 0,0 0 0 0 0,2-1 0 0 0,1 1 0 0 0,6 39 0 0 0,-6-58-8 0 0,1 1-1 0 0,0-1 1 0 0,0 0-1 0 0,1 0 1 0 0,0 0-1 0 0,1 0 1 0 0,-1 0-1 0 0,1-1 1 0 0,0 1-1 0 0,1-1 1 0 0,0 0-1 0 0,0 0 1 0 0,0-1-1 0 0,0 1 0 0 0,1-1 1 0 0,0-1-1 0 0,0 1 1 0 0,1-1-1 0 0,-1 0 1 0 0,1 0-1 0 0,0-1 1 0 0,0 0-1 0 0,0 0 1 0 0,0 0-1 0 0,0-1 1 0 0,1 0-1 0 0,-1-1 1 0 0,1 0-1 0 0,-1 0 1 0 0,9 0-1 0 0,13-1-4 0 0,-1-1 0 0 0,53-9 0 0 0,54-21 0 0 0,-112 25-6 0 0,-1-2 0 0 0,-1-1 0 0 0,1 0 0 0 0,-1-2 0 0 0,-1 0 0 0 0,0-2 1 0 0,-1 0-1 0 0,33-29 0 0 0,-47 37-8 0 0,0-1 1 0 0,0 0-1 0 0,0 0 0 0 0,-1 0 1 0 0,0 0-1 0 0,0-1 1 0 0,-1 1-1 0 0,0-1 0 0 0,0 0 1 0 0,0 0-1 0 0,-1 0 1 0 0,0 0-1 0 0,-1-1 1 0 0,1 1-1 0 0,-1 0 0 0 0,-1-1 1 0 0,1 1-1 0 0,-2-14 1 0 0,0 10 8 0 0,-1 1 1 0 0,0-1 0 0 0,0 1-1 0 0,-1-1 1 0 0,-1 1 0 0 0,0 0-1 0 0,0 0 1 0 0,-1 0-1 0 0,0 1 1 0 0,0-1 0 0 0,-1 1-1 0 0,-10-11 1 0 0,8 12 4 0 0,-1 0 0 0 0,0 1 0 0 0,0 0 0 0 0,-1 1 0 0 0,1 0 0 0 0,-1 0 0 0 0,-1 1 0 0 0,1 1 0 0 0,-1-1 0 0 0,0 2 0 0 0,-19-5 0 0 0,19 6 3 0 0,0 1 0 0 0,0 1 0 0 0,1-1 0 0 0,-1 2 0 0 0,0 0 0 0 0,0 0 0 0 0,-18 5 0 0 0,13-2 15 0 0,0 1 1 0 0,1 1 0 0 0,0 0 0 0 0,-22 13-1 0 0,11-3 0 0 0,-1 2 0 0 0,2 1-1 0 0,1 1 1 0 0,0 1-1 0 0,-28 33 1 0 0,39-39 17 0 0,1 0 0 0 0,0 1 0 0 0,1 1 0 0 0,1 0 0 0 0,1 1 0 0 0,0 0 0 0 0,1 0 0 0 0,1 0 0 0 0,-8 34 0 0 0,14-46-80 0 0,1 1 0 0 0,-1-1-1 0 0,1 1 1 0 0,0-1 0 0 0,1 1-1 0 0,0 0 1 0 0,0-1 0 0 0,0 1-1 0 0,4 9 1 0 0,-4-14-34 0 0,0 1 1 0 0,1-1-1 0 0,-1 0 1 0 0,1 1-1 0 0,0-1 0 0 0,0 0 1 0 0,0 0-1 0 0,0-1 1 0 0,0 1-1 0 0,0 0 0 0 0,0-1 1 0 0,0 1-1 0 0,1-1 1 0 0,-1 1-1 0 0,1-1 0 0 0,-1 0 1 0 0,1 0-1 0 0,-1 0 1 0 0,1-1-1 0 0,0 1 0 0 0,5 0 1 0 0,-4-1-187 0 0,1-1 0 0 0,0 1 0 0 0,0-1 0 0 0,0 0 1 0 0,0 0-1 0 0,-1-1 0 0 0,1 1 0 0 0,-1-1 0 0 0,1 0 0 0 0,6-4 0 0 0,9-6-988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35.758"/>
    </inkml:context>
    <inkml:brush xml:id="br0">
      <inkml:brushProperty name="width" value="0.05" units="cm"/>
      <inkml:brushProperty name="height" value="0.05" units="cm"/>
      <inkml:brushProperty name="color" value="#AB008B"/>
    </inkml:brush>
  </inkml:definitions>
  <inkml:trace contextRef="#ctx0" brushRef="#br0">59 52 9215 0 0,'0'0'707'0'0,"-17"0"1218"0"0,-24 4 16195 0 0,67-6-17828 0 0,-1-1 0 0 0,1-1 1 0 0,31-9-1 0 0,14-3-437 0 0,40 0 228 0 0,-91 15-83 0 0,-1 0-1 0 0,1 1 0 0 0,32 5 0 0 0,-31-3 1 0 0,-9-1 0 0 0,0 1 0 0 0,12 3 0 0 0,-21-4 0 0 0,-1 0 0 0 0,1 0 0 0 0,-1 0 0 0 0,1 0 0 0 0,0 0 0 0 0,-1 0 0 0 0,0 1 0 0 0,1-1 0 0 0,-1 1 0 0 0,0 0 0 0 0,0 0 0 0 0,0 0 0 0 0,0 0 0 0 0,2 2 0 0 0,-3-2 0 0 0,0 0 0 0 0,1-1 0 0 0,-1 1 0 0 0,0 0 0 0 0,0 0 0 0 0,0 0 0 0 0,0 0 0 0 0,-1 0 0 0 0,1 0 0 0 0,0 0 0 0 0,-1 0 0 0 0,1 4 0 0 0,0 1 0 0 0,0 5 0 0 0,0 1 0 0 0,-1 0 0 0 0,-1-1 1 0 0,1 1-1 0 0,-5 15 0 0 0,2-1 10 0 0,-3 30 29 0 0,-5 33 0 0 0,2 166 0 0 0,13-98-38 0 0,-2-22-13 0 0,-1-70-82 0 0,-2-38-198 0 0,7 55 1 0 0,-6-81 148 0 0,4 14-391 0 0,7-34-6496 0 0,-5 5 5561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36.087"/>
    </inkml:context>
    <inkml:brush xml:id="br0">
      <inkml:brushProperty name="width" value="0.05" units="cm"/>
      <inkml:brushProperty name="height" value="0.05" units="cm"/>
      <inkml:brushProperty name="color" value="#AB008B"/>
    </inkml:brush>
  </inkml:definitions>
  <inkml:trace contextRef="#ctx0" brushRef="#br0">80 107 2303 0 0,'-2'0'102'0'0,"-35"-11"-457"0"0,-3 0 26715 0 0,41 10-26028 0 0,7-2-143 0 0,0 0 0 0 0,0 1 1 0 0,1 0-1 0 0,-1 0 0 0 0,13 0 0 0 0,9-2 102 0 0,10-1-108 0 0,48-1-1 0 0,-17 2-169 0 0,101-17 3 0 0,-13 0-1484 0 0,-132 17 154 0 0,-11 0-6623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37.495"/>
    </inkml:context>
    <inkml:brush xml:id="br0">
      <inkml:brushProperty name="width" value="0.05" units="cm"/>
      <inkml:brushProperty name="height" value="0.05" units="cm"/>
      <inkml:brushProperty name="color" value="#AB008B"/>
    </inkml:brush>
  </inkml:definitions>
  <inkml:trace contextRef="#ctx0" brushRef="#br0">25 1 7831 0 0,'0'0'11986'0'0,"-8"1"-7733"0"0,6 1-4036 0 0,0 0 0 0 0,1 1-1 0 0,-1-1 1 0 0,1 0 0 0 0,-1 1 0 0 0,1-1 0 0 0,0 1 0 0 0,0 0 0 0 0,0-1-1 0 0,1 1 1 0 0,-1 0 0 0 0,1 0 0 0 0,-1 0 0 0 0,1-1 0 0 0,0 5 0 0 0,0 6 55 0 0,1 0 0 0 0,2 14 0 0 0,-1-18-70 0 0,26 135 1002 0 0,9 53-725 0 0,-3-23-1046 0 0,-30-143-3229 0 0,-4-29 2588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37.843"/>
    </inkml:context>
    <inkml:brush xml:id="br0">
      <inkml:brushProperty name="width" value="0.05" units="cm"/>
      <inkml:brushProperty name="height" value="0.05" units="cm"/>
      <inkml:brushProperty name="color" value="#AB008B"/>
    </inkml:brush>
  </inkml:definitions>
  <inkml:trace contextRef="#ctx0" brushRef="#br0">76 41 11055 0 0,'-1'2'506'0'0,"-9"4"-293"0"0,0-1 0 0 0,0 0 1 0 0,-12 5-1 0 0,0 3 15656 0 0,28-11-15576 0 0,-1 0-201 0 0,1-1 0 0 0,-1 0 0 0 0,1 0-1 0 0,-1-1 1 0 0,1 1 0 0 0,0-1 0 0 0,6-1-1 0 0,7 0 43 0 0,26-2-21 0 0,0-1 0 0 0,69-17 0 0 0,-40 6-225 0 0,215-25-4321 0 0,-223 35 1214 0 0,-37 5 1487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38.426"/>
    </inkml:context>
    <inkml:brush xml:id="br0">
      <inkml:brushProperty name="width" value="0.05" units="cm"/>
      <inkml:brushProperty name="height" value="0.05" units="cm"/>
      <inkml:brushProperty name="color" value="#AB008B"/>
    </inkml:brush>
  </inkml:definitions>
  <inkml:trace contextRef="#ctx0" brushRef="#br0">76 1 10135 0 0,'0'0'919'0'0,"-9"0"1446"0"0,-18 3 6604 0 0,25-2-7862 0 0,0-1-948 0 0,0 1-1 0 0,0 0 1 0 0,1-1-1 0 0,-1 1 1 0 0,0 0-1 0 0,0 0 1 0 0,0 1-1 0 0,1-1 1 0 0,-1 0-1 0 0,1 0 1 0 0,-1 1-1 0 0,1-1 1 0 0,-1 1-1 0 0,1-1 1 0 0,0 1-1 0 0,0 0 1 0 0,-1 0-1 0 0,1-1 1 0 0,1 1-1 0 0,-1 0 1 0 0,0 0-1 0 0,0 0 1 0 0,1 0-1 0 0,-1 0 1 0 0,1 0-1 0 0,-1 0 1 0 0,1 3-1 0 0,-1 7 233 0 0,0 1 0 0 0,1 0 0 0 0,2 17 0 0 0,-1-14-130 0 0,20 229 1115 0 0,-2-37-1114 0 0,-15-170-236 0 0,11 44 0 0 0,0-6-11 0 0,-9-32-65 0 0,3 0 1 0 0,1-1-1 0 0,25 62 0 0 0,-35-104 60 0 0,0 0-71 0 0,0 0-1 0 0,1 0 1 0 0,-1 0-1 0 0,0 0 0 0 0,1 0 1 0 0,-1 0-1 0 0,1 0 0 0 0,-1 0 1 0 0,1 0-1 0 0,0 0 0 0 0,-1 0 1 0 0,1 0-1 0 0,0 0 1 0 0,0 0-1 0 0,0-1 0 0 0,-1 1 1 0 0,1 0-1 0 0,0-1 0 0 0,0 1 1 0 0,0 0-1 0 0,0-1 0 0 0,0 0 1 0 0,0 1-1 0 0,0-1 1 0 0,0 1-1 0 0,1-1 0 0 0,-1 0 1 0 0,0 0-1 0 0,0 0 0 0 0,0 1 1 0 0,0-1-1 0 0,2-1 0 0 0,-2 1-110 0 0,0 0-1 0 0,0 0 1 0 0,0-1 0 0 0,0 1-1 0 0,-1-1 1 0 0,1 1-1 0 0,0 0 1 0 0,0-1-1 0 0,0 0 1 0 0,-1 1-1 0 0,1-1 1 0 0,0 1-1 0 0,-1-1 1 0 0,1 0-1 0 0,-1 0 1 0 0,2 0 0 0 0,8-15-6117 0 0,-4 4-3044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39.276"/>
    </inkml:context>
    <inkml:brush xml:id="br0">
      <inkml:brushProperty name="width" value="0.05" units="cm"/>
      <inkml:brushProperty name="height" value="0.05" units="cm"/>
      <inkml:brushProperty name="color" value="#AB008B"/>
    </inkml:brush>
  </inkml:definitions>
  <inkml:trace contextRef="#ctx0" brushRef="#br0">668 168 14887 0 0,'0'0'1350'0'0,"-2"-2"-1110"0"0,-20-26 3411 0 0,-19-25 2440 0 0,11 21-4780 0 0,24 27-1208 0 0,0-1 1 0 0,-1 1-1 0 0,1 1 0 0 0,-1-1 1 0 0,0 1-1 0 0,0 0 0 0 0,-1 1 1 0 0,1 0-1 0 0,-1 0 1 0 0,0 0-1 0 0,0 1 0 0 0,0 0 1 0 0,0 1-1 0 0,0 0 0 0 0,0 0 1 0 0,0 1-1 0 0,0 0 1 0 0,-1 0-1 0 0,-11 2 0 0 0,5 1-47 0 0,0 0-1 0 0,0 1 1 0 0,0 1-1 0 0,1 0 0 0 0,0 1 1 0 0,0 0-1 0 0,0 1 0 0 0,1 1 1 0 0,-20 14-1 0 0,-67 60 110 0 0,85-67-151 0 0,0 1 0 0 0,1 0 0 0 0,1 1 0 0 0,-12 20 0 0 0,13-18-7 0 0,1 0 0 0 0,1 1 0 0 0,1 0-1 0 0,-9 28 1 0 0,16-41-5 0 0,1 1 0 0 0,-1-1-1 0 0,1 1 1 0 0,1 0 0 0 0,-1-1-1 0 0,1 1 1 0 0,1 7 0 0 0,0-10-2 0 0,0 0 1 0 0,0-1-1 0 0,0 1 0 0 0,1-1 1 0 0,-1 1-1 0 0,1-1 1 0 0,0 0-1 0 0,0 0 0 0 0,1 0 1 0 0,-1 0-1 0 0,1 0 1 0 0,5 5-1 0 0,-4-5-7 0 0,0-1-1 0 0,0 1 0 0 0,1-1 1 0 0,-1 0-1 0 0,1-1 1 0 0,0 1-1 0 0,0-1 1 0 0,0 0-1 0 0,0 0 1 0 0,0-1-1 0 0,0 1 1 0 0,0-1-1 0 0,1 0 1 0 0,9 0-1 0 0,5 0-44 0 0,-1-1 1 0 0,34-5-1 0 0,-35 2 4 0 0,-1-1 1 0 0,0 0-1 0 0,0-1 0 0 0,25-12 1 0 0,-10 2-81 0 0,38-25-1 0 0,-52 28 29 0 0,0 0 0 0 0,0-1-1 0 0,-2-1 1 0 0,23-22 0 0 0,-34 30 73 0 0,0 1 1 0 0,0-1 0 0 0,-1 0-1 0 0,0-1 1 0 0,0 1 0 0 0,-1-1-1 0 0,0 1 1 0 0,0-1 0 0 0,0 0-1 0 0,-1 0 1 0 0,0-1 0 0 0,0 1-1 0 0,-1 0 1 0 0,0-1 0 0 0,0 1-1 0 0,-1-12 1 0 0,-1 13 28 0 0,0-16 133 0 0,-1 0 1 0 0,-5-24-1 0 0,6 44 521 0 0,0-3 437 0 0,10 41-832 0 0,8 69 0 0 0,-6 42 147 0 0,-3-30-287 0 0,39 264-121 0 0,-21-238-16 0 0,-26-142-64 0 0,9-5-2105 0 0,-4 0 1558 0 0,0 0 1 0 0,0-1 0 0 0,-1 1-1 0 0,1-1 1 0 0,-1 0 0 0 0,-1 0-1 0 0,1 0 1 0 0,3-7-1 0 0,4-8-8190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40.075"/>
    </inkml:context>
    <inkml:brush xml:id="br0">
      <inkml:brushProperty name="width" value="0.05" units="cm"/>
      <inkml:brushProperty name="height" value="0.05" units="cm"/>
      <inkml:brushProperty name="color" value="#AB008B"/>
    </inkml:brush>
  </inkml:definitions>
  <inkml:trace contextRef="#ctx0" brushRef="#br0">539 284 11055 0 0,'0'-1'852'0'0,"-7"-137"11413"0"0,7 130-11899 0 0,-1 0-1 0 0,1 0 0 0 0,-1 0 0 0 0,-1 0 0 0 0,1 0 0 0 0,-1 1 0 0 0,-1-1 0 0 0,-4-11 1 0 0,5 15-252 0 0,0 0 0 0 0,-1 0 0 0 0,1 1 0 0 0,-1-1 0 0 0,0 0 0 0 0,0 1 0 0 0,0 0 0 0 0,-1 0 0 0 0,1 0 0 0 0,-1 0 0 0 0,0 0 0 0 0,1 1 0 0 0,-1-1 1 0 0,0 1-1 0 0,-1 0 0 0 0,-4-1 0 0 0,1 0-68 0 0,-1 1 1 0 0,-1 0-1 0 0,1 1 1 0 0,0 0-1 0 0,0 0 1 0 0,0 1 0 0 0,-1 0-1 0 0,1 1 1 0 0,0 0-1 0 0,0 0 1 0 0,0 1-1 0 0,0 1 1 0 0,-12 3-1 0 0,1 2 64 0 0,1 0 0 0 0,-1 2 0 0 0,2 0 0 0 0,-31 21 0 0 0,33-18-110 0 0,0 0 0 0 0,1 0 0 0 0,0 1 0 0 0,1 1 0 0 0,1 1 0 0 0,1 0 0 0 0,0 0 0 0 0,0 1 0 0 0,2 1 0 0 0,1 0 0 0 0,0 0 0 0 0,1 1 0 0 0,1 0 0 0 0,-9 37 0 0 0,14-49-7 0 0,1 1 1 0 0,0 0-1 0 0,1 0 0 0 0,0 0 0 0 0,0 0 0 0 0,1 0 1 0 0,-1 0-1 0 0,2 0 0 0 0,-1 0 0 0 0,1-1 1 0 0,1 1-1 0 0,-1-1 0 0 0,6 11 0 0 0,-6-13 1 0 0,2 0 0 0 0,-1 0 0 0 0,0 0 0 0 0,1 0 0 0 0,0 0-1 0 0,0-1 1 0 0,1 0 0 0 0,-1 1 0 0 0,1-2 0 0 0,0 1 0 0 0,0-1 0 0 0,0 1-1 0 0,1-1 1 0 0,-1-1 0 0 0,1 1 0 0 0,-1-1 0 0 0,12 3 0 0 0,1-1-20 0 0,-1-1 0 0 0,1-1 1 0 0,0-1-1 0 0,0-1 1 0 0,-1 0-1 0 0,1-1 0 0 0,31-7 1 0 0,-19 2-63 0 0,-1-2 0 0 0,0-1 0 0 0,47-22 1 0 0,-61 24 17 0 0,0-1 0 0 0,-1-1 0 0 0,-1 0 0 0 0,1-1 1 0 0,-1 0-1 0 0,-1-1 0 0 0,21-24 0 0 0,-27 27 33 0 0,-1 1 0 0 0,-1-1 0 0 0,1-1 0 0 0,-1 1 0 0 0,-1-1 0 0 0,0 1 0 0 0,0-1-1 0 0,-1 0 1 0 0,0 0 0 0 0,0-1 0 0 0,0-17 0 0 0,-1 6 130 0 0,-2 0-1 0 0,0 1 0 0 0,-1-1 1 0 0,-7-25-1 0 0,6 35 302 0 0,3 11-388 0 0,0 0 1 0 0,0 0-1 0 0,0 0 1 0 0,0 0-1 0 0,0 0 1 0 0,0 1-1 0 0,0-1 1 0 0,0 0-1 0 0,0 0 1 0 0,0 0-1 0 0,0 0 1 0 0,0 0-1 0 0,0 0 1 0 0,0 0-1 0 0,0 0 1 0 0,0 0-1 0 0,0 0 1 0 0,0 0-1 0 0,0 0 1 0 0,0 0-1 0 0,-1 0 1 0 0,1 0-1 0 0,0 0 1 0 0,0 0-1 0 0,0 0 1 0 0,0 0-1 0 0,0 0 1 0 0,0 0-1 0 0,0 0 1 0 0,0 1-1 0 0,0-1 1 0 0,0 0-1 0 0,0 0 1 0 0,0 0-1 0 0,0 0 1 0 0,0 0-1 0 0,0 0 1 0 0,0 0-1 0 0,0 0 1 0 0,0 0-1 0 0,0 0 1 0 0,0 0-1 0 0,-1 0 1 0 0,1 0-1 0 0,0 0 1 0 0,0 0-1 0 0,0 0 1 0 0,0 0-1 0 0,0 0 1 0 0,0 0-1 0 0,0 0 1 0 0,0-1-1 0 0,0 1 1 0 0,0 0-1 0 0,0 0 1 0 0,0 0-1 0 0,0 0 1 0 0,0 0-1 0 0,0 0 1 0 0,0 0-1 0 0,0 0 1 0 0,0 0-1 0 0,0 0 1 0 0,0 0-1 0 0,0 0 1 0 0,0 0-1 0 0,0 0 1 0 0,0 0-1 0 0,-1 0 1 0 0,-1 19 647 0 0,1-7-718 0 0,-13 108 585 0 0,3 177 1 0 0,41 87-304 0 0,-20-298-175 0 0,-6-65-70 0 0,2 7-44 0 0,-7-2-3063 0 0,-7-26 735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41.826"/>
    </inkml:context>
    <inkml:brush xml:id="br0">
      <inkml:brushProperty name="width" value="0.05" units="cm"/>
      <inkml:brushProperty name="height" value="0.05" units="cm"/>
      <inkml:brushProperty name="color" value="#AB008B"/>
    </inkml:brush>
  </inkml:definitions>
  <inkml:trace contextRef="#ctx0" brushRef="#br0">15 168 1375 0 0,'-7'9'20120'0'0,"4"-5"-19655"0"0,-2 9 7521 0 0,6-9-8285 0 0,0-2 426 0 0,0-1-6 0 0,5 2-58 0 0,-1-1 1 0 0,1 1-1 0 0,0-1 0 0 0,-1 0 0 0 0,1-1 0 0 0,0 1 1 0 0,0-1-1 0 0,0 0 0 0 0,0-1 0 0 0,0 1 1 0 0,1-1-1 0 0,-1 0 0 0 0,8-2 0 0 0,112-7 280 0 0,-31 8-115 0 0,50-5-212 0 0,-81 3 32 0 0,17-5-52 0 0,26-1 85 0 0,-80 9-48 0 0,12-1 48 0 0,51 7 0 0 0,-47-1-110 0 0,0-2-1 0 0,47-3 1 0 0,34-4 146 0 0,17-6-36 0 0,-71 3-23 0 0,360-19 134 0 0,-327 19-128 0 0,4 3-53 0 0,43-3 84 0 0,-83 6-73 0 0,65-7-22 0 0,14 0 46 0 0,57-2 47 0 0,-61 4-59 0 0,2 0-15 0 0,70 1 45 0 0,-17-8 2 0 0,-194 12-68 0 0,231-16 143 0 0,-197 15-103 0 0,-12 1-23 0 0,26 1-1 0 0,210-1-14 0 0,-183-2 0 0 0,100-8 0 0 0,51 0 0 0 0,-153 9 0 0 0,53 2 0 0 0,-101 0 0 0 0,37-3 0 0 0,19 0 0 0 0,-71 3 0 0 0,25-4 0 0 0,-26 2 0 0 0,0 1 0 0 0,14 0 0 0 0,5 1 0 0 0,34-4 0 0 0,-51 3 0 0 0,4 2 0 0 0,-13 0 0 0 0,-1-1 0 0 0,0 0 0 0 0,0 1 0 0 0,0-2 0 0 0,0 1 0 0 0,0 0 0 0 0,6-2 0 0 0,-7 1 0 0 0,15-1 0 0 0,2 3 0 0 0,9 3 0 0 0,-18-2 0 0 0,0 1 0 0 0,3 1 0 0 0,-12-4 0 0 0,12 8 0 0 0,-6-4-27 0 0,-6-3-111 0 0,-2 1-504 0 0,7 17-426 0 0,-7-17 463 0 0,-2 10-1836 0 0,-3 2 442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43.264"/>
    </inkml:context>
    <inkml:brush xml:id="br0">
      <inkml:brushProperty name="width" value="0.05" units="cm"/>
      <inkml:brushProperty name="height" value="0.05" units="cm"/>
      <inkml:brushProperty name="color" value="#AB008B"/>
    </inkml:brush>
  </inkml:definitions>
  <inkml:trace contextRef="#ctx0" brushRef="#br0">680 122 8287 0 0,'0'0'5506'0'0,"0"-2"-3933"0"0,-3-20 1641 0 0,2 13-2372 0 0,0 0-1 0 0,-1 0 1 0 0,1 0 0 0 0,-2 1 0 0 0,-3-11-1 0 0,5 16-701 0 0,0 1-1 0 0,0 0 1 0 0,-1 0-1 0 0,1 0 1 0 0,-1 0-1 0 0,1 0 1 0 0,-1 0-1 0 0,0 0 1 0 0,1 1-1 0 0,-1-1 1 0 0,0 0-1 0 0,0 1 1 0 0,0 0-1 0 0,-1-1 1 0 0,1 1-1 0 0,0 0 1 0 0,0 0-1 0 0,-1 0 1 0 0,1 1-1 0 0,0-1 1 0 0,-1 0-1 0 0,1 1 1 0 0,-1-1-1 0 0,-2 1 1 0 0,-3 0 28 0 0,-1 0 1 0 0,1 1-1 0 0,0 0 0 0 0,-1 0 1 0 0,1 1-1 0 0,0 0 1 0 0,0 1-1 0 0,-13 5 0 0 0,2 1 48 0 0,1 0-1 0 0,-24 17 0 0 0,-3 6-37 0 0,1 3 0 0 0,2 1 0 0 0,-47 51 0 0 0,68-64-151 0 0,0 0 0 0 0,2 1 1 0 0,0 1-1 0 0,-27 52 0 0 0,26-36 6 0 0,2 1 0 0 0,1 1 0 0 0,-17 73 0 0 0,30-95-15 0 0,1-1 0 0 0,1 1 0 0 0,1 1 1 0 0,1 22-1 0 0,1-30-12 0 0,1 1 0 0 0,0-1-1 0 0,1 0 1 0 0,1 0 0 0 0,0-1 0 0 0,12 26 0 0 0,-12-31-3 0 0,1 1-1 0 0,0-1 1 0 0,0 0-1 0 0,1-1 1 0 0,0 1-1 0 0,1-1 1 0 0,0 0-1 0 0,10 8 1 0 0,-5-6 5 0 0,0-2 0 0 0,0 1 0 0 0,1-1 1 0 0,0-1-1 0 0,15 6 0 0 0,-1-4 4 0 0,1 0 0 0 0,0-2 0 0 0,0 0 0 0 0,1-3 0 0 0,31 2 0 0 0,-14-5-94 0 0,-1-1 1 0 0,1-3-1 0 0,0-1 1 0 0,73-19-1 0 0,-107 21 48 0 0,1-1-1 0 0,-1 0 1 0 0,0-1 0 0 0,0 0 0 0 0,0-1-1 0 0,-1-1 1 0 0,0 1 0 0 0,0-2-1 0 0,-1 1 1 0 0,0-2 0 0 0,0 1 0 0 0,0-1-1 0 0,10-14 1 0 0,-17 18 25 0 0,0 0 0 0 0,0 0 0 0 0,0 0 1 0 0,-1 0-1 0 0,0-1 0 0 0,0 1 0 0 0,0-1 0 0 0,-1 0 0 0 0,0 0 0 0 0,0 1 0 0 0,0-1 1 0 0,-1 0-1 0 0,0 0 0 0 0,0 0 0 0 0,0 0 0 0 0,-1 0 0 0 0,0 0 0 0 0,0 1 1 0 0,0-1-1 0 0,-1 0 0 0 0,0 1 0 0 0,0-1 0 0 0,-3-6 0 0 0,0 2 4 0 0,-1 0 0 0 0,0 0 0 0 0,0 1 0 0 0,-1 0 1 0 0,0 0-1 0 0,-1 0 0 0 0,0 1 0 0 0,0 0 0 0 0,0 1 0 0 0,-1 0 0 0 0,-12-7 0 0 0,10 7 10 0 0,0 1-1 0 0,0 0 0 0 0,-1 1 1 0 0,1 0-1 0 0,-1 1 1 0 0,0 0-1 0 0,0 1 1 0 0,0 1-1 0 0,-1 0 0 0 0,1 0 1 0 0,-23 1-1 0 0,11 2 25 0 0,1 1 1 0 0,-1 1-1 0 0,1 1 0 0 0,0 1 0 0 0,0 2 0 0 0,0 0 0 0 0,1 1 0 0 0,0 1 0 0 0,1 1 0 0 0,-29 18 0 0 0,20-8-23 0 0,0 1-1 0 0,-37 36 0 0 0,59-49-11 0 0,-1 0 1 0 0,2 1-1 0 0,-1 0 0 0 0,1 1 0 0 0,0 0 1 0 0,1 0-1 0 0,1 0 0 0 0,-1 1 0 0 0,1-1 1 0 0,1 1-1 0 0,-4 16 0 0 0,7-24-33 0 0,1-1 1 0 0,-1 0-1 0 0,1 0 0 0 0,0 1 0 0 0,0-1 1 0 0,0 1-1 0 0,0-1 0 0 0,0 0 0 0 0,0 0 1 0 0,1 1-1 0 0,-1-1 0 0 0,1 0 0 0 0,-1 1 1 0 0,1-1-1 0 0,0 0 0 0 0,0 0 0 0 0,0 0 1 0 0,2 2-1 0 0,-1-2-16 0 0,0 0 0 0 0,0 0 0 0 0,0 0 0 0 0,0 0 0 0 0,0 0 0 0 0,1-1 0 0 0,-1 1 0 0 0,1-1 0 0 0,-1 1 0 0 0,1-1-1 0 0,-1 0 1 0 0,6 1 0 0 0,0 0-524 0 0,0 0-1 0 0,0-1 0 0 0,0 0 1 0 0,8-1-1 0 0,29-3-6706 0 0,-10-2-510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43.925"/>
    </inkml:context>
    <inkml:brush xml:id="br0">
      <inkml:brushProperty name="width" value="0.05" units="cm"/>
      <inkml:brushProperty name="height" value="0.05" units="cm"/>
      <inkml:brushProperty name="color" value="#AB008B"/>
    </inkml:brush>
  </inkml:definitions>
  <inkml:trace contextRef="#ctx0" brushRef="#br0">62 372 2759 0 0,'-10'-13'634'0'0,"8"9"642"0"0,-1 1 0 0 0,1 0 0 0 0,0-1 0 0 0,0 1 0 0 0,0-1 0 0 0,1 1 0 0 0,-1-1 0 0 0,1 0 1 0 0,-2-7-1 0 0,2 6-532 0 0,1 0 1 0 0,-1 0 0 0 0,1 1 0 0 0,0-1 0 0 0,1 0-1 0 0,-1 0 1 0 0,3-6 0 0 0,0 1-60 0 0,0 0 1 0 0,1 0-1 0 0,0 0 1 0 0,1 1-1 0 0,0 0 0 0 0,12-17 1 0 0,-5 13-445 0 0,-1-1 0 0 0,1 2 0 0 0,1-1 0 0 0,1 2 0 0 0,-1 0 0 0 0,2 0 1 0 0,-1 1-1 0 0,1 1 0 0 0,31-13 0 0 0,-15 9-171 0 0,0 2 1 0 0,1 1-1 0 0,0 2 0 0 0,45-6 0 0 0,-58 12-66 0 0,0 0-1 0 0,0 1 1 0 0,0 1-1 0 0,0 1 0 0 0,0 1 1 0 0,0 0-1 0 0,0 2 1 0 0,0 0-1 0 0,-1 1 1 0 0,0 1-1 0 0,0 0 0 0 0,0 2 1 0 0,-1 0-1 0 0,0 1 1 0 0,0 0-1 0 0,-1 1 1 0 0,0 1-1 0 0,-1 1 0 0 0,0 0 1 0 0,-1 1-1 0 0,-1 1 1 0 0,18 22-1 0 0,-19-19-2 0 0,0 0 0 0 0,-1 1 0 0 0,-1 0 0 0 0,-1 1-1 0 0,7 20 1 0 0,-11-25-8 0 0,-1 0 0 0 0,-1 0 0 0 0,0 0-1 0 0,-1 1 1 0 0,0-1 0 0 0,-2 1 0 0 0,1-1-1 0 0,-3 16 1 0 0,1-16 6 0 0,-1 1 0 0 0,0 0-1 0 0,-1-1 1 0 0,-1 0 0 0 0,0 1 0 0 0,-1-1 0 0 0,-1-1-1 0 0,0 1 1 0 0,-10 16 0 0 0,8-17 1 0 0,-2 1 0 0 0,0-1 0 0 0,0-1 0 0 0,-1 1 0 0 0,-1-2 0 0 0,0 0 0 0 0,0 0 0 0 0,-1-1 0 0 0,0-1 0 0 0,-1 0 0 0 0,0 0 0 0 0,-22 8 0 0 0,-149 51 65 0 0,158-60-56 0 0,0-2-1 0 0,0 0 1 0 0,-1-2 0 0 0,0-1 0 0 0,-28-1-1 0 0,40-3-4 0 0,0 0-1 0 0,1-2 0 0 0,-1 0 0 0 0,1 0 1 0 0,0-2-1 0 0,0 0 0 0 0,1 0 0 0 0,-1-1 1 0 0,1-1-1 0 0,0-1 0 0 0,1 0 0 0 0,0-1 0 0 0,0 0 1 0 0,1-1-1 0 0,0 0 0 0 0,-14-16 0 0 0,17 16-24 0 0,0-1 0 0 0,0 0 0 0 0,1 0 0 0 0,1-1 0 0 0,0 0 0 0 0,0-1 0 0 0,2 1 0 0 0,-1-1 0 0 0,2-1 0 0 0,-1 1 0 0 0,2 0 0 0 0,0-1 0 0 0,0 0 0 0 0,2 0 0 0 0,0 0 0 0 0,0 0 0 0 0,1 0 0 0 0,3-21 0 0 0,0 20-28 0 0,0-1 0 0 0,1 1 1 0 0,0 0-1 0 0,2 0 0 0 0,0 1 0 0 0,0 0 0 0 0,1 0 0 0 0,11-16 0 0 0,-5 13-71 0 0,0 0 0 0 0,1 1 1 0 0,1 0-1 0 0,0 1 0 0 0,25-18 1 0 0,-4 5-988 0 0,1 2 0 0 0,1 2 0 0 0,1 1 0 0 0,1 2 0 0 0,75-28 1 0 0,-69 35-364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44.533"/>
    </inkml:context>
    <inkml:brush xml:id="br0">
      <inkml:brushProperty name="width" value="0.05" units="cm"/>
      <inkml:brushProperty name="height" value="0.05" units="cm"/>
      <inkml:brushProperty name="color" value="#AB008B"/>
    </inkml:brush>
  </inkml:definitions>
  <inkml:trace contextRef="#ctx0" brushRef="#br0">4 248 10135 0 0,'0'0'778'0'0,"-2"-9"766"0"0,1 5-694 0 0,1 1 0 0 0,-1-1 0 0 0,1 0 0 0 0,0 0 0 0 0,0 0 0 0 0,1 0 0 0 0,-1 1 0 0 0,1-1 0 0 0,2-6 0 0 0,-1 5-441 0 0,0 0 0 0 0,0 1-1 0 0,0-1 1 0 0,0 1-1 0 0,1 0 1 0 0,0 0-1 0 0,4-6 1 0 0,5-1 216 0 0,1 0-1 0 0,0 1 1 0 0,1 0 0 0 0,0 1-1 0 0,29-13 1 0 0,-40 20-589 0 0,29-12 123 0 0,2 0 1 0 0,-1 3-1 0 0,2 1 1 0 0,66-11-1 0 0,-80 17-159 0 0,0 2 0 0 0,0 0 0 0 0,1 1 0 0 0,-1 2 0 0 0,0 0 0 0 0,0 1 0 0 0,0 0 0 0 0,0 2 0 0 0,0 1 0 0 0,-1 1 0 0 0,1 0 0 0 0,-1 2 0 0 0,-1 0 0 0 0,0 1 0 0 0,0 1 0 0 0,-1 1 0 0 0,19 14 0 0 0,-14-7 6 0 0,-1 2 1 0 0,33 36-1 0 0,-44-43-1 0 0,-1 0 0 0 0,-1 1 0 0 0,0 0 0 0 0,-1 1-1 0 0,0 0 1 0 0,7 19 0 0 0,-10-21 17 0 0,-1-1 0 0 0,0 1 0 0 0,-1 0-1 0 0,-1 0 1 0 0,1 0 0 0 0,-2 1 0 0 0,0-1-1 0 0,-1 0 1 0 0,0 1 0 0 0,-1-1 0 0 0,0 0-1 0 0,-5 19 1 0 0,2-17 32 0 0,0-1 0 0 0,-1 0 0 0 0,0 0-1 0 0,-1-1 1 0 0,-1 1 0 0 0,0-1 0 0 0,-1 0 0 0 0,0-1-1 0 0,-1 0 1 0 0,-17 18 0 0 0,12-17-7 0 0,0 0-1 0 0,-2-1 1 0 0,1-1 0 0 0,-1 0-1 0 0,-1-2 1 0 0,0 1 0 0 0,0-2-1 0 0,-1 0 1 0 0,0-1 0 0 0,0-1-1 0 0,-24 4 1 0 0,5-2-6 0 0,1-2 0 0 0,-1-1 0 0 0,-68-1 0 0 0,83-5-23 0 0,0-1-1 0 0,-1-1 1 0 0,1-1-1 0 0,0 0 1 0 0,0-2-1 0 0,1-1 1 0 0,-34-14-1 0 0,40 13-18 0 0,1 0 0 0 0,-1-1 0 0 0,1-1 0 0 0,1-1 0 0 0,0 0 0 0 0,0 0 0 0 0,1-1 0 0 0,-13-18 0 0 0,17 21-1 0 0,1-1 0 0 0,0-1 0 0 0,1 1 0 0 0,1-1 0 0 0,-1 0 0 0 0,2 0 0 0 0,-1-1 0 0 0,2 1 0 0 0,-1-1 0 0 0,2 0 0 0 0,-1 0 0 0 0,0-17 0 0 0,4 17-32 0 0,-1 0 0 0 0,2 0 0 0 0,0 1 0 0 0,0-1 0 0 0,1 0 0 0 0,0 1 0 0 0,1-1-1 0 0,1 1 1 0 0,8-17 0 0 0,1 4-108 0 0,0 1 0 0 0,2 0 0 0 0,20-22 0 0 0,8-3-1457 0 0,64-54-1 0 0,-50 54-1470 0 0,-31 26 1371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45.844"/>
    </inkml:context>
    <inkml:brush xml:id="br0">
      <inkml:brushProperty name="width" value="0.05" units="cm"/>
      <inkml:brushProperty name="height" value="0.05" units="cm"/>
      <inkml:brushProperty name="color" value="#AB008B"/>
    </inkml:brush>
  </inkml:definitions>
  <inkml:trace contextRef="#ctx0" brushRef="#br0">25 1 4143 0 0,'0'0'22349'0'0,"-1"2"-21811"0"0,-3 8-189 0 0,0 1 1 0 0,0 0-1 0 0,1 1 1 0 0,0-1-1 0 0,1 0 1 0 0,-1 22-1 0 0,2 75 337 0 0,2-83-516 0 0,19 232 468 0 0,-8-145-593 0 0,16 92 18 0 0,-11-98 2 0 0,-6-36-80 0 0,-11-68-67 0 0,2-25-5137 0 0,-1 9 2498 0 0,0 0-5786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46.683"/>
    </inkml:context>
    <inkml:brush xml:id="br0">
      <inkml:brushProperty name="width" value="0.05" units="cm"/>
      <inkml:brushProperty name="height" value="0.05" units="cm"/>
      <inkml:brushProperty name="color" value="#AB008B"/>
    </inkml:brush>
  </inkml:definitions>
  <inkml:trace contextRef="#ctx0" brushRef="#br0">25 0 7831 0 0,'0'0'17621'0'0,"-1"2"-16955"0"0,-5 17-88 0 0,1 1 1 0 0,1 0 0 0 0,1 0-1 0 0,0 0 1 0 0,1 26 0 0 0,2-38-522 0 0,2 67 251 0 0,0-66-285 0 0,-1 1 0 0 0,1-1 0 0 0,1 0 0 0 0,-1 0 0 0 0,1 1 0 0 0,5 7 0 0 0,-4-10-12 0 0,-4-6-10 0 0,0-1-1 0 0,0 1 1 0 0,0-1-1 0 0,0 1 1 0 0,0-1-1 0 0,1 1 1 0 0,-1-1-1 0 0,0 1 1 0 0,0-1-1 0 0,1 1 1 0 0,-1-1-1 0 0,0 1 1 0 0,1-1-1 0 0,-1 0 1 0 0,0 1-1 0 0,1-1 1 0 0,-1 0-1 0 0,1 1 1 0 0,-1-1-1 0 0,1 0 1 0 0,-1 1-1 0 0,4 0 42 0 0,-2 0-37 0 0,1 0 0 0 0,-1 0 0 0 0,0 0 0 0 0,1 0-1 0 0,-1 0 1 0 0,1-1 0 0 0,-1 0 0 0 0,1 1-1 0 0,-1-1 1 0 0,1 0 0 0 0,-1 0 0 0 0,1 0 0 0 0,-1 0-1 0 0,1-1 1 0 0,-1 1 0 0 0,0-1 0 0 0,1 1 0 0 0,-1-1-1 0 0,0 0 1 0 0,1 0 0 0 0,-1 0 0 0 0,0 0 0 0 0,0-1-1 0 0,0 1 1 0 0,0 0 0 0 0,0-1 0 0 0,0 0-1 0 0,2-1 1 0 0,5-4 3 0 0,1 0-8 0 0,87-56 34 0 0,-82 56-29 0 0,-1 0 0 0 0,1 0 0 0 0,0 2 0 0 0,1-1 0 0 0,18-2 0 0 0,-16 4-5 0 0,1 2 0 0 0,-1 0 0 0 0,1 1 0 0 0,-1 0 0 0 0,1 2 0 0 0,-1 0 0 0 0,0 2 0 0 0,1 0 0 0 0,-1 0 0 0 0,0 2 0 0 0,-1 0 0 0 0,1 1 0 0 0,-1 1 0 0 0,0 1 0 0 0,0 0 0 0 0,-1 1 0 0 0,-1 1 0 0 0,20 15 0 0 0,-16-9 0 0 0,-2 0 0 0 0,1 0 0 0 0,-2 2 0 0 0,19 26 0 0 0,-25-29 0 0 0,-1-1 0 0 0,-1 1 0 0 0,0 0 0 0 0,-1 1 0 0 0,0 0 0 0 0,7 32 0 0 0,-10-33-5 0 0,-2 1-1 0 0,1-1 1 0 0,-2 1 0 0 0,0 0-1 0 0,-2 17 1 0 0,1-27 3 0 0,-1 1 0 0 0,0-1 0 0 0,0 0 1 0 0,0 0-1 0 0,-1 0 0 0 0,0-1 0 0 0,0 1 0 0 0,-1 0 0 0 0,0-1 0 0 0,0 1 0 0 0,0-1 0 0 0,0 0 1 0 0,-1 0-1 0 0,0 0 0 0 0,0 0 0 0 0,-6 4 0 0 0,5-5 2 0 0,-1 0 0 0 0,1-1 0 0 0,-1 0 0 0 0,0 0 0 0 0,0 0 0 0 0,0-1 0 0 0,-11 3 0 0 0,-47 8 0 0 0,64-13 0 0 0,-67 6 0 0 0,-130-3 0 0 0,-98-10-869 0 0,280 6 605 0 0,-1 0 1 0 0,-18-4 0 0 0,31 4 61 0 0,-1 1 1 0 0,0-1 0 0 0,1 0 0 0 0,0-1-1 0 0,-1 1 1 0 0,1 0 0 0 0,0-1-1 0 0,-1 0 1 0 0,1 0 0 0 0,0 0 0 0 0,0 0-1 0 0,1 0 1 0 0,-1-1 0 0 0,0 1-1 0 0,-3-5 1 0 0,5 5-216 0 0,0-1 1 0 0,0 0-1 0 0,0 0 0 0 0,0 0 0 0 0,1 0 0 0 0,-1 1 1 0 0,1-1-1 0 0,0 0 0 0 0,0 0 0 0 0,0 0 1 0 0,0-5-1 0 0,2-9-7142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47.027"/>
    </inkml:context>
    <inkml:brush xml:id="br0">
      <inkml:brushProperty name="width" value="0.05" units="cm"/>
      <inkml:brushProperty name="height" value="0.05" units="cm"/>
      <inkml:brushProperty name="color" value="#AB008B"/>
    </inkml:brush>
  </inkml:definitions>
  <inkml:trace contextRef="#ctx0" brushRef="#br0">1 172 1839 0 0,'-1'-18'25295'0'0,"4"16"-25111"0"0,0-1 0 0 0,0 1 1 0 0,0 0-1 0 0,0 1 0 0 0,0-1 0 0 0,0 0 1 0 0,1 1-1 0 0,5-2 0 0 0,34-7 361 0 0,-11 3-388 0 0,62-20-33 0 0,91-24-90 0 0,4 15-760 0 0,-169 34 302 0 0,1 0-1 0 0,-1 2 1 0 0,38 3 0 0 0,-46-1-531 0 0,0 1 0 0 0,-1-1 1 0 0,1 2-1 0 0,-1-1 0 0 0,0 2 1 0 0,0 0-1 0 0,20 11 0 0 0,-18-6-773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47.677"/>
    </inkml:context>
    <inkml:brush xml:id="br0">
      <inkml:brushProperty name="width" value="0.05" units="cm"/>
      <inkml:brushProperty name="height" value="0.05" units="cm"/>
      <inkml:brushProperty name="color" value="#AB008B"/>
    </inkml:brush>
  </inkml:definitions>
  <inkml:trace contextRef="#ctx0" brushRef="#br0">113 221 15951 0 0,'-1'0'730'0'0,"-55"-3"9979"0"0,58-2-10595 0 0,0 1 0 0 0,1 0 1 0 0,-1 0-1 0 0,1 0 0 0 0,0 1 1 0 0,1-1-1 0 0,-1 1 0 0 0,1-1 1 0 0,-1 1-1 0 0,1 0 0 0 0,4-2 1 0 0,10-6 94 0 0,22-11 0 0 0,-35 20-166 0 0,19-10 10 0 0,1 2 0 0 0,-1 0 0 0 0,2 2 0 0 0,-1 1 0 0 0,1 1 0 0 0,0 1 1 0 0,0 1-1 0 0,1 2 0 0 0,38 0 0 0 0,-45 4-52 0 0,-1 1-1 0 0,0 1 1 0 0,0 0 0 0 0,0 2 0 0 0,0 0 0 0 0,-1 1 0 0 0,0 1-1 0 0,-1 0 1 0 0,1 1 0 0 0,-2 2 0 0 0,1-1 0 0 0,22 21 0 0 0,-22-16-4 0 0,-1 0 0 0 0,-1 1 0 0 0,0 1 0 0 0,-1 0 0 0 0,-1 1 0 0 0,0 0 0 0 0,-2 1 0 0 0,0 1 0 0 0,-1 0 0 0 0,13 38 0 0 0,-18-39-5 0 0,-1-1 0 0 0,-1 1 0 0 0,0-1-1 0 0,-1 1 1 0 0,-1 0 0 0 0,-3 30-1 0 0,-1-20 11 0 0,-1 0-1 0 0,-2 0 0 0 0,-14 44 0 0 0,16-61 36 0 0,-1-1 1 0 0,0 1-1 0 0,-1-1 0 0 0,0 0 0 0 0,-1 0 0 0 0,0 0 1 0 0,-1-1-1 0 0,0 0 0 0 0,-1-1 0 0 0,1 0 1 0 0,-2 0-1 0 0,1-1 0 0 0,-1 0 0 0 0,-1-1 0 0 0,1 0 1 0 0,-1-1-1 0 0,-1 0 0 0 0,1 0 0 0 0,-1-1 1 0 0,0-1-1 0 0,0 0 0 0 0,0 0 0 0 0,-1-2 1 0 0,1 1-1 0 0,-18 0 0 0 0,-7-2-6 0 0,0-2 0 0 0,0-2 0 0 0,1-1 0 0 0,-1-2 0 0 0,-46-14 0 0 0,57 12-14 0 0,1-1-1 0 0,0-1 1 0 0,1-1 0 0 0,0-1-1 0 0,0-1 1 0 0,2-1 0 0 0,0-1-1 0 0,-23-20 1 0 0,37 27-28 0 0,-1-1 0 0 0,1 0 1 0 0,0 0-1 0 0,1-1 0 0 0,0 1 0 0 0,0-2 1 0 0,1 1-1 0 0,-8-20 0 0 0,11 22 3 0 0,0 0 0 0 0,1 0-1 0 0,0-1 1 0 0,1 1 0 0 0,-1 0 0 0 0,2-1 0 0 0,-1 1-1 0 0,1-1 1 0 0,0 1 0 0 0,1-1 0 0 0,0 1-1 0 0,0-1 1 0 0,3-9 0 0 0,3-3-20 0 0,1 0 1 0 0,1 0-1 0 0,1 1 0 0 0,0 0 1 0 0,14-19-1 0 0,3 2-117 0 0,46-49 0 0 0,85-66-1410 0 0,-46 57-2505 0 0,-101 86 3379 0 0,11-10-859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48.693"/>
    </inkml:context>
    <inkml:brush xml:id="br0">
      <inkml:brushProperty name="width" value="0.05" units="cm"/>
      <inkml:brushProperty name="height" value="0.05" units="cm"/>
      <inkml:brushProperty name="color" value="#AB008B"/>
    </inkml:brush>
  </inkml:definitions>
  <inkml:trace contextRef="#ctx0" brushRef="#br0">44 11 2303 0 0,'-5'-11'26053'0'0,"-4"27"-23819"0"0,6-9-2385 0 0,0 0-1 0 0,0 0 0 0 0,-2 10 0 0 0,-4 65 506 0 0,3 0 0 0 0,6 115-1 0 0,16 170-286 0 0,-11-112-475 0 0,-5-254 268 0 0,24-46-8220 0 0,-16 30 6516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49.469"/>
    </inkml:context>
    <inkml:brush xml:id="br0">
      <inkml:brushProperty name="width" value="0.05" units="cm"/>
      <inkml:brushProperty name="height" value="0.05" units="cm"/>
      <inkml:brushProperty name="color" value="#AB008B"/>
    </inkml:brush>
  </inkml:definitions>
  <inkml:trace contextRef="#ctx0" brushRef="#br0">249 2 4607 0 0,'0'0'15500'0'0,"-9"-2"-11499"0"0,6 3-3715 0 0,-1-1-1 0 0,1 0 1 0 0,0 1 0 0 0,0-1-1 0 0,0 1 1 0 0,0 0-1 0 0,0 0 1 0 0,0 0-1 0 0,0 1 1 0 0,0-1-1 0 0,0 1 1 0 0,-3 2-1 0 0,1 0-41 0 0,0 0 1 0 0,0 0-1 0 0,1 0 0 0 0,-1 1 0 0 0,-5 9 1 0 0,-1 3 12 0 0,1 0 0 0 0,-15 37-1 0 0,2 0-113 0 0,3 1-1 0 0,3 1 1 0 0,2 0-1 0 0,2 1 1 0 0,-6 69-1 0 0,18-104-133 0 0,0 1 0 0 0,2-1 0 0 0,0 0 1 0 0,2 0-1 0 0,0 0 0 0 0,8 28 0 0 0,-7-38-12 0 0,1 0-1 0 0,0 0 1 0 0,0 0-1 0 0,1-1 1 0 0,1 0-1 0 0,0 0 1 0 0,16 19-1 0 0,-16-23 0 0 0,0 0-1 0 0,0 0 1 0 0,1-1 0 0 0,0 0-1 0 0,0-1 1 0 0,0 0 0 0 0,1 0-1 0 0,-1 0 1 0 0,1-1 0 0 0,0-1-1 0 0,11 3 1 0 0,11 2-85 0 0,1-2 0 0 0,0-1 0 0 0,0-2 0 0 0,45-1 0 0 0,-21-4-336 0 0,93-17-1 0 0,-141 18 364 0 0,0-1-1 0 0,-1 0 1 0 0,0 0-1 0 0,1-1 1 0 0,-1 0-1 0 0,0 0 1 0 0,0-1 0 0 0,-1 0-1 0 0,1 0 1 0 0,-1 0-1 0 0,0-1 1 0 0,9-8 0 0 0,-11 9 20 0 0,-1-1 1 0 0,1 1-1 0 0,-1-1 1 0 0,0 0 0 0 0,0 0-1 0 0,0 0 1 0 0,-1 0 0 0 0,0 0-1 0 0,0-1 1 0 0,0 1 0 0 0,-1-1-1 0 0,0 1 1 0 0,0-1-1 0 0,0 0 1 0 0,-1 1 0 0 0,1-1-1 0 0,-2-9 1 0 0,-2-12 41 0 0,-1 0-1 0 0,-1 0 0 0 0,-2 1 1 0 0,-1-1-1 0 0,0 2 1 0 0,-23-45-1 0 0,29 66 35 0 0,-1 0 1 0 0,0 0-1 0 0,0 0 1 0 0,-1 1-1 0 0,1-1 1 0 0,-1 1-1 0 0,0 0 0 0 0,1 0 1 0 0,-2 0-1 0 0,1 0 1 0 0,0 1-1 0 0,0 0 1 0 0,-1 0-1 0 0,1 0 0 0 0,-10-2 1 0 0,5 1 53 0 0,0 1 0 0 0,0 0 0 0 0,-1 1 0 0 0,1 0 1 0 0,-1 0-1 0 0,1 1 0 0 0,-13 1 0 0 0,5 2 14 0 0,1 0 0 0 0,-1 2 0 0 0,1-1 0 0 0,0 2 0 0 0,-18 9 0 0 0,-74 44 116 0 0,76-41-200 0 0,-3 5-114 0 0,0 1 0 0 0,1 2-1 0 0,1 2 1 0 0,-50 54 0 0 0,78-76-472 0 0,0 0 0 0 0,0 1 0 0 0,0-1 0 0 0,1 1 0 0 0,0 0 0 0 0,-5 14 0 0 0,4-6-1567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52.871"/>
    </inkml:context>
    <inkml:brush xml:id="br0">
      <inkml:brushProperty name="width" value="0.05" units="cm"/>
      <inkml:brushProperty name="height" value="0.05" units="cm"/>
      <inkml:brushProperty name="color" value="#AB008B"/>
    </inkml:brush>
  </inkml:definitions>
  <inkml:trace contextRef="#ctx0" brushRef="#br0">21 60 14079 0 0,'-1'1'4375'0'0,"-6"4"-2672"0"0,-6 4 4244 0 0,14-4-3425 0 0,9-1-1485 0 0,1-1-938 0 0,0 0 0 0 0,1-1 0 0 0,0-1 0 0 0,-1 0 0 0 0,23-1 0 0 0,60-12 735 0 0,-63 7-750 0 0,140-26-84 0 0,-79 13 0 0 0,136-10 0 0 0,-218 28-19 0 0,0 0-1 0 0,-1 1 1 0 0,16 2 0 0 0,-8 2-14 0 0,-14-1 5 0 0,-2-2 22 0 0,3 1 6 0 0,-3-2 0 0 0,0 1 0 0 0,0-1 0 0 0,1 0 0 0 0,-1 0 0 0 0,0 0 0 0 0,-1 1 0 0 0,1-1 0 0 0,0 1 0 0 0,0-1 0 0 0,-1 0 0 0 0,1 1 0 0 0,0-1 0 0 0,-1 1 0 0 0,0-1 0 0 0,1 1 0 0 0,-1 2 0 0 0,2 0 0 0 0,-1 4 0 0 0,-6 15 0 0 0,0 4 41 0 0,0 0 0 0 0,2 0 0 0 0,0 54 0 0 0,1 337-29 0 0,1-410-12 0 0,-13 152 0 0 0,4-100-486 0 0,-3 99 0 0 0,13-158 169 0 0,10-18-9547 0 0,-5 2 8129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53.219"/>
    </inkml:context>
    <inkml:brush xml:id="br0">
      <inkml:brushProperty name="width" value="0.05" units="cm"/>
      <inkml:brushProperty name="height" value="0.05" units="cm"/>
      <inkml:brushProperty name="color" value="#AB008B"/>
    </inkml:brush>
  </inkml:definitions>
  <inkml:trace contextRef="#ctx0" brushRef="#br0">108 114 14279 0 0,'-2'0'1103'0'0,"-39"9"619"0"0,-23 6 9880 0 0,95-20-10562 0 0,-7 1-775 0 0,230-35 269 0 0,-28 3-1128 0 0,-109 18 220 0 0,44-4-1897 0 0,-83 11-1791 0 0,-56 9 2009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53.884"/>
    </inkml:context>
    <inkml:brush xml:id="br0">
      <inkml:brushProperty name="width" value="0.05" units="cm"/>
      <inkml:brushProperty name="height" value="0.05" units="cm"/>
      <inkml:brushProperty name="color" value="#AB008B"/>
    </inkml:brush>
  </inkml:definitions>
  <inkml:trace contextRef="#ctx0" brushRef="#br0">474 45 8751 0 0,'0'0'794'0'0,"1"-1"-652"0"0,0-7 1872 0 0,-1-3 4830 0 0,-1 9-6511 0 0,0 1 0 0 0,1 0 1 0 0,-1-1-1 0 0,0 1 0 0 0,0 0 1 0 0,0 0-1 0 0,0 0 1 0 0,0-1-1 0 0,0 1 0 0 0,0 0 1 0 0,0 0-1 0 0,0 1 0 0 0,-1-1 1 0 0,1 0-1 0 0,0 0 1 0 0,0 0-1 0 0,-4 0 0 0 0,2 0-33 0 0,0 0-1 0 0,-1 0 0 0 0,1 1 0 0 0,-1-1 0 0 0,1 1 1 0 0,-1 0-1 0 0,-5 0 0 0 0,-2 1-8 0 0,1 1-1 0 0,-1 1 1 0 0,0-1 0 0 0,-12 6-1 0 0,4 0-70 0 0,0 1 0 0 0,0 0 0 0 0,1 1 0 0 0,1 2-1 0 0,-22 16 1 0 0,20-11-135 0 0,1 1 0 0 0,1 1 0 0 0,0 0 0 0 0,2 2 0 0 0,0-1 0 0 0,-14 29 0 0 0,13-18-16 0 0,1 1 1 0 0,1 0-1 0 0,-18 67 0 0 0,27-77-54 0 0,1 1-1 0 0,0-1 1 0 0,2 1 0 0 0,1 0-1 0 0,0 0 1 0 0,2 0 0 0 0,0-1-1 0 0,6 24 1 0 0,-5-33-8 0 0,1-1 0 0 0,1 0-1 0 0,0 0 1 0 0,0 0 0 0 0,1 0 0 0 0,1-1-1 0 0,0 0 1 0 0,0 0 0 0 0,1 0 0 0 0,1-1-1 0 0,0 0 1 0 0,0 0 0 0 0,1-1 0 0 0,0 0-1 0 0,19 14 1 0 0,-11-13-39 0 0,0 0-1 0 0,0-1 1 0 0,1-1 0 0 0,0-1 0 0 0,0 0-1 0 0,1-1 1 0 0,32 5 0 0 0,-16-6-47 0 0,1-1 0 0 0,0-2-1 0 0,45-3 1 0 0,-51-1-87 0 0,-1-1 0 0 0,1-1 0 0 0,36-11 0 0 0,-52 11 37 0 0,0 0 0 0 0,0-2 0 0 0,-1 0 0 0 0,0 0 0 0 0,0-1 0 0 0,-1-1 0 0 0,1 0 0 0 0,18-16 0 0 0,-28 20 59 0 0,1 1 0 0 0,-1-1-1 0 0,0 0 1 0 0,0 0 0 0 0,0 0 0 0 0,-1 0 0 0 0,0-1-1 0 0,0 1 1 0 0,0-1 0 0 0,0 1 0 0 0,2-10 0 0 0,-3 6 5 0 0,0 1 0 0 0,0-1 0 0 0,-1 0 1 0 0,0 1-1 0 0,0-1 0 0 0,0 1 0 0 0,-3-10 1 0 0,0 3 64 0 0,-1-1 1 0 0,-1 1 0 0 0,0 0 0 0 0,-1 0 0 0 0,-1 0 0 0 0,0 1 0 0 0,-11-16 0 0 0,12 20 60 0 0,0 1 0 0 0,-1 0 0 0 0,0 1-1 0 0,0-1 1 0 0,-1 1 0 0 0,0 0 0 0 0,0 1 0 0 0,-1 0 0 0 0,0 0 0 0 0,0 1 0 0 0,-15-6 0 0 0,15 7 34 0 0,0 1 0 0 0,-1 1 1 0 0,1 0-1 0 0,0 0 0 0 0,-1 1 0 0 0,1 1 1 0 0,-1-1-1 0 0,1 1 0 0 0,-1 1 0 0 0,0 0 1 0 0,1 0-1 0 0,-17 5 0 0 0,7 0 37 0 0,0 0 1 0 0,1 2-1 0 0,0 0 0 0 0,1 1 0 0 0,-1 1 0 0 0,-30 24 1 0 0,21-12-76 0 0,0 2 1 0 0,2 1-1 0 0,-23 28 1 0 0,27-27-28 0 0,1 1 1 0 0,-20 35-1 0 0,33-49-82 0 0,0 0 0 0 0,1 1 0 0 0,0 0 1 0 0,1 0-1 0 0,1 0 0 0 0,0 0 0 0 0,-2 21 0 0 0,6-32-44 0 0,-1 0 0 0 0,1 0 0 0 0,0 0-1 0 0,1-1 1 0 0,-1 1 0 0 0,0 0 0 0 0,1 0 0 0 0,-1 0-1 0 0,1-1 1 0 0,0 1 0 0 0,0 0 0 0 0,0-1 0 0 0,0 1 0 0 0,1 0-1 0 0,-1-1 1 0 0,1 0 0 0 0,-1 1 0 0 0,1-1 0 0 0,0 0-1 0 0,0 0 1 0 0,0 0 0 0 0,0 0 0 0 0,3 2 0 0 0,0-1-304 0 0,0 0 1 0 0,1 0 0 0 0,-1-1-1 0 0,0 0 1 0 0,1 0 0 0 0,0 0-1 0 0,-1-1 1 0 0,1 1 0 0 0,0-2-1 0 0,8 2 1 0 0,18-2-1404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8:54.756"/>
    </inkml:context>
    <inkml:brush xml:id="br0">
      <inkml:brushProperty name="width" value="0.05" units="cm"/>
      <inkml:brushProperty name="height" value="0.05" units="cm"/>
      <inkml:brushProperty name="color" value="#AB008B"/>
    </inkml:brush>
  </inkml:definitions>
  <inkml:trace contextRef="#ctx0" brushRef="#br0">442 20 12175 0 0,'0'0'2274'0'0,"-9"-3"988"0"0,2 0-1501 0 0,1 0-1 0 0,-1 0 1 0 0,-9-2-1 0 0,12 4-1496 0 0,0 1-1 0 0,-1-1 1 0 0,1 1-1 0 0,0-1 0 0 0,0 1 1 0 0,0 0-1 0 0,-1 1 1 0 0,1-1-1 0 0,0 1 1 0 0,0 0-1 0 0,0 0 0 0 0,-5 2 1 0 0,-3 1-99 0 0,0 2 0 0 0,1-1 1 0 0,0 2-1 0 0,0-1 0 0 0,0 1 1 0 0,1 1-1 0 0,0 0 0 0 0,1 0 1 0 0,0 1-1 0 0,-11 13 0 0 0,-6 12 36 0 0,1 2 0 0 0,-27 51 0 0 0,32-48-138 0 0,2 1 0 0 0,1 1 1 0 0,2 0-1 0 0,-9 47 0 0 0,19-65-60 0 0,1 0-1 0 0,1-1 1 0 0,2 1 0 0 0,0 0-1 0 0,1 0 1 0 0,1 0 0 0 0,1 0 0 0 0,2 0-1 0 0,11 43 1 0 0,-11-53-6 0 0,1 0 0 0 0,0-1 0 0 0,1 0-1 0 0,1 0 1 0 0,0 0 0 0 0,0-1 0 0 0,18 20 0 0 0,-18-23-10 0 0,1-1-1 0 0,0 0 1 0 0,0-1-1 0 0,1 1 1 0 0,-1-2 0 0 0,2 1-1 0 0,-1-1 1 0 0,0 0-1 0 0,1-1 1 0 0,20 6 0 0 0,-8-5-35 0 0,1-1 0 0 0,-1-1 0 0 0,1-1 0 0 0,-1-1 0 0 0,1-1 0 0 0,30-4 0 0 0,-9-2-88 0 0,-1-2 0 0 0,56-17 0 0 0,-73 17 10 0 0,-1-1 0 0 0,0-1 1 0 0,-1-1-1 0 0,35-22 1 0 0,-48 26 54 0 0,0-1 0 0 0,0 0 1 0 0,-1-1-1 0 0,-1 0 1 0 0,0 0-1 0 0,0-1 1 0 0,0 0-1 0 0,-1-1 1 0 0,-1 0-1 0 0,0 0 1 0 0,6-14-1 0 0,-11 19 62 0 0,0 0 1 0 0,0 0-1 0 0,-1 0 0 0 0,0-1 1 0 0,0 1-1 0 0,0 0 0 0 0,-1-1 0 0 0,0 1 1 0 0,0 0-1 0 0,-1-1 0 0 0,0 1 1 0 0,0 0-1 0 0,0-1 0 0 0,-1 1 1 0 0,0 0-1 0 0,0 0 0 0 0,0 0 0 0 0,-5-7 1 0 0,0 0 62 0 0,-1-1 1 0 0,-1 1-1 0 0,0 1 1 0 0,0 0-1 0 0,-1 0 1 0 0,-17-15-1 0 0,19 21 11 0 0,1-1 0 0 0,-1 2 0 0 0,0-1 0 0 0,0 1 0 0 0,-1 1 0 0 0,1-1-1 0 0,-1 1 1 0 0,0 1 0 0 0,0 0 0 0 0,-1 0 0 0 0,-15-3 0 0 0,12 5 19 0 0,0 0 1 0 0,0 1-1 0 0,-1 0 1 0 0,1 1-1 0 0,0 1 0 0 0,0 0 1 0 0,-23 6-1 0 0,8 2 8 0 0,0 2-1 0 0,0 0 1 0 0,1 2-1 0 0,0 1 1 0 0,2 1-1 0 0,-43 34 1 0 0,21-8-47 0 0,2 2 1 0 0,-58 71 0 0 0,94-104-283 0 0,0 1-1 0 0,-12 21 1 0 0,19-29 154 0 0,0 1-1 0 0,0-1 1 0 0,0 1 0 0 0,0-1-1 0 0,1 1 1 0 0,-1 0 0 0 0,1 0-1 0 0,1-1 1 0 0,-1 1 0 0 0,0 0-1 0 0,1 8 1 0 0,1-11-94 0 0,-1 0 1 0 0,0 0-1 0 0,1-1 0 0 0,-1 1 0 0 0,1 0 0 0 0,0-1 1 0 0,-1 1-1 0 0,1 0 0 0 0,0-1 0 0 0,0 1 1 0 0,0-1-1 0 0,0 1 0 0 0,2 1 0 0 0,9 7-1892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9:21.892"/>
    </inkml:context>
    <inkml:brush xml:id="br0">
      <inkml:brushProperty name="width" value="0.05" units="cm"/>
      <inkml:brushProperty name="height" value="0.05" units="cm"/>
      <inkml:brushProperty name="color" value="#AB008B"/>
    </inkml:brush>
  </inkml:definitions>
  <inkml:trace contextRef="#ctx0" brushRef="#br0">31 191 1839 0 0,'0'0'7010'0'0,"-9"-2"-718"0"0,7 2-7110 0 0,-2 0 2016 0 0,-11-5 10936 0 0,25-1-12010 0 0,95-13 24 0 0,125 1 292 0 0,-223 18-437 0 0,336-6 346 0 0,-290 6-314 0 0,129-4 82 0 0,-50 2-64 0 0,-42 3 23 0 0,97-2 176 0 0,-82-6-172 0 0,90-1-85 0 0,-102 4 4 0 0,-18 1 13 0 0,128-7 105 0 0,-183 9-85 0 0,25-5 0 0 0,-8 2-21 0 0,8-2 18 0 0,17-2-5 0 0,-12 6 8 0 0,1 2 0 0 0,-1 2 0 0 0,75 12 0 0 0,-11 0-32 0 0,-25-4 0 0 0,-56-7 28 0 0,1-1-1 0 0,37-3 1 0 0,-12-1 6 0 0,29-1-22 0 0,-53 0-12 0 0,0 3-1 0 0,52 4 1 0 0,-30 3 0 0 0,67 0 0 0 0,144-24 0 0 0,-208 11 0 0 0,-4-2 141 0 0,-38 5-107 0 0,1 0 1 0 0,-1 1 0 0 0,22 1 0 0 0,-26 1-33 0 0,23-3 0 0 0,6 0-79 0 0,173 10 63 0 0,-183-6 13 0 0,65 5 21 0 0,90 1 148 0 0,-116-5-157 0 0,-35 0 27 0 0,52-4 0 0 0,24-2 18 0 0,-8 0-48 0 0,61-8 173 0 0,94-17-26 0 0,-71 8-41 0 0,4-1 28 0 0,-168 20-108 0 0,0 0-1 0 0,27 3 1 0 0,-10 0 35 0 0,85-7 17 0 0,-113 6-39 0 0,35 2 12 0 0,-41 0-37 0 0,-7-2 136 0 0,-14 2-10501 0 0,-2 1 1229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04T09:49:24.908"/>
    </inkml:context>
    <inkml:brush xml:id="br0">
      <inkml:brushProperty name="width" value="0.05" units="cm"/>
      <inkml:brushProperty name="height" value="0.05" units="cm"/>
      <inkml:brushProperty name="color" value="#E71224"/>
    </inkml:brush>
  </inkml:definitions>
  <inkml:trace contextRef="#ctx0" brushRef="#br0">744 375 3223 0 0,'0'0'1883'0'0,"0"0"-1547"0"0,0-1 0 0 0,0 1 0 0 0,0-1 0 0 0,0 0-1 0 0,0 1 1 0 0,1-1 0 0 0,-1 1 0 0 0,0-1 0 0 0,0 0 0 0 0,1 1-1 0 0,-1-1 1 0 0,1 1 0 0 0,-1-1 0 0 0,0 1 0 0 0,1 0 0 0 0,-1-1 0 0 0,1 1-1 0 0,0-1 1 0 0,135-68 3298 0 0,-85 41-2883 0 0,2 2 1 0 0,67-23-1 0 0,201-36 1081 0 0,-206 60-1383 0 0,196-33 670 0 0,-128 42-420 0 0,187 7 1 0 0,183 35 214 0 0,-181 3-483 0 0,364 57 233 0 0,-353-27-524 0 0,71 47-75 0 0,-397-88-60 0 0,-1 2 0 0 0,-1 3-1 0 0,-1 1 1 0 0,79 51-1 0 0,-111-61 14 0 0,-1 2 0 0 0,-1 0 0 0 0,0 1 0 0 0,34 38 0 0 0,-44-43-5 0 0,-1 1 0 0 0,0 0 0 0 0,0 1 0 0 0,-1 0 0 0 0,-1 0 0 0 0,-1 0 0 0 0,0 1 0 0 0,-1 0 0 0 0,5 20 0 0 0,-7-20 14 0 0,-1 1 1 0 0,0-1-1 0 0,-1 0 0 0 0,0 1 0 0 0,-2-1 0 0 0,1 0 1 0 0,-2 1-1 0 0,0-1 0 0 0,-8 26 0 0 0,2-15 0 0 0,-2-1-1 0 0,-1 0 0 0 0,-1 0 1 0 0,0-1-1 0 0,-2-1 1 0 0,-1 0-1 0 0,-1-1 1 0 0,-1 0-1 0 0,0-2 0 0 0,-24 22 1 0 0,-23 14 12 0 0,-3-2 0 0 0,-2-3-1 0 0,-2-3 1 0 0,-2-4 0 0 0,-115 52 0 0 0,-25-14 25 0 0,-7-16-68 0 0,151-46 15 0 0,-282 58 46 0 0,-6-32-61 0 0,193-33 20 0 0,-312-15 0 0 0,-160-77 16 0 0,-42-73 32 0 0,391 71-27 0 0,-287-124 1 0 0,196 26 90 0 0,334 155-86 0 0,2-1 1 0 0,1-2 0 0 0,2-2-1 0 0,-46-43 1 0 0,73 60-21 0 0,0 0 0 0 0,0-1 0 0 0,1-1 0 0 0,1 1 0 0 0,0-2 0 0 0,1 1 0 0 0,-8-17 0 0 0,13 22-12 0 0,1 1-1 0 0,0-1 1 0 0,0 0 0 0 0,1-1-1 0 0,0 1 1 0 0,1 0-1 0 0,0-1 1 0 0,0 1 0 0 0,1 0-1 0 0,0-1 1 0 0,1 1-1 0 0,0-1 1 0 0,0 1 0 0 0,4-13-1 0 0,-1 11-8 0 0,0 0-1 0 0,1 0 1 0 0,0 0 0 0 0,0 1-1 0 0,13-17 1 0 0,41-45-21 0 0,-32 43-12 0 0,2 2 0 0 0,1 1 0 0 0,1 1 0 0 0,1 2-1 0 0,1 1 1 0 0,41-20 0 0 0,225-89-82 0 0,-165 83 89 0 0,3 5 0 0 0,1 7 0 0 0,143-18 0 0 0,-124 34-955 0 0,1 7 0 0 0,241 11 0 0 0,-225 13-4730 0 0,-1 3-1745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EAEC40-FB91-4B4E-8615-59788947F0F0}" type="datetimeFigureOut">
              <a:rPr lang="en-AU" smtClean="0"/>
              <a:t>4/02/2021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F8C66-E9D4-4BCD-9B84-1B952BD6C7CB}" type="slidenum">
              <a:rPr lang="en-AU" smtClean="0"/>
              <a:t>‹#›</a:t>
            </a:fld>
            <a:endParaRPr lang="en-AU"/>
          </a:p>
        </p:txBody>
      </p:sp>
    </p:spTree>
    <p:extLst>
      <p:ext uri="{BB962C8B-B14F-4D97-AF65-F5344CB8AC3E}">
        <p14:creationId xmlns:p14="http://schemas.microsoft.com/office/powerpoint/2010/main" val="1715560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3</a:t>
            </a:fld>
            <a:endParaRPr lang="en-AU"/>
          </a:p>
        </p:txBody>
      </p:sp>
    </p:spTree>
    <p:extLst>
      <p:ext uri="{BB962C8B-B14F-4D97-AF65-F5344CB8AC3E}">
        <p14:creationId xmlns:p14="http://schemas.microsoft.com/office/powerpoint/2010/main" val="2120275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latin typeface="Calibri" panose="020F0502020204030204" pitchFamily="34" charset="0"/>
                <a:cs typeface="Calibri" panose="020F0502020204030204" pitchFamily="34" charset="0"/>
              </a:rPr>
              <a:t>There are many strategies used to add numbers. People have different methods for solving a problem. The key is to identify which strategy works best for you and the problem you are solving. The Column Method is probably something that most of you have seen and used in your many years of education.</a:t>
            </a:r>
          </a:p>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6</a:t>
            </a:fld>
            <a:endParaRPr lang="en-AU"/>
          </a:p>
        </p:txBody>
      </p:sp>
    </p:spTree>
    <p:extLst>
      <p:ext uri="{BB962C8B-B14F-4D97-AF65-F5344CB8AC3E}">
        <p14:creationId xmlns:p14="http://schemas.microsoft.com/office/powerpoint/2010/main" val="563326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latin typeface="Calibri" panose="020F0502020204030204" pitchFamily="34" charset="0"/>
                <a:cs typeface="Calibri" panose="020F0502020204030204" pitchFamily="34" charset="0"/>
              </a:rPr>
              <a:t>This strategy relies on you knowing how to add the place values of numbers and recombining them to get the final answer.</a:t>
            </a:r>
          </a:p>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7</a:t>
            </a:fld>
            <a:endParaRPr lang="en-AU"/>
          </a:p>
        </p:txBody>
      </p:sp>
    </p:spTree>
    <p:extLst>
      <p:ext uri="{BB962C8B-B14F-4D97-AF65-F5344CB8AC3E}">
        <p14:creationId xmlns:p14="http://schemas.microsoft.com/office/powerpoint/2010/main" val="3124561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latin typeface="Calibri" panose="020F0502020204030204" pitchFamily="34" charset="0"/>
                <a:cs typeface="Calibri" panose="020F0502020204030204" pitchFamily="34" charset="0"/>
              </a:rPr>
              <a:t>This is the strategy from your textbook. You start adding from the left and write a number on each line below.</a:t>
            </a:r>
          </a:p>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8</a:t>
            </a:fld>
            <a:endParaRPr lang="en-AU"/>
          </a:p>
        </p:txBody>
      </p:sp>
    </p:spTree>
    <p:extLst>
      <p:ext uri="{BB962C8B-B14F-4D97-AF65-F5344CB8AC3E}">
        <p14:creationId xmlns:p14="http://schemas.microsoft.com/office/powerpoint/2010/main" val="2262660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05F8C66-E9D4-4BCD-9B84-1B952BD6C7CB}" type="slidenum">
              <a:rPr lang="en-AU" smtClean="0"/>
              <a:t>11</a:t>
            </a:fld>
            <a:endParaRPr lang="en-AU"/>
          </a:p>
        </p:txBody>
      </p:sp>
    </p:spTree>
    <p:extLst>
      <p:ext uri="{BB962C8B-B14F-4D97-AF65-F5344CB8AC3E}">
        <p14:creationId xmlns:p14="http://schemas.microsoft.com/office/powerpoint/2010/main" val="2764987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D87294F-DEA6-4D3A-864A-E2E179377C11}" type="datetimeFigureOut">
              <a:rPr lang="en-AU" smtClean="0"/>
              <a:t>4/02/2021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
        <p:nvSpPr>
          <p:cNvPr id="13" name="Rectangle 12"/>
          <p:cNvSpPr/>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0850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4/02/2021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924120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87294F-DEA6-4D3A-864A-E2E179377C11}" type="datetimeFigureOut">
              <a:rPr lang="en-AU" smtClean="0"/>
              <a:t>4/02/2021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12192000" cy="4572000"/>
          </a:xfrm>
          <a:prstGeom prst="rect">
            <a:avLst/>
          </a:prstGeom>
          <a:blipFill dpi="0" rotWithShape="1">
            <a:blip r:embed="rId2">
              <a:duotone>
                <a:schemeClr val="accent1">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61104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87294F-DEA6-4D3A-864A-E2E179377C11}" type="datetimeFigureOut">
              <a:rPr lang="en-AU" smtClean="0"/>
              <a:t>4/02/2021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061133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87294F-DEA6-4D3A-864A-E2E179377C11}" type="datetimeFigureOut">
              <a:rPr lang="en-AU" smtClean="0"/>
              <a:t>4/02/2021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425222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87294F-DEA6-4D3A-864A-E2E179377C11}" type="datetimeFigureOut">
              <a:rPr lang="en-AU" smtClean="0"/>
              <a:t>4/02/2021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890055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87294F-DEA6-4D3A-864A-E2E179377C11}" type="datetimeFigureOut">
              <a:rPr lang="en-AU" smtClean="0"/>
              <a:t>4/02/2021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242168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87294F-DEA6-4D3A-864A-E2E179377C11}" type="datetimeFigureOut">
              <a:rPr lang="en-AU" smtClean="0"/>
              <a:t>4/02/2021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3175906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87294F-DEA6-4D3A-864A-E2E179377C11}" type="datetimeFigureOut">
              <a:rPr lang="en-AU" smtClean="0"/>
              <a:t>4/02/2021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258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4/02/2021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spTree>
    <p:extLst>
      <p:ext uri="{BB962C8B-B14F-4D97-AF65-F5344CB8AC3E}">
        <p14:creationId xmlns:p14="http://schemas.microsoft.com/office/powerpoint/2010/main" val="2665682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7294F-DEA6-4D3A-864A-E2E179377C11}" type="datetimeFigureOut">
              <a:rPr lang="en-AU" smtClean="0"/>
              <a:t>4/02/2021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EE85469-5E97-4092-A190-A2DAADA27300}" type="slidenum">
              <a:rPr lang="en-AU" smtClean="0"/>
              <a:t>‹#›</a:t>
            </a:fld>
            <a:endParaRPr lang="en-AU"/>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507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D87294F-DEA6-4D3A-864A-E2E179377C11}" type="datetimeFigureOut">
              <a:rPr lang="en-AU" smtClean="0"/>
              <a:t>4/02/2021</a:t>
            </a:fld>
            <a:endParaRPr lang="en-AU"/>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AU"/>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EE85469-5E97-4092-A190-A2DAADA27300}" type="slidenum">
              <a:rPr lang="en-AU" smtClean="0"/>
              <a:t>‹#›</a:t>
            </a:fld>
            <a:endParaRPr lang="en-AU"/>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121646"/>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creativecommons.org/licenses/by-sa/3.0/" TargetMode="External"/><Relationship Id="rId4" Type="http://schemas.openxmlformats.org/officeDocument/2006/relationships/hyperlink" Target="https://www.flickr.com/photos/128758398@N07/16606213985"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3" Type="http://schemas.openxmlformats.org/officeDocument/2006/relationships/image" Target="../media/image14.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image" Target="../media/image27.png"/><Relationship Id="rId21" Type="http://schemas.openxmlformats.org/officeDocument/2006/relationships/image" Target="../media/image18.png"/><Relationship Id="rId34" Type="http://schemas.openxmlformats.org/officeDocument/2006/relationships/customXml" Target="../ink/ink16.xml"/><Relationship Id="rId42" Type="http://schemas.openxmlformats.org/officeDocument/2006/relationships/customXml" Target="../ink/ink20.xml"/><Relationship Id="rId47" Type="http://schemas.openxmlformats.org/officeDocument/2006/relationships/image" Target="../media/image31.png"/><Relationship Id="rId50" Type="http://schemas.openxmlformats.org/officeDocument/2006/relationships/customXml" Target="../ink/ink24.xml"/><Relationship Id="rId55" Type="http://schemas.openxmlformats.org/officeDocument/2006/relationships/image" Target="../media/image35.png"/><Relationship Id="rId7" Type="http://schemas.openxmlformats.org/officeDocument/2006/relationships/image" Target="../media/image11.png"/><Relationship Id="rId2" Type="http://schemas.openxmlformats.org/officeDocument/2006/relationships/notesSlide" Target="../notesSlides/notesSlide4.xml"/><Relationship Id="rId16" Type="http://schemas.openxmlformats.org/officeDocument/2006/relationships/customXml" Target="../ink/ink7.xml"/><Relationship Id="rId29" Type="http://schemas.openxmlformats.org/officeDocument/2006/relationships/image" Target="../media/image22.png"/><Relationship Id="rId11" Type="http://schemas.openxmlformats.org/officeDocument/2006/relationships/image" Target="../media/image13.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26.png"/><Relationship Id="rId40" Type="http://schemas.openxmlformats.org/officeDocument/2006/relationships/customXml" Target="../ink/ink19.xml"/><Relationship Id="rId45" Type="http://schemas.openxmlformats.org/officeDocument/2006/relationships/image" Target="../media/image30.png"/><Relationship Id="rId53" Type="http://schemas.openxmlformats.org/officeDocument/2006/relationships/image" Target="../media/image34.png"/><Relationship Id="rId5" Type="http://schemas.openxmlformats.org/officeDocument/2006/relationships/image" Target="../media/image10.png"/><Relationship Id="rId10" Type="http://schemas.openxmlformats.org/officeDocument/2006/relationships/customXml" Target="../ink/ink4.xml"/><Relationship Id="rId19" Type="http://schemas.openxmlformats.org/officeDocument/2006/relationships/image" Target="../media/image17.png"/><Relationship Id="rId31" Type="http://schemas.openxmlformats.org/officeDocument/2006/relationships/image" Target="../media/image23.png"/><Relationship Id="rId44" Type="http://schemas.openxmlformats.org/officeDocument/2006/relationships/customXml" Target="../ink/ink21.xml"/><Relationship Id="rId52" Type="http://schemas.openxmlformats.org/officeDocument/2006/relationships/customXml" Target="../ink/ink25.xml"/><Relationship Id="rId4" Type="http://schemas.openxmlformats.org/officeDocument/2006/relationships/customXml" Target="../ink/ink1.xml"/><Relationship Id="rId9" Type="http://schemas.openxmlformats.org/officeDocument/2006/relationships/image" Target="../media/image12.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21.png"/><Relationship Id="rId30" Type="http://schemas.openxmlformats.org/officeDocument/2006/relationships/customXml" Target="../ink/ink14.xml"/><Relationship Id="rId35" Type="http://schemas.openxmlformats.org/officeDocument/2006/relationships/image" Target="../media/image25.png"/><Relationship Id="rId43" Type="http://schemas.openxmlformats.org/officeDocument/2006/relationships/image" Target="../media/image29.png"/><Relationship Id="rId48" Type="http://schemas.openxmlformats.org/officeDocument/2006/relationships/customXml" Target="../ink/ink23.xml"/><Relationship Id="rId8" Type="http://schemas.openxmlformats.org/officeDocument/2006/relationships/customXml" Target="../ink/ink3.xml"/><Relationship Id="rId51" Type="http://schemas.openxmlformats.org/officeDocument/2006/relationships/image" Target="../media/image33.png"/><Relationship Id="rId3" Type="http://schemas.openxmlformats.org/officeDocument/2006/relationships/image" Target="../media/image9.png"/><Relationship Id="rId12" Type="http://schemas.openxmlformats.org/officeDocument/2006/relationships/customXml" Target="../ink/ink5.xml"/><Relationship Id="rId17" Type="http://schemas.openxmlformats.org/officeDocument/2006/relationships/image" Target="../media/image16.png"/><Relationship Id="rId25" Type="http://schemas.openxmlformats.org/officeDocument/2006/relationships/image" Target="../media/image20.png"/><Relationship Id="rId33" Type="http://schemas.openxmlformats.org/officeDocument/2006/relationships/image" Target="../media/image24.png"/><Relationship Id="rId38" Type="http://schemas.openxmlformats.org/officeDocument/2006/relationships/customXml" Target="../ink/ink18.xml"/><Relationship Id="rId46" Type="http://schemas.openxmlformats.org/officeDocument/2006/relationships/customXml" Target="../ink/ink22.xml"/><Relationship Id="rId20" Type="http://schemas.openxmlformats.org/officeDocument/2006/relationships/customXml" Target="../ink/ink9.xml"/><Relationship Id="rId41" Type="http://schemas.openxmlformats.org/officeDocument/2006/relationships/image" Target="../media/image28.png"/><Relationship Id="rId54" Type="http://schemas.openxmlformats.org/officeDocument/2006/relationships/customXml" Target="../ink/ink26.xml"/><Relationship Id="rId1" Type="http://schemas.openxmlformats.org/officeDocument/2006/relationships/slideLayout" Target="../slideLayouts/slideLayout7.xml"/><Relationship Id="rId6" Type="http://schemas.openxmlformats.org/officeDocument/2006/relationships/customXml" Target="../ink/ink2.xml"/><Relationship Id="rId15" Type="http://schemas.openxmlformats.org/officeDocument/2006/relationships/image" Target="../media/image15.png"/><Relationship Id="rId23" Type="http://schemas.openxmlformats.org/officeDocument/2006/relationships/image" Target="../media/image19.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peoplematters.in/article/culture/exit-interview-an-opportunity-to-decipher-the-organization-13901" TargetMode="External"/><Relationship Id="rId2" Type="http://schemas.openxmlformats.org/officeDocument/2006/relationships/image" Target="../media/image40.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1B51-FD68-4F9A-AF72-D0BD0020458F}"/>
              </a:ext>
            </a:extLst>
          </p:cNvPr>
          <p:cNvSpPr>
            <a:spLocks noGrp="1"/>
          </p:cNvSpPr>
          <p:nvPr>
            <p:ph type="ctrTitle"/>
          </p:nvPr>
        </p:nvSpPr>
        <p:spPr>
          <a:xfrm>
            <a:off x="381000" y="4960137"/>
            <a:ext cx="7848600" cy="1463040"/>
          </a:xfrm>
        </p:spPr>
        <p:txBody>
          <a:bodyPr>
            <a:noAutofit/>
          </a:bodyPr>
          <a:lstStyle/>
          <a:p>
            <a:pPr algn="l"/>
            <a:r>
              <a:rPr lang="en-AU" sz="4000" dirty="0"/>
              <a:t>Topic: Efficient Addition Strategies</a:t>
            </a:r>
            <a:br>
              <a:rPr lang="en-AU" sz="4000" dirty="0"/>
            </a:br>
            <a:r>
              <a:rPr lang="en-AU" sz="4000" dirty="0"/>
              <a:t>EQ: What Are Efficient Addition Strategies?</a:t>
            </a:r>
          </a:p>
        </p:txBody>
      </p:sp>
      <p:sp>
        <p:nvSpPr>
          <p:cNvPr id="3" name="Subtitle 2">
            <a:extLst>
              <a:ext uri="{FF2B5EF4-FFF2-40B4-BE49-F238E27FC236}">
                <a16:creationId xmlns:a16="http://schemas.microsoft.com/office/drawing/2014/main" id="{39235905-0902-4C57-9CA6-37C142F28CCF}"/>
              </a:ext>
            </a:extLst>
          </p:cNvPr>
          <p:cNvSpPr>
            <a:spLocks noGrp="1"/>
          </p:cNvSpPr>
          <p:nvPr>
            <p:ph type="subTitle" idx="1"/>
          </p:nvPr>
        </p:nvSpPr>
        <p:spPr/>
        <p:txBody>
          <a:bodyPr/>
          <a:lstStyle/>
          <a:p>
            <a:r>
              <a:rPr lang="en-AU" dirty="0"/>
              <a:t>Year 11 Essentials</a:t>
            </a:r>
          </a:p>
          <a:p>
            <a:r>
              <a:rPr lang="en-AU" dirty="0"/>
              <a:t>Mrs Parlevliet</a:t>
            </a:r>
          </a:p>
        </p:txBody>
      </p:sp>
    </p:spTree>
    <p:extLst>
      <p:ext uri="{BB962C8B-B14F-4D97-AF65-F5344CB8AC3E}">
        <p14:creationId xmlns:p14="http://schemas.microsoft.com/office/powerpoint/2010/main" val="1669176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2DAA-A945-4854-916B-03B00950BDA0}"/>
              </a:ext>
            </a:extLst>
          </p:cNvPr>
          <p:cNvSpPr>
            <a:spLocks noGrp="1"/>
          </p:cNvSpPr>
          <p:nvPr>
            <p:ph type="title"/>
          </p:nvPr>
        </p:nvSpPr>
        <p:spPr/>
        <p:txBody>
          <a:bodyPr/>
          <a:lstStyle/>
          <a:p>
            <a:r>
              <a:rPr lang="en-AU" dirty="0"/>
              <a:t>Things Required For This Lesson</a:t>
            </a:r>
          </a:p>
        </p:txBody>
      </p:sp>
      <p:sp>
        <p:nvSpPr>
          <p:cNvPr id="3" name="Content Placeholder 2">
            <a:extLst>
              <a:ext uri="{FF2B5EF4-FFF2-40B4-BE49-F238E27FC236}">
                <a16:creationId xmlns:a16="http://schemas.microsoft.com/office/drawing/2014/main" id="{C73B46C1-2EC7-446D-84C7-06B86F22835B}"/>
              </a:ext>
            </a:extLst>
          </p:cNvPr>
          <p:cNvSpPr>
            <a:spLocks noGrp="1"/>
          </p:cNvSpPr>
          <p:nvPr>
            <p:ph idx="1"/>
          </p:nvPr>
        </p:nvSpPr>
        <p:spPr/>
        <p:txBody>
          <a:bodyPr/>
          <a:lstStyle/>
          <a:p>
            <a:pPr>
              <a:buFont typeface="Wingdings" panose="05000000000000000000" pitchFamily="2" charset="2"/>
              <a:buChar char="v"/>
            </a:pPr>
            <a:r>
              <a:rPr lang="en-AU" dirty="0"/>
              <a:t> Interactive Notebook</a:t>
            </a:r>
          </a:p>
          <a:p>
            <a:pPr>
              <a:buFont typeface="Wingdings" panose="05000000000000000000" pitchFamily="2" charset="2"/>
              <a:buChar char="v"/>
            </a:pPr>
            <a:r>
              <a:rPr lang="en-AU" dirty="0"/>
              <a:t> Textbook: </a:t>
            </a:r>
            <a:r>
              <a:rPr lang="en-AU" dirty="0">
                <a:solidFill>
                  <a:srgbClr val="7030A0"/>
                </a:solidFill>
              </a:rPr>
              <a:t>Interleaved Maths Essential Connections</a:t>
            </a:r>
          </a:p>
          <a:p>
            <a:pPr>
              <a:buFont typeface="Wingdings" panose="05000000000000000000" pitchFamily="2" charset="2"/>
              <a:buChar char="v"/>
            </a:pPr>
            <a:r>
              <a:rPr lang="en-AU" dirty="0"/>
              <a:t> Ruler, Red Pen, Pencil, Pens, Scientific Calculator</a:t>
            </a:r>
          </a:p>
          <a:p>
            <a:pPr>
              <a:buFont typeface="Wingdings" panose="05000000000000000000" pitchFamily="2" charset="2"/>
              <a:buChar char="v"/>
            </a:pPr>
            <a:r>
              <a:rPr lang="en-AU" dirty="0"/>
              <a:t> Growth mindset</a:t>
            </a:r>
          </a:p>
        </p:txBody>
      </p:sp>
    </p:spTree>
    <p:extLst>
      <p:ext uri="{BB962C8B-B14F-4D97-AF65-F5344CB8AC3E}">
        <p14:creationId xmlns:p14="http://schemas.microsoft.com/office/powerpoint/2010/main" val="2390803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4994082"/>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5142305"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Efficient Addition Strategies</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What are efficient addition strategies?</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10/02/2021</a:t>
            </a:r>
          </a:p>
        </p:txBody>
      </p:sp>
      <p:pic>
        <p:nvPicPr>
          <p:cNvPr id="6" name="Picture 5" descr="A picture containing text, brick, outdoor, sign&#10;&#10;Description automatically generated">
            <a:extLst>
              <a:ext uri="{FF2B5EF4-FFF2-40B4-BE49-F238E27FC236}">
                <a16:creationId xmlns:a16="http://schemas.microsoft.com/office/drawing/2014/main" id="{04DC1BC4-B66D-4429-8604-914BCDAFDC2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881917" y="1449553"/>
            <a:ext cx="3257615" cy="4289864"/>
          </a:xfrm>
          <a:prstGeom prst="rect">
            <a:avLst/>
          </a:prstGeom>
        </p:spPr>
      </p:pic>
      <p:sp>
        <p:nvSpPr>
          <p:cNvPr id="7" name="TextBox 6">
            <a:extLst>
              <a:ext uri="{FF2B5EF4-FFF2-40B4-BE49-F238E27FC236}">
                <a16:creationId xmlns:a16="http://schemas.microsoft.com/office/drawing/2014/main" id="{F4EB01DF-9411-42CA-9351-FB3A2852305B}"/>
              </a:ext>
            </a:extLst>
          </p:cNvPr>
          <p:cNvSpPr txBox="1"/>
          <p:nvPr/>
        </p:nvSpPr>
        <p:spPr>
          <a:xfrm>
            <a:off x="5001187" y="5710872"/>
            <a:ext cx="2575263" cy="369332"/>
          </a:xfrm>
          <a:prstGeom prst="rect">
            <a:avLst/>
          </a:prstGeom>
          <a:noFill/>
        </p:spPr>
        <p:txBody>
          <a:bodyPr wrap="square" rtlCol="0">
            <a:spAutoFit/>
          </a:bodyPr>
          <a:lstStyle/>
          <a:p>
            <a:r>
              <a:rPr lang="en-AU" sz="900" dirty="0">
                <a:hlinkClick r:id="rId4" tooltip="https://www.flickr.com/photos/128758398@N07/16606213985"/>
              </a:rPr>
              <a:t>This Photo</a:t>
            </a:r>
            <a:r>
              <a:rPr lang="en-AU" sz="900" dirty="0"/>
              <a:t> by Unknown Author is licensed under </a:t>
            </a:r>
            <a:r>
              <a:rPr lang="en-AU" sz="900" dirty="0">
                <a:hlinkClick r:id="rId5" tooltip="https://creativecommons.org/licenses/by-sa/3.0/"/>
              </a:rPr>
              <a:t>CC BY-SA</a:t>
            </a:r>
            <a:endParaRPr lang="en-AU" sz="900" dirty="0"/>
          </a:p>
        </p:txBody>
      </p:sp>
      <p:cxnSp>
        <p:nvCxnSpPr>
          <p:cNvPr id="25" name="Straight Connector 24">
            <a:extLst>
              <a:ext uri="{FF2B5EF4-FFF2-40B4-BE49-F238E27FC236}">
                <a16:creationId xmlns:a16="http://schemas.microsoft.com/office/drawing/2014/main" id="{B2CDAD20-C34B-4CAB-9BA2-2A1DCC9E489F}"/>
              </a:ext>
            </a:extLst>
          </p:cNvPr>
          <p:cNvCxnSpPr>
            <a:cxnSpLocks/>
          </p:cNvCxnSpPr>
          <p:nvPr/>
        </p:nvCxnSpPr>
        <p:spPr>
          <a:xfrm flipV="1">
            <a:off x="37322" y="6218703"/>
            <a:ext cx="12192000" cy="2229"/>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682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523BF6-8865-48E5-97BC-E5F426458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25E1A445-F7EF-41B3-B20D-1112A814F5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AEF7D98-081F-4D17-935D-3C984164768C}"/>
              </a:ext>
            </a:extLst>
          </p:cNvPr>
          <p:cNvPicPr>
            <a:picLocks noChangeAspect="1"/>
          </p:cNvPicPr>
          <p:nvPr/>
        </p:nvPicPr>
        <p:blipFill rotWithShape="1">
          <a:blip r:embed="rId3">
            <a:alphaModFix amt="45000"/>
          </a:blip>
          <a:srcRect t="15709" r="-1" b="-1"/>
          <a:stretch/>
        </p:blipFill>
        <p:spPr>
          <a:xfrm>
            <a:off x="20" y="-1"/>
            <a:ext cx="12188932" cy="6858000"/>
          </a:xfrm>
          <a:prstGeom prst="rect">
            <a:avLst/>
          </a:prstGeom>
        </p:spPr>
      </p:pic>
      <p:sp>
        <p:nvSpPr>
          <p:cNvPr id="2" name="Title 1">
            <a:extLst>
              <a:ext uri="{FF2B5EF4-FFF2-40B4-BE49-F238E27FC236}">
                <a16:creationId xmlns:a16="http://schemas.microsoft.com/office/drawing/2014/main" id="{9138BE1D-CADD-4908-8018-6683DA4B9A83}"/>
              </a:ext>
            </a:extLst>
          </p:cNvPr>
          <p:cNvSpPr>
            <a:spLocks noGrp="1"/>
          </p:cNvSpPr>
          <p:nvPr>
            <p:ph type="title"/>
          </p:nvPr>
        </p:nvSpPr>
        <p:spPr>
          <a:xfrm>
            <a:off x="643467" y="643467"/>
            <a:ext cx="7164674" cy="5571066"/>
          </a:xfrm>
        </p:spPr>
        <p:txBody>
          <a:bodyPr vert="horz" lIns="91440" tIns="45720" rIns="91440" bIns="45720" rtlCol="0" anchor="ctr">
            <a:normAutofit fontScale="90000"/>
          </a:bodyPr>
          <a:lstStyle/>
          <a:p>
            <a:r>
              <a:rPr lang="en-US" sz="6600" cap="none" spc="200" dirty="0">
                <a:solidFill>
                  <a:schemeClr val="tx1"/>
                </a:solidFill>
                <a:latin typeface="Calibri" panose="020F0502020204030204" pitchFamily="34" charset="0"/>
                <a:cs typeface="Calibri" panose="020F0502020204030204" pitchFamily="34" charset="0"/>
              </a:rPr>
              <a:t>Task(LHS): Interleaved Questions Set 1</a:t>
            </a:r>
            <a:br>
              <a:rPr lang="en-US" sz="6600" cap="none" spc="200" dirty="0">
                <a:solidFill>
                  <a:schemeClr val="tx1"/>
                </a:solidFill>
                <a:latin typeface="Calibri" panose="020F0502020204030204" pitchFamily="34" charset="0"/>
                <a:cs typeface="Calibri" panose="020F0502020204030204" pitchFamily="34" charset="0"/>
              </a:rPr>
            </a:br>
            <a:r>
              <a:rPr lang="en-US" sz="6600" cap="none" spc="200" dirty="0">
                <a:solidFill>
                  <a:schemeClr val="tx1"/>
                </a:solidFill>
                <a:latin typeface="Calibri" panose="020F0502020204030204" pitchFamily="34" charset="0"/>
                <a:cs typeface="Calibri" panose="020F0502020204030204" pitchFamily="34" charset="0"/>
              </a:rPr>
              <a:t>Page 133</a:t>
            </a:r>
            <a:br>
              <a:rPr lang="en-US" sz="6600" cap="none" spc="200" dirty="0">
                <a:solidFill>
                  <a:schemeClr val="tx1"/>
                </a:solidFill>
                <a:latin typeface="Calibri" panose="020F0502020204030204" pitchFamily="34" charset="0"/>
                <a:cs typeface="Calibri" panose="020F0502020204030204" pitchFamily="34" charset="0"/>
              </a:rPr>
            </a:br>
            <a:br>
              <a:rPr lang="en-US" sz="6600" cap="none" spc="200" dirty="0">
                <a:solidFill>
                  <a:schemeClr val="tx1"/>
                </a:solidFill>
                <a:latin typeface="Calibri" panose="020F0502020204030204" pitchFamily="34" charset="0"/>
                <a:cs typeface="Calibri" panose="020F0502020204030204" pitchFamily="34" charset="0"/>
              </a:rPr>
            </a:br>
            <a:r>
              <a:rPr lang="en-US" sz="6600" cap="none" spc="200" dirty="0">
                <a:solidFill>
                  <a:schemeClr val="tx1"/>
                </a:solidFill>
                <a:latin typeface="Calibri" panose="020F0502020204030204" pitchFamily="34" charset="0"/>
                <a:cs typeface="Calibri" panose="020F0502020204030204" pitchFamily="34" charset="0"/>
              </a:rPr>
              <a:t>Do as many as you can in 10 minutes.</a:t>
            </a:r>
          </a:p>
        </p:txBody>
      </p:sp>
      <p:sp>
        <p:nvSpPr>
          <p:cNvPr id="3" name="Content Placeholder 2">
            <a:extLst>
              <a:ext uri="{FF2B5EF4-FFF2-40B4-BE49-F238E27FC236}">
                <a16:creationId xmlns:a16="http://schemas.microsoft.com/office/drawing/2014/main" id="{55A52EC4-897E-41BB-A452-B691D00977A0}"/>
              </a:ext>
            </a:extLst>
          </p:cNvPr>
          <p:cNvSpPr>
            <a:spLocks noGrp="1"/>
          </p:cNvSpPr>
          <p:nvPr>
            <p:ph idx="1"/>
          </p:nvPr>
        </p:nvSpPr>
        <p:spPr>
          <a:xfrm>
            <a:off x="8451608" y="643467"/>
            <a:ext cx="3096926" cy="5571066"/>
          </a:xfrm>
        </p:spPr>
        <p:txBody>
          <a:bodyPr vert="horz" lIns="91440" tIns="45720" rIns="91440" bIns="45720" rtlCol="0" anchor="ctr">
            <a:normAutofit/>
          </a:bodyPr>
          <a:lstStyle/>
          <a:p>
            <a:pPr marL="0" indent="0">
              <a:lnSpc>
                <a:spcPct val="100000"/>
              </a:lnSpc>
              <a:spcBef>
                <a:spcPts val="0"/>
              </a:spcBef>
              <a:buNone/>
            </a:pPr>
            <a:r>
              <a:rPr lang="en-US" sz="2000" dirty="0"/>
              <a:t> </a:t>
            </a:r>
          </a:p>
        </p:txBody>
      </p:sp>
      <p:cxnSp>
        <p:nvCxnSpPr>
          <p:cNvPr id="15" name="Straight Connector 14">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737924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F2ABC8-4FD6-4B60-92A7-BB3BEE3C1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10D1C-C52F-4092-B107-E88E506EF141}"/>
              </a:ext>
            </a:extLst>
          </p:cNvPr>
          <p:cNvSpPr>
            <a:spLocks noGrp="1"/>
          </p:cNvSpPr>
          <p:nvPr>
            <p:ph type="title"/>
          </p:nvPr>
        </p:nvSpPr>
        <p:spPr>
          <a:xfrm>
            <a:off x="1024128" y="585216"/>
            <a:ext cx="8018272" cy="1499616"/>
          </a:xfrm>
        </p:spPr>
        <p:txBody>
          <a:bodyPr>
            <a:normAutofit/>
          </a:bodyPr>
          <a:lstStyle/>
          <a:p>
            <a:r>
              <a:rPr lang="en-AU" dirty="0"/>
              <a:t>Task (LHS) </a:t>
            </a:r>
            <a:r>
              <a:rPr lang="en-AU" dirty="0">
                <a:solidFill>
                  <a:schemeClr val="accent1">
                    <a:lumMod val="75000"/>
                  </a:schemeClr>
                </a:solidFill>
              </a:rPr>
              <a:t>Think</a:t>
            </a:r>
            <a:r>
              <a:rPr lang="en-AU" dirty="0"/>
              <a:t> </a:t>
            </a:r>
            <a:r>
              <a:rPr lang="en-AU" dirty="0">
                <a:solidFill>
                  <a:schemeClr val="accent2">
                    <a:lumMod val="75000"/>
                  </a:schemeClr>
                </a:solidFill>
              </a:rPr>
              <a:t>Pair</a:t>
            </a:r>
            <a:r>
              <a:rPr lang="en-AU" dirty="0"/>
              <a:t> </a:t>
            </a:r>
            <a:r>
              <a:rPr lang="en-AU" dirty="0">
                <a:solidFill>
                  <a:schemeClr val="accent3">
                    <a:lumMod val="50000"/>
                  </a:schemeClr>
                </a:solidFill>
              </a:rPr>
              <a:t>Share</a:t>
            </a:r>
          </a:p>
        </p:txBody>
      </p:sp>
      <p:cxnSp>
        <p:nvCxnSpPr>
          <p:cNvPr id="10" name="Straight Connector 9">
            <a:extLst>
              <a:ext uri="{FF2B5EF4-FFF2-40B4-BE49-F238E27FC236}">
                <a16:creationId xmlns:a16="http://schemas.microsoft.com/office/drawing/2014/main" id="{DCD479D3-536C-4161-A6F8-813D30719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6BA030-F0A1-43A2-A797-43A1FF6BDAE7}"/>
              </a:ext>
            </a:extLst>
          </p:cNvPr>
          <p:cNvSpPr>
            <a:spLocks noGrp="1"/>
          </p:cNvSpPr>
          <p:nvPr>
            <p:ph idx="1"/>
          </p:nvPr>
        </p:nvSpPr>
        <p:spPr>
          <a:xfrm>
            <a:off x="1024128" y="2286000"/>
            <a:ext cx="8018271" cy="4023360"/>
          </a:xfrm>
        </p:spPr>
        <p:txBody>
          <a:bodyPr>
            <a:normAutofit/>
          </a:bodyPr>
          <a:lstStyle/>
          <a:p>
            <a:pPr>
              <a:buFont typeface="Wingdings" panose="05000000000000000000" pitchFamily="2" charset="2"/>
              <a:buChar char="v"/>
            </a:pPr>
            <a:r>
              <a:rPr lang="en-AU" dirty="0">
                <a:latin typeface="Calibri" panose="020F0502020204030204" pitchFamily="34" charset="0"/>
                <a:cs typeface="Calibri" panose="020F0502020204030204" pitchFamily="34" charset="0"/>
              </a:rPr>
              <a:t> </a:t>
            </a:r>
            <a:r>
              <a:rPr lang="en-AU" dirty="0">
                <a:solidFill>
                  <a:schemeClr val="accent1">
                    <a:lumMod val="75000"/>
                  </a:schemeClr>
                </a:solidFill>
                <a:latin typeface="Calibri" panose="020F0502020204030204" pitchFamily="34" charset="0"/>
                <a:cs typeface="Calibri" panose="020F0502020204030204" pitchFamily="34" charset="0"/>
              </a:rPr>
              <a:t>Determine the sum of 546 and 237 without a calculator.</a:t>
            </a:r>
          </a:p>
          <a:p>
            <a:pPr>
              <a:buFont typeface="Wingdings" panose="05000000000000000000" pitchFamily="2" charset="2"/>
              <a:buChar char="v"/>
            </a:pPr>
            <a:r>
              <a:rPr lang="en-AU" dirty="0">
                <a:solidFill>
                  <a:schemeClr val="accent1">
                    <a:lumMod val="75000"/>
                  </a:schemeClr>
                </a:solidFill>
                <a:latin typeface="Calibri" panose="020F0502020204030204" pitchFamily="34" charset="0"/>
                <a:cs typeface="Calibri" panose="020F0502020204030204" pitchFamily="34" charset="0"/>
              </a:rPr>
              <a:t> Show your working out.</a:t>
            </a:r>
          </a:p>
          <a:p>
            <a:pPr>
              <a:buFont typeface="Wingdings" panose="05000000000000000000" pitchFamily="2" charset="2"/>
              <a:buChar char="v"/>
            </a:pPr>
            <a:r>
              <a:rPr lang="en-AU" dirty="0">
                <a:latin typeface="Calibri" panose="020F0502020204030204" pitchFamily="34" charset="0"/>
                <a:cs typeface="Calibri" panose="020F0502020204030204" pitchFamily="34" charset="0"/>
              </a:rPr>
              <a:t> </a:t>
            </a:r>
            <a:r>
              <a:rPr lang="en-AU" dirty="0">
                <a:solidFill>
                  <a:schemeClr val="accent2">
                    <a:lumMod val="75000"/>
                  </a:schemeClr>
                </a:solidFill>
                <a:latin typeface="Calibri" panose="020F0502020204030204" pitchFamily="34" charset="0"/>
                <a:cs typeface="Calibri" panose="020F0502020204030204" pitchFamily="34" charset="0"/>
              </a:rPr>
              <a:t>Compare your answer with the person next to you and discuss how you worked out the answer. </a:t>
            </a:r>
          </a:p>
          <a:p>
            <a:pPr>
              <a:buFont typeface="Wingdings" panose="05000000000000000000" pitchFamily="2" charset="2"/>
              <a:buChar char="v"/>
            </a:pPr>
            <a:r>
              <a:rPr lang="en-AU" dirty="0">
                <a:solidFill>
                  <a:schemeClr val="accent2">
                    <a:lumMod val="75000"/>
                  </a:schemeClr>
                </a:solidFill>
                <a:latin typeface="Calibri" panose="020F0502020204030204" pitchFamily="34" charset="0"/>
                <a:cs typeface="Calibri" panose="020F0502020204030204" pitchFamily="34" charset="0"/>
              </a:rPr>
              <a:t> If you want to make changes to your working out or answer, make the changes underneath your original work.</a:t>
            </a:r>
          </a:p>
          <a:p>
            <a:pPr>
              <a:buFont typeface="Wingdings" panose="05000000000000000000" pitchFamily="2" charset="2"/>
              <a:buChar char="v"/>
            </a:pPr>
            <a:r>
              <a:rPr lang="en-AU" dirty="0">
                <a:latin typeface="Calibri" panose="020F0502020204030204" pitchFamily="34" charset="0"/>
                <a:cs typeface="Calibri" panose="020F0502020204030204" pitchFamily="34" charset="0"/>
              </a:rPr>
              <a:t> </a:t>
            </a:r>
            <a:r>
              <a:rPr lang="en-AU" dirty="0">
                <a:solidFill>
                  <a:schemeClr val="accent3">
                    <a:lumMod val="50000"/>
                  </a:schemeClr>
                </a:solidFill>
                <a:latin typeface="Calibri" panose="020F0502020204030204" pitchFamily="34" charset="0"/>
                <a:cs typeface="Calibri" panose="020F0502020204030204" pitchFamily="34" charset="0"/>
              </a:rPr>
              <a:t>Be prepared to contribute to a whole class discussion.</a:t>
            </a:r>
          </a:p>
        </p:txBody>
      </p:sp>
      <p:sp>
        <p:nvSpPr>
          <p:cNvPr id="12" name="Rectangle 1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7092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4994082"/>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5522217"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Efficient Strategies of Addition</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What are efficient strategies of addition?</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10/02/2021</a:t>
            </a:r>
          </a:p>
        </p:txBody>
      </p:sp>
      <p:cxnSp>
        <p:nvCxnSpPr>
          <p:cNvPr id="25" name="Straight Connector 24">
            <a:extLst>
              <a:ext uri="{FF2B5EF4-FFF2-40B4-BE49-F238E27FC236}">
                <a16:creationId xmlns:a16="http://schemas.microsoft.com/office/drawing/2014/main" id="{B2CDAD20-C34B-4CAB-9BA2-2A1DCC9E489F}"/>
              </a:ext>
            </a:extLst>
          </p:cNvPr>
          <p:cNvCxnSpPr>
            <a:cxnSpLocks/>
          </p:cNvCxnSpPr>
          <p:nvPr/>
        </p:nvCxnSpPr>
        <p:spPr>
          <a:xfrm flipV="1">
            <a:off x="37322" y="6218703"/>
            <a:ext cx="12192000" cy="222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5B7E0B6-E59A-4A49-9663-F839ED5AE04B}"/>
                  </a:ext>
                </a:extLst>
              </p:cNvPr>
              <p:cNvSpPr txBox="1"/>
              <p:nvPr/>
            </p:nvSpPr>
            <p:spPr>
              <a:xfrm>
                <a:off x="2433974" y="1295384"/>
                <a:ext cx="9440384" cy="830997"/>
              </a:xfrm>
              <a:prstGeom prst="rect">
                <a:avLst/>
              </a:prstGeom>
              <a:noFill/>
            </p:spPr>
            <p:txBody>
              <a:bodyPr wrap="square" rtlCol="0">
                <a:spAutoFit/>
              </a:bodyPr>
              <a:lstStyle/>
              <a:p>
                <a:pPr/>
                <a:r>
                  <a:rPr lang="en-AU" sz="2400" u="sng" dirty="0">
                    <a:latin typeface="Calibri" panose="020F0502020204030204" pitchFamily="34" charset="0"/>
                    <a:cs typeface="Calibri" panose="020F0502020204030204" pitchFamily="34" charset="0"/>
                  </a:rPr>
                  <a:t>Column Method Example</a:t>
                </a:r>
                <a:br>
                  <a:rPr lang="en-AU" sz="2400" dirty="0">
                    <a:latin typeface="Calibri" panose="020F0502020204030204" pitchFamily="34" charset="0"/>
                    <a:cs typeface="Calibri" panose="020F0502020204030204" pitchFamily="34" charset="0"/>
                  </a:rPr>
                </a:br>
                <a14:m>
                  <m:oMathPara xmlns:m="http://schemas.openxmlformats.org/officeDocument/2006/math">
                    <m:oMathParaPr>
                      <m:jc m:val="left"/>
                    </m:oMathParaPr>
                    <m:oMath xmlns:m="http://schemas.openxmlformats.org/officeDocument/2006/math">
                      <m:r>
                        <a:rPr lang="en-AU" sz="2400" b="0" i="1" smtClean="0">
                          <a:latin typeface="Cambria Math" panose="02040503050406030204" pitchFamily="18" charset="0"/>
                          <a:cs typeface="Calibri" panose="020F0502020204030204" pitchFamily="34" charset="0"/>
                        </a:rPr>
                        <m:t>567+199</m:t>
                      </m:r>
                    </m:oMath>
                  </m:oMathPara>
                </a14:m>
                <a:endParaRPr lang="en-AU" sz="2400" b="0" dirty="0">
                  <a:latin typeface="Calibri" panose="020F0502020204030204" pitchFamily="34" charset="0"/>
                  <a:cs typeface="Calibri" panose="020F0502020204030204" pitchFamily="34" charset="0"/>
                </a:endParaRPr>
              </a:p>
            </p:txBody>
          </p:sp>
        </mc:Choice>
        <mc:Fallback>
          <p:sp>
            <p:nvSpPr>
              <p:cNvPr id="16" name="TextBox 15">
                <a:extLst>
                  <a:ext uri="{FF2B5EF4-FFF2-40B4-BE49-F238E27FC236}">
                    <a16:creationId xmlns:a16="http://schemas.microsoft.com/office/drawing/2014/main" id="{15B7E0B6-E59A-4A49-9663-F839ED5AE04B}"/>
                  </a:ext>
                </a:extLst>
              </p:cNvPr>
              <p:cNvSpPr txBox="1">
                <a:spLocks noRot="1" noChangeAspect="1" noMove="1" noResize="1" noEditPoints="1" noAdjustHandles="1" noChangeArrowheads="1" noChangeShapeType="1" noTextEdit="1"/>
              </p:cNvSpPr>
              <p:nvPr/>
            </p:nvSpPr>
            <p:spPr>
              <a:xfrm>
                <a:off x="2433974" y="1295384"/>
                <a:ext cx="9440384" cy="830997"/>
              </a:xfrm>
              <a:prstGeom prst="rect">
                <a:avLst/>
              </a:prstGeom>
              <a:blipFill>
                <a:blip r:embed="rId3"/>
                <a:stretch>
                  <a:fillRect l="-968" t="-5839"/>
                </a:stretch>
              </a:blipFill>
            </p:spPr>
            <p:txBody>
              <a:bodyPr/>
              <a:lstStyle/>
              <a:p>
                <a:r>
                  <a:rPr lang="en-AU">
                    <a:noFill/>
                  </a:rPr>
                  <a:t> </a:t>
                </a:r>
              </a:p>
            </p:txBody>
          </p:sp>
        </mc:Fallback>
      </mc:AlternateContent>
      <p:pic>
        <p:nvPicPr>
          <p:cNvPr id="7" name="Picture 6">
            <a:extLst>
              <a:ext uri="{FF2B5EF4-FFF2-40B4-BE49-F238E27FC236}">
                <a16:creationId xmlns:a16="http://schemas.microsoft.com/office/drawing/2014/main" id="{F7BC2927-13CA-4FF2-8F7A-F05DB0A0D8E6}"/>
              </a:ext>
            </a:extLst>
          </p:cNvPr>
          <p:cNvPicPr>
            <a:picLocks noChangeAspect="1"/>
          </p:cNvPicPr>
          <p:nvPr/>
        </p:nvPicPr>
        <p:blipFill>
          <a:blip r:embed="rId4"/>
          <a:stretch>
            <a:fillRect/>
          </a:stretch>
        </p:blipFill>
        <p:spPr>
          <a:xfrm>
            <a:off x="4867167" y="2233976"/>
            <a:ext cx="3854423" cy="2891921"/>
          </a:xfrm>
          <a:prstGeom prst="rect">
            <a:avLst/>
          </a:prstGeom>
        </p:spPr>
      </p:pic>
    </p:spTree>
    <p:extLst>
      <p:ext uri="{BB962C8B-B14F-4D97-AF65-F5344CB8AC3E}">
        <p14:creationId xmlns:p14="http://schemas.microsoft.com/office/powerpoint/2010/main" val="82581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plus(out)">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4994082"/>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5522217"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Efficient Strategies of Addition</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What are efficient strategies of addition?</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10/02/2021</a:t>
            </a:r>
          </a:p>
        </p:txBody>
      </p:sp>
      <p:cxnSp>
        <p:nvCxnSpPr>
          <p:cNvPr id="25" name="Straight Connector 24">
            <a:extLst>
              <a:ext uri="{FF2B5EF4-FFF2-40B4-BE49-F238E27FC236}">
                <a16:creationId xmlns:a16="http://schemas.microsoft.com/office/drawing/2014/main" id="{B2CDAD20-C34B-4CAB-9BA2-2A1DCC9E489F}"/>
              </a:ext>
            </a:extLst>
          </p:cNvPr>
          <p:cNvCxnSpPr>
            <a:cxnSpLocks/>
          </p:cNvCxnSpPr>
          <p:nvPr/>
        </p:nvCxnSpPr>
        <p:spPr>
          <a:xfrm flipV="1">
            <a:off x="37322" y="6218703"/>
            <a:ext cx="12192000" cy="222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5B7E0B6-E59A-4A49-9663-F839ED5AE04B}"/>
                  </a:ext>
                </a:extLst>
              </p:cNvPr>
              <p:cNvSpPr txBox="1"/>
              <p:nvPr/>
            </p:nvSpPr>
            <p:spPr>
              <a:xfrm>
                <a:off x="2433974" y="1295384"/>
                <a:ext cx="9440384" cy="830997"/>
              </a:xfrm>
              <a:prstGeom prst="rect">
                <a:avLst/>
              </a:prstGeom>
              <a:noFill/>
            </p:spPr>
            <p:txBody>
              <a:bodyPr wrap="square" rtlCol="0">
                <a:spAutoFit/>
              </a:bodyPr>
              <a:lstStyle/>
              <a:p>
                <a:pPr/>
                <a:r>
                  <a:rPr lang="en-AU" sz="2400" u="sng" dirty="0">
                    <a:latin typeface="Calibri" panose="020F0502020204030204" pitchFamily="34" charset="0"/>
                    <a:cs typeface="Calibri" panose="020F0502020204030204" pitchFamily="34" charset="0"/>
                  </a:rPr>
                  <a:t>Partitioning/Horizontal Format Strategy Example</a:t>
                </a:r>
                <a:br>
                  <a:rPr lang="en-AU" sz="2400" dirty="0">
                    <a:latin typeface="Calibri" panose="020F0502020204030204" pitchFamily="34" charset="0"/>
                    <a:cs typeface="Calibri" panose="020F0502020204030204" pitchFamily="34" charset="0"/>
                  </a:rPr>
                </a:br>
                <a14:m>
                  <m:oMathPara xmlns:m="http://schemas.openxmlformats.org/officeDocument/2006/math">
                    <m:oMathParaPr>
                      <m:jc m:val="left"/>
                    </m:oMathParaPr>
                    <m:oMath xmlns:m="http://schemas.openxmlformats.org/officeDocument/2006/math">
                      <m:r>
                        <a:rPr lang="en-AU" sz="2400" b="0" i="1" smtClean="0">
                          <a:latin typeface="Cambria Math" panose="02040503050406030204" pitchFamily="18" charset="0"/>
                          <a:cs typeface="Calibri" panose="020F0502020204030204" pitchFamily="34" charset="0"/>
                        </a:rPr>
                        <m:t>567+199</m:t>
                      </m:r>
                    </m:oMath>
                  </m:oMathPara>
                </a14:m>
                <a:endParaRPr lang="en-AU" sz="2400" b="0" dirty="0">
                  <a:latin typeface="Calibri" panose="020F0502020204030204" pitchFamily="34" charset="0"/>
                  <a:cs typeface="Calibri" panose="020F0502020204030204" pitchFamily="34" charset="0"/>
                </a:endParaRPr>
              </a:p>
            </p:txBody>
          </p:sp>
        </mc:Choice>
        <mc:Fallback>
          <p:sp>
            <p:nvSpPr>
              <p:cNvPr id="16" name="TextBox 15">
                <a:extLst>
                  <a:ext uri="{FF2B5EF4-FFF2-40B4-BE49-F238E27FC236}">
                    <a16:creationId xmlns:a16="http://schemas.microsoft.com/office/drawing/2014/main" id="{15B7E0B6-E59A-4A49-9663-F839ED5AE04B}"/>
                  </a:ext>
                </a:extLst>
              </p:cNvPr>
              <p:cNvSpPr txBox="1">
                <a:spLocks noRot="1" noChangeAspect="1" noMove="1" noResize="1" noEditPoints="1" noAdjustHandles="1" noChangeArrowheads="1" noChangeShapeType="1" noTextEdit="1"/>
              </p:cNvSpPr>
              <p:nvPr/>
            </p:nvSpPr>
            <p:spPr>
              <a:xfrm>
                <a:off x="2433974" y="1295384"/>
                <a:ext cx="9440384" cy="830997"/>
              </a:xfrm>
              <a:prstGeom prst="rect">
                <a:avLst/>
              </a:prstGeom>
              <a:blipFill>
                <a:blip r:embed="rId3"/>
                <a:stretch>
                  <a:fillRect l="-968" t="-5839"/>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B9968935-E3D0-4639-B7A5-ADF1E4B03868}"/>
              </a:ext>
            </a:extLst>
          </p:cNvPr>
          <p:cNvPicPr>
            <a:picLocks noChangeAspect="1"/>
          </p:cNvPicPr>
          <p:nvPr/>
        </p:nvPicPr>
        <p:blipFill>
          <a:blip r:embed="rId4"/>
          <a:stretch>
            <a:fillRect/>
          </a:stretch>
        </p:blipFill>
        <p:spPr>
          <a:xfrm>
            <a:off x="4359134" y="2194913"/>
            <a:ext cx="4604018" cy="3007888"/>
          </a:xfrm>
          <a:prstGeom prst="rect">
            <a:avLst/>
          </a:prstGeom>
        </p:spPr>
      </p:pic>
    </p:spTree>
    <p:extLst>
      <p:ext uri="{BB962C8B-B14F-4D97-AF65-F5344CB8AC3E}">
        <p14:creationId xmlns:p14="http://schemas.microsoft.com/office/powerpoint/2010/main" val="100450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3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plus(out)">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4994082"/>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5522217" cy="523220"/>
          </a:xfrm>
          <a:prstGeom prst="rect">
            <a:avLst/>
          </a:prstGeom>
          <a:noFill/>
        </p:spPr>
        <p:txBody>
          <a:bodyPr wrap="none" rtlCol="0">
            <a:spAutoFit/>
          </a:bodyPr>
          <a:lstStyle/>
          <a:p>
            <a:r>
              <a:rPr lang="en-AU" sz="2800" dirty="0">
                <a:latin typeface="Calibri" panose="020F0502020204030204" pitchFamily="34" charset="0"/>
                <a:cs typeface="Calibri" panose="020F0502020204030204" pitchFamily="34" charset="0"/>
              </a:rPr>
              <a:t>Topic: Efficient Strategies of Addition</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What are efficient strategies of addition?</a:t>
            </a:r>
            <a:endParaRPr lang="en-GB"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78" y="5757038"/>
            <a:ext cx="2028266" cy="461665"/>
          </a:xfrm>
          <a:prstGeom prst="rect">
            <a:avLst/>
          </a:prstGeom>
          <a:noFill/>
        </p:spPr>
        <p:txBody>
          <a:bodyPr wrap="square" rtlCol="0">
            <a:spAutoFit/>
          </a:bodyPr>
          <a:lstStyle/>
          <a:p>
            <a:pPr algn="ctr"/>
            <a:r>
              <a:rPr lang="en-AU" sz="2400" b="1" dirty="0">
                <a:solidFill>
                  <a:schemeClr val="accent1"/>
                </a:solidFill>
                <a:latin typeface="Calibri" panose="020F0502020204030204" pitchFamily="34" charset="0"/>
                <a:cs typeface="Calibri" panose="020F0502020204030204" pitchFamily="34" charset="0"/>
              </a:rPr>
              <a:t>W</a:t>
            </a:r>
            <a:r>
              <a:rPr lang="en-AU" sz="2400" b="1" dirty="0">
                <a:latin typeface="Calibri" panose="020F0502020204030204" pitchFamily="34" charset="0"/>
                <a:cs typeface="Calibri" panose="020F0502020204030204" pitchFamily="34" charset="0"/>
              </a:rPr>
              <a:t>IC</a:t>
            </a:r>
            <a:r>
              <a:rPr lang="en-AU" sz="2400" b="1" dirty="0">
                <a:solidFill>
                  <a:srgbClr val="FF0000"/>
                </a:solidFill>
                <a:latin typeface="Calibri" panose="020F0502020204030204" pitchFamily="34" charset="0"/>
                <a:cs typeface="Calibri" panose="020F0502020204030204" pitchFamily="34" charset="0"/>
              </a:rPr>
              <a:t>O</a:t>
            </a:r>
            <a:r>
              <a:rPr lang="en-AU" sz="2400" b="1" dirty="0">
                <a:latin typeface="Calibri" panose="020F0502020204030204" pitchFamily="34" charset="0"/>
                <a:cs typeface="Calibri" panose="020F0502020204030204" pitchFamily="34" charset="0"/>
              </a:rPr>
              <a:t>R</a:t>
            </a:r>
            <a:endParaRPr lang="en-GB" sz="2400"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8370" y="196208"/>
            <a:ext cx="2546009"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Date: 10/02/2021</a:t>
            </a:r>
          </a:p>
        </p:txBody>
      </p:sp>
      <p:cxnSp>
        <p:nvCxnSpPr>
          <p:cNvPr id="25" name="Straight Connector 24">
            <a:extLst>
              <a:ext uri="{FF2B5EF4-FFF2-40B4-BE49-F238E27FC236}">
                <a16:creationId xmlns:a16="http://schemas.microsoft.com/office/drawing/2014/main" id="{B2CDAD20-C34B-4CAB-9BA2-2A1DCC9E489F}"/>
              </a:ext>
            </a:extLst>
          </p:cNvPr>
          <p:cNvCxnSpPr>
            <a:cxnSpLocks/>
          </p:cNvCxnSpPr>
          <p:nvPr/>
        </p:nvCxnSpPr>
        <p:spPr>
          <a:xfrm flipV="1">
            <a:off x="37322" y="6218703"/>
            <a:ext cx="12192000" cy="2229"/>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5B7E0B6-E59A-4A49-9663-F839ED5AE04B}"/>
                  </a:ext>
                </a:extLst>
              </p:cNvPr>
              <p:cNvSpPr txBox="1"/>
              <p:nvPr/>
            </p:nvSpPr>
            <p:spPr>
              <a:xfrm>
                <a:off x="2401910" y="1295384"/>
                <a:ext cx="9472448" cy="830997"/>
              </a:xfrm>
              <a:prstGeom prst="rect">
                <a:avLst/>
              </a:prstGeom>
              <a:noFill/>
            </p:spPr>
            <p:txBody>
              <a:bodyPr wrap="square" rtlCol="0">
                <a:spAutoFit/>
              </a:bodyPr>
              <a:lstStyle/>
              <a:p>
                <a:pPr/>
                <a:r>
                  <a:rPr lang="en-AU" sz="2400" u="sng" dirty="0">
                    <a:latin typeface="Calibri" panose="020F0502020204030204" pitchFamily="34" charset="0"/>
                    <a:cs typeface="Calibri" panose="020F0502020204030204" pitchFamily="34" charset="0"/>
                  </a:rPr>
                  <a:t>Vertical Format Example</a:t>
                </a:r>
                <a:br>
                  <a:rPr lang="en-AU" sz="2400" dirty="0">
                    <a:latin typeface="Calibri" panose="020F0502020204030204" pitchFamily="34" charset="0"/>
                    <a:cs typeface="Calibri" panose="020F0502020204030204" pitchFamily="34" charset="0"/>
                  </a:rPr>
                </a:br>
                <a14:m>
                  <m:oMathPara xmlns:m="http://schemas.openxmlformats.org/officeDocument/2006/math">
                    <m:oMathParaPr>
                      <m:jc m:val="left"/>
                    </m:oMathParaPr>
                    <m:oMath xmlns:m="http://schemas.openxmlformats.org/officeDocument/2006/math">
                      <m:r>
                        <a:rPr lang="en-AU" sz="2400" b="0" i="1" smtClean="0">
                          <a:latin typeface="Cambria Math" panose="02040503050406030204" pitchFamily="18" charset="0"/>
                          <a:cs typeface="Calibri" panose="020F0502020204030204" pitchFamily="34" charset="0"/>
                        </a:rPr>
                        <m:t>567+199</m:t>
                      </m:r>
                    </m:oMath>
                  </m:oMathPara>
                </a14:m>
                <a:endParaRPr lang="en-AU" sz="2400" b="0" dirty="0">
                  <a:latin typeface="Calibri" panose="020F0502020204030204" pitchFamily="34" charset="0"/>
                  <a:cs typeface="Calibri" panose="020F0502020204030204" pitchFamily="34" charset="0"/>
                </a:endParaRPr>
              </a:p>
            </p:txBody>
          </p:sp>
        </mc:Choice>
        <mc:Fallback>
          <p:sp>
            <p:nvSpPr>
              <p:cNvPr id="16" name="TextBox 15">
                <a:extLst>
                  <a:ext uri="{FF2B5EF4-FFF2-40B4-BE49-F238E27FC236}">
                    <a16:creationId xmlns:a16="http://schemas.microsoft.com/office/drawing/2014/main" id="{15B7E0B6-E59A-4A49-9663-F839ED5AE04B}"/>
                  </a:ext>
                </a:extLst>
              </p:cNvPr>
              <p:cNvSpPr txBox="1">
                <a:spLocks noRot="1" noChangeAspect="1" noMove="1" noResize="1" noEditPoints="1" noAdjustHandles="1" noChangeArrowheads="1" noChangeShapeType="1" noTextEdit="1"/>
              </p:cNvSpPr>
              <p:nvPr/>
            </p:nvSpPr>
            <p:spPr>
              <a:xfrm>
                <a:off x="2401910" y="1295384"/>
                <a:ext cx="9472448" cy="830997"/>
              </a:xfrm>
              <a:prstGeom prst="rect">
                <a:avLst/>
              </a:prstGeom>
              <a:blipFill>
                <a:blip r:embed="rId3"/>
                <a:stretch>
                  <a:fillRect l="-965" t="-5839"/>
                </a:stretch>
              </a:blipFill>
            </p:spPr>
            <p:txBody>
              <a:bodyPr/>
              <a:lstStyle/>
              <a:p>
                <a:r>
                  <a:rPr lang="en-AU">
                    <a:noFill/>
                  </a:rPr>
                  <a:t> </a:t>
                </a:r>
              </a:p>
            </p:txBody>
          </p:sp>
        </mc:Fallback>
      </mc:AlternateContent>
      <p:grpSp>
        <p:nvGrpSpPr>
          <p:cNvPr id="82" name="Group 81">
            <a:extLst>
              <a:ext uri="{FF2B5EF4-FFF2-40B4-BE49-F238E27FC236}">
                <a16:creationId xmlns:a16="http://schemas.microsoft.com/office/drawing/2014/main" id="{4FEBCA7B-81E8-4590-95BC-7946407101B2}"/>
              </a:ext>
            </a:extLst>
          </p:cNvPr>
          <p:cNvGrpSpPr/>
          <p:nvPr/>
        </p:nvGrpSpPr>
        <p:grpSpPr>
          <a:xfrm>
            <a:off x="5892120" y="2224927"/>
            <a:ext cx="1195200" cy="451440"/>
            <a:chOff x="5892120" y="2224927"/>
            <a:chExt cx="1195200" cy="451440"/>
          </a:xfrm>
        </p:grpSpPr>
        <mc:AlternateContent xmlns:mc="http://schemas.openxmlformats.org/markup-compatibility/2006">
          <mc:Choice xmlns:p14="http://schemas.microsoft.com/office/powerpoint/2010/main" Requires="p14">
            <p:contentPart p14:bwMode="auto" r:id="rId4">
              <p14:nvContentPartPr>
                <p14:cNvPr id="74" name="Ink 73">
                  <a:extLst>
                    <a:ext uri="{FF2B5EF4-FFF2-40B4-BE49-F238E27FC236}">
                      <a16:creationId xmlns:a16="http://schemas.microsoft.com/office/drawing/2014/main" id="{D31A4349-1332-46E9-8E46-41EA7C98E477}"/>
                    </a:ext>
                  </a:extLst>
                </p14:cNvPr>
                <p14:cNvContentPartPr/>
                <p14:nvPr/>
              </p14:nvContentPartPr>
              <p14:xfrm>
                <a:off x="5902200" y="2272447"/>
                <a:ext cx="362880" cy="390600"/>
              </p14:xfrm>
            </p:contentPart>
          </mc:Choice>
          <mc:Fallback>
            <p:pic>
              <p:nvPicPr>
                <p:cNvPr id="74" name="Ink 73">
                  <a:extLst>
                    <a:ext uri="{FF2B5EF4-FFF2-40B4-BE49-F238E27FC236}">
                      <a16:creationId xmlns:a16="http://schemas.microsoft.com/office/drawing/2014/main" id="{D31A4349-1332-46E9-8E46-41EA7C98E477}"/>
                    </a:ext>
                  </a:extLst>
                </p:cNvPr>
                <p:cNvPicPr/>
                <p:nvPr/>
              </p:nvPicPr>
              <p:blipFill>
                <a:blip r:embed="rId5"/>
                <a:stretch>
                  <a:fillRect/>
                </a:stretch>
              </p:blipFill>
              <p:spPr>
                <a:xfrm>
                  <a:off x="5893200" y="2263807"/>
                  <a:ext cx="380520" cy="408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5" name="Ink 74">
                  <a:extLst>
                    <a:ext uri="{FF2B5EF4-FFF2-40B4-BE49-F238E27FC236}">
                      <a16:creationId xmlns:a16="http://schemas.microsoft.com/office/drawing/2014/main" id="{BE5CFBCD-1078-41B3-964E-B6562231AE31}"/>
                    </a:ext>
                  </a:extLst>
                </p14:cNvPr>
                <p14:cNvContentPartPr/>
                <p14:nvPr/>
              </p14:nvContentPartPr>
              <p14:xfrm>
                <a:off x="5892120" y="2224927"/>
                <a:ext cx="373320" cy="39240"/>
              </p14:xfrm>
            </p:contentPart>
          </mc:Choice>
          <mc:Fallback>
            <p:pic>
              <p:nvPicPr>
                <p:cNvPr id="75" name="Ink 74">
                  <a:extLst>
                    <a:ext uri="{FF2B5EF4-FFF2-40B4-BE49-F238E27FC236}">
                      <a16:creationId xmlns:a16="http://schemas.microsoft.com/office/drawing/2014/main" id="{BE5CFBCD-1078-41B3-964E-B6562231AE31}"/>
                    </a:ext>
                  </a:extLst>
                </p:cNvPr>
                <p:cNvPicPr/>
                <p:nvPr/>
              </p:nvPicPr>
              <p:blipFill>
                <a:blip r:embed="rId7"/>
                <a:stretch>
                  <a:fillRect/>
                </a:stretch>
              </p:blipFill>
              <p:spPr>
                <a:xfrm>
                  <a:off x="5883120" y="2215927"/>
                  <a:ext cx="39096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9" name="Ink 78">
                  <a:extLst>
                    <a:ext uri="{FF2B5EF4-FFF2-40B4-BE49-F238E27FC236}">
                      <a16:creationId xmlns:a16="http://schemas.microsoft.com/office/drawing/2014/main" id="{241594C4-83D1-49AF-A53A-461AC2A52BC7}"/>
                    </a:ext>
                  </a:extLst>
                </p14:cNvPr>
                <p14:cNvContentPartPr/>
                <p14:nvPr/>
              </p14:nvContentPartPr>
              <p14:xfrm>
                <a:off x="6363360" y="2244007"/>
                <a:ext cx="261720" cy="432360"/>
              </p14:xfrm>
            </p:contentPart>
          </mc:Choice>
          <mc:Fallback>
            <p:pic>
              <p:nvPicPr>
                <p:cNvPr id="79" name="Ink 78">
                  <a:extLst>
                    <a:ext uri="{FF2B5EF4-FFF2-40B4-BE49-F238E27FC236}">
                      <a16:creationId xmlns:a16="http://schemas.microsoft.com/office/drawing/2014/main" id="{241594C4-83D1-49AF-A53A-461AC2A52BC7}"/>
                    </a:ext>
                  </a:extLst>
                </p:cNvPr>
                <p:cNvPicPr/>
                <p:nvPr/>
              </p:nvPicPr>
              <p:blipFill>
                <a:blip r:embed="rId9"/>
                <a:stretch>
                  <a:fillRect/>
                </a:stretch>
              </p:blipFill>
              <p:spPr>
                <a:xfrm>
                  <a:off x="6354720" y="2235007"/>
                  <a:ext cx="279360" cy="450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0" name="Ink 79">
                  <a:extLst>
                    <a:ext uri="{FF2B5EF4-FFF2-40B4-BE49-F238E27FC236}">
                      <a16:creationId xmlns:a16="http://schemas.microsoft.com/office/drawing/2014/main" id="{43C157EC-3F5D-4464-BCBE-66AFF071809F}"/>
                    </a:ext>
                  </a:extLst>
                </p14:cNvPr>
                <p14:cNvContentPartPr/>
                <p14:nvPr/>
              </p14:nvContentPartPr>
              <p14:xfrm>
                <a:off x="6776280" y="2266687"/>
                <a:ext cx="197640" cy="390960"/>
              </p14:xfrm>
            </p:contentPart>
          </mc:Choice>
          <mc:Fallback>
            <p:pic>
              <p:nvPicPr>
                <p:cNvPr id="80" name="Ink 79">
                  <a:extLst>
                    <a:ext uri="{FF2B5EF4-FFF2-40B4-BE49-F238E27FC236}">
                      <a16:creationId xmlns:a16="http://schemas.microsoft.com/office/drawing/2014/main" id="{43C157EC-3F5D-4464-BCBE-66AFF071809F}"/>
                    </a:ext>
                  </a:extLst>
                </p:cNvPr>
                <p:cNvPicPr/>
                <p:nvPr/>
              </p:nvPicPr>
              <p:blipFill>
                <a:blip r:embed="rId11"/>
                <a:stretch>
                  <a:fillRect/>
                </a:stretch>
              </p:blipFill>
              <p:spPr>
                <a:xfrm>
                  <a:off x="6767640" y="2257687"/>
                  <a:ext cx="215280" cy="408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1" name="Ink 80">
                  <a:extLst>
                    <a:ext uri="{FF2B5EF4-FFF2-40B4-BE49-F238E27FC236}">
                      <a16:creationId xmlns:a16="http://schemas.microsoft.com/office/drawing/2014/main" id="{36185615-FE49-4AFD-BF53-533DFD14DEE5}"/>
                    </a:ext>
                  </a:extLst>
                </p14:cNvPr>
                <p14:cNvContentPartPr/>
                <p14:nvPr/>
              </p14:nvContentPartPr>
              <p14:xfrm>
                <a:off x="6846840" y="2448847"/>
                <a:ext cx="240480" cy="38880"/>
              </p14:xfrm>
            </p:contentPart>
          </mc:Choice>
          <mc:Fallback>
            <p:pic>
              <p:nvPicPr>
                <p:cNvPr id="81" name="Ink 80">
                  <a:extLst>
                    <a:ext uri="{FF2B5EF4-FFF2-40B4-BE49-F238E27FC236}">
                      <a16:creationId xmlns:a16="http://schemas.microsoft.com/office/drawing/2014/main" id="{36185615-FE49-4AFD-BF53-533DFD14DEE5}"/>
                    </a:ext>
                  </a:extLst>
                </p:cNvPr>
                <p:cNvPicPr/>
                <p:nvPr/>
              </p:nvPicPr>
              <p:blipFill>
                <a:blip r:embed="rId13"/>
                <a:stretch>
                  <a:fillRect/>
                </a:stretch>
              </p:blipFill>
              <p:spPr>
                <a:xfrm>
                  <a:off x="6838200" y="2440207"/>
                  <a:ext cx="258120" cy="56520"/>
                </a:xfrm>
                <a:prstGeom prst="rect">
                  <a:avLst/>
                </a:prstGeom>
              </p:spPr>
            </p:pic>
          </mc:Fallback>
        </mc:AlternateContent>
      </p:grpSp>
      <p:grpSp>
        <p:nvGrpSpPr>
          <p:cNvPr id="111" name="Group 110">
            <a:extLst>
              <a:ext uri="{FF2B5EF4-FFF2-40B4-BE49-F238E27FC236}">
                <a16:creationId xmlns:a16="http://schemas.microsoft.com/office/drawing/2014/main" id="{B79DE8BC-8B5D-4E6B-8BD1-97525C3E498A}"/>
              </a:ext>
            </a:extLst>
          </p:cNvPr>
          <p:cNvGrpSpPr/>
          <p:nvPr/>
        </p:nvGrpSpPr>
        <p:grpSpPr>
          <a:xfrm>
            <a:off x="5455440" y="2863927"/>
            <a:ext cx="2193120" cy="2374560"/>
            <a:chOff x="5455440" y="2863927"/>
            <a:chExt cx="2193120" cy="2374560"/>
          </a:xfrm>
        </p:grpSpPr>
        <mc:AlternateContent xmlns:mc="http://schemas.openxmlformats.org/markup-compatibility/2006">
          <mc:Choice xmlns:p14="http://schemas.microsoft.com/office/powerpoint/2010/main" Requires="p14">
            <p:contentPart p14:bwMode="auto" r:id="rId14">
              <p14:nvContentPartPr>
                <p14:cNvPr id="83" name="Ink 82">
                  <a:extLst>
                    <a:ext uri="{FF2B5EF4-FFF2-40B4-BE49-F238E27FC236}">
                      <a16:creationId xmlns:a16="http://schemas.microsoft.com/office/drawing/2014/main" id="{C253C2E8-2381-4B39-876E-71F2F6C45B20}"/>
                    </a:ext>
                  </a:extLst>
                </p14:cNvPr>
                <p14:cNvContentPartPr/>
                <p14:nvPr/>
              </p14:nvContentPartPr>
              <p14:xfrm>
                <a:off x="5601600" y="3033127"/>
                <a:ext cx="39600" cy="236520"/>
              </p14:xfrm>
            </p:contentPart>
          </mc:Choice>
          <mc:Fallback>
            <p:pic>
              <p:nvPicPr>
                <p:cNvPr id="83" name="Ink 82">
                  <a:extLst>
                    <a:ext uri="{FF2B5EF4-FFF2-40B4-BE49-F238E27FC236}">
                      <a16:creationId xmlns:a16="http://schemas.microsoft.com/office/drawing/2014/main" id="{C253C2E8-2381-4B39-876E-71F2F6C45B20}"/>
                    </a:ext>
                  </a:extLst>
                </p:cNvPr>
                <p:cNvPicPr/>
                <p:nvPr/>
              </p:nvPicPr>
              <p:blipFill>
                <a:blip r:embed="rId15"/>
                <a:stretch>
                  <a:fillRect/>
                </a:stretch>
              </p:blipFill>
              <p:spPr>
                <a:xfrm>
                  <a:off x="5592960" y="3024487"/>
                  <a:ext cx="5724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4" name="Ink 83">
                  <a:extLst>
                    <a:ext uri="{FF2B5EF4-FFF2-40B4-BE49-F238E27FC236}">
                      <a16:creationId xmlns:a16="http://schemas.microsoft.com/office/drawing/2014/main" id="{49FF743E-C2E9-4D2C-AD57-CC130DCF6715}"/>
                    </a:ext>
                  </a:extLst>
                </p14:cNvPr>
                <p14:cNvContentPartPr/>
                <p14:nvPr/>
              </p14:nvContentPartPr>
              <p14:xfrm>
                <a:off x="5519520" y="3144007"/>
                <a:ext cx="266040" cy="32400"/>
              </p14:xfrm>
            </p:contentPart>
          </mc:Choice>
          <mc:Fallback>
            <p:pic>
              <p:nvPicPr>
                <p:cNvPr id="84" name="Ink 83">
                  <a:extLst>
                    <a:ext uri="{FF2B5EF4-FFF2-40B4-BE49-F238E27FC236}">
                      <a16:creationId xmlns:a16="http://schemas.microsoft.com/office/drawing/2014/main" id="{49FF743E-C2E9-4D2C-AD57-CC130DCF6715}"/>
                    </a:ext>
                  </a:extLst>
                </p:cNvPr>
                <p:cNvPicPr/>
                <p:nvPr/>
              </p:nvPicPr>
              <p:blipFill>
                <a:blip r:embed="rId17"/>
                <a:stretch>
                  <a:fillRect/>
                </a:stretch>
              </p:blipFill>
              <p:spPr>
                <a:xfrm>
                  <a:off x="5510880" y="3135007"/>
                  <a:ext cx="28368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85" name="Ink 84">
                  <a:extLst>
                    <a:ext uri="{FF2B5EF4-FFF2-40B4-BE49-F238E27FC236}">
                      <a16:creationId xmlns:a16="http://schemas.microsoft.com/office/drawing/2014/main" id="{A4D4314A-BE50-4DF3-B9F4-02F6C508B9A3}"/>
                    </a:ext>
                  </a:extLst>
                </p14:cNvPr>
                <p14:cNvContentPartPr/>
                <p14:nvPr/>
              </p14:nvContentPartPr>
              <p14:xfrm>
                <a:off x="6048000" y="2871847"/>
                <a:ext cx="70560" cy="374760"/>
              </p14:xfrm>
            </p:contentPart>
          </mc:Choice>
          <mc:Fallback>
            <p:pic>
              <p:nvPicPr>
                <p:cNvPr id="85" name="Ink 84">
                  <a:extLst>
                    <a:ext uri="{FF2B5EF4-FFF2-40B4-BE49-F238E27FC236}">
                      <a16:creationId xmlns:a16="http://schemas.microsoft.com/office/drawing/2014/main" id="{A4D4314A-BE50-4DF3-B9F4-02F6C508B9A3}"/>
                    </a:ext>
                  </a:extLst>
                </p:cNvPr>
                <p:cNvPicPr/>
                <p:nvPr/>
              </p:nvPicPr>
              <p:blipFill>
                <a:blip r:embed="rId19"/>
                <a:stretch>
                  <a:fillRect/>
                </a:stretch>
              </p:blipFill>
              <p:spPr>
                <a:xfrm>
                  <a:off x="6039360" y="2863207"/>
                  <a:ext cx="88200" cy="392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6" name="Ink 85">
                  <a:extLst>
                    <a:ext uri="{FF2B5EF4-FFF2-40B4-BE49-F238E27FC236}">
                      <a16:creationId xmlns:a16="http://schemas.microsoft.com/office/drawing/2014/main" id="{911DDD97-00E1-4CC7-B4E3-E1A2CFFAD8FA}"/>
                    </a:ext>
                  </a:extLst>
                </p14:cNvPr>
                <p14:cNvContentPartPr/>
                <p14:nvPr/>
              </p14:nvContentPartPr>
              <p14:xfrm>
                <a:off x="6302160" y="2863927"/>
                <a:ext cx="267120" cy="384120"/>
              </p14:xfrm>
            </p:contentPart>
          </mc:Choice>
          <mc:Fallback>
            <p:pic>
              <p:nvPicPr>
                <p:cNvPr id="86" name="Ink 85">
                  <a:extLst>
                    <a:ext uri="{FF2B5EF4-FFF2-40B4-BE49-F238E27FC236}">
                      <a16:creationId xmlns:a16="http://schemas.microsoft.com/office/drawing/2014/main" id="{911DDD97-00E1-4CC7-B4E3-E1A2CFFAD8FA}"/>
                    </a:ext>
                  </a:extLst>
                </p:cNvPr>
                <p:cNvPicPr/>
                <p:nvPr/>
              </p:nvPicPr>
              <p:blipFill>
                <a:blip r:embed="rId21"/>
                <a:stretch>
                  <a:fillRect/>
                </a:stretch>
              </p:blipFill>
              <p:spPr>
                <a:xfrm>
                  <a:off x="6293160" y="2855287"/>
                  <a:ext cx="284760" cy="4017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87" name="Ink 86">
                  <a:extLst>
                    <a:ext uri="{FF2B5EF4-FFF2-40B4-BE49-F238E27FC236}">
                      <a16:creationId xmlns:a16="http://schemas.microsoft.com/office/drawing/2014/main" id="{C078C0A9-4FB9-4D7F-BEBD-B29A0334DCE0}"/>
                    </a:ext>
                  </a:extLst>
                </p14:cNvPr>
                <p14:cNvContentPartPr/>
                <p14:nvPr/>
              </p14:nvContentPartPr>
              <p14:xfrm>
                <a:off x="6754680" y="2882287"/>
                <a:ext cx="224280" cy="408600"/>
              </p14:xfrm>
            </p:contentPart>
          </mc:Choice>
          <mc:Fallback>
            <p:pic>
              <p:nvPicPr>
                <p:cNvPr id="87" name="Ink 86">
                  <a:extLst>
                    <a:ext uri="{FF2B5EF4-FFF2-40B4-BE49-F238E27FC236}">
                      <a16:creationId xmlns:a16="http://schemas.microsoft.com/office/drawing/2014/main" id="{C078C0A9-4FB9-4D7F-BEBD-B29A0334DCE0}"/>
                    </a:ext>
                  </a:extLst>
                </p:cNvPr>
                <p:cNvPicPr/>
                <p:nvPr/>
              </p:nvPicPr>
              <p:blipFill>
                <a:blip r:embed="rId23"/>
                <a:stretch>
                  <a:fillRect/>
                </a:stretch>
              </p:blipFill>
              <p:spPr>
                <a:xfrm>
                  <a:off x="6746040" y="2873287"/>
                  <a:ext cx="241920" cy="426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88" name="Ink 87">
                  <a:extLst>
                    <a:ext uri="{FF2B5EF4-FFF2-40B4-BE49-F238E27FC236}">
                      <a16:creationId xmlns:a16="http://schemas.microsoft.com/office/drawing/2014/main" id="{6095F61C-D452-44FF-90DD-F1C7AE9BA151}"/>
                    </a:ext>
                  </a:extLst>
                </p14:cNvPr>
                <p14:cNvContentPartPr/>
                <p14:nvPr/>
              </p14:nvContentPartPr>
              <p14:xfrm>
                <a:off x="5455440" y="3272167"/>
                <a:ext cx="1908000" cy="78840"/>
              </p14:xfrm>
            </p:contentPart>
          </mc:Choice>
          <mc:Fallback>
            <p:pic>
              <p:nvPicPr>
                <p:cNvPr id="88" name="Ink 87">
                  <a:extLst>
                    <a:ext uri="{FF2B5EF4-FFF2-40B4-BE49-F238E27FC236}">
                      <a16:creationId xmlns:a16="http://schemas.microsoft.com/office/drawing/2014/main" id="{6095F61C-D452-44FF-90DD-F1C7AE9BA151}"/>
                    </a:ext>
                  </a:extLst>
                </p:cNvPr>
                <p:cNvPicPr/>
                <p:nvPr/>
              </p:nvPicPr>
              <p:blipFill>
                <a:blip r:embed="rId25"/>
                <a:stretch>
                  <a:fillRect/>
                </a:stretch>
              </p:blipFill>
              <p:spPr>
                <a:xfrm>
                  <a:off x="5446440" y="3263527"/>
                  <a:ext cx="192564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90" name="Ink 89">
                  <a:extLst>
                    <a:ext uri="{FF2B5EF4-FFF2-40B4-BE49-F238E27FC236}">
                      <a16:creationId xmlns:a16="http://schemas.microsoft.com/office/drawing/2014/main" id="{907FF9FB-9926-407D-8FDD-FC711A2E61BC}"/>
                    </a:ext>
                  </a:extLst>
                </p14:cNvPr>
                <p14:cNvContentPartPr/>
                <p14:nvPr/>
              </p14:nvContentPartPr>
              <p14:xfrm>
                <a:off x="5881320" y="3373327"/>
                <a:ext cx="316080" cy="388800"/>
              </p14:xfrm>
            </p:contentPart>
          </mc:Choice>
          <mc:Fallback>
            <p:pic>
              <p:nvPicPr>
                <p:cNvPr id="90" name="Ink 89">
                  <a:extLst>
                    <a:ext uri="{FF2B5EF4-FFF2-40B4-BE49-F238E27FC236}">
                      <a16:creationId xmlns:a16="http://schemas.microsoft.com/office/drawing/2014/main" id="{907FF9FB-9926-407D-8FDD-FC711A2E61BC}"/>
                    </a:ext>
                  </a:extLst>
                </p:cNvPr>
                <p:cNvPicPr/>
                <p:nvPr/>
              </p:nvPicPr>
              <p:blipFill>
                <a:blip r:embed="rId27"/>
                <a:stretch>
                  <a:fillRect/>
                </a:stretch>
              </p:blipFill>
              <p:spPr>
                <a:xfrm>
                  <a:off x="5872680" y="3364327"/>
                  <a:ext cx="333720" cy="4064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91" name="Ink 90">
                  <a:extLst>
                    <a:ext uri="{FF2B5EF4-FFF2-40B4-BE49-F238E27FC236}">
                      <a16:creationId xmlns:a16="http://schemas.microsoft.com/office/drawing/2014/main" id="{B1919FA3-0F61-40E9-8FC2-164FC6F15424}"/>
                    </a:ext>
                  </a:extLst>
                </p14:cNvPr>
                <p14:cNvContentPartPr/>
                <p14:nvPr/>
              </p14:nvContentPartPr>
              <p14:xfrm>
                <a:off x="6366960" y="3408967"/>
                <a:ext cx="340920" cy="306720"/>
              </p14:xfrm>
            </p:contentPart>
          </mc:Choice>
          <mc:Fallback>
            <p:pic>
              <p:nvPicPr>
                <p:cNvPr id="91" name="Ink 90">
                  <a:extLst>
                    <a:ext uri="{FF2B5EF4-FFF2-40B4-BE49-F238E27FC236}">
                      <a16:creationId xmlns:a16="http://schemas.microsoft.com/office/drawing/2014/main" id="{B1919FA3-0F61-40E9-8FC2-164FC6F15424}"/>
                    </a:ext>
                  </a:extLst>
                </p:cNvPr>
                <p:cNvPicPr/>
                <p:nvPr/>
              </p:nvPicPr>
              <p:blipFill>
                <a:blip r:embed="rId29"/>
                <a:stretch>
                  <a:fillRect/>
                </a:stretch>
              </p:blipFill>
              <p:spPr>
                <a:xfrm>
                  <a:off x="6358320" y="3399967"/>
                  <a:ext cx="358560" cy="3243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92" name="Ink 91">
                  <a:extLst>
                    <a:ext uri="{FF2B5EF4-FFF2-40B4-BE49-F238E27FC236}">
                      <a16:creationId xmlns:a16="http://schemas.microsoft.com/office/drawing/2014/main" id="{C92863B6-ED51-4555-B7E8-E78F9E5D31DE}"/>
                    </a:ext>
                  </a:extLst>
                </p14:cNvPr>
                <p14:cNvContentPartPr/>
                <p14:nvPr/>
              </p14:nvContentPartPr>
              <p14:xfrm>
                <a:off x="6838920" y="3409327"/>
                <a:ext cx="343080" cy="289440"/>
              </p14:xfrm>
            </p:contentPart>
          </mc:Choice>
          <mc:Fallback>
            <p:pic>
              <p:nvPicPr>
                <p:cNvPr id="92" name="Ink 91">
                  <a:extLst>
                    <a:ext uri="{FF2B5EF4-FFF2-40B4-BE49-F238E27FC236}">
                      <a16:creationId xmlns:a16="http://schemas.microsoft.com/office/drawing/2014/main" id="{C92863B6-ED51-4555-B7E8-E78F9E5D31DE}"/>
                    </a:ext>
                  </a:extLst>
                </p:cNvPr>
                <p:cNvPicPr/>
                <p:nvPr/>
              </p:nvPicPr>
              <p:blipFill>
                <a:blip r:embed="rId31"/>
                <a:stretch>
                  <a:fillRect/>
                </a:stretch>
              </p:blipFill>
              <p:spPr>
                <a:xfrm>
                  <a:off x="6829920" y="3400327"/>
                  <a:ext cx="36072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94" name="Ink 93">
                  <a:extLst>
                    <a:ext uri="{FF2B5EF4-FFF2-40B4-BE49-F238E27FC236}">
                      <a16:creationId xmlns:a16="http://schemas.microsoft.com/office/drawing/2014/main" id="{06520A8B-0B41-4F06-8E36-BD2528D54D0D}"/>
                    </a:ext>
                  </a:extLst>
                </p14:cNvPr>
                <p14:cNvContentPartPr/>
                <p14:nvPr/>
              </p14:nvContentPartPr>
              <p14:xfrm>
                <a:off x="6039720" y="3869407"/>
                <a:ext cx="33840" cy="354960"/>
              </p14:xfrm>
            </p:contentPart>
          </mc:Choice>
          <mc:Fallback>
            <p:pic>
              <p:nvPicPr>
                <p:cNvPr id="94" name="Ink 93">
                  <a:extLst>
                    <a:ext uri="{FF2B5EF4-FFF2-40B4-BE49-F238E27FC236}">
                      <a16:creationId xmlns:a16="http://schemas.microsoft.com/office/drawing/2014/main" id="{06520A8B-0B41-4F06-8E36-BD2528D54D0D}"/>
                    </a:ext>
                  </a:extLst>
                </p:cNvPr>
                <p:cNvPicPr/>
                <p:nvPr/>
              </p:nvPicPr>
              <p:blipFill>
                <a:blip r:embed="rId33"/>
                <a:stretch>
                  <a:fillRect/>
                </a:stretch>
              </p:blipFill>
              <p:spPr>
                <a:xfrm>
                  <a:off x="6030720" y="3860767"/>
                  <a:ext cx="51480" cy="3726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95" name="Ink 94">
                  <a:extLst>
                    <a:ext uri="{FF2B5EF4-FFF2-40B4-BE49-F238E27FC236}">
                      <a16:creationId xmlns:a16="http://schemas.microsoft.com/office/drawing/2014/main" id="{74DFB9BD-B06F-421A-92C5-35F94EA80249}"/>
                    </a:ext>
                  </a:extLst>
                </p14:cNvPr>
                <p14:cNvContentPartPr/>
                <p14:nvPr/>
              </p14:nvContentPartPr>
              <p14:xfrm>
                <a:off x="6455520" y="3890647"/>
                <a:ext cx="311400" cy="282960"/>
              </p14:xfrm>
            </p:contentPart>
          </mc:Choice>
          <mc:Fallback>
            <p:pic>
              <p:nvPicPr>
                <p:cNvPr id="95" name="Ink 94">
                  <a:extLst>
                    <a:ext uri="{FF2B5EF4-FFF2-40B4-BE49-F238E27FC236}">
                      <a16:creationId xmlns:a16="http://schemas.microsoft.com/office/drawing/2014/main" id="{74DFB9BD-B06F-421A-92C5-35F94EA80249}"/>
                    </a:ext>
                  </a:extLst>
                </p:cNvPr>
                <p:cNvPicPr/>
                <p:nvPr/>
              </p:nvPicPr>
              <p:blipFill>
                <a:blip r:embed="rId35"/>
                <a:stretch>
                  <a:fillRect/>
                </a:stretch>
              </p:blipFill>
              <p:spPr>
                <a:xfrm>
                  <a:off x="6446880" y="3881647"/>
                  <a:ext cx="329040" cy="3006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96" name="Ink 95">
                  <a:extLst>
                    <a:ext uri="{FF2B5EF4-FFF2-40B4-BE49-F238E27FC236}">
                      <a16:creationId xmlns:a16="http://schemas.microsoft.com/office/drawing/2014/main" id="{0DBED804-9486-4C9A-8100-8CC5CCBFE9A0}"/>
                    </a:ext>
                  </a:extLst>
                </p14:cNvPr>
                <p14:cNvContentPartPr/>
                <p14:nvPr/>
              </p14:nvContentPartPr>
              <p14:xfrm>
                <a:off x="6464880" y="3845647"/>
                <a:ext cx="295560" cy="61920"/>
              </p14:xfrm>
            </p:contentPart>
          </mc:Choice>
          <mc:Fallback>
            <p:pic>
              <p:nvPicPr>
                <p:cNvPr id="96" name="Ink 95">
                  <a:extLst>
                    <a:ext uri="{FF2B5EF4-FFF2-40B4-BE49-F238E27FC236}">
                      <a16:creationId xmlns:a16="http://schemas.microsoft.com/office/drawing/2014/main" id="{0DBED804-9486-4C9A-8100-8CC5CCBFE9A0}"/>
                    </a:ext>
                  </a:extLst>
                </p:cNvPr>
                <p:cNvPicPr/>
                <p:nvPr/>
              </p:nvPicPr>
              <p:blipFill>
                <a:blip r:embed="rId37"/>
                <a:stretch>
                  <a:fillRect/>
                </a:stretch>
              </p:blipFill>
              <p:spPr>
                <a:xfrm>
                  <a:off x="6455880" y="3837007"/>
                  <a:ext cx="31320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97" name="Ink 96">
                  <a:extLst>
                    <a:ext uri="{FF2B5EF4-FFF2-40B4-BE49-F238E27FC236}">
                      <a16:creationId xmlns:a16="http://schemas.microsoft.com/office/drawing/2014/main" id="{1BCE6A27-6477-47CC-A65C-AB84978D4056}"/>
                    </a:ext>
                  </a:extLst>
                </p14:cNvPr>
                <p14:cNvContentPartPr/>
                <p14:nvPr/>
              </p14:nvContentPartPr>
              <p14:xfrm>
                <a:off x="6878160" y="3845647"/>
                <a:ext cx="319680" cy="336240"/>
              </p14:xfrm>
            </p:contentPart>
          </mc:Choice>
          <mc:Fallback>
            <p:pic>
              <p:nvPicPr>
                <p:cNvPr id="97" name="Ink 96">
                  <a:extLst>
                    <a:ext uri="{FF2B5EF4-FFF2-40B4-BE49-F238E27FC236}">
                      <a16:creationId xmlns:a16="http://schemas.microsoft.com/office/drawing/2014/main" id="{1BCE6A27-6477-47CC-A65C-AB84978D4056}"/>
                    </a:ext>
                  </a:extLst>
                </p:cNvPr>
                <p:cNvPicPr/>
                <p:nvPr/>
              </p:nvPicPr>
              <p:blipFill>
                <a:blip r:embed="rId39"/>
                <a:stretch>
                  <a:fillRect/>
                </a:stretch>
              </p:blipFill>
              <p:spPr>
                <a:xfrm>
                  <a:off x="6869520" y="3837007"/>
                  <a:ext cx="337320" cy="3538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99" name="Ink 98">
                  <a:extLst>
                    <a:ext uri="{FF2B5EF4-FFF2-40B4-BE49-F238E27FC236}">
                      <a16:creationId xmlns:a16="http://schemas.microsoft.com/office/drawing/2014/main" id="{DC1400B0-B7C2-4D2E-A757-A1320F53382D}"/>
                    </a:ext>
                  </a:extLst>
                </p14:cNvPr>
                <p14:cNvContentPartPr/>
                <p14:nvPr/>
              </p14:nvContentPartPr>
              <p14:xfrm>
                <a:off x="6563880" y="4281967"/>
                <a:ext cx="19440" cy="374040"/>
              </p14:xfrm>
            </p:contentPart>
          </mc:Choice>
          <mc:Fallback>
            <p:pic>
              <p:nvPicPr>
                <p:cNvPr id="99" name="Ink 98">
                  <a:extLst>
                    <a:ext uri="{FF2B5EF4-FFF2-40B4-BE49-F238E27FC236}">
                      <a16:creationId xmlns:a16="http://schemas.microsoft.com/office/drawing/2014/main" id="{DC1400B0-B7C2-4D2E-A757-A1320F53382D}"/>
                    </a:ext>
                  </a:extLst>
                </p:cNvPr>
                <p:cNvPicPr/>
                <p:nvPr/>
              </p:nvPicPr>
              <p:blipFill>
                <a:blip r:embed="rId41"/>
                <a:stretch>
                  <a:fillRect/>
                </a:stretch>
              </p:blipFill>
              <p:spPr>
                <a:xfrm>
                  <a:off x="6555240" y="4272967"/>
                  <a:ext cx="37080" cy="3916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00" name="Ink 99">
                  <a:extLst>
                    <a:ext uri="{FF2B5EF4-FFF2-40B4-BE49-F238E27FC236}">
                      <a16:creationId xmlns:a16="http://schemas.microsoft.com/office/drawing/2014/main" id="{17AE2E26-EB6D-435C-B082-073FEF35E9B9}"/>
                    </a:ext>
                  </a:extLst>
                </p14:cNvPr>
                <p14:cNvContentPartPr/>
                <p14:nvPr/>
              </p14:nvContentPartPr>
              <p14:xfrm>
                <a:off x="6930360" y="4303567"/>
                <a:ext cx="266760" cy="333720"/>
              </p14:xfrm>
            </p:contentPart>
          </mc:Choice>
          <mc:Fallback>
            <p:pic>
              <p:nvPicPr>
                <p:cNvPr id="100" name="Ink 99">
                  <a:extLst>
                    <a:ext uri="{FF2B5EF4-FFF2-40B4-BE49-F238E27FC236}">
                      <a16:creationId xmlns:a16="http://schemas.microsoft.com/office/drawing/2014/main" id="{17AE2E26-EB6D-435C-B082-073FEF35E9B9}"/>
                    </a:ext>
                  </a:extLst>
                </p:cNvPr>
                <p:cNvPicPr/>
                <p:nvPr/>
              </p:nvPicPr>
              <p:blipFill>
                <a:blip r:embed="rId43"/>
                <a:stretch>
                  <a:fillRect/>
                </a:stretch>
              </p:blipFill>
              <p:spPr>
                <a:xfrm>
                  <a:off x="6921360" y="4294567"/>
                  <a:ext cx="284400" cy="3513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04" name="Ink 103">
                  <a:extLst>
                    <a:ext uri="{FF2B5EF4-FFF2-40B4-BE49-F238E27FC236}">
                      <a16:creationId xmlns:a16="http://schemas.microsoft.com/office/drawing/2014/main" id="{CC9320D9-0152-4342-89F6-F5B227E16D99}"/>
                    </a:ext>
                  </a:extLst>
                </p14:cNvPr>
                <p14:cNvContentPartPr/>
                <p14:nvPr/>
              </p14:nvContentPartPr>
              <p14:xfrm>
                <a:off x="5924520" y="4855087"/>
                <a:ext cx="293040" cy="377280"/>
              </p14:xfrm>
            </p:contentPart>
          </mc:Choice>
          <mc:Fallback>
            <p:pic>
              <p:nvPicPr>
                <p:cNvPr id="104" name="Ink 103">
                  <a:extLst>
                    <a:ext uri="{FF2B5EF4-FFF2-40B4-BE49-F238E27FC236}">
                      <a16:creationId xmlns:a16="http://schemas.microsoft.com/office/drawing/2014/main" id="{CC9320D9-0152-4342-89F6-F5B227E16D99}"/>
                    </a:ext>
                  </a:extLst>
                </p:cNvPr>
                <p:cNvPicPr/>
                <p:nvPr/>
              </p:nvPicPr>
              <p:blipFill>
                <a:blip r:embed="rId45"/>
                <a:stretch>
                  <a:fillRect/>
                </a:stretch>
              </p:blipFill>
              <p:spPr>
                <a:xfrm>
                  <a:off x="5915520" y="4846087"/>
                  <a:ext cx="310680" cy="3949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05" name="Ink 104">
                  <a:extLst>
                    <a:ext uri="{FF2B5EF4-FFF2-40B4-BE49-F238E27FC236}">
                      <a16:creationId xmlns:a16="http://schemas.microsoft.com/office/drawing/2014/main" id="{BC4667DE-6A1A-41EA-8841-8B7AA5EDEF94}"/>
                    </a:ext>
                  </a:extLst>
                </p14:cNvPr>
                <p14:cNvContentPartPr/>
                <p14:nvPr/>
              </p14:nvContentPartPr>
              <p14:xfrm>
                <a:off x="6076440" y="5019607"/>
                <a:ext cx="329400" cy="50040"/>
              </p14:xfrm>
            </p:contentPart>
          </mc:Choice>
          <mc:Fallback>
            <p:pic>
              <p:nvPicPr>
                <p:cNvPr id="105" name="Ink 104">
                  <a:extLst>
                    <a:ext uri="{FF2B5EF4-FFF2-40B4-BE49-F238E27FC236}">
                      <a16:creationId xmlns:a16="http://schemas.microsoft.com/office/drawing/2014/main" id="{BC4667DE-6A1A-41EA-8841-8B7AA5EDEF94}"/>
                    </a:ext>
                  </a:extLst>
                </p:cNvPr>
                <p:cNvPicPr/>
                <p:nvPr/>
              </p:nvPicPr>
              <p:blipFill>
                <a:blip r:embed="rId47"/>
                <a:stretch>
                  <a:fillRect/>
                </a:stretch>
              </p:blipFill>
              <p:spPr>
                <a:xfrm>
                  <a:off x="6067440" y="5010967"/>
                  <a:ext cx="34704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06" name="Ink 105">
                  <a:extLst>
                    <a:ext uri="{FF2B5EF4-FFF2-40B4-BE49-F238E27FC236}">
                      <a16:creationId xmlns:a16="http://schemas.microsoft.com/office/drawing/2014/main" id="{D048F662-F141-4160-827C-5E4AC4871E41}"/>
                    </a:ext>
                  </a:extLst>
                </p14:cNvPr>
                <p14:cNvContentPartPr/>
                <p14:nvPr/>
              </p14:nvContentPartPr>
              <p14:xfrm>
                <a:off x="6490440" y="4866607"/>
                <a:ext cx="294480" cy="371880"/>
              </p14:xfrm>
            </p:contentPart>
          </mc:Choice>
          <mc:Fallback>
            <p:pic>
              <p:nvPicPr>
                <p:cNvPr id="106" name="Ink 105">
                  <a:extLst>
                    <a:ext uri="{FF2B5EF4-FFF2-40B4-BE49-F238E27FC236}">
                      <a16:creationId xmlns:a16="http://schemas.microsoft.com/office/drawing/2014/main" id="{D048F662-F141-4160-827C-5E4AC4871E41}"/>
                    </a:ext>
                  </a:extLst>
                </p:cNvPr>
                <p:cNvPicPr/>
                <p:nvPr/>
              </p:nvPicPr>
              <p:blipFill>
                <a:blip r:embed="rId49"/>
                <a:stretch>
                  <a:fillRect/>
                </a:stretch>
              </p:blipFill>
              <p:spPr>
                <a:xfrm>
                  <a:off x="6481440" y="4857967"/>
                  <a:ext cx="312120" cy="3895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07" name="Ink 106">
                  <a:extLst>
                    <a:ext uri="{FF2B5EF4-FFF2-40B4-BE49-F238E27FC236}">
                      <a16:creationId xmlns:a16="http://schemas.microsoft.com/office/drawing/2014/main" id="{B820BD91-11D9-4B36-95C9-03B36D9078DC}"/>
                    </a:ext>
                  </a:extLst>
                </p14:cNvPr>
                <p14:cNvContentPartPr/>
                <p14:nvPr/>
              </p14:nvContentPartPr>
              <p14:xfrm>
                <a:off x="6896880" y="4885327"/>
                <a:ext cx="310320" cy="351720"/>
              </p14:xfrm>
            </p:contentPart>
          </mc:Choice>
          <mc:Fallback>
            <p:pic>
              <p:nvPicPr>
                <p:cNvPr id="107" name="Ink 106">
                  <a:extLst>
                    <a:ext uri="{FF2B5EF4-FFF2-40B4-BE49-F238E27FC236}">
                      <a16:creationId xmlns:a16="http://schemas.microsoft.com/office/drawing/2014/main" id="{B820BD91-11D9-4B36-95C9-03B36D9078DC}"/>
                    </a:ext>
                  </a:extLst>
                </p:cNvPr>
                <p:cNvPicPr/>
                <p:nvPr/>
              </p:nvPicPr>
              <p:blipFill>
                <a:blip r:embed="rId51"/>
                <a:stretch>
                  <a:fillRect/>
                </a:stretch>
              </p:blipFill>
              <p:spPr>
                <a:xfrm>
                  <a:off x="6888240" y="4876327"/>
                  <a:ext cx="327960" cy="369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10" name="Ink 109">
                  <a:extLst>
                    <a:ext uri="{FF2B5EF4-FFF2-40B4-BE49-F238E27FC236}">
                      <a16:creationId xmlns:a16="http://schemas.microsoft.com/office/drawing/2014/main" id="{28CED21C-FF58-4DF9-B36C-EDF777226536}"/>
                    </a:ext>
                  </a:extLst>
                </p14:cNvPr>
                <p14:cNvContentPartPr/>
                <p14:nvPr/>
              </p14:nvContentPartPr>
              <p14:xfrm>
                <a:off x="5489640" y="4679047"/>
                <a:ext cx="2158920" cy="69120"/>
              </p14:xfrm>
            </p:contentPart>
          </mc:Choice>
          <mc:Fallback>
            <p:pic>
              <p:nvPicPr>
                <p:cNvPr id="110" name="Ink 109">
                  <a:extLst>
                    <a:ext uri="{FF2B5EF4-FFF2-40B4-BE49-F238E27FC236}">
                      <a16:creationId xmlns:a16="http://schemas.microsoft.com/office/drawing/2014/main" id="{28CED21C-FF58-4DF9-B36C-EDF777226536}"/>
                    </a:ext>
                  </a:extLst>
                </p:cNvPr>
                <p:cNvPicPr/>
                <p:nvPr/>
              </p:nvPicPr>
              <p:blipFill>
                <a:blip r:embed="rId53"/>
                <a:stretch>
                  <a:fillRect/>
                </a:stretch>
              </p:blipFill>
              <p:spPr>
                <a:xfrm>
                  <a:off x="5481000" y="4670407"/>
                  <a:ext cx="2176560" cy="86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4">
            <p14:nvContentPartPr>
              <p14:cNvPr id="112" name="Ink 111">
                <a:extLst>
                  <a:ext uri="{FF2B5EF4-FFF2-40B4-BE49-F238E27FC236}">
                    <a16:creationId xmlns:a16="http://schemas.microsoft.com/office/drawing/2014/main" id="{42CCCC00-4F71-4FDC-86DA-AB5A613B5667}"/>
                  </a:ext>
                </a:extLst>
              </p14:cNvPr>
              <p14:cNvContentPartPr/>
              <p14:nvPr/>
            </p14:nvContentPartPr>
            <p14:xfrm>
              <a:off x="5505120" y="4740967"/>
              <a:ext cx="1975680" cy="667440"/>
            </p14:xfrm>
          </p:contentPart>
        </mc:Choice>
        <mc:Fallback>
          <p:pic>
            <p:nvPicPr>
              <p:cNvPr id="112" name="Ink 111">
                <a:extLst>
                  <a:ext uri="{FF2B5EF4-FFF2-40B4-BE49-F238E27FC236}">
                    <a16:creationId xmlns:a16="http://schemas.microsoft.com/office/drawing/2014/main" id="{42CCCC00-4F71-4FDC-86DA-AB5A613B5667}"/>
                  </a:ext>
                </a:extLst>
              </p:cNvPr>
              <p:cNvPicPr/>
              <p:nvPr/>
            </p:nvPicPr>
            <p:blipFill>
              <a:blip r:embed="rId55"/>
              <a:stretch>
                <a:fillRect/>
              </a:stretch>
            </p:blipFill>
            <p:spPr>
              <a:xfrm>
                <a:off x="5496480" y="4731967"/>
                <a:ext cx="1993320" cy="685080"/>
              </a:xfrm>
              <a:prstGeom prst="rect">
                <a:avLst/>
              </a:prstGeom>
            </p:spPr>
          </p:pic>
        </mc:Fallback>
      </mc:AlternateContent>
    </p:spTree>
    <p:extLst>
      <p:ext uri="{BB962C8B-B14F-4D97-AF65-F5344CB8AC3E}">
        <p14:creationId xmlns:p14="http://schemas.microsoft.com/office/powerpoint/2010/main" val="3621311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82"/>
                                        </p:tgtEl>
                                        <p:attrNameLst>
                                          <p:attrName>style.visibility</p:attrName>
                                        </p:attrNameLst>
                                      </p:cBhvr>
                                      <p:to>
                                        <p:strVal val="visible"/>
                                      </p:to>
                                    </p:set>
                                    <p:anim calcmode="lin" valueType="num">
                                      <p:cBhvr>
                                        <p:cTn id="12" dur="2000" fill="hold"/>
                                        <p:tgtEl>
                                          <p:spTgt spid="82"/>
                                        </p:tgtEl>
                                        <p:attrNameLst>
                                          <p:attrName>drawProgress</p:attrName>
                                        </p:attrNameLst>
                                      </p:cBhvr>
                                      <p:tavLst>
                                        <p:tav tm="0">
                                          <p:val>
                                            <p:fltVal val="0"/>
                                          </p:val>
                                        </p:tav>
                                        <p:tav tm="100000">
                                          <p:val>
                                            <p:fltVal val="1"/>
                                          </p:val>
                                        </p:tav>
                                      </p:tavLst>
                                    </p:anim>
                                  </p:childTnLst>
                                </p:cTn>
                              </p:par>
                              <p:par>
                                <p:cTn id="13" presetID="63" presetClass="entr" presetSubtype="0" fill="hold" nodeType="withEffect">
                                  <p:stCondLst>
                                    <p:cond delay="0"/>
                                  </p:stCondLst>
                                  <p:childTnLst>
                                    <p:set>
                                      <p:cBhvr>
                                        <p:cTn id="14" dur="1" fill="hold">
                                          <p:stCondLst>
                                            <p:cond delay="0"/>
                                          </p:stCondLst>
                                        </p:cTn>
                                        <p:tgtEl>
                                          <p:spTgt spid="111"/>
                                        </p:tgtEl>
                                        <p:attrNameLst>
                                          <p:attrName>style.visibility</p:attrName>
                                        </p:attrNameLst>
                                      </p:cBhvr>
                                      <p:to>
                                        <p:strVal val="visible"/>
                                      </p:to>
                                    </p:set>
                                    <p:anim calcmode="lin" valueType="num">
                                      <p:cBhvr>
                                        <p:cTn id="15" dur="2000" fill="hold"/>
                                        <p:tgtEl>
                                          <p:spTgt spid="111"/>
                                        </p:tgtEl>
                                        <p:attrNameLst>
                                          <p:attrName>drawProgress</p:attrName>
                                        </p:attrNameLst>
                                      </p:cBhvr>
                                      <p:tavLst>
                                        <p:tav tm="0">
                                          <p:val>
                                            <p:fltVal val="0"/>
                                          </p:val>
                                        </p:tav>
                                        <p:tav tm="100000">
                                          <p:val>
                                            <p:fltVal val="1"/>
                                          </p:val>
                                        </p:tav>
                                      </p:tavLst>
                                    </p:anim>
                                  </p:childTnLst>
                                </p:cTn>
                              </p:par>
                              <p:par>
                                <p:cTn id="16" presetID="63" presetClass="entr" presetSubtype="0" fill="hold" nodeType="withEffect">
                                  <p:stCondLst>
                                    <p:cond delay="0"/>
                                  </p:stCondLst>
                                  <p:childTnLst>
                                    <p:set>
                                      <p:cBhvr>
                                        <p:cTn id="17" dur="1" fill="hold">
                                          <p:stCondLst>
                                            <p:cond delay="0"/>
                                          </p:stCondLst>
                                        </p:cTn>
                                        <p:tgtEl>
                                          <p:spTgt spid="112"/>
                                        </p:tgtEl>
                                        <p:attrNameLst>
                                          <p:attrName>style.visibility</p:attrName>
                                        </p:attrNameLst>
                                      </p:cBhvr>
                                      <p:to>
                                        <p:strVal val="visible"/>
                                      </p:to>
                                    </p:set>
                                    <p:anim calcmode="lin" valueType="num">
                                      <p:cBhvr>
                                        <p:cTn id="18" dur="2000" fill="hold"/>
                                        <p:tgtEl>
                                          <p:spTgt spid="112"/>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79B7-8639-414A-A86E-B58DD7C32B8F}"/>
              </a:ext>
            </a:extLst>
          </p:cNvPr>
          <p:cNvSpPr>
            <a:spLocks noGrp="1"/>
          </p:cNvSpPr>
          <p:nvPr>
            <p:ph type="title"/>
          </p:nvPr>
        </p:nvSpPr>
        <p:spPr>
          <a:xfrm>
            <a:off x="1024128" y="585216"/>
            <a:ext cx="3133581" cy="1499616"/>
          </a:xfrm>
        </p:spPr>
        <p:txBody>
          <a:bodyPr>
            <a:normAutofit/>
          </a:bodyPr>
          <a:lstStyle/>
          <a:p>
            <a:r>
              <a:rPr lang="en-AU" sz="4000"/>
              <a:t>TASK (LHS) Questions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015807C-95A0-4A6E-89FE-E62361BB8099}"/>
                  </a:ext>
                </a:extLst>
              </p:cNvPr>
              <p:cNvSpPr>
                <a:spLocks noGrp="1"/>
              </p:cNvSpPr>
              <p:nvPr>
                <p:ph idx="1"/>
              </p:nvPr>
            </p:nvSpPr>
            <p:spPr>
              <a:xfrm>
                <a:off x="785611" y="1873876"/>
                <a:ext cx="4134119" cy="4344044"/>
              </a:xfrm>
            </p:spPr>
            <p:txBody>
              <a:bodyPr>
                <a:normAutofit fontScale="92500" lnSpcReduction="20000"/>
              </a:bodyPr>
              <a:lstStyle/>
              <a:p>
                <a:pPr marL="0" indent="0">
                  <a:buNone/>
                </a:pPr>
                <a:r>
                  <a:rPr lang="en-AU" sz="2000" dirty="0">
                    <a:latin typeface="Calibri" panose="020F0502020204030204" pitchFamily="34" charset="0"/>
                    <a:cs typeface="Calibri" panose="020F0502020204030204" pitchFamily="34" charset="0"/>
                  </a:rPr>
                  <a:t>Complete the following questions with at least one of the strategies we have discussed. </a:t>
                </a:r>
              </a:p>
              <a:p>
                <a:pPr marL="0" indent="0">
                  <a:buNone/>
                </a:pPr>
                <a:r>
                  <a:rPr lang="en-AU" sz="2000" dirty="0">
                    <a:latin typeface="Calibri" panose="020F0502020204030204" pitchFamily="34" charset="0"/>
                    <a:cs typeface="Calibri" panose="020F0502020204030204" pitchFamily="34" charset="0"/>
                  </a:rPr>
                  <a:t>Show your working out.</a:t>
                </a:r>
                <a:endParaRPr lang="en-AU" sz="2000" b="0" dirty="0">
                  <a:latin typeface="Calibri" panose="020F0502020204030204" pitchFamily="34" charset="0"/>
                  <a:cs typeface="Calibri" panose="020F0502020204030204" pitchFamily="34" charset="0"/>
                </a:endParaRPr>
              </a:p>
              <a:p>
                <a:pPr marL="457200" indent="-457200">
                  <a:buFont typeface="+mj-lt"/>
                  <a:buAutoNum type="arabicPeriod"/>
                </a:pPr>
                <a14:m>
                  <m:oMath xmlns:m="http://schemas.openxmlformats.org/officeDocument/2006/math">
                    <m:r>
                      <a:rPr lang="en-AU" sz="2000" b="0" i="1">
                        <a:latin typeface="Cambria Math" panose="02040503050406030204" pitchFamily="18" charset="0"/>
                        <a:cs typeface="Calibri" panose="020F0502020204030204" pitchFamily="34" charset="0"/>
                      </a:rPr>
                      <m:t>347+492</m:t>
                    </m:r>
                  </m:oMath>
                </a14:m>
                <a:endParaRPr lang="en-AU" sz="2000" b="0" dirty="0">
                  <a:latin typeface="Calibri" panose="020F0502020204030204" pitchFamily="34" charset="0"/>
                  <a:cs typeface="Calibri" panose="020F0502020204030204" pitchFamily="34" charset="0"/>
                </a:endParaRPr>
              </a:p>
              <a:p>
                <a:pPr marL="457200" indent="-457200">
                  <a:buFont typeface="+mj-lt"/>
                  <a:buAutoNum type="arabicPeriod"/>
                </a:pPr>
                <a14:m>
                  <m:oMath xmlns:m="http://schemas.openxmlformats.org/officeDocument/2006/math">
                    <m:r>
                      <a:rPr lang="en-AU" sz="2000" b="0" i="1">
                        <a:latin typeface="Cambria Math" panose="02040503050406030204" pitchFamily="18" charset="0"/>
                        <a:cs typeface="Calibri" panose="020F0502020204030204" pitchFamily="34" charset="0"/>
                      </a:rPr>
                      <m:t>37+94</m:t>
                    </m:r>
                  </m:oMath>
                </a14:m>
                <a:endParaRPr lang="en-AU" sz="2000" b="0" dirty="0">
                  <a:latin typeface="Calibri" panose="020F0502020204030204" pitchFamily="34" charset="0"/>
                  <a:cs typeface="Calibri" panose="020F0502020204030204" pitchFamily="34" charset="0"/>
                </a:endParaRPr>
              </a:p>
              <a:p>
                <a:pPr marL="457200" indent="-457200">
                  <a:buFont typeface="+mj-lt"/>
                  <a:buAutoNum type="arabicPeriod"/>
                </a:pPr>
                <a14:m>
                  <m:oMath xmlns:m="http://schemas.openxmlformats.org/officeDocument/2006/math">
                    <m:r>
                      <a:rPr lang="en-AU" sz="2000" b="0" i="1">
                        <a:latin typeface="Cambria Math" panose="02040503050406030204" pitchFamily="18" charset="0"/>
                        <a:cs typeface="Calibri" panose="020F0502020204030204" pitchFamily="34" charset="0"/>
                      </a:rPr>
                      <m:t>2508+3892</m:t>
                    </m:r>
                  </m:oMath>
                </a14:m>
                <a:endParaRPr lang="en-AU" sz="2000" b="0" dirty="0">
                  <a:latin typeface="Calibri" panose="020F0502020204030204" pitchFamily="34" charset="0"/>
                  <a:cs typeface="Calibri" panose="020F0502020204030204" pitchFamily="34" charset="0"/>
                </a:endParaRPr>
              </a:p>
              <a:p>
                <a:pPr marL="457200" indent="-457200">
                  <a:buFont typeface="+mj-lt"/>
                  <a:buAutoNum type="arabicPeriod"/>
                </a:pPr>
                <a14:m>
                  <m:oMath xmlns:m="http://schemas.openxmlformats.org/officeDocument/2006/math">
                    <m:r>
                      <a:rPr lang="en-AU" sz="2000" b="0" i="1">
                        <a:latin typeface="Cambria Math" panose="02040503050406030204" pitchFamily="18" charset="0"/>
                        <a:cs typeface="Calibri" panose="020F0502020204030204" pitchFamily="34" charset="0"/>
                      </a:rPr>
                      <m:t>347+492+156</m:t>
                    </m:r>
                  </m:oMath>
                </a14:m>
                <a:endParaRPr lang="en-AU" sz="2000" b="0" dirty="0">
                  <a:latin typeface="Calibri" panose="020F0502020204030204" pitchFamily="34" charset="0"/>
                  <a:cs typeface="Calibri" panose="020F0502020204030204" pitchFamily="34" charset="0"/>
                </a:endParaRPr>
              </a:p>
              <a:p>
                <a:pPr marL="457200" indent="-457200">
                  <a:buFont typeface="+mj-lt"/>
                  <a:buAutoNum type="arabicPeriod"/>
                </a:pPr>
                <a14:m>
                  <m:oMath xmlns:m="http://schemas.openxmlformats.org/officeDocument/2006/math">
                    <m:r>
                      <a:rPr lang="en-AU" sz="2000" b="0" i="1">
                        <a:latin typeface="Cambria Math" panose="02040503050406030204" pitchFamily="18" charset="0"/>
                        <a:cs typeface="Calibri" panose="020F0502020204030204" pitchFamily="34" charset="0"/>
                      </a:rPr>
                      <m:t>47+492</m:t>
                    </m:r>
                  </m:oMath>
                </a14:m>
                <a:endParaRPr lang="en-AU" sz="2000" b="0" dirty="0">
                  <a:latin typeface="Calibri" panose="020F0502020204030204" pitchFamily="34" charset="0"/>
                  <a:cs typeface="Calibri" panose="020F0502020204030204" pitchFamily="34" charset="0"/>
                </a:endParaRPr>
              </a:p>
              <a:p>
                <a:pPr marL="457200" indent="-457200">
                  <a:buFont typeface="+mj-lt"/>
                  <a:buAutoNum type="arabicPeriod"/>
                </a:pPr>
                <a14:m>
                  <m:oMath xmlns:m="http://schemas.openxmlformats.org/officeDocument/2006/math">
                    <m:r>
                      <a:rPr lang="en-AU" sz="2000" b="0" i="1">
                        <a:latin typeface="Cambria Math" panose="02040503050406030204" pitchFamily="18" charset="0"/>
                        <a:cs typeface="Calibri" panose="020F0502020204030204" pitchFamily="34" charset="0"/>
                      </a:rPr>
                      <m:t>237+94</m:t>
                    </m:r>
                  </m:oMath>
                </a14:m>
                <a:endParaRPr lang="en-AU" sz="2000" b="0" dirty="0">
                  <a:latin typeface="Calibri" panose="020F0502020204030204" pitchFamily="34" charset="0"/>
                  <a:cs typeface="Calibri" panose="020F0502020204030204" pitchFamily="34" charset="0"/>
                </a:endParaRPr>
              </a:p>
              <a:p>
                <a:pPr marL="457200" indent="-457200">
                  <a:buFont typeface="+mj-lt"/>
                  <a:buAutoNum type="arabicPeriod"/>
                </a:pPr>
                <a14:m>
                  <m:oMath xmlns:m="http://schemas.openxmlformats.org/officeDocument/2006/math">
                    <m:r>
                      <a:rPr lang="en-AU" sz="2000" b="0" i="1">
                        <a:latin typeface="Cambria Math" panose="02040503050406030204" pitchFamily="18" charset="0"/>
                        <a:cs typeface="Calibri" panose="020F0502020204030204" pitchFamily="34" charset="0"/>
                      </a:rPr>
                      <m:t>508+3892</m:t>
                    </m:r>
                  </m:oMath>
                </a14:m>
                <a:endParaRPr lang="en-AU" sz="2000" b="0" dirty="0">
                  <a:latin typeface="Calibri" panose="020F0502020204030204" pitchFamily="34" charset="0"/>
                  <a:cs typeface="Calibri" panose="020F0502020204030204" pitchFamily="34" charset="0"/>
                </a:endParaRPr>
              </a:p>
              <a:p>
                <a:pPr marL="457200" indent="-457200">
                  <a:buFont typeface="+mj-lt"/>
                  <a:buAutoNum type="arabicPeriod"/>
                </a:pPr>
                <a14:m>
                  <m:oMath xmlns:m="http://schemas.openxmlformats.org/officeDocument/2006/math">
                    <m:r>
                      <a:rPr lang="en-AU" sz="2000" b="0" i="1">
                        <a:latin typeface="Cambria Math" panose="02040503050406030204" pitchFamily="18" charset="0"/>
                        <a:cs typeface="Calibri" panose="020F0502020204030204" pitchFamily="34" charset="0"/>
                      </a:rPr>
                      <m:t>347+92+156</m:t>
                    </m:r>
                  </m:oMath>
                </a14:m>
                <a:endParaRPr lang="en-AU" sz="2000" dirty="0">
                  <a:latin typeface="Calibri" panose="020F0502020204030204" pitchFamily="34" charset="0"/>
                  <a:cs typeface="Calibri" panose="020F0502020204030204" pitchFamily="34" charset="0"/>
                </a:endParaRPr>
              </a:p>
            </p:txBody>
          </p:sp>
        </mc:Choice>
        <mc:Fallback>
          <p:sp>
            <p:nvSpPr>
              <p:cNvPr id="3" name="Content Placeholder 2">
                <a:extLst>
                  <a:ext uri="{FF2B5EF4-FFF2-40B4-BE49-F238E27FC236}">
                    <a16:creationId xmlns:a16="http://schemas.microsoft.com/office/drawing/2014/main" id="{1015807C-95A0-4A6E-89FE-E62361BB8099}"/>
                  </a:ext>
                </a:extLst>
              </p:cNvPr>
              <p:cNvSpPr>
                <a:spLocks noGrp="1" noRot="1" noChangeAspect="1" noMove="1" noResize="1" noEditPoints="1" noAdjustHandles="1" noChangeArrowheads="1" noChangeShapeType="1" noTextEdit="1"/>
              </p:cNvSpPr>
              <p:nvPr>
                <p:ph idx="1"/>
              </p:nvPr>
            </p:nvSpPr>
            <p:spPr>
              <a:xfrm>
                <a:off x="785611" y="1873876"/>
                <a:ext cx="4134119" cy="4344044"/>
              </a:xfrm>
              <a:blipFill>
                <a:blip r:embed="rId2"/>
                <a:stretch>
                  <a:fillRect l="-2507" t="-2384" r="-3540"/>
                </a:stretch>
              </a:blipFill>
            </p:spPr>
            <p:txBody>
              <a:bodyPr/>
              <a:lstStyle/>
              <a:p>
                <a:r>
                  <a:rPr lang="en-AU">
                    <a:noFill/>
                  </a:rPr>
                  <a:t> </a:t>
                </a:r>
              </a:p>
            </p:txBody>
          </p:sp>
        </mc:Fallback>
      </mc:AlternateContent>
      <p:pic>
        <p:nvPicPr>
          <p:cNvPr id="5" name="Picture 4" descr="Girl solving mathematical addition">
            <a:extLst>
              <a:ext uri="{FF2B5EF4-FFF2-40B4-BE49-F238E27FC236}">
                <a16:creationId xmlns:a16="http://schemas.microsoft.com/office/drawing/2014/main" id="{2EA3570D-AAD3-4A4A-A772-BF0B315F9D4D}"/>
              </a:ext>
            </a:extLst>
          </p:cNvPr>
          <p:cNvPicPr>
            <a:picLocks noChangeAspect="1"/>
          </p:cNvPicPr>
          <p:nvPr/>
        </p:nvPicPr>
        <p:blipFill rotWithShape="1">
          <a:blip r:embed="rId3">
            <a:extLst>
              <a:ext uri="{28A0092B-C50C-407E-A947-70E740481C1C}">
                <a14:useLocalDpi xmlns:a14="http://schemas.microsoft.com/office/drawing/2010/main" val="0"/>
              </a:ext>
            </a:extLst>
          </a:blip>
          <a:srcRect l="2851" r="32101" b="-2"/>
          <a:stretch/>
        </p:blipFill>
        <p:spPr>
          <a:xfrm>
            <a:off x="5369160" y="640080"/>
            <a:ext cx="5455940" cy="5577840"/>
          </a:xfrm>
          <a:prstGeom prst="rect">
            <a:avLst/>
          </a:prstGeom>
        </p:spPr>
      </p:pic>
    </p:spTree>
    <p:extLst>
      <p:ext uri="{BB962C8B-B14F-4D97-AF65-F5344CB8AC3E}">
        <p14:creationId xmlns:p14="http://schemas.microsoft.com/office/powerpoint/2010/main" val="3032103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91447-A335-4B5E-8B26-AC4DC06F6350}"/>
              </a:ext>
            </a:extLst>
          </p:cNvPr>
          <p:cNvSpPr>
            <a:spLocks noGrp="1"/>
          </p:cNvSpPr>
          <p:nvPr>
            <p:ph type="title"/>
          </p:nvPr>
        </p:nvSpPr>
        <p:spPr>
          <a:xfrm>
            <a:off x="964788" y="804333"/>
            <a:ext cx="3391900" cy="5249334"/>
          </a:xfrm>
        </p:spPr>
        <p:txBody>
          <a:bodyPr>
            <a:normAutofit/>
          </a:bodyPr>
          <a:lstStyle/>
          <a:p>
            <a:r>
              <a:rPr lang="en-AU" dirty="0">
                <a:solidFill>
                  <a:srgbClr val="FFFFFF"/>
                </a:solidFill>
              </a:rPr>
              <a:t>TASK: (LHS) Questions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CD4ABF7-B981-4BB2-95BE-3F15042BFA29}"/>
                  </a:ext>
                </a:extLst>
              </p:cNvPr>
              <p:cNvSpPr>
                <a:spLocks noGrp="1"/>
              </p:cNvSpPr>
              <p:nvPr>
                <p:ph idx="1"/>
              </p:nvPr>
            </p:nvSpPr>
            <p:spPr>
              <a:xfrm>
                <a:off x="4951048" y="804333"/>
                <a:ext cx="6306003" cy="5249334"/>
              </a:xfrm>
            </p:spPr>
            <p:txBody>
              <a:bodyPr anchor="ctr">
                <a:normAutofit/>
              </a:bodyPr>
              <a:lstStyle/>
              <a:p>
                <a:r>
                  <a:rPr lang="en-AU" dirty="0">
                    <a:latin typeface="Calibri" panose="020F0502020204030204" pitchFamily="34" charset="0"/>
                    <a:cs typeface="Calibri" panose="020F0502020204030204" pitchFamily="34" charset="0"/>
                  </a:rPr>
                  <a:t>Now answer the questions using the Partitioning/Horizontal Format Strategy:</a:t>
                </a:r>
              </a:p>
              <a:p>
                <a:pPr marL="457200" indent="-457200">
                  <a:buFont typeface="+mj-lt"/>
                  <a:buAutoNum type="arabicPeriod"/>
                </a:pPr>
                <a14:m>
                  <m:oMath xmlns:m="http://schemas.openxmlformats.org/officeDocument/2006/math">
                    <m:r>
                      <a:rPr lang="en-AU" b="0" i="1" smtClean="0">
                        <a:latin typeface="Cambria Math" panose="02040503050406030204" pitchFamily="18" charset="0"/>
                        <a:cs typeface="Calibri" panose="020F0502020204030204" pitchFamily="34" charset="0"/>
                      </a:rPr>
                      <m:t>49+492</m:t>
                    </m:r>
                  </m:oMath>
                </a14:m>
                <a:endParaRPr lang="en-AU" dirty="0">
                  <a:latin typeface="Calibri" panose="020F0502020204030204" pitchFamily="34" charset="0"/>
                  <a:cs typeface="Calibri" panose="020F0502020204030204" pitchFamily="34" charset="0"/>
                </a:endParaRPr>
              </a:p>
              <a:p>
                <a:pPr marL="457200" indent="-457200">
                  <a:buFont typeface="+mj-lt"/>
                  <a:buAutoNum type="arabicPeriod"/>
                </a:pPr>
                <a14:m>
                  <m:oMath xmlns:m="http://schemas.openxmlformats.org/officeDocument/2006/math">
                    <m:r>
                      <a:rPr lang="en-AU" b="0" i="1" smtClean="0">
                        <a:latin typeface="Cambria Math" panose="02040503050406030204" pitchFamily="18" charset="0"/>
                        <a:cs typeface="Calibri" panose="020F0502020204030204" pitchFamily="34" charset="0"/>
                      </a:rPr>
                      <m:t>237+94</m:t>
                    </m:r>
                  </m:oMath>
                </a14:m>
                <a:endParaRPr lang="en-AU" b="0" dirty="0">
                  <a:latin typeface="Calibri" panose="020F0502020204030204" pitchFamily="34" charset="0"/>
                  <a:cs typeface="Calibri" panose="020F0502020204030204" pitchFamily="34" charset="0"/>
                </a:endParaRPr>
              </a:p>
              <a:p>
                <a:pPr marL="457200" indent="-457200">
                  <a:buFont typeface="+mj-lt"/>
                  <a:buAutoNum type="arabicPeriod"/>
                </a:pPr>
                <a14:m>
                  <m:oMath xmlns:m="http://schemas.openxmlformats.org/officeDocument/2006/math">
                    <m:r>
                      <a:rPr lang="en-AU" b="0" i="1" smtClean="0">
                        <a:latin typeface="Cambria Math" panose="02040503050406030204" pitchFamily="18" charset="0"/>
                        <a:cs typeface="Calibri" panose="020F0502020204030204" pitchFamily="34" charset="0"/>
                      </a:rPr>
                      <m:t>508+3892</m:t>
                    </m:r>
                  </m:oMath>
                </a14:m>
                <a:endParaRPr lang="en-AU" b="0" dirty="0">
                  <a:latin typeface="Calibri" panose="020F0502020204030204" pitchFamily="34" charset="0"/>
                  <a:cs typeface="Calibri" panose="020F0502020204030204" pitchFamily="34" charset="0"/>
                </a:endParaRPr>
              </a:p>
              <a:p>
                <a:pPr marL="457200" indent="-457200">
                  <a:buFont typeface="+mj-lt"/>
                  <a:buAutoNum type="arabicPeriod"/>
                </a:pPr>
                <a14:m>
                  <m:oMath xmlns:m="http://schemas.openxmlformats.org/officeDocument/2006/math">
                    <m:r>
                      <a:rPr lang="en-AU" b="0" i="1" smtClean="0">
                        <a:latin typeface="Cambria Math" panose="02040503050406030204" pitchFamily="18" charset="0"/>
                        <a:cs typeface="Calibri" panose="020F0502020204030204" pitchFamily="34" charset="0"/>
                      </a:rPr>
                      <m:t>347+92+156</m:t>
                    </m:r>
                  </m:oMath>
                </a14:m>
                <a:br>
                  <a:rPr lang="en-AU" dirty="0">
                    <a:latin typeface="Calibri" panose="020F0502020204030204" pitchFamily="34" charset="0"/>
                    <a:cs typeface="Calibri" panose="020F0502020204030204" pitchFamily="34" charset="0"/>
                  </a:rPr>
                </a:br>
                <a:endParaRPr lang="en-AU" dirty="0">
                  <a:latin typeface="Calibri" panose="020F0502020204030204" pitchFamily="34" charset="0"/>
                  <a:cs typeface="Calibri" panose="020F0502020204030204" pitchFamily="34" charset="0"/>
                </a:endParaRPr>
              </a:p>
              <a:p>
                <a:pPr marL="0" indent="0">
                  <a:buNone/>
                </a:pPr>
                <a:r>
                  <a:rPr lang="en-AU" dirty="0">
                    <a:latin typeface="Calibri" panose="020F0502020204030204" pitchFamily="34" charset="0"/>
                    <a:cs typeface="Calibri" panose="020F0502020204030204" pitchFamily="34" charset="0"/>
                  </a:rPr>
                  <a:t>Check your working out with the person next to you.</a:t>
                </a:r>
              </a:p>
              <a:p>
                <a:pPr marL="0" indent="0">
                  <a:buNone/>
                </a:pPr>
                <a:r>
                  <a:rPr lang="en-AU" dirty="0">
                    <a:latin typeface="Calibri" panose="020F0502020204030204" pitchFamily="34" charset="0"/>
                    <a:cs typeface="Calibri" panose="020F0502020204030204" pitchFamily="34" charset="0"/>
                  </a:rPr>
                  <a:t>Be prepared to discuss and share your answers with the class.</a:t>
                </a:r>
              </a:p>
            </p:txBody>
          </p:sp>
        </mc:Choice>
        <mc:Fallback>
          <p:sp>
            <p:nvSpPr>
              <p:cNvPr id="3" name="Content Placeholder 2">
                <a:extLst>
                  <a:ext uri="{FF2B5EF4-FFF2-40B4-BE49-F238E27FC236}">
                    <a16:creationId xmlns:a16="http://schemas.microsoft.com/office/drawing/2014/main" id="{8CD4ABF7-B981-4BB2-95BE-3F15042BFA29}"/>
                  </a:ext>
                </a:extLst>
              </p:cNvPr>
              <p:cNvSpPr>
                <a:spLocks noGrp="1" noRot="1" noChangeAspect="1" noMove="1" noResize="1" noEditPoints="1" noAdjustHandles="1" noChangeArrowheads="1" noChangeShapeType="1" noTextEdit="1"/>
              </p:cNvSpPr>
              <p:nvPr>
                <p:ph idx="1"/>
              </p:nvPr>
            </p:nvSpPr>
            <p:spPr>
              <a:xfrm>
                <a:off x="4951048" y="804333"/>
                <a:ext cx="6306003" cy="5249334"/>
              </a:xfrm>
              <a:blipFill>
                <a:blip r:embed="rId2"/>
                <a:stretch>
                  <a:fillRect l="-1932"/>
                </a:stretch>
              </a:blipFill>
            </p:spPr>
            <p:txBody>
              <a:bodyPr/>
              <a:lstStyle/>
              <a:p>
                <a:r>
                  <a:rPr lang="en-AU">
                    <a:noFill/>
                  </a:rPr>
                  <a:t> </a:t>
                </a:r>
              </a:p>
            </p:txBody>
          </p:sp>
        </mc:Fallback>
      </mc:AlternateContent>
    </p:spTree>
    <p:extLst>
      <p:ext uri="{BB962C8B-B14F-4D97-AF65-F5344CB8AC3E}">
        <p14:creationId xmlns:p14="http://schemas.microsoft.com/office/powerpoint/2010/main" val="2064032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3">
            <a:extLst>
              <a:ext uri="{FF2B5EF4-FFF2-40B4-BE49-F238E27FC236}">
                <a16:creationId xmlns:a16="http://schemas.microsoft.com/office/drawing/2014/main" id="{22B541DC-7610-45CF-9D4D-2C00AC6A7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280E1-A6DC-4E7A-ADA9-18CF3D88F40B}"/>
              </a:ext>
            </a:extLst>
          </p:cNvPr>
          <p:cNvSpPr>
            <a:spLocks noGrp="1"/>
          </p:cNvSpPr>
          <p:nvPr>
            <p:ph type="title"/>
          </p:nvPr>
        </p:nvSpPr>
        <p:spPr>
          <a:xfrm>
            <a:off x="1024129" y="585216"/>
            <a:ext cx="3779085" cy="1499616"/>
          </a:xfrm>
        </p:spPr>
        <p:txBody>
          <a:bodyPr>
            <a:normAutofit/>
          </a:bodyPr>
          <a:lstStyle/>
          <a:p>
            <a:r>
              <a:rPr lang="en-AU">
                <a:solidFill>
                  <a:srgbClr val="FFFFFF"/>
                </a:solidFill>
              </a:rPr>
              <a:t>Think, Write, Pair, Share</a:t>
            </a:r>
          </a:p>
        </p:txBody>
      </p:sp>
      <p:cxnSp>
        <p:nvCxnSpPr>
          <p:cNvPr id="19" name="Straight Connector 15">
            <a:extLst>
              <a:ext uri="{FF2B5EF4-FFF2-40B4-BE49-F238E27FC236}">
                <a16:creationId xmlns:a16="http://schemas.microsoft.com/office/drawing/2014/main" id="{69BF8B83-CBB3-4214-BB85-A56C7F7454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134688BD-411F-405F-A2FC-EC5D4C0D0BFE}"/>
              </a:ext>
            </a:extLst>
          </p:cNvPr>
          <p:cNvSpPr>
            <a:spLocks noGrp="1"/>
          </p:cNvSpPr>
          <p:nvPr>
            <p:ph idx="1"/>
          </p:nvPr>
        </p:nvSpPr>
        <p:spPr>
          <a:xfrm>
            <a:off x="640079" y="2286000"/>
            <a:ext cx="4175761" cy="3931920"/>
          </a:xfrm>
        </p:spPr>
        <p:txBody>
          <a:bodyPr>
            <a:normAutofit fontScale="92500"/>
          </a:bodyPr>
          <a:lstStyle/>
          <a:p>
            <a:pPr marL="457200" indent="-457200">
              <a:buClr>
                <a:schemeClr val="accent2">
                  <a:lumMod val="50000"/>
                </a:schemeClr>
              </a:buClr>
              <a:buFont typeface="+mj-lt"/>
              <a:buAutoNum type="arabicPeriod"/>
            </a:pPr>
            <a:r>
              <a:rPr lang="en-AU" sz="2400" dirty="0">
                <a:solidFill>
                  <a:srgbClr val="FFFFFF"/>
                </a:solidFill>
                <a:latin typeface="Calibri" panose="020F0502020204030204" pitchFamily="34" charset="0"/>
                <a:cs typeface="Calibri" panose="020F0502020204030204" pitchFamily="34" charset="0"/>
              </a:rPr>
              <a:t>What did you like about the strategies we have looked at today? Which did you prefer?</a:t>
            </a:r>
          </a:p>
          <a:p>
            <a:pPr marL="457200" indent="-457200">
              <a:buClr>
                <a:schemeClr val="accent2">
                  <a:lumMod val="50000"/>
                </a:schemeClr>
              </a:buClr>
              <a:buFont typeface="+mj-lt"/>
              <a:buAutoNum type="arabicPeriod"/>
            </a:pPr>
            <a:r>
              <a:rPr lang="en-AU" sz="2400" dirty="0">
                <a:solidFill>
                  <a:srgbClr val="FFFFFF"/>
                </a:solidFill>
                <a:latin typeface="Calibri" panose="020F0502020204030204" pitchFamily="34" charset="0"/>
                <a:cs typeface="Calibri" panose="020F0502020204030204" pitchFamily="34" charset="0"/>
              </a:rPr>
              <a:t>How do you think starting with the largest numbers might be useful for mental calculations?</a:t>
            </a:r>
          </a:p>
          <a:p>
            <a:pPr marL="457200" indent="-457200">
              <a:buClr>
                <a:schemeClr val="accent2">
                  <a:lumMod val="50000"/>
                </a:schemeClr>
              </a:buClr>
              <a:buFont typeface="+mj-lt"/>
              <a:buAutoNum type="arabicPeriod"/>
            </a:pPr>
            <a:r>
              <a:rPr lang="en-AU" sz="2400" dirty="0">
                <a:solidFill>
                  <a:srgbClr val="FFFFFF"/>
                </a:solidFill>
                <a:latin typeface="Calibri" panose="020F0502020204030204" pitchFamily="34" charset="0"/>
                <a:cs typeface="Calibri" panose="020F0502020204030204" pitchFamily="34" charset="0"/>
              </a:rPr>
              <a:t>Is there a way you could just use a single calculation to come up with a reasonable range for possible answers without calculating the whole lot?</a:t>
            </a:r>
          </a:p>
        </p:txBody>
      </p:sp>
      <p:pic>
        <p:nvPicPr>
          <p:cNvPr id="9" name="Picture 8" descr="Classroom of students raising their hands in front of a teacher">
            <a:extLst>
              <a:ext uri="{FF2B5EF4-FFF2-40B4-BE49-F238E27FC236}">
                <a16:creationId xmlns:a16="http://schemas.microsoft.com/office/drawing/2014/main" id="{083FF1E4-93BE-49B0-8750-2DA8128F46D0}"/>
              </a:ext>
            </a:extLst>
          </p:cNvPr>
          <p:cNvPicPr>
            <a:picLocks noChangeAspect="1"/>
          </p:cNvPicPr>
          <p:nvPr/>
        </p:nvPicPr>
        <p:blipFill rotWithShape="1">
          <a:blip r:embed="rId3">
            <a:extLst>
              <a:ext uri="{28A0092B-C50C-407E-A947-70E740481C1C}">
                <a14:useLocalDpi xmlns:a14="http://schemas.microsoft.com/office/drawing/2010/main" val="0"/>
              </a:ext>
            </a:extLst>
          </a:blip>
          <a:srcRect l="20917" r="12570" b="1"/>
          <a:stretch/>
        </p:blipFill>
        <p:spPr>
          <a:xfrm>
            <a:off x="6096000" y="640080"/>
            <a:ext cx="5455921" cy="5577840"/>
          </a:xfrm>
          <a:prstGeom prst="rect">
            <a:avLst/>
          </a:prstGeom>
        </p:spPr>
      </p:pic>
    </p:spTree>
    <p:extLst>
      <p:ext uri="{BB962C8B-B14F-4D97-AF65-F5344CB8AC3E}">
        <p14:creationId xmlns:p14="http://schemas.microsoft.com/office/powerpoint/2010/main" val="3396400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0">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775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E3487A-F54A-42D6-9F29-9DAF9840E668}"/>
              </a:ext>
            </a:extLst>
          </p:cNvPr>
          <p:cNvSpPr>
            <a:spLocks noGrp="1"/>
          </p:cNvSpPr>
          <p:nvPr>
            <p:ph type="title"/>
          </p:nvPr>
        </p:nvSpPr>
        <p:spPr>
          <a:xfrm>
            <a:off x="524256" y="4767072"/>
            <a:ext cx="6594189" cy="1625210"/>
          </a:xfrm>
        </p:spPr>
        <p:txBody>
          <a:bodyPr>
            <a:normAutofit/>
          </a:bodyPr>
          <a:lstStyle/>
          <a:p>
            <a:pPr algn="r"/>
            <a:r>
              <a:rPr lang="en-AU">
                <a:solidFill>
                  <a:srgbClr val="FFFFFF"/>
                </a:solidFill>
              </a:rPr>
              <a:t>Exit Ticket</a:t>
            </a:r>
          </a:p>
        </p:txBody>
      </p:sp>
      <p:pic>
        <p:nvPicPr>
          <p:cNvPr id="5" name="Picture 4" descr="A picture containing icon&#10;&#10;Description automatically generated">
            <a:extLst>
              <a:ext uri="{FF2B5EF4-FFF2-40B4-BE49-F238E27FC236}">
                <a16:creationId xmlns:a16="http://schemas.microsoft.com/office/drawing/2014/main" id="{23309DC6-F1B9-45C7-B553-EC9CD71B813B}"/>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338"/>
          <a:stretch/>
        </p:blipFill>
        <p:spPr>
          <a:xfrm>
            <a:off x="327547" y="321733"/>
            <a:ext cx="7058306" cy="4107392"/>
          </a:xfrm>
          <a:prstGeom prst="rect">
            <a:avLst/>
          </a:prstGeom>
        </p:spPr>
      </p:pic>
      <p:sp>
        <p:nvSpPr>
          <p:cNvPr id="16" name="Rectangle 12">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1082B5A-24CF-42DE-A75C-A2CE55DA946D}"/>
              </a:ext>
            </a:extLst>
          </p:cNvPr>
          <p:cNvSpPr>
            <a:spLocks noGrp="1"/>
          </p:cNvSpPr>
          <p:nvPr>
            <p:ph idx="1"/>
          </p:nvPr>
        </p:nvSpPr>
        <p:spPr>
          <a:xfrm>
            <a:off x="8029319" y="917725"/>
            <a:ext cx="3424739" cy="4852362"/>
          </a:xfrm>
        </p:spPr>
        <p:txBody>
          <a:bodyPr anchor="ctr">
            <a:normAutofit/>
          </a:bodyPr>
          <a:lstStyle/>
          <a:p>
            <a:r>
              <a:rPr lang="en-AU" dirty="0">
                <a:solidFill>
                  <a:srgbClr val="FFFFFF"/>
                </a:solidFill>
                <a:latin typeface="Calibri" panose="020F0502020204030204" pitchFamily="34" charset="0"/>
                <a:cs typeface="Calibri" panose="020F0502020204030204" pitchFamily="34" charset="0"/>
              </a:rPr>
              <a:t>Write your Summary including:</a:t>
            </a:r>
          </a:p>
          <a:p>
            <a:pPr>
              <a:buFont typeface="Wingdings" panose="05000000000000000000" pitchFamily="2" charset="2"/>
              <a:buChar char="v"/>
            </a:pPr>
            <a:r>
              <a:rPr lang="en-AU" dirty="0">
                <a:solidFill>
                  <a:srgbClr val="FFFFFF"/>
                </a:solidFill>
                <a:latin typeface="Calibri" panose="020F0502020204030204" pitchFamily="34" charset="0"/>
                <a:cs typeface="Calibri" panose="020F0502020204030204" pitchFamily="34" charset="0"/>
              </a:rPr>
              <a:t> Which strategy you would use</a:t>
            </a:r>
          </a:p>
          <a:p>
            <a:pPr>
              <a:buFont typeface="Wingdings" panose="05000000000000000000" pitchFamily="2" charset="2"/>
              <a:buChar char="v"/>
            </a:pPr>
            <a:r>
              <a:rPr lang="en-AU" dirty="0">
                <a:solidFill>
                  <a:srgbClr val="FFFFFF"/>
                </a:solidFill>
                <a:latin typeface="Calibri" panose="020F0502020204030204" pitchFamily="34" charset="0"/>
                <a:cs typeface="Calibri" panose="020F0502020204030204" pitchFamily="34" charset="0"/>
              </a:rPr>
              <a:t> Include your own example demonstrating the strategy you have chosen.</a:t>
            </a:r>
          </a:p>
          <a:p>
            <a:pPr marL="0" indent="0">
              <a:buNone/>
            </a:pPr>
            <a:endParaRPr lang="en-AU" dirty="0">
              <a:solidFill>
                <a:srgbClr val="FFFFFF"/>
              </a:solidFill>
              <a:latin typeface="Calibri" panose="020F0502020204030204" pitchFamily="34" charset="0"/>
              <a:cs typeface="Calibri" panose="020F0502020204030204" pitchFamily="34" charset="0"/>
            </a:endParaRPr>
          </a:p>
          <a:p>
            <a:pPr marL="0" indent="0">
              <a:buNone/>
            </a:pPr>
            <a:r>
              <a:rPr lang="en-AU" dirty="0">
                <a:solidFill>
                  <a:srgbClr val="FFFFFF"/>
                </a:solidFill>
                <a:latin typeface="Calibri" panose="020F0502020204030204" pitchFamily="34" charset="0"/>
                <a:cs typeface="Calibri" panose="020F0502020204030204" pitchFamily="34" charset="0"/>
              </a:rPr>
              <a:t>Show me your summary to get permission to pack up your belongings and stand behind your seat before being dismissed.</a:t>
            </a:r>
          </a:p>
        </p:txBody>
      </p:sp>
      <p:sp>
        <p:nvSpPr>
          <p:cNvPr id="6" name="TextBox 5">
            <a:extLst>
              <a:ext uri="{FF2B5EF4-FFF2-40B4-BE49-F238E27FC236}">
                <a16:creationId xmlns:a16="http://schemas.microsoft.com/office/drawing/2014/main" id="{60687477-A34B-4B05-8B7D-733F07EEE4D1}"/>
              </a:ext>
            </a:extLst>
          </p:cNvPr>
          <p:cNvSpPr txBox="1"/>
          <p:nvPr/>
        </p:nvSpPr>
        <p:spPr>
          <a:xfrm>
            <a:off x="4992249" y="4227961"/>
            <a:ext cx="2393604" cy="200055"/>
          </a:xfrm>
          <a:prstGeom prst="rect">
            <a:avLst/>
          </a:prstGeom>
          <a:solidFill>
            <a:srgbClr val="000000"/>
          </a:solidFill>
        </p:spPr>
        <p:txBody>
          <a:bodyPr wrap="none" rtlCol="0">
            <a:spAutoFit/>
          </a:bodyPr>
          <a:lstStyle/>
          <a:p>
            <a:pPr algn="r">
              <a:spcAft>
                <a:spcPts val="600"/>
              </a:spcAft>
            </a:pPr>
            <a:r>
              <a:rPr lang="en-AU" sz="700">
                <a:solidFill>
                  <a:srgbClr val="FFFFFF"/>
                </a:solidFill>
                <a:hlinkClick r:id="rId3" tooltip="https://www.peoplematters.in/article/culture/exit-interview-an-opportunity-to-decipher-the-organization-13901">
                  <a:extLst>
                    <a:ext uri="{A12FA001-AC4F-418D-AE19-62706E023703}">
                      <ahyp:hlinkClr xmlns:ahyp="http://schemas.microsoft.com/office/drawing/2018/hyperlinkcolor" val="tx"/>
                    </a:ext>
                  </a:extLst>
                </a:hlinkClick>
              </a:rPr>
              <a:t>This Photo</a:t>
            </a:r>
            <a:r>
              <a:rPr lang="en-AU" sz="700">
                <a:solidFill>
                  <a:srgbClr val="FFFFFF"/>
                </a:solidFill>
              </a:rPr>
              <a:t> by Unknown Author is licensed under </a:t>
            </a:r>
            <a:r>
              <a:rPr lang="en-AU"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AU" sz="700">
              <a:solidFill>
                <a:srgbClr val="FFFFFF"/>
              </a:solidFill>
            </a:endParaRPr>
          </a:p>
        </p:txBody>
      </p:sp>
    </p:spTree>
    <p:extLst>
      <p:ext uri="{BB962C8B-B14F-4D97-AF65-F5344CB8AC3E}">
        <p14:creationId xmlns:p14="http://schemas.microsoft.com/office/powerpoint/2010/main" val="6309334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1389</TotalTime>
  <Words>575</Words>
  <Application>Microsoft Office PowerPoint</Application>
  <PresentationFormat>Widescreen</PresentationFormat>
  <Paragraphs>86</Paragraphs>
  <Slides>12</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Cambria Math</vt:lpstr>
      <vt:lpstr>Tw Cen MT</vt:lpstr>
      <vt:lpstr>Tw Cen MT Condensed</vt:lpstr>
      <vt:lpstr>Wingdings</vt:lpstr>
      <vt:lpstr>Wingdings 3</vt:lpstr>
      <vt:lpstr>Integral</vt:lpstr>
      <vt:lpstr>Topic: Efficient Addition Strategies EQ: What Are Efficient Addition Strategies?</vt:lpstr>
      <vt:lpstr>Things Required For This Lesson</vt:lpstr>
      <vt:lpstr>PowerPoint Presentation</vt:lpstr>
      <vt:lpstr>Task(LHS): Interleaved Questions Set 1 Page 133  Do as many as you can in 10 minutes.</vt:lpstr>
      <vt:lpstr>Task (LHS) Think Pair Share</vt:lpstr>
      <vt:lpstr>PowerPoint Presentation</vt:lpstr>
      <vt:lpstr>PowerPoint Presentation</vt:lpstr>
      <vt:lpstr>PowerPoint Presentation</vt:lpstr>
      <vt:lpstr>TASK (LHS) Questions</vt:lpstr>
      <vt:lpstr>TASK: (LHS) Questions</vt:lpstr>
      <vt:lpstr>Think, Write, Pair, Share</vt:lpstr>
      <vt:lpstr>Exit Ticket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Relative Size of Numbers t0 1000 EQ: What is the relative size of numbers?</dc:title>
  <dc:creator>Magdeline Lum</dc:creator>
  <cp:lastModifiedBy>Magdeline Lum</cp:lastModifiedBy>
  <cp:revision>22</cp:revision>
  <dcterms:created xsi:type="dcterms:W3CDTF">2021-01-31T02:55:05Z</dcterms:created>
  <dcterms:modified xsi:type="dcterms:W3CDTF">2021-02-05T05:49:11Z</dcterms:modified>
</cp:coreProperties>
</file>