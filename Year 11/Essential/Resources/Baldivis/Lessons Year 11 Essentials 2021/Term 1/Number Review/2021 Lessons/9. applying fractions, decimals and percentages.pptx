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3" r:id="rId1"/>
  </p:sldMasterIdLst>
  <p:notesMasterIdLst>
    <p:notesMasterId r:id="rId10"/>
  </p:notesMasterIdLst>
  <p:sldIdLst>
    <p:sldId id="256" r:id="rId2"/>
    <p:sldId id="257" r:id="rId3"/>
    <p:sldId id="311" r:id="rId4"/>
    <p:sldId id="324" r:id="rId5"/>
    <p:sldId id="335" r:id="rId6"/>
    <p:sldId id="336" r:id="rId7"/>
    <p:sldId id="337" r:id="rId8"/>
    <p:sldId id="327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81A5937-ADAA-4287-94FF-0E690BA2A119}" v="9" dt="2021-02-13T15:09:40.07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4" autoAdjust="0"/>
    <p:restoredTop sz="75396" autoAdjust="0"/>
  </p:normalViewPr>
  <p:slideViewPr>
    <p:cSldViewPr snapToGrid="0">
      <p:cViewPr varScale="1">
        <p:scale>
          <a:sx n="88" d="100"/>
          <a:sy n="88" d="100"/>
        </p:scale>
        <p:origin x="40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stin.watson@education.wa.edu.au" userId="0bb701940c9d40d5" providerId="LiveId" clId="{E81A5937-ADAA-4287-94FF-0E690BA2A119}"/>
    <pc:docChg chg="undo custSel addSld delSld modSld sldOrd">
      <pc:chgData name="justin.watson@education.wa.edu.au" userId="0bb701940c9d40d5" providerId="LiveId" clId="{E81A5937-ADAA-4287-94FF-0E690BA2A119}" dt="2021-02-14T00:34:56.679" v="933" actId="403"/>
      <pc:docMkLst>
        <pc:docMk/>
      </pc:docMkLst>
      <pc:sldChg chg="modSp mod">
        <pc:chgData name="justin.watson@education.wa.edu.au" userId="0bb701940c9d40d5" providerId="LiveId" clId="{E81A5937-ADAA-4287-94FF-0E690BA2A119}" dt="2021-02-13T15:05:02.645" v="167" actId="20577"/>
        <pc:sldMkLst>
          <pc:docMk/>
          <pc:sldMk cId="1669176996" sldId="256"/>
        </pc:sldMkLst>
        <pc:spChg chg="mod">
          <ac:chgData name="justin.watson@education.wa.edu.au" userId="0bb701940c9d40d5" providerId="LiveId" clId="{E81A5937-ADAA-4287-94FF-0E690BA2A119}" dt="2021-02-13T15:05:02.645" v="167" actId="20577"/>
          <ac:spMkLst>
            <pc:docMk/>
            <pc:sldMk cId="1669176996" sldId="256"/>
            <ac:spMk id="2" creationId="{11511B51-FD68-4F9A-AF72-D0BD0020458F}"/>
          </ac:spMkLst>
        </pc:spChg>
      </pc:sldChg>
      <pc:sldChg chg="delSp modSp add del mod">
        <pc:chgData name="justin.watson@education.wa.edu.au" userId="0bb701940c9d40d5" providerId="LiveId" clId="{E81A5937-ADAA-4287-94FF-0E690BA2A119}" dt="2021-02-13T15:11:03.018" v="330" actId="20577"/>
        <pc:sldMkLst>
          <pc:docMk/>
          <pc:sldMk cId="1717092601" sldId="312"/>
        </pc:sldMkLst>
        <pc:spChg chg="mod">
          <ac:chgData name="justin.watson@education.wa.edu.au" userId="0bb701940c9d40d5" providerId="LiveId" clId="{E81A5937-ADAA-4287-94FF-0E690BA2A119}" dt="2021-02-13T15:11:03.018" v="330" actId="20577"/>
          <ac:spMkLst>
            <pc:docMk/>
            <pc:sldMk cId="1717092601" sldId="312"/>
            <ac:spMk id="2" creationId="{7FE10D1C-C52F-4092-B107-E88E506EF141}"/>
          </ac:spMkLst>
        </pc:spChg>
        <pc:spChg chg="mod">
          <ac:chgData name="justin.watson@education.wa.edu.au" userId="0bb701940c9d40d5" providerId="LiveId" clId="{E81A5937-ADAA-4287-94FF-0E690BA2A119}" dt="2021-02-13T15:10:21.012" v="322" actId="20577"/>
          <ac:spMkLst>
            <pc:docMk/>
            <pc:sldMk cId="1717092601" sldId="312"/>
            <ac:spMk id="3" creationId="{D46BA030-F0A1-43A2-A797-43A1FF6BDAE7}"/>
          </ac:spMkLst>
        </pc:spChg>
        <pc:picChg chg="del">
          <ac:chgData name="justin.watson@education.wa.edu.au" userId="0bb701940c9d40d5" providerId="LiveId" clId="{E81A5937-ADAA-4287-94FF-0E690BA2A119}" dt="2021-02-13T15:07:48.090" v="174" actId="478"/>
          <ac:picMkLst>
            <pc:docMk/>
            <pc:sldMk cId="1717092601" sldId="312"/>
            <ac:picMk id="5" creationId="{7CDAF9F3-FFA8-4571-BF7E-9F52F04F64A9}"/>
          </ac:picMkLst>
        </pc:picChg>
      </pc:sldChg>
      <pc:sldChg chg="del">
        <pc:chgData name="justin.watson@education.wa.edu.au" userId="0bb701940c9d40d5" providerId="LiveId" clId="{E81A5937-ADAA-4287-94FF-0E690BA2A119}" dt="2021-02-14T00:25:56.238" v="742" actId="47"/>
        <pc:sldMkLst>
          <pc:docMk/>
          <pc:sldMk cId="3032103121" sldId="313"/>
        </pc:sldMkLst>
      </pc:sldChg>
      <pc:sldChg chg="del">
        <pc:chgData name="justin.watson@education.wa.edu.au" userId="0bb701940c9d40d5" providerId="LiveId" clId="{E81A5937-ADAA-4287-94FF-0E690BA2A119}" dt="2021-02-14T00:25:58.942" v="743" actId="47"/>
        <pc:sldMkLst>
          <pc:docMk/>
          <pc:sldMk cId="825816745" sldId="318"/>
        </pc:sldMkLst>
      </pc:sldChg>
      <pc:sldChg chg="addSp delSp modSp mod">
        <pc:chgData name="justin.watson@education.wa.edu.au" userId="0bb701940c9d40d5" providerId="LiveId" clId="{E81A5937-ADAA-4287-94FF-0E690BA2A119}" dt="2021-02-14T00:30:00.253" v="761" actId="14100"/>
        <pc:sldMkLst>
          <pc:docMk/>
          <pc:sldMk cId="1628318043" sldId="325"/>
        </pc:sldMkLst>
        <pc:spChg chg="mod">
          <ac:chgData name="justin.watson@education.wa.edu.au" userId="0bb701940c9d40d5" providerId="LiveId" clId="{E81A5937-ADAA-4287-94FF-0E690BA2A119}" dt="2021-02-14T00:29:48.804" v="758" actId="6549"/>
          <ac:spMkLst>
            <pc:docMk/>
            <pc:sldMk cId="1628318043" sldId="325"/>
            <ac:spMk id="2" creationId="{7FE10D1C-C52F-4092-B107-E88E506EF141}"/>
          </ac:spMkLst>
        </pc:spChg>
        <pc:spChg chg="del">
          <ac:chgData name="justin.watson@education.wa.edu.au" userId="0bb701940c9d40d5" providerId="LiveId" clId="{E81A5937-ADAA-4287-94FF-0E690BA2A119}" dt="2021-02-14T00:29:18.594" v="753" actId="478"/>
          <ac:spMkLst>
            <pc:docMk/>
            <pc:sldMk cId="1628318043" sldId="325"/>
            <ac:spMk id="3" creationId="{D46BA030-F0A1-43A2-A797-43A1FF6BDAE7}"/>
          </ac:spMkLst>
        </pc:spChg>
        <pc:spChg chg="add mod">
          <ac:chgData name="justin.watson@education.wa.edu.au" userId="0bb701940c9d40d5" providerId="LiveId" clId="{E81A5937-ADAA-4287-94FF-0E690BA2A119}" dt="2021-02-14T00:29:18.594" v="753" actId="478"/>
          <ac:spMkLst>
            <pc:docMk/>
            <pc:sldMk cId="1628318043" sldId="325"/>
            <ac:spMk id="5" creationId="{E947B9E2-CA76-4652-B6B9-B5704FD065E3}"/>
          </ac:spMkLst>
        </pc:spChg>
        <pc:picChg chg="add mod modCrop">
          <ac:chgData name="justin.watson@education.wa.edu.au" userId="0bb701940c9d40d5" providerId="LiveId" clId="{E81A5937-ADAA-4287-94FF-0E690BA2A119}" dt="2021-02-14T00:30:00.253" v="761" actId="14100"/>
          <ac:picMkLst>
            <pc:docMk/>
            <pc:sldMk cId="1628318043" sldId="325"/>
            <ac:picMk id="7" creationId="{EA54CD3B-68EE-4910-9CDB-4F38852F6B91}"/>
          </ac:picMkLst>
        </pc:picChg>
      </pc:sldChg>
      <pc:sldChg chg="del">
        <pc:chgData name="justin.watson@education.wa.edu.au" userId="0bb701940c9d40d5" providerId="LiveId" clId="{E81A5937-ADAA-4287-94FF-0E690BA2A119}" dt="2021-02-14T00:25:54.431" v="741" actId="47"/>
        <pc:sldMkLst>
          <pc:docMk/>
          <pc:sldMk cId="3718335312" sldId="326"/>
        </pc:sldMkLst>
      </pc:sldChg>
      <pc:sldChg chg="modSp mod">
        <pc:chgData name="justin.watson@education.wa.edu.au" userId="0bb701940c9d40d5" providerId="LiveId" clId="{E81A5937-ADAA-4287-94FF-0E690BA2A119}" dt="2021-02-14T00:34:56.679" v="933" actId="403"/>
        <pc:sldMkLst>
          <pc:docMk/>
          <pc:sldMk cId="3372573047" sldId="327"/>
        </pc:sldMkLst>
        <pc:spChg chg="mod">
          <ac:chgData name="justin.watson@education.wa.edu.au" userId="0bb701940c9d40d5" providerId="LiveId" clId="{E81A5937-ADAA-4287-94FF-0E690BA2A119}" dt="2021-02-14T00:34:56.679" v="933" actId="403"/>
          <ac:spMkLst>
            <pc:docMk/>
            <pc:sldMk cId="3372573047" sldId="327"/>
            <ac:spMk id="5" creationId="{F2A5B7C2-6C39-4AFA-9B5D-C3F3C81B941B}"/>
          </ac:spMkLst>
        </pc:spChg>
      </pc:sldChg>
      <pc:sldChg chg="add del ord setBg">
        <pc:chgData name="justin.watson@education.wa.edu.au" userId="0bb701940c9d40d5" providerId="LiveId" clId="{E81A5937-ADAA-4287-94FF-0E690BA2A119}" dt="2021-02-13T15:16:20.517" v="376"/>
        <pc:sldMkLst>
          <pc:docMk/>
          <pc:sldMk cId="3579800331" sldId="329"/>
        </pc:sldMkLst>
      </pc:sldChg>
      <pc:sldChg chg="modSp add mod">
        <pc:chgData name="justin.watson@education.wa.edu.au" userId="0bb701940c9d40d5" providerId="LiveId" clId="{E81A5937-ADAA-4287-94FF-0E690BA2A119}" dt="2021-02-14T00:26:57.059" v="752" actId="20577"/>
        <pc:sldMkLst>
          <pc:docMk/>
          <pc:sldMk cId="501886735" sldId="330"/>
        </pc:sldMkLst>
        <pc:spChg chg="mod">
          <ac:chgData name="justin.watson@education.wa.edu.au" userId="0bb701940c9d40d5" providerId="LiveId" clId="{E81A5937-ADAA-4287-94FF-0E690BA2A119}" dt="2021-02-14T00:26:57.059" v="752" actId="20577"/>
          <ac:spMkLst>
            <pc:docMk/>
            <pc:sldMk cId="501886735" sldId="330"/>
            <ac:spMk id="3" creationId="{D46BA030-F0A1-43A2-A797-43A1FF6BDAE7}"/>
          </ac:spMkLst>
        </pc:spChg>
      </pc:sldChg>
      <pc:sldChg chg="add del">
        <pc:chgData name="justin.watson@education.wa.edu.au" userId="0bb701940c9d40d5" providerId="LiveId" clId="{E81A5937-ADAA-4287-94FF-0E690BA2A119}" dt="2021-02-13T15:06:14.462" v="172" actId="2890"/>
        <pc:sldMkLst>
          <pc:docMk/>
          <pc:sldMk cId="2502344541" sldId="330"/>
        </pc:sldMkLst>
      </pc:sldChg>
      <pc:sldChg chg="modSp add mod">
        <pc:chgData name="justin.watson@education.wa.edu.au" userId="0bb701940c9d40d5" providerId="LiveId" clId="{E81A5937-ADAA-4287-94FF-0E690BA2A119}" dt="2021-02-13T15:14:18.814" v="374" actId="20577"/>
        <pc:sldMkLst>
          <pc:docMk/>
          <pc:sldMk cId="24780093" sldId="331"/>
        </pc:sldMkLst>
        <pc:spChg chg="mod">
          <ac:chgData name="justin.watson@education.wa.edu.au" userId="0bb701940c9d40d5" providerId="LiveId" clId="{E81A5937-ADAA-4287-94FF-0E690BA2A119}" dt="2021-02-13T15:14:18.814" v="374" actId="20577"/>
          <ac:spMkLst>
            <pc:docMk/>
            <pc:sldMk cId="24780093" sldId="331"/>
            <ac:spMk id="3" creationId="{D46BA030-F0A1-43A2-A797-43A1FF6BDAE7}"/>
          </ac:spMkLst>
        </pc:spChg>
      </pc:sldChg>
      <pc:sldChg chg="modSp add mod">
        <pc:chgData name="justin.watson@education.wa.edu.au" userId="0bb701940c9d40d5" providerId="LiveId" clId="{E81A5937-ADAA-4287-94FF-0E690BA2A119}" dt="2021-02-13T15:30:21.047" v="738" actId="207"/>
        <pc:sldMkLst>
          <pc:docMk/>
          <pc:sldMk cId="4125169928" sldId="332"/>
        </pc:sldMkLst>
        <pc:spChg chg="mod">
          <ac:chgData name="justin.watson@education.wa.edu.au" userId="0bb701940c9d40d5" providerId="LiveId" clId="{E81A5937-ADAA-4287-94FF-0E690BA2A119}" dt="2021-02-13T15:30:21.047" v="738" actId="207"/>
          <ac:spMkLst>
            <pc:docMk/>
            <pc:sldMk cId="4125169928" sldId="332"/>
            <ac:spMk id="3" creationId="{D46BA030-F0A1-43A2-A797-43A1FF6BDAE7}"/>
          </ac:spMkLst>
        </pc:spChg>
      </pc:sldChg>
      <pc:sldChg chg="modSp add mod">
        <pc:chgData name="justin.watson@education.wa.edu.au" userId="0bb701940c9d40d5" providerId="LiveId" clId="{E81A5937-ADAA-4287-94FF-0E690BA2A119}" dt="2021-02-13T15:25:49.709" v="647" actId="20577"/>
        <pc:sldMkLst>
          <pc:docMk/>
          <pc:sldMk cId="2007102231" sldId="333"/>
        </pc:sldMkLst>
        <pc:spChg chg="mod">
          <ac:chgData name="justin.watson@education.wa.edu.au" userId="0bb701940c9d40d5" providerId="LiveId" clId="{E81A5937-ADAA-4287-94FF-0E690BA2A119}" dt="2021-02-13T15:25:49.709" v="647" actId="20577"/>
          <ac:spMkLst>
            <pc:docMk/>
            <pc:sldMk cId="2007102231" sldId="333"/>
            <ac:spMk id="3" creationId="{D46BA030-F0A1-43A2-A797-43A1FF6BDAE7}"/>
          </ac:spMkLst>
        </pc:spChg>
      </pc:sldChg>
      <pc:sldChg chg="addSp modSp add mod">
        <pc:chgData name="justin.watson@education.wa.edu.au" userId="0bb701940c9d40d5" providerId="LiveId" clId="{E81A5937-ADAA-4287-94FF-0E690BA2A119}" dt="2021-02-13T15:28:08.992" v="735" actId="20577"/>
        <pc:sldMkLst>
          <pc:docMk/>
          <pc:sldMk cId="1160826736" sldId="334"/>
        </pc:sldMkLst>
        <pc:spChg chg="mod">
          <ac:chgData name="justin.watson@education.wa.edu.au" userId="0bb701940c9d40d5" providerId="LiveId" clId="{E81A5937-ADAA-4287-94FF-0E690BA2A119}" dt="2021-02-13T15:24:23.433" v="535" actId="20577"/>
          <ac:spMkLst>
            <pc:docMk/>
            <pc:sldMk cId="1160826736" sldId="334"/>
            <ac:spMk id="3" creationId="{D46BA030-F0A1-43A2-A797-43A1FF6BDAE7}"/>
          </ac:spMkLst>
        </pc:spChg>
        <pc:graphicFrameChg chg="add mod modGraphic">
          <ac:chgData name="justin.watson@education.wa.edu.au" userId="0bb701940c9d40d5" providerId="LiveId" clId="{E81A5937-ADAA-4287-94FF-0E690BA2A119}" dt="2021-02-13T15:28:08.992" v="735" actId="20577"/>
          <ac:graphicFrameMkLst>
            <pc:docMk/>
            <pc:sldMk cId="1160826736" sldId="334"/>
            <ac:graphicFrameMk id="4" creationId="{94198B29-C62D-45E7-8DD9-A0D05632F97C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EAEC40-FB91-4B4E-8615-59788947F0F0}" type="datetimeFigureOut">
              <a:rPr lang="en-AU" smtClean="0"/>
              <a:t>18/02/2021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5F8C66-E9D4-4BCD-9B84-1B952BD6C7C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15560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202755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52247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CD87294F-DEA6-4D3A-864A-E2E179377C11}" type="datetimeFigureOut">
              <a:rPr lang="en-AU" smtClean="0"/>
              <a:t>18/02/2021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blipFill dpi="0" rotWithShape="1">
            <a:blip r:embed="rId2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393700" ty="-82550" sx="35000" sy="3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4" name="Straight Connector 13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0850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18/02/2021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24120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18/02/2021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0" y="0"/>
            <a:ext cx="12192000" cy="4572000"/>
          </a:xfrm>
          <a:prstGeom prst="rect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393700" ty="-82550" sx="35000" sy="3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261104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18/02/2021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11336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18/02/2021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52228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18/02/2021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90055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18/02/2021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1683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18/02/2021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759065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2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18/02/2021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2258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18/02/2021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656824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18/02/2021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5073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D87294F-DEA6-4D3A-864A-E2E179377C11}" type="datetimeFigureOut">
              <a:rPr lang="en-AU" smtClean="0"/>
              <a:t>18/02/2021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5121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5" r:id="rId2"/>
    <p:sldLayoutId id="2147483806" r:id="rId3"/>
    <p:sldLayoutId id="2147483807" r:id="rId4"/>
    <p:sldLayoutId id="2147483808" r:id="rId5"/>
    <p:sldLayoutId id="2147483809" r:id="rId6"/>
    <p:sldLayoutId id="2147483810" r:id="rId7"/>
    <p:sldLayoutId id="2147483811" r:id="rId8"/>
    <p:sldLayoutId id="2147483812" r:id="rId9"/>
    <p:sldLayoutId id="2147483813" r:id="rId10"/>
    <p:sldLayoutId id="2147483814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creativecommons.org/licenses/by-sa/3.0/" TargetMode="External"/><Relationship Id="rId4" Type="http://schemas.openxmlformats.org/officeDocument/2006/relationships/hyperlink" Target="https://www.flickr.com/photos/128758398@N07/16606213985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11B51-FD68-4F9A-AF72-D0BD002045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0" y="4960137"/>
            <a:ext cx="8045824" cy="1463040"/>
          </a:xfrm>
        </p:spPr>
        <p:txBody>
          <a:bodyPr>
            <a:noAutofit/>
          </a:bodyPr>
          <a:lstStyle/>
          <a:p>
            <a:pPr algn="l"/>
            <a:r>
              <a:rPr lang="en-AU" sz="4000" dirty="0" err="1" smtClean="0"/>
              <a:t>Topic:Applying</a:t>
            </a:r>
            <a:r>
              <a:rPr lang="en-AU" sz="4000" dirty="0" smtClean="0"/>
              <a:t> Fractions</a:t>
            </a:r>
            <a:r>
              <a:rPr lang="en-AU" sz="4000" dirty="0" smtClean="0"/>
              <a:t>, decimals &amp; percentages</a:t>
            </a:r>
            <a:r>
              <a:rPr lang="en-AU" sz="4000" dirty="0"/>
              <a:t/>
            </a:r>
            <a:br>
              <a:rPr lang="en-AU" sz="4000" dirty="0"/>
            </a:br>
            <a:r>
              <a:rPr lang="en-AU" sz="4000" dirty="0"/>
              <a:t>EQ: How do </a:t>
            </a:r>
            <a:r>
              <a:rPr lang="en-AU" sz="4000" dirty="0" smtClean="0"/>
              <a:t>you </a:t>
            </a:r>
            <a:r>
              <a:rPr lang="en-AU" sz="4000" dirty="0" smtClean="0"/>
              <a:t>apply Fractions</a:t>
            </a:r>
            <a:r>
              <a:rPr lang="en-AU" sz="4000" dirty="0" smtClean="0"/>
              <a:t>, decimals and </a:t>
            </a:r>
            <a:r>
              <a:rPr lang="en-AU" sz="4000" dirty="0" smtClean="0"/>
              <a:t>Percentages in real life?</a:t>
            </a:r>
            <a:endParaRPr lang="en-AU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235905-0902-4C57-9CA6-37C142F28C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Year 11 Essentials</a:t>
            </a:r>
          </a:p>
        </p:txBody>
      </p:sp>
    </p:spTree>
    <p:extLst>
      <p:ext uri="{BB962C8B-B14F-4D97-AF65-F5344CB8AC3E}">
        <p14:creationId xmlns:p14="http://schemas.microsoft.com/office/powerpoint/2010/main" val="16691769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42DAA-A945-4854-916B-03B00950B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Things Required For This Lesson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3B46C1-2EC7-446D-84C7-06B86F2283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Interactive Notebook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Textbook: </a:t>
            </a:r>
            <a:r>
              <a:rPr lang="en-AU" sz="2800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Interleaved Maths Essential Connections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Ruler, Red Pen, Pencil, Pens, Scientific Calculator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Growth mindset</a:t>
            </a:r>
          </a:p>
        </p:txBody>
      </p:sp>
    </p:spTree>
    <p:extLst>
      <p:ext uri="{BB962C8B-B14F-4D97-AF65-F5344CB8AC3E}">
        <p14:creationId xmlns:p14="http://schemas.microsoft.com/office/powerpoint/2010/main" val="23908037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499408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63875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Topic: Fractions, decimals and percentages</a:t>
            </a:r>
            <a:endParaRPr lang="en-AU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EB9F17-FE97-4A80-AD23-AA0696B2CA65}"/>
              </a:ext>
            </a:extLst>
          </p:cNvPr>
          <p:cNvSpPr txBox="1"/>
          <p:nvPr/>
        </p:nvSpPr>
        <p:spPr>
          <a:xfrm>
            <a:off x="271907" y="756649"/>
            <a:ext cx="10643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EQ: </a:t>
            </a:r>
            <a:r>
              <a:rPr lang="en-AU" sz="2400" dirty="0"/>
              <a:t>How do you apply Fractions, decimals and Percentages in real life?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28AC80-0291-455D-BC3B-60AF60B7DB39}"/>
              </a:ext>
            </a:extLst>
          </p:cNvPr>
          <p:cNvSpPr txBox="1"/>
          <p:nvPr/>
        </p:nvSpPr>
        <p:spPr>
          <a:xfrm>
            <a:off x="124278" y="5757038"/>
            <a:ext cx="2028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90DFE82-329E-4213-9CF8-A8FD3DCF967B}"/>
              </a:ext>
            </a:extLst>
          </p:cNvPr>
          <p:cNvSpPr txBox="1"/>
          <p:nvPr/>
        </p:nvSpPr>
        <p:spPr>
          <a:xfrm>
            <a:off x="9568370" y="196208"/>
            <a:ext cx="25460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Date: 12/02/2021</a:t>
            </a:r>
          </a:p>
        </p:txBody>
      </p:sp>
      <p:pic>
        <p:nvPicPr>
          <p:cNvPr id="6" name="Picture 5" descr="A picture containing text, brick, outdoor, sign&#10;&#10;Description automatically generated">
            <a:extLst>
              <a:ext uri="{FF2B5EF4-FFF2-40B4-BE49-F238E27FC236}">
                <a16:creationId xmlns:a16="http://schemas.microsoft.com/office/drawing/2014/main" id="{04DC1BC4-B66D-4429-8604-914BCDAFDC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xmlns="" r:id="rId4"/>
              </a:ext>
            </a:extLst>
          </a:blip>
          <a:stretch>
            <a:fillRect/>
          </a:stretch>
        </p:blipFill>
        <p:spPr>
          <a:xfrm>
            <a:off x="4881917" y="1449553"/>
            <a:ext cx="3257615" cy="428986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4EB01DF-9411-42CA-9351-FB3A2852305B}"/>
              </a:ext>
            </a:extLst>
          </p:cNvPr>
          <p:cNvSpPr txBox="1"/>
          <p:nvPr/>
        </p:nvSpPr>
        <p:spPr>
          <a:xfrm>
            <a:off x="5001187" y="5710872"/>
            <a:ext cx="2575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900" dirty="0">
                <a:hlinkClick r:id="rId4" tooltip="https://www.flickr.com/photos/128758398@N07/16606213985"/>
              </a:rPr>
              <a:t>This Photo</a:t>
            </a:r>
            <a:r>
              <a:rPr lang="en-AU" sz="900" dirty="0"/>
              <a:t> by Unknown Author is licensed under </a:t>
            </a:r>
            <a:r>
              <a:rPr lang="en-AU" sz="900" dirty="0">
                <a:hlinkClick r:id="rId5" tooltip="https://creativecommons.org/licenses/by-sa/3.0/"/>
              </a:rPr>
              <a:t>CC BY-SA</a:t>
            </a:r>
            <a:endParaRPr lang="en-AU" sz="900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2CDAD20-C34B-4CAB-9BA2-2A1DCC9E489F}"/>
              </a:ext>
            </a:extLst>
          </p:cNvPr>
          <p:cNvCxnSpPr>
            <a:cxnSpLocks/>
          </p:cNvCxnSpPr>
          <p:nvPr/>
        </p:nvCxnSpPr>
        <p:spPr>
          <a:xfrm flipV="1">
            <a:off x="37322" y="6218703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821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84058-F110-4341-AAE9-DF21C868F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1728" y="585216"/>
            <a:ext cx="5740739" cy="1499616"/>
          </a:xfrm>
        </p:spPr>
        <p:txBody>
          <a:bodyPr>
            <a:normAutofit/>
          </a:bodyPr>
          <a:lstStyle/>
          <a:p>
            <a:r>
              <a:rPr lang="en-AU" sz="2400" dirty="0" smtClean="0"/>
              <a:t>Questions</a:t>
            </a:r>
            <a:r>
              <a:rPr lang="en-AU" sz="2400" dirty="0"/>
              <a:t/>
            </a:r>
            <a:br>
              <a:rPr lang="en-AU" sz="2400" dirty="0"/>
            </a:br>
            <a:r>
              <a:rPr lang="en-AU" sz="2400" dirty="0"/>
              <a:t/>
            </a:r>
            <a:br>
              <a:rPr lang="en-AU" sz="2400" dirty="0"/>
            </a:br>
            <a:r>
              <a:rPr lang="en-AU" sz="2400" dirty="0" smtClean="0"/>
              <a:t>page </a:t>
            </a:r>
            <a:r>
              <a:rPr lang="en-AU" sz="2400" dirty="0" smtClean="0"/>
              <a:t>19 set A</a:t>
            </a:r>
            <a:r>
              <a:rPr lang="en-AU" sz="1600" dirty="0"/>
              <a:t/>
            </a:r>
            <a:br>
              <a:rPr lang="en-AU" sz="1600" dirty="0"/>
            </a:br>
            <a:endParaRPr lang="en-AU" sz="1600" dirty="0"/>
          </a:p>
        </p:txBody>
      </p:sp>
      <p:pic>
        <p:nvPicPr>
          <p:cNvPr id="9" name="Picture 8" descr="Toy plastic numbers">
            <a:extLst>
              <a:ext uri="{FF2B5EF4-FFF2-40B4-BE49-F238E27FC236}">
                <a16:creationId xmlns:a16="http://schemas.microsoft.com/office/drawing/2014/main" id="{52FEC1ED-9D5D-4D09-AE41-D945ECB782A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46" r="10202" b="-3"/>
          <a:stretch/>
        </p:blipFill>
        <p:spPr>
          <a:xfrm>
            <a:off x="484632" y="484631"/>
            <a:ext cx="5204964" cy="3853905"/>
          </a:xfrm>
          <a:prstGeom prst="rect">
            <a:avLst/>
          </a:prstGeom>
        </p:spPr>
      </p:pic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D2345D65-2A74-491B-AC96-C66B2726A40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5689600" y="826324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72">
            <a:extLst>
              <a:ext uri="{FF2B5EF4-FFF2-40B4-BE49-F238E27FC236}">
                <a16:creationId xmlns:a16="http://schemas.microsoft.com/office/drawing/2014/main" id="{D15D9FA9-26A2-4F4D-8F7C-658E5E3821B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5775" y="4150596"/>
            <a:ext cx="1038557" cy="2231807"/>
          </a:xfrm>
          <a:prstGeom prst="rect">
            <a:avLst/>
          </a:pr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CB20C0-639D-4900-99CF-7D59859121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51728" y="1740724"/>
            <a:ext cx="5740739" cy="45686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1500" dirty="0">
                <a:latin typeface="Calibri" panose="020F0502020204030204" pitchFamily="34" charset="0"/>
                <a:cs typeface="Calibri" panose="020F0502020204030204" pitchFamily="34" charset="0"/>
              </a:rPr>
              <a:t>         </a:t>
            </a:r>
            <a:endParaRPr lang="en-AU"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AC7447-DB0A-4B81-AE03-DFA98075600B}"/>
              </a:ext>
            </a:extLst>
          </p:cNvPr>
          <p:cNvSpPr txBox="1"/>
          <p:nvPr/>
        </p:nvSpPr>
        <p:spPr>
          <a:xfrm>
            <a:off x="1524332" y="5097294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800" dirty="0"/>
              <a:t/>
            </a:r>
            <a:br>
              <a:rPr lang="en-AU" sz="1800" dirty="0"/>
            </a:br>
            <a:endParaRPr lang="en-GH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8243" y="2352001"/>
            <a:ext cx="9960242" cy="2190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5819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 flipH="1">
            <a:off x="2368731" y="1224621"/>
            <a:ext cx="13728" cy="574223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63875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Topic: Fractions, decimals and percentages</a:t>
            </a:r>
            <a:endParaRPr lang="en-AU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EB9F17-FE97-4A80-AD23-AA0696B2CA65}"/>
              </a:ext>
            </a:extLst>
          </p:cNvPr>
          <p:cNvSpPr txBox="1"/>
          <p:nvPr/>
        </p:nvSpPr>
        <p:spPr>
          <a:xfrm>
            <a:off x="271907" y="756649"/>
            <a:ext cx="10643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EQ: </a:t>
            </a:r>
            <a:r>
              <a:rPr lang="en-AU" sz="2400" dirty="0"/>
              <a:t>How do you apply Fractions, decimals and Percentages in real life?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28AC80-0291-455D-BC3B-60AF60B7DB39}"/>
              </a:ext>
            </a:extLst>
          </p:cNvPr>
          <p:cNvSpPr txBox="1"/>
          <p:nvPr/>
        </p:nvSpPr>
        <p:spPr>
          <a:xfrm>
            <a:off x="-136979" y="6271903"/>
            <a:ext cx="2028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3728" y="1608793"/>
            <a:ext cx="23687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Percentages, fractions or decimals of amounts</a:t>
            </a:r>
            <a:endParaRPr lang="en-AU" dirty="0"/>
          </a:p>
        </p:txBody>
      </p:sp>
      <p:sp>
        <p:nvSpPr>
          <p:cNvPr id="9" name="TextBox 8"/>
          <p:cNvSpPr txBox="1"/>
          <p:nvPr/>
        </p:nvSpPr>
        <p:spPr>
          <a:xfrm>
            <a:off x="2859903" y="1790297"/>
            <a:ext cx="947131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“of” means to multiply, so you just need to multiply the amount by the percentage, fraction or decimal</a:t>
            </a:r>
          </a:p>
          <a:p>
            <a:endParaRPr lang="en-AU" dirty="0"/>
          </a:p>
          <a:p>
            <a:r>
              <a:rPr lang="en-AU" dirty="0" smtClean="0"/>
              <a:t>Example: 80% of 120 </a:t>
            </a:r>
          </a:p>
          <a:p>
            <a:r>
              <a:rPr lang="en-AU" dirty="0" smtClean="0"/>
              <a:t>80%=0.8, so 0.8x120 = 96</a:t>
            </a:r>
            <a:endParaRPr lang="en-AU" dirty="0"/>
          </a:p>
        </p:txBody>
      </p:sp>
      <p:sp>
        <p:nvSpPr>
          <p:cNvPr id="10" name="TextBox 9"/>
          <p:cNvSpPr txBox="1"/>
          <p:nvPr/>
        </p:nvSpPr>
        <p:spPr>
          <a:xfrm>
            <a:off x="9022080" y="2594271"/>
            <a:ext cx="2664832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AU" b="1" i="1" dirty="0" smtClean="0"/>
              <a:t>You can use your calculator</a:t>
            </a:r>
            <a:endParaRPr lang="en-AU" b="1" i="1" dirty="0"/>
          </a:p>
        </p:txBody>
      </p:sp>
      <p:sp>
        <p:nvSpPr>
          <p:cNvPr id="11" name="TextBox 10"/>
          <p:cNvSpPr txBox="1"/>
          <p:nvPr/>
        </p:nvSpPr>
        <p:spPr>
          <a:xfrm>
            <a:off x="271907" y="4095739"/>
            <a:ext cx="9973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Discounts</a:t>
            </a:r>
            <a:endParaRPr lang="en-AU" dirty="0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75094">
            <a:off x="2932682" y="3980826"/>
            <a:ext cx="7393435" cy="3047363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122694" y="3852876"/>
            <a:ext cx="27723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EXAMPLE Find 20% off $60</a:t>
            </a:r>
            <a:endParaRPr lang="en-AU" dirty="0"/>
          </a:p>
        </p:txBody>
      </p:sp>
      <p:sp>
        <p:nvSpPr>
          <p:cNvPr id="21" name="Rectangle 20"/>
          <p:cNvSpPr/>
          <p:nvPr/>
        </p:nvSpPr>
        <p:spPr>
          <a:xfrm>
            <a:off x="3257005" y="4269270"/>
            <a:ext cx="1593668" cy="1194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29663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8679" y="437062"/>
            <a:ext cx="8996772" cy="5549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5940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0668" y="461555"/>
            <a:ext cx="7611687" cy="203998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0104" y="2946491"/>
            <a:ext cx="8599705" cy="2888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7833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791E209-E628-4C32-B571-BF00FB683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5902061" cy="1499616"/>
          </a:xfrm>
        </p:spPr>
        <p:txBody>
          <a:bodyPr>
            <a:normAutofit/>
          </a:bodyPr>
          <a:lstStyle/>
          <a:p>
            <a:r>
              <a:rPr lang="en-AU"/>
              <a:t>Thank you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2A5B7C2-6C39-4AFA-9B5D-C3F3C81B94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5902061" cy="3931920"/>
          </a:xfrm>
        </p:spPr>
        <p:txBody>
          <a:bodyPr>
            <a:normAutofit/>
          </a:bodyPr>
          <a:lstStyle/>
          <a:p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Keep up the good work!</a:t>
            </a:r>
          </a:p>
          <a:p>
            <a:endParaRPr lang="en-A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Quote of the day – </a:t>
            </a:r>
          </a:p>
          <a:p>
            <a:endParaRPr lang="en-A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AU" dirty="0" smtClean="0">
                <a:latin typeface="Calibri" panose="020F0502020204030204" pitchFamily="34" charset="0"/>
                <a:cs typeface="Calibri" panose="020F0502020204030204" pitchFamily="34" charset="0"/>
              </a:rPr>
              <a:t>“No, I am your father”- Darth Vader</a:t>
            </a:r>
            <a:endParaRPr lang="en-A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Graphic 8" descr="Smiling Face with No Fill">
            <a:extLst>
              <a:ext uri="{FF2B5EF4-FFF2-40B4-BE49-F238E27FC236}">
                <a16:creationId xmlns:a16="http://schemas.microsoft.com/office/drawing/2014/main" id="{10954B83-DCF2-4288-9017-12D8B7B8E4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7552267" y="1429173"/>
            <a:ext cx="3999654" cy="3999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57304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C1C93EF2-4785-427F-84A5-F1666490E9C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2344</TotalTime>
  <Words>211</Words>
  <Application>Microsoft Office PowerPoint</Application>
  <PresentationFormat>Widescreen</PresentationFormat>
  <Paragraphs>40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Calibri</vt:lpstr>
      <vt:lpstr>Tw Cen MT</vt:lpstr>
      <vt:lpstr>Tw Cen MT Condensed</vt:lpstr>
      <vt:lpstr>Wingdings</vt:lpstr>
      <vt:lpstr>Wingdings 3</vt:lpstr>
      <vt:lpstr>Integral</vt:lpstr>
      <vt:lpstr>Topic:Applying Fractions, decimals &amp; percentages EQ: How do you apply Fractions, decimals and Percentages in real life?</vt:lpstr>
      <vt:lpstr>Things Required For This Lesson</vt:lpstr>
      <vt:lpstr>PowerPoint Presentation</vt:lpstr>
      <vt:lpstr>Questions  page 19 set A 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Addition and Perimeter EQ: How do you use known and unknown information to find perimeter?</dc:title>
  <dc:creator>WATSON Justin [Baldivis Secondary College]</dc:creator>
  <cp:lastModifiedBy>MORGAN Adam [Baldivis Secondary College]</cp:lastModifiedBy>
  <cp:revision>23</cp:revision>
  <dcterms:created xsi:type="dcterms:W3CDTF">2021-02-11T13:20:57Z</dcterms:created>
  <dcterms:modified xsi:type="dcterms:W3CDTF">2021-02-18T01:06:18Z</dcterms:modified>
</cp:coreProperties>
</file>