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24"/>
  </p:notesMasterIdLst>
  <p:sldIdLst>
    <p:sldId id="256" r:id="rId2"/>
    <p:sldId id="257" r:id="rId3"/>
    <p:sldId id="311" r:id="rId4"/>
    <p:sldId id="324" r:id="rId5"/>
    <p:sldId id="330" r:id="rId6"/>
    <p:sldId id="331" r:id="rId7"/>
    <p:sldId id="332" r:id="rId8"/>
    <p:sldId id="333" r:id="rId9"/>
    <p:sldId id="334" r:id="rId10"/>
    <p:sldId id="335" r:id="rId11"/>
    <p:sldId id="336" r:id="rId12"/>
    <p:sldId id="329" r:id="rId13"/>
    <p:sldId id="341" r:id="rId14"/>
    <p:sldId id="342" r:id="rId15"/>
    <p:sldId id="343" r:id="rId16"/>
    <p:sldId id="337" r:id="rId17"/>
    <p:sldId id="339" r:id="rId18"/>
    <p:sldId id="338" r:id="rId19"/>
    <p:sldId id="340" r:id="rId20"/>
    <p:sldId id="344" r:id="rId21"/>
    <p:sldId id="346" r:id="rId22"/>
    <p:sldId id="34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05A4EE-8231-42BC-BD6A-AD13722D5F1A}" v="610" dt="2021-02-14T00:36:10.1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11" autoAdjust="0"/>
    <p:restoredTop sz="75396" autoAdjust="0"/>
  </p:normalViewPr>
  <p:slideViewPr>
    <p:cSldViewPr snapToGrid="0">
      <p:cViewPr varScale="1">
        <p:scale>
          <a:sx n="44" d="100"/>
          <a:sy n="44" d="100"/>
        </p:scale>
        <p:origin x="66"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stin.watson@education.wa.edu.au" userId="0bb701940c9d40d5" providerId="LiveId" clId="{8B05A4EE-8231-42BC-BD6A-AD13722D5F1A}"/>
    <pc:docChg chg="undo custSel addSld delSld modSld sldOrd">
      <pc:chgData name="justin.watson@education.wa.edu.au" userId="0bb701940c9d40d5" providerId="LiveId" clId="{8B05A4EE-8231-42BC-BD6A-AD13722D5F1A}" dt="2021-02-14T00:36:51.088" v="5019" actId="313"/>
      <pc:docMkLst>
        <pc:docMk/>
      </pc:docMkLst>
      <pc:sldChg chg="modSp mod">
        <pc:chgData name="justin.watson@education.wa.edu.au" userId="0bb701940c9d40d5" providerId="LiveId" clId="{8B05A4EE-8231-42BC-BD6A-AD13722D5F1A}" dt="2021-02-13T02:17:09.771" v="2417" actId="20577"/>
        <pc:sldMkLst>
          <pc:docMk/>
          <pc:sldMk cId="1669176996" sldId="256"/>
        </pc:sldMkLst>
        <pc:spChg chg="mod">
          <ac:chgData name="justin.watson@education.wa.edu.au" userId="0bb701940c9d40d5" providerId="LiveId" clId="{8B05A4EE-8231-42BC-BD6A-AD13722D5F1A}" dt="2021-02-13T02:17:09.771" v="2417" actId="20577"/>
          <ac:spMkLst>
            <pc:docMk/>
            <pc:sldMk cId="1669176996" sldId="256"/>
            <ac:spMk id="2" creationId="{11511B51-FD68-4F9A-AF72-D0BD0020458F}"/>
          </ac:spMkLst>
        </pc:spChg>
      </pc:sldChg>
      <pc:sldChg chg="addSp delSp modSp del mod ord modAnim modNotesTx">
        <pc:chgData name="justin.watson@education.wa.edu.au" userId="0bb701940c9d40d5" providerId="LiveId" clId="{8B05A4EE-8231-42BC-BD6A-AD13722D5F1A}" dt="2021-02-13T02:19:54.091" v="2638" actId="47"/>
        <pc:sldMkLst>
          <pc:docMk/>
          <pc:sldMk cId="1717092601" sldId="312"/>
        </pc:sldMkLst>
        <pc:spChg chg="mod">
          <ac:chgData name="justin.watson@education.wa.edu.au" userId="0bb701940c9d40d5" providerId="LiveId" clId="{8B05A4EE-8231-42BC-BD6A-AD13722D5F1A}" dt="2021-02-13T02:08:51.301" v="1761" actId="20577"/>
          <ac:spMkLst>
            <pc:docMk/>
            <pc:sldMk cId="1717092601" sldId="312"/>
            <ac:spMk id="2" creationId="{7FE10D1C-C52F-4092-B107-E88E506EF141}"/>
          </ac:spMkLst>
        </pc:spChg>
        <pc:spChg chg="del">
          <ac:chgData name="justin.watson@education.wa.edu.au" userId="0bb701940c9d40d5" providerId="LiveId" clId="{8B05A4EE-8231-42BC-BD6A-AD13722D5F1A}" dt="2021-02-13T02:06:20.900" v="1686" actId="478"/>
          <ac:spMkLst>
            <pc:docMk/>
            <pc:sldMk cId="1717092601" sldId="312"/>
            <ac:spMk id="3" creationId="{D46BA030-F0A1-43A2-A797-43A1FF6BDAE7}"/>
          </ac:spMkLst>
        </pc:spChg>
        <pc:spChg chg="add del mod">
          <ac:chgData name="justin.watson@education.wa.edu.au" userId="0bb701940c9d40d5" providerId="LiveId" clId="{8B05A4EE-8231-42BC-BD6A-AD13722D5F1A}" dt="2021-02-13T02:06:27.134" v="1688" actId="478"/>
          <ac:spMkLst>
            <pc:docMk/>
            <pc:sldMk cId="1717092601" sldId="312"/>
            <ac:spMk id="6" creationId="{42DAB1A5-A919-4B56-8D19-A98CA8704ECA}"/>
          </ac:spMkLst>
        </pc:spChg>
        <pc:spChg chg="add mod">
          <ac:chgData name="justin.watson@education.wa.edu.au" userId="0bb701940c9d40d5" providerId="LiveId" clId="{8B05A4EE-8231-42BC-BD6A-AD13722D5F1A}" dt="2021-02-13T02:15:46.299" v="2322" actId="403"/>
          <ac:spMkLst>
            <pc:docMk/>
            <pc:sldMk cId="1717092601" sldId="312"/>
            <ac:spMk id="7" creationId="{53AF9086-47B5-4B23-99AA-434C173793C5}"/>
          </ac:spMkLst>
        </pc:spChg>
        <pc:spChg chg="add mod">
          <ac:chgData name="justin.watson@education.wa.edu.au" userId="0bb701940c9d40d5" providerId="LiveId" clId="{8B05A4EE-8231-42BC-BD6A-AD13722D5F1A}" dt="2021-02-13T02:15:38.870" v="2319" actId="403"/>
          <ac:spMkLst>
            <pc:docMk/>
            <pc:sldMk cId="1717092601" sldId="312"/>
            <ac:spMk id="9" creationId="{E2C42C74-436D-4798-8D2B-14F4343C13E9}"/>
          </ac:spMkLst>
        </pc:spChg>
        <pc:picChg chg="del">
          <ac:chgData name="justin.watson@education.wa.edu.au" userId="0bb701940c9d40d5" providerId="LiveId" clId="{8B05A4EE-8231-42BC-BD6A-AD13722D5F1A}" dt="2021-02-13T02:06:22.556" v="1687" actId="478"/>
          <ac:picMkLst>
            <pc:docMk/>
            <pc:sldMk cId="1717092601" sldId="312"/>
            <ac:picMk id="5" creationId="{7CDAF9F3-FFA8-4571-BF7E-9F52F04F64A9}"/>
          </ac:picMkLst>
        </pc:picChg>
        <pc:picChg chg="add mod">
          <ac:chgData name="justin.watson@education.wa.edu.au" userId="0bb701940c9d40d5" providerId="LiveId" clId="{8B05A4EE-8231-42BC-BD6A-AD13722D5F1A}" dt="2021-02-13T02:09:41.997" v="1843" actId="1076"/>
          <ac:picMkLst>
            <pc:docMk/>
            <pc:sldMk cId="1717092601" sldId="312"/>
            <ac:picMk id="6146" creationId="{56C40CC9-25A6-48C0-894C-4F344B0E06D4}"/>
          </ac:picMkLst>
        </pc:picChg>
      </pc:sldChg>
      <pc:sldChg chg="del">
        <pc:chgData name="justin.watson@education.wa.edu.au" userId="0bb701940c9d40d5" providerId="LiveId" clId="{8B05A4EE-8231-42BC-BD6A-AD13722D5F1A}" dt="2021-02-13T02:07:22.026" v="1693" actId="47"/>
        <pc:sldMkLst>
          <pc:docMk/>
          <pc:sldMk cId="3032103121" sldId="313"/>
        </pc:sldMkLst>
      </pc:sldChg>
      <pc:sldChg chg="del">
        <pc:chgData name="justin.watson@education.wa.edu.au" userId="0bb701940c9d40d5" providerId="LiveId" clId="{8B05A4EE-8231-42BC-BD6A-AD13722D5F1A}" dt="2021-02-13T03:04:05.834" v="4611" actId="47"/>
        <pc:sldMkLst>
          <pc:docMk/>
          <pc:sldMk cId="825816745" sldId="318"/>
        </pc:sldMkLst>
      </pc:sldChg>
      <pc:sldChg chg="del">
        <pc:chgData name="justin.watson@education.wa.edu.au" userId="0bb701940c9d40d5" providerId="LiveId" clId="{8B05A4EE-8231-42BC-BD6A-AD13722D5F1A}" dt="2021-02-13T03:04:08.009" v="4612" actId="47"/>
        <pc:sldMkLst>
          <pc:docMk/>
          <pc:sldMk cId="1628318043" sldId="325"/>
        </pc:sldMkLst>
      </pc:sldChg>
      <pc:sldChg chg="del">
        <pc:chgData name="justin.watson@education.wa.edu.au" userId="0bb701940c9d40d5" providerId="LiveId" clId="{8B05A4EE-8231-42BC-BD6A-AD13722D5F1A}" dt="2021-02-13T02:07:23.970" v="1694" actId="47"/>
        <pc:sldMkLst>
          <pc:docMk/>
          <pc:sldMk cId="3718335312" sldId="326"/>
        </pc:sldMkLst>
      </pc:sldChg>
      <pc:sldChg chg="modSp del mod">
        <pc:chgData name="justin.watson@education.wa.edu.au" userId="0bb701940c9d40d5" providerId="LiveId" clId="{8B05A4EE-8231-42BC-BD6A-AD13722D5F1A}" dt="2021-02-14T00:36:12.237" v="4914" actId="47"/>
        <pc:sldMkLst>
          <pc:docMk/>
          <pc:sldMk cId="3372573047" sldId="327"/>
        </pc:sldMkLst>
        <pc:spChg chg="mod">
          <ac:chgData name="justin.watson@education.wa.edu.au" userId="0bb701940c9d40d5" providerId="LiveId" clId="{8B05A4EE-8231-42BC-BD6A-AD13722D5F1A}" dt="2021-02-14T00:19:01.006" v="4912" actId="20577"/>
          <ac:spMkLst>
            <pc:docMk/>
            <pc:sldMk cId="3372573047" sldId="327"/>
            <ac:spMk id="5" creationId="{F2A5B7C2-6C39-4AFA-9B5D-C3F3C81B941B}"/>
          </ac:spMkLst>
        </pc:spChg>
      </pc:sldChg>
      <pc:sldChg chg="addSp delSp modSp mod ord modNotesTx">
        <pc:chgData name="justin.watson@education.wa.edu.au" userId="0bb701940c9d40d5" providerId="LiveId" clId="{8B05A4EE-8231-42BC-BD6A-AD13722D5F1A}" dt="2021-02-13T03:49:52.250" v="4760" actId="1076"/>
        <pc:sldMkLst>
          <pc:docMk/>
          <pc:sldMk cId="3579800331" sldId="329"/>
        </pc:sldMkLst>
        <pc:spChg chg="mod">
          <ac:chgData name="justin.watson@education.wa.edu.au" userId="0bb701940c9d40d5" providerId="LiveId" clId="{8B05A4EE-8231-42BC-BD6A-AD13722D5F1A}" dt="2021-02-13T03:49:17.145" v="4750" actId="26606"/>
          <ac:spMkLst>
            <pc:docMk/>
            <pc:sldMk cId="3579800331" sldId="329"/>
            <ac:spMk id="2" creationId="{7FE10D1C-C52F-4092-B107-E88E506EF141}"/>
          </ac:spMkLst>
        </pc:spChg>
        <pc:spChg chg="mod">
          <ac:chgData name="justin.watson@education.wa.edu.au" userId="0bb701940c9d40d5" providerId="LiveId" clId="{8B05A4EE-8231-42BC-BD6A-AD13722D5F1A}" dt="2021-02-13T03:49:17.145" v="4750" actId="26606"/>
          <ac:spMkLst>
            <pc:docMk/>
            <pc:sldMk cId="3579800331" sldId="329"/>
            <ac:spMk id="3" creationId="{D46BA030-F0A1-43A2-A797-43A1FF6BDAE7}"/>
          </ac:spMkLst>
        </pc:spChg>
        <pc:spChg chg="del">
          <ac:chgData name="justin.watson@education.wa.edu.au" userId="0bb701940c9d40d5" providerId="LiveId" clId="{8B05A4EE-8231-42BC-BD6A-AD13722D5F1A}" dt="2021-02-13T03:49:17.145" v="4750" actId="26606"/>
          <ac:spMkLst>
            <pc:docMk/>
            <pc:sldMk cId="3579800331" sldId="329"/>
            <ac:spMk id="1028" creationId="{9DF330DE-344E-4F40-A47D-23B08D3A9287}"/>
          </ac:spMkLst>
        </pc:spChg>
        <pc:picChg chg="del mod ord">
          <ac:chgData name="justin.watson@education.wa.edu.au" userId="0bb701940c9d40d5" providerId="LiveId" clId="{8B05A4EE-8231-42BC-BD6A-AD13722D5F1A}" dt="2021-02-13T03:49:19.299" v="4751" actId="478"/>
          <ac:picMkLst>
            <pc:docMk/>
            <pc:sldMk cId="3579800331" sldId="329"/>
            <ac:picMk id="1026" creationId="{6790B311-3B3D-47CE-8960-B68A7966A198}"/>
          </ac:picMkLst>
        </pc:picChg>
        <pc:picChg chg="add mod">
          <ac:chgData name="justin.watson@education.wa.edu.au" userId="0bb701940c9d40d5" providerId="LiveId" clId="{8B05A4EE-8231-42BC-BD6A-AD13722D5F1A}" dt="2021-02-13T03:49:52.250" v="4760" actId="1076"/>
          <ac:picMkLst>
            <pc:docMk/>
            <pc:sldMk cId="3579800331" sldId="329"/>
            <ac:picMk id="7170" creationId="{FDB95EDE-E0AF-4CE1-B4CD-B5B9B782A2ED}"/>
          </ac:picMkLst>
        </pc:picChg>
        <pc:cxnChg chg="del">
          <ac:chgData name="justin.watson@education.wa.edu.au" userId="0bb701940c9d40d5" providerId="LiveId" clId="{8B05A4EE-8231-42BC-BD6A-AD13722D5F1A}" dt="2021-02-13T03:49:17.145" v="4750" actId="26606"/>
          <ac:cxnSpMkLst>
            <pc:docMk/>
            <pc:sldMk cId="3579800331" sldId="329"/>
            <ac:cxnSpMk id="1029" creationId="{1F9A6F53-5F68-47E7-A15D-7301CCB6A666}"/>
          </ac:cxnSpMkLst>
        </pc:cxnChg>
      </pc:sldChg>
      <pc:sldChg chg="modSp add mod">
        <pc:chgData name="justin.watson@education.wa.edu.au" userId="0bb701940c9d40d5" providerId="LiveId" clId="{8B05A4EE-8231-42BC-BD6A-AD13722D5F1A}" dt="2021-02-12T06:46:38.198" v="166" actId="20577"/>
        <pc:sldMkLst>
          <pc:docMk/>
          <pc:sldMk cId="202043355" sldId="330"/>
        </pc:sldMkLst>
        <pc:spChg chg="mod">
          <ac:chgData name="justin.watson@education.wa.edu.au" userId="0bb701940c9d40d5" providerId="LiveId" clId="{8B05A4EE-8231-42BC-BD6A-AD13722D5F1A}" dt="2021-02-12T06:46:38.198" v="166" actId="20577"/>
          <ac:spMkLst>
            <pc:docMk/>
            <pc:sldMk cId="202043355" sldId="330"/>
            <ac:spMk id="3" creationId="{D1CB20C0-639D-4900-99CF-7D598591216D}"/>
          </ac:spMkLst>
        </pc:spChg>
      </pc:sldChg>
      <pc:sldChg chg="delSp modSp add mod ord modAnim modNotesTx">
        <pc:chgData name="justin.watson@education.wa.edu.au" userId="0bb701940c9d40d5" providerId="LiveId" clId="{8B05A4EE-8231-42BC-BD6A-AD13722D5F1A}" dt="2021-02-14T00:10:35.608" v="4900" actId="20577"/>
        <pc:sldMkLst>
          <pc:docMk/>
          <pc:sldMk cId="1040416159" sldId="331"/>
        </pc:sldMkLst>
        <pc:spChg chg="mod">
          <ac:chgData name="justin.watson@education.wa.edu.au" userId="0bb701940c9d40d5" providerId="LiveId" clId="{8B05A4EE-8231-42BC-BD6A-AD13722D5F1A}" dt="2021-02-12T23:28:36.412" v="648" actId="20577"/>
          <ac:spMkLst>
            <pc:docMk/>
            <pc:sldMk cId="1040416159" sldId="331"/>
            <ac:spMk id="2" creationId="{7FE10D1C-C52F-4092-B107-E88E506EF141}"/>
          </ac:spMkLst>
        </pc:spChg>
        <pc:spChg chg="mod">
          <ac:chgData name="justin.watson@education.wa.edu.au" userId="0bb701940c9d40d5" providerId="LiveId" clId="{8B05A4EE-8231-42BC-BD6A-AD13722D5F1A}" dt="2021-02-12T23:39:53.089" v="994" actId="27636"/>
          <ac:spMkLst>
            <pc:docMk/>
            <pc:sldMk cId="1040416159" sldId="331"/>
            <ac:spMk id="3" creationId="{D46BA030-F0A1-43A2-A797-43A1FF6BDAE7}"/>
          </ac:spMkLst>
        </pc:spChg>
        <pc:picChg chg="del">
          <ac:chgData name="justin.watson@education.wa.edu.au" userId="0bb701940c9d40d5" providerId="LiveId" clId="{8B05A4EE-8231-42BC-BD6A-AD13722D5F1A}" dt="2021-02-12T23:25:01.523" v="195" actId="478"/>
          <ac:picMkLst>
            <pc:docMk/>
            <pc:sldMk cId="1040416159" sldId="331"/>
            <ac:picMk id="5" creationId="{7CDAF9F3-FFA8-4571-BF7E-9F52F04F64A9}"/>
          </ac:picMkLst>
        </pc:picChg>
      </pc:sldChg>
      <pc:sldChg chg="addSp delSp modSp add mod setBg delDesignElem modNotesTx">
        <pc:chgData name="justin.watson@education.wa.edu.au" userId="0bb701940c9d40d5" providerId="LiveId" clId="{8B05A4EE-8231-42BC-BD6A-AD13722D5F1A}" dt="2021-02-14T00:10:05.573" v="4833" actId="6549"/>
        <pc:sldMkLst>
          <pc:docMk/>
          <pc:sldMk cId="2374157666" sldId="332"/>
        </pc:sldMkLst>
        <pc:spChg chg="mod">
          <ac:chgData name="justin.watson@education.wa.edu.au" userId="0bb701940c9d40d5" providerId="LiveId" clId="{8B05A4EE-8231-42BC-BD6A-AD13722D5F1A}" dt="2021-02-12T23:47:32.246" v="1015" actId="115"/>
          <ac:spMkLst>
            <pc:docMk/>
            <pc:sldMk cId="2374157666" sldId="332"/>
            <ac:spMk id="2" creationId="{7FE10D1C-C52F-4092-B107-E88E506EF141}"/>
          </ac:spMkLst>
        </pc:spChg>
        <pc:spChg chg="mod ord">
          <ac:chgData name="justin.watson@education.wa.edu.au" userId="0bb701940c9d40d5" providerId="LiveId" clId="{8B05A4EE-8231-42BC-BD6A-AD13722D5F1A}" dt="2021-02-12T23:47:05.591" v="1010" actId="26606"/>
          <ac:spMkLst>
            <pc:docMk/>
            <pc:sldMk cId="2374157666" sldId="332"/>
            <ac:spMk id="3" creationId="{D46BA030-F0A1-43A2-A797-43A1FF6BDAE7}"/>
          </ac:spMkLst>
        </pc:spChg>
        <pc:spChg chg="del">
          <ac:chgData name="justin.watson@education.wa.edu.au" userId="0bb701940c9d40d5" providerId="LiveId" clId="{8B05A4EE-8231-42BC-BD6A-AD13722D5F1A}" dt="2021-02-12T23:28:31.128" v="647"/>
          <ac:spMkLst>
            <pc:docMk/>
            <pc:sldMk cId="2374157666" sldId="332"/>
            <ac:spMk id="8" creationId="{2BF2ABC8-4FD6-4B60-92A7-BB3BEE3C1ACA}"/>
          </ac:spMkLst>
        </pc:spChg>
        <pc:spChg chg="del">
          <ac:chgData name="justin.watson@education.wa.edu.au" userId="0bb701940c9d40d5" providerId="LiveId" clId="{8B05A4EE-8231-42BC-BD6A-AD13722D5F1A}" dt="2021-02-12T23:28:31.128" v="647"/>
          <ac:spMkLst>
            <pc:docMk/>
            <pc:sldMk cId="2374157666" sldId="332"/>
            <ac:spMk id="12" creationId="{77D7B666-D5E6-48CE-B26A-FB5E5C34AF90}"/>
          </ac:spMkLst>
        </pc:spChg>
        <pc:spChg chg="del">
          <ac:chgData name="justin.watson@education.wa.edu.au" userId="0bb701940c9d40d5" providerId="LiveId" clId="{8B05A4EE-8231-42BC-BD6A-AD13722D5F1A}" dt="2021-02-12T23:28:31.128" v="647"/>
          <ac:spMkLst>
            <pc:docMk/>
            <pc:sldMk cId="2374157666" sldId="332"/>
            <ac:spMk id="14" creationId="{F6EE670A-A41A-44AD-BC1C-2090365EB5B3}"/>
          </ac:spMkLst>
        </pc:spChg>
        <pc:spChg chg="add del">
          <ac:chgData name="justin.watson@education.wa.edu.au" userId="0bb701940c9d40d5" providerId="LiveId" clId="{8B05A4EE-8231-42BC-BD6A-AD13722D5F1A}" dt="2021-02-12T23:47:05.591" v="1010" actId="26606"/>
          <ac:spMkLst>
            <pc:docMk/>
            <pc:sldMk cId="2374157666" sldId="332"/>
            <ac:spMk id="71" creationId="{BF73E21A-E0BB-47E2-B73B-7B170203FA93}"/>
          </ac:spMkLst>
        </pc:spChg>
        <pc:picChg chg="add mod">
          <ac:chgData name="justin.watson@education.wa.edu.au" userId="0bb701940c9d40d5" providerId="LiveId" clId="{8B05A4EE-8231-42BC-BD6A-AD13722D5F1A}" dt="2021-02-12T23:47:26.689" v="1014" actId="1076"/>
          <ac:picMkLst>
            <pc:docMk/>
            <pc:sldMk cId="2374157666" sldId="332"/>
            <ac:picMk id="2050" creationId="{D231EE6D-8B11-49CB-AE5D-C4E343EB3C6B}"/>
          </ac:picMkLst>
        </pc:picChg>
        <pc:cxnChg chg="del">
          <ac:chgData name="justin.watson@education.wa.edu.au" userId="0bb701940c9d40d5" providerId="LiveId" clId="{8B05A4EE-8231-42BC-BD6A-AD13722D5F1A}" dt="2021-02-12T23:28:31.128" v="647"/>
          <ac:cxnSpMkLst>
            <pc:docMk/>
            <pc:sldMk cId="2374157666" sldId="332"/>
            <ac:cxnSpMk id="10" creationId="{DCD479D3-536C-4161-A6F8-813D30719BFE}"/>
          </ac:cxnSpMkLst>
        </pc:cxnChg>
        <pc:cxnChg chg="add del">
          <ac:chgData name="justin.watson@education.wa.edu.au" userId="0bb701940c9d40d5" providerId="LiveId" clId="{8B05A4EE-8231-42BC-BD6A-AD13722D5F1A}" dt="2021-02-12T23:47:05.591" v="1010" actId="26606"/>
          <ac:cxnSpMkLst>
            <pc:docMk/>
            <pc:sldMk cId="2374157666" sldId="332"/>
            <ac:cxnSpMk id="73" creationId="{B7487363-5661-4FE4-AE64-1549B5C9A54D}"/>
          </ac:cxnSpMkLst>
        </pc:cxnChg>
      </pc:sldChg>
      <pc:sldChg chg="addSp modSp add mod modAnim modNotesTx">
        <pc:chgData name="justin.watson@education.wa.edu.au" userId="0bb701940c9d40d5" providerId="LiveId" clId="{8B05A4EE-8231-42BC-BD6A-AD13722D5F1A}" dt="2021-02-14T00:08:54.423" v="4779" actId="1076"/>
        <pc:sldMkLst>
          <pc:docMk/>
          <pc:sldMk cId="2721207478" sldId="333"/>
        </pc:sldMkLst>
        <pc:spChg chg="mod">
          <ac:chgData name="justin.watson@education.wa.edu.au" userId="0bb701940c9d40d5" providerId="LiveId" clId="{8B05A4EE-8231-42BC-BD6A-AD13722D5F1A}" dt="2021-02-14T00:08:54.423" v="4779" actId="1076"/>
          <ac:spMkLst>
            <pc:docMk/>
            <pc:sldMk cId="2721207478" sldId="333"/>
            <ac:spMk id="3" creationId="{D46BA030-F0A1-43A2-A797-43A1FF6BDAE7}"/>
          </ac:spMkLst>
        </pc:spChg>
        <pc:picChg chg="mod">
          <ac:chgData name="justin.watson@education.wa.edu.au" userId="0bb701940c9d40d5" providerId="LiveId" clId="{8B05A4EE-8231-42BC-BD6A-AD13722D5F1A}" dt="2021-02-14T00:08:37.631" v="4776" actId="1076"/>
          <ac:picMkLst>
            <pc:docMk/>
            <pc:sldMk cId="2721207478" sldId="333"/>
            <ac:picMk id="2050" creationId="{D231EE6D-8B11-49CB-AE5D-C4E343EB3C6B}"/>
          </ac:picMkLst>
        </pc:picChg>
        <pc:picChg chg="add mod">
          <ac:chgData name="justin.watson@education.wa.edu.au" userId="0bb701940c9d40d5" providerId="LiveId" clId="{8B05A4EE-8231-42BC-BD6A-AD13722D5F1A}" dt="2021-02-12T23:51:09.523" v="1248" actId="1076"/>
          <ac:picMkLst>
            <pc:docMk/>
            <pc:sldMk cId="2721207478" sldId="333"/>
            <ac:picMk id="3074" creationId="{B1C3617F-6147-4DE4-9688-068A0E420E9C}"/>
          </ac:picMkLst>
        </pc:picChg>
        <pc:picChg chg="add mod">
          <ac:chgData name="justin.watson@education.wa.edu.au" userId="0bb701940c9d40d5" providerId="LiveId" clId="{8B05A4EE-8231-42BC-BD6A-AD13722D5F1A}" dt="2021-02-14T00:02:11.521" v="4772" actId="14100"/>
          <ac:picMkLst>
            <pc:docMk/>
            <pc:sldMk cId="2721207478" sldId="333"/>
            <ac:picMk id="3076" creationId="{A0C793FF-87B1-48CC-BD14-AC537A6DD9BC}"/>
          </ac:picMkLst>
        </pc:picChg>
      </pc:sldChg>
      <pc:sldChg chg="addSp delSp modSp add mod setBg addAnim delAnim modAnim modNotesTx">
        <pc:chgData name="justin.watson@education.wa.edu.au" userId="0bb701940c9d40d5" providerId="LiveId" clId="{8B05A4EE-8231-42BC-BD6A-AD13722D5F1A}" dt="2021-02-13T01:52:47.875" v="1678" actId="20577"/>
        <pc:sldMkLst>
          <pc:docMk/>
          <pc:sldMk cId="1613365939" sldId="334"/>
        </pc:sldMkLst>
        <pc:spChg chg="mod ord">
          <ac:chgData name="justin.watson@education.wa.edu.au" userId="0bb701940c9d40d5" providerId="LiveId" clId="{8B05A4EE-8231-42BC-BD6A-AD13722D5F1A}" dt="2021-02-12T23:59:51.233" v="1346" actId="26606"/>
          <ac:spMkLst>
            <pc:docMk/>
            <pc:sldMk cId="1613365939" sldId="334"/>
            <ac:spMk id="2" creationId="{7FE10D1C-C52F-4092-B107-E88E506EF141}"/>
          </ac:spMkLst>
        </pc:spChg>
        <pc:spChg chg="del">
          <ac:chgData name="justin.watson@education.wa.edu.au" userId="0bb701940c9d40d5" providerId="LiveId" clId="{8B05A4EE-8231-42BC-BD6A-AD13722D5F1A}" dt="2021-02-12T23:55:22.227" v="1305" actId="478"/>
          <ac:spMkLst>
            <pc:docMk/>
            <pc:sldMk cId="1613365939" sldId="334"/>
            <ac:spMk id="3" creationId="{D46BA030-F0A1-43A2-A797-43A1FF6BDAE7}"/>
          </ac:spMkLst>
        </pc:spChg>
        <pc:spChg chg="add del mod">
          <ac:chgData name="justin.watson@education.wa.edu.au" userId="0bb701940c9d40d5" providerId="LiveId" clId="{8B05A4EE-8231-42BC-BD6A-AD13722D5F1A}" dt="2021-02-12T23:55:39.586" v="1311" actId="478"/>
          <ac:spMkLst>
            <pc:docMk/>
            <pc:sldMk cId="1613365939" sldId="334"/>
            <ac:spMk id="5" creationId="{9124FBD1-FA9B-40DF-9DB2-E3D2B45BF9D5}"/>
          </ac:spMkLst>
        </pc:spChg>
        <pc:spChg chg="add mod">
          <ac:chgData name="justin.watson@education.wa.edu.au" userId="0bb701940c9d40d5" providerId="LiveId" clId="{8B05A4EE-8231-42BC-BD6A-AD13722D5F1A}" dt="2021-02-13T00:07:21.134" v="1618" actId="1076"/>
          <ac:spMkLst>
            <pc:docMk/>
            <pc:sldMk cId="1613365939" sldId="334"/>
            <ac:spMk id="6" creationId="{CF520CA5-90A8-47A4-973E-EE4370F8F579}"/>
          </ac:spMkLst>
        </pc:spChg>
        <pc:spChg chg="add mod">
          <ac:chgData name="justin.watson@education.wa.edu.au" userId="0bb701940c9d40d5" providerId="LiveId" clId="{8B05A4EE-8231-42BC-BD6A-AD13722D5F1A}" dt="2021-02-13T00:05:26.812" v="1515"/>
          <ac:spMkLst>
            <pc:docMk/>
            <pc:sldMk cId="1613365939" sldId="334"/>
            <ac:spMk id="7" creationId="{06234D2E-FF2F-486D-950E-0DE39421E055}"/>
          </ac:spMkLst>
        </pc:spChg>
        <pc:spChg chg="add mod">
          <ac:chgData name="justin.watson@education.wa.edu.au" userId="0bb701940c9d40d5" providerId="LiveId" clId="{8B05A4EE-8231-42BC-BD6A-AD13722D5F1A}" dt="2021-02-13T00:07:15.904" v="1617" actId="1076"/>
          <ac:spMkLst>
            <pc:docMk/>
            <pc:sldMk cId="1613365939" sldId="334"/>
            <ac:spMk id="8" creationId="{6837FC1A-057A-43F0-AC72-6278190848B3}"/>
          </ac:spMkLst>
        </pc:spChg>
        <pc:spChg chg="add del">
          <ac:chgData name="justin.watson@education.wa.edu.au" userId="0bb701940c9d40d5" providerId="LiveId" clId="{8B05A4EE-8231-42BC-BD6A-AD13722D5F1A}" dt="2021-02-12T23:59:35.237" v="1340" actId="26606"/>
          <ac:spMkLst>
            <pc:docMk/>
            <pc:sldMk cId="1613365939" sldId="334"/>
            <ac:spMk id="73" creationId="{84DAF2E9-3D88-4759-B4FC-7688C7B9807D}"/>
          </ac:spMkLst>
        </pc:spChg>
        <pc:spChg chg="add del">
          <ac:chgData name="justin.watson@education.wa.edu.au" userId="0bb701940c9d40d5" providerId="LiveId" clId="{8B05A4EE-8231-42BC-BD6A-AD13722D5F1A}" dt="2021-02-12T23:59:35.237" v="1340" actId="26606"/>
          <ac:spMkLst>
            <pc:docMk/>
            <pc:sldMk cId="1613365939" sldId="334"/>
            <ac:spMk id="77" creationId="{C1F741F2-E766-4B79-975E-B88C304601D5}"/>
          </ac:spMkLst>
        </pc:spChg>
        <pc:spChg chg="add del">
          <ac:chgData name="justin.watson@education.wa.edu.au" userId="0bb701940c9d40d5" providerId="LiveId" clId="{8B05A4EE-8231-42BC-BD6A-AD13722D5F1A}" dt="2021-02-12T23:59:35.237" v="1340" actId="26606"/>
          <ac:spMkLst>
            <pc:docMk/>
            <pc:sldMk cId="1613365939" sldId="334"/>
            <ac:spMk id="79" creationId="{C8856B9A-BEED-4D80-B2EE-E365024DB062}"/>
          </ac:spMkLst>
        </pc:spChg>
        <pc:spChg chg="add del">
          <ac:chgData name="justin.watson@education.wa.edu.au" userId="0bb701940c9d40d5" providerId="LiveId" clId="{8B05A4EE-8231-42BC-BD6A-AD13722D5F1A}" dt="2021-02-12T23:59:44.251" v="1342" actId="26606"/>
          <ac:spMkLst>
            <pc:docMk/>
            <pc:sldMk cId="1613365939" sldId="334"/>
            <ac:spMk id="4102" creationId="{84DAF2E9-3D88-4759-B4FC-7688C7B9807D}"/>
          </ac:spMkLst>
        </pc:spChg>
        <pc:spChg chg="add del">
          <ac:chgData name="justin.watson@education.wa.edu.au" userId="0bb701940c9d40d5" providerId="LiveId" clId="{8B05A4EE-8231-42BC-BD6A-AD13722D5F1A}" dt="2021-02-12T23:59:44.251" v="1342" actId="26606"/>
          <ac:spMkLst>
            <pc:docMk/>
            <pc:sldMk cId="1613365939" sldId="334"/>
            <ac:spMk id="4104" creationId="{46853D54-4ABE-4D95-BA87-68FFDCCBE6AF}"/>
          </ac:spMkLst>
        </pc:spChg>
        <pc:spChg chg="add del">
          <ac:chgData name="justin.watson@education.wa.edu.au" userId="0bb701940c9d40d5" providerId="LiveId" clId="{8B05A4EE-8231-42BC-BD6A-AD13722D5F1A}" dt="2021-02-12T23:59:44.251" v="1342" actId="26606"/>
          <ac:spMkLst>
            <pc:docMk/>
            <pc:sldMk cId="1613365939" sldId="334"/>
            <ac:spMk id="4105" creationId="{398D01FD-65F6-4722-B052-F4B2F220DFF4}"/>
          </ac:spMkLst>
        </pc:spChg>
        <pc:spChg chg="add del">
          <ac:chgData name="justin.watson@education.wa.edu.au" userId="0bb701940c9d40d5" providerId="LiveId" clId="{8B05A4EE-8231-42BC-BD6A-AD13722D5F1A}" dt="2021-02-12T23:59:51.209" v="1345" actId="26606"/>
          <ac:spMkLst>
            <pc:docMk/>
            <pc:sldMk cId="1613365939" sldId="334"/>
            <ac:spMk id="4108" creationId="{D1572EE2-D704-48BA-9EA3-94670B7F2A41}"/>
          </ac:spMkLst>
        </pc:spChg>
        <pc:spChg chg="add del">
          <ac:chgData name="justin.watson@education.wa.edu.au" userId="0bb701940c9d40d5" providerId="LiveId" clId="{8B05A4EE-8231-42BC-BD6A-AD13722D5F1A}" dt="2021-02-12T23:59:51.209" v="1345" actId="26606"/>
          <ac:spMkLst>
            <pc:docMk/>
            <pc:sldMk cId="1613365939" sldId="334"/>
            <ac:spMk id="4110" creationId="{1F8C2647-CFDA-49EB-9B7D-65D0C65512A1}"/>
          </ac:spMkLst>
        </pc:spChg>
        <pc:spChg chg="add">
          <ac:chgData name="justin.watson@education.wa.edu.au" userId="0bb701940c9d40d5" providerId="LiveId" clId="{8B05A4EE-8231-42BC-BD6A-AD13722D5F1A}" dt="2021-02-12T23:59:51.233" v="1346" actId="26606"/>
          <ac:spMkLst>
            <pc:docMk/>
            <pc:sldMk cId="1613365939" sldId="334"/>
            <ac:spMk id="4112" creationId="{84DAF2E9-3D88-4759-B4FC-7688C7B9807D}"/>
          </ac:spMkLst>
        </pc:spChg>
        <pc:spChg chg="add">
          <ac:chgData name="justin.watson@education.wa.edu.au" userId="0bb701940c9d40d5" providerId="LiveId" clId="{8B05A4EE-8231-42BC-BD6A-AD13722D5F1A}" dt="2021-02-12T23:59:51.233" v="1346" actId="26606"/>
          <ac:spMkLst>
            <pc:docMk/>
            <pc:sldMk cId="1613365939" sldId="334"/>
            <ac:spMk id="4114" creationId="{C5FC4215-B086-424A-AD98-93B7E9905F7F}"/>
          </ac:spMkLst>
        </pc:spChg>
        <pc:spChg chg="add">
          <ac:chgData name="justin.watson@education.wa.edu.au" userId="0bb701940c9d40d5" providerId="LiveId" clId="{8B05A4EE-8231-42BC-BD6A-AD13722D5F1A}" dt="2021-02-12T23:59:51.233" v="1346" actId="26606"/>
          <ac:spMkLst>
            <pc:docMk/>
            <pc:sldMk cId="1613365939" sldId="334"/>
            <ac:spMk id="4115" creationId="{C2D1CC12-7760-44F2-823C-23B8AD85BD67}"/>
          </ac:spMkLst>
        </pc:spChg>
        <pc:picChg chg="del">
          <ac:chgData name="justin.watson@education.wa.edu.au" userId="0bb701940c9d40d5" providerId="LiveId" clId="{8B05A4EE-8231-42BC-BD6A-AD13722D5F1A}" dt="2021-02-12T23:55:31.877" v="1309" actId="478"/>
          <ac:picMkLst>
            <pc:docMk/>
            <pc:sldMk cId="1613365939" sldId="334"/>
            <ac:picMk id="2050" creationId="{D231EE6D-8B11-49CB-AE5D-C4E343EB3C6B}"/>
          </ac:picMkLst>
        </pc:picChg>
        <pc:picChg chg="del">
          <ac:chgData name="justin.watson@education.wa.edu.au" userId="0bb701940c9d40d5" providerId="LiveId" clId="{8B05A4EE-8231-42BC-BD6A-AD13722D5F1A}" dt="2021-02-12T23:55:24.773" v="1306" actId="478"/>
          <ac:picMkLst>
            <pc:docMk/>
            <pc:sldMk cId="1613365939" sldId="334"/>
            <ac:picMk id="3074" creationId="{B1C3617F-6147-4DE4-9688-068A0E420E9C}"/>
          </ac:picMkLst>
        </pc:picChg>
        <pc:picChg chg="add mod ord">
          <ac:chgData name="justin.watson@education.wa.edu.au" userId="0bb701940c9d40d5" providerId="LiveId" clId="{8B05A4EE-8231-42BC-BD6A-AD13722D5F1A}" dt="2021-02-13T00:00:03.524" v="1349" actId="1076"/>
          <ac:picMkLst>
            <pc:docMk/>
            <pc:sldMk cId="1613365939" sldId="334"/>
            <ac:picMk id="4098" creationId="{889602B7-DACC-45E1-832E-54AFD94DFBB8}"/>
          </ac:picMkLst>
        </pc:picChg>
        <pc:picChg chg="add mod">
          <ac:chgData name="justin.watson@education.wa.edu.au" userId="0bb701940c9d40d5" providerId="LiveId" clId="{8B05A4EE-8231-42BC-BD6A-AD13722D5F1A}" dt="2021-02-12T23:59:56.106" v="1347" actId="1076"/>
          <ac:picMkLst>
            <pc:docMk/>
            <pc:sldMk cId="1613365939" sldId="334"/>
            <ac:picMk id="4100" creationId="{6ED137A6-4E21-477F-ABFF-93034FA6635B}"/>
          </ac:picMkLst>
        </pc:picChg>
        <pc:cxnChg chg="add del">
          <ac:chgData name="justin.watson@education.wa.edu.au" userId="0bb701940c9d40d5" providerId="LiveId" clId="{8B05A4EE-8231-42BC-BD6A-AD13722D5F1A}" dt="2021-02-12T23:59:35.237" v="1340" actId="26606"/>
          <ac:cxnSpMkLst>
            <pc:docMk/>
            <pc:sldMk cId="1613365939" sldId="334"/>
            <ac:cxnSpMk id="75" creationId="{6ADA00DF-825B-4D57-98D5-5A221ED9DFBE}"/>
          </ac:cxnSpMkLst>
        </pc:cxnChg>
        <pc:cxnChg chg="add del">
          <ac:chgData name="justin.watson@education.wa.edu.au" userId="0bb701940c9d40d5" providerId="LiveId" clId="{8B05A4EE-8231-42BC-BD6A-AD13722D5F1A}" dt="2021-02-12T23:59:35.237" v="1340" actId="26606"/>
          <ac:cxnSpMkLst>
            <pc:docMk/>
            <pc:sldMk cId="1613365939" sldId="334"/>
            <ac:cxnSpMk id="81" creationId="{9A8B615B-5846-4F88-99D1-3E781C5F16B0}"/>
          </ac:cxnSpMkLst>
        </pc:cxnChg>
        <pc:cxnChg chg="add del">
          <ac:chgData name="justin.watson@education.wa.edu.au" userId="0bb701940c9d40d5" providerId="LiveId" clId="{8B05A4EE-8231-42BC-BD6A-AD13722D5F1A}" dt="2021-02-12T23:59:35.237" v="1340" actId="26606"/>
          <ac:cxnSpMkLst>
            <pc:docMk/>
            <pc:sldMk cId="1613365939" sldId="334"/>
            <ac:cxnSpMk id="83" creationId="{3E014195-1A85-4E21-9F88-654F38A46F00}"/>
          </ac:cxnSpMkLst>
        </pc:cxnChg>
        <pc:cxnChg chg="add del">
          <ac:chgData name="justin.watson@education.wa.edu.au" userId="0bb701940c9d40d5" providerId="LiveId" clId="{8B05A4EE-8231-42BC-BD6A-AD13722D5F1A}" dt="2021-02-12T23:59:44.251" v="1342" actId="26606"/>
          <ac:cxnSpMkLst>
            <pc:docMk/>
            <pc:sldMk cId="1613365939" sldId="334"/>
            <ac:cxnSpMk id="4103" creationId="{6ADA00DF-825B-4D57-98D5-5A221ED9DFBE}"/>
          </ac:cxnSpMkLst>
        </pc:cxnChg>
        <pc:cxnChg chg="add del">
          <ac:chgData name="justin.watson@education.wa.edu.au" userId="0bb701940c9d40d5" providerId="LiveId" clId="{8B05A4EE-8231-42BC-BD6A-AD13722D5F1A}" dt="2021-02-12T23:59:44.251" v="1342" actId="26606"/>
          <ac:cxnSpMkLst>
            <pc:docMk/>
            <pc:sldMk cId="1613365939" sldId="334"/>
            <ac:cxnSpMk id="4106" creationId="{E506065B-2E20-4B2A-BE88-B87230E1432D}"/>
          </ac:cxnSpMkLst>
        </pc:cxnChg>
        <pc:cxnChg chg="add del">
          <ac:chgData name="justin.watson@education.wa.edu.au" userId="0bb701940c9d40d5" providerId="LiveId" clId="{8B05A4EE-8231-42BC-BD6A-AD13722D5F1A}" dt="2021-02-12T23:59:51.209" v="1345" actId="26606"/>
          <ac:cxnSpMkLst>
            <pc:docMk/>
            <pc:sldMk cId="1613365939" sldId="334"/>
            <ac:cxnSpMk id="4109" creationId="{7B881164-85DE-41B3-8BCB-C95B9B6C2B20}"/>
          </ac:cxnSpMkLst>
        </pc:cxnChg>
        <pc:cxnChg chg="add">
          <ac:chgData name="justin.watson@education.wa.edu.au" userId="0bb701940c9d40d5" providerId="LiveId" clId="{8B05A4EE-8231-42BC-BD6A-AD13722D5F1A}" dt="2021-02-12T23:59:51.233" v="1346" actId="26606"/>
          <ac:cxnSpMkLst>
            <pc:docMk/>
            <pc:sldMk cId="1613365939" sldId="334"/>
            <ac:cxnSpMk id="4113" creationId="{6ADA00DF-825B-4D57-98D5-5A221ED9DFBE}"/>
          </ac:cxnSpMkLst>
        </pc:cxnChg>
        <pc:cxnChg chg="add">
          <ac:chgData name="justin.watson@education.wa.edu.au" userId="0bb701940c9d40d5" providerId="LiveId" clId="{8B05A4EE-8231-42BC-BD6A-AD13722D5F1A}" dt="2021-02-12T23:59:51.233" v="1346" actId="26606"/>
          <ac:cxnSpMkLst>
            <pc:docMk/>
            <pc:sldMk cId="1613365939" sldId="334"/>
            <ac:cxnSpMk id="4116" creationId="{ABF035CA-3115-4A5C-B8E2-9FCDC5CA0255}"/>
          </ac:cxnSpMkLst>
        </pc:cxnChg>
      </pc:sldChg>
      <pc:sldChg chg="addSp delSp modSp add mod setBg addAnim delAnim modNotesTx">
        <pc:chgData name="justin.watson@education.wa.edu.au" userId="0bb701940c9d40d5" providerId="LiveId" clId="{8B05A4EE-8231-42BC-BD6A-AD13722D5F1A}" dt="2021-02-13T00:05:05.591" v="1512" actId="20577"/>
        <pc:sldMkLst>
          <pc:docMk/>
          <pc:sldMk cId="2319946241" sldId="335"/>
        </pc:sldMkLst>
        <pc:spChg chg="mod">
          <ac:chgData name="justin.watson@education.wa.edu.au" userId="0bb701940c9d40d5" providerId="LiveId" clId="{8B05A4EE-8231-42BC-BD6A-AD13722D5F1A}" dt="2021-02-12T23:58:30.608" v="1337" actId="1076"/>
          <ac:spMkLst>
            <pc:docMk/>
            <pc:sldMk cId="2319946241" sldId="335"/>
            <ac:spMk id="2" creationId="{7FE10D1C-C52F-4092-B107-E88E506EF141}"/>
          </ac:spMkLst>
        </pc:spChg>
        <pc:spChg chg="add del">
          <ac:chgData name="justin.watson@education.wa.edu.au" userId="0bb701940c9d40d5" providerId="LiveId" clId="{8B05A4EE-8231-42BC-BD6A-AD13722D5F1A}" dt="2021-02-12T23:58:06.521" v="1331" actId="26606"/>
          <ac:spMkLst>
            <pc:docMk/>
            <pc:sldMk cId="2319946241" sldId="335"/>
            <ac:spMk id="71" creationId="{A4447B9B-86DA-44D8-A47F-C1EEAD2346D4}"/>
          </ac:spMkLst>
        </pc:spChg>
        <pc:spChg chg="add del">
          <ac:chgData name="justin.watson@education.wa.edu.au" userId="0bb701940c9d40d5" providerId="LiveId" clId="{8B05A4EE-8231-42BC-BD6A-AD13722D5F1A}" dt="2021-02-12T23:58:06.521" v="1331" actId="26606"/>
          <ac:spMkLst>
            <pc:docMk/>
            <pc:sldMk cId="2319946241" sldId="335"/>
            <ac:spMk id="75" creationId="{AE446995-A354-4D26-890E-44EFDA5349C2}"/>
          </ac:spMkLst>
        </pc:spChg>
        <pc:spChg chg="add del">
          <ac:chgData name="justin.watson@education.wa.edu.au" userId="0bb701940c9d40d5" providerId="LiveId" clId="{8B05A4EE-8231-42BC-BD6A-AD13722D5F1A}" dt="2021-02-12T23:58:06.521" v="1331" actId="26606"/>
          <ac:spMkLst>
            <pc:docMk/>
            <pc:sldMk cId="2319946241" sldId="335"/>
            <ac:spMk id="77" creationId="{84C6697E-A1CB-4B45-93E6-A6425AFD5CC0}"/>
          </ac:spMkLst>
        </pc:spChg>
        <pc:spChg chg="add del">
          <ac:chgData name="justin.watson@education.wa.edu.au" userId="0bb701940c9d40d5" providerId="LiveId" clId="{8B05A4EE-8231-42BC-BD6A-AD13722D5F1A}" dt="2021-02-12T23:58:08.373" v="1333" actId="26606"/>
          <ac:spMkLst>
            <pc:docMk/>
            <pc:sldMk cId="2319946241" sldId="335"/>
            <ac:spMk id="5124" creationId="{A4447B9B-86DA-44D8-A47F-C1EEAD2346D4}"/>
          </ac:spMkLst>
        </pc:spChg>
        <pc:spChg chg="add del">
          <ac:chgData name="justin.watson@education.wa.edu.au" userId="0bb701940c9d40d5" providerId="LiveId" clId="{8B05A4EE-8231-42BC-BD6A-AD13722D5F1A}" dt="2021-02-12T23:58:08.373" v="1333" actId="26606"/>
          <ac:spMkLst>
            <pc:docMk/>
            <pc:sldMk cId="2319946241" sldId="335"/>
            <ac:spMk id="5126" creationId="{7553E43E-8685-47C2-A90C-D7FB9C8E96E6}"/>
          </ac:spMkLst>
        </pc:spChg>
        <pc:spChg chg="add del">
          <ac:chgData name="justin.watson@education.wa.edu.au" userId="0bb701940c9d40d5" providerId="LiveId" clId="{8B05A4EE-8231-42BC-BD6A-AD13722D5F1A}" dt="2021-02-12T23:58:20.658" v="1336" actId="26606"/>
          <ac:spMkLst>
            <pc:docMk/>
            <pc:sldMk cId="2319946241" sldId="335"/>
            <ac:spMk id="5129" creationId="{D5523BF6-8865-48E5-97BC-E5F426458EA0}"/>
          </ac:spMkLst>
        </pc:spChg>
        <pc:spChg chg="add del">
          <ac:chgData name="justin.watson@education.wa.edu.au" userId="0bb701940c9d40d5" providerId="LiveId" clId="{8B05A4EE-8231-42BC-BD6A-AD13722D5F1A}" dt="2021-02-12T23:58:20.658" v="1336" actId="26606"/>
          <ac:spMkLst>
            <pc:docMk/>
            <pc:sldMk cId="2319946241" sldId="335"/>
            <ac:spMk id="5131" creationId="{087938AD-76BE-4FBD-B8C0-18679A331616}"/>
          </ac:spMkLst>
        </pc:spChg>
        <pc:picChg chg="del">
          <ac:chgData name="justin.watson@education.wa.edu.au" userId="0bb701940c9d40d5" providerId="LiveId" clId="{8B05A4EE-8231-42BC-BD6A-AD13722D5F1A}" dt="2021-02-12T23:57:44.740" v="1315" actId="478"/>
          <ac:picMkLst>
            <pc:docMk/>
            <pc:sldMk cId="2319946241" sldId="335"/>
            <ac:picMk id="4098" creationId="{889602B7-DACC-45E1-832E-54AFD94DFBB8}"/>
          </ac:picMkLst>
        </pc:picChg>
        <pc:picChg chg="add mod">
          <ac:chgData name="justin.watson@education.wa.edu.au" userId="0bb701940c9d40d5" providerId="LiveId" clId="{8B05A4EE-8231-42BC-BD6A-AD13722D5F1A}" dt="2021-02-12T23:58:20.658" v="1336" actId="26606"/>
          <ac:picMkLst>
            <pc:docMk/>
            <pc:sldMk cId="2319946241" sldId="335"/>
            <ac:picMk id="5122" creationId="{2B8D0D8A-A415-4930-B1B3-470AD9669C27}"/>
          </ac:picMkLst>
        </pc:picChg>
        <pc:cxnChg chg="add del">
          <ac:chgData name="justin.watson@education.wa.edu.au" userId="0bb701940c9d40d5" providerId="LiveId" clId="{8B05A4EE-8231-42BC-BD6A-AD13722D5F1A}" dt="2021-02-12T23:58:06.521" v="1331" actId="26606"/>
          <ac:cxnSpMkLst>
            <pc:docMk/>
            <pc:sldMk cId="2319946241" sldId="335"/>
            <ac:cxnSpMk id="73" creationId="{2D592B85-3A67-4F07-9315-79065B1DB9BB}"/>
          </ac:cxnSpMkLst>
        </pc:cxnChg>
        <pc:cxnChg chg="add del">
          <ac:chgData name="justin.watson@education.wa.edu.au" userId="0bb701940c9d40d5" providerId="LiveId" clId="{8B05A4EE-8231-42BC-BD6A-AD13722D5F1A}" dt="2021-02-12T23:58:06.521" v="1331" actId="26606"/>
          <ac:cxnSpMkLst>
            <pc:docMk/>
            <pc:sldMk cId="2319946241" sldId="335"/>
            <ac:cxnSpMk id="79" creationId="{5600556F-1AA2-4751-A6E2-82164CC435D2}"/>
          </ac:cxnSpMkLst>
        </pc:cxnChg>
        <pc:cxnChg chg="add del">
          <ac:chgData name="justin.watson@education.wa.edu.au" userId="0bb701940c9d40d5" providerId="LiveId" clId="{8B05A4EE-8231-42BC-BD6A-AD13722D5F1A}" dt="2021-02-12T23:58:08.373" v="1333" actId="26606"/>
          <ac:cxnSpMkLst>
            <pc:docMk/>
            <pc:sldMk cId="2319946241" sldId="335"/>
            <ac:cxnSpMk id="5125" creationId="{2D592B85-3A67-4F07-9315-79065B1DB9BB}"/>
          </ac:cxnSpMkLst>
        </pc:cxnChg>
        <pc:cxnChg chg="add del">
          <ac:chgData name="justin.watson@education.wa.edu.au" userId="0bb701940c9d40d5" providerId="LiveId" clId="{8B05A4EE-8231-42BC-BD6A-AD13722D5F1A}" dt="2021-02-12T23:58:08.373" v="1333" actId="26606"/>
          <ac:cxnSpMkLst>
            <pc:docMk/>
            <pc:sldMk cId="2319946241" sldId="335"/>
            <ac:cxnSpMk id="5127" creationId="{5C05BDAE-DE9E-4332-8C5D-69C27B697760}"/>
          </ac:cxnSpMkLst>
        </pc:cxnChg>
        <pc:cxnChg chg="add del">
          <ac:chgData name="justin.watson@education.wa.edu.au" userId="0bb701940c9d40d5" providerId="LiveId" clId="{8B05A4EE-8231-42BC-BD6A-AD13722D5F1A}" dt="2021-02-12T23:58:20.658" v="1336" actId="26606"/>
          <ac:cxnSpMkLst>
            <pc:docMk/>
            <pc:sldMk cId="2319946241" sldId="335"/>
            <ac:cxnSpMk id="5130" creationId="{25E1A445-F7EF-41B3-B20D-1112A814F52E}"/>
          </ac:cxnSpMkLst>
        </pc:cxnChg>
        <pc:cxnChg chg="add del">
          <ac:chgData name="justin.watson@education.wa.edu.au" userId="0bb701940c9d40d5" providerId="LiveId" clId="{8B05A4EE-8231-42BC-BD6A-AD13722D5F1A}" dt="2021-02-12T23:58:20.658" v="1336" actId="26606"/>
          <ac:cxnSpMkLst>
            <pc:docMk/>
            <pc:sldMk cId="2319946241" sldId="335"/>
            <ac:cxnSpMk id="5132" creationId="{1A20809E-C9E6-4146-AF55-8EB22ED7A539}"/>
          </ac:cxnSpMkLst>
        </pc:cxnChg>
      </pc:sldChg>
      <pc:sldChg chg="addSp delSp modSp add mod modAnim modNotesTx">
        <pc:chgData name="justin.watson@education.wa.edu.au" userId="0bb701940c9d40d5" providerId="LiveId" clId="{8B05A4EE-8231-42BC-BD6A-AD13722D5F1A}" dt="2021-02-13T02:28:35.209" v="3106" actId="6549"/>
        <pc:sldMkLst>
          <pc:docMk/>
          <pc:sldMk cId="984571919" sldId="336"/>
        </pc:sldMkLst>
        <pc:spChg chg="mod">
          <ac:chgData name="justin.watson@education.wa.edu.au" userId="0bb701940c9d40d5" providerId="LiveId" clId="{8B05A4EE-8231-42BC-BD6A-AD13722D5F1A}" dt="2021-02-13T02:18:06.567" v="2428" actId="20577"/>
          <ac:spMkLst>
            <pc:docMk/>
            <pc:sldMk cId="984571919" sldId="336"/>
            <ac:spMk id="2" creationId="{7FE10D1C-C52F-4092-B107-E88E506EF141}"/>
          </ac:spMkLst>
        </pc:spChg>
        <pc:spChg chg="add mod">
          <ac:chgData name="justin.watson@education.wa.edu.au" userId="0bb701940c9d40d5" providerId="LiveId" clId="{8B05A4EE-8231-42BC-BD6A-AD13722D5F1A}" dt="2021-02-13T02:27:36.306" v="2983" actId="207"/>
          <ac:spMkLst>
            <pc:docMk/>
            <pc:sldMk cId="984571919" sldId="336"/>
            <ac:spMk id="3" creationId="{D5B01C92-1F6F-45A8-A3A6-DAA0728657DF}"/>
          </ac:spMkLst>
        </pc:spChg>
        <pc:picChg chg="add mod">
          <ac:chgData name="justin.watson@education.wa.edu.au" userId="0bb701940c9d40d5" providerId="LiveId" clId="{8B05A4EE-8231-42BC-BD6A-AD13722D5F1A}" dt="2021-02-13T02:19:50.712" v="2637" actId="1076"/>
          <ac:picMkLst>
            <pc:docMk/>
            <pc:sldMk cId="984571919" sldId="336"/>
            <ac:picMk id="5" creationId="{2587204D-5602-4CAA-8732-A66D502E0EB6}"/>
          </ac:picMkLst>
        </pc:picChg>
        <pc:picChg chg="del">
          <ac:chgData name="justin.watson@education.wa.edu.au" userId="0bb701940c9d40d5" providerId="LiveId" clId="{8B05A4EE-8231-42BC-BD6A-AD13722D5F1A}" dt="2021-02-13T02:17:59.419" v="2419" actId="478"/>
          <ac:picMkLst>
            <pc:docMk/>
            <pc:sldMk cId="984571919" sldId="336"/>
            <ac:picMk id="5122" creationId="{2B8D0D8A-A415-4930-B1B3-470AD9669C27}"/>
          </ac:picMkLst>
        </pc:picChg>
      </pc:sldChg>
      <pc:sldChg chg="modSp add del mod">
        <pc:chgData name="justin.watson@education.wa.edu.au" userId="0bb701940c9d40d5" providerId="LiveId" clId="{8B05A4EE-8231-42BC-BD6A-AD13722D5F1A}" dt="2021-02-13T02:26:10.676" v="2867" actId="47"/>
        <pc:sldMkLst>
          <pc:docMk/>
          <pc:sldMk cId="1245959802" sldId="337"/>
        </pc:sldMkLst>
        <pc:spChg chg="mod">
          <ac:chgData name="justin.watson@education.wa.edu.au" userId="0bb701940c9d40d5" providerId="LiveId" clId="{8B05A4EE-8231-42BC-BD6A-AD13722D5F1A}" dt="2021-02-13T02:25:47.624" v="2866" actId="20577"/>
          <ac:spMkLst>
            <pc:docMk/>
            <pc:sldMk cId="1245959802" sldId="337"/>
            <ac:spMk id="3" creationId="{D5B01C92-1F6F-45A8-A3A6-DAA0728657DF}"/>
          </ac:spMkLst>
        </pc:spChg>
      </pc:sldChg>
      <pc:sldChg chg="addSp delSp modSp add mod modAnim modNotesTx">
        <pc:chgData name="justin.watson@education.wa.edu.au" userId="0bb701940c9d40d5" providerId="LiveId" clId="{8B05A4EE-8231-42BC-BD6A-AD13722D5F1A}" dt="2021-02-13T02:42:48.649" v="3204" actId="20577"/>
        <pc:sldMkLst>
          <pc:docMk/>
          <pc:sldMk cId="2900974817" sldId="337"/>
        </pc:sldMkLst>
        <pc:spChg chg="del mod">
          <ac:chgData name="justin.watson@education.wa.edu.au" userId="0bb701940c9d40d5" providerId="LiveId" clId="{8B05A4EE-8231-42BC-BD6A-AD13722D5F1A}" dt="2021-02-13T02:39:57.789" v="3124" actId="478"/>
          <ac:spMkLst>
            <pc:docMk/>
            <pc:sldMk cId="2900974817" sldId="337"/>
            <ac:spMk id="2" creationId="{7FE10D1C-C52F-4092-B107-E88E506EF141}"/>
          </ac:spMkLst>
        </pc:spChg>
        <pc:spChg chg="del mod">
          <ac:chgData name="justin.watson@education.wa.edu.au" userId="0bb701940c9d40d5" providerId="LiveId" clId="{8B05A4EE-8231-42BC-BD6A-AD13722D5F1A}" dt="2021-02-13T02:31:41.762" v="3109" actId="478"/>
          <ac:spMkLst>
            <pc:docMk/>
            <pc:sldMk cId="2900974817" sldId="337"/>
            <ac:spMk id="3" creationId="{D5B01C92-1F6F-45A8-A3A6-DAA0728657DF}"/>
          </ac:spMkLst>
        </pc:spChg>
        <pc:spChg chg="add del">
          <ac:chgData name="justin.watson@education.wa.edu.au" userId="0bb701940c9d40d5" providerId="LiveId" clId="{8B05A4EE-8231-42BC-BD6A-AD13722D5F1A}" dt="2021-02-13T02:35:25.144" v="3116" actId="478"/>
          <ac:spMkLst>
            <pc:docMk/>
            <pc:sldMk cId="2900974817" sldId="337"/>
            <ac:spMk id="8" creationId="{A08769BC-3C90-43C0-881C-0B42ED25F4C5}"/>
          </ac:spMkLst>
        </pc:spChg>
        <pc:spChg chg="add del mod">
          <ac:chgData name="justin.watson@education.wa.edu.au" userId="0bb701940c9d40d5" providerId="LiveId" clId="{8B05A4EE-8231-42BC-BD6A-AD13722D5F1A}" dt="2021-02-13T02:40:00.127" v="3125" actId="478"/>
          <ac:spMkLst>
            <pc:docMk/>
            <pc:sldMk cId="2900974817" sldId="337"/>
            <ac:spMk id="14" creationId="{17C10C5C-17A3-48D7-9615-52D569F29EEE}"/>
          </ac:spMkLst>
        </pc:spChg>
        <pc:picChg chg="del">
          <ac:chgData name="justin.watson@education.wa.edu.au" userId="0bb701940c9d40d5" providerId="LiveId" clId="{8B05A4EE-8231-42BC-BD6A-AD13722D5F1A}" dt="2021-02-13T02:31:43.569" v="3110" actId="478"/>
          <ac:picMkLst>
            <pc:docMk/>
            <pc:sldMk cId="2900974817" sldId="337"/>
            <ac:picMk id="5" creationId="{2587204D-5602-4CAA-8732-A66D502E0EB6}"/>
          </ac:picMkLst>
        </pc:picChg>
        <pc:picChg chg="add del mod">
          <ac:chgData name="justin.watson@education.wa.edu.au" userId="0bb701940c9d40d5" providerId="LiveId" clId="{8B05A4EE-8231-42BC-BD6A-AD13722D5F1A}" dt="2021-02-13T02:35:19.556" v="3114" actId="478"/>
          <ac:picMkLst>
            <pc:docMk/>
            <pc:sldMk cId="2900974817" sldId="337"/>
            <ac:picMk id="6" creationId="{2C98B2EC-46DD-4ABA-93CC-7BC8D19A57C8}"/>
          </ac:picMkLst>
        </pc:picChg>
        <pc:picChg chg="add del mod">
          <ac:chgData name="justin.watson@education.wa.edu.au" userId="0bb701940c9d40d5" providerId="LiveId" clId="{8B05A4EE-8231-42BC-BD6A-AD13722D5F1A}" dt="2021-02-13T02:39:32.286" v="3118" actId="478"/>
          <ac:picMkLst>
            <pc:docMk/>
            <pc:sldMk cId="2900974817" sldId="337"/>
            <ac:picMk id="10" creationId="{EC744BF0-91C4-4541-987A-F80B1CB0CF61}"/>
          </ac:picMkLst>
        </pc:picChg>
        <pc:picChg chg="add mod modCrop">
          <ac:chgData name="justin.watson@education.wa.edu.au" userId="0bb701940c9d40d5" providerId="LiveId" clId="{8B05A4EE-8231-42BC-BD6A-AD13722D5F1A}" dt="2021-02-13T02:42:18.970" v="3148" actId="14100"/>
          <ac:picMkLst>
            <pc:docMk/>
            <pc:sldMk cId="2900974817" sldId="337"/>
            <ac:picMk id="12" creationId="{6F627342-B198-4946-96DA-A903E3921D00}"/>
          </ac:picMkLst>
        </pc:picChg>
      </pc:sldChg>
      <pc:sldChg chg="addSp delSp modSp add mod">
        <pc:chgData name="justin.watson@education.wa.edu.au" userId="0bb701940c9d40d5" providerId="LiveId" clId="{8B05A4EE-8231-42BC-BD6A-AD13722D5F1A}" dt="2021-02-13T02:45:43.443" v="3226" actId="14100"/>
        <pc:sldMkLst>
          <pc:docMk/>
          <pc:sldMk cId="2939095240" sldId="338"/>
        </pc:sldMkLst>
        <pc:picChg chg="add mod modCrop">
          <ac:chgData name="justin.watson@education.wa.edu.au" userId="0bb701940c9d40d5" providerId="LiveId" clId="{8B05A4EE-8231-42BC-BD6A-AD13722D5F1A}" dt="2021-02-13T02:45:43.443" v="3226" actId="14100"/>
          <ac:picMkLst>
            <pc:docMk/>
            <pc:sldMk cId="2939095240" sldId="338"/>
            <ac:picMk id="3" creationId="{43B0E844-5885-42F8-B62C-A083BE1E3BD4}"/>
          </ac:picMkLst>
        </pc:picChg>
        <pc:picChg chg="del">
          <ac:chgData name="justin.watson@education.wa.edu.au" userId="0bb701940c9d40d5" providerId="LiveId" clId="{8B05A4EE-8231-42BC-BD6A-AD13722D5F1A}" dt="2021-02-13T02:43:21.957" v="3206" actId="478"/>
          <ac:picMkLst>
            <pc:docMk/>
            <pc:sldMk cId="2939095240" sldId="338"/>
            <ac:picMk id="12" creationId="{6F627342-B198-4946-96DA-A903E3921D00}"/>
          </ac:picMkLst>
        </pc:picChg>
      </pc:sldChg>
      <pc:sldChg chg="addSp delSp modSp add mod">
        <pc:chgData name="justin.watson@education.wa.edu.au" userId="0bb701940c9d40d5" providerId="LiveId" clId="{8B05A4EE-8231-42BC-BD6A-AD13722D5F1A}" dt="2021-02-13T02:45:24.652" v="3220" actId="14100"/>
        <pc:sldMkLst>
          <pc:docMk/>
          <pc:sldMk cId="3031707417" sldId="339"/>
        </pc:sldMkLst>
        <pc:picChg chg="add mod modCrop">
          <ac:chgData name="justin.watson@education.wa.edu.au" userId="0bb701940c9d40d5" providerId="LiveId" clId="{8B05A4EE-8231-42BC-BD6A-AD13722D5F1A}" dt="2021-02-13T02:45:24.652" v="3220" actId="14100"/>
          <ac:picMkLst>
            <pc:docMk/>
            <pc:sldMk cId="3031707417" sldId="339"/>
            <ac:picMk id="3" creationId="{56A3F118-C794-481D-9C78-19098BD0CE8B}"/>
          </ac:picMkLst>
        </pc:picChg>
        <pc:picChg chg="del">
          <ac:chgData name="justin.watson@education.wa.edu.au" userId="0bb701940c9d40d5" providerId="LiveId" clId="{8B05A4EE-8231-42BC-BD6A-AD13722D5F1A}" dt="2021-02-13T02:45:06.919" v="3215" actId="478"/>
          <ac:picMkLst>
            <pc:docMk/>
            <pc:sldMk cId="3031707417" sldId="339"/>
            <ac:picMk id="12" creationId="{6F627342-B198-4946-96DA-A903E3921D00}"/>
          </ac:picMkLst>
        </pc:picChg>
      </pc:sldChg>
      <pc:sldChg chg="addSp delSp modSp add mod">
        <pc:chgData name="justin.watson@education.wa.edu.au" userId="0bb701940c9d40d5" providerId="LiveId" clId="{8B05A4EE-8231-42BC-BD6A-AD13722D5F1A}" dt="2021-02-13T02:46:37.931" v="3236" actId="1076"/>
        <pc:sldMkLst>
          <pc:docMk/>
          <pc:sldMk cId="236544608" sldId="340"/>
        </pc:sldMkLst>
        <pc:picChg chg="del">
          <ac:chgData name="justin.watson@education.wa.edu.au" userId="0bb701940c9d40d5" providerId="LiveId" clId="{8B05A4EE-8231-42BC-BD6A-AD13722D5F1A}" dt="2021-02-13T02:46:06.064" v="3228" actId="478"/>
          <ac:picMkLst>
            <pc:docMk/>
            <pc:sldMk cId="236544608" sldId="340"/>
            <ac:picMk id="3" creationId="{43B0E844-5885-42F8-B62C-A083BE1E3BD4}"/>
          </ac:picMkLst>
        </pc:picChg>
        <pc:picChg chg="add mod modCrop">
          <ac:chgData name="justin.watson@education.wa.edu.au" userId="0bb701940c9d40d5" providerId="LiveId" clId="{8B05A4EE-8231-42BC-BD6A-AD13722D5F1A}" dt="2021-02-13T02:46:37.931" v="3236" actId="1076"/>
          <ac:picMkLst>
            <pc:docMk/>
            <pc:sldMk cId="236544608" sldId="340"/>
            <ac:picMk id="4" creationId="{5C92F549-DF4B-47E5-9C10-B2F2E2497BB3}"/>
          </ac:picMkLst>
        </pc:picChg>
      </pc:sldChg>
      <pc:sldChg chg="delSp modSp add mod ord modAnim modNotesTx">
        <pc:chgData name="justin.watson@education.wa.edu.au" userId="0bb701940c9d40d5" providerId="LiveId" clId="{8B05A4EE-8231-42BC-BD6A-AD13722D5F1A}" dt="2021-02-14T00:09:57.867" v="4832" actId="20577"/>
        <pc:sldMkLst>
          <pc:docMk/>
          <pc:sldMk cId="998310034" sldId="341"/>
        </pc:sldMkLst>
        <pc:spChg chg="mod">
          <ac:chgData name="justin.watson@education.wa.edu.au" userId="0bb701940c9d40d5" providerId="LiveId" clId="{8B05A4EE-8231-42BC-BD6A-AD13722D5F1A}" dt="2021-02-13T02:49:54.402" v="3267" actId="20577"/>
          <ac:spMkLst>
            <pc:docMk/>
            <pc:sldMk cId="998310034" sldId="341"/>
            <ac:spMk id="2" creationId="{7FE10D1C-C52F-4092-B107-E88E506EF141}"/>
          </ac:spMkLst>
        </pc:spChg>
        <pc:spChg chg="mod">
          <ac:chgData name="justin.watson@education.wa.edu.au" userId="0bb701940c9d40d5" providerId="LiveId" clId="{8B05A4EE-8231-42BC-BD6A-AD13722D5F1A}" dt="2021-02-13T02:53:04.903" v="3686" actId="27636"/>
          <ac:spMkLst>
            <pc:docMk/>
            <pc:sldMk cId="998310034" sldId="341"/>
            <ac:spMk id="3" creationId="{D46BA030-F0A1-43A2-A797-43A1FF6BDAE7}"/>
          </ac:spMkLst>
        </pc:spChg>
        <pc:picChg chg="del">
          <ac:chgData name="justin.watson@education.wa.edu.au" userId="0bb701940c9d40d5" providerId="LiveId" clId="{8B05A4EE-8231-42BC-BD6A-AD13722D5F1A}" dt="2021-02-13T02:49:44.203" v="3243" actId="478"/>
          <ac:picMkLst>
            <pc:docMk/>
            <pc:sldMk cId="998310034" sldId="341"/>
            <ac:picMk id="3074" creationId="{B1C3617F-6147-4DE4-9688-068A0E420E9C}"/>
          </ac:picMkLst>
        </pc:picChg>
      </pc:sldChg>
      <pc:sldChg chg="modSp add mod">
        <pc:chgData name="justin.watson@education.wa.edu.au" userId="0bb701940c9d40d5" providerId="LiveId" clId="{8B05A4EE-8231-42BC-BD6A-AD13722D5F1A}" dt="2021-02-13T02:56:11.292" v="4261" actId="20577"/>
        <pc:sldMkLst>
          <pc:docMk/>
          <pc:sldMk cId="4106581916" sldId="342"/>
        </pc:sldMkLst>
        <pc:spChg chg="mod">
          <ac:chgData name="justin.watson@education.wa.edu.au" userId="0bb701940c9d40d5" providerId="LiveId" clId="{8B05A4EE-8231-42BC-BD6A-AD13722D5F1A}" dt="2021-02-13T02:56:11.292" v="4261" actId="20577"/>
          <ac:spMkLst>
            <pc:docMk/>
            <pc:sldMk cId="4106581916" sldId="342"/>
            <ac:spMk id="3" creationId="{D46BA030-F0A1-43A2-A797-43A1FF6BDAE7}"/>
          </ac:spMkLst>
        </pc:spChg>
      </pc:sldChg>
      <pc:sldChg chg="modSp add mod">
        <pc:chgData name="justin.watson@education.wa.edu.au" userId="0bb701940c9d40d5" providerId="LiveId" clId="{8B05A4EE-8231-42BC-BD6A-AD13722D5F1A}" dt="2021-02-13T02:57:57.271" v="4574" actId="20577"/>
        <pc:sldMkLst>
          <pc:docMk/>
          <pc:sldMk cId="1373021766" sldId="343"/>
        </pc:sldMkLst>
        <pc:spChg chg="mod">
          <ac:chgData name="justin.watson@education.wa.edu.au" userId="0bb701940c9d40d5" providerId="LiveId" clId="{8B05A4EE-8231-42BC-BD6A-AD13722D5F1A}" dt="2021-02-13T02:57:57.271" v="4574" actId="20577"/>
          <ac:spMkLst>
            <pc:docMk/>
            <pc:sldMk cId="1373021766" sldId="343"/>
            <ac:spMk id="3" creationId="{D46BA030-F0A1-43A2-A797-43A1FF6BDAE7}"/>
          </ac:spMkLst>
        </pc:spChg>
      </pc:sldChg>
      <pc:sldChg chg="addSp delSp modSp add mod modNotesTx">
        <pc:chgData name="justin.watson@education.wa.edu.au" userId="0bb701940c9d40d5" providerId="LiveId" clId="{8B05A4EE-8231-42BC-BD6A-AD13722D5F1A}" dt="2021-02-13T03:30:05.466" v="4741" actId="20577"/>
        <pc:sldMkLst>
          <pc:docMk/>
          <pc:sldMk cId="3486378491" sldId="344"/>
        </pc:sldMkLst>
        <pc:spChg chg="add mod">
          <ac:chgData name="justin.watson@education.wa.edu.au" userId="0bb701940c9d40d5" providerId="LiveId" clId="{8B05A4EE-8231-42BC-BD6A-AD13722D5F1A}" dt="2021-02-13T03:27:23.718" v="4646" actId="2711"/>
          <ac:spMkLst>
            <pc:docMk/>
            <pc:sldMk cId="3486378491" sldId="344"/>
            <ac:spMk id="5" creationId="{1F7D2A46-352B-4CAB-A0F7-FAA1965A71E3}"/>
          </ac:spMkLst>
        </pc:spChg>
        <pc:picChg chg="add mod modCrop">
          <ac:chgData name="justin.watson@education.wa.edu.au" userId="0bb701940c9d40d5" providerId="LiveId" clId="{8B05A4EE-8231-42BC-BD6A-AD13722D5F1A}" dt="2021-02-13T03:25:59.732" v="4618" actId="1076"/>
          <ac:picMkLst>
            <pc:docMk/>
            <pc:sldMk cId="3486378491" sldId="344"/>
            <ac:picMk id="3" creationId="{A9E057B6-9480-4FDA-A28F-5033566751F8}"/>
          </ac:picMkLst>
        </pc:picChg>
        <pc:picChg chg="del">
          <ac:chgData name="justin.watson@education.wa.edu.au" userId="0bb701940c9d40d5" providerId="LiveId" clId="{8B05A4EE-8231-42BC-BD6A-AD13722D5F1A}" dt="2021-02-13T03:02:44.501" v="4576" actId="478"/>
          <ac:picMkLst>
            <pc:docMk/>
            <pc:sldMk cId="3486378491" sldId="344"/>
            <ac:picMk id="4" creationId="{5C92F549-DF4B-47E5-9C10-B2F2E2497BB3}"/>
          </ac:picMkLst>
        </pc:picChg>
      </pc:sldChg>
      <pc:sldChg chg="addSp delSp modSp add del mod">
        <pc:chgData name="justin.watson@education.wa.edu.au" userId="0bb701940c9d40d5" providerId="LiveId" clId="{8B05A4EE-8231-42BC-BD6A-AD13722D5F1A}" dt="2021-02-13T03:28:47.064" v="4656" actId="47"/>
        <pc:sldMkLst>
          <pc:docMk/>
          <pc:sldMk cId="2825777722" sldId="345"/>
        </pc:sldMkLst>
        <pc:spChg chg="add mod">
          <ac:chgData name="justin.watson@education.wa.edu.au" userId="0bb701940c9d40d5" providerId="LiveId" clId="{8B05A4EE-8231-42BC-BD6A-AD13722D5F1A}" dt="2021-02-13T03:03:47.399" v="4610" actId="1076"/>
          <ac:spMkLst>
            <pc:docMk/>
            <pc:sldMk cId="2825777722" sldId="345"/>
            <ac:spMk id="5" creationId="{685D3E14-09F4-47B1-8C6F-7711C3212049}"/>
          </ac:spMkLst>
        </pc:spChg>
        <pc:picChg chg="add mod modCrop">
          <ac:chgData name="justin.watson@education.wa.edu.au" userId="0bb701940c9d40d5" providerId="LiveId" clId="{8B05A4EE-8231-42BC-BD6A-AD13722D5F1A}" dt="2021-02-13T03:03:40.812" v="4603" actId="14100"/>
          <ac:picMkLst>
            <pc:docMk/>
            <pc:sldMk cId="2825777722" sldId="345"/>
            <ac:picMk id="3" creationId="{4C0D3527-F3C0-47BD-8B97-0F0E6272EC99}"/>
          </ac:picMkLst>
        </pc:picChg>
        <pc:picChg chg="del">
          <ac:chgData name="justin.watson@education.wa.edu.au" userId="0bb701940c9d40d5" providerId="LiveId" clId="{8B05A4EE-8231-42BC-BD6A-AD13722D5F1A}" dt="2021-02-13T03:02:56.245" v="4578" actId="478"/>
          <ac:picMkLst>
            <pc:docMk/>
            <pc:sldMk cId="2825777722" sldId="345"/>
            <ac:picMk id="4" creationId="{5C92F549-DF4B-47E5-9C10-B2F2E2497BB3}"/>
          </ac:picMkLst>
        </pc:picChg>
      </pc:sldChg>
      <pc:sldChg chg="addSp delSp modSp add mod modNotesTx">
        <pc:chgData name="justin.watson@education.wa.edu.au" userId="0bb701940c9d40d5" providerId="LiveId" clId="{8B05A4EE-8231-42BC-BD6A-AD13722D5F1A}" dt="2021-02-13T03:30:09.769" v="4742"/>
        <pc:sldMkLst>
          <pc:docMk/>
          <pc:sldMk cId="660712699" sldId="346"/>
        </pc:sldMkLst>
        <pc:picChg chg="del">
          <ac:chgData name="justin.watson@education.wa.edu.au" userId="0bb701940c9d40d5" providerId="LiveId" clId="{8B05A4EE-8231-42BC-BD6A-AD13722D5F1A}" dt="2021-02-13T03:27:56.553" v="4648" actId="478"/>
          <ac:picMkLst>
            <pc:docMk/>
            <pc:sldMk cId="660712699" sldId="346"/>
            <ac:picMk id="3" creationId="{A9E057B6-9480-4FDA-A28F-5033566751F8}"/>
          </ac:picMkLst>
        </pc:picChg>
        <pc:picChg chg="add mod modCrop">
          <ac:chgData name="justin.watson@education.wa.edu.au" userId="0bb701940c9d40d5" providerId="LiveId" clId="{8B05A4EE-8231-42BC-BD6A-AD13722D5F1A}" dt="2021-02-13T03:28:29.807" v="4655" actId="1076"/>
          <ac:picMkLst>
            <pc:docMk/>
            <pc:sldMk cId="660712699" sldId="346"/>
            <ac:picMk id="4" creationId="{D2E7E6F8-249D-48CF-B8C5-6C11B824661D}"/>
          </ac:picMkLst>
        </pc:picChg>
      </pc:sldChg>
      <pc:sldChg chg="modSp add mod setBg">
        <pc:chgData name="justin.watson@education.wa.edu.au" userId="0bb701940c9d40d5" providerId="LiveId" clId="{8B05A4EE-8231-42BC-BD6A-AD13722D5F1A}" dt="2021-02-14T00:36:51.088" v="5019" actId="313"/>
        <pc:sldMkLst>
          <pc:docMk/>
          <pc:sldMk cId="2232308475" sldId="347"/>
        </pc:sldMkLst>
        <pc:spChg chg="mod">
          <ac:chgData name="justin.watson@education.wa.edu.au" userId="0bb701940c9d40d5" providerId="LiveId" clId="{8B05A4EE-8231-42BC-BD6A-AD13722D5F1A}" dt="2021-02-14T00:36:51.088" v="5019" actId="313"/>
          <ac:spMkLst>
            <pc:docMk/>
            <pc:sldMk cId="2232308475" sldId="347"/>
            <ac:spMk id="5" creationId="{F2A5B7C2-6C39-4AFA-9B5D-C3F3C81B941B}"/>
          </ac:spMkLst>
        </pc:spChg>
      </pc:sldChg>
      <pc:sldChg chg="addSp delSp add del ord setBg delDesignElem">
        <pc:chgData name="justin.watson@education.wa.edu.au" userId="0bb701940c9d40d5" providerId="LiveId" clId="{8B05A4EE-8231-42BC-BD6A-AD13722D5F1A}" dt="2021-02-13T03:30:50.437" v="4748"/>
        <pc:sldMkLst>
          <pc:docMk/>
          <pc:sldMk cId="2722169785" sldId="347"/>
        </pc:sldMkLst>
        <pc:spChg chg="add del">
          <ac:chgData name="justin.watson@education.wa.edu.au" userId="0bb701940c9d40d5" providerId="LiveId" clId="{8B05A4EE-8231-42BC-BD6A-AD13722D5F1A}" dt="2021-02-13T03:30:50.437" v="4748"/>
          <ac:spMkLst>
            <pc:docMk/>
            <pc:sldMk cId="2722169785" sldId="347"/>
            <ac:spMk id="73" creationId="{D15D9FA9-26A2-4F4D-8F7C-658E5E3821BA}"/>
          </ac:spMkLst>
        </pc:spChg>
        <pc:cxnChg chg="add del">
          <ac:chgData name="justin.watson@education.wa.edu.au" userId="0bb701940c9d40d5" providerId="LiveId" clId="{8B05A4EE-8231-42BC-BD6A-AD13722D5F1A}" dt="2021-02-13T03:30:50.437" v="4748"/>
          <ac:cxnSpMkLst>
            <pc:docMk/>
            <pc:sldMk cId="2722169785" sldId="347"/>
            <ac:cxnSpMk id="71" creationId="{D2345D65-2A74-491B-AC96-C66B2726A40F}"/>
          </ac:cxnSpMkLst>
        </pc:cxnChg>
      </pc:sldChg>
      <pc:sldChg chg="add del">
        <pc:chgData name="justin.watson@education.wa.edu.au" userId="0bb701940c9d40d5" providerId="LiveId" clId="{8B05A4EE-8231-42BC-BD6A-AD13722D5F1A}" dt="2021-02-14T00:00:55.103" v="4766" actId="2890"/>
        <pc:sldMkLst>
          <pc:docMk/>
          <pc:sldMk cId="4196842846" sldId="347"/>
        </pc:sldMkLst>
      </pc:sldChg>
      <pc:sldChg chg="add del">
        <pc:chgData name="justin.watson@education.wa.edu.au" userId="0bb701940c9d40d5" providerId="LiveId" clId="{8B05A4EE-8231-42BC-BD6A-AD13722D5F1A}" dt="2021-02-14T00:00:47.074" v="4765"/>
        <pc:sldMkLst>
          <pc:docMk/>
          <pc:sldMk cId="707920642" sldId="34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EAEC40-FB91-4B4E-8615-59788947F0F0}" type="datetimeFigureOut">
              <a:rPr lang="en-AU" smtClean="0"/>
              <a:t>12/02/2021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5F8C66-E9D4-4BCD-9B84-1B952BD6C7CB}" type="slidenum">
              <a:rPr lang="en-AU" smtClean="0"/>
              <a:t>‹#›</a:t>
            </a:fld>
            <a:endParaRPr lang="en-AU"/>
          </a:p>
        </p:txBody>
      </p:sp>
    </p:spTree>
    <p:extLst>
      <p:ext uri="{BB962C8B-B14F-4D97-AF65-F5344CB8AC3E}">
        <p14:creationId xmlns:p14="http://schemas.microsoft.com/office/powerpoint/2010/main" val="1715560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3</a:t>
            </a:fld>
            <a:endParaRPr lang="en-AU" dirty="0"/>
          </a:p>
        </p:txBody>
      </p:sp>
    </p:spTree>
    <p:extLst>
      <p:ext uri="{BB962C8B-B14F-4D97-AF65-F5344CB8AC3E}">
        <p14:creationId xmlns:p14="http://schemas.microsoft.com/office/powerpoint/2010/main" val="2120275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Questions to ask. Are we adding 10 subtracting 10?</a:t>
            </a:r>
          </a:p>
          <a:p>
            <a:endParaRPr lang="en-AU" dirty="0"/>
          </a:p>
        </p:txBody>
      </p:sp>
      <p:sp>
        <p:nvSpPr>
          <p:cNvPr id="4" name="Slide Number Placeholder 3"/>
          <p:cNvSpPr>
            <a:spLocks noGrp="1"/>
          </p:cNvSpPr>
          <p:nvPr>
            <p:ph type="sldNum" sz="quarter" idx="5"/>
          </p:nvPr>
        </p:nvSpPr>
        <p:spPr/>
        <p:txBody>
          <a:bodyPr/>
          <a:lstStyle/>
          <a:p>
            <a:fld id="{F05F8C66-E9D4-4BCD-9B84-1B952BD6C7CB}" type="slidenum">
              <a:rPr lang="en-AU" smtClean="0"/>
              <a:t>6</a:t>
            </a:fld>
            <a:endParaRPr lang="en-AU"/>
          </a:p>
        </p:txBody>
      </p:sp>
    </p:spTree>
    <p:extLst>
      <p:ext uri="{BB962C8B-B14F-4D97-AF65-F5344CB8AC3E}">
        <p14:creationId xmlns:p14="http://schemas.microsoft.com/office/powerpoint/2010/main" val="3408493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F05F8C66-E9D4-4BCD-9B84-1B952BD6C7CB}" type="slidenum">
              <a:rPr lang="en-AU" smtClean="0"/>
              <a:t>7</a:t>
            </a:fld>
            <a:endParaRPr lang="en-AU"/>
          </a:p>
        </p:txBody>
      </p:sp>
    </p:spTree>
    <p:extLst>
      <p:ext uri="{BB962C8B-B14F-4D97-AF65-F5344CB8AC3E}">
        <p14:creationId xmlns:p14="http://schemas.microsoft.com/office/powerpoint/2010/main" val="482139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Have students say what the next one should be getting larger</a:t>
            </a:r>
          </a:p>
        </p:txBody>
      </p:sp>
      <p:sp>
        <p:nvSpPr>
          <p:cNvPr id="4" name="Slide Number Placeholder 3"/>
          <p:cNvSpPr>
            <a:spLocks noGrp="1"/>
          </p:cNvSpPr>
          <p:nvPr>
            <p:ph type="sldNum" sz="quarter" idx="5"/>
          </p:nvPr>
        </p:nvSpPr>
        <p:spPr/>
        <p:txBody>
          <a:bodyPr/>
          <a:lstStyle/>
          <a:p>
            <a:fld id="{F05F8C66-E9D4-4BCD-9B84-1B952BD6C7CB}" type="slidenum">
              <a:rPr lang="en-AU" smtClean="0"/>
              <a:t>8</a:t>
            </a:fld>
            <a:endParaRPr lang="en-AU"/>
          </a:p>
        </p:txBody>
      </p:sp>
    </p:spTree>
    <p:extLst>
      <p:ext uri="{BB962C8B-B14F-4D97-AF65-F5344CB8AC3E}">
        <p14:creationId xmlns:p14="http://schemas.microsoft.com/office/powerpoint/2010/main" val="1351122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2"/>
                </a:solidFill>
                <a:effectLst/>
                <a:latin typeface="Arial" panose="020B0604020202020204" pitchFamily="34" charset="0"/>
              </a:rPr>
              <a:t> </a:t>
            </a:r>
            <a:r>
              <a:rPr lang="en-US" b="0" i="0" dirty="0" err="1">
                <a:solidFill>
                  <a:srgbClr val="202122"/>
                </a:solidFill>
                <a:effectLst/>
                <a:latin typeface="Arial" panose="020B0604020202020204" pitchFamily="34" charset="0"/>
              </a:rPr>
              <a:t>Cisterian</a:t>
            </a:r>
            <a:r>
              <a:rPr lang="en-US" b="0" i="0" dirty="0">
                <a:solidFill>
                  <a:srgbClr val="202122"/>
                </a:solidFill>
                <a:effectLst/>
                <a:latin typeface="Arial" panose="020B0604020202020204" pitchFamily="34" charset="0"/>
              </a:rPr>
              <a:t> monks lived in 12</a:t>
            </a:r>
            <a:r>
              <a:rPr lang="en-US" b="0" i="0" baseline="30000" dirty="0">
                <a:solidFill>
                  <a:srgbClr val="202122"/>
                </a:solidFill>
                <a:effectLst/>
                <a:latin typeface="Arial" panose="020B0604020202020204" pitchFamily="34" charset="0"/>
              </a:rPr>
              <a:t>th</a:t>
            </a:r>
            <a:r>
              <a:rPr lang="en-US" b="0" i="0" dirty="0">
                <a:solidFill>
                  <a:srgbClr val="202122"/>
                </a:solidFill>
                <a:effectLst/>
                <a:latin typeface="Arial" panose="020B0604020202020204" pitchFamily="34" charset="0"/>
              </a:rPr>
              <a:t> century and in France, Germany, England, Wales, Scotland, Ireland, Spain, Portugal, Italy, Scandinavia and Eastern Europe.</a:t>
            </a:r>
          </a:p>
        </p:txBody>
      </p:sp>
      <p:sp>
        <p:nvSpPr>
          <p:cNvPr id="4" name="Slide Number Placeholder 3"/>
          <p:cNvSpPr>
            <a:spLocks noGrp="1"/>
          </p:cNvSpPr>
          <p:nvPr>
            <p:ph type="sldNum" sz="quarter" idx="5"/>
          </p:nvPr>
        </p:nvSpPr>
        <p:spPr/>
        <p:txBody>
          <a:bodyPr/>
          <a:lstStyle/>
          <a:p>
            <a:fld id="{F05F8C66-E9D4-4BCD-9B84-1B952BD6C7CB}" type="slidenum">
              <a:rPr lang="en-AU" smtClean="0"/>
              <a:t>9</a:t>
            </a:fld>
            <a:endParaRPr lang="en-AU"/>
          </a:p>
        </p:txBody>
      </p:sp>
    </p:spTree>
    <p:extLst>
      <p:ext uri="{BB962C8B-B14F-4D97-AF65-F5344CB8AC3E}">
        <p14:creationId xmlns:p14="http://schemas.microsoft.com/office/powerpoint/2010/main" val="3790449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How the original numbers were written. Like with angles. Is this true or did someone make this up? How would we know?</a:t>
            </a:r>
          </a:p>
        </p:txBody>
      </p:sp>
      <p:sp>
        <p:nvSpPr>
          <p:cNvPr id="4" name="Slide Number Placeholder 3"/>
          <p:cNvSpPr>
            <a:spLocks noGrp="1"/>
          </p:cNvSpPr>
          <p:nvPr>
            <p:ph type="sldNum" sz="quarter" idx="5"/>
          </p:nvPr>
        </p:nvSpPr>
        <p:spPr/>
        <p:txBody>
          <a:bodyPr/>
          <a:lstStyle/>
          <a:p>
            <a:fld id="{F05F8C66-E9D4-4BCD-9B84-1B952BD6C7CB}" type="slidenum">
              <a:rPr lang="en-AU" smtClean="0"/>
              <a:t>10</a:t>
            </a:fld>
            <a:endParaRPr lang="en-AU"/>
          </a:p>
        </p:txBody>
      </p:sp>
    </p:spTree>
    <p:extLst>
      <p:ext uri="{BB962C8B-B14F-4D97-AF65-F5344CB8AC3E}">
        <p14:creationId xmlns:p14="http://schemas.microsoft.com/office/powerpoint/2010/main" val="34320286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Talk about multiply and divide by 10 to move up each number ( x10 or divide by 10)</a:t>
            </a:r>
          </a:p>
        </p:txBody>
      </p:sp>
      <p:sp>
        <p:nvSpPr>
          <p:cNvPr id="4" name="Slide Number Placeholder 3"/>
          <p:cNvSpPr>
            <a:spLocks noGrp="1"/>
          </p:cNvSpPr>
          <p:nvPr>
            <p:ph type="sldNum" sz="quarter" idx="5"/>
          </p:nvPr>
        </p:nvSpPr>
        <p:spPr/>
        <p:txBody>
          <a:bodyPr/>
          <a:lstStyle/>
          <a:p>
            <a:fld id="{F05F8C66-E9D4-4BCD-9B84-1B952BD6C7CB}" type="slidenum">
              <a:rPr lang="en-AU" smtClean="0"/>
              <a:t>11</a:t>
            </a:fld>
            <a:endParaRPr lang="en-AU"/>
          </a:p>
        </p:txBody>
      </p:sp>
    </p:spTree>
    <p:extLst>
      <p:ext uri="{BB962C8B-B14F-4D97-AF65-F5344CB8AC3E}">
        <p14:creationId xmlns:p14="http://schemas.microsoft.com/office/powerpoint/2010/main" val="3940528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F05F8C66-E9D4-4BCD-9B84-1B952BD6C7CB}" type="slidenum">
              <a:rPr lang="en-AU" smtClean="0"/>
              <a:t>12</a:t>
            </a:fld>
            <a:endParaRPr lang="en-AU"/>
          </a:p>
        </p:txBody>
      </p:sp>
    </p:spTree>
    <p:extLst>
      <p:ext uri="{BB962C8B-B14F-4D97-AF65-F5344CB8AC3E}">
        <p14:creationId xmlns:p14="http://schemas.microsoft.com/office/powerpoint/2010/main" val="1553158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Draw on board and discuss with class</a:t>
            </a:r>
          </a:p>
        </p:txBody>
      </p:sp>
      <p:sp>
        <p:nvSpPr>
          <p:cNvPr id="4" name="Slide Number Placeholder 3"/>
          <p:cNvSpPr>
            <a:spLocks noGrp="1"/>
          </p:cNvSpPr>
          <p:nvPr>
            <p:ph type="sldNum" sz="quarter" idx="5"/>
          </p:nvPr>
        </p:nvSpPr>
        <p:spPr/>
        <p:txBody>
          <a:bodyPr/>
          <a:lstStyle/>
          <a:p>
            <a:fld id="{F05F8C66-E9D4-4BCD-9B84-1B952BD6C7CB}" type="slidenum">
              <a:rPr lang="en-AU" smtClean="0"/>
              <a:t>13</a:t>
            </a:fld>
            <a:endParaRPr lang="en-AU"/>
          </a:p>
        </p:txBody>
      </p:sp>
    </p:spTree>
    <p:extLst>
      <p:ext uri="{BB962C8B-B14F-4D97-AF65-F5344CB8AC3E}">
        <p14:creationId xmlns:p14="http://schemas.microsoft.com/office/powerpoint/2010/main" val="42305689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Have students say what the next one should be getting larger</a:t>
            </a:r>
          </a:p>
        </p:txBody>
      </p:sp>
      <p:sp>
        <p:nvSpPr>
          <p:cNvPr id="4" name="Slide Number Placeholder 3"/>
          <p:cNvSpPr>
            <a:spLocks noGrp="1"/>
          </p:cNvSpPr>
          <p:nvPr>
            <p:ph type="sldNum" sz="quarter" idx="5"/>
          </p:nvPr>
        </p:nvSpPr>
        <p:spPr/>
        <p:txBody>
          <a:bodyPr/>
          <a:lstStyle/>
          <a:p>
            <a:fld id="{F05F8C66-E9D4-4BCD-9B84-1B952BD6C7CB}" type="slidenum">
              <a:rPr lang="en-AU" smtClean="0"/>
              <a:t>14</a:t>
            </a:fld>
            <a:endParaRPr lang="en-AU"/>
          </a:p>
        </p:txBody>
      </p:sp>
    </p:spTree>
    <p:extLst>
      <p:ext uri="{BB962C8B-B14F-4D97-AF65-F5344CB8AC3E}">
        <p14:creationId xmlns:p14="http://schemas.microsoft.com/office/powerpoint/2010/main" val="2582945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Have students say what the next one should be getting larger</a:t>
            </a:r>
          </a:p>
        </p:txBody>
      </p:sp>
      <p:sp>
        <p:nvSpPr>
          <p:cNvPr id="4" name="Slide Number Placeholder 3"/>
          <p:cNvSpPr>
            <a:spLocks noGrp="1"/>
          </p:cNvSpPr>
          <p:nvPr>
            <p:ph type="sldNum" sz="quarter" idx="5"/>
          </p:nvPr>
        </p:nvSpPr>
        <p:spPr/>
        <p:txBody>
          <a:bodyPr/>
          <a:lstStyle/>
          <a:p>
            <a:fld id="{F05F8C66-E9D4-4BCD-9B84-1B952BD6C7CB}" type="slidenum">
              <a:rPr lang="en-AU" smtClean="0"/>
              <a:t>15</a:t>
            </a:fld>
            <a:endParaRPr lang="en-AU"/>
          </a:p>
        </p:txBody>
      </p:sp>
    </p:spTree>
    <p:extLst>
      <p:ext uri="{BB962C8B-B14F-4D97-AF65-F5344CB8AC3E}">
        <p14:creationId xmlns:p14="http://schemas.microsoft.com/office/powerpoint/2010/main" val="40031325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If </a:t>
            </a:r>
            <a:r>
              <a:rPr lang="en-AU" dirty="0" err="1"/>
              <a:t>youd</a:t>
            </a:r>
            <a:r>
              <a:rPr lang="en-AU" dirty="0"/>
              <a:t> prefer to print this page go here.</a:t>
            </a:r>
          </a:p>
          <a:p>
            <a:endParaRPr lang="en-AU" dirty="0"/>
          </a:p>
          <a:p>
            <a:r>
              <a:rPr lang="en-AU" dirty="0"/>
              <a:t>https://www.math-aids.com/cgi/pdf_viewer_7.cgi?script_name=number_lines_decimals.pl&amp;denom_2=1&amp;denom_4=1&amp;denom_5=1&amp;denom_10=1&amp;pos_neg=0&amp;format=1&amp;language=0&amp;memo=&amp;answer=1&amp;x=67&amp;y=41</a:t>
            </a:r>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F05F8C66-E9D4-4BCD-9B84-1B952BD6C7CB}" type="slidenum">
              <a:rPr lang="en-AU" smtClean="0"/>
              <a:t>16</a:t>
            </a:fld>
            <a:endParaRPr lang="en-AU"/>
          </a:p>
        </p:txBody>
      </p:sp>
    </p:spTree>
    <p:extLst>
      <p:ext uri="{BB962C8B-B14F-4D97-AF65-F5344CB8AC3E}">
        <p14:creationId xmlns:p14="http://schemas.microsoft.com/office/powerpoint/2010/main" val="32625684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If </a:t>
            </a:r>
            <a:r>
              <a:rPr lang="en-AU" dirty="0" err="1"/>
              <a:t>youd</a:t>
            </a:r>
            <a:r>
              <a:rPr lang="en-AU" dirty="0"/>
              <a:t> prefer to print this page go here.</a:t>
            </a:r>
          </a:p>
          <a:p>
            <a:endParaRPr lang="en-AU" dirty="0"/>
          </a:p>
          <a:p>
            <a:r>
              <a:rPr lang="en-AU" dirty="0"/>
              <a:t>https://www.math-aids.com/cgi/pdf_viewer_7.cgi?script_name=number_lines_decimals.pl&amp;denom_2=1&amp;denom_4=1&amp;denom_5=1&amp;denom_10=1&amp;pos_neg=0&amp;format=1&amp;language=0&amp;memo=&amp;answer=1&amp;x=67&amp;y=41</a:t>
            </a:r>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F05F8C66-E9D4-4BCD-9B84-1B952BD6C7CB}" type="slidenum">
              <a:rPr lang="en-AU" smtClean="0"/>
              <a:t>17</a:t>
            </a:fld>
            <a:endParaRPr lang="en-AU"/>
          </a:p>
        </p:txBody>
      </p:sp>
    </p:spTree>
    <p:extLst>
      <p:ext uri="{BB962C8B-B14F-4D97-AF65-F5344CB8AC3E}">
        <p14:creationId xmlns:p14="http://schemas.microsoft.com/office/powerpoint/2010/main" val="32092720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If </a:t>
            </a:r>
            <a:r>
              <a:rPr lang="en-AU" dirty="0" err="1"/>
              <a:t>youd</a:t>
            </a:r>
            <a:r>
              <a:rPr lang="en-AU" dirty="0"/>
              <a:t> prefer to print this page go here.</a:t>
            </a:r>
          </a:p>
          <a:p>
            <a:endParaRPr lang="en-AU" dirty="0"/>
          </a:p>
          <a:p>
            <a:r>
              <a:rPr lang="en-AU" dirty="0"/>
              <a:t>https://www.math-aids.com/cgi/pdf_viewer_7.cgi?script_name=number_lines_decimals.pl&amp;denom_2=1&amp;denom_4=1&amp;denom_5=1&amp;denom_10=1&amp;pos_neg=0&amp;format=1&amp;language=0&amp;memo=&amp;answer=1&amp;x=67&amp;y=41</a:t>
            </a:r>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F05F8C66-E9D4-4BCD-9B84-1B952BD6C7CB}" type="slidenum">
              <a:rPr lang="en-AU" smtClean="0"/>
              <a:t>18</a:t>
            </a:fld>
            <a:endParaRPr lang="en-AU"/>
          </a:p>
        </p:txBody>
      </p:sp>
    </p:spTree>
    <p:extLst>
      <p:ext uri="{BB962C8B-B14F-4D97-AF65-F5344CB8AC3E}">
        <p14:creationId xmlns:p14="http://schemas.microsoft.com/office/powerpoint/2010/main" val="19013925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If </a:t>
            </a:r>
            <a:r>
              <a:rPr lang="en-AU" dirty="0" err="1"/>
              <a:t>youd</a:t>
            </a:r>
            <a:r>
              <a:rPr lang="en-AU" dirty="0"/>
              <a:t> prefer to print this page go here.</a:t>
            </a:r>
          </a:p>
          <a:p>
            <a:endParaRPr lang="en-AU" dirty="0"/>
          </a:p>
          <a:p>
            <a:r>
              <a:rPr lang="en-AU" dirty="0"/>
              <a:t>https://www.math-aids.com/cgi/pdf_viewer_7.cgi?script_name=number_lines_decimals.pl&amp;denom_2=1&amp;denom_4=1&amp;denom_5=1&amp;denom_10=1&amp;pos_neg=0&amp;format=1&amp;language=0&amp;memo=&amp;answer=1&amp;x=67&amp;y=41</a:t>
            </a:r>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F05F8C66-E9D4-4BCD-9B84-1B952BD6C7CB}" type="slidenum">
              <a:rPr lang="en-AU" smtClean="0"/>
              <a:t>19</a:t>
            </a:fld>
            <a:endParaRPr lang="en-AU"/>
          </a:p>
        </p:txBody>
      </p:sp>
    </p:spTree>
    <p:extLst>
      <p:ext uri="{BB962C8B-B14F-4D97-AF65-F5344CB8AC3E}">
        <p14:creationId xmlns:p14="http://schemas.microsoft.com/office/powerpoint/2010/main" val="24971457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If </a:t>
            </a:r>
            <a:r>
              <a:rPr lang="en-AU" dirty="0" err="1"/>
              <a:t>youd</a:t>
            </a:r>
            <a:r>
              <a:rPr lang="en-AU" dirty="0"/>
              <a:t> prefer to print this page go here.</a:t>
            </a:r>
          </a:p>
          <a:p>
            <a:endParaRPr lang="en-AU" dirty="0"/>
          </a:p>
          <a:p>
            <a:r>
              <a:rPr lang="en-AU" dirty="0"/>
              <a:t>https://www.mathworksheets4kids.com/decimals/word-problems/customary/add-sub1.pdf</a:t>
            </a:r>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F05F8C66-E9D4-4BCD-9B84-1B952BD6C7CB}" type="slidenum">
              <a:rPr lang="en-AU" smtClean="0"/>
              <a:t>20</a:t>
            </a:fld>
            <a:endParaRPr lang="en-AU"/>
          </a:p>
        </p:txBody>
      </p:sp>
    </p:spTree>
    <p:extLst>
      <p:ext uri="{BB962C8B-B14F-4D97-AF65-F5344CB8AC3E}">
        <p14:creationId xmlns:p14="http://schemas.microsoft.com/office/powerpoint/2010/main" val="10049552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If </a:t>
            </a:r>
            <a:r>
              <a:rPr lang="en-AU" dirty="0" err="1"/>
              <a:t>youd</a:t>
            </a:r>
            <a:r>
              <a:rPr lang="en-AU" dirty="0"/>
              <a:t> prefer to print this page go here.</a:t>
            </a:r>
          </a:p>
          <a:p>
            <a:endParaRPr lang="en-AU" dirty="0"/>
          </a:p>
          <a:p>
            <a:r>
              <a:rPr lang="en-AU" dirty="0"/>
              <a:t>https://www.mathworksheets4kids.com/decimals/word-problems/customary/add-sub1.pdf</a:t>
            </a:r>
          </a:p>
          <a:p>
            <a:endParaRPr lang="en-AU" dirty="0"/>
          </a:p>
          <a:p>
            <a:endParaRPr lang="en-AU" dirty="0"/>
          </a:p>
        </p:txBody>
      </p:sp>
      <p:sp>
        <p:nvSpPr>
          <p:cNvPr id="4" name="Slide Number Placeholder 3"/>
          <p:cNvSpPr>
            <a:spLocks noGrp="1"/>
          </p:cNvSpPr>
          <p:nvPr>
            <p:ph type="sldNum" sz="quarter" idx="5"/>
          </p:nvPr>
        </p:nvSpPr>
        <p:spPr/>
        <p:txBody>
          <a:bodyPr/>
          <a:lstStyle/>
          <a:p>
            <a:fld id="{F05F8C66-E9D4-4BCD-9B84-1B952BD6C7CB}" type="slidenum">
              <a:rPr lang="en-AU" smtClean="0"/>
              <a:t>21</a:t>
            </a:fld>
            <a:endParaRPr lang="en-AU"/>
          </a:p>
        </p:txBody>
      </p:sp>
    </p:spTree>
    <p:extLst>
      <p:ext uri="{BB962C8B-B14F-4D97-AF65-F5344CB8AC3E}">
        <p14:creationId xmlns:p14="http://schemas.microsoft.com/office/powerpoint/2010/main" val="9295218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CD87294F-DEA6-4D3A-864A-E2E179377C11}" type="datetimeFigureOut">
              <a:rPr lang="en-AU" smtClean="0"/>
              <a:t>12/02/2021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sp>
        <p:nvSpPr>
          <p:cNvPr id="13" name="Rectangle 12"/>
          <p:cNvSpPr/>
          <p:nvPr/>
        </p:nvSpPr>
        <p:spPr>
          <a:xfrm>
            <a:off x="0" y="0"/>
            <a:ext cx="12192000" cy="4572001"/>
          </a:xfrm>
          <a:prstGeom prst="rect">
            <a:avLst/>
          </a:prstGeom>
          <a:blipFill dpi="0" rotWithShape="1">
            <a:blip r:embed="rId2">
              <a:duotone>
                <a:schemeClr val="accent2">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0850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87294F-DEA6-4D3A-864A-E2E179377C11}" type="datetimeFigureOut">
              <a:rPr lang="en-AU" smtClean="0"/>
              <a:t>12/02/2021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3924120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87294F-DEA6-4D3A-864A-E2E179377C11}" type="datetimeFigureOut">
              <a:rPr lang="en-AU" smtClean="0"/>
              <a:t>12/02/2021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0" y="0"/>
            <a:ext cx="12192000" cy="4572000"/>
          </a:xfrm>
          <a:prstGeom prst="rect">
            <a:avLst/>
          </a:prstGeom>
          <a:blipFill dpi="0" rotWithShape="1">
            <a:blip r:embed="rId2">
              <a:duotone>
                <a:schemeClr val="accent1">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61104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87294F-DEA6-4D3A-864A-E2E179377C11}" type="datetimeFigureOut">
              <a:rPr lang="en-AU" smtClean="0"/>
              <a:t>12/02/2021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3061133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D87294F-DEA6-4D3A-864A-E2E179377C11}" type="datetimeFigureOut">
              <a:rPr lang="en-AU" smtClean="0"/>
              <a:t>12/02/2021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425222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D87294F-DEA6-4D3A-864A-E2E179377C11}" type="datetimeFigureOut">
              <a:rPr lang="en-AU" smtClean="0"/>
              <a:t>12/02/2021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890055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87294F-DEA6-4D3A-864A-E2E179377C11}" type="datetimeFigureOut">
              <a:rPr lang="en-AU" smtClean="0"/>
              <a:t>12/02/2021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2421683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87294F-DEA6-4D3A-864A-E2E179377C11}" type="datetimeFigureOut">
              <a:rPr lang="en-AU" smtClean="0"/>
              <a:t>12/02/2021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3175906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87294F-DEA6-4D3A-864A-E2E179377C11}" type="datetimeFigureOut">
              <a:rPr lang="en-AU" smtClean="0"/>
              <a:t>12/02/2021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EE85469-5E97-4092-A190-A2DAADA27300}" type="slidenum">
              <a:rPr lang="en-AU" smtClean="0"/>
              <a:t>‹#›</a:t>
            </a:fld>
            <a:endParaRPr lang="en-AU"/>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2258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87294F-DEA6-4D3A-864A-E2E179377C11}" type="datetimeFigureOut">
              <a:rPr lang="en-AU" smtClean="0"/>
              <a:t>12/02/2021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2665682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87294F-DEA6-4D3A-864A-E2E179377C11}" type="datetimeFigureOut">
              <a:rPr lang="en-AU" smtClean="0"/>
              <a:t>12/02/2021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507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D87294F-DEA6-4D3A-864A-E2E179377C11}" type="datetimeFigureOut">
              <a:rPr lang="en-AU" smtClean="0"/>
              <a:t>12/02/2021</a:t>
            </a:fld>
            <a:endParaRPr lang="en-AU"/>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AU"/>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EE85469-5E97-4092-A190-A2DAADA27300}" type="slidenum">
              <a:rPr lang="en-AU" smtClean="0"/>
              <a:t>‹#›</a:t>
            </a:fld>
            <a:endParaRPr lang="en-AU"/>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5121646"/>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hyperlink" Target="https://creativecommons.org/licenses/by-sa/3.0/" TargetMode="External"/><Relationship Id="rId4" Type="http://schemas.openxmlformats.org/officeDocument/2006/relationships/hyperlink" Target="https://www.flickr.com/photos/128758398@N07/16606213985"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11B51-FD68-4F9A-AF72-D0BD0020458F}"/>
              </a:ext>
            </a:extLst>
          </p:cNvPr>
          <p:cNvSpPr>
            <a:spLocks noGrp="1"/>
          </p:cNvSpPr>
          <p:nvPr>
            <p:ph type="ctrTitle"/>
          </p:nvPr>
        </p:nvSpPr>
        <p:spPr>
          <a:xfrm>
            <a:off x="381000" y="4960137"/>
            <a:ext cx="8045824" cy="1463040"/>
          </a:xfrm>
        </p:spPr>
        <p:txBody>
          <a:bodyPr>
            <a:noAutofit/>
          </a:bodyPr>
          <a:lstStyle/>
          <a:p>
            <a:pPr algn="l"/>
            <a:r>
              <a:rPr lang="en-AU" sz="4000" dirty="0"/>
              <a:t>Topic: Relative size of Decimal Numbers</a:t>
            </a:r>
            <a:br>
              <a:rPr lang="en-AU" sz="4000" dirty="0"/>
            </a:br>
            <a:r>
              <a:rPr lang="en-AU" sz="4000" dirty="0"/>
              <a:t>EQ: where did decimals come from and why do we use them?</a:t>
            </a:r>
          </a:p>
        </p:txBody>
      </p:sp>
      <p:sp>
        <p:nvSpPr>
          <p:cNvPr id="3" name="Subtitle 2">
            <a:extLst>
              <a:ext uri="{FF2B5EF4-FFF2-40B4-BE49-F238E27FC236}">
                <a16:creationId xmlns:a16="http://schemas.microsoft.com/office/drawing/2014/main" id="{39235905-0902-4C57-9CA6-37C142F28CCF}"/>
              </a:ext>
            </a:extLst>
          </p:cNvPr>
          <p:cNvSpPr>
            <a:spLocks noGrp="1"/>
          </p:cNvSpPr>
          <p:nvPr>
            <p:ph type="subTitle" idx="1"/>
          </p:nvPr>
        </p:nvSpPr>
        <p:spPr/>
        <p:txBody>
          <a:bodyPr/>
          <a:lstStyle/>
          <a:p>
            <a:r>
              <a:rPr lang="en-AU" dirty="0"/>
              <a:t>Year 11 Essentials</a:t>
            </a:r>
          </a:p>
        </p:txBody>
      </p:sp>
    </p:spTree>
    <p:extLst>
      <p:ext uri="{BB962C8B-B14F-4D97-AF65-F5344CB8AC3E}">
        <p14:creationId xmlns:p14="http://schemas.microsoft.com/office/powerpoint/2010/main" val="1669176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42DAA-A945-4854-916B-03B00950BDA0}"/>
              </a:ext>
            </a:extLst>
          </p:cNvPr>
          <p:cNvSpPr>
            <a:spLocks noGrp="1"/>
          </p:cNvSpPr>
          <p:nvPr>
            <p:ph type="title"/>
          </p:nvPr>
        </p:nvSpPr>
        <p:spPr/>
        <p:txBody>
          <a:bodyPr/>
          <a:lstStyle/>
          <a:p>
            <a:r>
              <a:rPr lang="en-AU" dirty="0"/>
              <a:t>Things Required For This Lesson</a:t>
            </a:r>
          </a:p>
        </p:txBody>
      </p:sp>
      <p:sp>
        <p:nvSpPr>
          <p:cNvPr id="3" name="Content Placeholder 2">
            <a:extLst>
              <a:ext uri="{FF2B5EF4-FFF2-40B4-BE49-F238E27FC236}">
                <a16:creationId xmlns:a16="http://schemas.microsoft.com/office/drawing/2014/main" id="{C73B46C1-2EC7-446D-84C7-06B86F22835B}"/>
              </a:ext>
            </a:extLst>
          </p:cNvPr>
          <p:cNvSpPr>
            <a:spLocks noGrp="1"/>
          </p:cNvSpPr>
          <p:nvPr>
            <p:ph idx="1"/>
          </p:nvPr>
        </p:nvSpPr>
        <p:spPr/>
        <p:txBody>
          <a:bodyPr>
            <a:normAutofit/>
          </a:bodyPr>
          <a:lstStyle/>
          <a:p>
            <a:pPr>
              <a:buFont typeface="Wingdings" panose="05000000000000000000" pitchFamily="2" charset="2"/>
              <a:buChar char="v"/>
            </a:pPr>
            <a:r>
              <a:rPr lang="en-AU" sz="2800" dirty="0">
                <a:latin typeface="Calibri" panose="020F0502020204030204" pitchFamily="34" charset="0"/>
                <a:cs typeface="Calibri" panose="020F0502020204030204" pitchFamily="34" charset="0"/>
              </a:rPr>
              <a:t> Interactive Notebook</a:t>
            </a:r>
          </a:p>
          <a:p>
            <a:pPr>
              <a:buFont typeface="Wingdings" panose="05000000000000000000" pitchFamily="2" charset="2"/>
              <a:buChar char="v"/>
            </a:pPr>
            <a:r>
              <a:rPr lang="en-AU" sz="2800" dirty="0">
                <a:latin typeface="Calibri" panose="020F0502020204030204" pitchFamily="34" charset="0"/>
                <a:cs typeface="Calibri" panose="020F0502020204030204" pitchFamily="34" charset="0"/>
              </a:rPr>
              <a:t> Textbook: </a:t>
            </a:r>
            <a:r>
              <a:rPr lang="en-AU" sz="2800" dirty="0">
                <a:solidFill>
                  <a:srgbClr val="7030A0"/>
                </a:solidFill>
                <a:latin typeface="Calibri" panose="020F0502020204030204" pitchFamily="34" charset="0"/>
                <a:cs typeface="Calibri" panose="020F0502020204030204" pitchFamily="34" charset="0"/>
              </a:rPr>
              <a:t>Interleaved Maths Essential Connections</a:t>
            </a:r>
          </a:p>
          <a:p>
            <a:pPr>
              <a:buFont typeface="Wingdings" panose="05000000000000000000" pitchFamily="2" charset="2"/>
              <a:buChar char="v"/>
            </a:pPr>
            <a:r>
              <a:rPr lang="en-AU" sz="2800" dirty="0">
                <a:latin typeface="Calibri" panose="020F0502020204030204" pitchFamily="34" charset="0"/>
                <a:cs typeface="Calibri" panose="020F0502020204030204" pitchFamily="34" charset="0"/>
              </a:rPr>
              <a:t> Ruler, Red Pen, Pencil, Pens, Scientific Calculator</a:t>
            </a:r>
          </a:p>
          <a:p>
            <a:pPr>
              <a:buFont typeface="Wingdings" panose="05000000000000000000" pitchFamily="2" charset="2"/>
              <a:buChar char="v"/>
            </a:pPr>
            <a:r>
              <a:rPr lang="en-AU" sz="2800" dirty="0">
                <a:latin typeface="Calibri" panose="020F0502020204030204" pitchFamily="34" charset="0"/>
                <a:cs typeface="Calibri" panose="020F0502020204030204" pitchFamily="34" charset="0"/>
              </a:rPr>
              <a:t> Growth mindset</a:t>
            </a:r>
          </a:p>
        </p:txBody>
      </p:sp>
    </p:spTree>
    <p:extLst>
      <p:ext uri="{BB962C8B-B14F-4D97-AF65-F5344CB8AC3E}">
        <p14:creationId xmlns:p14="http://schemas.microsoft.com/office/powerpoint/2010/main" val="2390803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latin typeface="Calibri" panose="020F0502020204030204" pitchFamily="34" charset="0"/>
                <a:cs typeface="Calibri" panose="020F0502020204030204" pitchFamily="34" charset="0"/>
              </a:rPr>
              <a:t>24</a:t>
            </a:r>
          </a:p>
          <a:p>
            <a:r>
              <a:rPr lang="en-AU" sz="1600" dirty="0">
                <a:latin typeface="Calibri" panose="020F0502020204030204" pitchFamily="34" charset="0"/>
                <a:cs typeface="Calibri" panose="020F0502020204030204" pitchFamily="34" charset="0"/>
              </a:rPr>
              <a:t>7</a:t>
            </a:r>
          </a:p>
          <a:p>
            <a:r>
              <a:rPr lang="en-AU" sz="1600" dirty="0">
                <a:latin typeface="Calibri" panose="020F0502020204030204" pitchFamily="34" charset="0"/>
                <a:cs typeface="Calibri" panose="020F0502020204030204" pitchFamily="34" charset="0"/>
              </a:rPr>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4994082"/>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6070188" cy="523220"/>
          </a:xfrm>
          <a:prstGeom prst="rect">
            <a:avLst/>
          </a:prstGeom>
          <a:noFill/>
        </p:spPr>
        <p:txBody>
          <a:bodyPr wrap="none" rtlCol="0">
            <a:spAutoFit/>
          </a:bodyPr>
          <a:lstStyle/>
          <a:p>
            <a:r>
              <a:rPr lang="en-AU" sz="2800" dirty="0">
                <a:latin typeface="Calibri" panose="020F0502020204030204" pitchFamily="34" charset="0"/>
                <a:cs typeface="Calibri" panose="020F0502020204030204" pitchFamily="34" charset="0"/>
              </a:rPr>
              <a:t>Topic: Relative Size of Negative Numbers</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907" y="756649"/>
            <a:ext cx="10643384"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EQ: </a:t>
            </a:r>
            <a:r>
              <a:rPr lang="en-US" sz="2400" dirty="0">
                <a:latin typeface="Calibri" panose="020F0502020204030204" pitchFamily="34" charset="0"/>
                <a:cs typeface="Calibri" panose="020F0502020204030204" pitchFamily="34" charset="0"/>
              </a:rPr>
              <a:t>How do you use known and unknown information to find perimeter?</a:t>
            </a:r>
            <a:endParaRPr lang="en-GB" sz="2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728AC80-0291-455D-BC3B-60AF60B7DB39}"/>
              </a:ext>
            </a:extLst>
          </p:cNvPr>
          <p:cNvSpPr txBox="1"/>
          <p:nvPr/>
        </p:nvSpPr>
        <p:spPr>
          <a:xfrm>
            <a:off x="124278" y="5757038"/>
            <a:ext cx="2028266" cy="461665"/>
          </a:xfrm>
          <a:prstGeom prst="rect">
            <a:avLst/>
          </a:prstGeom>
          <a:noFill/>
        </p:spPr>
        <p:txBody>
          <a:bodyPr wrap="square" rtlCol="0">
            <a:spAutoFit/>
          </a:bodyPr>
          <a:lstStyle/>
          <a:p>
            <a:pPr algn="ctr"/>
            <a:r>
              <a:rPr lang="en-AU" sz="2400" b="1" dirty="0">
                <a:solidFill>
                  <a:schemeClr val="accent1"/>
                </a:solidFill>
                <a:latin typeface="Calibri" panose="020F0502020204030204" pitchFamily="34" charset="0"/>
                <a:cs typeface="Calibri" panose="020F0502020204030204" pitchFamily="34" charset="0"/>
              </a:rPr>
              <a:t>W</a:t>
            </a:r>
            <a:r>
              <a:rPr lang="en-AU" sz="2400" b="1" dirty="0">
                <a:latin typeface="Calibri" panose="020F0502020204030204" pitchFamily="34" charset="0"/>
                <a:cs typeface="Calibri" panose="020F0502020204030204" pitchFamily="34" charset="0"/>
              </a:rPr>
              <a:t>IC</a:t>
            </a:r>
            <a:r>
              <a:rPr lang="en-AU" sz="2400" b="1" dirty="0">
                <a:solidFill>
                  <a:srgbClr val="FF0000"/>
                </a:solidFill>
                <a:latin typeface="Calibri" panose="020F0502020204030204" pitchFamily="34" charset="0"/>
                <a:cs typeface="Calibri" panose="020F0502020204030204" pitchFamily="34" charset="0"/>
              </a:rPr>
              <a:t>O</a:t>
            </a:r>
            <a:r>
              <a:rPr lang="en-AU" sz="2400" b="1" dirty="0">
                <a:latin typeface="Calibri" panose="020F0502020204030204" pitchFamily="34" charset="0"/>
                <a:cs typeface="Calibri" panose="020F0502020204030204" pitchFamily="34" charset="0"/>
              </a:rPr>
              <a:t>R</a:t>
            </a:r>
            <a:endParaRPr lang="en-GB" sz="2400" b="1"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190DFE82-329E-4213-9CF8-A8FD3DCF967B}"/>
              </a:ext>
            </a:extLst>
          </p:cNvPr>
          <p:cNvSpPr txBox="1"/>
          <p:nvPr/>
        </p:nvSpPr>
        <p:spPr>
          <a:xfrm>
            <a:off x="9568370" y="196208"/>
            <a:ext cx="2546009"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Date: 12/02/2021</a:t>
            </a:r>
          </a:p>
        </p:txBody>
      </p:sp>
      <p:pic>
        <p:nvPicPr>
          <p:cNvPr id="6" name="Picture 5" descr="A picture containing text, brick, outdoor, sign&#10;&#10;Description automatically generated">
            <a:extLst>
              <a:ext uri="{FF2B5EF4-FFF2-40B4-BE49-F238E27FC236}">
                <a16:creationId xmlns:a16="http://schemas.microsoft.com/office/drawing/2014/main" id="{04DC1BC4-B66D-4429-8604-914BCDAFDC2E}"/>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881917" y="1449553"/>
            <a:ext cx="3257615" cy="4289864"/>
          </a:xfrm>
          <a:prstGeom prst="rect">
            <a:avLst/>
          </a:prstGeom>
        </p:spPr>
      </p:pic>
      <p:sp>
        <p:nvSpPr>
          <p:cNvPr id="7" name="TextBox 6">
            <a:extLst>
              <a:ext uri="{FF2B5EF4-FFF2-40B4-BE49-F238E27FC236}">
                <a16:creationId xmlns:a16="http://schemas.microsoft.com/office/drawing/2014/main" id="{F4EB01DF-9411-42CA-9351-FB3A2852305B}"/>
              </a:ext>
            </a:extLst>
          </p:cNvPr>
          <p:cNvSpPr txBox="1"/>
          <p:nvPr/>
        </p:nvSpPr>
        <p:spPr>
          <a:xfrm>
            <a:off x="5001187" y="5710872"/>
            <a:ext cx="2575263" cy="369332"/>
          </a:xfrm>
          <a:prstGeom prst="rect">
            <a:avLst/>
          </a:prstGeom>
          <a:noFill/>
        </p:spPr>
        <p:txBody>
          <a:bodyPr wrap="square" rtlCol="0">
            <a:spAutoFit/>
          </a:bodyPr>
          <a:lstStyle/>
          <a:p>
            <a:r>
              <a:rPr lang="en-AU" sz="900" dirty="0">
                <a:hlinkClick r:id="rId4" tooltip="https://www.flickr.com/photos/128758398@N07/16606213985"/>
              </a:rPr>
              <a:t>This Photo</a:t>
            </a:r>
            <a:r>
              <a:rPr lang="en-AU" sz="900" dirty="0"/>
              <a:t> by Unknown Author is licensed under </a:t>
            </a:r>
            <a:r>
              <a:rPr lang="en-AU" sz="900" dirty="0">
                <a:hlinkClick r:id="rId5" tooltip="https://creativecommons.org/licenses/by-sa/3.0/"/>
              </a:rPr>
              <a:t>CC BY-SA</a:t>
            </a:r>
            <a:endParaRPr lang="en-AU" sz="900" dirty="0"/>
          </a:p>
        </p:txBody>
      </p:sp>
      <p:cxnSp>
        <p:nvCxnSpPr>
          <p:cNvPr id="25" name="Straight Connector 24">
            <a:extLst>
              <a:ext uri="{FF2B5EF4-FFF2-40B4-BE49-F238E27FC236}">
                <a16:creationId xmlns:a16="http://schemas.microsoft.com/office/drawing/2014/main" id="{B2CDAD20-C34B-4CAB-9BA2-2A1DCC9E489F}"/>
              </a:ext>
            </a:extLst>
          </p:cNvPr>
          <p:cNvCxnSpPr>
            <a:cxnSpLocks/>
          </p:cNvCxnSpPr>
          <p:nvPr/>
        </p:nvCxnSpPr>
        <p:spPr>
          <a:xfrm flipV="1">
            <a:off x="37322" y="6218703"/>
            <a:ext cx="12192000" cy="2229"/>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6821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9"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84058-F110-4341-AAE9-DF21C868FC90}"/>
              </a:ext>
            </a:extLst>
          </p:cNvPr>
          <p:cNvSpPr>
            <a:spLocks noGrp="1"/>
          </p:cNvSpPr>
          <p:nvPr>
            <p:ph type="title"/>
          </p:nvPr>
        </p:nvSpPr>
        <p:spPr>
          <a:xfrm>
            <a:off x="5951728" y="129392"/>
            <a:ext cx="5740739" cy="1499616"/>
          </a:xfrm>
        </p:spPr>
        <p:txBody>
          <a:bodyPr>
            <a:normAutofit/>
          </a:bodyPr>
          <a:lstStyle/>
          <a:p>
            <a:r>
              <a:rPr lang="en-AU" sz="3500" dirty="0"/>
              <a:t>Interleave Questions set 2</a:t>
            </a:r>
            <a:br>
              <a:rPr lang="en-AU" sz="3500" dirty="0"/>
            </a:br>
            <a:br>
              <a:rPr lang="en-AU" sz="3500" dirty="0"/>
            </a:br>
            <a:r>
              <a:rPr lang="en-AU" sz="3500" dirty="0"/>
              <a:t>Q4 -6</a:t>
            </a:r>
          </a:p>
        </p:txBody>
      </p:sp>
      <p:pic>
        <p:nvPicPr>
          <p:cNvPr id="9" name="Picture 8" descr="Toy plastic numbers">
            <a:extLst>
              <a:ext uri="{FF2B5EF4-FFF2-40B4-BE49-F238E27FC236}">
                <a16:creationId xmlns:a16="http://schemas.microsoft.com/office/drawing/2014/main" id="{52FEC1ED-9D5D-4D09-AE41-D945ECB782A9}"/>
              </a:ext>
            </a:extLst>
          </p:cNvPr>
          <p:cNvPicPr>
            <a:picLocks noChangeAspect="1"/>
          </p:cNvPicPr>
          <p:nvPr/>
        </p:nvPicPr>
        <p:blipFill rotWithShape="1">
          <a:blip r:embed="rId2">
            <a:extLst>
              <a:ext uri="{28A0092B-C50C-407E-A947-70E740481C1C}">
                <a14:useLocalDpi xmlns:a14="http://schemas.microsoft.com/office/drawing/2010/main" val="0"/>
              </a:ext>
            </a:extLst>
          </a:blip>
          <a:srcRect l="4346" r="10202" b="-3"/>
          <a:stretch/>
        </p:blipFill>
        <p:spPr>
          <a:xfrm>
            <a:off x="484632" y="484632"/>
            <a:ext cx="4495806" cy="3511948"/>
          </a:xfrm>
          <a:prstGeom prst="rect">
            <a:avLst/>
          </a:prstGeom>
        </p:spPr>
      </p:pic>
      <p:cxnSp>
        <p:nvCxnSpPr>
          <p:cNvPr id="71" name="Straight Connector 70">
            <a:extLst>
              <a:ext uri="{FF2B5EF4-FFF2-40B4-BE49-F238E27FC236}">
                <a16:creationId xmlns:a16="http://schemas.microsoft.com/office/drawing/2014/main" id="{D2345D65-2A74-491B-AC96-C66B2726A40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89600" y="826324"/>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73" name="Rectangle 72">
            <a:extLst>
              <a:ext uri="{FF2B5EF4-FFF2-40B4-BE49-F238E27FC236}">
                <a16:creationId xmlns:a16="http://schemas.microsoft.com/office/drawing/2014/main" id="{D15D9FA9-26A2-4F4D-8F7C-658E5E382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5775" y="4150596"/>
            <a:ext cx="1038557" cy="2231807"/>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Image result for analogue clock">
            <a:extLst>
              <a:ext uri="{FF2B5EF4-FFF2-40B4-BE49-F238E27FC236}">
                <a16:creationId xmlns:a16="http://schemas.microsoft.com/office/drawing/2014/main" id="{17243C0D-6D41-4DD4-A352-CFD5329BD22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03" b="-1739"/>
          <a:stretch/>
        </p:blipFill>
        <p:spPr bwMode="auto">
          <a:xfrm>
            <a:off x="3173528" y="4150596"/>
            <a:ext cx="2292555" cy="241467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D1CB20C0-639D-4900-99CF-7D598591216D}"/>
              </a:ext>
            </a:extLst>
          </p:cNvPr>
          <p:cNvSpPr>
            <a:spLocks noGrp="1"/>
          </p:cNvSpPr>
          <p:nvPr>
            <p:ph idx="1"/>
          </p:nvPr>
        </p:nvSpPr>
        <p:spPr>
          <a:xfrm>
            <a:off x="5466083" y="1629009"/>
            <a:ext cx="6540385" cy="5228992"/>
          </a:xfrm>
        </p:spPr>
        <p:txBody>
          <a:bodyPr>
            <a:normAutofit fontScale="92500" lnSpcReduction="10000"/>
          </a:bodyPr>
          <a:lstStyle/>
          <a:p>
            <a:pPr marL="0" indent="0">
              <a:buNone/>
            </a:pPr>
            <a:r>
              <a:rPr lang="en-AU" sz="1800" dirty="0">
                <a:latin typeface="Calibri" panose="020F0502020204030204" pitchFamily="34" charset="0"/>
                <a:cs typeface="Calibri" panose="020F0502020204030204" pitchFamily="34" charset="0"/>
              </a:rPr>
              <a:t>         </a:t>
            </a:r>
            <a:r>
              <a:rPr lang="en-AU" sz="1800" b="1" dirty="0">
                <a:latin typeface="Calibri" panose="020F0502020204030204" pitchFamily="34" charset="0"/>
                <a:cs typeface="Calibri" panose="020F0502020204030204" pitchFamily="34" charset="0"/>
              </a:rPr>
              <a:t>COPY AND SOLVE – UNDERLINE KEY WORDS</a:t>
            </a:r>
          </a:p>
          <a:p>
            <a:pPr marL="514350" indent="-514350">
              <a:buFont typeface="+mj-lt"/>
              <a:buAutoNum type="arabicPeriod"/>
            </a:pPr>
            <a:endParaRPr lang="en-AU" sz="800" dirty="0">
              <a:latin typeface="Calibri" panose="020F0502020204030204" pitchFamily="34" charset="0"/>
              <a:cs typeface="Calibri" panose="020F0502020204030204" pitchFamily="34" charset="0"/>
            </a:endParaRPr>
          </a:p>
          <a:p>
            <a:pPr marL="514350" indent="-514350">
              <a:buFont typeface="+mj-lt"/>
              <a:buAutoNum type="arabicPeriod"/>
            </a:pPr>
            <a:r>
              <a:rPr lang="en-AU" sz="2800" dirty="0">
                <a:latin typeface="Calibri" panose="020F0502020204030204" pitchFamily="34" charset="0"/>
                <a:cs typeface="Calibri" panose="020F0502020204030204" pitchFamily="34" charset="0"/>
              </a:rPr>
              <a:t>11 + 3</a:t>
            </a:r>
            <a:r>
              <a:rPr lang="en-AU" sz="2800" baseline="30000" dirty="0">
                <a:latin typeface="Calibri" panose="020F0502020204030204" pitchFamily="34" charset="0"/>
                <a:cs typeface="Calibri" panose="020F0502020204030204" pitchFamily="34" charset="0"/>
              </a:rPr>
              <a:t>2</a:t>
            </a:r>
            <a:r>
              <a:rPr lang="en-AU" sz="2800" dirty="0">
                <a:latin typeface="Calibri" panose="020F0502020204030204" pitchFamily="34" charset="0"/>
                <a:cs typeface="Calibri" panose="020F0502020204030204" pitchFamily="34" charset="0"/>
              </a:rPr>
              <a:t> – 3 x 5 = </a:t>
            </a:r>
          </a:p>
          <a:p>
            <a:pPr marL="514350" indent="-514350">
              <a:buFont typeface="+mj-lt"/>
              <a:buAutoNum type="arabicPeriod"/>
            </a:pPr>
            <a:r>
              <a:rPr lang="en-AU" sz="2800" dirty="0">
                <a:latin typeface="Calibri" panose="020F0502020204030204" pitchFamily="34" charset="0"/>
                <a:cs typeface="Calibri" panose="020F0502020204030204" pitchFamily="34" charset="0"/>
              </a:rPr>
              <a:t>The Population for </a:t>
            </a:r>
            <a:r>
              <a:rPr lang="en-AU" sz="2800" dirty="0" err="1">
                <a:latin typeface="Calibri" panose="020F0502020204030204" pitchFamily="34" charset="0"/>
                <a:cs typeface="Calibri" panose="020F0502020204030204" pitchFamily="34" charset="0"/>
              </a:rPr>
              <a:t>QLd</a:t>
            </a:r>
            <a:r>
              <a:rPr lang="en-AU" sz="2800" dirty="0">
                <a:latin typeface="Calibri" panose="020F0502020204030204" pitchFamily="34" charset="0"/>
                <a:cs typeface="Calibri" panose="020F0502020204030204" pitchFamily="34" charset="0"/>
              </a:rPr>
              <a:t> in Dec 2018 was 5,052,800, NSW was 8,046,100 and VIC was 6,526,400. Use leading-digit approximation to estimate the total amount of people in these three states.</a:t>
            </a:r>
          </a:p>
          <a:p>
            <a:pPr marL="514350" indent="-514350">
              <a:buFont typeface="+mj-lt"/>
              <a:buAutoNum type="arabicPeriod"/>
            </a:pPr>
            <a:r>
              <a:rPr lang="en-AU" sz="2800" dirty="0">
                <a:latin typeface="Calibri" panose="020F0502020204030204" pitchFamily="34" charset="0"/>
                <a:cs typeface="Calibri" panose="020F0502020204030204" pitchFamily="34" charset="0"/>
              </a:rPr>
              <a:t>How many more people live in NSW than live in QLD?</a:t>
            </a:r>
          </a:p>
          <a:p>
            <a:pPr marL="514350" indent="-514350">
              <a:buFont typeface="+mj-lt"/>
              <a:buAutoNum type="arabicPeriod"/>
            </a:pPr>
            <a:r>
              <a:rPr lang="en-AU" sz="2800" dirty="0">
                <a:latin typeface="Calibri" panose="020F0502020204030204" pitchFamily="34" charset="0"/>
                <a:cs typeface="Calibri" panose="020F0502020204030204" pitchFamily="34" charset="0"/>
              </a:rPr>
              <a:t>What is the time on this analogue clock?</a:t>
            </a:r>
          </a:p>
          <a:p>
            <a:pPr marL="514350" indent="-514350">
              <a:buFont typeface="+mj-lt"/>
              <a:buAutoNum type="arabicPeriod"/>
            </a:pPr>
            <a:r>
              <a:rPr lang="en-AU" sz="2800" dirty="0">
                <a:latin typeface="Calibri" panose="020F0502020204030204" pitchFamily="34" charset="0"/>
                <a:cs typeface="Calibri" panose="020F0502020204030204" pitchFamily="34" charset="0"/>
              </a:rPr>
              <a:t>What will the time be in 2 and a quarter hours?</a:t>
            </a:r>
          </a:p>
        </p:txBody>
      </p:sp>
    </p:spTree>
    <p:extLst>
      <p:ext uri="{BB962C8B-B14F-4D97-AF65-F5344CB8AC3E}">
        <p14:creationId xmlns:p14="http://schemas.microsoft.com/office/powerpoint/2010/main" val="2540581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84058-F110-4341-AAE9-DF21C868FC90}"/>
              </a:ext>
            </a:extLst>
          </p:cNvPr>
          <p:cNvSpPr>
            <a:spLocks noGrp="1"/>
          </p:cNvSpPr>
          <p:nvPr>
            <p:ph type="title"/>
          </p:nvPr>
        </p:nvSpPr>
        <p:spPr>
          <a:xfrm>
            <a:off x="5951728" y="129392"/>
            <a:ext cx="5740739" cy="1499616"/>
          </a:xfrm>
        </p:spPr>
        <p:txBody>
          <a:bodyPr>
            <a:normAutofit/>
          </a:bodyPr>
          <a:lstStyle/>
          <a:p>
            <a:r>
              <a:rPr lang="en-AU" sz="3500" dirty="0"/>
              <a:t>Interleave Questions set 2</a:t>
            </a:r>
            <a:br>
              <a:rPr lang="en-AU" sz="3500" dirty="0"/>
            </a:br>
            <a:br>
              <a:rPr lang="en-AU" sz="3500" dirty="0"/>
            </a:br>
            <a:r>
              <a:rPr lang="en-AU" sz="3500" dirty="0"/>
              <a:t>Q4 -6</a:t>
            </a:r>
          </a:p>
        </p:txBody>
      </p:sp>
      <p:pic>
        <p:nvPicPr>
          <p:cNvPr id="9" name="Picture 8" descr="Toy plastic numbers">
            <a:extLst>
              <a:ext uri="{FF2B5EF4-FFF2-40B4-BE49-F238E27FC236}">
                <a16:creationId xmlns:a16="http://schemas.microsoft.com/office/drawing/2014/main" id="{52FEC1ED-9D5D-4D09-AE41-D945ECB782A9}"/>
              </a:ext>
            </a:extLst>
          </p:cNvPr>
          <p:cNvPicPr>
            <a:picLocks noChangeAspect="1"/>
          </p:cNvPicPr>
          <p:nvPr/>
        </p:nvPicPr>
        <p:blipFill rotWithShape="1">
          <a:blip r:embed="rId2">
            <a:extLst>
              <a:ext uri="{28A0092B-C50C-407E-A947-70E740481C1C}">
                <a14:useLocalDpi xmlns:a14="http://schemas.microsoft.com/office/drawing/2010/main" val="0"/>
              </a:ext>
            </a:extLst>
          </a:blip>
          <a:srcRect l="4346" r="10202" b="-3"/>
          <a:stretch/>
        </p:blipFill>
        <p:spPr>
          <a:xfrm>
            <a:off x="484632" y="484632"/>
            <a:ext cx="4495806" cy="3511948"/>
          </a:xfrm>
          <a:prstGeom prst="rect">
            <a:avLst/>
          </a:prstGeom>
        </p:spPr>
      </p:pic>
      <p:cxnSp>
        <p:nvCxnSpPr>
          <p:cNvPr id="71" name="Straight Connector 70">
            <a:extLst>
              <a:ext uri="{FF2B5EF4-FFF2-40B4-BE49-F238E27FC236}">
                <a16:creationId xmlns:a16="http://schemas.microsoft.com/office/drawing/2014/main" id="{D2345D65-2A74-491B-AC96-C66B2726A40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89600" y="826324"/>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73" name="Rectangle 72">
            <a:extLst>
              <a:ext uri="{FF2B5EF4-FFF2-40B4-BE49-F238E27FC236}">
                <a16:creationId xmlns:a16="http://schemas.microsoft.com/office/drawing/2014/main" id="{D15D9FA9-26A2-4F4D-8F7C-658E5E382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5775" y="4150596"/>
            <a:ext cx="1038557" cy="2231807"/>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mage result for analogue clock">
            <a:extLst>
              <a:ext uri="{FF2B5EF4-FFF2-40B4-BE49-F238E27FC236}">
                <a16:creationId xmlns:a16="http://schemas.microsoft.com/office/drawing/2014/main" id="{17243C0D-6D41-4DD4-A352-CFD5329BD22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03" b="-1739"/>
          <a:stretch/>
        </p:blipFill>
        <p:spPr bwMode="auto">
          <a:xfrm>
            <a:off x="3173528" y="4150596"/>
            <a:ext cx="2292555" cy="241467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D1CB20C0-639D-4900-99CF-7D598591216D}"/>
              </a:ext>
            </a:extLst>
          </p:cNvPr>
          <p:cNvSpPr>
            <a:spLocks noGrp="1"/>
          </p:cNvSpPr>
          <p:nvPr>
            <p:ph idx="1"/>
          </p:nvPr>
        </p:nvSpPr>
        <p:spPr>
          <a:xfrm>
            <a:off x="5466083" y="1629009"/>
            <a:ext cx="6540385" cy="5228992"/>
          </a:xfrm>
        </p:spPr>
        <p:txBody>
          <a:bodyPr>
            <a:normAutofit fontScale="92500" lnSpcReduction="20000"/>
          </a:bodyPr>
          <a:lstStyle/>
          <a:p>
            <a:pPr marL="0" indent="0">
              <a:buNone/>
            </a:pPr>
            <a:r>
              <a:rPr lang="en-AU" sz="1800" dirty="0">
                <a:latin typeface="Calibri" panose="020F0502020204030204" pitchFamily="34" charset="0"/>
                <a:cs typeface="Calibri" panose="020F0502020204030204" pitchFamily="34" charset="0"/>
              </a:rPr>
              <a:t>         </a:t>
            </a:r>
            <a:r>
              <a:rPr lang="en-AU" sz="1800" b="1" dirty="0">
                <a:latin typeface="Calibri" panose="020F0502020204030204" pitchFamily="34" charset="0"/>
                <a:cs typeface="Calibri" panose="020F0502020204030204" pitchFamily="34" charset="0"/>
              </a:rPr>
              <a:t>COPY AND SOLVE – UNDERLINE KEY WORDS</a:t>
            </a:r>
          </a:p>
          <a:p>
            <a:pPr marL="514350" indent="-514350">
              <a:buFont typeface="+mj-lt"/>
              <a:buAutoNum type="arabicPeriod"/>
            </a:pPr>
            <a:endParaRPr lang="en-AU" sz="800" dirty="0">
              <a:latin typeface="Calibri" panose="020F0502020204030204" pitchFamily="34" charset="0"/>
              <a:cs typeface="Calibri" panose="020F0502020204030204" pitchFamily="34" charset="0"/>
            </a:endParaRPr>
          </a:p>
          <a:p>
            <a:pPr marL="514350" indent="-514350">
              <a:buFont typeface="+mj-lt"/>
              <a:buAutoNum type="arabicPeriod"/>
            </a:pPr>
            <a:r>
              <a:rPr lang="en-AU" sz="2800" dirty="0">
                <a:latin typeface="Calibri" panose="020F0502020204030204" pitchFamily="34" charset="0"/>
                <a:cs typeface="Calibri" panose="020F0502020204030204" pitchFamily="34" charset="0"/>
              </a:rPr>
              <a:t>11 + 3</a:t>
            </a:r>
            <a:r>
              <a:rPr lang="en-AU" sz="2800" baseline="30000" dirty="0">
                <a:latin typeface="Calibri" panose="020F0502020204030204" pitchFamily="34" charset="0"/>
                <a:cs typeface="Calibri" panose="020F0502020204030204" pitchFamily="34" charset="0"/>
              </a:rPr>
              <a:t>2</a:t>
            </a:r>
            <a:r>
              <a:rPr lang="en-AU" sz="2800" dirty="0">
                <a:latin typeface="Calibri" panose="020F0502020204030204" pitchFamily="34" charset="0"/>
                <a:cs typeface="Calibri" panose="020F0502020204030204" pitchFamily="34" charset="0"/>
              </a:rPr>
              <a:t> – 3 x 5 = </a:t>
            </a:r>
            <a:r>
              <a:rPr lang="en-AU" sz="2800" dirty="0">
                <a:solidFill>
                  <a:srgbClr val="FF0000"/>
                </a:solidFill>
                <a:latin typeface="Calibri" panose="020F0502020204030204" pitchFamily="34" charset="0"/>
                <a:cs typeface="Calibri" panose="020F0502020204030204" pitchFamily="34" charset="0"/>
              </a:rPr>
              <a:t>5</a:t>
            </a:r>
            <a:endParaRPr lang="en-AU" sz="2800" dirty="0">
              <a:latin typeface="Calibri" panose="020F0502020204030204" pitchFamily="34" charset="0"/>
              <a:cs typeface="Calibri" panose="020F0502020204030204" pitchFamily="34" charset="0"/>
            </a:endParaRPr>
          </a:p>
          <a:p>
            <a:pPr marL="514350" indent="-514350">
              <a:buFont typeface="+mj-lt"/>
              <a:buAutoNum type="arabicPeriod"/>
            </a:pPr>
            <a:r>
              <a:rPr lang="en-AU" sz="2800" dirty="0">
                <a:latin typeface="Calibri" panose="020F0502020204030204" pitchFamily="34" charset="0"/>
                <a:cs typeface="Calibri" panose="020F0502020204030204" pitchFamily="34" charset="0"/>
              </a:rPr>
              <a:t>The Population for </a:t>
            </a:r>
            <a:r>
              <a:rPr lang="en-AU" sz="2800" dirty="0" err="1">
                <a:latin typeface="Calibri" panose="020F0502020204030204" pitchFamily="34" charset="0"/>
                <a:cs typeface="Calibri" panose="020F0502020204030204" pitchFamily="34" charset="0"/>
              </a:rPr>
              <a:t>QLd</a:t>
            </a:r>
            <a:r>
              <a:rPr lang="en-AU" sz="2800" dirty="0">
                <a:latin typeface="Calibri" panose="020F0502020204030204" pitchFamily="34" charset="0"/>
                <a:cs typeface="Calibri" panose="020F0502020204030204" pitchFamily="34" charset="0"/>
              </a:rPr>
              <a:t> in Dec 2018 was 5,052,800, NSW was 8,046,100 and VIC was 6,526,400. Use leading-digit approximation to estimate the total amount of people in these three states. </a:t>
            </a:r>
            <a:r>
              <a:rPr lang="en-AU" sz="2800" dirty="0">
                <a:solidFill>
                  <a:srgbClr val="FF0000"/>
                </a:solidFill>
                <a:latin typeface="Calibri" panose="020F0502020204030204" pitchFamily="34" charset="0"/>
                <a:cs typeface="Calibri" panose="020F0502020204030204" pitchFamily="34" charset="0"/>
              </a:rPr>
              <a:t>5 + 8 + 7 = 20 million </a:t>
            </a:r>
          </a:p>
          <a:p>
            <a:pPr marL="514350" indent="-514350">
              <a:buFont typeface="+mj-lt"/>
              <a:buAutoNum type="arabicPeriod"/>
            </a:pPr>
            <a:r>
              <a:rPr lang="en-AU" sz="2800" dirty="0">
                <a:latin typeface="Calibri" panose="020F0502020204030204" pitchFamily="34" charset="0"/>
                <a:cs typeface="Calibri" panose="020F0502020204030204" pitchFamily="34" charset="0"/>
              </a:rPr>
              <a:t>How many more people live in NSW than live in QLD? </a:t>
            </a:r>
            <a:r>
              <a:rPr lang="en-AU" sz="2800" dirty="0">
                <a:solidFill>
                  <a:srgbClr val="FF0000"/>
                </a:solidFill>
                <a:latin typeface="Calibri" panose="020F0502020204030204" pitchFamily="34" charset="0"/>
                <a:cs typeface="Calibri" panose="020F0502020204030204" pitchFamily="34" charset="0"/>
              </a:rPr>
              <a:t>2,993,300</a:t>
            </a:r>
            <a:endParaRPr lang="en-AU" sz="2800" dirty="0">
              <a:latin typeface="Calibri" panose="020F0502020204030204" pitchFamily="34" charset="0"/>
              <a:cs typeface="Calibri" panose="020F0502020204030204" pitchFamily="34" charset="0"/>
            </a:endParaRPr>
          </a:p>
          <a:p>
            <a:pPr marL="514350" indent="-514350">
              <a:buFont typeface="+mj-lt"/>
              <a:buAutoNum type="arabicPeriod"/>
            </a:pPr>
            <a:r>
              <a:rPr lang="en-AU" sz="2800" dirty="0">
                <a:latin typeface="Calibri" panose="020F0502020204030204" pitchFamily="34" charset="0"/>
                <a:cs typeface="Calibri" panose="020F0502020204030204" pitchFamily="34" charset="0"/>
              </a:rPr>
              <a:t>What is the time on this analogue clock </a:t>
            </a:r>
            <a:r>
              <a:rPr lang="en-AU" sz="2800" dirty="0">
                <a:solidFill>
                  <a:srgbClr val="FF0000"/>
                </a:solidFill>
                <a:latin typeface="Calibri" panose="020F0502020204030204" pitchFamily="34" charset="0"/>
                <a:cs typeface="Calibri" panose="020F0502020204030204" pitchFamily="34" charset="0"/>
              </a:rPr>
              <a:t>9:43 (am or pm??) (how would you know?)</a:t>
            </a:r>
            <a:endParaRPr lang="en-AU" sz="2800" dirty="0">
              <a:latin typeface="Calibri" panose="020F0502020204030204" pitchFamily="34" charset="0"/>
              <a:cs typeface="Calibri" panose="020F0502020204030204" pitchFamily="34" charset="0"/>
            </a:endParaRPr>
          </a:p>
          <a:p>
            <a:pPr marL="514350" indent="-514350">
              <a:buFont typeface="+mj-lt"/>
              <a:buAutoNum type="arabicPeriod"/>
            </a:pPr>
            <a:r>
              <a:rPr lang="en-AU" sz="2800" dirty="0">
                <a:latin typeface="Calibri" panose="020F0502020204030204" pitchFamily="34" charset="0"/>
                <a:cs typeface="Calibri" panose="020F0502020204030204" pitchFamily="34" charset="0"/>
              </a:rPr>
              <a:t>What will the time be in 2 and a quarter hours? </a:t>
            </a:r>
            <a:r>
              <a:rPr lang="en-AU" sz="2800" dirty="0">
                <a:solidFill>
                  <a:srgbClr val="FF0000"/>
                </a:solidFill>
                <a:latin typeface="Calibri" panose="020F0502020204030204" pitchFamily="34" charset="0"/>
                <a:cs typeface="Calibri" panose="020F0502020204030204" pitchFamily="34" charset="0"/>
              </a:rPr>
              <a:t>12:01am/00:01am/ 12:01pm</a:t>
            </a:r>
          </a:p>
        </p:txBody>
      </p:sp>
    </p:spTree>
    <p:extLst>
      <p:ext uri="{BB962C8B-B14F-4D97-AF65-F5344CB8AC3E}">
        <p14:creationId xmlns:p14="http://schemas.microsoft.com/office/powerpoint/2010/main" val="202043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BF2ABC8-4FD6-4B60-92A7-BB3BEE3C1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E10D1C-C52F-4092-B107-E88E506EF141}"/>
              </a:ext>
            </a:extLst>
          </p:cNvPr>
          <p:cNvSpPr>
            <a:spLocks noGrp="1"/>
          </p:cNvSpPr>
          <p:nvPr>
            <p:ph type="title"/>
          </p:nvPr>
        </p:nvSpPr>
        <p:spPr>
          <a:xfrm>
            <a:off x="1024128" y="585216"/>
            <a:ext cx="8018272" cy="1499616"/>
          </a:xfrm>
        </p:spPr>
        <p:txBody>
          <a:bodyPr>
            <a:normAutofit/>
          </a:bodyPr>
          <a:lstStyle/>
          <a:p>
            <a:r>
              <a:rPr lang="en-AU" dirty="0"/>
              <a:t>number system</a:t>
            </a:r>
            <a:endParaRPr lang="en-AU" dirty="0">
              <a:solidFill>
                <a:schemeClr val="accent3">
                  <a:lumMod val="50000"/>
                </a:schemeClr>
              </a:solidFill>
            </a:endParaRPr>
          </a:p>
        </p:txBody>
      </p:sp>
      <p:cxnSp>
        <p:nvCxnSpPr>
          <p:cNvPr id="10" name="Straight Connector 9">
            <a:extLst>
              <a:ext uri="{FF2B5EF4-FFF2-40B4-BE49-F238E27FC236}">
                <a16:creationId xmlns:a16="http://schemas.microsoft.com/office/drawing/2014/main" id="{DCD479D3-536C-4161-A6F8-813D30719B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46BA030-F0A1-43A2-A797-43A1FF6BDAE7}"/>
              </a:ext>
            </a:extLst>
          </p:cNvPr>
          <p:cNvSpPr>
            <a:spLocks noGrp="1"/>
          </p:cNvSpPr>
          <p:nvPr>
            <p:ph idx="1"/>
          </p:nvPr>
        </p:nvSpPr>
        <p:spPr>
          <a:xfrm>
            <a:off x="1024128" y="2286000"/>
            <a:ext cx="8018271" cy="4023360"/>
          </a:xfrm>
        </p:spPr>
        <p:txBody>
          <a:bodyPr>
            <a:normAutofit/>
          </a:bodyPr>
          <a:lstStyle/>
          <a:p>
            <a:pPr>
              <a:buFont typeface="Wingdings" panose="05000000000000000000" pitchFamily="2" charset="2"/>
              <a:buChar char="v"/>
            </a:pPr>
            <a:r>
              <a:rPr lang="en-AU" dirty="0">
                <a:latin typeface="Calibri" panose="020F0502020204030204" pitchFamily="34" charset="0"/>
                <a:cs typeface="Calibri" panose="020F0502020204030204" pitchFamily="34" charset="0"/>
              </a:rPr>
              <a:t> In our number system we work on a base number. </a:t>
            </a:r>
          </a:p>
          <a:p>
            <a:pPr>
              <a:buFont typeface="Wingdings" panose="05000000000000000000" pitchFamily="2" charset="2"/>
              <a:buChar char="v"/>
            </a:pPr>
            <a:endParaRPr lang="en-AU" dirty="0">
              <a:solidFill>
                <a:schemeClr val="accent3">
                  <a:lumMod val="50000"/>
                </a:schemeClr>
              </a:solidFill>
              <a:latin typeface="Calibri" panose="020F0502020204030204" pitchFamily="34" charset="0"/>
              <a:cs typeface="Calibri" panose="020F0502020204030204" pitchFamily="34" charset="0"/>
            </a:endParaRPr>
          </a:p>
          <a:p>
            <a:pPr marL="0" indent="0">
              <a:buNone/>
            </a:pPr>
            <a:r>
              <a:rPr lang="en-AU" dirty="0">
                <a:solidFill>
                  <a:schemeClr val="accent3">
                    <a:lumMod val="50000"/>
                  </a:schemeClr>
                </a:solidFill>
                <a:latin typeface="Calibri" panose="020F0502020204030204" pitchFamily="34" charset="0"/>
                <a:cs typeface="Calibri" panose="020F0502020204030204" pitchFamily="34" charset="0"/>
              </a:rPr>
              <a:t>The number is used when we have to more from one to tens, from tens to hundreds and from hundreds to thousands because we have too many to fit in that place. What number is this?</a:t>
            </a:r>
          </a:p>
          <a:p>
            <a:pPr marL="0" indent="0">
              <a:buNone/>
            </a:pPr>
            <a:endParaRPr lang="en-AU" dirty="0">
              <a:solidFill>
                <a:schemeClr val="accent3">
                  <a:lumMod val="50000"/>
                </a:schemeClr>
              </a:solidFill>
              <a:latin typeface="Calibri" panose="020F0502020204030204" pitchFamily="34" charset="0"/>
              <a:cs typeface="Calibri" panose="020F0502020204030204" pitchFamily="34" charset="0"/>
            </a:endParaRPr>
          </a:p>
          <a:p>
            <a:pPr marL="0" indent="0">
              <a:buNone/>
            </a:pPr>
            <a:r>
              <a:rPr lang="en-AU" dirty="0">
                <a:solidFill>
                  <a:schemeClr val="accent3">
                    <a:lumMod val="50000"/>
                  </a:schemeClr>
                </a:solidFill>
                <a:latin typeface="Calibri" panose="020F0502020204030204" pitchFamily="34" charset="0"/>
                <a:cs typeface="Calibri" panose="020F0502020204030204" pitchFamily="34" charset="0"/>
              </a:rPr>
              <a:t>                                                     </a:t>
            </a:r>
            <a:r>
              <a:rPr lang="en-AU" sz="9700" dirty="0">
                <a:solidFill>
                  <a:srgbClr val="FF0000"/>
                </a:solidFill>
                <a:latin typeface="Calibri" panose="020F0502020204030204" pitchFamily="34" charset="0"/>
                <a:cs typeface="Calibri" panose="020F0502020204030204" pitchFamily="34" charset="0"/>
              </a:rPr>
              <a:t>10</a:t>
            </a:r>
            <a:endParaRPr lang="en-AU" dirty="0">
              <a:solidFill>
                <a:schemeClr val="accent3">
                  <a:lumMod val="50000"/>
                </a:schemeClr>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0416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10D1C-C52F-4092-B107-E88E506EF141}"/>
              </a:ext>
            </a:extLst>
          </p:cNvPr>
          <p:cNvSpPr>
            <a:spLocks noGrp="1"/>
          </p:cNvSpPr>
          <p:nvPr>
            <p:ph type="title"/>
          </p:nvPr>
        </p:nvSpPr>
        <p:spPr>
          <a:xfrm>
            <a:off x="1024128" y="268224"/>
            <a:ext cx="8018272" cy="1499616"/>
          </a:xfrm>
        </p:spPr>
        <p:txBody>
          <a:bodyPr>
            <a:normAutofit/>
          </a:bodyPr>
          <a:lstStyle/>
          <a:p>
            <a:r>
              <a:rPr lang="en-AU" u="sng" dirty="0"/>
              <a:t>Base 10 number system</a:t>
            </a:r>
            <a:endParaRPr lang="en-AU" u="sng" dirty="0">
              <a:solidFill>
                <a:schemeClr val="accent3">
                  <a:lumMod val="50000"/>
                </a:schemeClr>
              </a:solidFill>
            </a:endParaRPr>
          </a:p>
        </p:txBody>
      </p:sp>
      <p:sp>
        <p:nvSpPr>
          <p:cNvPr id="3" name="Content Placeholder 2">
            <a:extLst>
              <a:ext uri="{FF2B5EF4-FFF2-40B4-BE49-F238E27FC236}">
                <a16:creationId xmlns:a16="http://schemas.microsoft.com/office/drawing/2014/main" id="{D46BA030-F0A1-43A2-A797-43A1FF6BDAE7}"/>
              </a:ext>
            </a:extLst>
          </p:cNvPr>
          <p:cNvSpPr>
            <a:spLocks noGrp="1"/>
          </p:cNvSpPr>
          <p:nvPr>
            <p:ph idx="1"/>
          </p:nvPr>
        </p:nvSpPr>
        <p:spPr>
          <a:xfrm>
            <a:off x="1024128" y="1752600"/>
            <a:ext cx="8018271" cy="4556760"/>
          </a:xfrm>
        </p:spPr>
        <p:txBody>
          <a:bodyPr>
            <a:normAutofit/>
          </a:bodyPr>
          <a:lstStyle/>
          <a:p>
            <a:pPr>
              <a:buFont typeface="Wingdings" panose="05000000000000000000" pitchFamily="2" charset="2"/>
              <a:buChar char="v"/>
            </a:pPr>
            <a:r>
              <a:rPr lang="en-AU" sz="2800" dirty="0">
                <a:latin typeface="Calibri" panose="020F0502020204030204" pitchFamily="34" charset="0"/>
                <a:cs typeface="Calibri" panose="020F0502020204030204" pitchFamily="34" charset="0"/>
              </a:rPr>
              <a:t> The numbers what we use every day are based on the base 10 number system </a:t>
            </a:r>
          </a:p>
          <a:p>
            <a:pPr>
              <a:buFont typeface="Wingdings" panose="05000000000000000000" pitchFamily="2" charset="2"/>
              <a:buChar char="v"/>
            </a:pPr>
            <a:endParaRPr lang="en-AU" sz="2800" dirty="0">
              <a:solidFill>
                <a:schemeClr val="accent3">
                  <a:lumMod val="50000"/>
                </a:schemeClr>
              </a:solidFill>
              <a:latin typeface="Calibri" panose="020F0502020204030204" pitchFamily="34" charset="0"/>
              <a:cs typeface="Calibri" panose="020F0502020204030204" pitchFamily="34" charset="0"/>
            </a:endParaRPr>
          </a:p>
          <a:p>
            <a:pPr>
              <a:buFont typeface="Wingdings" panose="05000000000000000000" pitchFamily="2" charset="2"/>
              <a:buChar char="v"/>
            </a:pPr>
            <a:r>
              <a:rPr lang="en-AU" sz="2800" dirty="0">
                <a:solidFill>
                  <a:schemeClr val="accent3">
                    <a:lumMod val="50000"/>
                  </a:schemeClr>
                </a:solidFill>
                <a:latin typeface="Calibri" panose="020F0502020204030204" pitchFamily="34" charset="0"/>
                <a:cs typeface="Calibri" panose="020F0502020204030204" pitchFamily="34" charset="0"/>
              </a:rPr>
              <a:t>These 10 numbers are 0,1,2,3,4,5,6,7,8,9 </a:t>
            </a:r>
          </a:p>
          <a:p>
            <a:pPr>
              <a:buFont typeface="Wingdings" panose="05000000000000000000" pitchFamily="2" charset="2"/>
              <a:buChar char="v"/>
            </a:pPr>
            <a:endParaRPr lang="en-AU" sz="2800" dirty="0">
              <a:solidFill>
                <a:schemeClr val="accent3">
                  <a:lumMod val="50000"/>
                </a:schemeClr>
              </a:solidFill>
              <a:latin typeface="Calibri" panose="020F0502020204030204" pitchFamily="34" charset="0"/>
              <a:cs typeface="Calibri" panose="020F0502020204030204" pitchFamily="34" charset="0"/>
            </a:endParaRPr>
          </a:p>
          <a:p>
            <a:pPr>
              <a:buFont typeface="Wingdings" panose="05000000000000000000" pitchFamily="2" charset="2"/>
              <a:buChar char="v"/>
            </a:pPr>
            <a:r>
              <a:rPr lang="en-AU" sz="2800" dirty="0">
                <a:solidFill>
                  <a:schemeClr val="accent3">
                    <a:lumMod val="50000"/>
                  </a:schemeClr>
                </a:solidFill>
                <a:latin typeface="Calibri" panose="020F0502020204030204" pitchFamily="34" charset="0"/>
                <a:cs typeface="Calibri" panose="020F0502020204030204" pitchFamily="34" charset="0"/>
              </a:rPr>
              <a:t>Why do you think that 10 was a convenient number when it came to counting in early humanity when this system was developed?</a:t>
            </a:r>
          </a:p>
          <a:p>
            <a:pPr>
              <a:buFont typeface="Wingdings" panose="05000000000000000000" pitchFamily="2" charset="2"/>
              <a:buChar char="v"/>
            </a:pPr>
            <a:r>
              <a:rPr lang="en-AU" sz="2800" dirty="0">
                <a:solidFill>
                  <a:schemeClr val="accent3">
                    <a:lumMod val="50000"/>
                  </a:schemeClr>
                </a:solidFill>
                <a:latin typeface="Calibri" panose="020F0502020204030204" pitchFamily="34" charset="0"/>
                <a:cs typeface="Calibri" panose="020F0502020204030204" pitchFamily="34" charset="0"/>
              </a:rPr>
              <a:t>Hint : It has to do with our bodies</a:t>
            </a:r>
          </a:p>
        </p:txBody>
      </p:sp>
      <p:pic>
        <p:nvPicPr>
          <p:cNvPr id="2050" name="Picture 2" descr="Image result for numbers 0-9">
            <a:extLst>
              <a:ext uri="{FF2B5EF4-FFF2-40B4-BE49-F238E27FC236}">
                <a16:creationId xmlns:a16="http://schemas.microsoft.com/office/drawing/2014/main" id="{D231EE6D-8B11-49CB-AE5D-C4E343EB3C6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0649"/>
          <a:stretch/>
        </p:blipFill>
        <p:spPr bwMode="auto">
          <a:xfrm>
            <a:off x="9500152" y="1510748"/>
            <a:ext cx="2057400" cy="3836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4157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10D1C-C52F-4092-B107-E88E506EF141}"/>
              </a:ext>
            </a:extLst>
          </p:cNvPr>
          <p:cNvSpPr>
            <a:spLocks noGrp="1"/>
          </p:cNvSpPr>
          <p:nvPr>
            <p:ph type="title"/>
          </p:nvPr>
        </p:nvSpPr>
        <p:spPr>
          <a:xfrm>
            <a:off x="1024128" y="268224"/>
            <a:ext cx="8018272" cy="1499616"/>
          </a:xfrm>
        </p:spPr>
        <p:txBody>
          <a:bodyPr>
            <a:normAutofit/>
          </a:bodyPr>
          <a:lstStyle/>
          <a:p>
            <a:r>
              <a:rPr lang="en-AU" u="sng" dirty="0"/>
              <a:t>Base 10 number system</a:t>
            </a:r>
            <a:endParaRPr lang="en-AU" u="sng" dirty="0">
              <a:solidFill>
                <a:schemeClr val="accent3">
                  <a:lumMod val="50000"/>
                </a:schemeClr>
              </a:solidFill>
            </a:endParaRPr>
          </a:p>
        </p:txBody>
      </p:sp>
      <p:sp>
        <p:nvSpPr>
          <p:cNvPr id="3" name="Content Placeholder 2">
            <a:extLst>
              <a:ext uri="{FF2B5EF4-FFF2-40B4-BE49-F238E27FC236}">
                <a16:creationId xmlns:a16="http://schemas.microsoft.com/office/drawing/2014/main" id="{D46BA030-F0A1-43A2-A797-43A1FF6BDAE7}"/>
              </a:ext>
            </a:extLst>
          </p:cNvPr>
          <p:cNvSpPr>
            <a:spLocks noGrp="1"/>
          </p:cNvSpPr>
          <p:nvPr>
            <p:ph idx="1"/>
          </p:nvPr>
        </p:nvSpPr>
        <p:spPr>
          <a:xfrm>
            <a:off x="768300" y="1739920"/>
            <a:ext cx="11078618" cy="10434114"/>
          </a:xfrm>
        </p:spPr>
        <p:txBody>
          <a:bodyPr>
            <a:normAutofit/>
          </a:bodyPr>
          <a:lstStyle/>
          <a:p>
            <a:pPr>
              <a:buFont typeface="Wingdings" panose="05000000000000000000" pitchFamily="2" charset="2"/>
              <a:buChar char="v"/>
            </a:pPr>
            <a:r>
              <a:rPr lang="en-AU" sz="2800" dirty="0">
                <a:latin typeface="Calibri" panose="020F0502020204030204" pitchFamily="34" charset="0"/>
                <a:cs typeface="Calibri" panose="020F0502020204030204" pitchFamily="34" charset="0"/>
              </a:rPr>
              <a:t> Each time we move one digit to the left in our base ten system, the number gets 10 times larger</a:t>
            </a:r>
          </a:p>
          <a:p>
            <a:pPr>
              <a:buFont typeface="Wingdings" panose="05000000000000000000" pitchFamily="2" charset="2"/>
              <a:buChar char="v"/>
            </a:pPr>
            <a:r>
              <a:rPr lang="en-AU" sz="2800" dirty="0">
                <a:solidFill>
                  <a:schemeClr val="accent3">
                    <a:lumMod val="50000"/>
                  </a:schemeClr>
                </a:solidFill>
                <a:latin typeface="Calibri" panose="020F0502020204030204" pitchFamily="34" charset="0"/>
                <a:cs typeface="Calibri" panose="020F0502020204030204" pitchFamily="34" charset="0"/>
              </a:rPr>
              <a:t>10</a:t>
            </a:r>
          </a:p>
          <a:p>
            <a:pPr>
              <a:buFont typeface="Wingdings" panose="05000000000000000000" pitchFamily="2" charset="2"/>
              <a:buChar char="v"/>
            </a:pPr>
            <a:r>
              <a:rPr lang="en-AU" sz="2800" dirty="0">
                <a:solidFill>
                  <a:schemeClr val="accent3">
                    <a:lumMod val="50000"/>
                  </a:schemeClr>
                </a:solidFill>
                <a:latin typeface="Calibri" panose="020F0502020204030204" pitchFamily="34" charset="0"/>
                <a:cs typeface="Calibri" panose="020F0502020204030204" pitchFamily="34" charset="0"/>
              </a:rPr>
              <a:t>100</a:t>
            </a:r>
          </a:p>
          <a:p>
            <a:pPr>
              <a:buFont typeface="Wingdings" panose="05000000000000000000" pitchFamily="2" charset="2"/>
              <a:buChar char="v"/>
            </a:pPr>
            <a:r>
              <a:rPr lang="en-AU" sz="2800" dirty="0">
                <a:solidFill>
                  <a:schemeClr val="accent3">
                    <a:lumMod val="50000"/>
                  </a:schemeClr>
                </a:solidFill>
                <a:latin typeface="Calibri" panose="020F0502020204030204" pitchFamily="34" charset="0"/>
                <a:cs typeface="Calibri" panose="020F0502020204030204" pitchFamily="34" charset="0"/>
              </a:rPr>
              <a:t>1000</a:t>
            </a:r>
          </a:p>
          <a:p>
            <a:pPr>
              <a:buFont typeface="Wingdings" panose="05000000000000000000" pitchFamily="2" charset="2"/>
              <a:buChar char="v"/>
            </a:pPr>
            <a:r>
              <a:rPr lang="en-AU" sz="2800" dirty="0">
                <a:solidFill>
                  <a:schemeClr val="accent3">
                    <a:lumMod val="50000"/>
                  </a:schemeClr>
                </a:solidFill>
                <a:latin typeface="Calibri" panose="020F0502020204030204" pitchFamily="34" charset="0"/>
                <a:cs typeface="Calibri" panose="020F0502020204030204" pitchFamily="34" charset="0"/>
              </a:rPr>
              <a:t>10,000</a:t>
            </a:r>
          </a:p>
          <a:p>
            <a:pPr>
              <a:buFont typeface="Wingdings" panose="05000000000000000000" pitchFamily="2" charset="2"/>
              <a:buChar char="v"/>
            </a:pPr>
            <a:r>
              <a:rPr lang="en-AU" sz="2800" dirty="0">
                <a:solidFill>
                  <a:schemeClr val="accent3">
                    <a:lumMod val="50000"/>
                  </a:schemeClr>
                </a:solidFill>
                <a:latin typeface="Calibri" panose="020F0502020204030204" pitchFamily="34" charset="0"/>
                <a:cs typeface="Calibri" panose="020F0502020204030204" pitchFamily="34" charset="0"/>
              </a:rPr>
              <a:t>100,000</a:t>
            </a:r>
          </a:p>
          <a:p>
            <a:pPr>
              <a:buFont typeface="Wingdings" panose="05000000000000000000" pitchFamily="2" charset="2"/>
              <a:buChar char="v"/>
            </a:pPr>
            <a:endParaRPr lang="en-AU" sz="2800" dirty="0">
              <a:solidFill>
                <a:schemeClr val="accent3">
                  <a:lumMod val="50000"/>
                </a:schemeClr>
              </a:solidFill>
              <a:latin typeface="Calibri" panose="020F0502020204030204" pitchFamily="34" charset="0"/>
              <a:cs typeface="Calibri" panose="020F0502020204030204" pitchFamily="34" charset="0"/>
            </a:endParaRPr>
          </a:p>
        </p:txBody>
      </p:sp>
      <p:pic>
        <p:nvPicPr>
          <p:cNvPr id="2050" name="Picture 2" descr="Image result for numbers 0-9">
            <a:extLst>
              <a:ext uri="{FF2B5EF4-FFF2-40B4-BE49-F238E27FC236}">
                <a16:creationId xmlns:a16="http://schemas.microsoft.com/office/drawing/2014/main" id="{D231EE6D-8B11-49CB-AE5D-C4E343EB3C6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0649"/>
          <a:stretch/>
        </p:blipFill>
        <p:spPr bwMode="auto">
          <a:xfrm>
            <a:off x="9565467" y="2339163"/>
            <a:ext cx="2057400" cy="3836504"/>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Image result for austin powers 1 million">
            <a:extLst>
              <a:ext uri="{FF2B5EF4-FFF2-40B4-BE49-F238E27FC236}">
                <a16:creationId xmlns:a16="http://schemas.microsoft.com/office/drawing/2014/main" id="{B1C3617F-6147-4DE4-9688-068A0E420E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5386" y="5347252"/>
            <a:ext cx="2847975" cy="16097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age result for 10 fingers base 10">
            <a:extLst>
              <a:ext uri="{FF2B5EF4-FFF2-40B4-BE49-F238E27FC236}">
                <a16:creationId xmlns:a16="http://schemas.microsoft.com/office/drawing/2014/main" id="{A0C793FF-87B1-48CC-BD14-AC537A6DD9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57200" y="2339163"/>
            <a:ext cx="4562060" cy="4518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1207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12" name="Rectangle 72">
            <a:extLst>
              <a:ext uri="{FF2B5EF4-FFF2-40B4-BE49-F238E27FC236}">
                <a16:creationId xmlns:a16="http://schemas.microsoft.com/office/drawing/2014/main" id="{84DAF2E9-3D88-4759-B4FC-7688C7B980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blipFill dpi="0" rotWithShape="1">
            <a:blip r:embed="rId3">
              <a:duotone>
                <a:schemeClr val="accent2">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4113" name="Straight Connector 74">
            <a:extLst>
              <a:ext uri="{FF2B5EF4-FFF2-40B4-BE49-F238E27FC236}">
                <a16:creationId xmlns:a16="http://schemas.microsoft.com/office/drawing/2014/main" id="{6ADA00DF-825B-4D57-98D5-5A221ED9DF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4114" name="Rectangle 76">
            <a:extLst>
              <a:ext uri="{FF2B5EF4-FFF2-40B4-BE49-F238E27FC236}">
                <a16:creationId xmlns:a16="http://schemas.microsoft.com/office/drawing/2014/main" id="{C5FC4215-B086-424A-AD98-93B7E9905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Image result for sumerian number system 9999">
            <a:extLst>
              <a:ext uri="{FF2B5EF4-FFF2-40B4-BE49-F238E27FC236}">
                <a16:creationId xmlns:a16="http://schemas.microsoft.com/office/drawing/2014/main" id="{6ED137A6-4E21-477F-ABFF-93034FA6635B}"/>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952500" y="373991"/>
            <a:ext cx="6192000" cy="3931920"/>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Image result for number system 9999">
            <a:extLst>
              <a:ext uri="{FF2B5EF4-FFF2-40B4-BE49-F238E27FC236}">
                <a16:creationId xmlns:a16="http://schemas.microsoft.com/office/drawing/2014/main" id="{889602B7-DACC-45E1-832E-54AFD94DFBB8}"/>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7621579" y="128545"/>
            <a:ext cx="4407419" cy="4451938"/>
          </a:xfrm>
          <a:prstGeom prst="rect">
            <a:avLst/>
          </a:prstGeom>
          <a:noFill/>
          <a:extLst>
            <a:ext uri="{909E8E84-426E-40DD-AFC4-6F175D3DCCD1}">
              <a14:hiddenFill xmlns:a14="http://schemas.microsoft.com/office/drawing/2010/main">
                <a:solidFill>
                  <a:srgbClr val="FFFFFF"/>
                </a:solidFill>
              </a14:hiddenFill>
            </a:ext>
          </a:extLst>
        </p:spPr>
      </p:pic>
      <p:sp>
        <p:nvSpPr>
          <p:cNvPr id="4115" name="Rectangle 78">
            <a:extLst>
              <a:ext uri="{FF2B5EF4-FFF2-40B4-BE49-F238E27FC236}">
                <a16:creationId xmlns:a16="http://schemas.microsoft.com/office/drawing/2014/main" id="{C2D1CC12-7760-44F2-823C-23B8AD85BD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275" y="4676775"/>
            <a:ext cx="10917644" cy="15469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E10D1C-C52F-4092-B107-E88E506EF141}"/>
              </a:ext>
            </a:extLst>
          </p:cNvPr>
          <p:cNvSpPr>
            <a:spLocks noGrp="1"/>
          </p:cNvSpPr>
          <p:nvPr>
            <p:ph type="title"/>
          </p:nvPr>
        </p:nvSpPr>
        <p:spPr>
          <a:xfrm>
            <a:off x="952500" y="4773068"/>
            <a:ext cx="7277100" cy="1354365"/>
          </a:xfrm>
        </p:spPr>
        <p:txBody>
          <a:bodyPr vert="horz" lIns="91440" tIns="45720" rIns="91440" bIns="45720" rtlCol="0" anchor="ctr">
            <a:normAutofit/>
          </a:bodyPr>
          <a:lstStyle/>
          <a:p>
            <a:pPr algn="r"/>
            <a:r>
              <a:rPr lang="en-US" u="sng" spc="200">
                <a:solidFill>
                  <a:srgbClr val="FFFFFF"/>
                </a:solidFill>
              </a:rPr>
              <a:t>Base 10 number system – Other cultures</a:t>
            </a:r>
          </a:p>
        </p:txBody>
      </p:sp>
      <p:cxnSp>
        <p:nvCxnSpPr>
          <p:cNvPr id="4116" name="Straight Connector 80">
            <a:extLst>
              <a:ext uri="{FF2B5EF4-FFF2-40B4-BE49-F238E27FC236}">
                <a16:creationId xmlns:a16="http://schemas.microsoft.com/office/drawing/2014/main" id="{ABF035CA-3115-4A5C-B8E2-9FCDC5CA02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4993050"/>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F520CA5-90A8-47A4-973E-EE4370F8F579}"/>
              </a:ext>
            </a:extLst>
          </p:cNvPr>
          <p:cNvSpPr txBox="1"/>
          <p:nvPr/>
        </p:nvSpPr>
        <p:spPr>
          <a:xfrm>
            <a:off x="2727764" y="4238952"/>
            <a:ext cx="2308645" cy="646331"/>
          </a:xfrm>
          <a:prstGeom prst="rect">
            <a:avLst/>
          </a:prstGeom>
          <a:noFill/>
        </p:spPr>
        <p:txBody>
          <a:bodyPr wrap="none" rtlCol="0">
            <a:spAutoFit/>
          </a:bodyPr>
          <a:lstStyle/>
          <a:p>
            <a:r>
              <a:rPr lang="en-US" sz="3600" b="1" dirty="0"/>
              <a:t>SUMERIAN</a:t>
            </a:r>
            <a:endParaRPr lang="en-GH" sz="3600" b="1" dirty="0"/>
          </a:p>
        </p:txBody>
      </p:sp>
      <p:sp>
        <p:nvSpPr>
          <p:cNvPr id="7" name="TextBox 6">
            <a:extLst>
              <a:ext uri="{FF2B5EF4-FFF2-40B4-BE49-F238E27FC236}">
                <a16:creationId xmlns:a16="http://schemas.microsoft.com/office/drawing/2014/main" id="{06234D2E-FF2F-486D-950E-0DE39421E055}"/>
              </a:ext>
            </a:extLst>
          </p:cNvPr>
          <p:cNvSpPr txBox="1"/>
          <p:nvPr/>
        </p:nvSpPr>
        <p:spPr>
          <a:xfrm>
            <a:off x="1848678" y="4572000"/>
            <a:ext cx="184731" cy="369332"/>
          </a:xfrm>
          <a:prstGeom prst="rect">
            <a:avLst/>
          </a:prstGeom>
          <a:noFill/>
        </p:spPr>
        <p:txBody>
          <a:bodyPr wrap="none" rtlCol="0">
            <a:spAutoFit/>
          </a:bodyPr>
          <a:lstStyle/>
          <a:p>
            <a:endParaRPr lang="en-GH" dirty="0"/>
          </a:p>
        </p:txBody>
      </p:sp>
      <p:sp>
        <p:nvSpPr>
          <p:cNvPr id="8" name="TextBox 7">
            <a:extLst>
              <a:ext uri="{FF2B5EF4-FFF2-40B4-BE49-F238E27FC236}">
                <a16:creationId xmlns:a16="http://schemas.microsoft.com/office/drawing/2014/main" id="{6837FC1A-057A-43F0-AC72-6278190848B3}"/>
              </a:ext>
            </a:extLst>
          </p:cNvPr>
          <p:cNvSpPr txBox="1"/>
          <p:nvPr/>
        </p:nvSpPr>
        <p:spPr>
          <a:xfrm>
            <a:off x="8479478" y="4592896"/>
            <a:ext cx="3727687" cy="584775"/>
          </a:xfrm>
          <a:prstGeom prst="rect">
            <a:avLst/>
          </a:prstGeom>
          <a:noFill/>
        </p:spPr>
        <p:txBody>
          <a:bodyPr wrap="none" rtlCol="0">
            <a:spAutoFit/>
          </a:bodyPr>
          <a:lstStyle/>
          <a:p>
            <a:r>
              <a:rPr lang="en-AU" sz="3200" b="1" dirty="0"/>
              <a:t>CISTERCIAN MONKS</a:t>
            </a:r>
            <a:endParaRPr lang="en-GH" sz="3200" b="1" dirty="0"/>
          </a:p>
        </p:txBody>
      </p:sp>
    </p:spTree>
    <p:extLst>
      <p:ext uri="{BB962C8B-B14F-4D97-AF65-F5344CB8AC3E}">
        <p14:creationId xmlns:p14="http://schemas.microsoft.com/office/powerpoint/2010/main" val="1613365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10D1C-C52F-4092-B107-E88E506EF141}"/>
              </a:ext>
            </a:extLst>
          </p:cNvPr>
          <p:cNvSpPr>
            <a:spLocks noGrp="1"/>
          </p:cNvSpPr>
          <p:nvPr>
            <p:ph type="title"/>
          </p:nvPr>
        </p:nvSpPr>
        <p:spPr>
          <a:xfrm>
            <a:off x="1620476" y="29685"/>
            <a:ext cx="9929622" cy="1484375"/>
          </a:xfrm>
        </p:spPr>
        <p:txBody>
          <a:bodyPr>
            <a:normAutofit/>
          </a:bodyPr>
          <a:lstStyle/>
          <a:p>
            <a:r>
              <a:rPr lang="en-AU" u="sng" dirty="0"/>
              <a:t>Base 10 number system – Interesting</a:t>
            </a:r>
            <a:endParaRPr lang="en-AU" u="sng" dirty="0">
              <a:solidFill>
                <a:schemeClr val="accent3">
                  <a:lumMod val="50000"/>
                </a:schemeClr>
              </a:solidFill>
            </a:endParaRPr>
          </a:p>
        </p:txBody>
      </p:sp>
      <p:pic>
        <p:nvPicPr>
          <p:cNvPr id="5122" name="Picture 2" descr="Image result for where numbers originated from">
            <a:extLst>
              <a:ext uri="{FF2B5EF4-FFF2-40B4-BE49-F238E27FC236}">
                <a16:creationId xmlns:a16="http://schemas.microsoft.com/office/drawing/2014/main" id="{2B8D0D8A-A415-4930-B1B3-470AD9669C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1897" y="1352550"/>
            <a:ext cx="7159144" cy="5237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9946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10D1C-C52F-4092-B107-E88E506EF141}"/>
              </a:ext>
            </a:extLst>
          </p:cNvPr>
          <p:cNvSpPr>
            <a:spLocks noGrp="1"/>
          </p:cNvSpPr>
          <p:nvPr>
            <p:ph type="title"/>
          </p:nvPr>
        </p:nvSpPr>
        <p:spPr>
          <a:xfrm>
            <a:off x="1620476" y="29685"/>
            <a:ext cx="9929622" cy="1484375"/>
          </a:xfrm>
        </p:spPr>
        <p:txBody>
          <a:bodyPr>
            <a:normAutofit/>
          </a:bodyPr>
          <a:lstStyle/>
          <a:p>
            <a:r>
              <a:rPr lang="en-AU" u="sng" dirty="0"/>
              <a:t>Base 10 number system - Decimal</a:t>
            </a:r>
            <a:endParaRPr lang="en-AU" u="sng" dirty="0">
              <a:solidFill>
                <a:schemeClr val="accent3">
                  <a:lumMod val="50000"/>
                </a:schemeClr>
              </a:solidFill>
            </a:endParaRPr>
          </a:p>
        </p:txBody>
      </p:sp>
      <p:sp>
        <p:nvSpPr>
          <p:cNvPr id="3" name="TextBox 2">
            <a:extLst>
              <a:ext uri="{FF2B5EF4-FFF2-40B4-BE49-F238E27FC236}">
                <a16:creationId xmlns:a16="http://schemas.microsoft.com/office/drawing/2014/main" id="{D5B01C92-1F6F-45A8-A3A6-DAA0728657DF}"/>
              </a:ext>
            </a:extLst>
          </p:cNvPr>
          <p:cNvSpPr txBox="1"/>
          <p:nvPr/>
        </p:nvSpPr>
        <p:spPr>
          <a:xfrm>
            <a:off x="1230085" y="1290091"/>
            <a:ext cx="10320013" cy="4832092"/>
          </a:xfrm>
          <a:prstGeom prst="rect">
            <a:avLst/>
          </a:prstGeom>
          <a:noFill/>
        </p:spPr>
        <p:txBody>
          <a:bodyPr wrap="square" rtlCol="0">
            <a:spAutoFit/>
          </a:bodyPr>
          <a:lstStyle/>
          <a:p>
            <a:pPr marL="285750" indent="-285750">
              <a:buFont typeface="Arial" panose="020B0604020202020204" pitchFamily="34" charset="0"/>
              <a:buChar char="•"/>
            </a:pPr>
            <a:r>
              <a:rPr lang="en-AU" sz="2800" dirty="0"/>
              <a:t>Each time we move one digit to the left in our base ten system, the number is ten times larger for the example. </a:t>
            </a:r>
          </a:p>
          <a:p>
            <a:pPr marL="285750" indent="-285750">
              <a:buFont typeface="Arial" panose="020B0604020202020204" pitchFamily="34" charset="0"/>
              <a:buChar char="•"/>
            </a:pPr>
            <a:r>
              <a:rPr lang="en-AU" sz="2800" dirty="0"/>
              <a:t>100 is ten times larger than 10. </a:t>
            </a:r>
          </a:p>
          <a:p>
            <a:pPr marL="285750" indent="-285750">
              <a:buFont typeface="Arial" panose="020B0604020202020204" pitchFamily="34" charset="0"/>
              <a:buChar char="•"/>
            </a:pPr>
            <a:r>
              <a:rPr lang="en-AU" sz="2800" dirty="0"/>
              <a:t>Likewise, each time we move to the right, the number is ten times smaller. For example, 50 is ten times smaller than 500.</a:t>
            </a:r>
          </a:p>
          <a:p>
            <a:pPr marL="285750" indent="-285750">
              <a:buFont typeface="Arial" panose="020B0604020202020204" pitchFamily="34" charset="0"/>
              <a:buChar char="•"/>
            </a:pPr>
            <a:r>
              <a:rPr lang="en-AU" sz="2800" dirty="0">
                <a:solidFill>
                  <a:srgbClr val="FF0000"/>
                </a:solidFill>
              </a:rPr>
              <a:t>The same is true with Decimals. E.g. 0.1 is 10 times bigger than 0.01</a:t>
            </a:r>
          </a:p>
          <a:p>
            <a:pPr marL="285750" indent="-285750">
              <a:buFont typeface="Arial" panose="020B0604020202020204" pitchFamily="34" charset="0"/>
              <a:buChar char="•"/>
            </a:pPr>
            <a:endParaRPr lang="en-AU" sz="2800" dirty="0"/>
          </a:p>
          <a:p>
            <a:endParaRPr lang="en-AU" sz="2800" dirty="0"/>
          </a:p>
          <a:p>
            <a:endParaRPr lang="en-AU" sz="2800" dirty="0"/>
          </a:p>
          <a:p>
            <a:r>
              <a:rPr lang="en-AU" sz="2800" dirty="0"/>
              <a:t> </a:t>
            </a:r>
          </a:p>
          <a:p>
            <a:pPr marL="285750" indent="-285750">
              <a:buFont typeface="Arial" panose="020B0604020202020204" pitchFamily="34" charset="0"/>
              <a:buChar char="•"/>
            </a:pPr>
            <a:endParaRPr lang="en-AU" sz="2800" dirty="0"/>
          </a:p>
        </p:txBody>
      </p:sp>
      <p:pic>
        <p:nvPicPr>
          <p:cNvPr id="5" name="Picture 2" descr="Decimals Divide by 10 tenths, Hundredths, Thousandths">
            <a:extLst>
              <a:ext uri="{FF2B5EF4-FFF2-40B4-BE49-F238E27FC236}">
                <a16:creationId xmlns:a16="http://schemas.microsoft.com/office/drawing/2014/main" id="{2587204D-5602-4CAA-8732-A66D502E0E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0476" y="4194544"/>
            <a:ext cx="8582484" cy="2422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4571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10D1C-C52F-4092-B107-E88E506EF141}"/>
              </a:ext>
            </a:extLst>
          </p:cNvPr>
          <p:cNvSpPr>
            <a:spLocks noGrp="1"/>
          </p:cNvSpPr>
          <p:nvPr>
            <p:ph type="title"/>
          </p:nvPr>
        </p:nvSpPr>
        <p:spPr>
          <a:xfrm>
            <a:off x="1024128" y="585216"/>
            <a:ext cx="6066816" cy="1499616"/>
          </a:xfrm>
        </p:spPr>
        <p:txBody>
          <a:bodyPr>
            <a:normAutofit/>
          </a:bodyPr>
          <a:lstStyle/>
          <a:p>
            <a:r>
              <a:rPr lang="en-AU"/>
              <a:t>Origin of the word Decimal</a:t>
            </a:r>
          </a:p>
        </p:txBody>
      </p:sp>
      <p:sp>
        <p:nvSpPr>
          <p:cNvPr id="3" name="Content Placeholder 2">
            <a:extLst>
              <a:ext uri="{FF2B5EF4-FFF2-40B4-BE49-F238E27FC236}">
                <a16:creationId xmlns:a16="http://schemas.microsoft.com/office/drawing/2014/main" id="{D46BA030-F0A1-43A2-A797-43A1FF6BDAE7}"/>
              </a:ext>
            </a:extLst>
          </p:cNvPr>
          <p:cNvSpPr>
            <a:spLocks noGrp="1"/>
          </p:cNvSpPr>
          <p:nvPr>
            <p:ph idx="1"/>
          </p:nvPr>
        </p:nvSpPr>
        <p:spPr>
          <a:xfrm>
            <a:off x="1024128" y="2286000"/>
            <a:ext cx="6066816" cy="4023360"/>
          </a:xfrm>
        </p:spPr>
        <p:txBody>
          <a:bodyPr>
            <a:normAutofit/>
          </a:bodyPr>
          <a:lstStyle/>
          <a:p>
            <a:r>
              <a:rPr lang="en-AU">
                <a:latin typeface="Calibri" panose="020F0502020204030204" pitchFamily="34" charset="0"/>
                <a:cs typeface="Calibri" panose="020F0502020204030204" pitchFamily="34" charset="0"/>
              </a:rPr>
              <a:t> </a:t>
            </a:r>
            <a:r>
              <a:rPr lang="en-US" b="1">
                <a:latin typeface="Georgia" panose="02040502050405020303" pitchFamily="18" charset="0"/>
                <a:cs typeface="Calibri" panose="020F0502020204030204" pitchFamily="34" charset="0"/>
              </a:rPr>
              <a:t>Decimal</a:t>
            </a:r>
            <a:r>
              <a:rPr lang="en-US" b="1" i="0">
                <a:effectLst/>
                <a:latin typeface="Georgia" panose="02040502050405020303" pitchFamily="18" charset="0"/>
              </a:rPr>
              <a:t> (n.)</a:t>
            </a:r>
          </a:p>
          <a:p>
            <a:r>
              <a:rPr lang="en-US" b="0" i="0">
                <a:effectLst/>
                <a:latin typeface="arial" panose="020B0604020202020204" pitchFamily="34" charset="0"/>
              </a:rPr>
              <a:t>Deci is </a:t>
            </a:r>
            <a:r>
              <a:rPr lang="en-US">
                <a:latin typeface="arial" panose="020B0604020202020204" pitchFamily="34" charset="0"/>
              </a:rPr>
              <a:t>Latin for </a:t>
            </a:r>
            <a:r>
              <a:rPr lang="en-US" b="0" i="0">
                <a:effectLst/>
                <a:latin typeface="arial" panose="020B0604020202020204" pitchFamily="34" charset="0"/>
              </a:rPr>
              <a:t>‘</a:t>
            </a:r>
            <a:r>
              <a:rPr lang="en-US" b="1" i="0">
                <a:effectLst/>
                <a:latin typeface="arial" panose="020B0604020202020204" pitchFamily="34" charset="0"/>
              </a:rPr>
              <a:t>tenth</a:t>
            </a:r>
            <a:r>
              <a:rPr lang="en-US" b="0" i="0">
                <a:effectLst/>
                <a:latin typeface="arial" panose="020B0604020202020204" pitchFamily="34" charset="0"/>
              </a:rPr>
              <a:t>’ </a:t>
            </a:r>
          </a:p>
          <a:p>
            <a:r>
              <a:rPr lang="en-US" b="1">
                <a:latin typeface="arial" panose="020B0604020202020204" pitchFamily="34" charset="0"/>
              </a:rPr>
              <a:t>Decimal </a:t>
            </a:r>
            <a:r>
              <a:rPr lang="en-US">
                <a:latin typeface="arial" panose="020B0604020202020204" pitchFamily="34" charset="0"/>
              </a:rPr>
              <a:t>numbers are therefore “</a:t>
            </a:r>
            <a:r>
              <a:rPr lang="en-US" b="1">
                <a:latin typeface="arial" panose="020B0604020202020204" pitchFamily="34" charset="0"/>
              </a:rPr>
              <a:t>Base Ten”, </a:t>
            </a:r>
            <a:r>
              <a:rPr lang="en-US">
                <a:latin typeface="arial" panose="020B0604020202020204" pitchFamily="34" charset="0"/>
              </a:rPr>
              <a:t> </a:t>
            </a:r>
            <a:r>
              <a:rPr lang="en-US" b="0" i="0">
                <a:effectLst/>
                <a:latin typeface="arial" panose="020B0604020202020204" pitchFamily="34" charset="0"/>
              </a:rPr>
              <a:t>So we can use it to understand converting fractions to </a:t>
            </a:r>
            <a:r>
              <a:rPr lang="en-AU">
                <a:latin typeface="arial" panose="020B0604020202020204" pitchFamily="34" charset="0"/>
              </a:rPr>
              <a:t>decimals.</a:t>
            </a:r>
          </a:p>
          <a:p>
            <a:endParaRPr lang="en-AU">
              <a:latin typeface="arial" panose="020B0604020202020204" pitchFamily="34" charset="0"/>
              <a:cs typeface="Calibri" panose="020F0502020204030204" pitchFamily="34" charset="0"/>
            </a:endParaRPr>
          </a:p>
          <a:p>
            <a:endParaRPr lang="en-AU">
              <a:latin typeface="arial" panose="020B0604020202020204" pitchFamily="34" charset="0"/>
              <a:cs typeface="Calibri" panose="020F0502020204030204" pitchFamily="34" charset="0"/>
            </a:endParaRPr>
          </a:p>
          <a:p>
            <a:r>
              <a:rPr lang="en-AU" b="1">
                <a:latin typeface="arial" panose="020B0604020202020204" pitchFamily="34" charset="0"/>
                <a:cs typeface="Calibri" panose="020F0502020204030204" pitchFamily="34" charset="0"/>
              </a:rPr>
              <a:t>Copy into your books</a:t>
            </a:r>
            <a:endParaRPr lang="en-AU" b="1">
              <a:latin typeface="Calibri" panose="020F0502020204030204" pitchFamily="34" charset="0"/>
              <a:cs typeface="Calibri" panose="020F0502020204030204" pitchFamily="34" charset="0"/>
            </a:endParaRPr>
          </a:p>
        </p:txBody>
      </p:sp>
      <p:pic>
        <p:nvPicPr>
          <p:cNvPr id="7170" name="Picture 2" descr="Image result for decimal  funny">
            <a:extLst>
              <a:ext uri="{FF2B5EF4-FFF2-40B4-BE49-F238E27FC236}">
                <a16:creationId xmlns:a16="http://schemas.microsoft.com/office/drawing/2014/main" id="{FDB95EDE-E0AF-4CE1-B4CD-B5B9B782A2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824" t="5962" r="8824"/>
          <a:stretch/>
        </p:blipFill>
        <p:spPr bwMode="auto">
          <a:xfrm>
            <a:off x="7346127" y="280335"/>
            <a:ext cx="4413484" cy="6577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9800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10D1C-C52F-4092-B107-E88E506EF141}"/>
              </a:ext>
            </a:extLst>
          </p:cNvPr>
          <p:cNvSpPr>
            <a:spLocks noGrp="1"/>
          </p:cNvSpPr>
          <p:nvPr>
            <p:ph type="title"/>
          </p:nvPr>
        </p:nvSpPr>
        <p:spPr>
          <a:xfrm>
            <a:off x="1024128" y="268224"/>
            <a:ext cx="8018272" cy="1499616"/>
          </a:xfrm>
        </p:spPr>
        <p:txBody>
          <a:bodyPr>
            <a:normAutofit/>
          </a:bodyPr>
          <a:lstStyle/>
          <a:p>
            <a:r>
              <a:rPr lang="en-AU" u="sng" dirty="0"/>
              <a:t>Decimals - understanding</a:t>
            </a:r>
            <a:endParaRPr lang="en-AU" u="sng" dirty="0">
              <a:solidFill>
                <a:schemeClr val="accent3">
                  <a:lumMod val="50000"/>
                </a:schemeClr>
              </a:solidFill>
            </a:endParaRPr>
          </a:p>
        </p:txBody>
      </p:sp>
      <p:sp>
        <p:nvSpPr>
          <p:cNvPr id="3" name="Content Placeholder 2">
            <a:extLst>
              <a:ext uri="{FF2B5EF4-FFF2-40B4-BE49-F238E27FC236}">
                <a16:creationId xmlns:a16="http://schemas.microsoft.com/office/drawing/2014/main" id="{D46BA030-F0A1-43A2-A797-43A1FF6BDAE7}"/>
              </a:ext>
            </a:extLst>
          </p:cNvPr>
          <p:cNvSpPr>
            <a:spLocks noGrp="1"/>
          </p:cNvSpPr>
          <p:nvPr>
            <p:ph idx="1"/>
          </p:nvPr>
        </p:nvSpPr>
        <p:spPr>
          <a:xfrm>
            <a:off x="1024127" y="1752598"/>
            <a:ext cx="8018272" cy="4837177"/>
          </a:xfrm>
        </p:spPr>
        <p:txBody>
          <a:bodyPr>
            <a:normAutofit/>
          </a:bodyPr>
          <a:lstStyle/>
          <a:p>
            <a:pPr>
              <a:buFont typeface="Wingdings" panose="05000000000000000000" pitchFamily="2" charset="2"/>
              <a:buChar char="v"/>
            </a:pPr>
            <a:r>
              <a:rPr lang="en-AU" sz="2800" dirty="0">
                <a:solidFill>
                  <a:srgbClr val="FF0000"/>
                </a:solidFill>
                <a:latin typeface="Calibri" panose="020F0502020204030204" pitchFamily="34" charset="0"/>
                <a:cs typeface="Calibri" panose="020F0502020204030204" pitchFamily="34" charset="0"/>
              </a:rPr>
              <a:t>Now lets think about money as we know money uses decimals.</a:t>
            </a:r>
          </a:p>
          <a:p>
            <a:pPr>
              <a:buFont typeface="Wingdings" panose="05000000000000000000" pitchFamily="2" charset="2"/>
              <a:buChar char="v"/>
            </a:pPr>
            <a:r>
              <a:rPr lang="en-AU" sz="2800" dirty="0">
                <a:solidFill>
                  <a:schemeClr val="accent3">
                    <a:lumMod val="50000"/>
                  </a:schemeClr>
                </a:solidFill>
                <a:latin typeface="Calibri" panose="020F0502020204030204" pitchFamily="34" charset="0"/>
                <a:cs typeface="Calibri" panose="020F0502020204030204" pitchFamily="34" charset="0"/>
              </a:rPr>
              <a:t>What is half of a dollar?</a:t>
            </a:r>
          </a:p>
          <a:p>
            <a:pPr>
              <a:buFont typeface="Wingdings" panose="05000000000000000000" pitchFamily="2" charset="2"/>
              <a:buChar char="v"/>
            </a:pPr>
            <a:r>
              <a:rPr lang="en-AU" sz="2800" dirty="0">
                <a:solidFill>
                  <a:schemeClr val="accent3">
                    <a:lumMod val="50000"/>
                  </a:schemeClr>
                </a:solidFill>
                <a:latin typeface="Calibri" panose="020F0502020204030204" pitchFamily="34" charset="0"/>
                <a:cs typeface="Calibri" panose="020F0502020204030204" pitchFamily="34" charset="0"/>
              </a:rPr>
              <a:t>Now write this is dollars and cents.</a:t>
            </a:r>
          </a:p>
          <a:p>
            <a:pPr>
              <a:buFont typeface="Wingdings" panose="05000000000000000000" pitchFamily="2" charset="2"/>
              <a:buChar char="v"/>
            </a:pPr>
            <a:r>
              <a:rPr lang="en-AU" sz="2800" dirty="0">
                <a:solidFill>
                  <a:schemeClr val="accent3">
                    <a:lumMod val="50000"/>
                  </a:schemeClr>
                </a:solidFill>
                <a:latin typeface="Calibri" panose="020F0502020204030204" pitchFamily="34" charset="0"/>
                <a:cs typeface="Calibri" panose="020F0502020204030204" pitchFamily="34" charset="0"/>
              </a:rPr>
              <a:t>That is how we write half as a decimal.</a:t>
            </a:r>
          </a:p>
          <a:p>
            <a:pPr>
              <a:buFont typeface="Wingdings" panose="05000000000000000000" pitchFamily="2" charset="2"/>
              <a:buChar char="v"/>
            </a:pPr>
            <a:endParaRPr lang="en-AU" sz="2800" dirty="0">
              <a:solidFill>
                <a:schemeClr val="accent3">
                  <a:lumMod val="50000"/>
                </a:schemeClr>
              </a:solidFill>
              <a:latin typeface="Calibri" panose="020F0502020204030204" pitchFamily="34" charset="0"/>
              <a:cs typeface="Calibri" panose="020F0502020204030204" pitchFamily="34" charset="0"/>
            </a:endParaRPr>
          </a:p>
          <a:p>
            <a:pPr>
              <a:buFont typeface="Wingdings" panose="05000000000000000000" pitchFamily="2" charset="2"/>
              <a:buChar char="v"/>
            </a:pPr>
            <a:r>
              <a:rPr lang="en-AU" sz="2800" dirty="0">
                <a:solidFill>
                  <a:schemeClr val="accent3">
                    <a:lumMod val="50000"/>
                  </a:schemeClr>
                </a:solidFill>
                <a:latin typeface="Calibri" panose="020F0502020204030204" pitchFamily="34" charset="0"/>
                <a:cs typeface="Calibri" panose="020F0502020204030204" pitchFamily="34" charset="0"/>
              </a:rPr>
              <a:t>Now what is one quarter of a dollar?</a:t>
            </a:r>
          </a:p>
          <a:p>
            <a:pPr>
              <a:buFont typeface="Wingdings" panose="05000000000000000000" pitchFamily="2" charset="2"/>
              <a:buChar char="v"/>
            </a:pPr>
            <a:r>
              <a:rPr lang="en-AU" sz="2800" dirty="0">
                <a:solidFill>
                  <a:schemeClr val="accent3">
                    <a:lumMod val="50000"/>
                  </a:schemeClr>
                </a:solidFill>
                <a:latin typeface="Calibri" panose="020F0502020204030204" pitchFamily="34" charset="0"/>
                <a:cs typeface="Calibri" panose="020F0502020204030204" pitchFamily="34" charset="0"/>
              </a:rPr>
              <a:t>Now write this as dollars and cents</a:t>
            </a:r>
          </a:p>
          <a:p>
            <a:pPr>
              <a:buFont typeface="Wingdings" panose="05000000000000000000" pitchFamily="2" charset="2"/>
              <a:buChar char="v"/>
            </a:pPr>
            <a:r>
              <a:rPr lang="en-AU" sz="2800" dirty="0">
                <a:solidFill>
                  <a:schemeClr val="accent3">
                    <a:lumMod val="50000"/>
                  </a:schemeClr>
                </a:solidFill>
                <a:latin typeface="Calibri" panose="020F0502020204030204" pitchFamily="34" charset="0"/>
                <a:cs typeface="Calibri" panose="020F0502020204030204" pitchFamily="34" charset="0"/>
              </a:rPr>
              <a:t>That is how we write half as a decimal.</a:t>
            </a:r>
          </a:p>
          <a:p>
            <a:pPr>
              <a:buFont typeface="Wingdings" panose="05000000000000000000" pitchFamily="2" charset="2"/>
              <a:buChar char="v"/>
            </a:pPr>
            <a:endParaRPr lang="en-AU" sz="2800" dirty="0">
              <a:solidFill>
                <a:schemeClr val="accent3">
                  <a:lumMod val="50000"/>
                </a:schemeClr>
              </a:solidFill>
              <a:latin typeface="Calibri" panose="020F0502020204030204" pitchFamily="34" charset="0"/>
              <a:cs typeface="Calibri" panose="020F0502020204030204" pitchFamily="34" charset="0"/>
            </a:endParaRPr>
          </a:p>
        </p:txBody>
      </p:sp>
      <p:pic>
        <p:nvPicPr>
          <p:cNvPr id="2050" name="Picture 2" descr="Image result for numbers 0-9">
            <a:extLst>
              <a:ext uri="{FF2B5EF4-FFF2-40B4-BE49-F238E27FC236}">
                <a16:creationId xmlns:a16="http://schemas.microsoft.com/office/drawing/2014/main" id="{D231EE6D-8B11-49CB-AE5D-C4E343EB3C6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0649"/>
          <a:stretch/>
        </p:blipFill>
        <p:spPr bwMode="auto">
          <a:xfrm>
            <a:off x="9500152" y="1510748"/>
            <a:ext cx="2057400" cy="3836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8310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10D1C-C52F-4092-B107-E88E506EF141}"/>
              </a:ext>
            </a:extLst>
          </p:cNvPr>
          <p:cNvSpPr>
            <a:spLocks noGrp="1"/>
          </p:cNvSpPr>
          <p:nvPr>
            <p:ph type="title"/>
          </p:nvPr>
        </p:nvSpPr>
        <p:spPr>
          <a:xfrm>
            <a:off x="1024128" y="268224"/>
            <a:ext cx="8018272" cy="1499616"/>
          </a:xfrm>
        </p:spPr>
        <p:txBody>
          <a:bodyPr>
            <a:normAutofit/>
          </a:bodyPr>
          <a:lstStyle/>
          <a:p>
            <a:r>
              <a:rPr lang="en-AU" u="sng" dirty="0"/>
              <a:t>Decimals - understanding</a:t>
            </a:r>
            <a:endParaRPr lang="en-AU" u="sng" dirty="0">
              <a:solidFill>
                <a:schemeClr val="accent3">
                  <a:lumMod val="50000"/>
                </a:schemeClr>
              </a:solidFill>
            </a:endParaRPr>
          </a:p>
        </p:txBody>
      </p:sp>
      <p:sp>
        <p:nvSpPr>
          <p:cNvPr id="3" name="Content Placeholder 2">
            <a:extLst>
              <a:ext uri="{FF2B5EF4-FFF2-40B4-BE49-F238E27FC236}">
                <a16:creationId xmlns:a16="http://schemas.microsoft.com/office/drawing/2014/main" id="{D46BA030-F0A1-43A2-A797-43A1FF6BDAE7}"/>
              </a:ext>
            </a:extLst>
          </p:cNvPr>
          <p:cNvSpPr>
            <a:spLocks noGrp="1"/>
          </p:cNvSpPr>
          <p:nvPr>
            <p:ph idx="1"/>
          </p:nvPr>
        </p:nvSpPr>
        <p:spPr>
          <a:xfrm>
            <a:off x="1024127" y="1752598"/>
            <a:ext cx="8018272" cy="4837177"/>
          </a:xfrm>
        </p:spPr>
        <p:txBody>
          <a:bodyPr>
            <a:normAutofit/>
          </a:bodyPr>
          <a:lstStyle/>
          <a:p>
            <a:pPr>
              <a:buFont typeface="Wingdings" panose="05000000000000000000" pitchFamily="2" charset="2"/>
              <a:buChar char="v"/>
            </a:pPr>
            <a:r>
              <a:rPr lang="en-AU" sz="2800" dirty="0">
                <a:solidFill>
                  <a:srgbClr val="FF0000"/>
                </a:solidFill>
                <a:latin typeface="Calibri" panose="020F0502020204030204" pitchFamily="34" charset="0"/>
                <a:cs typeface="Calibri" panose="020F0502020204030204" pitchFamily="34" charset="0"/>
              </a:rPr>
              <a:t>Now draw a number line with the 0 at the left end and 1 at the right end.</a:t>
            </a:r>
          </a:p>
          <a:p>
            <a:pPr>
              <a:buFont typeface="Wingdings" panose="05000000000000000000" pitchFamily="2" charset="2"/>
              <a:buChar char="v"/>
            </a:pPr>
            <a:endParaRPr lang="en-AU" sz="2800" dirty="0">
              <a:solidFill>
                <a:schemeClr val="accent3">
                  <a:lumMod val="50000"/>
                </a:schemeClr>
              </a:solidFill>
              <a:latin typeface="Calibri" panose="020F0502020204030204" pitchFamily="34" charset="0"/>
              <a:cs typeface="Calibri" panose="020F0502020204030204" pitchFamily="34" charset="0"/>
            </a:endParaRPr>
          </a:p>
          <a:p>
            <a:pPr>
              <a:buFont typeface="Wingdings" panose="05000000000000000000" pitchFamily="2" charset="2"/>
              <a:buChar char="v"/>
            </a:pPr>
            <a:r>
              <a:rPr lang="en-AU" sz="2800" dirty="0">
                <a:solidFill>
                  <a:schemeClr val="accent1"/>
                </a:solidFill>
                <a:latin typeface="Calibri" panose="020F0502020204030204" pitchFamily="34" charset="0"/>
                <a:cs typeface="Calibri" panose="020F0502020204030204" pitchFamily="34" charset="0"/>
              </a:rPr>
              <a:t>Use the strategy </a:t>
            </a:r>
            <a:r>
              <a:rPr lang="en-AU" sz="2800" dirty="0">
                <a:solidFill>
                  <a:srgbClr val="FF0000"/>
                </a:solidFill>
                <a:latin typeface="Calibri" panose="020F0502020204030204" pitchFamily="34" charset="0"/>
                <a:cs typeface="Calibri" panose="020F0502020204030204" pitchFamily="34" charset="0"/>
              </a:rPr>
              <a:t>Of a dollar </a:t>
            </a:r>
            <a:r>
              <a:rPr lang="en-AU" sz="2800" dirty="0">
                <a:solidFill>
                  <a:schemeClr val="accent1"/>
                </a:solidFill>
                <a:latin typeface="Calibri" panose="020F0502020204030204" pitchFamily="34" charset="0"/>
                <a:cs typeface="Calibri" panose="020F0502020204030204" pitchFamily="34" charset="0"/>
              </a:rPr>
              <a:t>to convert the following fractions into decimals and write them on the number line.</a:t>
            </a:r>
          </a:p>
          <a:p>
            <a:pPr>
              <a:buFont typeface="Wingdings" panose="05000000000000000000" pitchFamily="2" charset="2"/>
              <a:buChar char="v"/>
            </a:pPr>
            <a:endParaRPr lang="en-AU" sz="2800" dirty="0">
              <a:solidFill>
                <a:schemeClr val="accent1"/>
              </a:solidFill>
              <a:latin typeface="Calibri" panose="020F0502020204030204" pitchFamily="34" charset="0"/>
              <a:cs typeface="Calibri" panose="020F0502020204030204" pitchFamily="34" charset="0"/>
            </a:endParaRPr>
          </a:p>
          <a:p>
            <a:pPr>
              <a:buFont typeface="Wingdings" panose="05000000000000000000" pitchFamily="2" charset="2"/>
              <a:buChar char="v"/>
            </a:pPr>
            <a:r>
              <a:rPr lang="en-AU" sz="2800" dirty="0">
                <a:solidFill>
                  <a:schemeClr val="accent1"/>
                </a:solidFill>
                <a:latin typeface="Calibri" panose="020F0502020204030204" pitchFamily="34" charset="0"/>
                <a:cs typeface="Calibri" panose="020F0502020204030204" pitchFamily="34" charset="0"/>
              </a:rPr>
              <a:t>One tenth, two tenths, three tenths, one half, one quarter, one fifth, two fifths.</a:t>
            </a:r>
            <a:endParaRPr lang="en-AU" sz="2800" dirty="0">
              <a:solidFill>
                <a:srgbClr val="FF0000"/>
              </a:solidFill>
              <a:latin typeface="Calibri" panose="020F0502020204030204" pitchFamily="34" charset="0"/>
              <a:cs typeface="Calibri" panose="020F0502020204030204" pitchFamily="34" charset="0"/>
            </a:endParaRPr>
          </a:p>
        </p:txBody>
      </p:sp>
      <p:pic>
        <p:nvPicPr>
          <p:cNvPr id="2050" name="Picture 2" descr="Image result for numbers 0-9">
            <a:extLst>
              <a:ext uri="{FF2B5EF4-FFF2-40B4-BE49-F238E27FC236}">
                <a16:creationId xmlns:a16="http://schemas.microsoft.com/office/drawing/2014/main" id="{D231EE6D-8B11-49CB-AE5D-C4E343EB3C6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0649"/>
          <a:stretch/>
        </p:blipFill>
        <p:spPr bwMode="auto">
          <a:xfrm>
            <a:off x="9500152" y="1510748"/>
            <a:ext cx="2057400" cy="3836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6581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10D1C-C52F-4092-B107-E88E506EF141}"/>
              </a:ext>
            </a:extLst>
          </p:cNvPr>
          <p:cNvSpPr>
            <a:spLocks noGrp="1"/>
          </p:cNvSpPr>
          <p:nvPr>
            <p:ph type="title"/>
          </p:nvPr>
        </p:nvSpPr>
        <p:spPr>
          <a:xfrm>
            <a:off x="1024128" y="268224"/>
            <a:ext cx="8018272" cy="1499616"/>
          </a:xfrm>
        </p:spPr>
        <p:txBody>
          <a:bodyPr>
            <a:normAutofit/>
          </a:bodyPr>
          <a:lstStyle/>
          <a:p>
            <a:r>
              <a:rPr lang="en-AU" u="sng" dirty="0"/>
              <a:t>Decimals - understanding</a:t>
            </a:r>
            <a:endParaRPr lang="en-AU" u="sng" dirty="0">
              <a:solidFill>
                <a:schemeClr val="accent3">
                  <a:lumMod val="50000"/>
                </a:schemeClr>
              </a:solidFill>
            </a:endParaRPr>
          </a:p>
        </p:txBody>
      </p:sp>
      <p:sp>
        <p:nvSpPr>
          <p:cNvPr id="3" name="Content Placeholder 2">
            <a:extLst>
              <a:ext uri="{FF2B5EF4-FFF2-40B4-BE49-F238E27FC236}">
                <a16:creationId xmlns:a16="http://schemas.microsoft.com/office/drawing/2014/main" id="{D46BA030-F0A1-43A2-A797-43A1FF6BDAE7}"/>
              </a:ext>
            </a:extLst>
          </p:cNvPr>
          <p:cNvSpPr>
            <a:spLocks noGrp="1"/>
          </p:cNvSpPr>
          <p:nvPr>
            <p:ph idx="1"/>
          </p:nvPr>
        </p:nvSpPr>
        <p:spPr>
          <a:xfrm>
            <a:off x="1024127" y="1752598"/>
            <a:ext cx="8018272" cy="4837177"/>
          </a:xfrm>
        </p:spPr>
        <p:txBody>
          <a:bodyPr>
            <a:normAutofit/>
          </a:bodyPr>
          <a:lstStyle/>
          <a:p>
            <a:pPr>
              <a:buFont typeface="Wingdings" panose="05000000000000000000" pitchFamily="2" charset="2"/>
              <a:buChar char="v"/>
            </a:pPr>
            <a:r>
              <a:rPr lang="en-AU" sz="2800" dirty="0">
                <a:solidFill>
                  <a:srgbClr val="FF0000"/>
                </a:solidFill>
                <a:latin typeface="Calibri" panose="020F0502020204030204" pitchFamily="34" charset="0"/>
                <a:cs typeface="Calibri" panose="020F0502020204030204" pitchFamily="34" charset="0"/>
              </a:rPr>
              <a:t>What key positions do you use to help figure out positions on your number line?</a:t>
            </a:r>
          </a:p>
          <a:p>
            <a:pPr>
              <a:buFont typeface="Wingdings" panose="05000000000000000000" pitchFamily="2" charset="2"/>
              <a:buChar char="v"/>
            </a:pPr>
            <a:endParaRPr lang="en-AU" sz="2800" dirty="0">
              <a:solidFill>
                <a:srgbClr val="FF0000"/>
              </a:solidFill>
              <a:latin typeface="Calibri" panose="020F0502020204030204" pitchFamily="34" charset="0"/>
              <a:cs typeface="Calibri" panose="020F0502020204030204" pitchFamily="34" charset="0"/>
            </a:endParaRPr>
          </a:p>
          <a:p>
            <a:pPr>
              <a:buFont typeface="Wingdings" panose="05000000000000000000" pitchFamily="2" charset="2"/>
              <a:buChar char="v"/>
            </a:pPr>
            <a:r>
              <a:rPr lang="en-AU" sz="2800" dirty="0">
                <a:solidFill>
                  <a:srgbClr val="FF0000"/>
                </a:solidFill>
                <a:latin typeface="Calibri" panose="020F0502020204030204" pitchFamily="34" charset="0"/>
                <a:cs typeface="Calibri" panose="020F0502020204030204" pitchFamily="34" charset="0"/>
              </a:rPr>
              <a:t>Why don’t we add numbers to the right hand side of decimal numbers?</a:t>
            </a:r>
          </a:p>
          <a:p>
            <a:pPr>
              <a:buFont typeface="Wingdings" panose="05000000000000000000" pitchFamily="2" charset="2"/>
              <a:buChar char="v"/>
            </a:pPr>
            <a:endParaRPr lang="en-AU" sz="2800" dirty="0">
              <a:solidFill>
                <a:srgbClr val="FF0000"/>
              </a:solidFill>
              <a:latin typeface="Calibri" panose="020F0502020204030204" pitchFamily="34" charset="0"/>
              <a:cs typeface="Calibri" panose="020F0502020204030204" pitchFamily="34" charset="0"/>
            </a:endParaRPr>
          </a:p>
          <a:p>
            <a:pPr>
              <a:buFont typeface="Wingdings" panose="05000000000000000000" pitchFamily="2" charset="2"/>
              <a:buChar char="v"/>
            </a:pPr>
            <a:r>
              <a:rPr lang="en-AU" sz="2800" dirty="0">
                <a:solidFill>
                  <a:srgbClr val="FF0000"/>
                </a:solidFill>
                <a:latin typeface="Calibri" panose="020F0502020204030204" pitchFamily="34" charset="0"/>
                <a:cs typeface="Calibri" panose="020F0502020204030204" pitchFamily="34" charset="0"/>
              </a:rPr>
              <a:t>When might we write 0’s to the right of a decimal in the real world?</a:t>
            </a:r>
          </a:p>
        </p:txBody>
      </p:sp>
      <p:pic>
        <p:nvPicPr>
          <p:cNvPr id="2050" name="Picture 2" descr="Image result for numbers 0-9">
            <a:extLst>
              <a:ext uri="{FF2B5EF4-FFF2-40B4-BE49-F238E27FC236}">
                <a16:creationId xmlns:a16="http://schemas.microsoft.com/office/drawing/2014/main" id="{D231EE6D-8B11-49CB-AE5D-C4E343EB3C6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0649"/>
          <a:stretch/>
        </p:blipFill>
        <p:spPr bwMode="auto">
          <a:xfrm>
            <a:off x="9500152" y="1510748"/>
            <a:ext cx="2057400" cy="3836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30217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F627342-B198-4946-96DA-A903E3921D00}"/>
              </a:ext>
            </a:extLst>
          </p:cNvPr>
          <p:cNvPicPr>
            <a:picLocks noChangeAspect="1"/>
          </p:cNvPicPr>
          <p:nvPr/>
        </p:nvPicPr>
        <p:blipFill rotWithShape="1">
          <a:blip r:embed="rId3"/>
          <a:srcRect l="32616" t="30355" r="10523" b="7267"/>
          <a:stretch/>
        </p:blipFill>
        <p:spPr>
          <a:xfrm>
            <a:off x="1063255" y="297711"/>
            <a:ext cx="10228522" cy="6308833"/>
          </a:xfrm>
          <a:prstGeom prst="rect">
            <a:avLst/>
          </a:prstGeom>
        </p:spPr>
      </p:pic>
    </p:spTree>
    <p:extLst>
      <p:ext uri="{BB962C8B-B14F-4D97-AF65-F5344CB8AC3E}">
        <p14:creationId xmlns:p14="http://schemas.microsoft.com/office/powerpoint/2010/main" val="2900974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A3F118-C794-481D-9C78-19098BD0CE8B}"/>
              </a:ext>
            </a:extLst>
          </p:cNvPr>
          <p:cNvPicPr>
            <a:picLocks noChangeAspect="1"/>
          </p:cNvPicPr>
          <p:nvPr/>
        </p:nvPicPr>
        <p:blipFill rotWithShape="1">
          <a:blip r:embed="rId3"/>
          <a:srcRect l="31047" t="20450" r="10523" b="15953"/>
          <a:stretch/>
        </p:blipFill>
        <p:spPr>
          <a:xfrm>
            <a:off x="361507" y="0"/>
            <a:ext cx="11206977" cy="6858000"/>
          </a:xfrm>
          <a:prstGeom prst="rect">
            <a:avLst/>
          </a:prstGeom>
        </p:spPr>
      </p:pic>
    </p:spTree>
    <p:extLst>
      <p:ext uri="{BB962C8B-B14F-4D97-AF65-F5344CB8AC3E}">
        <p14:creationId xmlns:p14="http://schemas.microsoft.com/office/powerpoint/2010/main" val="3031707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B0E844-5885-42F8-B62C-A083BE1E3BD4}"/>
              </a:ext>
            </a:extLst>
          </p:cNvPr>
          <p:cNvPicPr>
            <a:picLocks noChangeAspect="1"/>
          </p:cNvPicPr>
          <p:nvPr/>
        </p:nvPicPr>
        <p:blipFill rotWithShape="1">
          <a:blip r:embed="rId3"/>
          <a:srcRect l="30872" t="35146" r="11047" b="23709"/>
          <a:stretch/>
        </p:blipFill>
        <p:spPr>
          <a:xfrm>
            <a:off x="0" y="510362"/>
            <a:ext cx="12192000" cy="4954773"/>
          </a:xfrm>
          <a:prstGeom prst="rect">
            <a:avLst/>
          </a:prstGeom>
        </p:spPr>
      </p:pic>
    </p:spTree>
    <p:extLst>
      <p:ext uri="{BB962C8B-B14F-4D97-AF65-F5344CB8AC3E}">
        <p14:creationId xmlns:p14="http://schemas.microsoft.com/office/powerpoint/2010/main" val="29390952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92F549-DF4B-47E5-9C10-B2F2E2497BB3}"/>
              </a:ext>
            </a:extLst>
          </p:cNvPr>
          <p:cNvPicPr>
            <a:picLocks noChangeAspect="1"/>
          </p:cNvPicPr>
          <p:nvPr/>
        </p:nvPicPr>
        <p:blipFill rotWithShape="1">
          <a:blip r:embed="rId3"/>
          <a:srcRect l="30698" t="46200" r="10523" b="14091"/>
          <a:stretch/>
        </p:blipFill>
        <p:spPr>
          <a:xfrm>
            <a:off x="252350" y="1209453"/>
            <a:ext cx="11687300" cy="4439093"/>
          </a:xfrm>
          <a:prstGeom prst="rect">
            <a:avLst/>
          </a:prstGeom>
        </p:spPr>
      </p:pic>
    </p:spTree>
    <p:extLst>
      <p:ext uri="{BB962C8B-B14F-4D97-AF65-F5344CB8AC3E}">
        <p14:creationId xmlns:p14="http://schemas.microsoft.com/office/powerpoint/2010/main" val="236544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E057B6-9480-4FDA-A28F-5033566751F8}"/>
              </a:ext>
            </a:extLst>
          </p:cNvPr>
          <p:cNvPicPr>
            <a:picLocks noChangeAspect="1"/>
          </p:cNvPicPr>
          <p:nvPr/>
        </p:nvPicPr>
        <p:blipFill rotWithShape="1">
          <a:blip r:embed="rId3"/>
          <a:srcRect l="34536" t="34721" r="13836" b="5715"/>
          <a:stretch/>
        </p:blipFill>
        <p:spPr>
          <a:xfrm>
            <a:off x="765542" y="0"/>
            <a:ext cx="10271053" cy="6662304"/>
          </a:xfrm>
          <a:prstGeom prst="rect">
            <a:avLst/>
          </a:prstGeom>
        </p:spPr>
      </p:pic>
      <p:sp>
        <p:nvSpPr>
          <p:cNvPr id="5" name="TextBox 4">
            <a:extLst>
              <a:ext uri="{FF2B5EF4-FFF2-40B4-BE49-F238E27FC236}">
                <a16:creationId xmlns:a16="http://schemas.microsoft.com/office/drawing/2014/main" id="{1F7D2A46-352B-4CAB-A0F7-FAA1965A71E3}"/>
              </a:ext>
            </a:extLst>
          </p:cNvPr>
          <p:cNvSpPr txBox="1"/>
          <p:nvPr/>
        </p:nvSpPr>
        <p:spPr>
          <a:xfrm>
            <a:off x="11426458" y="151179"/>
            <a:ext cx="311886" cy="6555641"/>
          </a:xfrm>
          <a:prstGeom prst="rect">
            <a:avLst/>
          </a:prstGeom>
          <a:noFill/>
        </p:spPr>
        <p:txBody>
          <a:bodyPr wrap="square" rtlCol="0">
            <a:spAutoFit/>
          </a:bodyPr>
          <a:lstStyle/>
          <a:p>
            <a:r>
              <a:rPr lang="en-AU" sz="2800" b="1" dirty="0">
                <a:solidFill>
                  <a:srgbClr val="FF0000"/>
                </a:solidFill>
                <a:latin typeface="Abadi" panose="020B0604020202020204" pitchFamily="34" charset="0"/>
              </a:rPr>
              <a:t>Worded </a:t>
            </a:r>
          </a:p>
          <a:p>
            <a:r>
              <a:rPr lang="en-AU" sz="2800" b="1" dirty="0">
                <a:solidFill>
                  <a:srgbClr val="FF0000"/>
                </a:solidFill>
                <a:latin typeface="Abadi" panose="020B0604020202020204" pitchFamily="34" charset="0"/>
              </a:rPr>
              <a:t> Question</a:t>
            </a:r>
          </a:p>
        </p:txBody>
      </p:sp>
    </p:spTree>
    <p:extLst>
      <p:ext uri="{BB962C8B-B14F-4D97-AF65-F5344CB8AC3E}">
        <p14:creationId xmlns:p14="http://schemas.microsoft.com/office/powerpoint/2010/main" val="3486378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F7D2A46-352B-4CAB-A0F7-FAA1965A71E3}"/>
              </a:ext>
            </a:extLst>
          </p:cNvPr>
          <p:cNvSpPr txBox="1"/>
          <p:nvPr/>
        </p:nvSpPr>
        <p:spPr>
          <a:xfrm>
            <a:off x="11426458" y="151179"/>
            <a:ext cx="311886" cy="6555641"/>
          </a:xfrm>
          <a:prstGeom prst="rect">
            <a:avLst/>
          </a:prstGeom>
          <a:noFill/>
        </p:spPr>
        <p:txBody>
          <a:bodyPr wrap="square" rtlCol="0">
            <a:spAutoFit/>
          </a:bodyPr>
          <a:lstStyle/>
          <a:p>
            <a:r>
              <a:rPr lang="en-AU" sz="2800" b="1" dirty="0">
                <a:solidFill>
                  <a:srgbClr val="FF0000"/>
                </a:solidFill>
                <a:latin typeface="Abadi" panose="020B0604020202020204" pitchFamily="34" charset="0"/>
              </a:rPr>
              <a:t>Worded </a:t>
            </a:r>
          </a:p>
          <a:p>
            <a:r>
              <a:rPr lang="en-AU" sz="2800" b="1" dirty="0">
                <a:solidFill>
                  <a:srgbClr val="FF0000"/>
                </a:solidFill>
                <a:latin typeface="Abadi" panose="020B0604020202020204" pitchFamily="34" charset="0"/>
              </a:rPr>
              <a:t> Question</a:t>
            </a:r>
          </a:p>
        </p:txBody>
      </p:sp>
      <p:pic>
        <p:nvPicPr>
          <p:cNvPr id="4" name="Picture 3">
            <a:extLst>
              <a:ext uri="{FF2B5EF4-FFF2-40B4-BE49-F238E27FC236}">
                <a16:creationId xmlns:a16="http://schemas.microsoft.com/office/drawing/2014/main" id="{D2E7E6F8-249D-48CF-B8C5-6C11B824661D}"/>
              </a:ext>
            </a:extLst>
          </p:cNvPr>
          <p:cNvPicPr>
            <a:picLocks noChangeAspect="1"/>
          </p:cNvPicPr>
          <p:nvPr/>
        </p:nvPicPr>
        <p:blipFill rotWithShape="1">
          <a:blip r:embed="rId3"/>
          <a:srcRect l="34535" t="19830" r="13663" b="9747"/>
          <a:stretch/>
        </p:blipFill>
        <p:spPr>
          <a:xfrm>
            <a:off x="170120" y="102423"/>
            <a:ext cx="10675089" cy="6755577"/>
          </a:xfrm>
          <a:prstGeom prst="rect">
            <a:avLst/>
          </a:prstGeom>
        </p:spPr>
      </p:pic>
    </p:spTree>
    <p:extLst>
      <p:ext uri="{BB962C8B-B14F-4D97-AF65-F5344CB8AC3E}">
        <p14:creationId xmlns:p14="http://schemas.microsoft.com/office/powerpoint/2010/main" val="660712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91E209-E628-4C32-B571-BF00FB683DFD}"/>
              </a:ext>
            </a:extLst>
          </p:cNvPr>
          <p:cNvSpPr>
            <a:spLocks noGrp="1"/>
          </p:cNvSpPr>
          <p:nvPr>
            <p:ph type="title"/>
          </p:nvPr>
        </p:nvSpPr>
        <p:spPr>
          <a:xfrm>
            <a:off x="1024128" y="585216"/>
            <a:ext cx="5902061" cy="1499616"/>
          </a:xfrm>
        </p:spPr>
        <p:txBody>
          <a:bodyPr>
            <a:normAutofit/>
          </a:bodyPr>
          <a:lstStyle/>
          <a:p>
            <a:r>
              <a:rPr lang="en-AU"/>
              <a:t>Thank you</a:t>
            </a:r>
          </a:p>
        </p:txBody>
      </p:sp>
      <p:sp>
        <p:nvSpPr>
          <p:cNvPr id="5" name="Content Placeholder 4">
            <a:extLst>
              <a:ext uri="{FF2B5EF4-FFF2-40B4-BE49-F238E27FC236}">
                <a16:creationId xmlns:a16="http://schemas.microsoft.com/office/drawing/2014/main" id="{F2A5B7C2-6C39-4AFA-9B5D-C3F3C81B941B}"/>
              </a:ext>
            </a:extLst>
          </p:cNvPr>
          <p:cNvSpPr>
            <a:spLocks noGrp="1"/>
          </p:cNvSpPr>
          <p:nvPr>
            <p:ph idx="1"/>
          </p:nvPr>
        </p:nvSpPr>
        <p:spPr>
          <a:xfrm>
            <a:off x="1024128" y="2286000"/>
            <a:ext cx="5902061" cy="3931920"/>
          </a:xfrm>
        </p:spPr>
        <p:txBody>
          <a:bodyPr>
            <a:normAutofit lnSpcReduction="10000"/>
          </a:bodyPr>
          <a:lstStyle/>
          <a:p>
            <a:r>
              <a:rPr lang="en-AU" dirty="0">
                <a:latin typeface="Calibri" panose="020F0502020204030204" pitchFamily="34" charset="0"/>
                <a:cs typeface="Calibri" panose="020F0502020204030204" pitchFamily="34" charset="0"/>
              </a:rPr>
              <a:t>Keep up the good work!</a:t>
            </a:r>
          </a:p>
          <a:p>
            <a:endParaRPr lang="en-AU" dirty="0">
              <a:latin typeface="Calibri" panose="020F0502020204030204" pitchFamily="34" charset="0"/>
              <a:cs typeface="Calibri" panose="020F0502020204030204" pitchFamily="34" charset="0"/>
            </a:endParaRPr>
          </a:p>
          <a:p>
            <a:r>
              <a:rPr lang="en-AU" dirty="0">
                <a:latin typeface="Calibri" panose="020F0502020204030204" pitchFamily="34" charset="0"/>
                <a:cs typeface="Calibri" panose="020F0502020204030204" pitchFamily="34" charset="0"/>
              </a:rPr>
              <a:t>Quote of the day – </a:t>
            </a:r>
          </a:p>
          <a:p>
            <a:endParaRPr lang="en-AU" dirty="0">
              <a:latin typeface="Calibri" panose="020F0502020204030204" pitchFamily="34" charset="0"/>
              <a:cs typeface="Calibri" panose="020F0502020204030204" pitchFamily="34" charset="0"/>
            </a:endParaRPr>
          </a:p>
          <a:p>
            <a:r>
              <a:rPr lang="en-AU" sz="4000">
                <a:latin typeface="Calibri" panose="020F0502020204030204" pitchFamily="34" charset="0"/>
                <a:cs typeface="Calibri" panose="020F0502020204030204" pitchFamily="34" charset="0"/>
              </a:rPr>
              <a:t>“YOU’RE </a:t>
            </a:r>
            <a:r>
              <a:rPr lang="en-AU" sz="4000" dirty="0">
                <a:latin typeface="Calibri" panose="020F0502020204030204" pitchFamily="34" charset="0"/>
                <a:cs typeface="Calibri" panose="020F0502020204030204" pitchFamily="34" charset="0"/>
              </a:rPr>
              <a:t>BRAVER THAN </a:t>
            </a:r>
            <a:r>
              <a:rPr lang="en-AU" sz="4000">
                <a:latin typeface="Calibri" panose="020F0502020204030204" pitchFamily="34" charset="0"/>
                <a:cs typeface="Calibri" panose="020F0502020204030204" pitchFamily="34" charset="0"/>
              </a:rPr>
              <a:t>YOU BELIEVE, STRONGER THAN YOU SEEM, SMARTER THAN YOU THINK” </a:t>
            </a:r>
            <a:endParaRPr lang="en-AU" sz="4000" dirty="0">
              <a:latin typeface="Calibri" panose="020F0502020204030204" pitchFamily="34" charset="0"/>
              <a:cs typeface="Calibri" panose="020F0502020204030204" pitchFamily="34" charset="0"/>
            </a:endParaRPr>
          </a:p>
          <a:p>
            <a:endParaRPr lang="en-AU" dirty="0">
              <a:latin typeface="Calibri" panose="020F0502020204030204" pitchFamily="34" charset="0"/>
              <a:cs typeface="Calibri" panose="020F0502020204030204" pitchFamily="34" charset="0"/>
            </a:endParaRPr>
          </a:p>
        </p:txBody>
      </p:sp>
      <p:pic>
        <p:nvPicPr>
          <p:cNvPr id="9" name="Graphic 8" descr="Smiling Face with No Fill">
            <a:extLst>
              <a:ext uri="{FF2B5EF4-FFF2-40B4-BE49-F238E27FC236}">
                <a16:creationId xmlns:a16="http://schemas.microsoft.com/office/drawing/2014/main" id="{10954B83-DCF2-4288-9017-12D8B7B8E4D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52267" y="1429173"/>
            <a:ext cx="3999654" cy="3999654"/>
          </a:xfrm>
          <a:prstGeom prst="rect">
            <a:avLst/>
          </a:prstGeom>
        </p:spPr>
      </p:pic>
    </p:spTree>
    <p:extLst>
      <p:ext uri="{BB962C8B-B14F-4D97-AF65-F5344CB8AC3E}">
        <p14:creationId xmlns:p14="http://schemas.microsoft.com/office/powerpoint/2010/main" val="22323084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C1C93EF2-4785-427F-84A5-F1666490E9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2582</TotalTime>
  <Words>1334</Words>
  <Application>Microsoft Office PowerPoint</Application>
  <PresentationFormat>Widescreen</PresentationFormat>
  <Paragraphs>150</Paragraphs>
  <Slides>22</Slides>
  <Notes>17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Abadi</vt:lpstr>
      <vt:lpstr>Arial</vt:lpstr>
      <vt:lpstr>Arial</vt:lpstr>
      <vt:lpstr>Calibri</vt:lpstr>
      <vt:lpstr>Georgia</vt:lpstr>
      <vt:lpstr>Tw Cen MT</vt:lpstr>
      <vt:lpstr>Tw Cen MT Condensed</vt:lpstr>
      <vt:lpstr>Wingdings</vt:lpstr>
      <vt:lpstr>Wingdings 3</vt:lpstr>
      <vt:lpstr>Integral</vt:lpstr>
      <vt:lpstr>Topic: Relative size of Decimal Numbers EQ: where did decimals come from and why do we use them?</vt:lpstr>
      <vt:lpstr>Things Required For This Lesson</vt:lpstr>
      <vt:lpstr>PowerPoint Presentation</vt:lpstr>
      <vt:lpstr>Interleave Questions set 2  Q4 -6</vt:lpstr>
      <vt:lpstr>Interleave Questions set 2  Q4 -6</vt:lpstr>
      <vt:lpstr>number system</vt:lpstr>
      <vt:lpstr>Base 10 number system</vt:lpstr>
      <vt:lpstr>Base 10 number system</vt:lpstr>
      <vt:lpstr>Base 10 number system – Other cultures</vt:lpstr>
      <vt:lpstr>Base 10 number system – Interesting</vt:lpstr>
      <vt:lpstr>Base 10 number system - Decimal</vt:lpstr>
      <vt:lpstr>Origin of the word Decimal</vt:lpstr>
      <vt:lpstr>Decimals - understanding</vt:lpstr>
      <vt:lpstr>Decimals - understanding</vt:lpstr>
      <vt:lpstr>Decimals - understanding</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Addition and Perimeter EQ: How do you use known and unknown information to find perimeter?</dc:title>
  <dc:creator>WATSON Justin [Baldivis Secondary College]</dc:creator>
  <cp:lastModifiedBy>WATSON Justin [Baldivis Secondary College]</cp:lastModifiedBy>
  <cp:revision>4</cp:revision>
  <dcterms:created xsi:type="dcterms:W3CDTF">2021-02-11T13:20:57Z</dcterms:created>
  <dcterms:modified xsi:type="dcterms:W3CDTF">2021-02-14T00:37:03Z</dcterms:modified>
</cp:coreProperties>
</file>