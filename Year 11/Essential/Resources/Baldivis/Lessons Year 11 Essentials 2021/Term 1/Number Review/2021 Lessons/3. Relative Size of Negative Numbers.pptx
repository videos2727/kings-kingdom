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24" r:id="rId5"/>
    <p:sldId id="312" r:id="rId6"/>
    <p:sldId id="318" r:id="rId7"/>
    <p:sldId id="325" r:id="rId8"/>
    <p:sldId id="313" r:id="rId9"/>
    <p:sldId id="326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75396" autoAdjust="0"/>
  </p:normalViewPr>
  <p:slideViewPr>
    <p:cSldViewPr snapToGrid="0">
      <p:cViewPr varScale="1">
        <p:scale>
          <a:sx n="74" d="100"/>
          <a:sy n="74" d="100"/>
        </p:scale>
        <p:origin x="42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63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326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Review understanding of equations.</a:t>
            </a:r>
          </a:p>
          <a:p>
            <a:r>
              <a:rPr lang="en-AU" dirty="0"/>
              <a:t>Use CUBES strategy to break down question.</a:t>
            </a:r>
          </a:p>
          <a:p>
            <a:endParaRPr lang="en-AU" dirty="0"/>
          </a:p>
          <a:p>
            <a:r>
              <a:rPr lang="en-AU" b="1" dirty="0"/>
              <a:t>Circle the numbers</a:t>
            </a:r>
          </a:p>
          <a:p>
            <a:r>
              <a:rPr lang="en-AU" b="1" dirty="0"/>
              <a:t>Underline the question</a:t>
            </a:r>
          </a:p>
          <a:p>
            <a:r>
              <a:rPr lang="en-AU" b="1" dirty="0"/>
              <a:t>Box math keywords</a:t>
            </a:r>
          </a:p>
          <a:p>
            <a:r>
              <a:rPr lang="en-AU" b="1" dirty="0"/>
              <a:t>Eliminate unnecessary information</a:t>
            </a:r>
          </a:p>
          <a:p>
            <a:r>
              <a:rPr lang="en-AU" b="1" dirty="0"/>
              <a:t>Solve and check whether your answer is reasonable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038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AU" dirty="0"/>
              <a:t>Scaffolding for students</a:t>
            </a:r>
          </a:p>
          <a:p>
            <a:pPr marL="171450" indent="-171450">
              <a:buFontTx/>
              <a:buChar char="-"/>
            </a:pPr>
            <a:r>
              <a:rPr lang="en-AU" dirty="0"/>
              <a:t>Introduction: Rephrase the question and explain what the problem is that needs to be solved</a:t>
            </a:r>
          </a:p>
          <a:p>
            <a:pPr marL="171450" indent="-171450">
              <a:buFontTx/>
              <a:buChar char="-"/>
            </a:pPr>
            <a:r>
              <a:rPr lang="en-AU" dirty="0"/>
              <a:t>Body: Identify what mathematical skills are needed and show the mathematical working out</a:t>
            </a:r>
          </a:p>
          <a:p>
            <a:pPr marL="171450" indent="-171450">
              <a:buFontTx/>
              <a:buChar char="-"/>
            </a:pPr>
            <a:r>
              <a:rPr lang="en-AU" dirty="0"/>
              <a:t>Results: Show and explain the findings</a:t>
            </a:r>
          </a:p>
          <a:p>
            <a:pPr marL="171450" indent="-171450">
              <a:buFontTx/>
              <a:buChar char="-"/>
            </a:pPr>
            <a:r>
              <a:rPr lang="en-AU" dirty="0"/>
              <a:t>Conclusion: Answer the question clearly. Show where else the findings also apply and to show excellent understanding, include real life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714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565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6/02/2021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784860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Relative size of negative numbers</a:t>
            </a:r>
            <a:br>
              <a:rPr lang="en-AU" sz="4000" dirty="0"/>
            </a:br>
            <a:r>
              <a:rPr lang="en-AU" sz="4000" dirty="0"/>
              <a:t>EQ: What is the relative size of negative numbers?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070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Negative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relative size of negative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7" r="-1" b="6271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AU" dirty="0"/>
              <a:t>Five Questions (LHS)</a:t>
            </a:r>
            <a:endParaRPr lang="en-A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45" y="1828800"/>
            <a:ext cx="0" cy="3200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B20C0-639D-4900-99CF-7D5985912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71371" y="643467"/>
                <a:ext cx="6574112" cy="5571066"/>
              </a:xfrm>
            </p:spPr>
            <p:txBody>
              <a:bodyPr anchor="ctr"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sum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23+456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0.75 as a fraction and a percentage?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14+27−27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÷9=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 value is larger? -28 or -72</a:t>
                </a: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Lily made a mobile phone call that lasted 39 minutes.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Her mobile phone provider charges her 19 cents per minute for calls.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Lily estimated that the total cost of the phone call was about $8.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Lily’s estimate was:</a:t>
                </a:r>
              </a:p>
              <a:p>
                <a:pPr marL="731520" lvl="3" indent="-2286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Less than the actual cost.</a:t>
                </a:r>
              </a:p>
              <a:p>
                <a:pPr marL="731520" lvl="3" indent="-2286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Equal to the actual cost.</a:t>
                </a:r>
              </a:p>
              <a:p>
                <a:pPr marL="731520" lvl="3" indent="-228600">
                  <a:buFont typeface="+mj-lt"/>
                  <a:buAutoNum type="alphaLcParenR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More than the actual cost.</a:t>
                </a:r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B20C0-639D-4900-99CF-7D5985912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1371" y="643467"/>
                <a:ext cx="6574112" cy="5571066"/>
              </a:xfrm>
              <a:blipFill>
                <a:blip r:embed="rId3"/>
                <a:stretch>
                  <a:fillRect l="-2226" t="-657" r="-3061" b="-9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 a number line that begins at -100 and ends at 100. Place the numbers, -50, 25, 0, -75, 50, 75 on your number line.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your answer with the person next to you and discuss how you placed the numbers on the number line.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If you want to make changes to your answer, draw another number line underneath your original work with your new answer.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contribute to a whole class discussion.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046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Negative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relative size of negative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B7E0B6-E59A-4A49-9663-F839ED5AE04B}"/>
              </a:ext>
            </a:extLst>
          </p:cNvPr>
          <p:cNvSpPr txBox="1"/>
          <p:nvPr/>
        </p:nvSpPr>
        <p:spPr>
          <a:xfrm>
            <a:off x="2433974" y="1317090"/>
            <a:ext cx="9440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Negative Numbers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They are used in many real life situations: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Finance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Credit cards and loans to show how much you owe to the 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Temperatures in very cold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Monitoring of internet data allowances</a:t>
            </a:r>
            <a:endParaRPr lang="en-AU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1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9871399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Work With Shoulder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Together with your shoulder partner, write equations for these situations: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at 75, end at 25: what happened?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at 25, end at 75: what happened?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at 25, end at -50: what happened?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at -50, end at 20: what happened?</a:t>
            </a:r>
          </a:p>
          <a:p>
            <a:pPr marL="457200" indent="-457200">
              <a:buFont typeface="+mj-lt"/>
              <a:buAutoNum type="arabicPeriod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take part in the class discussion about this work.</a:t>
            </a:r>
          </a:p>
        </p:txBody>
      </p:sp>
    </p:spTree>
    <p:extLst>
      <p:ext uri="{BB962C8B-B14F-4D97-AF65-F5344CB8AC3E}">
        <p14:creationId xmlns:p14="http://schemas.microsoft.com/office/powerpoint/2010/main" val="162831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ild staring out the window">
            <a:extLst>
              <a:ext uri="{FF2B5EF4-FFF2-40B4-BE49-F238E27FC236}">
                <a16:creationId xmlns:a16="http://schemas.microsoft.com/office/drawing/2014/main" id="{2EA3570D-AAD3-4A4A-A772-BF0B315F9D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5" r="-1" b="7854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7079B7-8639-414A-A86E-B58DD7C3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AU" dirty="0"/>
              <a:t>TASK (LHS) Report </a:t>
            </a:r>
            <a:r>
              <a:rPr lang="en-AU" dirty="0" err="1"/>
              <a:t>WRiting</a:t>
            </a:r>
            <a:endParaRPr lang="en-A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45" y="1828800"/>
            <a:ext cx="0" cy="3200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5807C-95A0-4A6E-89FE-E62361BB8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8366" y="643467"/>
                <a:ext cx="6587117" cy="5544832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Answer the following questions: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is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75−25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similar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25−75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 Why?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Would this same pattern apply to other numbers?</a:t>
                </a:r>
              </a:p>
              <a:p>
                <a:pPr marL="630936" lvl="1" indent="-457200"/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Test your pattern with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8−3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3−8.</m:t>
                    </m:r>
                  </m:oMath>
                </a14:m>
                <a:endParaRPr lang="en-AU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630936" lvl="1" indent="-457200"/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Now test your pattern with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17−3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3−17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Would this pattern always be true or sometimes?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this is true, explain how you can use it to subtract larger numbers from smaller numbers.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5807C-95A0-4A6E-89FE-E62361BB8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8366" y="643467"/>
                <a:ext cx="6587117" cy="5544832"/>
              </a:xfrm>
              <a:blipFill>
                <a:blip r:embed="rId4"/>
                <a:stretch>
                  <a:fillRect l="-21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10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1909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046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Negative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relative size of negative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4949872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5411537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B7E0B6-E59A-4A49-9663-F839ED5AE04B}"/>
              </a:ext>
            </a:extLst>
          </p:cNvPr>
          <p:cNvSpPr txBox="1"/>
          <p:nvPr/>
        </p:nvSpPr>
        <p:spPr>
          <a:xfrm>
            <a:off x="2433974" y="1317090"/>
            <a:ext cx="9440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Negative Numbers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They are used in many real life situations: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Finance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Credit cards and loans to show how much you owe to the 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Temperatures in very cold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Monitoring of internet data allowances</a:t>
            </a:r>
            <a:endParaRPr lang="en-AU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6D9BD-3137-436C-B7FD-F2BC1561A3D2}"/>
              </a:ext>
            </a:extLst>
          </p:cNvPr>
          <p:cNvSpPr txBox="1"/>
          <p:nvPr/>
        </p:nvSpPr>
        <p:spPr>
          <a:xfrm>
            <a:off x="739017" y="5545542"/>
            <a:ext cx="10713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Write your Summary including: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The strategy to use when subtracting a larger number from a smaller number.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Include your own example.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833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Thank you for a good start to Year 11 Mathematics Essentials.</a:t>
            </a:r>
          </a:p>
          <a:p>
            <a:endParaRPr lang="en-AU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See you all after the weekend.</a:t>
            </a: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2622</TotalTime>
  <Words>750</Words>
  <Application>Microsoft Office PowerPoint</Application>
  <PresentationFormat>Widescreen</PresentationFormat>
  <Paragraphs>99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Relative size of negative numbers EQ: What is the relative size of negative numbers?</vt:lpstr>
      <vt:lpstr>Things Required For This Lesson</vt:lpstr>
      <vt:lpstr>PowerPoint Presentation</vt:lpstr>
      <vt:lpstr>Five Questions (LHS)</vt:lpstr>
      <vt:lpstr>Task (LHS) Think Pair Share</vt:lpstr>
      <vt:lpstr>PowerPoint Presentation</vt:lpstr>
      <vt:lpstr>Task (LHS) Work With Shoulder Partner</vt:lpstr>
      <vt:lpstr>TASK (LHS) Report WRiting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Relative Size of Numbers t0 1000 EQ: What is the relative size of numbers?</dc:title>
  <dc:creator>Magdeline Lum</dc:creator>
  <cp:lastModifiedBy>Magdeline Lum</cp:lastModifiedBy>
  <cp:revision>32</cp:revision>
  <dcterms:created xsi:type="dcterms:W3CDTF">2021-01-31T02:55:05Z</dcterms:created>
  <dcterms:modified xsi:type="dcterms:W3CDTF">2021-02-06T04:27:40Z</dcterms:modified>
</cp:coreProperties>
</file>