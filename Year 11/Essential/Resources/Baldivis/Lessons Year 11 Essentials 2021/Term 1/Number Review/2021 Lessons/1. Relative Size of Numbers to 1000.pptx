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5"/>
  </p:notesMasterIdLst>
  <p:sldIdLst>
    <p:sldId id="256" r:id="rId2"/>
    <p:sldId id="257" r:id="rId3"/>
    <p:sldId id="311" r:id="rId4"/>
    <p:sldId id="320" r:id="rId5"/>
    <p:sldId id="258" r:id="rId6"/>
    <p:sldId id="312" r:id="rId7"/>
    <p:sldId id="313" r:id="rId8"/>
    <p:sldId id="318" r:id="rId9"/>
    <p:sldId id="314" r:id="rId10"/>
    <p:sldId id="315" r:id="rId11"/>
    <p:sldId id="316" r:id="rId12"/>
    <p:sldId id="319" r:id="rId13"/>
    <p:sldId id="31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>
        <p:scale>
          <a:sx n="76" d="100"/>
          <a:sy n="76" d="100"/>
        </p:scale>
        <p:origin x="36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3326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127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31/01/2021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RJS3Z2DYEO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784860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Relative Size of Numbers t0 1000</a:t>
            </a:r>
            <a:br>
              <a:rPr lang="en-AU" sz="4000" dirty="0"/>
            </a:br>
            <a:r>
              <a:rPr lang="en-AU" sz="4000" dirty="0"/>
              <a:t>EQ: What is the relative size of numbers?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  <a:p>
            <a:r>
              <a:rPr lang="en-AU" dirty="0"/>
              <a:t>Mrs Parlevliet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Textbook: </a:t>
            </a:r>
            <a:r>
              <a:rPr lang="en-AU" dirty="0">
                <a:solidFill>
                  <a:srgbClr val="7030A0"/>
                </a:solidFill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910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Numbers to 1000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 is relative size of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02/02/2021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523BF6-8865-48E5-97BC-E5F426458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E1A445-F7EF-41B3-B20D-1112A814F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F7D98-081F-4D17-935D-3C98416476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5000"/>
          </a:blip>
          <a:srcRect t="15709" r="-1" b="-1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38BE1D-CADD-4908-8018-6683DA4B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6600" cap="none" spc="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Task(LHS): Interleaved Questions Set 1</a:t>
            </a:r>
            <a:br>
              <a:rPr lang="en-US" sz="6600" cap="none" spc="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600" cap="none" spc="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133</a:t>
            </a:r>
            <a:br>
              <a:rPr lang="en-US" sz="6600" cap="none" spc="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6600" cap="none" spc="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600" cap="none" spc="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as many as you can in 10 minutes.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52EC4-897E-41BB-A452-B691D0097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608" y="643467"/>
            <a:ext cx="3096926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379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E7FF-5F53-498D-BBC4-C2F4E2A5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BEYOND Infinity Number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3E949-8E7A-4331-B8B0-1BFD90727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Beyond Infinity Number Comparison - YouTube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646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Think</a:t>
            </a:r>
            <a:r>
              <a:rPr lang="en-AU" dirty="0"/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Pair</a:t>
            </a:r>
            <a:r>
              <a:rPr lang="en-AU" dirty="0"/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Share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 a line at the top of the left hand page copying the number line on page 11 of your textbook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Interleaved Maths Essential Connections</a:t>
            </a:r>
            <a:endParaRPr lang="en-AU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Place the numbers 10, 100, and 200 on this number line.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 your work with the person next to you and discuss why you placed the numbers on the positions that you chose.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If you want to make changes, draw another number line underneath your first one in your Interactive Notebook and place the numbers in the new positions.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contribute to a whole class discussion.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9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79B7-8639-414A-A86E-B58DD7C3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/>
              <a:t>TASK (LHS)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5807C-95A0-4A6E-89FE-E62361BB8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860" y="1989608"/>
            <a:ext cx="6114499" cy="470127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How many hundreds make up 1000?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How many tens make up 100?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Using your number line:</a:t>
            </a:r>
          </a:p>
          <a:p>
            <a:pPr marL="630936" lvl="1" indent="-457200">
              <a:buFont typeface="+mj-lt"/>
              <a:buAutoNum type="alphaLcParenR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Where do the numbers 110, 120, and 130 need to be placed?</a:t>
            </a:r>
          </a:p>
          <a:p>
            <a:pPr marL="630936" lvl="1" indent="-457200">
              <a:buFont typeface="+mj-lt"/>
              <a:buAutoNum type="alphaLcParenR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Now place 210, 220, and 230 on your number line.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200034-0EF7-4BAD-B863-96D8A389F3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24" r="29186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03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910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Numbers to 1000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 is relative size of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02/02/2021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9DFC5F5-86D5-43C3-A038-41ED2F927A28}"/>
              </a:ext>
            </a:extLst>
          </p:cNvPr>
          <p:cNvSpPr txBox="1"/>
          <p:nvPr/>
        </p:nvSpPr>
        <p:spPr>
          <a:xfrm>
            <a:off x="2572932" y="1393672"/>
            <a:ext cx="9440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relative size of numbers is understanding how big numbers are when they are compared to each other.</a:t>
            </a:r>
          </a:p>
        </p:txBody>
      </p:sp>
    </p:spTree>
    <p:extLst>
      <p:ext uri="{BB962C8B-B14F-4D97-AF65-F5344CB8AC3E}">
        <p14:creationId xmlns:p14="http://schemas.microsoft.com/office/powerpoint/2010/main" val="825816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91447-A335-4B5E-8B26-AC4DC06F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TASK: Relative size in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ABF7-B981-4BB2-95BE-3F15042B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Using the 1 metre long Number Line measure the following items in millimetres, centimetres, and metres: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The length of your desk.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The length of classroom.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The length of one of my whiteboard markers </a:t>
            </a:r>
            <a:b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Record these measurements in your Interactive Notebook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Be prepared to discuss and share your measurements with the class.</a:t>
            </a:r>
          </a:p>
        </p:txBody>
      </p:sp>
    </p:spTree>
    <p:extLst>
      <p:ext uri="{BB962C8B-B14F-4D97-AF65-F5344CB8AC3E}">
        <p14:creationId xmlns:p14="http://schemas.microsoft.com/office/powerpoint/2010/main" val="206403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80E1-A6DC-4E7A-ADA9-18CF3D88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Convert Units of Length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17044CB-88CB-490C-BD93-08CB0636B5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418406"/>
              </p:ext>
            </p:extLst>
          </p:nvPr>
        </p:nvGraphicFramePr>
        <p:xfrm>
          <a:off x="740157" y="1907626"/>
          <a:ext cx="10882180" cy="3843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545">
                  <a:extLst>
                    <a:ext uri="{9D8B030D-6E8A-4147-A177-3AD203B41FA5}">
                      <a16:colId xmlns:a16="http://schemas.microsoft.com/office/drawing/2014/main" val="438601897"/>
                    </a:ext>
                  </a:extLst>
                </a:gridCol>
                <a:gridCol w="2720545">
                  <a:extLst>
                    <a:ext uri="{9D8B030D-6E8A-4147-A177-3AD203B41FA5}">
                      <a16:colId xmlns:a16="http://schemas.microsoft.com/office/drawing/2014/main" val="528863794"/>
                    </a:ext>
                  </a:extLst>
                </a:gridCol>
                <a:gridCol w="2720545">
                  <a:extLst>
                    <a:ext uri="{9D8B030D-6E8A-4147-A177-3AD203B41FA5}">
                      <a16:colId xmlns:a16="http://schemas.microsoft.com/office/drawing/2014/main" val="438138856"/>
                    </a:ext>
                  </a:extLst>
                </a:gridCol>
                <a:gridCol w="2720545">
                  <a:extLst>
                    <a:ext uri="{9D8B030D-6E8A-4147-A177-3AD203B41FA5}">
                      <a16:colId xmlns:a16="http://schemas.microsoft.com/office/drawing/2014/main" val="924783717"/>
                    </a:ext>
                  </a:extLst>
                </a:gridCol>
              </a:tblGrid>
              <a:tr h="98635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Centimetres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Millimetres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 connections can you see?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1536"/>
                  </a:ext>
                </a:extLst>
              </a:tr>
              <a:tr h="571457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55804"/>
                  </a:ext>
                </a:extLst>
              </a:tr>
              <a:tr h="571457">
                <a:tc>
                  <a:txBody>
                    <a:bodyPr/>
                    <a:lstStyle/>
                    <a:p>
                      <a:pPr algn="ctr"/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943457"/>
                  </a:ext>
                </a:extLst>
              </a:tr>
              <a:tr h="571457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88125"/>
                  </a:ext>
                </a:extLst>
              </a:tr>
              <a:tr h="571457">
                <a:tc>
                  <a:txBody>
                    <a:bodyPr/>
                    <a:lstStyle/>
                    <a:p>
                      <a:pPr algn="ctr"/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784702"/>
                  </a:ext>
                </a:extLst>
              </a:tr>
              <a:tr h="571457">
                <a:tc>
                  <a:txBody>
                    <a:bodyPr/>
                    <a:lstStyle/>
                    <a:p>
                      <a:pPr algn="ctr"/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535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40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Task: Relative size in Integers, negative numbers and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ED35-8289-4A6B-85E0-D8BA5A06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4516" y="794582"/>
            <a:ext cx="6262535" cy="5259085"/>
          </a:xfrm>
        </p:spPr>
        <p:txBody>
          <a:bodyPr anchor="ctr">
            <a:normAutofit lnSpcReduction="10000"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Thinking about the work we have done so far, now draw a number line in your Interactive Notebook representing a bank balance between -100 and +100.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The negative end represents money owed to the bank which can happen when spending money with a credit card.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The positive end represents money in the bank account.</a:t>
            </a:r>
          </a:p>
          <a:p>
            <a:pPr marL="411480" indent="-45720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 have $80 in the bank.</a:t>
            </a:r>
          </a:p>
          <a:p>
            <a:pPr marL="411480" indent="-45720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 use a credit card and spend $100. Draw an arrow to show what happens on the line and mark the end position.</a:t>
            </a:r>
          </a:p>
          <a:p>
            <a:pPr marL="411480" indent="-45720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 spend another $20. Draw an arrow to show what happens and mark the end position.</a:t>
            </a:r>
          </a:p>
          <a:p>
            <a:pPr marL="411480" indent="-45720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 deposit $50 into my bank account. Draw an arrow to show what happens and mark the end position. What is my bank balance?</a:t>
            </a:r>
          </a:p>
        </p:txBody>
      </p:sp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4109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910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Numbers to 1000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 is relative size of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63721" y="5234657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02/02/2021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74645" y="563226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9DFC5F5-86D5-43C3-A038-41ED2F927A28}"/>
              </a:ext>
            </a:extLst>
          </p:cNvPr>
          <p:cNvSpPr txBox="1"/>
          <p:nvPr/>
        </p:nvSpPr>
        <p:spPr>
          <a:xfrm>
            <a:off x="2572932" y="1393672"/>
            <a:ext cx="9440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relative size of numbers is understanding how big numbers are when they are compared to each other.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7C5CA6-C4ED-4574-A87E-604B319BF962}"/>
              </a:ext>
            </a:extLst>
          </p:cNvPr>
          <p:cNvSpPr txBox="1"/>
          <p:nvPr/>
        </p:nvSpPr>
        <p:spPr>
          <a:xfrm>
            <a:off x="754672" y="5872726"/>
            <a:ext cx="10978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Write a summary </a:t>
            </a:r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your own words 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that answers the EQ and give a real life example of where it is used.</a:t>
            </a:r>
          </a:p>
        </p:txBody>
      </p:sp>
    </p:spTree>
    <p:extLst>
      <p:ext uri="{BB962C8B-B14F-4D97-AF65-F5344CB8AC3E}">
        <p14:creationId xmlns:p14="http://schemas.microsoft.com/office/powerpoint/2010/main" val="3187610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19ED-A6AC-4F22-B3CB-85DD393C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TASK: Your Choice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2458-3DC2-472B-8096-7196C8EA3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Work with the person next to you on at least two of the tasks below and write your answers in your Interactive Notebook.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would happen if your number line scale changed from 0-100 or 0-1 on the original line? What key numbers or positions would be used to help position other numbers?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would change if your number line scale was 0-2000? What key numbers or positions would be helpful?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if your number line showed a bank balance where you could borrow up to $1000? How could you apply similar thinking to show negative balances?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Exit Ticket. 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Unfinished tasks will mean a lunchtime detention for you to complete your task.</a:t>
            </a:r>
          </a:p>
        </p:txBody>
      </p:sp>
    </p:spTree>
    <p:extLst>
      <p:ext uri="{BB962C8B-B14F-4D97-AF65-F5344CB8AC3E}">
        <p14:creationId xmlns:p14="http://schemas.microsoft.com/office/powerpoint/2010/main" val="17041556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773</Words>
  <Application>Microsoft Office PowerPoint</Application>
  <PresentationFormat>Widescreen</PresentationFormat>
  <Paragraphs>84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Tw Cen MT</vt:lpstr>
      <vt:lpstr>Tw Cen MT Condensed</vt:lpstr>
      <vt:lpstr>Wingdings</vt:lpstr>
      <vt:lpstr>Wingdings 3</vt:lpstr>
      <vt:lpstr>Integral</vt:lpstr>
      <vt:lpstr>Topic: Relative Size of Numbers t0 1000 EQ: What is the relative size of numbers?</vt:lpstr>
      <vt:lpstr>Things Required For This Lesson</vt:lpstr>
      <vt:lpstr>PowerPoint Presentation</vt:lpstr>
      <vt:lpstr>Task(LHS): Interleaved Questions Set 1 Page 133  Do as many as you can in 10 minutes.</vt:lpstr>
      <vt:lpstr>BEYOND Infinity Number Comparison</vt:lpstr>
      <vt:lpstr>Task (LHS) Think Pair Share</vt:lpstr>
      <vt:lpstr>TASK (LHS) Questions</vt:lpstr>
      <vt:lpstr>PowerPoint Presentation</vt:lpstr>
      <vt:lpstr>TASK: Relative size in Measurement</vt:lpstr>
      <vt:lpstr>TASK: Convert Units of Length</vt:lpstr>
      <vt:lpstr>Task: Relative size in Integers, negative numbers and money</vt:lpstr>
      <vt:lpstr>PowerPoint Presentation</vt:lpstr>
      <vt:lpstr>TASK: Your Choice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Relative Size of Numbers t0 1000 EQ: What is the relative size of numbers?</dc:title>
  <dc:creator>Magdeline Lum</dc:creator>
  <cp:lastModifiedBy>Magdeline Lum</cp:lastModifiedBy>
  <cp:revision>8</cp:revision>
  <dcterms:created xsi:type="dcterms:W3CDTF">2021-01-31T02:55:05Z</dcterms:created>
  <dcterms:modified xsi:type="dcterms:W3CDTF">2021-01-31T04:18:41Z</dcterms:modified>
</cp:coreProperties>
</file>