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5" autoAdjust="0"/>
    <p:restoredTop sz="94660"/>
  </p:normalViewPr>
  <p:slideViewPr>
    <p:cSldViewPr snapToGrid="0">
      <p:cViewPr>
        <p:scale>
          <a:sx n="65" d="100"/>
          <a:sy n="65" d="100"/>
        </p:scale>
        <p:origin x="765" y="6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907D-3801-417D-B09A-1298302E9D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Standard Deviation: Using Technology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797670-57EC-4F1F-BA90-1DB58DA466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11 Essentials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7641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D12F73-F622-41E2-829D-EBDEDFBEA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9015" y="1093787"/>
            <a:ext cx="3345719" cy="4697413"/>
          </a:xfrm>
        </p:spPr>
        <p:txBody>
          <a:bodyPr>
            <a:normAutofit/>
          </a:bodyPr>
          <a:lstStyle/>
          <a:p>
            <a:r>
              <a:rPr lang="en-AU" dirty="0"/>
              <a:t>You Will Need a Scientific </a:t>
            </a:r>
            <a:r>
              <a:rPr lang="en-AU" dirty="0" err="1"/>
              <a:t>CalculAtor</a:t>
            </a:r>
            <a:br>
              <a:rPr lang="en-AU" dirty="0"/>
            </a:br>
            <a:br>
              <a:rPr lang="en-AU" dirty="0"/>
            </a:br>
            <a:r>
              <a:rPr lang="en-AU" dirty="0"/>
              <a:t>CASIO fx-82AU PLUS II</a:t>
            </a:r>
            <a:endParaRPr lang="en-GB" dirty="0"/>
          </a:p>
        </p:txBody>
      </p:sp>
      <p:sp useBgFill="1">
        <p:nvSpPr>
          <p:cNvPr id="10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696E080-C164-4D62-AD63-43B1FC8651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8898" y="147484"/>
            <a:ext cx="3696193" cy="6457024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alpha val="60000"/>
            </a:schemeClr>
          </a:solidFill>
        </p:grpSpPr>
        <p:sp>
          <p:nvSpPr>
            <p:cNvPr id="13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25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0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</p:spTree>
    <p:extLst>
      <p:ext uri="{BB962C8B-B14F-4D97-AF65-F5344CB8AC3E}">
        <p14:creationId xmlns:p14="http://schemas.microsoft.com/office/powerpoint/2010/main" val="34768434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02471-D5D2-4993-9322-2B9B3F30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FFFFFF"/>
                </a:solidFill>
              </a:rPr>
              <a:t>Example</a:t>
            </a:r>
            <a:endParaRPr lang="en-GB" sz="3200" dirty="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284280A3-C8EE-4258-A45C-1B2F035FA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3019" y="1335527"/>
            <a:ext cx="7977238" cy="4307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0670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2A8C8-650E-4852-A527-E3FE34DD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>
                <a:solidFill>
                  <a:srgbClr val="FFFFFF"/>
                </a:solidFill>
              </a:rPr>
              <a:t>Step 1</a:t>
            </a:r>
            <a:endParaRPr lang="en-GB" sz="320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8" name="Content Placeholder 3">
            <a:extLst>
              <a:ext uri="{FF2B5EF4-FFF2-40B4-BE49-F238E27FC236}">
                <a16:creationId xmlns:a16="http://schemas.microsoft.com/office/drawing/2014/main" id="{4E1B989F-A605-471D-97A1-96E34FB8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426" y="1588213"/>
            <a:ext cx="2736693" cy="47808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CF5CE7-ECFE-474B-954F-7F00441B2F49}"/>
              </a:ext>
            </a:extLst>
          </p:cNvPr>
          <p:cNvSpPr txBox="1"/>
          <p:nvPr/>
        </p:nvSpPr>
        <p:spPr>
          <a:xfrm>
            <a:off x="4558295" y="720993"/>
            <a:ext cx="6751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Choose the STAT mode on your calculator</a:t>
            </a:r>
            <a:endParaRPr lang="en-GB" sz="4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ADC69C-6713-4204-BAC6-AD65DFC77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8440" y="2316699"/>
            <a:ext cx="7985675" cy="342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1151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2A8C8-650E-4852-A527-E3FE34DD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FFFFFF"/>
                </a:solidFill>
              </a:rPr>
              <a:t>Step 2</a:t>
            </a:r>
            <a:endParaRPr lang="en-GB" sz="3200" dirty="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13EE7E60-8EE2-4807-9650-D1DE2B5F7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684" y="3047711"/>
            <a:ext cx="6844045" cy="1283258"/>
          </a:xfrm>
          <a:prstGeom prst="rect">
            <a:avLst/>
          </a:prstGeom>
        </p:spPr>
      </p:pic>
      <p:pic>
        <p:nvPicPr>
          <p:cNvPr id="48" name="Content Placeholder 3">
            <a:extLst>
              <a:ext uri="{FF2B5EF4-FFF2-40B4-BE49-F238E27FC236}">
                <a16:creationId xmlns:a16="http://schemas.microsoft.com/office/drawing/2014/main" id="{4E1B989F-A605-471D-97A1-96E34FB8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82426" y="1588213"/>
            <a:ext cx="2736693" cy="47808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8470398-D53D-47F0-800A-3CE56B04DC91}"/>
              </a:ext>
            </a:extLst>
          </p:cNvPr>
          <p:cNvSpPr txBox="1"/>
          <p:nvPr/>
        </p:nvSpPr>
        <p:spPr>
          <a:xfrm>
            <a:off x="4587919" y="1203593"/>
            <a:ext cx="6751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Choose option 1 to set the type of data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34450481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2A8C8-650E-4852-A527-E3FE34DD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FFFFFF"/>
                </a:solidFill>
              </a:rPr>
              <a:t>Step 3</a:t>
            </a:r>
            <a:endParaRPr lang="en-GB" sz="3200" dirty="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8" name="Content Placeholder 3">
            <a:extLst>
              <a:ext uri="{FF2B5EF4-FFF2-40B4-BE49-F238E27FC236}">
                <a16:creationId xmlns:a16="http://schemas.microsoft.com/office/drawing/2014/main" id="{4E1B989F-A605-471D-97A1-96E34FB8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426" y="1588213"/>
            <a:ext cx="2736693" cy="47808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8470398-D53D-47F0-800A-3CE56B04DC91}"/>
              </a:ext>
            </a:extLst>
          </p:cNvPr>
          <p:cNvSpPr txBox="1"/>
          <p:nvPr/>
        </p:nvSpPr>
        <p:spPr>
          <a:xfrm>
            <a:off x="4587919" y="1203593"/>
            <a:ext cx="67512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Choose Option 1 for 1-VAR</a:t>
            </a:r>
            <a:endParaRPr lang="en-GB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673253-DC7D-42CF-93E4-C5C74B9860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2407" y="3126658"/>
            <a:ext cx="7999592" cy="1270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320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2A8C8-650E-4852-A527-E3FE34DD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FFFFFF"/>
                </a:solidFill>
              </a:rPr>
              <a:t>Step 4</a:t>
            </a:r>
            <a:endParaRPr lang="en-GB" sz="3200" dirty="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8" name="Content Placeholder 3">
            <a:extLst>
              <a:ext uri="{FF2B5EF4-FFF2-40B4-BE49-F238E27FC236}">
                <a16:creationId xmlns:a16="http://schemas.microsoft.com/office/drawing/2014/main" id="{4E1B989F-A605-471D-97A1-96E34FB8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426" y="1588213"/>
            <a:ext cx="2736693" cy="47808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8470398-D53D-47F0-800A-3CE56B04DC91}"/>
              </a:ext>
            </a:extLst>
          </p:cNvPr>
          <p:cNvSpPr txBox="1"/>
          <p:nvPr/>
        </p:nvSpPr>
        <p:spPr>
          <a:xfrm>
            <a:off x="4587919" y="948274"/>
            <a:ext cx="6751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Enter the data into the frequency table</a:t>
            </a:r>
            <a:endParaRPr lang="en-GB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F336E-E1F7-4400-B2EC-671CD12830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2945" y="2488955"/>
            <a:ext cx="7928580" cy="2552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443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2A8C8-650E-4852-A527-E3FE34DD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FFFFFF"/>
                </a:solidFill>
              </a:rPr>
              <a:t>TIP!</a:t>
            </a:r>
            <a:endParaRPr lang="en-GB" sz="3200" dirty="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8" name="Content Placeholder 3">
            <a:extLst>
              <a:ext uri="{FF2B5EF4-FFF2-40B4-BE49-F238E27FC236}">
                <a16:creationId xmlns:a16="http://schemas.microsoft.com/office/drawing/2014/main" id="{4E1B989F-A605-471D-97A1-96E34FB8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426" y="1588213"/>
            <a:ext cx="2736693" cy="47808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8470398-D53D-47F0-800A-3CE56B04DC91}"/>
              </a:ext>
            </a:extLst>
          </p:cNvPr>
          <p:cNvSpPr txBox="1"/>
          <p:nvPr/>
        </p:nvSpPr>
        <p:spPr>
          <a:xfrm>
            <a:off x="4680872" y="667695"/>
            <a:ext cx="67512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TIP: You can scroll up and down the frequency table to check your entries. Edit as needed.</a:t>
            </a:r>
            <a:endParaRPr lang="en-GB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F9D7BC-278A-4C7A-948F-0AC6EF4CD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770" y="3141406"/>
            <a:ext cx="7931230" cy="124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76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2A8C8-650E-4852-A527-E3FE34DD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FFFFFF"/>
                </a:solidFill>
              </a:rPr>
              <a:t>Step 5</a:t>
            </a:r>
            <a:endParaRPr lang="en-GB" sz="3200" dirty="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8" name="Content Placeholder 3">
            <a:extLst>
              <a:ext uri="{FF2B5EF4-FFF2-40B4-BE49-F238E27FC236}">
                <a16:creationId xmlns:a16="http://schemas.microsoft.com/office/drawing/2014/main" id="{4E1B989F-A605-471D-97A1-96E34FB8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426" y="1588213"/>
            <a:ext cx="2736693" cy="47808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8470398-D53D-47F0-800A-3CE56B04DC91}"/>
              </a:ext>
            </a:extLst>
          </p:cNvPr>
          <p:cNvSpPr txBox="1"/>
          <p:nvPr/>
        </p:nvSpPr>
        <p:spPr>
          <a:xfrm>
            <a:off x="4680872" y="862549"/>
            <a:ext cx="6751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Once your data is entered, press the AC button</a:t>
            </a:r>
            <a:endParaRPr lang="en-GB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4B01C-CD89-4DA0-9857-4F22F2861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7383" y="3148781"/>
            <a:ext cx="7924616" cy="1214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278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2A8C8-650E-4852-A527-E3FE34DD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FFFFFF"/>
                </a:solidFill>
              </a:rPr>
              <a:t>Step 6</a:t>
            </a:r>
            <a:endParaRPr lang="en-GB" sz="3200" dirty="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8" name="Content Placeholder 3">
            <a:extLst>
              <a:ext uri="{FF2B5EF4-FFF2-40B4-BE49-F238E27FC236}">
                <a16:creationId xmlns:a16="http://schemas.microsoft.com/office/drawing/2014/main" id="{4E1B989F-A605-471D-97A1-96E34FB8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426" y="1588213"/>
            <a:ext cx="2736693" cy="47808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8470398-D53D-47F0-800A-3CE56B04DC91}"/>
              </a:ext>
            </a:extLst>
          </p:cNvPr>
          <p:cNvSpPr txBox="1"/>
          <p:nvPr/>
        </p:nvSpPr>
        <p:spPr>
          <a:xfrm>
            <a:off x="4680872" y="862549"/>
            <a:ext cx="67512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Open the STAT menu once again</a:t>
            </a:r>
            <a:endParaRPr lang="en-GB" sz="4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807A34-C6C1-47AB-B0D3-377A88128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2081" y="1928813"/>
            <a:ext cx="7990553" cy="1387552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B4904D2E-E51B-4D56-8D95-364F0ECF1875}"/>
              </a:ext>
            </a:extLst>
          </p:cNvPr>
          <p:cNvSpPr txBox="1"/>
          <p:nvPr/>
        </p:nvSpPr>
        <p:spPr>
          <a:xfrm>
            <a:off x="4687966" y="3502165"/>
            <a:ext cx="67512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Choose Option 4:VAR</a:t>
            </a:r>
            <a:endParaRPr lang="en-GB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62E4A-792D-40F5-8292-32433892DE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8535" y="4461479"/>
            <a:ext cx="7964099" cy="128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006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2A8C8-650E-4852-A527-E3FE34DD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FFFFFF"/>
                </a:solidFill>
              </a:rPr>
              <a:t>Step 7</a:t>
            </a:r>
            <a:endParaRPr lang="en-GB" sz="3200" dirty="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8" name="Content Placeholder 3">
            <a:extLst>
              <a:ext uri="{FF2B5EF4-FFF2-40B4-BE49-F238E27FC236}">
                <a16:creationId xmlns:a16="http://schemas.microsoft.com/office/drawing/2014/main" id="{4E1B989F-A605-471D-97A1-96E34FB8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426" y="1588213"/>
            <a:ext cx="2736693" cy="47808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8470398-D53D-47F0-800A-3CE56B04DC91}"/>
              </a:ext>
            </a:extLst>
          </p:cNvPr>
          <p:cNvSpPr txBox="1"/>
          <p:nvPr/>
        </p:nvSpPr>
        <p:spPr>
          <a:xfrm>
            <a:off x="4680872" y="187072"/>
            <a:ext cx="67512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Choose Option 4 to get the value for standard deviation and press the = button</a:t>
            </a:r>
            <a:endParaRPr lang="en-GB" sz="4000" dirty="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2A090AE3-DA2B-4514-BB8C-2047F14A1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138" y="2271713"/>
            <a:ext cx="7964099" cy="12845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6DBBF58-8BEC-4565-8525-BA44F49172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8816" y="4867275"/>
            <a:ext cx="4535389" cy="181263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730E5960-5F51-4D6E-9FA0-E19BD6AE457C}"/>
              </a:ext>
            </a:extLst>
          </p:cNvPr>
          <p:cNvSpPr txBox="1"/>
          <p:nvPr/>
        </p:nvSpPr>
        <p:spPr>
          <a:xfrm>
            <a:off x="4785646" y="3549650"/>
            <a:ext cx="67512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The standard deviation should appear like this</a:t>
            </a:r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23706521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6697F791-5FFA-4164-899F-EB52EA72B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4E28A1A9-FB81-4816-AAEA-C3B430946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0" y="-2"/>
            <a:ext cx="4061525" cy="6858001"/>
          </a:xfrm>
          <a:prstGeom prst="rect">
            <a:avLst/>
          </a:prstGeom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773AB25-A422-41AA-9737-5E04C1966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53"/>
            <a:ext cx="4055621" cy="6858000"/>
          </a:xfrm>
          <a:prstGeom prst="rect">
            <a:avLst/>
          </a:prstGeom>
          <a:ln>
            <a:noFill/>
          </a:ln>
          <a:effectLst>
            <a:outerShdw blurRad="76200" dist="38100" algn="l" rotWithShape="0">
              <a:prstClr val="black">
                <a:alpha val="3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AF0552B8-DE8C-40DF-B29F-1728E6A1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530" y="23283"/>
            <a:ext cx="4078152" cy="6858001"/>
          </a:xfrm>
          <a:prstGeom prst="rect">
            <a:avLst/>
          </a:prstGeom>
          <a:noFill/>
          <a:extLst>
            <a:ext uri="{909E8E84-426E-40dd-AFC4-6F175D3DCCD1}">
              <a14:hiddenFill xmlns="" xmlns:a16="http://schemas.microsoft.com/office/drawing/2014/main" xmlns:p14="http://schemas.microsoft.com/office/powerpoint/2010/main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0B2A8C8-650E-4852-A527-E3FE34DDE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66" y="618518"/>
            <a:ext cx="2851417" cy="1478570"/>
          </a:xfrm>
        </p:spPr>
        <p:txBody>
          <a:bodyPr>
            <a:normAutofit/>
          </a:bodyPr>
          <a:lstStyle/>
          <a:p>
            <a:r>
              <a:rPr lang="en-AU" sz="3200" dirty="0">
                <a:solidFill>
                  <a:srgbClr val="FFFFFF"/>
                </a:solidFill>
              </a:rPr>
              <a:t>TIP!</a:t>
            </a:r>
            <a:endParaRPr lang="en-GB" sz="3200" dirty="0">
              <a:solidFill>
                <a:srgbClr val="FFFFFF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D0D387-1584-4477-B5F8-52B50D4F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21" name="Rectangle 5">
              <a:extLst>
                <a:ext uri="{FF2B5EF4-FFF2-40B4-BE49-F238E27FC236}">
                  <a16:creationId xmlns:a16="http://schemas.microsoft.com/office/drawing/2014/main" id="{22C90122-8CF0-4164-B596-168DE41D39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E74D534E-37A6-4D27-9C47-0B2F052783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1C1C156E-D2E0-468A-9B19-79521D69B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14C97F11-4F6C-4DFF-89BC-3AEA5B7FF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773C2106-77CE-42E1-839F-925EAEBB2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E2807D33-BD1F-4B09-8D93-63C06DB3C0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84BDF3E8-157B-47D1-AF8E-FE1EFF0612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12">
              <a:extLst>
                <a:ext uri="{FF2B5EF4-FFF2-40B4-BE49-F238E27FC236}">
                  <a16:creationId xmlns:a16="http://schemas.microsoft.com/office/drawing/2014/main" id="{68B482B5-E0FD-406A-99B2-297DF3335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13">
              <a:extLst>
                <a:ext uri="{FF2B5EF4-FFF2-40B4-BE49-F238E27FC236}">
                  <a16:creationId xmlns:a16="http://schemas.microsoft.com/office/drawing/2014/main" id="{B8750F30-12E8-410B-8709-78F1EF3B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14">
              <a:extLst>
                <a:ext uri="{FF2B5EF4-FFF2-40B4-BE49-F238E27FC236}">
                  <a16:creationId xmlns:a16="http://schemas.microsoft.com/office/drawing/2014/main" id="{DB2D030A-4700-4CC4-A971-F119F8372C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15">
              <a:extLst>
                <a:ext uri="{FF2B5EF4-FFF2-40B4-BE49-F238E27FC236}">
                  <a16:creationId xmlns:a16="http://schemas.microsoft.com/office/drawing/2014/main" id="{B4E516DB-F66E-4E88-8CAA-67153F5618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Line 16">
              <a:extLst>
                <a:ext uri="{FF2B5EF4-FFF2-40B4-BE49-F238E27FC236}">
                  <a16:creationId xmlns:a16="http://schemas.microsoft.com/office/drawing/2014/main" id="{DF749FDD-DD56-4DC9-A379-77E110698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3" name="Freeform 17">
              <a:extLst>
                <a:ext uri="{FF2B5EF4-FFF2-40B4-BE49-F238E27FC236}">
                  <a16:creationId xmlns:a16="http://schemas.microsoft.com/office/drawing/2014/main" id="{6AD95087-E0AF-45D3-B824-EFFCBBEC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18">
              <a:extLst>
                <a:ext uri="{FF2B5EF4-FFF2-40B4-BE49-F238E27FC236}">
                  <a16:creationId xmlns:a16="http://schemas.microsoft.com/office/drawing/2014/main" id="{2D21010F-3DE2-4881-B9D5-3415C4E05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19">
              <a:extLst>
                <a:ext uri="{FF2B5EF4-FFF2-40B4-BE49-F238E27FC236}">
                  <a16:creationId xmlns:a16="http://schemas.microsoft.com/office/drawing/2014/main" id="{2AFDF4BC-8E99-4A2C-9EF2-4B98A05C2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BB8EAEE8-22EA-4103-A02E-5043474C4B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Rectangle 21">
              <a:extLst>
                <a:ext uri="{FF2B5EF4-FFF2-40B4-BE49-F238E27FC236}">
                  <a16:creationId xmlns:a16="http://schemas.microsoft.com/office/drawing/2014/main" id="{7148ABD2-E447-429F-B97E-86494051C1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38" name="Freeform 22">
              <a:extLst>
                <a:ext uri="{FF2B5EF4-FFF2-40B4-BE49-F238E27FC236}">
                  <a16:creationId xmlns:a16="http://schemas.microsoft.com/office/drawing/2014/main" id="{99900F4A-F8CA-456E-9FA0-34572621C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23">
              <a:extLst>
                <a:ext uri="{FF2B5EF4-FFF2-40B4-BE49-F238E27FC236}">
                  <a16:creationId xmlns:a16="http://schemas.microsoft.com/office/drawing/2014/main" id="{DF5CD0A9-E49B-4968-886B-41C1A66D2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Freeform 24">
              <a:extLst>
                <a:ext uri="{FF2B5EF4-FFF2-40B4-BE49-F238E27FC236}">
                  <a16:creationId xmlns:a16="http://schemas.microsoft.com/office/drawing/2014/main" id="{7E462582-7383-4272-A323-85C9D137C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1" name="Freeform 25">
              <a:extLst>
                <a:ext uri="{FF2B5EF4-FFF2-40B4-BE49-F238E27FC236}">
                  <a16:creationId xmlns:a16="http://schemas.microsoft.com/office/drawing/2014/main" id="{CB472F67-7C37-4D80-B346-DE30D44B5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26">
              <a:extLst>
                <a:ext uri="{FF2B5EF4-FFF2-40B4-BE49-F238E27FC236}">
                  <a16:creationId xmlns:a16="http://schemas.microsoft.com/office/drawing/2014/main" id="{19A8AE83-358F-4D4E-91C7-F09E35097A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27">
              <a:extLst>
                <a:ext uri="{FF2B5EF4-FFF2-40B4-BE49-F238E27FC236}">
                  <a16:creationId xmlns:a16="http://schemas.microsoft.com/office/drawing/2014/main" id="{C4B79436-9285-45DE-A9FB-B3DD750738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28">
              <a:extLst>
                <a:ext uri="{FF2B5EF4-FFF2-40B4-BE49-F238E27FC236}">
                  <a16:creationId xmlns:a16="http://schemas.microsoft.com/office/drawing/2014/main" id="{B0BF8BF3-C90A-483A-B61E-13D2C41FB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29">
              <a:extLst>
                <a:ext uri="{FF2B5EF4-FFF2-40B4-BE49-F238E27FC236}">
                  <a16:creationId xmlns:a16="http://schemas.microsoft.com/office/drawing/2014/main" id="{31011274-F329-444B-9B06-69DD2EC449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0">
              <a:extLst>
                <a:ext uri="{FF2B5EF4-FFF2-40B4-BE49-F238E27FC236}">
                  <a16:creationId xmlns:a16="http://schemas.microsoft.com/office/drawing/2014/main" id="{DB8B1D39-5B9A-4B4E-849B-A5821A2460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31">
              <a:extLst>
                <a:ext uri="{FF2B5EF4-FFF2-40B4-BE49-F238E27FC236}">
                  <a16:creationId xmlns:a16="http://schemas.microsoft.com/office/drawing/2014/main" id="{336ECD63-75C2-4A32-A31B-30BB30972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6="http://schemas.microsoft.com/office/drawing/2014/main" xmlns:p14="http://schemas.microsoft.com/office/powerpoint/2010/main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pic>
        <p:nvPicPr>
          <p:cNvPr id="48" name="Content Placeholder 3">
            <a:extLst>
              <a:ext uri="{FF2B5EF4-FFF2-40B4-BE49-F238E27FC236}">
                <a16:creationId xmlns:a16="http://schemas.microsoft.com/office/drawing/2014/main" id="{4E1B989F-A605-471D-97A1-96E34FB8E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2426" y="1588213"/>
            <a:ext cx="2736693" cy="4780837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A8470398-D53D-47F0-800A-3CE56B04DC91}"/>
              </a:ext>
            </a:extLst>
          </p:cNvPr>
          <p:cNvSpPr txBox="1"/>
          <p:nvPr/>
        </p:nvSpPr>
        <p:spPr>
          <a:xfrm>
            <a:off x="4744623" y="124292"/>
            <a:ext cx="675127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000" dirty="0"/>
              <a:t>TIP: Remember to clear the data entered in the frequency table before entering new data.</a:t>
            </a:r>
            <a:endParaRPr lang="en-GB" sz="4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47424A-59AE-460B-BB4C-E26FC8C6D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113" y="2130986"/>
            <a:ext cx="7869199" cy="415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6945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45</TotalTime>
  <Words>141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Tw Cen MT</vt:lpstr>
      <vt:lpstr>Circuit</vt:lpstr>
      <vt:lpstr>Standard Deviation: Using Technology</vt:lpstr>
      <vt:lpstr>You Will Need a Scientific CalculAtor  CASIO fx-82AU PLUS II</vt:lpstr>
      <vt:lpstr>Example</vt:lpstr>
      <vt:lpstr>Step 1</vt:lpstr>
      <vt:lpstr>Step 2</vt:lpstr>
      <vt:lpstr>Step 3</vt:lpstr>
      <vt:lpstr>Step 4</vt:lpstr>
      <vt:lpstr>TIP!</vt:lpstr>
      <vt:lpstr>Step 5</vt:lpstr>
      <vt:lpstr>Step 6</vt:lpstr>
      <vt:lpstr>Step 7</vt:lpstr>
      <vt:lpstr>TIP!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Standard Deviation: Using Technology</dc:title>
  <dc:creator>LUM Magdeline [Baldivis Secondary College]</dc:creator>
  <cp:lastModifiedBy>LUM Magdeline [Baldivis Secondary College]</cp:lastModifiedBy>
  <cp:revision>6</cp:revision>
  <dcterms:created xsi:type="dcterms:W3CDTF">2018-08-06T16:22:54Z</dcterms:created>
  <dcterms:modified xsi:type="dcterms:W3CDTF">2018-08-06T17:10:34Z</dcterms:modified>
</cp:coreProperties>
</file>