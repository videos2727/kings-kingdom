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04"/>
    <p:restoredTop sz="94666"/>
  </p:normalViewPr>
  <p:slideViewPr>
    <p:cSldViewPr snapToGrid="0" snapToObjects="1">
      <p:cViewPr varScale="1">
        <p:scale>
          <a:sx n="107" d="100"/>
          <a:sy n="107" d="100"/>
        </p:scale>
        <p:origin x="1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0E82FD63-1921-4543-B2F3-D51AA6A3D917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57392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8627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2617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6329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133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0934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1603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0263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9510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1150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617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04845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01448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50478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24223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12443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FD63-1921-4543-B2F3-D51AA6A3D917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4489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E82FD63-1921-4543-B2F3-D51AA6A3D917}" type="datetimeFigureOut">
              <a:rPr lang="en-AU" smtClean="0"/>
              <a:t>7/08/2018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16CA864-0212-EE46-A0AE-46C59EB9BA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43899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Samples and Census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EQ: what is the difference between Samples and Census.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763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567847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Sample and census</a:t>
            </a:r>
            <a:endParaRPr lang="en-AU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177447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116899" y="1177447"/>
            <a:ext cx="0" cy="56805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116899" y="1177446"/>
            <a:ext cx="1007510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AU" dirty="0" smtClean="0"/>
              <a:t>When collecting data, we will gather our data through either a census or a sample. </a:t>
            </a:r>
          </a:p>
          <a:p>
            <a:pPr marL="285750" indent="-285750">
              <a:buFont typeface="Arial" charset="0"/>
              <a:buChar char="•"/>
            </a:pPr>
            <a:endParaRPr lang="en-AU" dirty="0"/>
          </a:p>
          <a:p>
            <a:pPr marL="285750" indent="-285750">
              <a:buFont typeface="Arial" charset="0"/>
              <a:buChar char="•"/>
            </a:pPr>
            <a:r>
              <a:rPr lang="en-AU" dirty="0" smtClean="0"/>
              <a:t>A sample is information gathered from a small population of people.</a:t>
            </a:r>
          </a:p>
          <a:p>
            <a:pPr marL="742950" lvl="1" indent="-285750">
              <a:buFont typeface="Arial" charset="0"/>
              <a:buChar char="•"/>
            </a:pPr>
            <a:r>
              <a:rPr lang="en-AU" dirty="0" smtClean="0"/>
              <a:t>A sample is not gathered from the whole population</a:t>
            </a:r>
          </a:p>
          <a:p>
            <a:pPr marL="742950" lvl="1" indent="-285750">
              <a:buFont typeface="Arial" charset="0"/>
              <a:buChar char="•"/>
            </a:pPr>
            <a:r>
              <a:rPr lang="en-AU" dirty="0" smtClean="0"/>
              <a:t>A sample provides </a:t>
            </a:r>
            <a:r>
              <a:rPr lang="en-AU" dirty="0" smtClean="0"/>
              <a:t>a window into the overall population</a:t>
            </a:r>
          </a:p>
          <a:p>
            <a:pPr marL="742950" lvl="1" indent="-285750">
              <a:buFont typeface="Arial" charset="0"/>
              <a:buChar char="•"/>
            </a:pPr>
            <a:endParaRPr lang="en-AU" dirty="0"/>
          </a:p>
          <a:p>
            <a:pPr marL="285750" indent="-285750">
              <a:buFont typeface="Arial" charset="0"/>
              <a:buChar char="•"/>
            </a:pPr>
            <a:r>
              <a:rPr lang="en-AU" dirty="0" smtClean="0"/>
              <a:t>A census is a survey of an entire population.</a:t>
            </a:r>
          </a:p>
          <a:p>
            <a:pPr marL="742950" lvl="1" indent="-285750">
              <a:buFont typeface="Arial" charset="0"/>
              <a:buChar char="•"/>
            </a:pPr>
            <a:r>
              <a:rPr lang="en-AU" dirty="0" smtClean="0"/>
              <a:t>A census is conducted every 5 years in Australia. </a:t>
            </a:r>
          </a:p>
          <a:p>
            <a:pPr marL="742950" lvl="1" indent="-285750">
              <a:buFont typeface="Arial" charset="0"/>
              <a:buChar char="•"/>
            </a:pPr>
            <a:r>
              <a:rPr lang="en-AU" dirty="0" smtClean="0"/>
              <a:t>They survey every single household about their job, income, religion, education and net worth.</a:t>
            </a:r>
          </a:p>
          <a:p>
            <a:pPr marL="742950" lvl="1" indent="-285750">
              <a:buFont typeface="Arial" charset="0"/>
              <a:buChar char="•"/>
            </a:pPr>
            <a:r>
              <a:rPr lang="en-AU" dirty="0" smtClean="0"/>
              <a:t>The census is  conducted by the Australian </a:t>
            </a:r>
            <a:r>
              <a:rPr lang="en-AU" dirty="0" err="1" smtClean="0"/>
              <a:t>bearue</a:t>
            </a:r>
            <a:r>
              <a:rPr lang="en-AU" dirty="0" smtClean="0"/>
              <a:t> of Statistics. </a:t>
            </a:r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58065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801" y="609600"/>
            <a:ext cx="10131425" cy="56784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mtClean="0"/>
              <a:t>Sample and census</a:t>
            </a:r>
            <a:endParaRPr lang="en-AU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201198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116899" y="1201198"/>
            <a:ext cx="0" cy="56805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116899" y="1201197"/>
            <a:ext cx="1007510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There are many Positive and Negative attributes to both sample and census collecting: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204791"/>
              </p:ext>
            </p:extLst>
          </p:nvPr>
        </p:nvGraphicFramePr>
        <p:xfrm>
          <a:off x="2322354" y="1745294"/>
          <a:ext cx="8284686" cy="276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3870"/>
                <a:gridCol w="3645408"/>
                <a:gridCol w="3645408"/>
              </a:tblGrid>
              <a:tr h="476862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Positive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Negative</a:t>
                      </a:r>
                      <a:endParaRPr lang="en-AU" dirty="0"/>
                    </a:p>
                  </a:txBody>
                  <a:tcPr/>
                </a:tc>
              </a:tr>
              <a:tr h="1097738">
                <a:tc>
                  <a:txBody>
                    <a:bodyPr/>
                    <a:lstStyle/>
                    <a:p>
                      <a:r>
                        <a:rPr lang="en-AU" dirty="0" smtClean="0"/>
                        <a:t>Sample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AU" dirty="0" smtClean="0"/>
                        <a:t>Quick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AU" dirty="0" smtClean="0"/>
                        <a:t>Low/no cost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AU" dirty="0" smtClean="0"/>
                        <a:t>Bias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AU" dirty="0" smtClean="0"/>
                        <a:t>Not a</a:t>
                      </a:r>
                      <a:r>
                        <a:rPr lang="en-AU" baseline="0" dirty="0" smtClean="0"/>
                        <a:t> true representation of population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endParaRPr lang="en-AU" dirty="0"/>
                    </a:p>
                  </a:txBody>
                  <a:tcPr/>
                </a:tc>
              </a:tr>
              <a:tr h="1097738">
                <a:tc>
                  <a:txBody>
                    <a:bodyPr/>
                    <a:lstStyle/>
                    <a:p>
                      <a:r>
                        <a:rPr lang="en-AU" dirty="0" smtClean="0"/>
                        <a:t>Census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AU" dirty="0" smtClean="0"/>
                        <a:t>Whole population surveyed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AU" dirty="0" smtClean="0"/>
                        <a:t>Accurate data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AU" dirty="0" smtClean="0"/>
                        <a:t>No bias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AU" dirty="0" smtClean="0"/>
                        <a:t>Expensive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AU" dirty="0" smtClean="0"/>
                        <a:t>Time consuming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7382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801" y="609600"/>
            <a:ext cx="10131425" cy="56784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 smtClean="0"/>
              <a:t>Sample and census: Practise</a:t>
            </a:r>
            <a:endParaRPr lang="en-AU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177447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116899" y="1177447"/>
            <a:ext cx="0" cy="56805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116899" y="1177446"/>
            <a:ext cx="1007510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Identify the following as either a sample or a census.</a:t>
            </a:r>
          </a:p>
          <a:p>
            <a:endParaRPr lang="en-AU" dirty="0"/>
          </a:p>
          <a:p>
            <a:pPr marL="342900" indent="-342900">
              <a:buAutoNum type="arabicParenR"/>
            </a:pPr>
            <a:r>
              <a:rPr lang="en-AU" dirty="0" smtClean="0"/>
              <a:t>Surveying the class about their favourite ice-cream flavours</a:t>
            </a:r>
          </a:p>
          <a:p>
            <a:pPr marL="800100" lvl="1" indent="-342900">
              <a:buFont typeface="Arial" charset="0"/>
              <a:buChar char="•"/>
            </a:pPr>
            <a:r>
              <a:rPr lang="en-AU" dirty="0" smtClean="0"/>
              <a:t>Survey – its in the name</a:t>
            </a:r>
            <a:endParaRPr lang="en-AU" dirty="0" smtClean="0"/>
          </a:p>
          <a:p>
            <a:pPr marL="342900" indent="-342900">
              <a:buAutoNum type="arabicParenR"/>
            </a:pPr>
            <a:r>
              <a:rPr lang="en-AU" dirty="0"/>
              <a:t>A</a:t>
            </a:r>
            <a:r>
              <a:rPr lang="en-AU" dirty="0" smtClean="0"/>
              <a:t>sking the class if they like Harry </a:t>
            </a:r>
            <a:r>
              <a:rPr lang="en-AU" dirty="0"/>
              <a:t>P</a:t>
            </a:r>
            <a:r>
              <a:rPr lang="en-AU" dirty="0" smtClean="0"/>
              <a:t>otter movies</a:t>
            </a:r>
          </a:p>
          <a:p>
            <a:pPr marL="800100" lvl="1" indent="-342900">
              <a:buFont typeface="Arial" charset="0"/>
              <a:buChar char="•"/>
            </a:pPr>
            <a:r>
              <a:rPr lang="en-AU" dirty="0" smtClean="0"/>
              <a:t>Survey- it is only the class</a:t>
            </a:r>
            <a:endParaRPr lang="en-AU" dirty="0" smtClean="0"/>
          </a:p>
          <a:p>
            <a:pPr marL="342900" indent="-342900">
              <a:buAutoNum type="arabicParenR"/>
            </a:pPr>
            <a:r>
              <a:rPr lang="en-AU" dirty="0" smtClean="0"/>
              <a:t>Asking all Year 11’s  in Australia their favourite subject and their shoe sizes?</a:t>
            </a:r>
          </a:p>
          <a:p>
            <a:pPr marL="800100" lvl="1" indent="-342900">
              <a:buFont typeface="Arial" charset="0"/>
              <a:buChar char="•"/>
            </a:pPr>
            <a:r>
              <a:rPr lang="en-AU" dirty="0" smtClean="0"/>
              <a:t>Census – we asked all of the group of year 11’s</a:t>
            </a:r>
          </a:p>
          <a:p>
            <a:r>
              <a:rPr lang="en-AU" dirty="0" smtClean="0"/>
              <a:t>4) Digitally surveying all households of income and religion </a:t>
            </a:r>
          </a:p>
          <a:p>
            <a:pPr marL="742950" lvl="1" indent="-285750">
              <a:buFont typeface="Arial" charset="0"/>
              <a:buChar char="•"/>
            </a:pPr>
            <a:r>
              <a:rPr lang="en-AU" dirty="0"/>
              <a:t>	</a:t>
            </a:r>
            <a:r>
              <a:rPr lang="en-AU" dirty="0" smtClean="0"/>
              <a:t>Census- this is what the ABS does to this day</a:t>
            </a:r>
          </a:p>
          <a:p>
            <a:r>
              <a:rPr lang="en-AU" dirty="0" smtClean="0"/>
              <a:t>5) Asking all of your friends favourite Colour, Movie Genre’s</a:t>
            </a:r>
          </a:p>
          <a:p>
            <a:pPr marL="742950" lvl="1" indent="-285750">
              <a:buFont typeface="Arial" charset="0"/>
              <a:buChar char="•"/>
            </a:pPr>
            <a:r>
              <a:rPr lang="en-AU" dirty="0" smtClean="0"/>
              <a:t>Census – because you have asked ALL of the people you consider friends, you have conducted a census.  </a:t>
            </a:r>
          </a:p>
        </p:txBody>
      </p:sp>
    </p:spTree>
    <p:extLst>
      <p:ext uri="{BB962C8B-B14F-4D97-AF65-F5344CB8AC3E}">
        <p14:creationId xmlns:p14="http://schemas.microsoft.com/office/powerpoint/2010/main" val="1410323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Which would you use?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77" y="2477171"/>
            <a:ext cx="8001000" cy="3073400"/>
          </a:xfrm>
        </p:spPr>
      </p:pic>
      <p:sp>
        <p:nvSpPr>
          <p:cNvPr id="5" name="TextBox 4"/>
          <p:cNvSpPr txBox="1"/>
          <p:nvPr/>
        </p:nvSpPr>
        <p:spPr>
          <a:xfrm>
            <a:off x="8468737" y="2477171"/>
            <a:ext cx="3264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Would you use a Sample or Census for each of these?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6589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215366"/>
            <a:ext cx="10131425" cy="1456267"/>
          </a:xfrm>
        </p:spPr>
        <p:txBody>
          <a:bodyPr/>
          <a:lstStyle/>
          <a:p>
            <a:r>
              <a:rPr lang="en-AU" dirty="0" smtClean="0"/>
              <a:t>Sample types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1201198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2116899" y="1201198"/>
            <a:ext cx="0" cy="56805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16899" y="1201197"/>
            <a:ext cx="904899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There are 4 sample types:</a:t>
            </a:r>
          </a:p>
          <a:p>
            <a:r>
              <a:rPr lang="en-AU" dirty="0" smtClean="0"/>
              <a:t>Random:</a:t>
            </a:r>
          </a:p>
          <a:p>
            <a:r>
              <a:rPr lang="en-AU" dirty="0" smtClean="0"/>
              <a:t>Selecting random people, or using a random number generator to select a sample of people.</a:t>
            </a:r>
          </a:p>
          <a:p>
            <a:r>
              <a:rPr lang="en-AU" i="1" dirty="0" err="1" smtClean="0"/>
              <a:t>Eg</a:t>
            </a:r>
            <a:r>
              <a:rPr lang="en-AU" i="1" dirty="0" smtClean="0"/>
              <a:t>: Rolling a die and after giving everyone a number, using then selecting that person from the dice roll.</a:t>
            </a:r>
          </a:p>
          <a:p>
            <a:endParaRPr lang="en-AU" dirty="0" smtClean="0"/>
          </a:p>
          <a:p>
            <a:r>
              <a:rPr lang="en-AU" dirty="0" smtClean="0"/>
              <a:t>Stratified:</a:t>
            </a:r>
          </a:p>
          <a:p>
            <a:r>
              <a:rPr lang="en-AU" dirty="0" smtClean="0"/>
              <a:t>Where you select an appropriate proportion of a population based on Percentage make up</a:t>
            </a:r>
          </a:p>
          <a:p>
            <a:r>
              <a:rPr lang="en-AU" i="1" dirty="0" err="1" smtClean="0"/>
              <a:t>Eg</a:t>
            </a:r>
            <a:r>
              <a:rPr lang="en-AU" i="1" dirty="0" smtClean="0"/>
              <a:t>: If there are 40 year 7’s and 100 year 8’s, for a sample of 20 you want 5/6 year 7’s and then 15/14 year 8’s. These are representative or the size of each group.  </a:t>
            </a:r>
          </a:p>
          <a:p>
            <a:endParaRPr lang="en-AU" dirty="0" smtClean="0"/>
          </a:p>
          <a:p>
            <a:r>
              <a:rPr lang="en-AU" dirty="0" smtClean="0"/>
              <a:t>Self selected:</a:t>
            </a:r>
          </a:p>
          <a:p>
            <a:r>
              <a:rPr lang="en-AU" dirty="0" smtClean="0"/>
              <a:t>Opt in surveys were people will ask you for your thought or </a:t>
            </a:r>
          </a:p>
          <a:p>
            <a:endParaRPr lang="en-AU" dirty="0" smtClean="0"/>
          </a:p>
          <a:p>
            <a:r>
              <a:rPr lang="en-AU" dirty="0" smtClean="0"/>
              <a:t>Systematic:</a:t>
            </a:r>
          </a:p>
          <a:p>
            <a:r>
              <a:rPr lang="en-AU" dirty="0" smtClean="0"/>
              <a:t>Selecting people using a system to determine who is being chosen.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12994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8A52E383-5B10-4447-AA10-8D7246AD3E7B}" vid="{D92C5A04-299F-6F48-B2A5-13D3E83A9D2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Cornell notes</Template>
  <TotalTime>390</TotalTime>
  <Words>384</Words>
  <Application>Microsoft Macintosh PowerPoint</Application>
  <PresentationFormat>Widescreen</PresentationFormat>
  <Paragraphs>64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Calibri Light</vt:lpstr>
      <vt:lpstr>Arial</vt:lpstr>
      <vt:lpstr>Celestial</vt:lpstr>
      <vt:lpstr>Samples and Census</vt:lpstr>
      <vt:lpstr>Sample and census</vt:lpstr>
      <vt:lpstr>PowerPoint Presentation</vt:lpstr>
      <vt:lpstr>PowerPoint Presentation</vt:lpstr>
      <vt:lpstr>Which would you use?</vt:lpstr>
      <vt:lpstr>Sample types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Samples and Census</dc:title>
  <dc:creator>POWER Travis [Baldivis Secondary College]</dc:creator>
  <cp:lastModifiedBy>POWER Travis [Baldivis Secondary College]</cp:lastModifiedBy>
  <cp:revision>10</cp:revision>
  <dcterms:created xsi:type="dcterms:W3CDTF">2018-08-07T00:38:55Z</dcterms:created>
  <dcterms:modified xsi:type="dcterms:W3CDTF">2018-08-07T11:42:01Z</dcterms:modified>
</cp:coreProperties>
</file>