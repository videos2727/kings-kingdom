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8"/>
  </p:notesMasterIdLst>
  <p:sldIdLst>
    <p:sldId id="256" r:id="rId2"/>
    <p:sldId id="426" r:id="rId3"/>
    <p:sldId id="429" r:id="rId4"/>
    <p:sldId id="428" r:id="rId5"/>
    <p:sldId id="427" r:id="rId6"/>
    <p:sldId id="42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CF5F00-DAF4-414E-B495-5F5EB55F56C5}" v="34" dt="2018-10-18T13:26:52.4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5" autoAdjust="0"/>
    <p:restoredTop sz="68088" autoAdjust="0"/>
  </p:normalViewPr>
  <p:slideViewPr>
    <p:cSldViewPr snapToGrid="0">
      <p:cViewPr varScale="1">
        <p:scale>
          <a:sx n="71" d="100"/>
          <a:sy n="71" d="100"/>
        </p:scale>
        <p:origin x="126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1A251-35D4-4A6D-872A-2404D870FDC5}" type="datetimeFigureOut">
              <a:rPr lang="en-GB" smtClean="0"/>
              <a:t>23/10/2018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8B6B90-47C0-463A-9E32-F74A8B32D3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436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After this task set the whiteboard to graph and have each member of the class come up to the board and put their distance and time to get home</a:t>
            </a:r>
          </a:p>
          <a:p>
            <a:r>
              <a:rPr lang="en-AU" dirty="0"/>
              <a:t>Comment on how the slopes of the walking are (should be) similar</a:t>
            </a:r>
          </a:p>
          <a:p>
            <a:r>
              <a:rPr lang="en-AU" dirty="0"/>
              <a:t>Car slopes similar etc</a:t>
            </a:r>
          </a:p>
          <a:p>
            <a:r>
              <a:rPr lang="en-AU" dirty="0"/>
              <a:t>Steep = fast</a:t>
            </a:r>
          </a:p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B6B90-47C0-463A-9E32-F74A8B32D3B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254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444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233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560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197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339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32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10/23/2018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653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505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842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201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3469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6040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0981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116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8400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627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175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A525E-747A-45EC-8DEB-8E43D30F9B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Distance Time graphs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057B6E-6E10-4100-BC88-BD9A8CC5C1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Mathematics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443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49">
            <a:extLst>
              <a:ext uri="{FF2B5EF4-FFF2-40B4-BE49-F238E27FC236}">
                <a16:creationId xmlns:a16="http://schemas.microsoft.com/office/drawing/2014/main" id="{3852FC56-D56A-4FE3-B532-716BF8607630}"/>
              </a:ext>
            </a:extLst>
          </p:cNvPr>
          <p:cNvSpPr/>
          <p:nvPr/>
        </p:nvSpPr>
        <p:spPr>
          <a:xfrm>
            <a:off x="1617064" y="1470334"/>
            <a:ext cx="8568952" cy="5067243"/>
          </a:xfrm>
          <a:prstGeom prst="roundRect">
            <a:avLst>
              <a:gd name="adj" fmla="val 543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428A0C7-D5F6-4153-B9C7-D26233254B4F}"/>
              </a:ext>
            </a:extLst>
          </p:cNvPr>
          <p:cNvGrpSpPr/>
          <p:nvPr/>
        </p:nvGrpSpPr>
        <p:grpSpPr>
          <a:xfrm>
            <a:off x="5727462" y="1593021"/>
            <a:ext cx="4317403" cy="4980440"/>
            <a:chOff x="4397922" y="1268315"/>
            <a:chExt cx="4317403" cy="498044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3D919EE-5D60-4BB9-ADC5-66BB633F8774}"/>
                </a:ext>
              </a:extLst>
            </p:cNvPr>
            <p:cNvGrpSpPr/>
            <p:nvPr/>
          </p:nvGrpSpPr>
          <p:grpSpPr>
            <a:xfrm>
              <a:off x="4397922" y="1268315"/>
              <a:ext cx="4317403" cy="4980440"/>
              <a:chOff x="4397922" y="1268315"/>
              <a:chExt cx="4317403" cy="498044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5A9B3389-23BB-4EFD-A55C-CAFF861221C5}"/>
                  </a:ext>
                </a:extLst>
              </p:cNvPr>
              <p:cNvGrpSpPr/>
              <p:nvPr/>
            </p:nvGrpSpPr>
            <p:grpSpPr>
              <a:xfrm>
                <a:off x="4486909" y="1311007"/>
                <a:ext cx="4228416" cy="4778304"/>
                <a:chOff x="4371299" y="1311007"/>
                <a:chExt cx="4228416" cy="4778304"/>
              </a:xfrm>
            </p:grpSpPr>
            <p:grpSp>
              <p:nvGrpSpPr>
                <p:cNvPr id="23" name="Group 839">
                  <a:extLst>
                    <a:ext uri="{FF2B5EF4-FFF2-40B4-BE49-F238E27FC236}">
                      <a16:creationId xmlns:a16="http://schemas.microsoft.com/office/drawing/2014/main" id="{0E933674-8D2E-41D9-859E-6DFAC2E09228}"/>
                    </a:ext>
                  </a:extLst>
                </p:cNvPr>
                <p:cNvGrpSpPr/>
                <p:nvPr/>
              </p:nvGrpSpPr>
              <p:grpSpPr>
                <a:xfrm>
                  <a:off x="4508573" y="1311007"/>
                  <a:ext cx="4091142" cy="4776274"/>
                  <a:chOff x="4508573" y="1311007"/>
                  <a:chExt cx="4091142" cy="4776274"/>
                </a:xfrm>
              </p:grpSpPr>
              <p:grpSp>
                <p:nvGrpSpPr>
                  <p:cNvPr id="74" name="Group 766">
                    <a:extLst>
                      <a:ext uri="{FF2B5EF4-FFF2-40B4-BE49-F238E27FC236}">
                        <a16:creationId xmlns:a16="http://schemas.microsoft.com/office/drawing/2014/main" id="{0050E70E-CDAE-4A0E-B632-56783436265B}"/>
                      </a:ext>
                    </a:extLst>
                  </p:cNvPr>
                  <p:cNvGrpSpPr/>
                  <p:nvPr/>
                </p:nvGrpSpPr>
                <p:grpSpPr>
                  <a:xfrm>
                    <a:off x="4508573" y="1315256"/>
                    <a:ext cx="4091142" cy="4772025"/>
                    <a:chOff x="3390900" y="1315256"/>
                    <a:chExt cx="4686300" cy="4772025"/>
                  </a:xfrm>
                </p:grpSpPr>
                <p:cxnSp>
                  <p:nvCxnSpPr>
                    <p:cNvPr id="137" name="Straight Connector 136">
                      <a:extLst>
                        <a:ext uri="{FF2B5EF4-FFF2-40B4-BE49-F238E27FC236}">
                          <a16:creationId xmlns:a16="http://schemas.microsoft.com/office/drawing/2014/main" id="{C4312CDB-3F05-4E7F-AB81-34D29005FF6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31525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8" name="Straight Connector 137">
                      <a:extLst>
                        <a:ext uri="{FF2B5EF4-FFF2-40B4-BE49-F238E27FC236}">
                          <a16:creationId xmlns:a16="http://schemas.microsoft.com/office/drawing/2014/main" id="{CC6FD6A7-259F-4A55-9EAB-0B7E38C6FA5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38342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9" name="Straight Connector 138">
                      <a:extLst>
                        <a:ext uri="{FF2B5EF4-FFF2-40B4-BE49-F238E27FC236}">
                          <a16:creationId xmlns:a16="http://schemas.microsoft.com/office/drawing/2014/main" id="{C24DE4BA-6D16-4A88-9843-1D29144304C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51977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0" name="Straight Connector 139">
                      <a:extLst>
                        <a:ext uri="{FF2B5EF4-FFF2-40B4-BE49-F238E27FC236}">
                          <a16:creationId xmlns:a16="http://schemas.microsoft.com/office/drawing/2014/main" id="{532F1705-D4E4-458C-AD42-168E09B506E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72428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1" name="Straight Connector 140">
                      <a:extLst>
                        <a:ext uri="{FF2B5EF4-FFF2-40B4-BE49-F238E27FC236}">
                          <a16:creationId xmlns:a16="http://schemas.microsoft.com/office/drawing/2014/main" id="{9B62E8F0-8250-442E-AB95-E722BAD695E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99697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" name="Straight Connector 141">
                      <a:extLst>
                        <a:ext uri="{FF2B5EF4-FFF2-40B4-BE49-F238E27FC236}">
                          <a16:creationId xmlns:a16="http://schemas.microsoft.com/office/drawing/2014/main" id="{4DEBF247-A758-4940-9CAA-9F8AC0F5B1F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33783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3" name="Straight Connector 142">
                      <a:extLst>
                        <a:ext uri="{FF2B5EF4-FFF2-40B4-BE49-F238E27FC236}">
                          <a16:creationId xmlns:a16="http://schemas.microsoft.com/office/drawing/2014/main" id="{1C90BBB0-5B7C-4CA8-9D5F-FAACB80E0BB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67869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4" name="Straight Connector 143">
                      <a:extLst>
                        <a:ext uri="{FF2B5EF4-FFF2-40B4-BE49-F238E27FC236}">
                          <a16:creationId xmlns:a16="http://schemas.microsoft.com/office/drawing/2014/main" id="{5B404843-FDF6-4133-B5B1-8D34BF50DD3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01955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5" name="Straight Connector 144">
                      <a:extLst>
                        <a:ext uri="{FF2B5EF4-FFF2-40B4-BE49-F238E27FC236}">
                          <a16:creationId xmlns:a16="http://schemas.microsoft.com/office/drawing/2014/main" id="{C6AD588E-CB5F-46BF-8BCB-573F13C9D75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36041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6" name="Straight Connector 145">
                      <a:extLst>
                        <a:ext uri="{FF2B5EF4-FFF2-40B4-BE49-F238E27FC236}">
                          <a16:creationId xmlns:a16="http://schemas.microsoft.com/office/drawing/2014/main" id="{1308697E-3332-4FE2-83C1-070A1428E11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70127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7" name="Straight Connector 146">
                      <a:extLst>
                        <a:ext uri="{FF2B5EF4-FFF2-40B4-BE49-F238E27FC236}">
                          <a16:creationId xmlns:a16="http://schemas.microsoft.com/office/drawing/2014/main" id="{DEEC8198-EB0A-4163-8CAB-247604F12D5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31482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" name="Straight Connector 147">
                      <a:extLst>
                        <a:ext uri="{FF2B5EF4-FFF2-40B4-BE49-F238E27FC236}">
                          <a16:creationId xmlns:a16="http://schemas.microsoft.com/office/drawing/2014/main" id="{75E994AC-5AD2-41C4-B230-D41694E685D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58751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9" name="Straight Connector 148">
                      <a:extLst>
                        <a:ext uri="{FF2B5EF4-FFF2-40B4-BE49-F238E27FC236}">
                          <a16:creationId xmlns:a16="http://schemas.microsoft.com/office/drawing/2014/main" id="{BD39DF32-5294-441F-BF2A-5C7A5EA315E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79202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0" name="Straight Connector 149">
                      <a:extLst>
                        <a:ext uri="{FF2B5EF4-FFF2-40B4-BE49-F238E27FC236}">
                          <a16:creationId xmlns:a16="http://schemas.microsoft.com/office/drawing/2014/main" id="{3B63392F-A695-410D-8EDC-49A8BAE4A3B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92837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1" name="Straight Connector 150">
                      <a:extLst>
                        <a:ext uri="{FF2B5EF4-FFF2-40B4-BE49-F238E27FC236}">
                          <a16:creationId xmlns:a16="http://schemas.microsoft.com/office/drawing/2014/main" id="{FB8389A6-668A-424E-847D-2FE1C898443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06471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" name="Straight Connector 151">
                      <a:extLst>
                        <a:ext uri="{FF2B5EF4-FFF2-40B4-BE49-F238E27FC236}">
                          <a16:creationId xmlns:a16="http://schemas.microsoft.com/office/drawing/2014/main" id="{F0068327-7843-4D3B-9127-BC7A557A0FC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13288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" name="Straight Connector 152">
                      <a:extLst>
                        <a:ext uri="{FF2B5EF4-FFF2-40B4-BE49-F238E27FC236}">
                          <a16:creationId xmlns:a16="http://schemas.microsoft.com/office/drawing/2014/main" id="{563FC87D-6863-44D0-A7C4-B23122AB2A1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20106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" name="Straight Connector 153">
                      <a:extLst>
                        <a:ext uri="{FF2B5EF4-FFF2-40B4-BE49-F238E27FC236}">
                          <a16:creationId xmlns:a16="http://schemas.microsoft.com/office/drawing/2014/main" id="{6EA76E97-C158-4EC5-BE9B-7E0BBCD5CCA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33740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5" name="Straight Connector 154">
                      <a:extLst>
                        <a:ext uri="{FF2B5EF4-FFF2-40B4-BE49-F238E27FC236}">
                          <a16:creationId xmlns:a16="http://schemas.microsoft.com/office/drawing/2014/main" id="{4CD5DB29-3C81-4E7C-B52A-D286B58CF5A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47374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6" name="Straight Connector 155">
                      <a:extLst>
                        <a:ext uri="{FF2B5EF4-FFF2-40B4-BE49-F238E27FC236}">
                          <a16:creationId xmlns:a16="http://schemas.microsoft.com/office/drawing/2014/main" id="{06A287E1-4961-4466-A4A7-BE195342FFE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61009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7" name="Straight Connector 156">
                      <a:extLst>
                        <a:ext uri="{FF2B5EF4-FFF2-40B4-BE49-F238E27FC236}">
                          <a16:creationId xmlns:a16="http://schemas.microsoft.com/office/drawing/2014/main" id="{F599E5D5-F5E5-49D2-9F00-69C73FAAEB3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26923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8" name="Straight Connector 157">
                      <a:extLst>
                        <a:ext uri="{FF2B5EF4-FFF2-40B4-BE49-F238E27FC236}">
                          <a16:creationId xmlns:a16="http://schemas.microsoft.com/office/drawing/2014/main" id="{8873A53B-335D-4AD3-BCCE-F6146990753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40557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9" name="Straight Connector 158">
                      <a:extLst>
                        <a:ext uri="{FF2B5EF4-FFF2-40B4-BE49-F238E27FC236}">
                          <a16:creationId xmlns:a16="http://schemas.microsoft.com/office/drawing/2014/main" id="{5412DD3A-B140-473B-921C-89E48D897AA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54192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0" name="Straight Connector 159">
                      <a:extLst>
                        <a:ext uri="{FF2B5EF4-FFF2-40B4-BE49-F238E27FC236}">
                          <a16:creationId xmlns:a16="http://schemas.microsoft.com/office/drawing/2014/main" id="{416F9492-2DFB-4658-92F3-E7123968C4C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67826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1" name="Straight Connector 160">
                      <a:extLst>
                        <a:ext uri="{FF2B5EF4-FFF2-40B4-BE49-F238E27FC236}">
                          <a16:creationId xmlns:a16="http://schemas.microsoft.com/office/drawing/2014/main" id="{5446A5A1-EB3A-499A-9994-B12294D08DB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74643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2" name="Straight Connector 161">
                      <a:extLst>
                        <a:ext uri="{FF2B5EF4-FFF2-40B4-BE49-F238E27FC236}">
                          <a16:creationId xmlns:a16="http://schemas.microsoft.com/office/drawing/2014/main" id="{EA7A2F7B-60A3-464F-AB6B-89F929CA3F4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81460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3" name="Straight Connector 162">
                      <a:extLst>
                        <a:ext uri="{FF2B5EF4-FFF2-40B4-BE49-F238E27FC236}">
                          <a16:creationId xmlns:a16="http://schemas.microsoft.com/office/drawing/2014/main" id="{87DBB869-2AA9-4DAE-B5A3-085F6766D7B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88278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4" name="Straight Connector 163">
                      <a:extLst>
                        <a:ext uri="{FF2B5EF4-FFF2-40B4-BE49-F238E27FC236}">
                          <a16:creationId xmlns:a16="http://schemas.microsoft.com/office/drawing/2014/main" id="{E34820F3-0EC1-4F78-BC86-1DFE52C57D9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95095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5" name="Straight Connector 164">
                      <a:extLst>
                        <a:ext uri="{FF2B5EF4-FFF2-40B4-BE49-F238E27FC236}">
                          <a16:creationId xmlns:a16="http://schemas.microsoft.com/office/drawing/2014/main" id="{86C953D2-CC1F-4A75-B841-471E6F7D200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601912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6" name="Straight Connector 165">
                      <a:extLst>
                        <a:ext uri="{FF2B5EF4-FFF2-40B4-BE49-F238E27FC236}">
                          <a16:creationId xmlns:a16="http://schemas.microsoft.com/office/drawing/2014/main" id="{4CE360D9-F065-4D29-B517-A09C46F9E49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6087281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7" name="Straight Connector 166">
                      <a:extLst>
                        <a:ext uri="{FF2B5EF4-FFF2-40B4-BE49-F238E27FC236}">
                          <a16:creationId xmlns:a16="http://schemas.microsoft.com/office/drawing/2014/main" id="{7289B488-4692-4128-B153-D58E687374A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45160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8" name="Straight Connector 167">
                      <a:extLst>
                        <a:ext uri="{FF2B5EF4-FFF2-40B4-BE49-F238E27FC236}">
                          <a16:creationId xmlns:a16="http://schemas.microsoft.com/office/drawing/2014/main" id="{51BEE679-7AF6-4F15-B0EF-9A365BC77AC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58794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9" name="Straight Connector 168">
                      <a:extLst>
                        <a:ext uri="{FF2B5EF4-FFF2-40B4-BE49-F238E27FC236}">
                          <a16:creationId xmlns:a16="http://schemas.microsoft.com/office/drawing/2014/main" id="{175BED19-03BE-4FF2-95E5-AE9CDDDBCDA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79246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0" name="Straight Connector 169">
                      <a:extLst>
                        <a:ext uri="{FF2B5EF4-FFF2-40B4-BE49-F238E27FC236}">
                          <a16:creationId xmlns:a16="http://schemas.microsoft.com/office/drawing/2014/main" id="{4E738626-161A-45F4-8F3E-CA5F9C03A9A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06514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1" name="Straight Connector 170">
                      <a:extLst>
                        <a:ext uri="{FF2B5EF4-FFF2-40B4-BE49-F238E27FC236}">
                          <a16:creationId xmlns:a16="http://schemas.microsoft.com/office/drawing/2014/main" id="{151C4AFA-8621-4C50-A928-982FAA7C96E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40600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2" name="Straight Connector 171">
                      <a:extLst>
                        <a:ext uri="{FF2B5EF4-FFF2-40B4-BE49-F238E27FC236}">
                          <a16:creationId xmlns:a16="http://schemas.microsoft.com/office/drawing/2014/main" id="{3F28480E-13FF-44C6-99B9-9155CF35B69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74686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3" name="Straight Connector 172">
                      <a:extLst>
                        <a:ext uri="{FF2B5EF4-FFF2-40B4-BE49-F238E27FC236}">
                          <a16:creationId xmlns:a16="http://schemas.microsoft.com/office/drawing/2014/main" id="{3D0C9972-C6BC-4E21-868B-629315D51BC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08772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4" name="Straight Connector 173">
                      <a:extLst>
                        <a:ext uri="{FF2B5EF4-FFF2-40B4-BE49-F238E27FC236}">
                          <a16:creationId xmlns:a16="http://schemas.microsoft.com/office/drawing/2014/main" id="{E3895FDC-16A8-4690-AFE9-0C2068ACB50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42858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5" name="Straight Connector 174">
                      <a:extLst>
                        <a:ext uri="{FF2B5EF4-FFF2-40B4-BE49-F238E27FC236}">
                          <a16:creationId xmlns:a16="http://schemas.microsoft.com/office/drawing/2014/main" id="{28B85E2D-859E-4B4F-89CB-82B98DFD51A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76944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6" name="Straight Connector 175">
                      <a:extLst>
                        <a:ext uri="{FF2B5EF4-FFF2-40B4-BE49-F238E27FC236}">
                          <a16:creationId xmlns:a16="http://schemas.microsoft.com/office/drawing/2014/main" id="{04450B14-8388-476A-9229-37F9D3E046A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04213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7" name="Straight Connector 176">
                      <a:extLst>
                        <a:ext uri="{FF2B5EF4-FFF2-40B4-BE49-F238E27FC236}">
                          <a16:creationId xmlns:a16="http://schemas.microsoft.com/office/drawing/2014/main" id="{FE32CFB7-301C-403B-ACFF-9CB6C1800F2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65611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8" name="Straight Connector 177">
                      <a:extLst>
                        <a:ext uri="{FF2B5EF4-FFF2-40B4-BE49-F238E27FC236}">
                          <a16:creationId xmlns:a16="http://schemas.microsoft.com/office/drawing/2014/main" id="{FEE869B8-8262-4845-866C-559C1985A43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86063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9" name="Straight Connector 178">
                      <a:extLst>
                        <a:ext uri="{FF2B5EF4-FFF2-40B4-BE49-F238E27FC236}">
                          <a16:creationId xmlns:a16="http://schemas.microsoft.com/office/drawing/2014/main" id="{C9B35870-0FAB-4051-8FE4-6FFE973107B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13332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0" name="Straight Connector 179">
                      <a:extLst>
                        <a:ext uri="{FF2B5EF4-FFF2-40B4-BE49-F238E27FC236}">
                          <a16:creationId xmlns:a16="http://schemas.microsoft.com/office/drawing/2014/main" id="{CCD15C89-1E8D-46EB-AEAA-A21B6B17C8C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47418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1" name="Straight Connector 180">
                      <a:extLst>
                        <a:ext uri="{FF2B5EF4-FFF2-40B4-BE49-F238E27FC236}">
                          <a16:creationId xmlns:a16="http://schemas.microsoft.com/office/drawing/2014/main" id="{C36D14E0-67DF-4AA0-BC36-AD2599AE72D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81504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2" name="Straight Connector 181">
                      <a:extLst>
                        <a:ext uri="{FF2B5EF4-FFF2-40B4-BE49-F238E27FC236}">
                          <a16:creationId xmlns:a16="http://schemas.microsoft.com/office/drawing/2014/main" id="{68CECCDE-6FF8-4A89-A77F-103198E7627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15590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3" name="Straight Connector 182">
                      <a:extLst>
                        <a:ext uri="{FF2B5EF4-FFF2-40B4-BE49-F238E27FC236}">
                          <a16:creationId xmlns:a16="http://schemas.microsoft.com/office/drawing/2014/main" id="{64C743D6-BC46-4512-AF7F-01079862AA0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49676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4" name="Straight Connector 183">
                      <a:extLst>
                        <a:ext uri="{FF2B5EF4-FFF2-40B4-BE49-F238E27FC236}">
                          <a16:creationId xmlns:a16="http://schemas.microsoft.com/office/drawing/2014/main" id="{8B50E260-6527-495D-A504-55EB2448761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83762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5" name="Straight Connector 184">
                      <a:extLst>
                        <a:ext uri="{FF2B5EF4-FFF2-40B4-BE49-F238E27FC236}">
                          <a16:creationId xmlns:a16="http://schemas.microsoft.com/office/drawing/2014/main" id="{3FF4CD2E-FB55-4AA3-9E2F-D2386970F34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11030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6" name="Straight Connector 185">
                      <a:extLst>
                        <a:ext uri="{FF2B5EF4-FFF2-40B4-BE49-F238E27FC236}">
                          <a16:creationId xmlns:a16="http://schemas.microsoft.com/office/drawing/2014/main" id="{DF8BDD6D-ECFF-45DA-BB77-D821C1AEC3F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38299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7" name="Straight Connector 186">
                      <a:extLst>
                        <a:ext uri="{FF2B5EF4-FFF2-40B4-BE49-F238E27FC236}">
                          <a16:creationId xmlns:a16="http://schemas.microsoft.com/office/drawing/2014/main" id="{57824A90-95F0-428C-B4EB-3D8930B0601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92880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8" name="Straight Connector 187">
                      <a:extLst>
                        <a:ext uri="{FF2B5EF4-FFF2-40B4-BE49-F238E27FC236}">
                          <a16:creationId xmlns:a16="http://schemas.microsoft.com/office/drawing/2014/main" id="{9FB3A003-E955-4703-B046-6A1DD620227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20149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9" name="Straight Connector 188">
                      <a:extLst>
                        <a:ext uri="{FF2B5EF4-FFF2-40B4-BE49-F238E27FC236}">
                          <a16:creationId xmlns:a16="http://schemas.microsoft.com/office/drawing/2014/main" id="{68491F85-E5E5-49C6-85FA-CBF6141CC30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54235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0" name="Straight Connector 189">
                      <a:extLst>
                        <a:ext uri="{FF2B5EF4-FFF2-40B4-BE49-F238E27FC236}">
                          <a16:creationId xmlns:a16="http://schemas.microsoft.com/office/drawing/2014/main" id="{0C385780-3960-441C-A185-09D1FD77100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88321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1" name="Straight Connector 190">
                      <a:extLst>
                        <a:ext uri="{FF2B5EF4-FFF2-40B4-BE49-F238E27FC236}">
                          <a16:creationId xmlns:a16="http://schemas.microsoft.com/office/drawing/2014/main" id="{BFE62726-426F-450A-B313-EEE0227FEFC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22407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2" name="Straight Connector 191">
                      <a:extLst>
                        <a:ext uri="{FF2B5EF4-FFF2-40B4-BE49-F238E27FC236}">
                          <a16:creationId xmlns:a16="http://schemas.microsoft.com/office/drawing/2014/main" id="{B45E0401-CD2C-4C21-B3C7-DD4FCDEF337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56493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3" name="Straight Connector 192">
                      <a:extLst>
                        <a:ext uri="{FF2B5EF4-FFF2-40B4-BE49-F238E27FC236}">
                          <a16:creationId xmlns:a16="http://schemas.microsoft.com/office/drawing/2014/main" id="{2886E0F8-9F02-482E-A1B3-07E43EA0814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90579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4" name="Straight Connector 193">
                      <a:extLst>
                        <a:ext uri="{FF2B5EF4-FFF2-40B4-BE49-F238E27FC236}">
                          <a16:creationId xmlns:a16="http://schemas.microsoft.com/office/drawing/2014/main" id="{B5037733-86DE-49E9-93B4-769A6CC6926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17848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5" name="Straight Connector 194">
                      <a:extLst>
                        <a:ext uri="{FF2B5EF4-FFF2-40B4-BE49-F238E27FC236}">
                          <a16:creationId xmlns:a16="http://schemas.microsoft.com/office/drawing/2014/main" id="{1940AF25-41FF-42E8-B728-A0478345486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45116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6" name="Straight Connector 195">
                      <a:extLst>
                        <a:ext uri="{FF2B5EF4-FFF2-40B4-BE49-F238E27FC236}">
                          <a16:creationId xmlns:a16="http://schemas.microsoft.com/office/drawing/2014/main" id="{B9F3612E-217D-4289-BA0A-2538C973ADB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65568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7" name="Straight Connector 196">
                      <a:extLst>
                        <a:ext uri="{FF2B5EF4-FFF2-40B4-BE49-F238E27FC236}">
                          <a16:creationId xmlns:a16="http://schemas.microsoft.com/office/drawing/2014/main" id="{F1AC7284-CF39-4F58-89E5-755276AB129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26966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8" name="Straight Connector 197">
                      <a:extLst>
                        <a:ext uri="{FF2B5EF4-FFF2-40B4-BE49-F238E27FC236}">
                          <a16:creationId xmlns:a16="http://schemas.microsoft.com/office/drawing/2014/main" id="{189927CE-520C-4097-B560-8F625FA91BC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61052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9" name="Straight Connector 198">
                      <a:extLst>
                        <a:ext uri="{FF2B5EF4-FFF2-40B4-BE49-F238E27FC236}">
                          <a16:creationId xmlns:a16="http://schemas.microsoft.com/office/drawing/2014/main" id="{9247757A-0068-4D49-9CFA-BD59D3B3A0D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95138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0" name="Straight Connector 199">
                      <a:extLst>
                        <a:ext uri="{FF2B5EF4-FFF2-40B4-BE49-F238E27FC236}">
                          <a16:creationId xmlns:a16="http://schemas.microsoft.com/office/drawing/2014/main" id="{AFCBD5C5-FD77-4C1B-9B35-915163B8990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29224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1" name="Straight Connector 200">
                      <a:extLst>
                        <a:ext uri="{FF2B5EF4-FFF2-40B4-BE49-F238E27FC236}">
                          <a16:creationId xmlns:a16="http://schemas.microsoft.com/office/drawing/2014/main" id="{0C3D0DA1-18F9-42CF-AA6A-B6A7272280C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63310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2" name="Straight Connector 201">
                      <a:extLst>
                        <a:ext uri="{FF2B5EF4-FFF2-40B4-BE49-F238E27FC236}">
                          <a16:creationId xmlns:a16="http://schemas.microsoft.com/office/drawing/2014/main" id="{5FBD8F49-C0B1-4054-9199-6FB5F386FB2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97396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3" name="Straight Connector 202">
                      <a:extLst>
                        <a:ext uri="{FF2B5EF4-FFF2-40B4-BE49-F238E27FC236}">
                          <a16:creationId xmlns:a16="http://schemas.microsoft.com/office/drawing/2014/main" id="{C4B6D85D-C17F-41FF-9744-D64D904A5F1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24665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4" name="Straight Connector 203">
                      <a:extLst>
                        <a:ext uri="{FF2B5EF4-FFF2-40B4-BE49-F238E27FC236}">
                          <a16:creationId xmlns:a16="http://schemas.microsoft.com/office/drawing/2014/main" id="{97C0406A-40D9-43C3-A1C0-C4812C090CC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51934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5" name="Straight Connector 204">
                      <a:extLst>
                        <a:ext uri="{FF2B5EF4-FFF2-40B4-BE49-F238E27FC236}">
                          <a16:creationId xmlns:a16="http://schemas.microsoft.com/office/drawing/2014/main" id="{22763486-7CB2-4BC9-A5A7-215EF166AAF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72385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6" name="Straight Connector 205">
                      <a:extLst>
                        <a:ext uri="{FF2B5EF4-FFF2-40B4-BE49-F238E27FC236}">
                          <a16:creationId xmlns:a16="http://schemas.microsoft.com/office/drawing/2014/main" id="{F4D8B8FF-01D5-42D0-91C4-289C84BC8E1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86020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7" name="Straight Connector 206">
                      <a:extLst>
                        <a:ext uri="{FF2B5EF4-FFF2-40B4-BE49-F238E27FC236}">
                          <a16:creationId xmlns:a16="http://schemas.microsoft.com/office/drawing/2014/main" id="{CB05B617-617F-4060-9171-16CA282BBE5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99654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75" name="Group 767">
                    <a:extLst>
                      <a:ext uri="{FF2B5EF4-FFF2-40B4-BE49-F238E27FC236}">
                        <a16:creationId xmlns:a16="http://schemas.microsoft.com/office/drawing/2014/main" id="{CC0FB19B-0F4A-4A8B-B1F4-B6BB197E05CE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4166426" y="1653991"/>
                    <a:ext cx="4776274" cy="4090305"/>
                    <a:chOff x="3390900" y="1996976"/>
                    <a:chExt cx="4686300" cy="4090305"/>
                  </a:xfrm>
                </p:grpSpPr>
                <p:cxnSp>
                  <p:nvCxnSpPr>
                    <p:cNvPr id="76" name="Straight Connector 75">
                      <a:extLst>
                        <a:ext uri="{FF2B5EF4-FFF2-40B4-BE49-F238E27FC236}">
                          <a16:creationId xmlns:a16="http://schemas.microsoft.com/office/drawing/2014/main" id="{B228F80E-E22D-4FEA-87C3-D0627B4DF5F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99697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" name="Straight Connector 76">
                      <a:extLst>
                        <a:ext uri="{FF2B5EF4-FFF2-40B4-BE49-F238E27FC236}">
                          <a16:creationId xmlns:a16="http://schemas.microsoft.com/office/drawing/2014/main" id="{CC9D94CD-BC8C-48A0-A29F-B0167B3E8CA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33783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" name="Straight Connector 77">
                      <a:extLst>
                        <a:ext uri="{FF2B5EF4-FFF2-40B4-BE49-F238E27FC236}">
                          <a16:creationId xmlns:a16="http://schemas.microsoft.com/office/drawing/2014/main" id="{97779440-3A92-48C4-A7FA-FB1A2F29452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67869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" name="Straight Connector 78">
                      <a:extLst>
                        <a:ext uri="{FF2B5EF4-FFF2-40B4-BE49-F238E27FC236}">
                          <a16:creationId xmlns:a16="http://schemas.microsoft.com/office/drawing/2014/main" id="{37507CAD-98E7-40B2-BD13-D88EC2E08FC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01955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" name="Straight Connector 79">
                      <a:extLst>
                        <a:ext uri="{FF2B5EF4-FFF2-40B4-BE49-F238E27FC236}">
                          <a16:creationId xmlns:a16="http://schemas.microsoft.com/office/drawing/2014/main" id="{3DDAB9F5-44B3-4A44-9380-9B4383C5C8A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36041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" name="Straight Connector 80">
                      <a:extLst>
                        <a:ext uri="{FF2B5EF4-FFF2-40B4-BE49-F238E27FC236}">
                          <a16:creationId xmlns:a16="http://schemas.microsoft.com/office/drawing/2014/main" id="{EBE56CE1-6099-48C2-A035-9703E56DC59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70127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" name="Straight Connector 81">
                      <a:extLst>
                        <a:ext uri="{FF2B5EF4-FFF2-40B4-BE49-F238E27FC236}">
                          <a16:creationId xmlns:a16="http://schemas.microsoft.com/office/drawing/2014/main" id="{3AAB6073-FA77-4ECE-B363-4408FFDB1A0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31482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" name="Straight Connector 82">
                      <a:extLst>
                        <a:ext uri="{FF2B5EF4-FFF2-40B4-BE49-F238E27FC236}">
                          <a16:creationId xmlns:a16="http://schemas.microsoft.com/office/drawing/2014/main" id="{1E6B33F4-EE4C-4A87-85B1-F0FC8017269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58751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4" name="Straight Connector 83">
                      <a:extLst>
                        <a:ext uri="{FF2B5EF4-FFF2-40B4-BE49-F238E27FC236}">
                          <a16:creationId xmlns:a16="http://schemas.microsoft.com/office/drawing/2014/main" id="{9927E1F0-699F-4876-A531-4A17E6F719D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79202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" name="Straight Connector 84">
                      <a:extLst>
                        <a:ext uri="{FF2B5EF4-FFF2-40B4-BE49-F238E27FC236}">
                          <a16:creationId xmlns:a16="http://schemas.microsoft.com/office/drawing/2014/main" id="{617B6FDD-E05F-48E9-852B-6AB83C70EA5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92837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Straight Connector 85">
                      <a:extLst>
                        <a:ext uri="{FF2B5EF4-FFF2-40B4-BE49-F238E27FC236}">
                          <a16:creationId xmlns:a16="http://schemas.microsoft.com/office/drawing/2014/main" id="{194829CB-29E6-41F1-AAE5-194E92A3377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06471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Straight Connector 86">
                      <a:extLst>
                        <a:ext uri="{FF2B5EF4-FFF2-40B4-BE49-F238E27FC236}">
                          <a16:creationId xmlns:a16="http://schemas.microsoft.com/office/drawing/2014/main" id="{17276F75-693E-4924-A65B-1284EF4240C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13288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" name="Straight Connector 87">
                      <a:extLst>
                        <a:ext uri="{FF2B5EF4-FFF2-40B4-BE49-F238E27FC236}">
                          <a16:creationId xmlns:a16="http://schemas.microsoft.com/office/drawing/2014/main" id="{E2B2738D-37B8-435D-A414-DB560E21551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20106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Straight Connector 88">
                      <a:extLst>
                        <a:ext uri="{FF2B5EF4-FFF2-40B4-BE49-F238E27FC236}">
                          <a16:creationId xmlns:a16="http://schemas.microsoft.com/office/drawing/2014/main" id="{188724FE-2747-461E-A52C-E154CFB1719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33740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Straight Connector 89">
                      <a:extLst>
                        <a:ext uri="{FF2B5EF4-FFF2-40B4-BE49-F238E27FC236}">
                          <a16:creationId xmlns:a16="http://schemas.microsoft.com/office/drawing/2014/main" id="{A61B4445-C8DC-483C-A45E-701384D723C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47374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Straight Connector 90">
                      <a:extLst>
                        <a:ext uri="{FF2B5EF4-FFF2-40B4-BE49-F238E27FC236}">
                          <a16:creationId xmlns:a16="http://schemas.microsoft.com/office/drawing/2014/main" id="{21DF68A5-9245-42FD-8BFE-1ECDF0E4C7D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61009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" name="Straight Connector 91">
                      <a:extLst>
                        <a:ext uri="{FF2B5EF4-FFF2-40B4-BE49-F238E27FC236}">
                          <a16:creationId xmlns:a16="http://schemas.microsoft.com/office/drawing/2014/main" id="{385E714F-5BEB-4DAC-B8F5-7B94D7DF440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26923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" name="Straight Connector 92">
                      <a:extLst>
                        <a:ext uri="{FF2B5EF4-FFF2-40B4-BE49-F238E27FC236}">
                          <a16:creationId xmlns:a16="http://schemas.microsoft.com/office/drawing/2014/main" id="{A7C1C003-AE79-4A56-B24E-9E2BF48D8B4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40557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" name="Straight Connector 93">
                      <a:extLst>
                        <a:ext uri="{FF2B5EF4-FFF2-40B4-BE49-F238E27FC236}">
                          <a16:creationId xmlns:a16="http://schemas.microsoft.com/office/drawing/2014/main" id="{A2B437E4-8799-417E-AF5B-BF2045C9835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54192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5" name="Straight Connector 94">
                      <a:extLst>
                        <a:ext uri="{FF2B5EF4-FFF2-40B4-BE49-F238E27FC236}">
                          <a16:creationId xmlns:a16="http://schemas.microsoft.com/office/drawing/2014/main" id="{E69BAB34-B6D4-4F5E-ACFF-ECACC501C29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67826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6" name="Straight Connector 95">
                      <a:extLst>
                        <a:ext uri="{FF2B5EF4-FFF2-40B4-BE49-F238E27FC236}">
                          <a16:creationId xmlns:a16="http://schemas.microsoft.com/office/drawing/2014/main" id="{EE2DE8C7-694E-4BCA-9713-D0333201F9D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74643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7" name="Straight Connector 96">
                      <a:extLst>
                        <a:ext uri="{FF2B5EF4-FFF2-40B4-BE49-F238E27FC236}">
                          <a16:creationId xmlns:a16="http://schemas.microsoft.com/office/drawing/2014/main" id="{64EB655C-82EA-4B64-8BE5-31272B5DBBF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81460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" name="Straight Connector 97">
                      <a:extLst>
                        <a:ext uri="{FF2B5EF4-FFF2-40B4-BE49-F238E27FC236}">
                          <a16:creationId xmlns:a16="http://schemas.microsoft.com/office/drawing/2014/main" id="{D8357D35-0180-46E0-A232-F00EE96E856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88278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" name="Straight Connector 98">
                      <a:extLst>
                        <a:ext uri="{FF2B5EF4-FFF2-40B4-BE49-F238E27FC236}">
                          <a16:creationId xmlns:a16="http://schemas.microsoft.com/office/drawing/2014/main" id="{A6C4A80A-E08A-490A-B27A-0724043712C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95095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0" name="Straight Connector 99">
                      <a:extLst>
                        <a:ext uri="{FF2B5EF4-FFF2-40B4-BE49-F238E27FC236}">
                          <a16:creationId xmlns:a16="http://schemas.microsoft.com/office/drawing/2014/main" id="{F084D7BE-81C8-4843-ABAD-5CC0F2DA6C2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601912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" name="Straight Connector 100">
                      <a:extLst>
                        <a:ext uri="{FF2B5EF4-FFF2-40B4-BE49-F238E27FC236}">
                          <a16:creationId xmlns:a16="http://schemas.microsoft.com/office/drawing/2014/main" id="{AF015407-5EDF-4BEB-9764-A3832C695E1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6087281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" name="Straight Connector 101">
                      <a:extLst>
                        <a:ext uri="{FF2B5EF4-FFF2-40B4-BE49-F238E27FC236}">
                          <a16:creationId xmlns:a16="http://schemas.microsoft.com/office/drawing/2014/main" id="{9EB6AFC0-55D2-43F1-941E-A35855C2D0A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06514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3" name="Straight Connector 102">
                      <a:extLst>
                        <a:ext uri="{FF2B5EF4-FFF2-40B4-BE49-F238E27FC236}">
                          <a16:creationId xmlns:a16="http://schemas.microsoft.com/office/drawing/2014/main" id="{DB657ABB-2E8F-40D7-8E4A-314C5A51893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40600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" name="Straight Connector 103">
                      <a:extLst>
                        <a:ext uri="{FF2B5EF4-FFF2-40B4-BE49-F238E27FC236}">
                          <a16:creationId xmlns:a16="http://schemas.microsoft.com/office/drawing/2014/main" id="{F57D75CA-DB11-47F6-A086-27A781C54D1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74686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" name="Straight Connector 104">
                      <a:extLst>
                        <a:ext uri="{FF2B5EF4-FFF2-40B4-BE49-F238E27FC236}">
                          <a16:creationId xmlns:a16="http://schemas.microsoft.com/office/drawing/2014/main" id="{C2EE9440-B3B8-4AC4-8D6C-C57BC141DCE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08772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" name="Straight Connector 105">
                      <a:extLst>
                        <a:ext uri="{FF2B5EF4-FFF2-40B4-BE49-F238E27FC236}">
                          <a16:creationId xmlns:a16="http://schemas.microsoft.com/office/drawing/2014/main" id="{5F338D96-A9CE-4143-A091-26B933CA876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42858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" name="Straight Connector 106">
                      <a:extLst>
                        <a:ext uri="{FF2B5EF4-FFF2-40B4-BE49-F238E27FC236}">
                          <a16:creationId xmlns:a16="http://schemas.microsoft.com/office/drawing/2014/main" id="{540D0D43-EA3C-4BD4-8AE3-3205A88DCED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76944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" name="Straight Connector 107">
                      <a:extLst>
                        <a:ext uri="{FF2B5EF4-FFF2-40B4-BE49-F238E27FC236}">
                          <a16:creationId xmlns:a16="http://schemas.microsoft.com/office/drawing/2014/main" id="{A20771B8-1BE1-481F-A5AB-549CA013CBE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04213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" name="Straight Connector 108">
                      <a:extLst>
                        <a:ext uri="{FF2B5EF4-FFF2-40B4-BE49-F238E27FC236}">
                          <a16:creationId xmlns:a16="http://schemas.microsoft.com/office/drawing/2014/main" id="{4D9552AC-59DD-4A87-AAC5-057DF0B3A98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13332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" name="Straight Connector 109">
                      <a:extLst>
                        <a:ext uri="{FF2B5EF4-FFF2-40B4-BE49-F238E27FC236}">
                          <a16:creationId xmlns:a16="http://schemas.microsoft.com/office/drawing/2014/main" id="{0DF1C392-57F8-40AF-BB6D-1095C5D7F2F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47418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" name="Straight Connector 110">
                      <a:extLst>
                        <a:ext uri="{FF2B5EF4-FFF2-40B4-BE49-F238E27FC236}">
                          <a16:creationId xmlns:a16="http://schemas.microsoft.com/office/drawing/2014/main" id="{9CE4DDD0-A12F-4AAE-AA3D-4549BABC26B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81504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" name="Straight Connector 111">
                      <a:extLst>
                        <a:ext uri="{FF2B5EF4-FFF2-40B4-BE49-F238E27FC236}">
                          <a16:creationId xmlns:a16="http://schemas.microsoft.com/office/drawing/2014/main" id="{44C06787-FA8E-4584-8D23-8666415EE62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15590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3" name="Straight Connector 112">
                      <a:extLst>
                        <a:ext uri="{FF2B5EF4-FFF2-40B4-BE49-F238E27FC236}">
                          <a16:creationId xmlns:a16="http://schemas.microsoft.com/office/drawing/2014/main" id="{14E776F9-B837-4A4E-AD14-6C51A2F538D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49676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4" name="Straight Connector 113">
                      <a:extLst>
                        <a:ext uri="{FF2B5EF4-FFF2-40B4-BE49-F238E27FC236}">
                          <a16:creationId xmlns:a16="http://schemas.microsoft.com/office/drawing/2014/main" id="{1CBA7218-B669-4909-A9BD-606E00EA31E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83762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5" name="Straight Connector 114">
                      <a:extLst>
                        <a:ext uri="{FF2B5EF4-FFF2-40B4-BE49-F238E27FC236}">
                          <a16:creationId xmlns:a16="http://schemas.microsoft.com/office/drawing/2014/main" id="{504E192A-CBBE-4BAD-8907-4D01FC18097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11030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6" name="Straight Connector 115">
                      <a:extLst>
                        <a:ext uri="{FF2B5EF4-FFF2-40B4-BE49-F238E27FC236}">
                          <a16:creationId xmlns:a16="http://schemas.microsoft.com/office/drawing/2014/main" id="{1BC8EEE8-2370-4A56-8AC6-2C35E020CCA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38299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" name="Straight Connector 116">
                      <a:extLst>
                        <a:ext uri="{FF2B5EF4-FFF2-40B4-BE49-F238E27FC236}">
                          <a16:creationId xmlns:a16="http://schemas.microsoft.com/office/drawing/2014/main" id="{B9AF9FA0-3FED-4419-9946-7ABDC854C2E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20149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" name="Straight Connector 117">
                      <a:extLst>
                        <a:ext uri="{FF2B5EF4-FFF2-40B4-BE49-F238E27FC236}">
                          <a16:creationId xmlns:a16="http://schemas.microsoft.com/office/drawing/2014/main" id="{A9C1B003-3E11-4CE6-B540-5958844C0C9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54235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9" name="Straight Connector 118">
                      <a:extLst>
                        <a:ext uri="{FF2B5EF4-FFF2-40B4-BE49-F238E27FC236}">
                          <a16:creationId xmlns:a16="http://schemas.microsoft.com/office/drawing/2014/main" id="{A0BB4C87-F0E4-42BD-8360-57FF39F1EA1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88321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0" name="Straight Connector 119">
                      <a:extLst>
                        <a:ext uri="{FF2B5EF4-FFF2-40B4-BE49-F238E27FC236}">
                          <a16:creationId xmlns:a16="http://schemas.microsoft.com/office/drawing/2014/main" id="{93B642E0-CE87-49E8-B735-53557579B80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22407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1" name="Straight Connector 120">
                      <a:extLst>
                        <a:ext uri="{FF2B5EF4-FFF2-40B4-BE49-F238E27FC236}">
                          <a16:creationId xmlns:a16="http://schemas.microsoft.com/office/drawing/2014/main" id="{615CF106-8BAD-4722-966A-2050E96DCE4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56493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" name="Straight Connector 121">
                      <a:extLst>
                        <a:ext uri="{FF2B5EF4-FFF2-40B4-BE49-F238E27FC236}">
                          <a16:creationId xmlns:a16="http://schemas.microsoft.com/office/drawing/2014/main" id="{ED31F0CB-45EB-4A49-BC4C-E064139184A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90579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" name="Straight Connector 122">
                      <a:extLst>
                        <a:ext uri="{FF2B5EF4-FFF2-40B4-BE49-F238E27FC236}">
                          <a16:creationId xmlns:a16="http://schemas.microsoft.com/office/drawing/2014/main" id="{B52E46B9-DDF6-4115-942B-E85664A4D27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17848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" name="Straight Connector 123">
                      <a:extLst>
                        <a:ext uri="{FF2B5EF4-FFF2-40B4-BE49-F238E27FC236}">
                          <a16:creationId xmlns:a16="http://schemas.microsoft.com/office/drawing/2014/main" id="{8CF43274-D7BD-483E-83BA-5977F8D0F1A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45116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" name="Straight Connector 124">
                      <a:extLst>
                        <a:ext uri="{FF2B5EF4-FFF2-40B4-BE49-F238E27FC236}">
                          <a16:creationId xmlns:a16="http://schemas.microsoft.com/office/drawing/2014/main" id="{6090EDCC-05E6-4CCD-9FC7-CDDA01A219A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65568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" name="Straight Connector 125">
                      <a:extLst>
                        <a:ext uri="{FF2B5EF4-FFF2-40B4-BE49-F238E27FC236}">
                          <a16:creationId xmlns:a16="http://schemas.microsoft.com/office/drawing/2014/main" id="{045D7B24-E40C-4FFC-9096-7250712D864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26966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" name="Straight Connector 126">
                      <a:extLst>
                        <a:ext uri="{FF2B5EF4-FFF2-40B4-BE49-F238E27FC236}">
                          <a16:creationId xmlns:a16="http://schemas.microsoft.com/office/drawing/2014/main" id="{CB893E5D-EBE5-49BA-8B18-1ACA35B715B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61052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" name="Straight Connector 127">
                      <a:extLst>
                        <a:ext uri="{FF2B5EF4-FFF2-40B4-BE49-F238E27FC236}">
                          <a16:creationId xmlns:a16="http://schemas.microsoft.com/office/drawing/2014/main" id="{30647D7B-9DE1-40FA-8AC5-D1A883FFC32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95138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" name="Straight Connector 128">
                      <a:extLst>
                        <a:ext uri="{FF2B5EF4-FFF2-40B4-BE49-F238E27FC236}">
                          <a16:creationId xmlns:a16="http://schemas.microsoft.com/office/drawing/2014/main" id="{B08F24C0-B444-4324-84E0-E7FE0352F32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29224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" name="Straight Connector 129">
                      <a:extLst>
                        <a:ext uri="{FF2B5EF4-FFF2-40B4-BE49-F238E27FC236}">
                          <a16:creationId xmlns:a16="http://schemas.microsoft.com/office/drawing/2014/main" id="{C276E537-D4F6-4B35-9D9F-7736F037A34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63310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1" name="Straight Connector 130">
                      <a:extLst>
                        <a:ext uri="{FF2B5EF4-FFF2-40B4-BE49-F238E27FC236}">
                          <a16:creationId xmlns:a16="http://schemas.microsoft.com/office/drawing/2014/main" id="{C249E982-5F5A-4360-AF43-48FC1C83F65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97396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2" name="Straight Connector 131">
                      <a:extLst>
                        <a:ext uri="{FF2B5EF4-FFF2-40B4-BE49-F238E27FC236}">
                          <a16:creationId xmlns:a16="http://schemas.microsoft.com/office/drawing/2014/main" id="{C8C18F0B-42C6-4062-B439-C44306D9A1B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24665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3" name="Straight Connector 132">
                      <a:extLst>
                        <a:ext uri="{FF2B5EF4-FFF2-40B4-BE49-F238E27FC236}">
                          <a16:creationId xmlns:a16="http://schemas.microsoft.com/office/drawing/2014/main" id="{AE206F7C-C8F8-4FE1-A9F8-FFEFDDB7766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51934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4" name="Straight Connector 133">
                      <a:extLst>
                        <a:ext uri="{FF2B5EF4-FFF2-40B4-BE49-F238E27FC236}">
                          <a16:creationId xmlns:a16="http://schemas.microsoft.com/office/drawing/2014/main" id="{0748543B-1CFD-4D78-A124-18EB20B2018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72385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5" name="Straight Connector 134">
                      <a:extLst>
                        <a:ext uri="{FF2B5EF4-FFF2-40B4-BE49-F238E27FC236}">
                          <a16:creationId xmlns:a16="http://schemas.microsoft.com/office/drawing/2014/main" id="{59BD951D-8DE8-407C-98D1-76958BBBDCE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86020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6" name="Straight Connector 135">
                      <a:extLst>
                        <a:ext uri="{FF2B5EF4-FFF2-40B4-BE49-F238E27FC236}">
                          <a16:creationId xmlns:a16="http://schemas.microsoft.com/office/drawing/2014/main" id="{9FBE34C9-9850-4470-97DD-B21BA773963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99654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4" name="Straight Arrow Connector 3">
                  <a:extLst>
                    <a:ext uri="{FF2B5EF4-FFF2-40B4-BE49-F238E27FC236}">
                      <a16:creationId xmlns:a16="http://schemas.microsoft.com/office/drawing/2014/main" id="{06A766A6-D4ED-402C-8731-CE0FF57FCBF4}"/>
                    </a:ext>
                  </a:extLst>
                </p:cNvPr>
                <p:cNvCxnSpPr/>
                <p:nvPr/>
              </p:nvCxnSpPr>
              <p:spPr>
                <a:xfrm flipV="1">
                  <a:off x="4849561" y="2059321"/>
                  <a:ext cx="0" cy="3686710"/>
                </a:xfrm>
                <a:prstGeom prst="straightConnector1">
                  <a:avLst/>
                </a:prstGeom>
                <a:ln w="38100">
                  <a:solidFill>
                    <a:srgbClr val="00206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3">
                  <a:extLst>
                    <a:ext uri="{FF2B5EF4-FFF2-40B4-BE49-F238E27FC236}">
                      <a16:creationId xmlns:a16="http://schemas.microsoft.com/office/drawing/2014/main" id="{B648ECA2-EC39-4C9F-A2F5-98BE80BC66C1}"/>
                    </a:ext>
                  </a:extLst>
                </p:cNvPr>
                <p:cNvCxnSpPr/>
                <p:nvPr/>
              </p:nvCxnSpPr>
              <p:spPr>
                <a:xfrm>
                  <a:off x="4842836" y="5745544"/>
                  <a:ext cx="3714568" cy="0"/>
                </a:xfrm>
                <a:prstGeom prst="straightConnector1">
                  <a:avLst/>
                </a:prstGeom>
                <a:ln w="38100">
                  <a:solidFill>
                    <a:srgbClr val="00206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6" name="Group 859">
                  <a:extLst>
                    <a:ext uri="{FF2B5EF4-FFF2-40B4-BE49-F238E27FC236}">
                      <a16:creationId xmlns:a16="http://schemas.microsoft.com/office/drawing/2014/main" id="{08BD91A0-6EF5-4134-873F-B41D185FA743}"/>
                    </a:ext>
                  </a:extLst>
                </p:cNvPr>
                <p:cNvGrpSpPr/>
                <p:nvPr/>
              </p:nvGrpSpPr>
              <p:grpSpPr>
                <a:xfrm>
                  <a:off x="4850818" y="5729952"/>
                  <a:ext cx="3409407" cy="123217"/>
                  <a:chOff x="4850818" y="6067912"/>
                  <a:chExt cx="3409407" cy="123217"/>
                </a:xfrm>
              </p:grpSpPr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B176DEFC-4C94-483F-AEAA-AE52852FCD2E}"/>
                      </a:ext>
                    </a:extLst>
                  </p:cNvPr>
                  <p:cNvCxnSpPr/>
                  <p:nvPr/>
                </p:nvCxnSpPr>
                <p:spPr>
                  <a:xfrm>
                    <a:off x="5873641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Straight Connector 63">
                    <a:extLst>
                      <a:ext uri="{FF2B5EF4-FFF2-40B4-BE49-F238E27FC236}">
                        <a16:creationId xmlns:a16="http://schemas.microsoft.com/office/drawing/2014/main" id="{A9B000B5-A4DA-40F0-BEBC-720692E42407}"/>
                      </a:ext>
                    </a:extLst>
                  </p:cNvPr>
                  <p:cNvCxnSpPr/>
                  <p:nvPr/>
                </p:nvCxnSpPr>
                <p:spPr>
                  <a:xfrm>
                    <a:off x="6214582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>
                    <a:extLst>
                      <a:ext uri="{FF2B5EF4-FFF2-40B4-BE49-F238E27FC236}">
                        <a16:creationId xmlns:a16="http://schemas.microsoft.com/office/drawing/2014/main" id="{CF8F7BA8-0AB0-4608-8942-E56E3FE94949}"/>
                      </a:ext>
                    </a:extLst>
                  </p:cNvPr>
                  <p:cNvCxnSpPr/>
                  <p:nvPr/>
                </p:nvCxnSpPr>
                <p:spPr>
                  <a:xfrm>
                    <a:off x="6896464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FBF8B9F0-C3AC-4913-93CB-8BF553D631E3}"/>
                      </a:ext>
                    </a:extLst>
                  </p:cNvPr>
                  <p:cNvCxnSpPr/>
                  <p:nvPr/>
                </p:nvCxnSpPr>
                <p:spPr>
                  <a:xfrm>
                    <a:off x="7237405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Straight Connector 66">
                    <a:extLst>
                      <a:ext uri="{FF2B5EF4-FFF2-40B4-BE49-F238E27FC236}">
                        <a16:creationId xmlns:a16="http://schemas.microsoft.com/office/drawing/2014/main" id="{AAEB2889-7DAE-4E5F-AB08-ED316D424904}"/>
                      </a:ext>
                    </a:extLst>
                  </p:cNvPr>
                  <p:cNvCxnSpPr/>
                  <p:nvPr/>
                </p:nvCxnSpPr>
                <p:spPr>
                  <a:xfrm>
                    <a:off x="7578346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Straight Connector 67">
                    <a:extLst>
                      <a:ext uri="{FF2B5EF4-FFF2-40B4-BE49-F238E27FC236}">
                        <a16:creationId xmlns:a16="http://schemas.microsoft.com/office/drawing/2014/main" id="{6801E836-01D2-47AC-82ED-ED53B615169D}"/>
                      </a:ext>
                    </a:extLst>
                  </p:cNvPr>
                  <p:cNvCxnSpPr/>
                  <p:nvPr/>
                </p:nvCxnSpPr>
                <p:spPr>
                  <a:xfrm>
                    <a:off x="7919287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Straight Connector 68">
                    <a:extLst>
                      <a:ext uri="{FF2B5EF4-FFF2-40B4-BE49-F238E27FC236}">
                        <a16:creationId xmlns:a16="http://schemas.microsoft.com/office/drawing/2014/main" id="{B4606267-475E-4AF8-8761-F06E45029CCC}"/>
                      </a:ext>
                    </a:extLst>
                  </p:cNvPr>
                  <p:cNvCxnSpPr/>
                  <p:nvPr/>
                </p:nvCxnSpPr>
                <p:spPr>
                  <a:xfrm>
                    <a:off x="8260225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Straight Connector 69">
                    <a:extLst>
                      <a:ext uri="{FF2B5EF4-FFF2-40B4-BE49-F238E27FC236}">
                        <a16:creationId xmlns:a16="http://schemas.microsoft.com/office/drawing/2014/main" id="{F0C8EB88-3978-409E-92AB-891F8D77D280}"/>
                      </a:ext>
                    </a:extLst>
                  </p:cNvPr>
                  <p:cNvCxnSpPr/>
                  <p:nvPr/>
                </p:nvCxnSpPr>
                <p:spPr>
                  <a:xfrm>
                    <a:off x="5532700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Straight Connector 70">
                    <a:extLst>
                      <a:ext uri="{FF2B5EF4-FFF2-40B4-BE49-F238E27FC236}">
                        <a16:creationId xmlns:a16="http://schemas.microsoft.com/office/drawing/2014/main" id="{DC15C34A-5045-4472-9FED-287D24E87D2C}"/>
                      </a:ext>
                    </a:extLst>
                  </p:cNvPr>
                  <p:cNvCxnSpPr/>
                  <p:nvPr/>
                </p:nvCxnSpPr>
                <p:spPr>
                  <a:xfrm>
                    <a:off x="5191759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Straight Connector 71">
                    <a:extLst>
                      <a:ext uri="{FF2B5EF4-FFF2-40B4-BE49-F238E27FC236}">
                        <a16:creationId xmlns:a16="http://schemas.microsoft.com/office/drawing/2014/main" id="{EB105F8D-45F4-45AB-ACE6-6D434263E15C}"/>
                      </a:ext>
                    </a:extLst>
                  </p:cNvPr>
                  <p:cNvCxnSpPr/>
                  <p:nvPr/>
                </p:nvCxnSpPr>
                <p:spPr>
                  <a:xfrm>
                    <a:off x="4850818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3B992DED-A98C-4B64-958A-81D42E881C99}"/>
                      </a:ext>
                    </a:extLst>
                  </p:cNvPr>
                  <p:cNvCxnSpPr/>
                  <p:nvPr/>
                </p:nvCxnSpPr>
                <p:spPr>
                  <a:xfrm>
                    <a:off x="6555523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" name="Group 857">
                  <a:extLst>
                    <a:ext uri="{FF2B5EF4-FFF2-40B4-BE49-F238E27FC236}">
                      <a16:creationId xmlns:a16="http://schemas.microsoft.com/office/drawing/2014/main" id="{F0191377-C0BC-4E24-8BF2-7B201D12B395}"/>
                    </a:ext>
                  </a:extLst>
                </p:cNvPr>
                <p:cNvGrpSpPr/>
                <p:nvPr/>
              </p:nvGrpSpPr>
              <p:grpSpPr>
                <a:xfrm>
                  <a:off x="4751476" y="2337757"/>
                  <a:ext cx="93207" cy="3410085"/>
                  <a:chOff x="4322068" y="2337757"/>
                  <a:chExt cx="93207" cy="3410085"/>
                </a:xfrm>
              </p:grpSpPr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3B192AC8-CB0C-46F6-9A0F-B9C26CB0F38A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5747842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52A25F59-A74D-461B-BD16-2E5EDE321051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2337757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C23E8B89-748D-48AF-AC2E-B721E68CF5EA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2678766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>
                    <a:extLst>
                      <a:ext uri="{FF2B5EF4-FFF2-40B4-BE49-F238E27FC236}">
                        <a16:creationId xmlns:a16="http://schemas.microsoft.com/office/drawing/2014/main" id="{3C2128EF-A68F-4653-AC10-E19E60301ADF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3019775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6182C5D6-6672-42EC-9EF8-6DFDFEC3A233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3360784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F0E21990-A7CE-48AD-B4E6-0AA5441D8019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3701793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98250974-B732-4C3B-81DF-0558F0F3E69D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4042802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19C0E098-56BC-437A-AE7A-85A3D02CE90D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4383811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715E0BCE-582C-4D33-9C5F-EFAFF8DCA4DB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4724820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863887DB-8A3C-4A2E-BA49-F2049D5052E6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5065829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ABEB2E98-35F7-40E3-900D-6A976927E9D5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5406838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CCEF3A0-3419-4C37-A566-CB87DF3B2F9A}"/>
                    </a:ext>
                  </a:extLst>
                </p:cNvPr>
                <p:cNvSpPr txBox="1"/>
                <p:nvPr/>
              </p:nvSpPr>
              <p:spPr>
                <a:xfrm>
                  <a:off x="464321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0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982463E-5E8B-4F8A-A3D8-1AEB2EB2B929}"/>
                    </a:ext>
                  </a:extLst>
                </p:cNvPr>
                <p:cNvSpPr txBox="1"/>
                <p:nvPr/>
              </p:nvSpPr>
              <p:spPr>
                <a:xfrm>
                  <a:off x="498379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10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55D52FD-DA0E-4498-BDFF-30A0C0E8A4D7}"/>
                    </a:ext>
                  </a:extLst>
                </p:cNvPr>
                <p:cNvSpPr txBox="1"/>
                <p:nvPr/>
              </p:nvSpPr>
              <p:spPr>
                <a:xfrm>
                  <a:off x="532437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20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35D596EF-3246-4B5D-B19E-98FCB6D32B6D}"/>
                    </a:ext>
                  </a:extLst>
                </p:cNvPr>
                <p:cNvSpPr txBox="1"/>
                <p:nvPr/>
              </p:nvSpPr>
              <p:spPr>
                <a:xfrm>
                  <a:off x="566495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30</a:t>
                  </a: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0D27E09-64EA-4E1F-80BE-8F278FDA6508}"/>
                    </a:ext>
                  </a:extLst>
                </p:cNvPr>
                <p:cNvSpPr txBox="1"/>
                <p:nvPr/>
              </p:nvSpPr>
              <p:spPr>
                <a:xfrm>
                  <a:off x="600553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40</a:t>
                  </a: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33BA279-92B5-410E-8DC1-664F6BEBFF13}"/>
                    </a:ext>
                  </a:extLst>
                </p:cNvPr>
                <p:cNvSpPr txBox="1"/>
                <p:nvPr/>
              </p:nvSpPr>
              <p:spPr>
                <a:xfrm>
                  <a:off x="634611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50</a:t>
                  </a: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F47016D-A6B8-47A6-8B49-4092EB3698BC}"/>
                    </a:ext>
                  </a:extLst>
                </p:cNvPr>
                <p:cNvSpPr txBox="1"/>
                <p:nvPr/>
              </p:nvSpPr>
              <p:spPr>
                <a:xfrm>
                  <a:off x="668669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60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91E8BF3-AB68-4D75-A93D-3557C77E6788}"/>
                    </a:ext>
                  </a:extLst>
                </p:cNvPr>
                <p:cNvSpPr txBox="1"/>
                <p:nvPr/>
              </p:nvSpPr>
              <p:spPr>
                <a:xfrm>
                  <a:off x="702727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70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85238E4-7CEE-46D6-B729-14CE2147E161}"/>
                    </a:ext>
                  </a:extLst>
                </p:cNvPr>
                <p:cNvSpPr txBox="1"/>
                <p:nvPr/>
              </p:nvSpPr>
              <p:spPr>
                <a:xfrm>
                  <a:off x="736785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80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A509917-9BD2-4969-95FF-A49286615836}"/>
                    </a:ext>
                  </a:extLst>
                </p:cNvPr>
                <p:cNvSpPr txBox="1"/>
                <p:nvPr/>
              </p:nvSpPr>
              <p:spPr>
                <a:xfrm>
                  <a:off x="770843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90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5F656B3-7542-450C-85D1-9A1ED67720C0}"/>
                    </a:ext>
                  </a:extLst>
                </p:cNvPr>
                <p:cNvSpPr txBox="1"/>
                <p:nvPr/>
              </p:nvSpPr>
              <p:spPr>
                <a:xfrm>
                  <a:off x="8009936" y="5781534"/>
                  <a:ext cx="49482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100</a:t>
                  </a:r>
                </a:p>
              </p:txBody>
            </p:sp>
            <p:grpSp>
              <p:nvGrpSpPr>
                <p:cNvPr id="39" name="Group 885">
                  <a:extLst>
                    <a:ext uri="{FF2B5EF4-FFF2-40B4-BE49-F238E27FC236}">
                      <a16:creationId xmlns:a16="http://schemas.microsoft.com/office/drawing/2014/main" id="{CF653033-4B9D-40BD-B75F-8AC3FD1CD13D}"/>
                    </a:ext>
                  </a:extLst>
                </p:cNvPr>
                <p:cNvGrpSpPr/>
                <p:nvPr/>
              </p:nvGrpSpPr>
              <p:grpSpPr>
                <a:xfrm>
                  <a:off x="4371299" y="2183895"/>
                  <a:ext cx="419113" cy="3718871"/>
                  <a:chOff x="4111802" y="2183895"/>
                  <a:chExt cx="419113" cy="3718871"/>
                </a:xfrm>
              </p:grpSpPr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7846EE06-F937-48C9-9AA1-4CCA109354F7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5594989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0</a:t>
                    </a:r>
                  </a:p>
                </p:txBody>
              </p:sp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CFCCF2C8-7773-41A9-A208-8D41BCB239C2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5253876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1</a:t>
                    </a:r>
                  </a:p>
                </p:txBody>
              </p: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E78660C6-E5E4-46BE-A91F-947451338EC2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4912767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2</a:t>
                    </a:r>
                  </a:p>
                </p:txBody>
              </p:sp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E09E75D1-8FA6-49B5-AC98-E6B660CC2015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4571658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3</a:t>
                    </a:r>
                  </a:p>
                </p:txBody>
              </p:sp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B05FE663-272E-48A6-A175-DC1F08F8B1C0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4230549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4</a:t>
                    </a:r>
                  </a:p>
                </p:txBody>
              </p:sp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C54FCEB9-50AD-4D9D-8F7A-AEB4BFBFE16C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3889440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5</a:t>
                    </a:r>
                  </a:p>
                </p:txBody>
              </p:sp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2961C352-51BC-4133-A3C1-DF2D15EE69F5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3548331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6</a:t>
                    </a:r>
                  </a:p>
                </p:txBody>
              </p:sp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CA603924-E27E-4DCA-8084-F8134E523EDC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3207222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7</a:t>
                    </a:r>
                  </a:p>
                </p:txBody>
              </p:sp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49786C5C-14ED-449D-AA0A-88A3EB310378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2866113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8</a:t>
                    </a:r>
                  </a:p>
                </p:txBody>
              </p:sp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895175F3-28FF-483F-9563-0CE3DBE7FC8C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2525004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9</a:t>
                    </a:r>
                  </a:p>
                </p:txBody>
              </p:sp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7450193A-1F95-4718-A897-C8F7BBE02265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2183895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10</a:t>
                    </a:r>
                  </a:p>
                </p:txBody>
              </p:sp>
            </p:grp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712AA615-964E-4BE3-A9E5-85C6BBADFB19}"/>
                    </a:ext>
                  </a:extLst>
                </p:cNvPr>
                <p:cNvCxnSpPr/>
                <p:nvPr/>
              </p:nvCxnSpPr>
              <p:spPr>
                <a:xfrm flipH="1">
                  <a:off x="4868329" y="4364645"/>
                  <a:ext cx="658827" cy="1362505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DE96755-EB4E-4BB9-A124-F07CE7F53FD1}"/>
                  </a:ext>
                </a:extLst>
              </p:cNvPr>
              <p:cNvSpPr txBox="1"/>
              <p:nvPr/>
            </p:nvSpPr>
            <p:spPr>
              <a:xfrm>
                <a:off x="7169150" y="5940978"/>
                <a:ext cx="14859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b="1" i="1" dirty="0">
                    <a:latin typeface="Arial" pitchFamily="34" charset="0"/>
                    <a:cs typeface="Arial" pitchFamily="34" charset="0"/>
                  </a:rPr>
                  <a:t>Time (minutes)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F3C7CE-EE6D-425B-AD2B-1496DEC52BF4}"/>
                  </a:ext>
                </a:extLst>
              </p:cNvPr>
              <p:cNvSpPr txBox="1"/>
              <p:nvPr/>
            </p:nvSpPr>
            <p:spPr>
              <a:xfrm>
                <a:off x="4397922" y="1268315"/>
                <a:ext cx="111117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b="1" i="1" dirty="0">
                    <a:latin typeface="Arial" pitchFamily="34" charset="0"/>
                    <a:cs typeface="Arial" pitchFamily="34" charset="0"/>
                  </a:rPr>
                  <a:t>Distance from home</a:t>
                </a:r>
              </a:p>
              <a:p>
                <a:pPr algn="ctr"/>
                <a:r>
                  <a:rPr lang="en-GB" sz="1400" b="1" i="1" dirty="0">
                    <a:latin typeface="Arial" pitchFamily="34" charset="0"/>
                    <a:cs typeface="Arial" pitchFamily="34" charset="0"/>
                  </a:rPr>
                  <a:t>(km)</a:t>
                </a:r>
              </a:p>
            </p:txBody>
          </p: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327529B-8824-422B-B7F6-0B3E7ABD598A}"/>
                </a:ext>
              </a:extLst>
            </p:cNvPr>
            <p:cNvCxnSpPr/>
            <p:nvPr/>
          </p:nvCxnSpPr>
          <p:spPr>
            <a:xfrm>
              <a:off x="5640081" y="4372215"/>
              <a:ext cx="69156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A658264-4CCA-40F2-99AB-0746C5497C8D}"/>
                </a:ext>
              </a:extLst>
            </p:cNvPr>
            <p:cNvCxnSpPr/>
            <p:nvPr/>
          </p:nvCxnSpPr>
          <p:spPr>
            <a:xfrm flipH="1">
              <a:off x="6329478" y="2336800"/>
              <a:ext cx="693622" cy="204707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EEB6200-83B4-441E-9D90-7BA2EF3E3437}"/>
                </a:ext>
              </a:extLst>
            </p:cNvPr>
            <p:cNvCxnSpPr/>
            <p:nvPr/>
          </p:nvCxnSpPr>
          <p:spPr>
            <a:xfrm>
              <a:off x="7030731" y="2340215"/>
              <a:ext cx="328919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2E091CD-B573-4B67-B041-F12C54567539}"/>
                </a:ext>
              </a:extLst>
            </p:cNvPr>
            <p:cNvCxnSpPr/>
            <p:nvPr/>
          </p:nvCxnSpPr>
          <p:spPr>
            <a:xfrm>
              <a:off x="7353300" y="2349500"/>
              <a:ext cx="1028700" cy="338455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TextBox 211">
            <a:extLst>
              <a:ext uri="{FF2B5EF4-FFF2-40B4-BE49-F238E27FC236}">
                <a16:creationId xmlns:a16="http://schemas.microsoft.com/office/drawing/2014/main" id="{C6A2408D-06EA-4DD6-8B8F-8CBF8B9967EE}"/>
              </a:ext>
            </a:extLst>
          </p:cNvPr>
          <p:cNvSpPr txBox="1"/>
          <p:nvPr/>
        </p:nvSpPr>
        <p:spPr>
          <a:xfrm>
            <a:off x="2040386" y="1512582"/>
            <a:ext cx="33842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Arial" pitchFamily="34" charset="0"/>
                <a:cs typeface="Arial" pitchFamily="34" charset="0"/>
              </a:rPr>
              <a:t>Example:</a:t>
            </a:r>
          </a:p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This graph shows a journey taken by a cyclist one day.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C953C94E-886C-49B8-84CC-34653C21B3B2}"/>
              </a:ext>
            </a:extLst>
          </p:cNvPr>
          <p:cNvSpPr txBox="1"/>
          <p:nvPr/>
        </p:nvSpPr>
        <p:spPr>
          <a:xfrm>
            <a:off x="2151377" y="2384384"/>
            <a:ext cx="31622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Calculate the speed  for part A.</a:t>
            </a:r>
            <a:endParaRPr lang="en-GB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02A94682-F1DA-4F68-B1DC-5790D0BC6A1D}"/>
              </a:ext>
            </a:extLst>
          </p:cNvPr>
          <p:cNvSpPr txBox="1"/>
          <p:nvPr/>
        </p:nvSpPr>
        <p:spPr>
          <a:xfrm>
            <a:off x="1585436" y="1050536"/>
            <a:ext cx="8632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In a distance - time graph, time always goes along the bottom axis. </a:t>
            </a:r>
          </a:p>
        </p:txBody>
      </p: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9697CE7F-CDC2-4339-A53C-F59DA14CC697}"/>
              </a:ext>
            </a:extLst>
          </p:cNvPr>
          <p:cNvGrpSpPr/>
          <p:nvPr/>
        </p:nvGrpSpPr>
        <p:grpSpPr>
          <a:xfrm>
            <a:off x="2012628" y="5767906"/>
            <a:ext cx="3439797" cy="550962"/>
            <a:chOff x="622405" y="5583504"/>
            <a:chExt cx="3439797" cy="550962"/>
          </a:xfrm>
        </p:grpSpPr>
        <p:sp>
          <p:nvSpPr>
            <p:cNvPr id="216" name="Rounded Rectangle 224">
              <a:extLst>
                <a:ext uri="{FF2B5EF4-FFF2-40B4-BE49-F238E27FC236}">
                  <a16:creationId xmlns:a16="http://schemas.microsoft.com/office/drawing/2014/main" id="{8266EA4D-D83F-47F7-871A-22B1C31964B0}"/>
                </a:ext>
              </a:extLst>
            </p:cNvPr>
            <p:cNvSpPr/>
            <p:nvPr/>
          </p:nvSpPr>
          <p:spPr>
            <a:xfrm>
              <a:off x="622405" y="5583504"/>
              <a:ext cx="3439797" cy="550962"/>
            </a:xfrm>
            <a:prstGeom prst="roundRect">
              <a:avLst>
                <a:gd name="adj" fmla="val 50000"/>
              </a:avLst>
            </a:prstGeom>
            <a:solidFill>
              <a:srgbClr val="FFFF99"/>
            </a:solidFill>
            <a:ln w="127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23A7709D-6705-4348-AE79-7971B8A62EFA}"/>
                </a:ext>
              </a:extLst>
            </p:cNvPr>
            <p:cNvSpPr txBox="1"/>
            <p:nvPr/>
          </p:nvSpPr>
          <p:spPr>
            <a:xfrm>
              <a:off x="782445" y="5628153"/>
              <a:ext cx="31197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12 km per hour</a:t>
              </a:r>
            </a:p>
          </p:txBody>
        </p:sp>
      </p:grp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43C02CF4-80A5-436A-8B09-CB56AAE12547}"/>
              </a:ext>
            </a:extLst>
          </p:cNvPr>
          <p:cNvCxnSpPr/>
          <p:nvPr/>
        </p:nvCxnSpPr>
        <p:spPr>
          <a:xfrm>
            <a:off x="1867150" y="2362152"/>
            <a:ext cx="3730752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A6FD64CD-965E-400A-A59E-138E66B1DB43}"/>
              </a:ext>
            </a:extLst>
          </p:cNvPr>
          <p:cNvGrpSpPr/>
          <p:nvPr/>
        </p:nvGrpSpPr>
        <p:grpSpPr>
          <a:xfrm>
            <a:off x="6315008" y="4755663"/>
            <a:ext cx="469127" cy="469127"/>
            <a:chOff x="1653871" y="3850512"/>
            <a:chExt cx="469127" cy="469127"/>
          </a:xfrm>
        </p:grpSpPr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45839B83-AF51-4D29-B684-48A1B28545F8}"/>
                </a:ext>
              </a:extLst>
            </p:cNvPr>
            <p:cNvSpPr txBox="1"/>
            <p:nvPr/>
          </p:nvSpPr>
          <p:spPr>
            <a:xfrm>
              <a:off x="1719571" y="3885020"/>
              <a:ext cx="3377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rgbClr val="7030A0"/>
                  </a:solidFill>
                  <a:latin typeface="Arial" pitchFamily="34" charset="0"/>
                  <a:cs typeface="Arial" pitchFamily="34" charset="0"/>
                </a:rPr>
                <a:t>A</a:t>
              </a:r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DF27C6E6-74A8-41B2-B229-C0D88C86D119}"/>
                </a:ext>
              </a:extLst>
            </p:cNvPr>
            <p:cNvSpPr/>
            <p:nvPr/>
          </p:nvSpPr>
          <p:spPr>
            <a:xfrm>
              <a:off x="1653871" y="3850512"/>
              <a:ext cx="469127" cy="469127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F86A4DC6-C965-401E-8929-8566D65E64C9}"/>
              </a:ext>
            </a:extLst>
          </p:cNvPr>
          <p:cNvSpPr txBox="1"/>
          <p:nvPr/>
        </p:nvSpPr>
        <p:spPr>
          <a:xfrm>
            <a:off x="2062097" y="2999439"/>
            <a:ext cx="10644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Arial" pitchFamily="34" charset="0"/>
                <a:cs typeface="Arial" pitchFamily="34" charset="0"/>
              </a:rPr>
              <a:t>Speed</a:t>
            </a:r>
            <a:endParaRPr lang="en-GB" sz="1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48C999F6-0CD1-42AC-9499-421EADB24454}"/>
              </a:ext>
            </a:extLst>
          </p:cNvPr>
          <p:cNvSpPr txBox="1"/>
          <p:nvPr/>
        </p:nvSpPr>
        <p:spPr>
          <a:xfrm>
            <a:off x="3203123" y="3383090"/>
            <a:ext cx="8245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itchFamily="34" charset="0"/>
                <a:cs typeface="Arial" pitchFamily="34" charset="0"/>
              </a:rPr>
              <a:t>=  4</a:t>
            </a:r>
            <a:endParaRPr lang="en-GB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6C9EBFCC-9F12-48E9-ADFB-73E6B431BEE0}"/>
              </a:ext>
            </a:extLst>
          </p:cNvPr>
          <p:cNvSpPr txBox="1"/>
          <p:nvPr/>
        </p:nvSpPr>
        <p:spPr>
          <a:xfrm>
            <a:off x="3706980" y="3383090"/>
            <a:ext cx="891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itchFamily="34" charset="0"/>
                <a:cs typeface="Arial" pitchFamily="34" charset="0"/>
              </a:rPr>
              <a:t>÷   20</a:t>
            </a:r>
            <a:endParaRPr lang="en-GB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E09F8030-3836-46EE-BCD2-4350DB7009B1}"/>
              </a:ext>
            </a:extLst>
          </p:cNvPr>
          <p:cNvSpPr txBox="1"/>
          <p:nvPr/>
        </p:nvSpPr>
        <p:spPr>
          <a:xfrm>
            <a:off x="3203123" y="3758790"/>
            <a:ext cx="2324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itchFamily="34" charset="0"/>
                <a:cs typeface="Arial" pitchFamily="34" charset="0"/>
              </a:rPr>
              <a:t>=  0.2 km per minute</a:t>
            </a:r>
            <a:endParaRPr lang="en-GB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77795D7F-2903-402D-9AFE-4177B42275FD}"/>
              </a:ext>
            </a:extLst>
          </p:cNvPr>
          <p:cNvGrpSpPr/>
          <p:nvPr/>
        </p:nvGrpSpPr>
        <p:grpSpPr>
          <a:xfrm>
            <a:off x="6982918" y="4705875"/>
            <a:ext cx="461176" cy="1343771"/>
            <a:chOff x="5653378" y="4381169"/>
            <a:chExt cx="461176" cy="1343771"/>
          </a:xfrm>
        </p:grpSpPr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7427DA04-93AB-4D4B-972A-98A9F4C8FEB4}"/>
                </a:ext>
              </a:extLst>
            </p:cNvPr>
            <p:cNvCxnSpPr/>
            <p:nvPr/>
          </p:nvCxnSpPr>
          <p:spPr>
            <a:xfrm>
              <a:off x="5653378" y="4381169"/>
              <a:ext cx="0" cy="1343771"/>
            </a:xfrm>
            <a:prstGeom prst="line">
              <a:avLst/>
            </a:prstGeom>
            <a:ln w="28575">
              <a:solidFill>
                <a:srgbClr val="7030A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95E2DBFF-F75F-4F4C-8F05-BB5CE62094E3}"/>
                </a:ext>
              </a:extLst>
            </p:cNvPr>
            <p:cNvSpPr txBox="1"/>
            <p:nvPr/>
          </p:nvSpPr>
          <p:spPr>
            <a:xfrm>
              <a:off x="5672964" y="4871944"/>
              <a:ext cx="4415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latin typeface="Arial" pitchFamily="34" charset="0"/>
                  <a:cs typeface="Arial" pitchFamily="34" charset="0"/>
                </a:rPr>
                <a:t>4</a:t>
              </a:r>
              <a:endParaRPr lang="en-GB" sz="1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FFA97B66-5A50-499B-B9EA-9FA17A46EFA5}"/>
              </a:ext>
            </a:extLst>
          </p:cNvPr>
          <p:cNvGrpSpPr/>
          <p:nvPr/>
        </p:nvGrpSpPr>
        <p:grpSpPr>
          <a:xfrm>
            <a:off x="6304407" y="5690956"/>
            <a:ext cx="678510" cy="338554"/>
            <a:chOff x="4974867" y="5366250"/>
            <a:chExt cx="678510" cy="338554"/>
          </a:xfrm>
        </p:grpSpPr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2F57AB83-7484-455C-9E18-9F30C37E50BE}"/>
                </a:ext>
              </a:extLst>
            </p:cNvPr>
            <p:cNvCxnSpPr/>
            <p:nvPr/>
          </p:nvCxnSpPr>
          <p:spPr>
            <a:xfrm flipH="1">
              <a:off x="4974867" y="5698437"/>
              <a:ext cx="678510" cy="0"/>
            </a:xfrm>
            <a:prstGeom prst="line">
              <a:avLst/>
            </a:prstGeom>
            <a:ln w="28575">
              <a:solidFill>
                <a:srgbClr val="7030A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16A269B3-266A-4ED2-A120-4134B767245B}"/>
                </a:ext>
              </a:extLst>
            </p:cNvPr>
            <p:cNvSpPr txBox="1"/>
            <p:nvPr/>
          </p:nvSpPr>
          <p:spPr>
            <a:xfrm>
              <a:off x="5133600" y="5366250"/>
              <a:ext cx="4415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latin typeface="Arial" pitchFamily="34" charset="0"/>
                  <a:cs typeface="Arial" pitchFamily="34" charset="0"/>
                </a:rPr>
                <a:t>20</a:t>
              </a:r>
              <a:endParaRPr lang="en-GB" sz="1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32" name="TextBox 231">
            <a:extLst>
              <a:ext uri="{FF2B5EF4-FFF2-40B4-BE49-F238E27FC236}">
                <a16:creationId xmlns:a16="http://schemas.microsoft.com/office/drawing/2014/main" id="{F58CCFA9-3FA5-45F7-B171-D49236240062}"/>
              </a:ext>
            </a:extLst>
          </p:cNvPr>
          <p:cNvSpPr txBox="1"/>
          <p:nvPr/>
        </p:nvSpPr>
        <p:spPr>
          <a:xfrm>
            <a:off x="3551744" y="4548590"/>
            <a:ext cx="1815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Arial" pitchFamily="34" charset="0"/>
                <a:cs typeface="Arial" pitchFamily="34" charset="0"/>
              </a:rPr>
              <a:t>0.2  x  60</a:t>
            </a:r>
            <a:endParaRPr lang="en-GB" sz="1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72E041F4-EA66-4A6A-99EC-17E6C04B184B}"/>
              </a:ext>
            </a:extLst>
          </p:cNvPr>
          <p:cNvSpPr txBox="1"/>
          <p:nvPr/>
        </p:nvSpPr>
        <p:spPr>
          <a:xfrm>
            <a:off x="3203123" y="2996790"/>
            <a:ext cx="2324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itchFamily="34" charset="0"/>
                <a:cs typeface="Arial" pitchFamily="34" charset="0"/>
              </a:rPr>
              <a:t>=   distance ÷ time</a:t>
            </a:r>
            <a:endParaRPr lang="en-GB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513BAF90-D5E2-4A74-AB95-ADE3DA509AF7}"/>
              </a:ext>
            </a:extLst>
          </p:cNvPr>
          <p:cNvGrpSpPr/>
          <p:nvPr/>
        </p:nvGrpSpPr>
        <p:grpSpPr>
          <a:xfrm>
            <a:off x="1744210" y="4226855"/>
            <a:ext cx="1871330" cy="967563"/>
            <a:chOff x="414670" y="3902149"/>
            <a:chExt cx="1871330" cy="967563"/>
          </a:xfrm>
        </p:grpSpPr>
        <p:sp>
          <p:nvSpPr>
            <p:cNvPr id="235" name="Pentagon 313">
              <a:extLst>
                <a:ext uri="{FF2B5EF4-FFF2-40B4-BE49-F238E27FC236}">
                  <a16:creationId xmlns:a16="http://schemas.microsoft.com/office/drawing/2014/main" id="{12C6A9A7-32F3-43FF-8C33-B1FDED2385A8}"/>
                </a:ext>
              </a:extLst>
            </p:cNvPr>
            <p:cNvSpPr/>
            <p:nvPr/>
          </p:nvSpPr>
          <p:spPr>
            <a:xfrm>
              <a:off x="414670" y="3902149"/>
              <a:ext cx="1871330" cy="967563"/>
            </a:xfrm>
            <a:prstGeom prst="homePlate">
              <a:avLst/>
            </a:prstGeom>
            <a:gradFill flip="none" rotWithShape="1">
              <a:gsLst>
                <a:gs pos="0">
                  <a:srgbClr val="FFFF66">
                    <a:tint val="66000"/>
                    <a:satMod val="160000"/>
                  </a:srgbClr>
                </a:gs>
                <a:gs pos="50000">
                  <a:srgbClr val="FFFF66">
                    <a:tint val="44500"/>
                    <a:satMod val="160000"/>
                  </a:srgbClr>
                </a:gs>
                <a:gs pos="100000">
                  <a:srgbClr val="FF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23BDB93E-7ADE-4873-8893-E022E255B7AB}"/>
                </a:ext>
              </a:extLst>
            </p:cNvPr>
            <p:cNvSpPr txBox="1"/>
            <p:nvPr/>
          </p:nvSpPr>
          <p:spPr>
            <a:xfrm>
              <a:off x="492742" y="4016598"/>
              <a:ext cx="162313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latin typeface="Arial" pitchFamily="34" charset="0"/>
                  <a:cs typeface="Arial" pitchFamily="34" charset="0"/>
                </a:rPr>
                <a:t>x by 60</a:t>
              </a:r>
            </a:p>
            <a:p>
              <a:r>
                <a:rPr lang="en-GB" sz="1400" b="1" dirty="0">
                  <a:latin typeface="Arial" pitchFamily="34" charset="0"/>
                  <a:cs typeface="Arial" pitchFamily="34" charset="0"/>
                </a:rPr>
                <a:t>to convert to km per hour</a:t>
              </a:r>
              <a:endParaRPr lang="en-GB" sz="1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37" name="TextBox 236">
            <a:extLst>
              <a:ext uri="{FF2B5EF4-FFF2-40B4-BE49-F238E27FC236}">
                <a16:creationId xmlns:a16="http://schemas.microsoft.com/office/drawing/2014/main" id="{7886661C-F839-4754-B606-81FF8CF0BFAC}"/>
              </a:ext>
            </a:extLst>
          </p:cNvPr>
          <p:cNvSpPr txBox="1"/>
          <p:nvPr/>
        </p:nvSpPr>
        <p:spPr>
          <a:xfrm>
            <a:off x="1816156" y="301143"/>
            <a:ext cx="8112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Arial" pitchFamily="34" charset="0"/>
                <a:cs typeface="Arial" pitchFamily="34" charset="0"/>
              </a:rPr>
              <a:t>Distance-Time Graphs</a:t>
            </a:r>
          </a:p>
        </p:txBody>
      </p:sp>
    </p:spTree>
    <p:extLst>
      <p:ext uri="{BB962C8B-B14F-4D97-AF65-F5344CB8AC3E}">
        <p14:creationId xmlns:p14="http://schemas.microsoft.com/office/powerpoint/2010/main" val="354363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12" grpId="0"/>
      <p:bldP spid="213" grpId="0"/>
      <p:bldP spid="214" grpId="0"/>
      <p:bldP spid="222" grpId="0"/>
      <p:bldP spid="223" grpId="0"/>
      <p:bldP spid="224" grpId="0"/>
      <p:bldP spid="225" grpId="0"/>
      <p:bldP spid="232" grpId="0"/>
      <p:bldP spid="2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ounded Rectangle 49">
            <a:extLst>
              <a:ext uri="{FF2B5EF4-FFF2-40B4-BE49-F238E27FC236}">
                <a16:creationId xmlns:a16="http://schemas.microsoft.com/office/drawing/2014/main" id="{E8CDE87A-4527-48FF-82B7-6CA2906116C2}"/>
              </a:ext>
            </a:extLst>
          </p:cNvPr>
          <p:cNvSpPr/>
          <p:nvPr/>
        </p:nvSpPr>
        <p:spPr>
          <a:xfrm>
            <a:off x="1588004" y="1239948"/>
            <a:ext cx="8568952" cy="5067243"/>
          </a:xfrm>
          <a:prstGeom prst="roundRect">
            <a:avLst>
              <a:gd name="adj" fmla="val 543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39" name="Group 312">
            <a:extLst>
              <a:ext uri="{FF2B5EF4-FFF2-40B4-BE49-F238E27FC236}">
                <a16:creationId xmlns:a16="http://schemas.microsoft.com/office/drawing/2014/main" id="{F940E123-9199-4F34-BD53-940AC120E842}"/>
              </a:ext>
            </a:extLst>
          </p:cNvPr>
          <p:cNvGrpSpPr/>
          <p:nvPr/>
        </p:nvGrpSpPr>
        <p:grpSpPr>
          <a:xfrm>
            <a:off x="5698402" y="1362635"/>
            <a:ext cx="4317403" cy="4980440"/>
            <a:chOff x="4397922" y="1268315"/>
            <a:chExt cx="4317403" cy="4980440"/>
          </a:xfrm>
        </p:grpSpPr>
        <p:grpSp>
          <p:nvGrpSpPr>
            <p:cNvPr id="240" name="Group 560">
              <a:extLst>
                <a:ext uri="{FF2B5EF4-FFF2-40B4-BE49-F238E27FC236}">
                  <a16:creationId xmlns:a16="http://schemas.microsoft.com/office/drawing/2014/main" id="{7D5F2440-9946-496A-97C8-DB3669BEE7D8}"/>
                </a:ext>
              </a:extLst>
            </p:cNvPr>
            <p:cNvGrpSpPr/>
            <p:nvPr/>
          </p:nvGrpSpPr>
          <p:grpSpPr>
            <a:xfrm>
              <a:off x="4397922" y="1268315"/>
              <a:ext cx="4317403" cy="4980440"/>
              <a:chOff x="4397922" y="1268315"/>
              <a:chExt cx="4317403" cy="4980440"/>
            </a:xfrm>
          </p:grpSpPr>
          <p:grpSp>
            <p:nvGrpSpPr>
              <p:cNvPr id="245" name="Group 196">
                <a:extLst>
                  <a:ext uri="{FF2B5EF4-FFF2-40B4-BE49-F238E27FC236}">
                    <a16:creationId xmlns:a16="http://schemas.microsoft.com/office/drawing/2014/main" id="{5C00B1D1-FF9C-49F6-B197-95739EA357B4}"/>
                  </a:ext>
                </a:extLst>
              </p:cNvPr>
              <p:cNvGrpSpPr/>
              <p:nvPr/>
            </p:nvGrpSpPr>
            <p:grpSpPr>
              <a:xfrm>
                <a:off x="4486909" y="1311007"/>
                <a:ext cx="4228416" cy="4778304"/>
                <a:chOff x="4371299" y="1311007"/>
                <a:chExt cx="4228416" cy="4778304"/>
              </a:xfrm>
            </p:grpSpPr>
            <p:grpSp>
              <p:nvGrpSpPr>
                <p:cNvPr id="248" name="Group 839">
                  <a:extLst>
                    <a:ext uri="{FF2B5EF4-FFF2-40B4-BE49-F238E27FC236}">
                      <a16:creationId xmlns:a16="http://schemas.microsoft.com/office/drawing/2014/main" id="{8062D5C0-76A0-4E54-900C-D38FBB543B94}"/>
                    </a:ext>
                  </a:extLst>
                </p:cNvPr>
                <p:cNvGrpSpPr/>
                <p:nvPr/>
              </p:nvGrpSpPr>
              <p:grpSpPr>
                <a:xfrm>
                  <a:off x="4508573" y="1311007"/>
                  <a:ext cx="4091142" cy="4776274"/>
                  <a:chOff x="4508573" y="1311007"/>
                  <a:chExt cx="4091142" cy="4776274"/>
                </a:xfrm>
              </p:grpSpPr>
              <p:grpSp>
                <p:nvGrpSpPr>
                  <p:cNvPr id="299" name="Group 766">
                    <a:extLst>
                      <a:ext uri="{FF2B5EF4-FFF2-40B4-BE49-F238E27FC236}">
                        <a16:creationId xmlns:a16="http://schemas.microsoft.com/office/drawing/2014/main" id="{41836AC6-6DCE-45FB-A382-DFF788B0CE5A}"/>
                      </a:ext>
                    </a:extLst>
                  </p:cNvPr>
                  <p:cNvGrpSpPr/>
                  <p:nvPr/>
                </p:nvGrpSpPr>
                <p:grpSpPr>
                  <a:xfrm>
                    <a:off x="4508573" y="1315256"/>
                    <a:ext cx="4091142" cy="4772025"/>
                    <a:chOff x="3390900" y="1315256"/>
                    <a:chExt cx="4686300" cy="4772025"/>
                  </a:xfrm>
                </p:grpSpPr>
                <p:cxnSp>
                  <p:nvCxnSpPr>
                    <p:cNvPr id="362" name="Straight Connector 361">
                      <a:extLst>
                        <a:ext uri="{FF2B5EF4-FFF2-40B4-BE49-F238E27FC236}">
                          <a16:creationId xmlns:a16="http://schemas.microsoft.com/office/drawing/2014/main" id="{6B95CB90-BA4A-4940-82FE-2388567571E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31525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3" name="Straight Connector 362">
                      <a:extLst>
                        <a:ext uri="{FF2B5EF4-FFF2-40B4-BE49-F238E27FC236}">
                          <a16:creationId xmlns:a16="http://schemas.microsoft.com/office/drawing/2014/main" id="{1721165B-8FB0-4B46-921F-184ED397897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38342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4" name="Straight Connector 363">
                      <a:extLst>
                        <a:ext uri="{FF2B5EF4-FFF2-40B4-BE49-F238E27FC236}">
                          <a16:creationId xmlns:a16="http://schemas.microsoft.com/office/drawing/2014/main" id="{BF2DE9B5-DD99-4062-ACCC-2BA56AF3AD5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51977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5" name="Straight Connector 364">
                      <a:extLst>
                        <a:ext uri="{FF2B5EF4-FFF2-40B4-BE49-F238E27FC236}">
                          <a16:creationId xmlns:a16="http://schemas.microsoft.com/office/drawing/2014/main" id="{0885B378-894E-4E00-93C2-2FAE95888B3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72428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6" name="Straight Connector 365">
                      <a:extLst>
                        <a:ext uri="{FF2B5EF4-FFF2-40B4-BE49-F238E27FC236}">
                          <a16:creationId xmlns:a16="http://schemas.microsoft.com/office/drawing/2014/main" id="{5ED78000-79BF-4AFC-A03A-B87C2BB66F5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99697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7" name="Straight Connector 366">
                      <a:extLst>
                        <a:ext uri="{FF2B5EF4-FFF2-40B4-BE49-F238E27FC236}">
                          <a16:creationId xmlns:a16="http://schemas.microsoft.com/office/drawing/2014/main" id="{A3B1B778-2854-4511-832B-1B43D803CA4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33783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8" name="Straight Connector 367">
                      <a:extLst>
                        <a:ext uri="{FF2B5EF4-FFF2-40B4-BE49-F238E27FC236}">
                          <a16:creationId xmlns:a16="http://schemas.microsoft.com/office/drawing/2014/main" id="{6BFA5EB0-A78E-4250-911A-B7A2EECECDB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67869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9" name="Straight Connector 368">
                      <a:extLst>
                        <a:ext uri="{FF2B5EF4-FFF2-40B4-BE49-F238E27FC236}">
                          <a16:creationId xmlns:a16="http://schemas.microsoft.com/office/drawing/2014/main" id="{A31196DE-326F-4257-B406-6525E5F5553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01955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0" name="Straight Connector 369">
                      <a:extLst>
                        <a:ext uri="{FF2B5EF4-FFF2-40B4-BE49-F238E27FC236}">
                          <a16:creationId xmlns:a16="http://schemas.microsoft.com/office/drawing/2014/main" id="{DE921012-9376-4F48-9D2A-67D7DB89252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36041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1" name="Straight Connector 370">
                      <a:extLst>
                        <a:ext uri="{FF2B5EF4-FFF2-40B4-BE49-F238E27FC236}">
                          <a16:creationId xmlns:a16="http://schemas.microsoft.com/office/drawing/2014/main" id="{1EFDA338-489F-4670-9C87-DEA0412C873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70127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2" name="Straight Connector 371">
                      <a:extLst>
                        <a:ext uri="{FF2B5EF4-FFF2-40B4-BE49-F238E27FC236}">
                          <a16:creationId xmlns:a16="http://schemas.microsoft.com/office/drawing/2014/main" id="{44E82C6D-36E8-47B3-B882-45D98044584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31482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3" name="Straight Connector 372">
                      <a:extLst>
                        <a:ext uri="{FF2B5EF4-FFF2-40B4-BE49-F238E27FC236}">
                          <a16:creationId xmlns:a16="http://schemas.microsoft.com/office/drawing/2014/main" id="{9D1CF6AF-CA9B-49E3-BFF7-F539655039C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58751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4" name="Straight Connector 373">
                      <a:extLst>
                        <a:ext uri="{FF2B5EF4-FFF2-40B4-BE49-F238E27FC236}">
                          <a16:creationId xmlns:a16="http://schemas.microsoft.com/office/drawing/2014/main" id="{D9551210-7EFB-434C-A2D9-203CA6C3B45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79202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5" name="Straight Connector 374">
                      <a:extLst>
                        <a:ext uri="{FF2B5EF4-FFF2-40B4-BE49-F238E27FC236}">
                          <a16:creationId xmlns:a16="http://schemas.microsoft.com/office/drawing/2014/main" id="{CE62CA49-5066-46E7-8192-79BD64A0002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92837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6" name="Straight Connector 375">
                      <a:extLst>
                        <a:ext uri="{FF2B5EF4-FFF2-40B4-BE49-F238E27FC236}">
                          <a16:creationId xmlns:a16="http://schemas.microsoft.com/office/drawing/2014/main" id="{79FE7F86-9D92-4BFD-8EA8-285B75173B8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06471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7" name="Straight Connector 376">
                      <a:extLst>
                        <a:ext uri="{FF2B5EF4-FFF2-40B4-BE49-F238E27FC236}">
                          <a16:creationId xmlns:a16="http://schemas.microsoft.com/office/drawing/2014/main" id="{558AD651-1BCF-4BE4-AD5C-0D23B332BDA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13288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8" name="Straight Connector 377">
                      <a:extLst>
                        <a:ext uri="{FF2B5EF4-FFF2-40B4-BE49-F238E27FC236}">
                          <a16:creationId xmlns:a16="http://schemas.microsoft.com/office/drawing/2014/main" id="{0E85C0F5-B8FF-4CF8-AB73-8AD41D46C9C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20106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9" name="Straight Connector 378">
                      <a:extLst>
                        <a:ext uri="{FF2B5EF4-FFF2-40B4-BE49-F238E27FC236}">
                          <a16:creationId xmlns:a16="http://schemas.microsoft.com/office/drawing/2014/main" id="{63D85B7F-AE14-4547-97A3-BDD2AD533CF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33740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0" name="Straight Connector 379">
                      <a:extLst>
                        <a:ext uri="{FF2B5EF4-FFF2-40B4-BE49-F238E27FC236}">
                          <a16:creationId xmlns:a16="http://schemas.microsoft.com/office/drawing/2014/main" id="{BCD9AD41-58AD-4962-B230-103EC39906D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47374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1" name="Straight Connector 380">
                      <a:extLst>
                        <a:ext uri="{FF2B5EF4-FFF2-40B4-BE49-F238E27FC236}">
                          <a16:creationId xmlns:a16="http://schemas.microsoft.com/office/drawing/2014/main" id="{F3035437-92D0-4691-9293-23759B3FF21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61009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2" name="Straight Connector 381">
                      <a:extLst>
                        <a:ext uri="{FF2B5EF4-FFF2-40B4-BE49-F238E27FC236}">
                          <a16:creationId xmlns:a16="http://schemas.microsoft.com/office/drawing/2014/main" id="{A9E1BD6A-E6C0-45BA-89A0-8BE6584FB18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26923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3" name="Straight Connector 382">
                      <a:extLst>
                        <a:ext uri="{FF2B5EF4-FFF2-40B4-BE49-F238E27FC236}">
                          <a16:creationId xmlns:a16="http://schemas.microsoft.com/office/drawing/2014/main" id="{9931EFB1-37E2-4FA4-9ED5-B68CAD15A9C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40557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4" name="Straight Connector 383">
                      <a:extLst>
                        <a:ext uri="{FF2B5EF4-FFF2-40B4-BE49-F238E27FC236}">
                          <a16:creationId xmlns:a16="http://schemas.microsoft.com/office/drawing/2014/main" id="{26BED344-E5BA-4E95-A186-1108D926AC2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54192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5" name="Straight Connector 384">
                      <a:extLst>
                        <a:ext uri="{FF2B5EF4-FFF2-40B4-BE49-F238E27FC236}">
                          <a16:creationId xmlns:a16="http://schemas.microsoft.com/office/drawing/2014/main" id="{D735A64F-DFC0-4575-86FA-9F95583FA5D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67826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6" name="Straight Connector 385">
                      <a:extLst>
                        <a:ext uri="{FF2B5EF4-FFF2-40B4-BE49-F238E27FC236}">
                          <a16:creationId xmlns:a16="http://schemas.microsoft.com/office/drawing/2014/main" id="{7B09A2E8-57F8-485A-9353-71F1A35FFC4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74643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7" name="Straight Connector 386">
                      <a:extLst>
                        <a:ext uri="{FF2B5EF4-FFF2-40B4-BE49-F238E27FC236}">
                          <a16:creationId xmlns:a16="http://schemas.microsoft.com/office/drawing/2014/main" id="{9A4F08A4-C6B2-400C-8FA6-5489CDD86A5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81460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8" name="Straight Connector 387">
                      <a:extLst>
                        <a:ext uri="{FF2B5EF4-FFF2-40B4-BE49-F238E27FC236}">
                          <a16:creationId xmlns:a16="http://schemas.microsoft.com/office/drawing/2014/main" id="{1871BD58-7534-4524-B4AE-E2C5A3002AE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88278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9" name="Straight Connector 388">
                      <a:extLst>
                        <a:ext uri="{FF2B5EF4-FFF2-40B4-BE49-F238E27FC236}">
                          <a16:creationId xmlns:a16="http://schemas.microsoft.com/office/drawing/2014/main" id="{7817C12A-0B21-454B-892A-C774289F051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95095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0" name="Straight Connector 389">
                      <a:extLst>
                        <a:ext uri="{FF2B5EF4-FFF2-40B4-BE49-F238E27FC236}">
                          <a16:creationId xmlns:a16="http://schemas.microsoft.com/office/drawing/2014/main" id="{D5DD3800-3DFE-441B-BD9C-F996C971B16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601912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1" name="Straight Connector 390">
                      <a:extLst>
                        <a:ext uri="{FF2B5EF4-FFF2-40B4-BE49-F238E27FC236}">
                          <a16:creationId xmlns:a16="http://schemas.microsoft.com/office/drawing/2014/main" id="{8681A8E4-D422-4E26-8281-79819C62816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6087281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2" name="Straight Connector 391">
                      <a:extLst>
                        <a:ext uri="{FF2B5EF4-FFF2-40B4-BE49-F238E27FC236}">
                          <a16:creationId xmlns:a16="http://schemas.microsoft.com/office/drawing/2014/main" id="{A225CE10-9BC4-457B-A0A5-8BC47253640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45160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3" name="Straight Connector 392">
                      <a:extLst>
                        <a:ext uri="{FF2B5EF4-FFF2-40B4-BE49-F238E27FC236}">
                          <a16:creationId xmlns:a16="http://schemas.microsoft.com/office/drawing/2014/main" id="{9A46DFBA-91F4-441F-8EA5-A2E2A4DA13A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58794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4" name="Straight Connector 393">
                      <a:extLst>
                        <a:ext uri="{FF2B5EF4-FFF2-40B4-BE49-F238E27FC236}">
                          <a16:creationId xmlns:a16="http://schemas.microsoft.com/office/drawing/2014/main" id="{FD6858C7-8ABF-4EDD-821B-51100D10361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79246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5" name="Straight Connector 394">
                      <a:extLst>
                        <a:ext uri="{FF2B5EF4-FFF2-40B4-BE49-F238E27FC236}">
                          <a16:creationId xmlns:a16="http://schemas.microsoft.com/office/drawing/2014/main" id="{15BD72B5-1177-4EDA-93F0-CA8618C3D5F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06514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6" name="Straight Connector 395">
                      <a:extLst>
                        <a:ext uri="{FF2B5EF4-FFF2-40B4-BE49-F238E27FC236}">
                          <a16:creationId xmlns:a16="http://schemas.microsoft.com/office/drawing/2014/main" id="{D6656B2F-70DA-4340-9670-24164B415E3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40600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7" name="Straight Connector 396">
                      <a:extLst>
                        <a:ext uri="{FF2B5EF4-FFF2-40B4-BE49-F238E27FC236}">
                          <a16:creationId xmlns:a16="http://schemas.microsoft.com/office/drawing/2014/main" id="{E4B410F1-530B-4BE5-BE20-E66CA312E94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74686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8" name="Straight Connector 397">
                      <a:extLst>
                        <a:ext uri="{FF2B5EF4-FFF2-40B4-BE49-F238E27FC236}">
                          <a16:creationId xmlns:a16="http://schemas.microsoft.com/office/drawing/2014/main" id="{822C68D3-8BB5-48D2-BA04-8A672E9EA11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08772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9" name="Straight Connector 398">
                      <a:extLst>
                        <a:ext uri="{FF2B5EF4-FFF2-40B4-BE49-F238E27FC236}">
                          <a16:creationId xmlns:a16="http://schemas.microsoft.com/office/drawing/2014/main" id="{366D6BFF-C1A5-413E-B181-16EDAD9526D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42858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0" name="Straight Connector 399">
                      <a:extLst>
                        <a:ext uri="{FF2B5EF4-FFF2-40B4-BE49-F238E27FC236}">
                          <a16:creationId xmlns:a16="http://schemas.microsoft.com/office/drawing/2014/main" id="{596539FE-A1F8-483C-A5F3-31984C178C6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76944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1" name="Straight Connector 400">
                      <a:extLst>
                        <a:ext uri="{FF2B5EF4-FFF2-40B4-BE49-F238E27FC236}">
                          <a16:creationId xmlns:a16="http://schemas.microsoft.com/office/drawing/2014/main" id="{BC50995F-2D97-4A3B-8CC6-EE33A08F7CA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04213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2" name="Straight Connector 401">
                      <a:extLst>
                        <a:ext uri="{FF2B5EF4-FFF2-40B4-BE49-F238E27FC236}">
                          <a16:creationId xmlns:a16="http://schemas.microsoft.com/office/drawing/2014/main" id="{28380668-E4BD-461C-B853-D44071F6B07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65611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3" name="Straight Connector 402">
                      <a:extLst>
                        <a:ext uri="{FF2B5EF4-FFF2-40B4-BE49-F238E27FC236}">
                          <a16:creationId xmlns:a16="http://schemas.microsoft.com/office/drawing/2014/main" id="{C549C4CE-0341-4240-9696-AC021C12AFF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86063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4" name="Straight Connector 403">
                      <a:extLst>
                        <a:ext uri="{FF2B5EF4-FFF2-40B4-BE49-F238E27FC236}">
                          <a16:creationId xmlns:a16="http://schemas.microsoft.com/office/drawing/2014/main" id="{D914B745-C1DC-4C91-86DB-8A8164F562C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13332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5" name="Straight Connector 404">
                      <a:extLst>
                        <a:ext uri="{FF2B5EF4-FFF2-40B4-BE49-F238E27FC236}">
                          <a16:creationId xmlns:a16="http://schemas.microsoft.com/office/drawing/2014/main" id="{01EA4B8B-A7E0-40FF-A64B-F6F80A74B01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47418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6" name="Straight Connector 405">
                      <a:extLst>
                        <a:ext uri="{FF2B5EF4-FFF2-40B4-BE49-F238E27FC236}">
                          <a16:creationId xmlns:a16="http://schemas.microsoft.com/office/drawing/2014/main" id="{C8FFFEC7-9AEC-4FC6-9271-3C4C7EA5899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81504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7" name="Straight Connector 406">
                      <a:extLst>
                        <a:ext uri="{FF2B5EF4-FFF2-40B4-BE49-F238E27FC236}">
                          <a16:creationId xmlns:a16="http://schemas.microsoft.com/office/drawing/2014/main" id="{743E4F2E-8785-4C8E-995D-C779C159DE6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15590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8" name="Straight Connector 407">
                      <a:extLst>
                        <a:ext uri="{FF2B5EF4-FFF2-40B4-BE49-F238E27FC236}">
                          <a16:creationId xmlns:a16="http://schemas.microsoft.com/office/drawing/2014/main" id="{CAB44E32-6967-4C75-829A-52801657316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49676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9" name="Straight Connector 408">
                      <a:extLst>
                        <a:ext uri="{FF2B5EF4-FFF2-40B4-BE49-F238E27FC236}">
                          <a16:creationId xmlns:a16="http://schemas.microsoft.com/office/drawing/2014/main" id="{3BC36A61-5C91-492A-9D9A-C31AC144628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83762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0" name="Straight Connector 409">
                      <a:extLst>
                        <a:ext uri="{FF2B5EF4-FFF2-40B4-BE49-F238E27FC236}">
                          <a16:creationId xmlns:a16="http://schemas.microsoft.com/office/drawing/2014/main" id="{48BD349E-53D5-4FC1-9B13-C05ACF50168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11030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1" name="Straight Connector 410">
                      <a:extLst>
                        <a:ext uri="{FF2B5EF4-FFF2-40B4-BE49-F238E27FC236}">
                          <a16:creationId xmlns:a16="http://schemas.microsoft.com/office/drawing/2014/main" id="{5D638CE1-9304-4713-9DA4-1C7BB73E843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38299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2" name="Straight Connector 411">
                      <a:extLst>
                        <a:ext uri="{FF2B5EF4-FFF2-40B4-BE49-F238E27FC236}">
                          <a16:creationId xmlns:a16="http://schemas.microsoft.com/office/drawing/2014/main" id="{EC28E3E1-7113-4277-9C3A-3F689C37B9A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92880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3" name="Straight Connector 412">
                      <a:extLst>
                        <a:ext uri="{FF2B5EF4-FFF2-40B4-BE49-F238E27FC236}">
                          <a16:creationId xmlns:a16="http://schemas.microsoft.com/office/drawing/2014/main" id="{D9F74375-A045-49A6-BCF9-5587245CDEE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20149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4" name="Straight Connector 413">
                      <a:extLst>
                        <a:ext uri="{FF2B5EF4-FFF2-40B4-BE49-F238E27FC236}">
                          <a16:creationId xmlns:a16="http://schemas.microsoft.com/office/drawing/2014/main" id="{8DFFE4BE-DDB9-4BFD-A21B-4756C0345B1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54235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5" name="Straight Connector 414">
                      <a:extLst>
                        <a:ext uri="{FF2B5EF4-FFF2-40B4-BE49-F238E27FC236}">
                          <a16:creationId xmlns:a16="http://schemas.microsoft.com/office/drawing/2014/main" id="{D0422DC0-8380-4DF1-8CC3-E53D81B3E06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88321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6" name="Straight Connector 415">
                      <a:extLst>
                        <a:ext uri="{FF2B5EF4-FFF2-40B4-BE49-F238E27FC236}">
                          <a16:creationId xmlns:a16="http://schemas.microsoft.com/office/drawing/2014/main" id="{88879071-9DAD-4BD7-9F90-38E8910332F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22407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7" name="Straight Connector 416">
                      <a:extLst>
                        <a:ext uri="{FF2B5EF4-FFF2-40B4-BE49-F238E27FC236}">
                          <a16:creationId xmlns:a16="http://schemas.microsoft.com/office/drawing/2014/main" id="{C1B7D08E-68B8-427C-8A91-D06BB35A281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56493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8" name="Straight Connector 417">
                      <a:extLst>
                        <a:ext uri="{FF2B5EF4-FFF2-40B4-BE49-F238E27FC236}">
                          <a16:creationId xmlns:a16="http://schemas.microsoft.com/office/drawing/2014/main" id="{B2CF0B9C-0003-4631-854B-3087E9DD6E1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90579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9" name="Straight Connector 418">
                      <a:extLst>
                        <a:ext uri="{FF2B5EF4-FFF2-40B4-BE49-F238E27FC236}">
                          <a16:creationId xmlns:a16="http://schemas.microsoft.com/office/drawing/2014/main" id="{BA55E1CE-E3D6-4862-BBC5-8A99B548339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17848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0" name="Straight Connector 419">
                      <a:extLst>
                        <a:ext uri="{FF2B5EF4-FFF2-40B4-BE49-F238E27FC236}">
                          <a16:creationId xmlns:a16="http://schemas.microsoft.com/office/drawing/2014/main" id="{178A50CB-C116-476A-9475-94BB8F528A6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45116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1" name="Straight Connector 420">
                      <a:extLst>
                        <a:ext uri="{FF2B5EF4-FFF2-40B4-BE49-F238E27FC236}">
                          <a16:creationId xmlns:a16="http://schemas.microsoft.com/office/drawing/2014/main" id="{CAA7FF16-25EA-4ECA-BA73-044D0909C87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65568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2" name="Straight Connector 421">
                      <a:extLst>
                        <a:ext uri="{FF2B5EF4-FFF2-40B4-BE49-F238E27FC236}">
                          <a16:creationId xmlns:a16="http://schemas.microsoft.com/office/drawing/2014/main" id="{FC204272-97E7-4E39-A966-700F79B3951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26966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3" name="Straight Connector 422">
                      <a:extLst>
                        <a:ext uri="{FF2B5EF4-FFF2-40B4-BE49-F238E27FC236}">
                          <a16:creationId xmlns:a16="http://schemas.microsoft.com/office/drawing/2014/main" id="{27A2BACF-4DDA-4148-8411-C3E1C07B3A4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61052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4" name="Straight Connector 423">
                      <a:extLst>
                        <a:ext uri="{FF2B5EF4-FFF2-40B4-BE49-F238E27FC236}">
                          <a16:creationId xmlns:a16="http://schemas.microsoft.com/office/drawing/2014/main" id="{C7090969-A9F3-4177-AEA6-668B79E5223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95138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5" name="Straight Connector 424">
                      <a:extLst>
                        <a:ext uri="{FF2B5EF4-FFF2-40B4-BE49-F238E27FC236}">
                          <a16:creationId xmlns:a16="http://schemas.microsoft.com/office/drawing/2014/main" id="{30202ED4-0262-4A10-BE4B-625759887C1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29224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6" name="Straight Connector 425">
                      <a:extLst>
                        <a:ext uri="{FF2B5EF4-FFF2-40B4-BE49-F238E27FC236}">
                          <a16:creationId xmlns:a16="http://schemas.microsoft.com/office/drawing/2014/main" id="{D489931C-FC3F-4BC9-998A-0510FC94141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63310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7" name="Straight Connector 426">
                      <a:extLst>
                        <a:ext uri="{FF2B5EF4-FFF2-40B4-BE49-F238E27FC236}">
                          <a16:creationId xmlns:a16="http://schemas.microsoft.com/office/drawing/2014/main" id="{E90C7B45-4CEA-4025-B074-146D83FBD67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97396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8" name="Straight Connector 427">
                      <a:extLst>
                        <a:ext uri="{FF2B5EF4-FFF2-40B4-BE49-F238E27FC236}">
                          <a16:creationId xmlns:a16="http://schemas.microsoft.com/office/drawing/2014/main" id="{4A30E82D-BDD4-44E7-916C-9CBD62D1F9C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24665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9" name="Straight Connector 428">
                      <a:extLst>
                        <a:ext uri="{FF2B5EF4-FFF2-40B4-BE49-F238E27FC236}">
                          <a16:creationId xmlns:a16="http://schemas.microsoft.com/office/drawing/2014/main" id="{AD86EEF4-F422-48A9-BA0A-A2E2A665A5C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51934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0" name="Straight Connector 429">
                      <a:extLst>
                        <a:ext uri="{FF2B5EF4-FFF2-40B4-BE49-F238E27FC236}">
                          <a16:creationId xmlns:a16="http://schemas.microsoft.com/office/drawing/2014/main" id="{BD0CCA3E-4197-443C-89F0-57BE77AF313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72385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1" name="Straight Connector 430">
                      <a:extLst>
                        <a:ext uri="{FF2B5EF4-FFF2-40B4-BE49-F238E27FC236}">
                          <a16:creationId xmlns:a16="http://schemas.microsoft.com/office/drawing/2014/main" id="{E61BCD0A-0B9D-4E4D-9154-33D0082DB7E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86020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2" name="Straight Connector 431">
                      <a:extLst>
                        <a:ext uri="{FF2B5EF4-FFF2-40B4-BE49-F238E27FC236}">
                          <a16:creationId xmlns:a16="http://schemas.microsoft.com/office/drawing/2014/main" id="{0A086EE1-71C6-43B9-9F09-8263A690257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99654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00" name="Group 767">
                    <a:extLst>
                      <a:ext uri="{FF2B5EF4-FFF2-40B4-BE49-F238E27FC236}">
                        <a16:creationId xmlns:a16="http://schemas.microsoft.com/office/drawing/2014/main" id="{17FB3B77-F6C2-48E4-AEE3-059D38DC32B4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4166426" y="1653991"/>
                    <a:ext cx="4776274" cy="4090305"/>
                    <a:chOff x="3390900" y="1996976"/>
                    <a:chExt cx="4686300" cy="4090305"/>
                  </a:xfrm>
                </p:grpSpPr>
                <p:cxnSp>
                  <p:nvCxnSpPr>
                    <p:cNvPr id="301" name="Straight Connector 300">
                      <a:extLst>
                        <a:ext uri="{FF2B5EF4-FFF2-40B4-BE49-F238E27FC236}">
                          <a16:creationId xmlns:a16="http://schemas.microsoft.com/office/drawing/2014/main" id="{32EFA7BB-07EB-4A55-B340-A90E39770FA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99697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2" name="Straight Connector 301">
                      <a:extLst>
                        <a:ext uri="{FF2B5EF4-FFF2-40B4-BE49-F238E27FC236}">
                          <a16:creationId xmlns:a16="http://schemas.microsoft.com/office/drawing/2014/main" id="{46D9CDD3-C922-4F39-8820-4CB1C78FCA7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33783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3" name="Straight Connector 302">
                      <a:extLst>
                        <a:ext uri="{FF2B5EF4-FFF2-40B4-BE49-F238E27FC236}">
                          <a16:creationId xmlns:a16="http://schemas.microsoft.com/office/drawing/2014/main" id="{A3C2EB70-E995-4D63-B44F-046101655AE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67869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4" name="Straight Connector 303">
                      <a:extLst>
                        <a:ext uri="{FF2B5EF4-FFF2-40B4-BE49-F238E27FC236}">
                          <a16:creationId xmlns:a16="http://schemas.microsoft.com/office/drawing/2014/main" id="{F38210FC-2104-4018-A12F-5BB63ACDD5B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01955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5" name="Straight Connector 304">
                      <a:extLst>
                        <a:ext uri="{FF2B5EF4-FFF2-40B4-BE49-F238E27FC236}">
                          <a16:creationId xmlns:a16="http://schemas.microsoft.com/office/drawing/2014/main" id="{5A92A910-E314-4AAC-8EF3-400AD634774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36041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6" name="Straight Connector 305">
                      <a:extLst>
                        <a:ext uri="{FF2B5EF4-FFF2-40B4-BE49-F238E27FC236}">
                          <a16:creationId xmlns:a16="http://schemas.microsoft.com/office/drawing/2014/main" id="{F44763E5-AE90-4498-A936-9F7A0C0EE59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70127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7" name="Straight Connector 306">
                      <a:extLst>
                        <a:ext uri="{FF2B5EF4-FFF2-40B4-BE49-F238E27FC236}">
                          <a16:creationId xmlns:a16="http://schemas.microsoft.com/office/drawing/2014/main" id="{297A99E3-8677-4072-B9E8-8B7559E5433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31482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8" name="Straight Connector 307">
                      <a:extLst>
                        <a:ext uri="{FF2B5EF4-FFF2-40B4-BE49-F238E27FC236}">
                          <a16:creationId xmlns:a16="http://schemas.microsoft.com/office/drawing/2014/main" id="{EAE34755-7BCA-47AC-A028-F7A2720AC8E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58751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9" name="Straight Connector 308">
                      <a:extLst>
                        <a:ext uri="{FF2B5EF4-FFF2-40B4-BE49-F238E27FC236}">
                          <a16:creationId xmlns:a16="http://schemas.microsoft.com/office/drawing/2014/main" id="{C76218AD-15B1-425D-BD60-18959EE5822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79202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0" name="Straight Connector 309">
                      <a:extLst>
                        <a:ext uri="{FF2B5EF4-FFF2-40B4-BE49-F238E27FC236}">
                          <a16:creationId xmlns:a16="http://schemas.microsoft.com/office/drawing/2014/main" id="{738504A7-8182-46D9-B8F3-FC4DAABA921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92837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1" name="Straight Connector 310">
                      <a:extLst>
                        <a:ext uri="{FF2B5EF4-FFF2-40B4-BE49-F238E27FC236}">
                          <a16:creationId xmlns:a16="http://schemas.microsoft.com/office/drawing/2014/main" id="{6042B8F8-7501-4752-BAC2-E151081CA91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06471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2" name="Straight Connector 311">
                      <a:extLst>
                        <a:ext uri="{FF2B5EF4-FFF2-40B4-BE49-F238E27FC236}">
                          <a16:creationId xmlns:a16="http://schemas.microsoft.com/office/drawing/2014/main" id="{8570D74B-EF3D-4077-A4ED-6AA8A4CEA8F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13288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3" name="Straight Connector 312">
                      <a:extLst>
                        <a:ext uri="{FF2B5EF4-FFF2-40B4-BE49-F238E27FC236}">
                          <a16:creationId xmlns:a16="http://schemas.microsoft.com/office/drawing/2014/main" id="{428F0937-EBF4-41B7-89D8-E297AD6AF7B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20106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4" name="Straight Connector 313">
                      <a:extLst>
                        <a:ext uri="{FF2B5EF4-FFF2-40B4-BE49-F238E27FC236}">
                          <a16:creationId xmlns:a16="http://schemas.microsoft.com/office/drawing/2014/main" id="{2EA4AC0E-52D3-4042-8B15-15C85D8054A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33740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5" name="Straight Connector 314">
                      <a:extLst>
                        <a:ext uri="{FF2B5EF4-FFF2-40B4-BE49-F238E27FC236}">
                          <a16:creationId xmlns:a16="http://schemas.microsoft.com/office/drawing/2014/main" id="{F952AEC9-C74C-4F00-B484-1FD4ECB1170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47374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6" name="Straight Connector 315">
                      <a:extLst>
                        <a:ext uri="{FF2B5EF4-FFF2-40B4-BE49-F238E27FC236}">
                          <a16:creationId xmlns:a16="http://schemas.microsoft.com/office/drawing/2014/main" id="{85786696-CEAA-45B9-8BFF-0B008D59E61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61009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7" name="Straight Connector 316">
                      <a:extLst>
                        <a:ext uri="{FF2B5EF4-FFF2-40B4-BE49-F238E27FC236}">
                          <a16:creationId xmlns:a16="http://schemas.microsoft.com/office/drawing/2014/main" id="{E823902A-B1D0-46C7-84CD-179A2AE9A51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26923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8" name="Straight Connector 317">
                      <a:extLst>
                        <a:ext uri="{FF2B5EF4-FFF2-40B4-BE49-F238E27FC236}">
                          <a16:creationId xmlns:a16="http://schemas.microsoft.com/office/drawing/2014/main" id="{B8681400-F296-4213-AB7A-FAD8678D00A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40557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9" name="Straight Connector 318">
                      <a:extLst>
                        <a:ext uri="{FF2B5EF4-FFF2-40B4-BE49-F238E27FC236}">
                          <a16:creationId xmlns:a16="http://schemas.microsoft.com/office/drawing/2014/main" id="{7C1DA0F6-1C6F-4106-96B4-F793E4DE5E9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54192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0" name="Straight Connector 319">
                      <a:extLst>
                        <a:ext uri="{FF2B5EF4-FFF2-40B4-BE49-F238E27FC236}">
                          <a16:creationId xmlns:a16="http://schemas.microsoft.com/office/drawing/2014/main" id="{14DC585F-D42A-4EF0-AE9D-66E9C4A9CF0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67826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1" name="Straight Connector 320">
                      <a:extLst>
                        <a:ext uri="{FF2B5EF4-FFF2-40B4-BE49-F238E27FC236}">
                          <a16:creationId xmlns:a16="http://schemas.microsoft.com/office/drawing/2014/main" id="{D897C4B6-5AC3-47AF-99CC-696AFE2EABA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74643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2" name="Straight Connector 321">
                      <a:extLst>
                        <a:ext uri="{FF2B5EF4-FFF2-40B4-BE49-F238E27FC236}">
                          <a16:creationId xmlns:a16="http://schemas.microsoft.com/office/drawing/2014/main" id="{81B3E85F-AE34-4F14-96DC-4E9FBFDB658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81460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3" name="Straight Connector 322">
                      <a:extLst>
                        <a:ext uri="{FF2B5EF4-FFF2-40B4-BE49-F238E27FC236}">
                          <a16:creationId xmlns:a16="http://schemas.microsoft.com/office/drawing/2014/main" id="{1734F76B-0B17-4954-B6AA-FF6BB936B9D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88278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4" name="Straight Connector 323">
                      <a:extLst>
                        <a:ext uri="{FF2B5EF4-FFF2-40B4-BE49-F238E27FC236}">
                          <a16:creationId xmlns:a16="http://schemas.microsoft.com/office/drawing/2014/main" id="{287092A4-4495-4B24-BC9D-66A2E061000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95095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5" name="Straight Connector 324">
                      <a:extLst>
                        <a:ext uri="{FF2B5EF4-FFF2-40B4-BE49-F238E27FC236}">
                          <a16:creationId xmlns:a16="http://schemas.microsoft.com/office/drawing/2014/main" id="{11C4577F-1A1B-4B61-B58A-2DB95C58F4B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601912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6" name="Straight Connector 325">
                      <a:extLst>
                        <a:ext uri="{FF2B5EF4-FFF2-40B4-BE49-F238E27FC236}">
                          <a16:creationId xmlns:a16="http://schemas.microsoft.com/office/drawing/2014/main" id="{5D87892D-E431-4D8A-BE33-1BF8A946CD4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6087281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7" name="Straight Connector 326">
                      <a:extLst>
                        <a:ext uri="{FF2B5EF4-FFF2-40B4-BE49-F238E27FC236}">
                          <a16:creationId xmlns:a16="http://schemas.microsoft.com/office/drawing/2014/main" id="{43932803-CB7E-41CF-852D-7456D3502A8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06514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8" name="Straight Connector 327">
                      <a:extLst>
                        <a:ext uri="{FF2B5EF4-FFF2-40B4-BE49-F238E27FC236}">
                          <a16:creationId xmlns:a16="http://schemas.microsoft.com/office/drawing/2014/main" id="{9E422C21-5F24-4395-9C24-972A0CC6A46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40600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9" name="Straight Connector 328">
                      <a:extLst>
                        <a:ext uri="{FF2B5EF4-FFF2-40B4-BE49-F238E27FC236}">
                          <a16:creationId xmlns:a16="http://schemas.microsoft.com/office/drawing/2014/main" id="{BD3F6182-E2AF-426C-9B33-CF01A6D2A29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74686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0" name="Straight Connector 329">
                      <a:extLst>
                        <a:ext uri="{FF2B5EF4-FFF2-40B4-BE49-F238E27FC236}">
                          <a16:creationId xmlns:a16="http://schemas.microsoft.com/office/drawing/2014/main" id="{B5EB8C3E-D441-4309-AA45-74863F8A4FB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08772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1" name="Straight Connector 330">
                      <a:extLst>
                        <a:ext uri="{FF2B5EF4-FFF2-40B4-BE49-F238E27FC236}">
                          <a16:creationId xmlns:a16="http://schemas.microsoft.com/office/drawing/2014/main" id="{2ECF95FD-E08B-4ED4-A9CF-1FD7B897E76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42858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2" name="Straight Connector 331">
                      <a:extLst>
                        <a:ext uri="{FF2B5EF4-FFF2-40B4-BE49-F238E27FC236}">
                          <a16:creationId xmlns:a16="http://schemas.microsoft.com/office/drawing/2014/main" id="{A49DB3C6-B3F6-441D-948A-6C582D20A6B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76944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3" name="Straight Connector 332">
                      <a:extLst>
                        <a:ext uri="{FF2B5EF4-FFF2-40B4-BE49-F238E27FC236}">
                          <a16:creationId xmlns:a16="http://schemas.microsoft.com/office/drawing/2014/main" id="{51673F95-1F65-4D54-94FC-8809B685EA1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04213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4" name="Straight Connector 333">
                      <a:extLst>
                        <a:ext uri="{FF2B5EF4-FFF2-40B4-BE49-F238E27FC236}">
                          <a16:creationId xmlns:a16="http://schemas.microsoft.com/office/drawing/2014/main" id="{6802B6E2-C65E-4512-8B93-EB2A22239AE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13332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5" name="Straight Connector 334">
                      <a:extLst>
                        <a:ext uri="{FF2B5EF4-FFF2-40B4-BE49-F238E27FC236}">
                          <a16:creationId xmlns:a16="http://schemas.microsoft.com/office/drawing/2014/main" id="{0DAF514A-F6BA-4BBF-8071-18CE609A0F5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47418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6" name="Straight Connector 335">
                      <a:extLst>
                        <a:ext uri="{FF2B5EF4-FFF2-40B4-BE49-F238E27FC236}">
                          <a16:creationId xmlns:a16="http://schemas.microsoft.com/office/drawing/2014/main" id="{AD2F366A-653E-4BE8-8FA9-04B5C494109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81504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7" name="Straight Connector 336">
                      <a:extLst>
                        <a:ext uri="{FF2B5EF4-FFF2-40B4-BE49-F238E27FC236}">
                          <a16:creationId xmlns:a16="http://schemas.microsoft.com/office/drawing/2014/main" id="{B072CC54-5EB5-4E20-894A-086BCDA8B7E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15590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8" name="Straight Connector 337">
                      <a:extLst>
                        <a:ext uri="{FF2B5EF4-FFF2-40B4-BE49-F238E27FC236}">
                          <a16:creationId xmlns:a16="http://schemas.microsoft.com/office/drawing/2014/main" id="{55DBFD13-97FE-4A82-AE62-2029852E89F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49676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9" name="Straight Connector 338">
                      <a:extLst>
                        <a:ext uri="{FF2B5EF4-FFF2-40B4-BE49-F238E27FC236}">
                          <a16:creationId xmlns:a16="http://schemas.microsoft.com/office/drawing/2014/main" id="{B82C57EA-B0CF-4AC8-A69E-7DA1E3C7EB0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83762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0" name="Straight Connector 339">
                      <a:extLst>
                        <a:ext uri="{FF2B5EF4-FFF2-40B4-BE49-F238E27FC236}">
                          <a16:creationId xmlns:a16="http://schemas.microsoft.com/office/drawing/2014/main" id="{7FD9FFDE-7F2C-4A75-AE89-A304B4DC91F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11030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1" name="Straight Connector 340">
                      <a:extLst>
                        <a:ext uri="{FF2B5EF4-FFF2-40B4-BE49-F238E27FC236}">
                          <a16:creationId xmlns:a16="http://schemas.microsoft.com/office/drawing/2014/main" id="{85670307-FDC3-47B4-BA24-EDDC5319612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38299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2" name="Straight Connector 341">
                      <a:extLst>
                        <a:ext uri="{FF2B5EF4-FFF2-40B4-BE49-F238E27FC236}">
                          <a16:creationId xmlns:a16="http://schemas.microsoft.com/office/drawing/2014/main" id="{711E4973-0E1E-447C-A91B-3C65A44CD73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20149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3" name="Straight Connector 342">
                      <a:extLst>
                        <a:ext uri="{FF2B5EF4-FFF2-40B4-BE49-F238E27FC236}">
                          <a16:creationId xmlns:a16="http://schemas.microsoft.com/office/drawing/2014/main" id="{287476ED-5C7A-4CBF-B494-598810BD503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54235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4" name="Straight Connector 343">
                      <a:extLst>
                        <a:ext uri="{FF2B5EF4-FFF2-40B4-BE49-F238E27FC236}">
                          <a16:creationId xmlns:a16="http://schemas.microsoft.com/office/drawing/2014/main" id="{B146A5A3-1D64-4F51-BF99-A05A98A9F6F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88321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5" name="Straight Connector 344">
                      <a:extLst>
                        <a:ext uri="{FF2B5EF4-FFF2-40B4-BE49-F238E27FC236}">
                          <a16:creationId xmlns:a16="http://schemas.microsoft.com/office/drawing/2014/main" id="{53222C07-87DA-459E-99F2-31DD5CC3D39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22407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6" name="Straight Connector 345">
                      <a:extLst>
                        <a:ext uri="{FF2B5EF4-FFF2-40B4-BE49-F238E27FC236}">
                          <a16:creationId xmlns:a16="http://schemas.microsoft.com/office/drawing/2014/main" id="{F425A44A-2089-40F2-96D8-D6B394CE4A1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56493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7" name="Straight Connector 346">
                      <a:extLst>
                        <a:ext uri="{FF2B5EF4-FFF2-40B4-BE49-F238E27FC236}">
                          <a16:creationId xmlns:a16="http://schemas.microsoft.com/office/drawing/2014/main" id="{85AB26FB-F742-4FA8-B773-FC5B5EAED14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90579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8" name="Straight Connector 347">
                      <a:extLst>
                        <a:ext uri="{FF2B5EF4-FFF2-40B4-BE49-F238E27FC236}">
                          <a16:creationId xmlns:a16="http://schemas.microsoft.com/office/drawing/2014/main" id="{62D40C56-6C12-4936-8BC1-B5848816C08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17848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9" name="Straight Connector 348">
                      <a:extLst>
                        <a:ext uri="{FF2B5EF4-FFF2-40B4-BE49-F238E27FC236}">
                          <a16:creationId xmlns:a16="http://schemas.microsoft.com/office/drawing/2014/main" id="{64623921-8B53-4F59-A9B1-E5E46403F18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45116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0" name="Straight Connector 349">
                      <a:extLst>
                        <a:ext uri="{FF2B5EF4-FFF2-40B4-BE49-F238E27FC236}">
                          <a16:creationId xmlns:a16="http://schemas.microsoft.com/office/drawing/2014/main" id="{886F355A-B20C-44B5-906A-1C7FBEBECC3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65568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1" name="Straight Connector 350">
                      <a:extLst>
                        <a:ext uri="{FF2B5EF4-FFF2-40B4-BE49-F238E27FC236}">
                          <a16:creationId xmlns:a16="http://schemas.microsoft.com/office/drawing/2014/main" id="{120222D7-1559-4BA2-A84E-19448DF13ED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26966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2" name="Straight Connector 351">
                      <a:extLst>
                        <a:ext uri="{FF2B5EF4-FFF2-40B4-BE49-F238E27FC236}">
                          <a16:creationId xmlns:a16="http://schemas.microsoft.com/office/drawing/2014/main" id="{A0A18C8E-AF67-47C6-AE22-303C4D0A665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61052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3" name="Straight Connector 352">
                      <a:extLst>
                        <a:ext uri="{FF2B5EF4-FFF2-40B4-BE49-F238E27FC236}">
                          <a16:creationId xmlns:a16="http://schemas.microsoft.com/office/drawing/2014/main" id="{BA8B9231-AF59-4F54-B08B-45F2B7C2E95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95138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4" name="Straight Connector 353">
                      <a:extLst>
                        <a:ext uri="{FF2B5EF4-FFF2-40B4-BE49-F238E27FC236}">
                          <a16:creationId xmlns:a16="http://schemas.microsoft.com/office/drawing/2014/main" id="{D0960E1A-2861-4FB2-A7DB-F768AA30E06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29224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5" name="Straight Connector 354">
                      <a:extLst>
                        <a:ext uri="{FF2B5EF4-FFF2-40B4-BE49-F238E27FC236}">
                          <a16:creationId xmlns:a16="http://schemas.microsoft.com/office/drawing/2014/main" id="{CD96BDEB-2D6E-4D0A-B430-291150DA615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63310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6" name="Straight Connector 355">
                      <a:extLst>
                        <a:ext uri="{FF2B5EF4-FFF2-40B4-BE49-F238E27FC236}">
                          <a16:creationId xmlns:a16="http://schemas.microsoft.com/office/drawing/2014/main" id="{9406DF6E-903F-4464-97A0-15B90419373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97396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7" name="Straight Connector 356">
                      <a:extLst>
                        <a:ext uri="{FF2B5EF4-FFF2-40B4-BE49-F238E27FC236}">
                          <a16:creationId xmlns:a16="http://schemas.microsoft.com/office/drawing/2014/main" id="{825F2928-7692-44DA-8202-D5F133012C0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24665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8" name="Straight Connector 357">
                      <a:extLst>
                        <a:ext uri="{FF2B5EF4-FFF2-40B4-BE49-F238E27FC236}">
                          <a16:creationId xmlns:a16="http://schemas.microsoft.com/office/drawing/2014/main" id="{E9EE7F83-C250-4426-B078-91ADA7D1EC3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51934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9" name="Straight Connector 358">
                      <a:extLst>
                        <a:ext uri="{FF2B5EF4-FFF2-40B4-BE49-F238E27FC236}">
                          <a16:creationId xmlns:a16="http://schemas.microsoft.com/office/drawing/2014/main" id="{46D70EE9-6B3A-4097-AE8C-1BA6AB40A01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72385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0" name="Straight Connector 359">
                      <a:extLst>
                        <a:ext uri="{FF2B5EF4-FFF2-40B4-BE49-F238E27FC236}">
                          <a16:creationId xmlns:a16="http://schemas.microsoft.com/office/drawing/2014/main" id="{72B6F573-C947-4D23-AF0C-994971E5398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86020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1" name="Straight Connector 360">
                      <a:extLst>
                        <a:ext uri="{FF2B5EF4-FFF2-40B4-BE49-F238E27FC236}">
                          <a16:creationId xmlns:a16="http://schemas.microsoft.com/office/drawing/2014/main" id="{D5422846-08A2-4E0B-8058-888C9816F86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99654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49" name="Straight Arrow Connector 3">
                  <a:extLst>
                    <a:ext uri="{FF2B5EF4-FFF2-40B4-BE49-F238E27FC236}">
                      <a16:creationId xmlns:a16="http://schemas.microsoft.com/office/drawing/2014/main" id="{C581B191-D740-46C0-8AD1-51170FF08F67}"/>
                    </a:ext>
                  </a:extLst>
                </p:cNvPr>
                <p:cNvCxnSpPr/>
                <p:nvPr/>
              </p:nvCxnSpPr>
              <p:spPr>
                <a:xfrm flipV="1">
                  <a:off x="4849561" y="2059321"/>
                  <a:ext cx="0" cy="3686710"/>
                </a:xfrm>
                <a:prstGeom prst="straightConnector1">
                  <a:avLst/>
                </a:prstGeom>
                <a:ln w="38100">
                  <a:solidFill>
                    <a:srgbClr val="00206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0" name="Straight Arrow Connector 3">
                  <a:extLst>
                    <a:ext uri="{FF2B5EF4-FFF2-40B4-BE49-F238E27FC236}">
                      <a16:creationId xmlns:a16="http://schemas.microsoft.com/office/drawing/2014/main" id="{A7CBD394-76D1-4C64-B31B-0B050EAA8DC7}"/>
                    </a:ext>
                  </a:extLst>
                </p:cNvPr>
                <p:cNvCxnSpPr/>
                <p:nvPr/>
              </p:nvCxnSpPr>
              <p:spPr>
                <a:xfrm>
                  <a:off x="4842836" y="5745544"/>
                  <a:ext cx="3714568" cy="0"/>
                </a:xfrm>
                <a:prstGeom prst="straightConnector1">
                  <a:avLst/>
                </a:prstGeom>
                <a:ln w="38100">
                  <a:solidFill>
                    <a:srgbClr val="00206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51" name="Group 859">
                  <a:extLst>
                    <a:ext uri="{FF2B5EF4-FFF2-40B4-BE49-F238E27FC236}">
                      <a16:creationId xmlns:a16="http://schemas.microsoft.com/office/drawing/2014/main" id="{2CDBC424-EBD1-4E23-86E1-43A3D9EDAE27}"/>
                    </a:ext>
                  </a:extLst>
                </p:cNvPr>
                <p:cNvGrpSpPr/>
                <p:nvPr/>
              </p:nvGrpSpPr>
              <p:grpSpPr>
                <a:xfrm>
                  <a:off x="4850818" y="5729952"/>
                  <a:ext cx="3409407" cy="123217"/>
                  <a:chOff x="4850818" y="6067912"/>
                  <a:chExt cx="3409407" cy="123217"/>
                </a:xfrm>
              </p:grpSpPr>
              <p:cxnSp>
                <p:nvCxnSpPr>
                  <p:cNvPr id="288" name="Straight Connector 287">
                    <a:extLst>
                      <a:ext uri="{FF2B5EF4-FFF2-40B4-BE49-F238E27FC236}">
                        <a16:creationId xmlns:a16="http://schemas.microsoft.com/office/drawing/2014/main" id="{A5F56E83-2C17-4178-B774-682F51A8D209}"/>
                      </a:ext>
                    </a:extLst>
                  </p:cNvPr>
                  <p:cNvCxnSpPr/>
                  <p:nvPr/>
                </p:nvCxnSpPr>
                <p:spPr>
                  <a:xfrm>
                    <a:off x="5873641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9" name="Straight Connector 288">
                    <a:extLst>
                      <a:ext uri="{FF2B5EF4-FFF2-40B4-BE49-F238E27FC236}">
                        <a16:creationId xmlns:a16="http://schemas.microsoft.com/office/drawing/2014/main" id="{D6904D6C-3E6B-4302-A293-4460B73E7716}"/>
                      </a:ext>
                    </a:extLst>
                  </p:cNvPr>
                  <p:cNvCxnSpPr/>
                  <p:nvPr/>
                </p:nvCxnSpPr>
                <p:spPr>
                  <a:xfrm>
                    <a:off x="6214582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0" name="Straight Connector 289">
                    <a:extLst>
                      <a:ext uri="{FF2B5EF4-FFF2-40B4-BE49-F238E27FC236}">
                        <a16:creationId xmlns:a16="http://schemas.microsoft.com/office/drawing/2014/main" id="{75075DC9-78A0-4C02-8EF8-E121CD2F5FCA}"/>
                      </a:ext>
                    </a:extLst>
                  </p:cNvPr>
                  <p:cNvCxnSpPr/>
                  <p:nvPr/>
                </p:nvCxnSpPr>
                <p:spPr>
                  <a:xfrm>
                    <a:off x="6896464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1" name="Straight Connector 290">
                    <a:extLst>
                      <a:ext uri="{FF2B5EF4-FFF2-40B4-BE49-F238E27FC236}">
                        <a16:creationId xmlns:a16="http://schemas.microsoft.com/office/drawing/2014/main" id="{230F9CFC-F2E3-46BB-8B74-A0C6541F39B2}"/>
                      </a:ext>
                    </a:extLst>
                  </p:cNvPr>
                  <p:cNvCxnSpPr/>
                  <p:nvPr/>
                </p:nvCxnSpPr>
                <p:spPr>
                  <a:xfrm>
                    <a:off x="7237405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2" name="Straight Connector 291">
                    <a:extLst>
                      <a:ext uri="{FF2B5EF4-FFF2-40B4-BE49-F238E27FC236}">
                        <a16:creationId xmlns:a16="http://schemas.microsoft.com/office/drawing/2014/main" id="{2E8E2FAE-67C4-4B73-BA2A-D2BF53B17A1A}"/>
                      </a:ext>
                    </a:extLst>
                  </p:cNvPr>
                  <p:cNvCxnSpPr/>
                  <p:nvPr/>
                </p:nvCxnSpPr>
                <p:spPr>
                  <a:xfrm>
                    <a:off x="7578346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3" name="Straight Connector 292">
                    <a:extLst>
                      <a:ext uri="{FF2B5EF4-FFF2-40B4-BE49-F238E27FC236}">
                        <a16:creationId xmlns:a16="http://schemas.microsoft.com/office/drawing/2014/main" id="{A3174320-49CD-4218-929F-5803082D0F7D}"/>
                      </a:ext>
                    </a:extLst>
                  </p:cNvPr>
                  <p:cNvCxnSpPr/>
                  <p:nvPr/>
                </p:nvCxnSpPr>
                <p:spPr>
                  <a:xfrm>
                    <a:off x="7919287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4" name="Straight Connector 293">
                    <a:extLst>
                      <a:ext uri="{FF2B5EF4-FFF2-40B4-BE49-F238E27FC236}">
                        <a16:creationId xmlns:a16="http://schemas.microsoft.com/office/drawing/2014/main" id="{618A5B2C-0DA7-4754-BB6A-00D5EBB28D16}"/>
                      </a:ext>
                    </a:extLst>
                  </p:cNvPr>
                  <p:cNvCxnSpPr/>
                  <p:nvPr/>
                </p:nvCxnSpPr>
                <p:spPr>
                  <a:xfrm>
                    <a:off x="8260225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5" name="Straight Connector 294">
                    <a:extLst>
                      <a:ext uri="{FF2B5EF4-FFF2-40B4-BE49-F238E27FC236}">
                        <a16:creationId xmlns:a16="http://schemas.microsoft.com/office/drawing/2014/main" id="{56EB0E57-6687-4E1B-B060-3E357BE400D3}"/>
                      </a:ext>
                    </a:extLst>
                  </p:cNvPr>
                  <p:cNvCxnSpPr/>
                  <p:nvPr/>
                </p:nvCxnSpPr>
                <p:spPr>
                  <a:xfrm>
                    <a:off x="5532700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6" name="Straight Connector 295">
                    <a:extLst>
                      <a:ext uri="{FF2B5EF4-FFF2-40B4-BE49-F238E27FC236}">
                        <a16:creationId xmlns:a16="http://schemas.microsoft.com/office/drawing/2014/main" id="{2A2C9E39-0C21-49F6-9CD6-C2BBFB56AE9A}"/>
                      </a:ext>
                    </a:extLst>
                  </p:cNvPr>
                  <p:cNvCxnSpPr/>
                  <p:nvPr/>
                </p:nvCxnSpPr>
                <p:spPr>
                  <a:xfrm>
                    <a:off x="5191759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7" name="Straight Connector 296">
                    <a:extLst>
                      <a:ext uri="{FF2B5EF4-FFF2-40B4-BE49-F238E27FC236}">
                        <a16:creationId xmlns:a16="http://schemas.microsoft.com/office/drawing/2014/main" id="{BB0E87B6-6012-40A7-9CEB-F6EEFBC0B06D}"/>
                      </a:ext>
                    </a:extLst>
                  </p:cNvPr>
                  <p:cNvCxnSpPr/>
                  <p:nvPr/>
                </p:nvCxnSpPr>
                <p:spPr>
                  <a:xfrm>
                    <a:off x="4850818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8" name="Straight Connector 297">
                    <a:extLst>
                      <a:ext uri="{FF2B5EF4-FFF2-40B4-BE49-F238E27FC236}">
                        <a16:creationId xmlns:a16="http://schemas.microsoft.com/office/drawing/2014/main" id="{DA7F2B4B-9CE5-4104-9DF6-CD4BA9160D42}"/>
                      </a:ext>
                    </a:extLst>
                  </p:cNvPr>
                  <p:cNvCxnSpPr/>
                  <p:nvPr/>
                </p:nvCxnSpPr>
                <p:spPr>
                  <a:xfrm>
                    <a:off x="6555523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2" name="Group 857">
                  <a:extLst>
                    <a:ext uri="{FF2B5EF4-FFF2-40B4-BE49-F238E27FC236}">
                      <a16:creationId xmlns:a16="http://schemas.microsoft.com/office/drawing/2014/main" id="{DFF03705-F782-49F9-B686-900D966B6786}"/>
                    </a:ext>
                  </a:extLst>
                </p:cNvPr>
                <p:cNvGrpSpPr/>
                <p:nvPr/>
              </p:nvGrpSpPr>
              <p:grpSpPr>
                <a:xfrm>
                  <a:off x="4751476" y="2337757"/>
                  <a:ext cx="93207" cy="3410085"/>
                  <a:chOff x="4322068" y="2337757"/>
                  <a:chExt cx="93207" cy="3410085"/>
                </a:xfrm>
              </p:grpSpPr>
              <p:cxnSp>
                <p:nvCxnSpPr>
                  <p:cNvPr id="277" name="Straight Connector 276">
                    <a:extLst>
                      <a:ext uri="{FF2B5EF4-FFF2-40B4-BE49-F238E27FC236}">
                        <a16:creationId xmlns:a16="http://schemas.microsoft.com/office/drawing/2014/main" id="{85D381E5-6914-4374-A467-02EE11D99731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5747842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8" name="Straight Connector 277">
                    <a:extLst>
                      <a:ext uri="{FF2B5EF4-FFF2-40B4-BE49-F238E27FC236}">
                        <a16:creationId xmlns:a16="http://schemas.microsoft.com/office/drawing/2014/main" id="{4F17EC89-6350-4704-A439-2C92E5DA93B1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2337757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9" name="Straight Connector 278">
                    <a:extLst>
                      <a:ext uri="{FF2B5EF4-FFF2-40B4-BE49-F238E27FC236}">
                        <a16:creationId xmlns:a16="http://schemas.microsoft.com/office/drawing/2014/main" id="{96053EAD-4613-45C4-86CD-29878C5AA787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2678766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0" name="Straight Connector 279">
                    <a:extLst>
                      <a:ext uri="{FF2B5EF4-FFF2-40B4-BE49-F238E27FC236}">
                        <a16:creationId xmlns:a16="http://schemas.microsoft.com/office/drawing/2014/main" id="{17448EAB-2632-462F-B32C-86A659825DB0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3019775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1" name="Straight Connector 280">
                    <a:extLst>
                      <a:ext uri="{FF2B5EF4-FFF2-40B4-BE49-F238E27FC236}">
                        <a16:creationId xmlns:a16="http://schemas.microsoft.com/office/drawing/2014/main" id="{B0DF5B3D-7EB6-4FF7-94FA-FDEFBC1DA3D1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3360784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2" name="Straight Connector 281">
                    <a:extLst>
                      <a:ext uri="{FF2B5EF4-FFF2-40B4-BE49-F238E27FC236}">
                        <a16:creationId xmlns:a16="http://schemas.microsoft.com/office/drawing/2014/main" id="{B7DD0E97-B7DD-48E2-B4E2-3615711777A5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3701793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3" name="Straight Connector 282">
                    <a:extLst>
                      <a:ext uri="{FF2B5EF4-FFF2-40B4-BE49-F238E27FC236}">
                        <a16:creationId xmlns:a16="http://schemas.microsoft.com/office/drawing/2014/main" id="{8FA87EBC-C728-49EE-8167-6F7C59803709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4042802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4" name="Straight Connector 283">
                    <a:extLst>
                      <a:ext uri="{FF2B5EF4-FFF2-40B4-BE49-F238E27FC236}">
                        <a16:creationId xmlns:a16="http://schemas.microsoft.com/office/drawing/2014/main" id="{276EB2A3-8043-4E62-8AC7-1F72CBFF3489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4383811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5" name="Straight Connector 284">
                    <a:extLst>
                      <a:ext uri="{FF2B5EF4-FFF2-40B4-BE49-F238E27FC236}">
                        <a16:creationId xmlns:a16="http://schemas.microsoft.com/office/drawing/2014/main" id="{3F51A114-E76C-4343-B6EC-C58D5A205EC9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4724820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6" name="Straight Connector 285">
                    <a:extLst>
                      <a:ext uri="{FF2B5EF4-FFF2-40B4-BE49-F238E27FC236}">
                        <a16:creationId xmlns:a16="http://schemas.microsoft.com/office/drawing/2014/main" id="{C0254D9C-3F39-4094-A0DC-9C89E1DD0E6C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5065829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7" name="Straight Connector 286">
                    <a:extLst>
                      <a:ext uri="{FF2B5EF4-FFF2-40B4-BE49-F238E27FC236}">
                        <a16:creationId xmlns:a16="http://schemas.microsoft.com/office/drawing/2014/main" id="{62E68DE7-2CCF-45A3-97F1-C28FA739FAFE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5406838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1D55DC81-FBB8-4533-9842-48D8F5CE666F}"/>
                    </a:ext>
                  </a:extLst>
                </p:cNvPr>
                <p:cNvSpPr txBox="1"/>
                <p:nvPr/>
              </p:nvSpPr>
              <p:spPr>
                <a:xfrm>
                  <a:off x="464321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0</a:t>
                  </a:r>
                </a:p>
              </p:txBody>
            </p:sp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id="{A186587E-10E5-48DC-9E95-E9B367F7AE2A}"/>
                    </a:ext>
                  </a:extLst>
                </p:cNvPr>
                <p:cNvSpPr txBox="1"/>
                <p:nvPr/>
              </p:nvSpPr>
              <p:spPr>
                <a:xfrm>
                  <a:off x="498379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10</a:t>
                  </a:r>
                </a:p>
              </p:txBody>
            </p:sp>
            <p:sp>
              <p:nvSpPr>
                <p:cNvPr id="255" name="TextBox 254">
                  <a:extLst>
                    <a:ext uri="{FF2B5EF4-FFF2-40B4-BE49-F238E27FC236}">
                      <a16:creationId xmlns:a16="http://schemas.microsoft.com/office/drawing/2014/main" id="{BCDE5315-C625-429B-B01D-BFFF30640ECF}"/>
                    </a:ext>
                  </a:extLst>
                </p:cNvPr>
                <p:cNvSpPr txBox="1"/>
                <p:nvPr/>
              </p:nvSpPr>
              <p:spPr>
                <a:xfrm>
                  <a:off x="532437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20</a:t>
                  </a:r>
                </a:p>
              </p:txBody>
            </p:sp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id="{D4806F54-946E-4227-A1B5-EB5A9A491008}"/>
                    </a:ext>
                  </a:extLst>
                </p:cNvPr>
                <p:cNvSpPr txBox="1"/>
                <p:nvPr/>
              </p:nvSpPr>
              <p:spPr>
                <a:xfrm>
                  <a:off x="566495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30</a:t>
                  </a:r>
                </a:p>
              </p:txBody>
            </p:sp>
            <p:sp>
              <p:nvSpPr>
                <p:cNvPr id="257" name="TextBox 256">
                  <a:extLst>
                    <a:ext uri="{FF2B5EF4-FFF2-40B4-BE49-F238E27FC236}">
                      <a16:creationId xmlns:a16="http://schemas.microsoft.com/office/drawing/2014/main" id="{C70AE2C8-CC19-412A-8F81-F400A9615235}"/>
                    </a:ext>
                  </a:extLst>
                </p:cNvPr>
                <p:cNvSpPr txBox="1"/>
                <p:nvPr/>
              </p:nvSpPr>
              <p:spPr>
                <a:xfrm>
                  <a:off x="600553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40</a:t>
                  </a:r>
                </a:p>
              </p:txBody>
            </p:sp>
            <p:sp>
              <p:nvSpPr>
                <p:cNvPr id="258" name="TextBox 257">
                  <a:extLst>
                    <a:ext uri="{FF2B5EF4-FFF2-40B4-BE49-F238E27FC236}">
                      <a16:creationId xmlns:a16="http://schemas.microsoft.com/office/drawing/2014/main" id="{6E1E0900-FEE0-41D2-B00D-E84EA36DE198}"/>
                    </a:ext>
                  </a:extLst>
                </p:cNvPr>
                <p:cNvSpPr txBox="1"/>
                <p:nvPr/>
              </p:nvSpPr>
              <p:spPr>
                <a:xfrm>
                  <a:off x="634611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50</a:t>
                  </a:r>
                </a:p>
              </p:txBody>
            </p:sp>
            <p:sp>
              <p:nvSpPr>
                <p:cNvPr id="259" name="TextBox 258">
                  <a:extLst>
                    <a:ext uri="{FF2B5EF4-FFF2-40B4-BE49-F238E27FC236}">
                      <a16:creationId xmlns:a16="http://schemas.microsoft.com/office/drawing/2014/main" id="{C9258E23-C13D-455A-A439-43E4EBCEE86E}"/>
                    </a:ext>
                  </a:extLst>
                </p:cNvPr>
                <p:cNvSpPr txBox="1"/>
                <p:nvPr/>
              </p:nvSpPr>
              <p:spPr>
                <a:xfrm>
                  <a:off x="668669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60</a:t>
                  </a:r>
                </a:p>
              </p:txBody>
            </p:sp>
            <p:sp>
              <p:nvSpPr>
                <p:cNvPr id="260" name="TextBox 259">
                  <a:extLst>
                    <a:ext uri="{FF2B5EF4-FFF2-40B4-BE49-F238E27FC236}">
                      <a16:creationId xmlns:a16="http://schemas.microsoft.com/office/drawing/2014/main" id="{3D8C5E21-060B-4EDB-893F-43514CD19239}"/>
                    </a:ext>
                  </a:extLst>
                </p:cNvPr>
                <p:cNvSpPr txBox="1"/>
                <p:nvPr/>
              </p:nvSpPr>
              <p:spPr>
                <a:xfrm>
                  <a:off x="702727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70</a:t>
                  </a:r>
                </a:p>
              </p:txBody>
            </p:sp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id="{DE17431C-A69F-4F08-A409-591EBBBF0780}"/>
                    </a:ext>
                  </a:extLst>
                </p:cNvPr>
                <p:cNvSpPr txBox="1"/>
                <p:nvPr/>
              </p:nvSpPr>
              <p:spPr>
                <a:xfrm>
                  <a:off x="736785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80</a:t>
                  </a:r>
                </a:p>
              </p:txBody>
            </p:sp>
            <p:sp>
              <p:nvSpPr>
                <p:cNvPr id="262" name="TextBox 261">
                  <a:extLst>
                    <a:ext uri="{FF2B5EF4-FFF2-40B4-BE49-F238E27FC236}">
                      <a16:creationId xmlns:a16="http://schemas.microsoft.com/office/drawing/2014/main" id="{3215793E-B169-4683-95CF-2235C8E8AAED}"/>
                    </a:ext>
                  </a:extLst>
                </p:cNvPr>
                <p:cNvSpPr txBox="1"/>
                <p:nvPr/>
              </p:nvSpPr>
              <p:spPr>
                <a:xfrm>
                  <a:off x="770843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90</a:t>
                  </a:r>
                </a:p>
              </p:txBody>
            </p:sp>
            <p:sp>
              <p:nvSpPr>
                <p:cNvPr id="263" name="TextBox 262">
                  <a:extLst>
                    <a:ext uri="{FF2B5EF4-FFF2-40B4-BE49-F238E27FC236}">
                      <a16:creationId xmlns:a16="http://schemas.microsoft.com/office/drawing/2014/main" id="{5E1C3EFE-C275-4B6D-BE67-A1B7A2AC11F2}"/>
                    </a:ext>
                  </a:extLst>
                </p:cNvPr>
                <p:cNvSpPr txBox="1"/>
                <p:nvPr/>
              </p:nvSpPr>
              <p:spPr>
                <a:xfrm>
                  <a:off x="8009936" y="5781534"/>
                  <a:ext cx="49482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100</a:t>
                  </a:r>
                </a:p>
              </p:txBody>
            </p:sp>
            <p:grpSp>
              <p:nvGrpSpPr>
                <p:cNvPr id="264" name="Group 885">
                  <a:extLst>
                    <a:ext uri="{FF2B5EF4-FFF2-40B4-BE49-F238E27FC236}">
                      <a16:creationId xmlns:a16="http://schemas.microsoft.com/office/drawing/2014/main" id="{8C750E03-443F-4E0E-AFED-B6331DC9D54A}"/>
                    </a:ext>
                  </a:extLst>
                </p:cNvPr>
                <p:cNvGrpSpPr/>
                <p:nvPr/>
              </p:nvGrpSpPr>
              <p:grpSpPr>
                <a:xfrm>
                  <a:off x="4371299" y="2183895"/>
                  <a:ext cx="419113" cy="3718871"/>
                  <a:chOff x="4111802" y="2183895"/>
                  <a:chExt cx="419113" cy="3718871"/>
                </a:xfrm>
              </p:grpSpPr>
              <p:sp>
                <p:nvSpPr>
                  <p:cNvPr id="266" name="TextBox 265">
                    <a:extLst>
                      <a:ext uri="{FF2B5EF4-FFF2-40B4-BE49-F238E27FC236}">
                        <a16:creationId xmlns:a16="http://schemas.microsoft.com/office/drawing/2014/main" id="{AB1A7D10-8ACA-4803-B062-FE14EDAC24B4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5594989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0</a:t>
                    </a:r>
                  </a:p>
                </p:txBody>
              </p:sp>
              <p:sp>
                <p:nvSpPr>
                  <p:cNvPr id="267" name="TextBox 266">
                    <a:extLst>
                      <a:ext uri="{FF2B5EF4-FFF2-40B4-BE49-F238E27FC236}">
                        <a16:creationId xmlns:a16="http://schemas.microsoft.com/office/drawing/2014/main" id="{72376D95-109A-4F2E-A37B-78C4B9DE7173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5253876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1</a:t>
                    </a:r>
                  </a:p>
                </p:txBody>
              </p:sp>
              <p:sp>
                <p:nvSpPr>
                  <p:cNvPr id="268" name="TextBox 267">
                    <a:extLst>
                      <a:ext uri="{FF2B5EF4-FFF2-40B4-BE49-F238E27FC236}">
                        <a16:creationId xmlns:a16="http://schemas.microsoft.com/office/drawing/2014/main" id="{96AA26D1-B19B-40E6-955B-5EC6E468016F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4912767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2</a:t>
                    </a:r>
                  </a:p>
                </p:txBody>
              </p:sp>
              <p:sp>
                <p:nvSpPr>
                  <p:cNvPr id="269" name="TextBox 268">
                    <a:extLst>
                      <a:ext uri="{FF2B5EF4-FFF2-40B4-BE49-F238E27FC236}">
                        <a16:creationId xmlns:a16="http://schemas.microsoft.com/office/drawing/2014/main" id="{EBF48686-EE83-4D05-A5F7-D7560758DD52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4571658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3</a:t>
                    </a:r>
                  </a:p>
                </p:txBody>
              </p:sp>
              <p:sp>
                <p:nvSpPr>
                  <p:cNvPr id="270" name="TextBox 269">
                    <a:extLst>
                      <a:ext uri="{FF2B5EF4-FFF2-40B4-BE49-F238E27FC236}">
                        <a16:creationId xmlns:a16="http://schemas.microsoft.com/office/drawing/2014/main" id="{8F06FD4C-BD88-4870-8CF8-BDA4C904A648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4230549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4</a:t>
                    </a:r>
                  </a:p>
                </p:txBody>
              </p:sp>
              <p:sp>
                <p:nvSpPr>
                  <p:cNvPr id="271" name="TextBox 270">
                    <a:extLst>
                      <a:ext uri="{FF2B5EF4-FFF2-40B4-BE49-F238E27FC236}">
                        <a16:creationId xmlns:a16="http://schemas.microsoft.com/office/drawing/2014/main" id="{2900E7EF-D993-49DD-B24A-92F372908416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3889440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5</a:t>
                    </a:r>
                  </a:p>
                </p:txBody>
              </p:sp>
              <p:sp>
                <p:nvSpPr>
                  <p:cNvPr id="272" name="TextBox 271">
                    <a:extLst>
                      <a:ext uri="{FF2B5EF4-FFF2-40B4-BE49-F238E27FC236}">
                        <a16:creationId xmlns:a16="http://schemas.microsoft.com/office/drawing/2014/main" id="{9E813C96-DE43-4DC3-83F3-62A4848504F0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3548331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6</a:t>
                    </a:r>
                  </a:p>
                </p:txBody>
              </p:sp>
              <p:sp>
                <p:nvSpPr>
                  <p:cNvPr id="273" name="TextBox 272">
                    <a:extLst>
                      <a:ext uri="{FF2B5EF4-FFF2-40B4-BE49-F238E27FC236}">
                        <a16:creationId xmlns:a16="http://schemas.microsoft.com/office/drawing/2014/main" id="{B472D905-283A-4FA7-8DB4-E3A2E111D0E2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3207222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7</a:t>
                    </a:r>
                  </a:p>
                </p:txBody>
              </p:sp>
              <p:sp>
                <p:nvSpPr>
                  <p:cNvPr id="274" name="TextBox 273">
                    <a:extLst>
                      <a:ext uri="{FF2B5EF4-FFF2-40B4-BE49-F238E27FC236}">
                        <a16:creationId xmlns:a16="http://schemas.microsoft.com/office/drawing/2014/main" id="{AF46FD9F-0AAC-4BD9-9841-C41BF1468D4A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2866113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8</a:t>
                    </a:r>
                  </a:p>
                </p:txBody>
              </p:sp>
              <p:sp>
                <p:nvSpPr>
                  <p:cNvPr id="275" name="TextBox 274">
                    <a:extLst>
                      <a:ext uri="{FF2B5EF4-FFF2-40B4-BE49-F238E27FC236}">
                        <a16:creationId xmlns:a16="http://schemas.microsoft.com/office/drawing/2014/main" id="{6958C044-090B-4544-A3B0-2EEC070D8585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2525004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9</a:t>
                    </a:r>
                  </a:p>
                </p:txBody>
              </p:sp>
              <p:sp>
                <p:nvSpPr>
                  <p:cNvPr id="276" name="TextBox 275">
                    <a:extLst>
                      <a:ext uri="{FF2B5EF4-FFF2-40B4-BE49-F238E27FC236}">
                        <a16:creationId xmlns:a16="http://schemas.microsoft.com/office/drawing/2014/main" id="{4330E3AB-BE35-41A1-8366-3ED6C9C96C27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2183895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10</a:t>
                    </a:r>
                  </a:p>
                </p:txBody>
              </p:sp>
            </p:grpSp>
            <p:cxnSp>
              <p:nvCxnSpPr>
                <p:cNvPr id="265" name="Straight Connector 264">
                  <a:extLst>
                    <a:ext uri="{FF2B5EF4-FFF2-40B4-BE49-F238E27FC236}">
                      <a16:creationId xmlns:a16="http://schemas.microsoft.com/office/drawing/2014/main" id="{CD983C4F-8E7C-44E7-8B87-F9DC0B979CCF}"/>
                    </a:ext>
                  </a:extLst>
                </p:cNvPr>
                <p:cNvCxnSpPr/>
                <p:nvPr/>
              </p:nvCxnSpPr>
              <p:spPr>
                <a:xfrm flipH="1">
                  <a:off x="4868329" y="4364645"/>
                  <a:ext cx="658827" cy="1362505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B3F94922-2C84-4099-B047-F07EE53DB137}"/>
                  </a:ext>
                </a:extLst>
              </p:cNvPr>
              <p:cNvSpPr txBox="1"/>
              <p:nvPr/>
            </p:nvSpPr>
            <p:spPr>
              <a:xfrm>
                <a:off x="7169150" y="5940978"/>
                <a:ext cx="14859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b="1" i="1" dirty="0">
                    <a:latin typeface="Arial" pitchFamily="34" charset="0"/>
                    <a:cs typeface="Arial" pitchFamily="34" charset="0"/>
                  </a:rPr>
                  <a:t>Time (minutes)</a:t>
                </a:r>
              </a:p>
            </p:txBody>
          </p:sp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101C420E-8050-462E-AE4A-9FD82DA3CAEE}"/>
                  </a:ext>
                </a:extLst>
              </p:cNvPr>
              <p:cNvSpPr txBox="1"/>
              <p:nvPr/>
            </p:nvSpPr>
            <p:spPr>
              <a:xfrm>
                <a:off x="4397922" y="1268315"/>
                <a:ext cx="111117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b="1" i="1" dirty="0">
                    <a:latin typeface="Arial" pitchFamily="34" charset="0"/>
                    <a:cs typeface="Arial" pitchFamily="34" charset="0"/>
                  </a:rPr>
                  <a:t>Distance from home</a:t>
                </a:r>
              </a:p>
              <a:p>
                <a:pPr algn="ctr"/>
                <a:r>
                  <a:rPr lang="en-GB" sz="1400" b="1" i="1" dirty="0">
                    <a:latin typeface="Arial" pitchFamily="34" charset="0"/>
                    <a:cs typeface="Arial" pitchFamily="34" charset="0"/>
                  </a:rPr>
                  <a:t>(km)</a:t>
                </a:r>
              </a:p>
            </p:txBody>
          </p:sp>
        </p:grp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10467B42-CCD7-4674-936E-5270FE123AC5}"/>
                </a:ext>
              </a:extLst>
            </p:cNvPr>
            <p:cNvCxnSpPr/>
            <p:nvPr/>
          </p:nvCxnSpPr>
          <p:spPr>
            <a:xfrm>
              <a:off x="5640081" y="4372215"/>
              <a:ext cx="69156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A7E3A68E-1995-4788-A2AC-54CD54C0F384}"/>
                </a:ext>
              </a:extLst>
            </p:cNvPr>
            <p:cNvCxnSpPr/>
            <p:nvPr/>
          </p:nvCxnSpPr>
          <p:spPr>
            <a:xfrm flipH="1">
              <a:off x="6329478" y="2336800"/>
              <a:ext cx="693622" cy="204707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5FAC45FC-CCED-4A87-BA90-13E33B535CD1}"/>
                </a:ext>
              </a:extLst>
            </p:cNvPr>
            <p:cNvCxnSpPr/>
            <p:nvPr/>
          </p:nvCxnSpPr>
          <p:spPr>
            <a:xfrm>
              <a:off x="7030731" y="2340215"/>
              <a:ext cx="328919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FCCE1918-08EA-4843-BD32-726F475195EB}"/>
                </a:ext>
              </a:extLst>
            </p:cNvPr>
            <p:cNvCxnSpPr/>
            <p:nvPr/>
          </p:nvCxnSpPr>
          <p:spPr>
            <a:xfrm>
              <a:off x="7353300" y="2349500"/>
              <a:ext cx="1028700" cy="338455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7" name="TextBox 436">
            <a:extLst>
              <a:ext uri="{FF2B5EF4-FFF2-40B4-BE49-F238E27FC236}">
                <a16:creationId xmlns:a16="http://schemas.microsoft.com/office/drawing/2014/main" id="{2D14AF71-39A8-437C-8D27-C25D21328255}"/>
              </a:ext>
            </a:extLst>
          </p:cNvPr>
          <p:cNvSpPr txBox="1"/>
          <p:nvPr/>
        </p:nvSpPr>
        <p:spPr>
          <a:xfrm>
            <a:off x="2011326" y="1282196"/>
            <a:ext cx="33842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Arial" pitchFamily="34" charset="0"/>
                <a:cs typeface="Arial" pitchFamily="34" charset="0"/>
              </a:rPr>
              <a:t>Example:</a:t>
            </a:r>
          </a:p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This graph shows a journey taken by a cyclist one day.</a:t>
            </a: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B6F41C0C-C577-42A5-868F-DD5D6784403E}"/>
              </a:ext>
            </a:extLst>
          </p:cNvPr>
          <p:cNvSpPr txBox="1"/>
          <p:nvPr/>
        </p:nvSpPr>
        <p:spPr>
          <a:xfrm>
            <a:off x="2122317" y="2153998"/>
            <a:ext cx="31622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What happened at parts B and C?</a:t>
            </a:r>
            <a:endParaRPr lang="en-GB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65546FC9-D4FD-485C-9755-310E20C27C4D}"/>
              </a:ext>
            </a:extLst>
          </p:cNvPr>
          <p:cNvSpPr txBox="1"/>
          <p:nvPr/>
        </p:nvSpPr>
        <p:spPr>
          <a:xfrm>
            <a:off x="1556376" y="820150"/>
            <a:ext cx="8632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In a distance - time graph, time always goes along the bottom axis. </a:t>
            </a:r>
          </a:p>
        </p:txBody>
      </p:sp>
      <p:grpSp>
        <p:nvGrpSpPr>
          <p:cNvPr id="440" name="Group 225">
            <a:extLst>
              <a:ext uri="{FF2B5EF4-FFF2-40B4-BE49-F238E27FC236}">
                <a16:creationId xmlns:a16="http://schemas.microsoft.com/office/drawing/2014/main" id="{070D66CF-DF45-481C-A078-85C3F7E294AA}"/>
              </a:ext>
            </a:extLst>
          </p:cNvPr>
          <p:cNvGrpSpPr/>
          <p:nvPr/>
        </p:nvGrpSpPr>
        <p:grpSpPr>
          <a:xfrm>
            <a:off x="1983568" y="5537520"/>
            <a:ext cx="3439797" cy="550962"/>
            <a:chOff x="622405" y="5583504"/>
            <a:chExt cx="3439797" cy="550962"/>
          </a:xfrm>
        </p:grpSpPr>
        <p:sp>
          <p:nvSpPr>
            <p:cNvPr id="441" name="Rounded Rectangle 224">
              <a:extLst>
                <a:ext uri="{FF2B5EF4-FFF2-40B4-BE49-F238E27FC236}">
                  <a16:creationId xmlns:a16="http://schemas.microsoft.com/office/drawing/2014/main" id="{CCB70884-D9DB-43B3-BF99-9E7FFECABA69}"/>
                </a:ext>
              </a:extLst>
            </p:cNvPr>
            <p:cNvSpPr/>
            <p:nvPr/>
          </p:nvSpPr>
          <p:spPr>
            <a:xfrm>
              <a:off x="622405" y="5583504"/>
              <a:ext cx="3439797" cy="550962"/>
            </a:xfrm>
            <a:prstGeom prst="roundRect">
              <a:avLst>
                <a:gd name="adj" fmla="val 50000"/>
              </a:avLst>
            </a:prstGeom>
            <a:solidFill>
              <a:srgbClr val="FFFF99"/>
            </a:solidFill>
            <a:ln w="127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42" name="TextBox 441">
              <a:extLst>
                <a:ext uri="{FF2B5EF4-FFF2-40B4-BE49-F238E27FC236}">
                  <a16:creationId xmlns:a16="http://schemas.microsoft.com/office/drawing/2014/main" id="{FF486BD0-A732-43C1-BD54-5B9162ED025E}"/>
                </a:ext>
              </a:extLst>
            </p:cNvPr>
            <p:cNvSpPr txBox="1"/>
            <p:nvPr/>
          </p:nvSpPr>
          <p:spPr>
            <a:xfrm>
              <a:off x="782445" y="5628153"/>
              <a:ext cx="31197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The Cyclist Rested</a:t>
              </a:r>
            </a:p>
          </p:txBody>
        </p:sp>
      </p:grp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D09C50DB-ADEE-434A-B432-EAE8B03CCC51}"/>
              </a:ext>
            </a:extLst>
          </p:cNvPr>
          <p:cNvCxnSpPr/>
          <p:nvPr/>
        </p:nvCxnSpPr>
        <p:spPr>
          <a:xfrm>
            <a:off x="1838090" y="2131766"/>
            <a:ext cx="3730752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4" name="Group 274">
            <a:extLst>
              <a:ext uri="{FF2B5EF4-FFF2-40B4-BE49-F238E27FC236}">
                <a16:creationId xmlns:a16="http://schemas.microsoft.com/office/drawing/2014/main" id="{B40875B2-CFA7-4A08-BD06-C361AAC55D88}"/>
              </a:ext>
            </a:extLst>
          </p:cNvPr>
          <p:cNvGrpSpPr/>
          <p:nvPr/>
        </p:nvGrpSpPr>
        <p:grpSpPr>
          <a:xfrm>
            <a:off x="7008962" y="3866059"/>
            <a:ext cx="469127" cy="469127"/>
            <a:chOff x="1653871" y="3850512"/>
            <a:chExt cx="469127" cy="469127"/>
          </a:xfrm>
        </p:grpSpPr>
        <p:sp>
          <p:nvSpPr>
            <p:cNvPr id="445" name="TextBox 444">
              <a:extLst>
                <a:ext uri="{FF2B5EF4-FFF2-40B4-BE49-F238E27FC236}">
                  <a16:creationId xmlns:a16="http://schemas.microsoft.com/office/drawing/2014/main" id="{03BD4516-6265-4C4E-91C3-E4855738BA73}"/>
                </a:ext>
              </a:extLst>
            </p:cNvPr>
            <p:cNvSpPr txBox="1"/>
            <p:nvPr/>
          </p:nvSpPr>
          <p:spPr>
            <a:xfrm>
              <a:off x="1719571" y="3885020"/>
              <a:ext cx="3377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rgbClr val="7030A0"/>
                  </a:solidFill>
                  <a:latin typeface="Arial" pitchFamily="34" charset="0"/>
                  <a:cs typeface="Arial" pitchFamily="34" charset="0"/>
                </a:rPr>
                <a:t>B</a:t>
              </a:r>
            </a:p>
          </p:txBody>
        </p:sp>
        <p:sp>
          <p:nvSpPr>
            <p:cNvPr id="446" name="Oval 445">
              <a:extLst>
                <a:ext uri="{FF2B5EF4-FFF2-40B4-BE49-F238E27FC236}">
                  <a16:creationId xmlns:a16="http://schemas.microsoft.com/office/drawing/2014/main" id="{AF56C204-76D6-4D50-9DB1-FBCA77325C33}"/>
                </a:ext>
              </a:extLst>
            </p:cNvPr>
            <p:cNvSpPr/>
            <p:nvPr/>
          </p:nvSpPr>
          <p:spPr>
            <a:xfrm>
              <a:off x="1653871" y="3850512"/>
              <a:ext cx="469127" cy="469127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47" name="TextBox 446">
            <a:extLst>
              <a:ext uri="{FF2B5EF4-FFF2-40B4-BE49-F238E27FC236}">
                <a16:creationId xmlns:a16="http://schemas.microsoft.com/office/drawing/2014/main" id="{76AE919C-F5B5-4CAD-8DB4-8EA2B4EA5B33}"/>
              </a:ext>
            </a:extLst>
          </p:cNvPr>
          <p:cNvSpPr txBox="1"/>
          <p:nvPr/>
        </p:nvSpPr>
        <p:spPr>
          <a:xfrm>
            <a:off x="2092089" y="2769053"/>
            <a:ext cx="3222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If the graph is horizontal, there is no movement.</a:t>
            </a:r>
            <a:endParaRPr lang="en-GB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881A6C32-444D-4D0B-A71C-085066C3DF5D}"/>
              </a:ext>
            </a:extLst>
          </p:cNvPr>
          <p:cNvSpPr txBox="1"/>
          <p:nvPr/>
        </p:nvSpPr>
        <p:spPr>
          <a:xfrm>
            <a:off x="2353908" y="4031679"/>
            <a:ext cx="2699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itchFamily="34" charset="0"/>
                <a:cs typeface="Arial" pitchFamily="34" charset="0"/>
              </a:rPr>
              <a:t>So one explanation could be:</a:t>
            </a:r>
            <a:endParaRPr lang="en-GB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49" name="Group 274">
            <a:extLst>
              <a:ext uri="{FF2B5EF4-FFF2-40B4-BE49-F238E27FC236}">
                <a16:creationId xmlns:a16="http://schemas.microsoft.com/office/drawing/2014/main" id="{ECC0F7CB-1587-4414-8D80-61A6AEAB2F60}"/>
              </a:ext>
            </a:extLst>
          </p:cNvPr>
          <p:cNvGrpSpPr/>
          <p:nvPr/>
        </p:nvGrpSpPr>
        <p:grpSpPr>
          <a:xfrm>
            <a:off x="8224618" y="1860049"/>
            <a:ext cx="469127" cy="469127"/>
            <a:chOff x="1653871" y="3850512"/>
            <a:chExt cx="469127" cy="469127"/>
          </a:xfrm>
        </p:grpSpPr>
        <p:sp>
          <p:nvSpPr>
            <p:cNvPr id="450" name="TextBox 449">
              <a:extLst>
                <a:ext uri="{FF2B5EF4-FFF2-40B4-BE49-F238E27FC236}">
                  <a16:creationId xmlns:a16="http://schemas.microsoft.com/office/drawing/2014/main" id="{FD816E0E-DA45-4DDF-8ABC-46B9254E1510}"/>
                </a:ext>
              </a:extLst>
            </p:cNvPr>
            <p:cNvSpPr txBox="1"/>
            <p:nvPr/>
          </p:nvSpPr>
          <p:spPr>
            <a:xfrm>
              <a:off x="1719571" y="3885020"/>
              <a:ext cx="3377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rgbClr val="7030A0"/>
                  </a:solidFill>
                  <a:latin typeface="Arial" pitchFamily="34" charset="0"/>
                  <a:cs typeface="Arial" pitchFamily="34" charset="0"/>
                </a:rPr>
                <a:t>C</a:t>
              </a:r>
            </a:p>
          </p:txBody>
        </p:sp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8B15F548-A912-4AA5-87BF-E13C2411A928}"/>
                </a:ext>
              </a:extLst>
            </p:cNvPr>
            <p:cNvSpPr/>
            <p:nvPr/>
          </p:nvSpPr>
          <p:spPr>
            <a:xfrm>
              <a:off x="1653871" y="3850512"/>
              <a:ext cx="469127" cy="469127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54" name="TextBox 453">
            <a:extLst>
              <a:ext uri="{FF2B5EF4-FFF2-40B4-BE49-F238E27FC236}">
                <a16:creationId xmlns:a16="http://schemas.microsoft.com/office/drawing/2014/main" id="{12D1934E-37BA-4313-AB73-33B608430A14}"/>
              </a:ext>
            </a:extLst>
          </p:cNvPr>
          <p:cNvSpPr txBox="1"/>
          <p:nvPr/>
        </p:nvSpPr>
        <p:spPr>
          <a:xfrm>
            <a:off x="1816156" y="301143"/>
            <a:ext cx="8112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Arial" pitchFamily="34" charset="0"/>
                <a:cs typeface="Arial" pitchFamily="34" charset="0"/>
              </a:rPr>
              <a:t>Distance-Time Graphs</a:t>
            </a:r>
          </a:p>
        </p:txBody>
      </p:sp>
    </p:spTree>
    <p:extLst>
      <p:ext uri="{BB962C8B-B14F-4D97-AF65-F5344CB8AC3E}">
        <p14:creationId xmlns:p14="http://schemas.microsoft.com/office/powerpoint/2010/main" val="2306092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8" grpId="0"/>
      <p:bldP spid="447" grpId="0"/>
      <p:bldP spid="44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ounded Rectangle 49">
            <a:extLst>
              <a:ext uri="{FF2B5EF4-FFF2-40B4-BE49-F238E27FC236}">
                <a16:creationId xmlns:a16="http://schemas.microsoft.com/office/drawing/2014/main" id="{B486E1E3-6B97-47BE-AC7F-D3C7B9668AFF}"/>
              </a:ext>
            </a:extLst>
          </p:cNvPr>
          <p:cNvSpPr/>
          <p:nvPr/>
        </p:nvSpPr>
        <p:spPr>
          <a:xfrm>
            <a:off x="1900567" y="1166177"/>
            <a:ext cx="8568952" cy="5067243"/>
          </a:xfrm>
          <a:prstGeom prst="roundRect">
            <a:avLst>
              <a:gd name="adj" fmla="val 543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38" name="Group 312">
            <a:extLst>
              <a:ext uri="{FF2B5EF4-FFF2-40B4-BE49-F238E27FC236}">
                <a16:creationId xmlns:a16="http://schemas.microsoft.com/office/drawing/2014/main" id="{B405135B-B177-4F1D-8E4B-6D6516593B08}"/>
              </a:ext>
            </a:extLst>
          </p:cNvPr>
          <p:cNvGrpSpPr/>
          <p:nvPr/>
        </p:nvGrpSpPr>
        <p:grpSpPr>
          <a:xfrm>
            <a:off x="6010965" y="1288864"/>
            <a:ext cx="4317403" cy="4980440"/>
            <a:chOff x="4397922" y="1268315"/>
            <a:chExt cx="4317403" cy="4980440"/>
          </a:xfrm>
        </p:grpSpPr>
        <p:grpSp>
          <p:nvGrpSpPr>
            <p:cNvPr id="239" name="Group 560">
              <a:extLst>
                <a:ext uri="{FF2B5EF4-FFF2-40B4-BE49-F238E27FC236}">
                  <a16:creationId xmlns:a16="http://schemas.microsoft.com/office/drawing/2014/main" id="{DE6A567A-30DD-429F-BE1D-C49CD5F70414}"/>
                </a:ext>
              </a:extLst>
            </p:cNvPr>
            <p:cNvGrpSpPr/>
            <p:nvPr/>
          </p:nvGrpSpPr>
          <p:grpSpPr>
            <a:xfrm>
              <a:off x="4397922" y="1268315"/>
              <a:ext cx="4317403" cy="4980440"/>
              <a:chOff x="4397922" y="1268315"/>
              <a:chExt cx="4317403" cy="4980440"/>
            </a:xfrm>
          </p:grpSpPr>
          <p:grpSp>
            <p:nvGrpSpPr>
              <p:cNvPr id="244" name="Group 196">
                <a:extLst>
                  <a:ext uri="{FF2B5EF4-FFF2-40B4-BE49-F238E27FC236}">
                    <a16:creationId xmlns:a16="http://schemas.microsoft.com/office/drawing/2014/main" id="{1A565344-B2C4-49D1-BF7B-39CBDEE59E0A}"/>
                  </a:ext>
                </a:extLst>
              </p:cNvPr>
              <p:cNvGrpSpPr/>
              <p:nvPr/>
            </p:nvGrpSpPr>
            <p:grpSpPr>
              <a:xfrm>
                <a:off x="4486909" y="1311007"/>
                <a:ext cx="4228416" cy="4778304"/>
                <a:chOff x="4371299" y="1311007"/>
                <a:chExt cx="4228416" cy="4778304"/>
              </a:xfrm>
            </p:grpSpPr>
            <p:grpSp>
              <p:nvGrpSpPr>
                <p:cNvPr id="247" name="Group 839">
                  <a:extLst>
                    <a:ext uri="{FF2B5EF4-FFF2-40B4-BE49-F238E27FC236}">
                      <a16:creationId xmlns:a16="http://schemas.microsoft.com/office/drawing/2014/main" id="{A3E263AA-3C8A-4949-911E-A8A60443D10A}"/>
                    </a:ext>
                  </a:extLst>
                </p:cNvPr>
                <p:cNvGrpSpPr/>
                <p:nvPr/>
              </p:nvGrpSpPr>
              <p:grpSpPr>
                <a:xfrm>
                  <a:off x="4508573" y="1311007"/>
                  <a:ext cx="4091142" cy="4776274"/>
                  <a:chOff x="4508573" y="1311007"/>
                  <a:chExt cx="4091142" cy="4776274"/>
                </a:xfrm>
              </p:grpSpPr>
              <p:grpSp>
                <p:nvGrpSpPr>
                  <p:cNvPr id="298" name="Group 766">
                    <a:extLst>
                      <a:ext uri="{FF2B5EF4-FFF2-40B4-BE49-F238E27FC236}">
                        <a16:creationId xmlns:a16="http://schemas.microsoft.com/office/drawing/2014/main" id="{6B5FC126-5E1A-42D7-9934-4C3FB929BB98}"/>
                      </a:ext>
                    </a:extLst>
                  </p:cNvPr>
                  <p:cNvGrpSpPr/>
                  <p:nvPr/>
                </p:nvGrpSpPr>
                <p:grpSpPr>
                  <a:xfrm>
                    <a:off x="4508573" y="1315256"/>
                    <a:ext cx="4091142" cy="4772025"/>
                    <a:chOff x="3390900" y="1315256"/>
                    <a:chExt cx="4686300" cy="4772025"/>
                  </a:xfrm>
                </p:grpSpPr>
                <p:cxnSp>
                  <p:nvCxnSpPr>
                    <p:cNvPr id="361" name="Straight Connector 360">
                      <a:extLst>
                        <a:ext uri="{FF2B5EF4-FFF2-40B4-BE49-F238E27FC236}">
                          <a16:creationId xmlns:a16="http://schemas.microsoft.com/office/drawing/2014/main" id="{9C884F2C-F724-41D8-9464-BEBD32B9376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31525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2" name="Straight Connector 361">
                      <a:extLst>
                        <a:ext uri="{FF2B5EF4-FFF2-40B4-BE49-F238E27FC236}">
                          <a16:creationId xmlns:a16="http://schemas.microsoft.com/office/drawing/2014/main" id="{70DD4B79-41E3-4581-B9A3-D8E628F69FF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38342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3" name="Straight Connector 362">
                      <a:extLst>
                        <a:ext uri="{FF2B5EF4-FFF2-40B4-BE49-F238E27FC236}">
                          <a16:creationId xmlns:a16="http://schemas.microsoft.com/office/drawing/2014/main" id="{4A79AD13-3D8F-4CF4-9298-575F8899299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51977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4" name="Straight Connector 363">
                      <a:extLst>
                        <a:ext uri="{FF2B5EF4-FFF2-40B4-BE49-F238E27FC236}">
                          <a16:creationId xmlns:a16="http://schemas.microsoft.com/office/drawing/2014/main" id="{30444675-6EF7-4DC9-A560-C44898E13BF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72428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5" name="Straight Connector 364">
                      <a:extLst>
                        <a:ext uri="{FF2B5EF4-FFF2-40B4-BE49-F238E27FC236}">
                          <a16:creationId xmlns:a16="http://schemas.microsoft.com/office/drawing/2014/main" id="{8AF97152-C5E5-4037-B883-F2BB0788D13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99697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6" name="Straight Connector 365">
                      <a:extLst>
                        <a:ext uri="{FF2B5EF4-FFF2-40B4-BE49-F238E27FC236}">
                          <a16:creationId xmlns:a16="http://schemas.microsoft.com/office/drawing/2014/main" id="{C2506037-B16B-44FA-8DD5-3840C251002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33783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7" name="Straight Connector 366">
                      <a:extLst>
                        <a:ext uri="{FF2B5EF4-FFF2-40B4-BE49-F238E27FC236}">
                          <a16:creationId xmlns:a16="http://schemas.microsoft.com/office/drawing/2014/main" id="{C3F93712-6406-4B61-9DDD-54E76E5DD81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67869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8" name="Straight Connector 367">
                      <a:extLst>
                        <a:ext uri="{FF2B5EF4-FFF2-40B4-BE49-F238E27FC236}">
                          <a16:creationId xmlns:a16="http://schemas.microsoft.com/office/drawing/2014/main" id="{066C13C7-C201-4109-B8B5-DF67EB98813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01955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9" name="Straight Connector 368">
                      <a:extLst>
                        <a:ext uri="{FF2B5EF4-FFF2-40B4-BE49-F238E27FC236}">
                          <a16:creationId xmlns:a16="http://schemas.microsoft.com/office/drawing/2014/main" id="{3D276B95-EC0E-4A3D-B0B0-E6A6F9B0C27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36041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0" name="Straight Connector 369">
                      <a:extLst>
                        <a:ext uri="{FF2B5EF4-FFF2-40B4-BE49-F238E27FC236}">
                          <a16:creationId xmlns:a16="http://schemas.microsoft.com/office/drawing/2014/main" id="{E71AC958-630A-4502-AF2C-28554DAD996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70127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1" name="Straight Connector 370">
                      <a:extLst>
                        <a:ext uri="{FF2B5EF4-FFF2-40B4-BE49-F238E27FC236}">
                          <a16:creationId xmlns:a16="http://schemas.microsoft.com/office/drawing/2014/main" id="{99ADBA58-0075-4467-857D-DB55D7A3BDA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31482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2" name="Straight Connector 371">
                      <a:extLst>
                        <a:ext uri="{FF2B5EF4-FFF2-40B4-BE49-F238E27FC236}">
                          <a16:creationId xmlns:a16="http://schemas.microsoft.com/office/drawing/2014/main" id="{2B935DD6-5840-477C-8EB1-DAD02FA8417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58751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3" name="Straight Connector 372">
                      <a:extLst>
                        <a:ext uri="{FF2B5EF4-FFF2-40B4-BE49-F238E27FC236}">
                          <a16:creationId xmlns:a16="http://schemas.microsoft.com/office/drawing/2014/main" id="{B9B78B4D-583F-4A2E-83ED-CE9221F4D7F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79202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4" name="Straight Connector 373">
                      <a:extLst>
                        <a:ext uri="{FF2B5EF4-FFF2-40B4-BE49-F238E27FC236}">
                          <a16:creationId xmlns:a16="http://schemas.microsoft.com/office/drawing/2014/main" id="{54654D3A-D6F5-41B7-95C5-7E45AEB022A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92837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5" name="Straight Connector 374">
                      <a:extLst>
                        <a:ext uri="{FF2B5EF4-FFF2-40B4-BE49-F238E27FC236}">
                          <a16:creationId xmlns:a16="http://schemas.microsoft.com/office/drawing/2014/main" id="{C980690A-294B-43DA-B270-C11FB2AB709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06471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6" name="Straight Connector 375">
                      <a:extLst>
                        <a:ext uri="{FF2B5EF4-FFF2-40B4-BE49-F238E27FC236}">
                          <a16:creationId xmlns:a16="http://schemas.microsoft.com/office/drawing/2014/main" id="{6FF50427-CEBD-4F2A-A800-A4F8F5292B2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13288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7" name="Straight Connector 376">
                      <a:extLst>
                        <a:ext uri="{FF2B5EF4-FFF2-40B4-BE49-F238E27FC236}">
                          <a16:creationId xmlns:a16="http://schemas.microsoft.com/office/drawing/2014/main" id="{C34E55A8-02D1-46BF-B0DD-5B06E05092A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20106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8" name="Straight Connector 377">
                      <a:extLst>
                        <a:ext uri="{FF2B5EF4-FFF2-40B4-BE49-F238E27FC236}">
                          <a16:creationId xmlns:a16="http://schemas.microsoft.com/office/drawing/2014/main" id="{F8593D5D-33B9-4C0E-8640-1D256E65A3B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33740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9" name="Straight Connector 378">
                      <a:extLst>
                        <a:ext uri="{FF2B5EF4-FFF2-40B4-BE49-F238E27FC236}">
                          <a16:creationId xmlns:a16="http://schemas.microsoft.com/office/drawing/2014/main" id="{D5B7055F-B7B2-472C-A895-302DC607A90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47374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0" name="Straight Connector 379">
                      <a:extLst>
                        <a:ext uri="{FF2B5EF4-FFF2-40B4-BE49-F238E27FC236}">
                          <a16:creationId xmlns:a16="http://schemas.microsoft.com/office/drawing/2014/main" id="{5FE4B771-9902-4629-8EC9-0A2F70BE6D4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61009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1" name="Straight Connector 380">
                      <a:extLst>
                        <a:ext uri="{FF2B5EF4-FFF2-40B4-BE49-F238E27FC236}">
                          <a16:creationId xmlns:a16="http://schemas.microsoft.com/office/drawing/2014/main" id="{AABBB8B8-E088-41F7-94C3-848292E8C43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26923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2" name="Straight Connector 381">
                      <a:extLst>
                        <a:ext uri="{FF2B5EF4-FFF2-40B4-BE49-F238E27FC236}">
                          <a16:creationId xmlns:a16="http://schemas.microsoft.com/office/drawing/2014/main" id="{67435137-C3AC-41B5-85CE-6E969F85F2C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40557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3" name="Straight Connector 382">
                      <a:extLst>
                        <a:ext uri="{FF2B5EF4-FFF2-40B4-BE49-F238E27FC236}">
                          <a16:creationId xmlns:a16="http://schemas.microsoft.com/office/drawing/2014/main" id="{B2F921CE-B6F2-47E2-B5AA-D88619F08AF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54192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4" name="Straight Connector 383">
                      <a:extLst>
                        <a:ext uri="{FF2B5EF4-FFF2-40B4-BE49-F238E27FC236}">
                          <a16:creationId xmlns:a16="http://schemas.microsoft.com/office/drawing/2014/main" id="{4DA03231-2456-4574-A490-C273F427AB3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67826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5" name="Straight Connector 384">
                      <a:extLst>
                        <a:ext uri="{FF2B5EF4-FFF2-40B4-BE49-F238E27FC236}">
                          <a16:creationId xmlns:a16="http://schemas.microsoft.com/office/drawing/2014/main" id="{6D6DFA12-994A-453F-A84E-CD7987D782E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74643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6" name="Straight Connector 385">
                      <a:extLst>
                        <a:ext uri="{FF2B5EF4-FFF2-40B4-BE49-F238E27FC236}">
                          <a16:creationId xmlns:a16="http://schemas.microsoft.com/office/drawing/2014/main" id="{42031E41-0B86-4D16-9D23-76B37C6365C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81460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7" name="Straight Connector 386">
                      <a:extLst>
                        <a:ext uri="{FF2B5EF4-FFF2-40B4-BE49-F238E27FC236}">
                          <a16:creationId xmlns:a16="http://schemas.microsoft.com/office/drawing/2014/main" id="{586A7502-4395-40C9-B7A9-52FB4AA0A18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88278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8" name="Straight Connector 387">
                      <a:extLst>
                        <a:ext uri="{FF2B5EF4-FFF2-40B4-BE49-F238E27FC236}">
                          <a16:creationId xmlns:a16="http://schemas.microsoft.com/office/drawing/2014/main" id="{928E88E4-7212-4E8F-9FFE-187876B5129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95095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9" name="Straight Connector 388">
                      <a:extLst>
                        <a:ext uri="{FF2B5EF4-FFF2-40B4-BE49-F238E27FC236}">
                          <a16:creationId xmlns:a16="http://schemas.microsoft.com/office/drawing/2014/main" id="{69346417-D8F0-4565-9A54-D610C80B2E3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601912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0" name="Straight Connector 389">
                      <a:extLst>
                        <a:ext uri="{FF2B5EF4-FFF2-40B4-BE49-F238E27FC236}">
                          <a16:creationId xmlns:a16="http://schemas.microsoft.com/office/drawing/2014/main" id="{1E02A02C-D750-441E-95B8-1365C8AC680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6087281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1" name="Straight Connector 390">
                      <a:extLst>
                        <a:ext uri="{FF2B5EF4-FFF2-40B4-BE49-F238E27FC236}">
                          <a16:creationId xmlns:a16="http://schemas.microsoft.com/office/drawing/2014/main" id="{59C997C5-0615-4993-93B1-4E07A49503A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45160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2" name="Straight Connector 391">
                      <a:extLst>
                        <a:ext uri="{FF2B5EF4-FFF2-40B4-BE49-F238E27FC236}">
                          <a16:creationId xmlns:a16="http://schemas.microsoft.com/office/drawing/2014/main" id="{233241C7-ABD3-4E0F-9366-E46F0965D46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58794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3" name="Straight Connector 392">
                      <a:extLst>
                        <a:ext uri="{FF2B5EF4-FFF2-40B4-BE49-F238E27FC236}">
                          <a16:creationId xmlns:a16="http://schemas.microsoft.com/office/drawing/2014/main" id="{E92086D6-0F9B-423A-9E88-C46145CDF3B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79246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4" name="Straight Connector 393">
                      <a:extLst>
                        <a:ext uri="{FF2B5EF4-FFF2-40B4-BE49-F238E27FC236}">
                          <a16:creationId xmlns:a16="http://schemas.microsoft.com/office/drawing/2014/main" id="{1775F93D-FF7A-454C-B0AD-C645D5CFDAD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06514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5" name="Straight Connector 394">
                      <a:extLst>
                        <a:ext uri="{FF2B5EF4-FFF2-40B4-BE49-F238E27FC236}">
                          <a16:creationId xmlns:a16="http://schemas.microsoft.com/office/drawing/2014/main" id="{58E632B5-A242-4FF9-B331-254188BF4D9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40600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6" name="Straight Connector 395">
                      <a:extLst>
                        <a:ext uri="{FF2B5EF4-FFF2-40B4-BE49-F238E27FC236}">
                          <a16:creationId xmlns:a16="http://schemas.microsoft.com/office/drawing/2014/main" id="{FF37879F-37B5-4EF0-948E-632E14FF765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74686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7" name="Straight Connector 396">
                      <a:extLst>
                        <a:ext uri="{FF2B5EF4-FFF2-40B4-BE49-F238E27FC236}">
                          <a16:creationId xmlns:a16="http://schemas.microsoft.com/office/drawing/2014/main" id="{13B60442-1E17-4C81-9E71-B978C9820E5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08772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8" name="Straight Connector 397">
                      <a:extLst>
                        <a:ext uri="{FF2B5EF4-FFF2-40B4-BE49-F238E27FC236}">
                          <a16:creationId xmlns:a16="http://schemas.microsoft.com/office/drawing/2014/main" id="{57308BDD-B240-4FE8-937A-FCF818D1A58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42858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9" name="Straight Connector 398">
                      <a:extLst>
                        <a:ext uri="{FF2B5EF4-FFF2-40B4-BE49-F238E27FC236}">
                          <a16:creationId xmlns:a16="http://schemas.microsoft.com/office/drawing/2014/main" id="{81715B92-7711-4ADC-8053-C428D291984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76944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0" name="Straight Connector 399">
                      <a:extLst>
                        <a:ext uri="{FF2B5EF4-FFF2-40B4-BE49-F238E27FC236}">
                          <a16:creationId xmlns:a16="http://schemas.microsoft.com/office/drawing/2014/main" id="{1DAB8BB1-0B8C-427C-B059-B38FB97995A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04213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1" name="Straight Connector 400">
                      <a:extLst>
                        <a:ext uri="{FF2B5EF4-FFF2-40B4-BE49-F238E27FC236}">
                          <a16:creationId xmlns:a16="http://schemas.microsoft.com/office/drawing/2014/main" id="{0F686C4F-D431-48A6-990B-26F44E34D4F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65611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2" name="Straight Connector 401">
                      <a:extLst>
                        <a:ext uri="{FF2B5EF4-FFF2-40B4-BE49-F238E27FC236}">
                          <a16:creationId xmlns:a16="http://schemas.microsoft.com/office/drawing/2014/main" id="{B1CF87A1-13CE-49B4-AC42-FD246020A2F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86063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3" name="Straight Connector 402">
                      <a:extLst>
                        <a:ext uri="{FF2B5EF4-FFF2-40B4-BE49-F238E27FC236}">
                          <a16:creationId xmlns:a16="http://schemas.microsoft.com/office/drawing/2014/main" id="{7760660D-F5DA-4BA7-A9AA-D3638ABB2EB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13332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4" name="Straight Connector 403">
                      <a:extLst>
                        <a:ext uri="{FF2B5EF4-FFF2-40B4-BE49-F238E27FC236}">
                          <a16:creationId xmlns:a16="http://schemas.microsoft.com/office/drawing/2014/main" id="{FD874F27-4104-4B07-8FDD-8C74DDFC0A5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47418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5" name="Straight Connector 404">
                      <a:extLst>
                        <a:ext uri="{FF2B5EF4-FFF2-40B4-BE49-F238E27FC236}">
                          <a16:creationId xmlns:a16="http://schemas.microsoft.com/office/drawing/2014/main" id="{07EBB8EE-0512-48DA-ADEE-C9C1A4B2B28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81504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6" name="Straight Connector 405">
                      <a:extLst>
                        <a:ext uri="{FF2B5EF4-FFF2-40B4-BE49-F238E27FC236}">
                          <a16:creationId xmlns:a16="http://schemas.microsoft.com/office/drawing/2014/main" id="{E3EEB077-D823-477D-BBF6-03F09C4E3DF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15590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7" name="Straight Connector 406">
                      <a:extLst>
                        <a:ext uri="{FF2B5EF4-FFF2-40B4-BE49-F238E27FC236}">
                          <a16:creationId xmlns:a16="http://schemas.microsoft.com/office/drawing/2014/main" id="{10312AD2-A7C3-432E-867F-7C511904082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49676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8" name="Straight Connector 407">
                      <a:extLst>
                        <a:ext uri="{FF2B5EF4-FFF2-40B4-BE49-F238E27FC236}">
                          <a16:creationId xmlns:a16="http://schemas.microsoft.com/office/drawing/2014/main" id="{C979BD19-AB11-440F-9A83-CEACF973395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83762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9" name="Straight Connector 408">
                      <a:extLst>
                        <a:ext uri="{FF2B5EF4-FFF2-40B4-BE49-F238E27FC236}">
                          <a16:creationId xmlns:a16="http://schemas.microsoft.com/office/drawing/2014/main" id="{07F66F53-0EE0-4A6E-AAA4-A11B4EB5632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11030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0" name="Straight Connector 409">
                      <a:extLst>
                        <a:ext uri="{FF2B5EF4-FFF2-40B4-BE49-F238E27FC236}">
                          <a16:creationId xmlns:a16="http://schemas.microsoft.com/office/drawing/2014/main" id="{FB62D8F9-61A4-47E5-94CC-A46347C3965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38299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1" name="Straight Connector 410">
                      <a:extLst>
                        <a:ext uri="{FF2B5EF4-FFF2-40B4-BE49-F238E27FC236}">
                          <a16:creationId xmlns:a16="http://schemas.microsoft.com/office/drawing/2014/main" id="{E5E3F39A-5FEA-4610-8C3D-E236D8C3B93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92880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2" name="Straight Connector 411">
                      <a:extLst>
                        <a:ext uri="{FF2B5EF4-FFF2-40B4-BE49-F238E27FC236}">
                          <a16:creationId xmlns:a16="http://schemas.microsoft.com/office/drawing/2014/main" id="{D53A219E-0920-444C-93B5-2439403B226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20149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3" name="Straight Connector 412">
                      <a:extLst>
                        <a:ext uri="{FF2B5EF4-FFF2-40B4-BE49-F238E27FC236}">
                          <a16:creationId xmlns:a16="http://schemas.microsoft.com/office/drawing/2014/main" id="{FD81200E-E311-4C80-B765-DA67B20AC36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54235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4" name="Straight Connector 413">
                      <a:extLst>
                        <a:ext uri="{FF2B5EF4-FFF2-40B4-BE49-F238E27FC236}">
                          <a16:creationId xmlns:a16="http://schemas.microsoft.com/office/drawing/2014/main" id="{CCA2D263-7C8D-44B0-BAD0-C50479BB631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88321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5" name="Straight Connector 414">
                      <a:extLst>
                        <a:ext uri="{FF2B5EF4-FFF2-40B4-BE49-F238E27FC236}">
                          <a16:creationId xmlns:a16="http://schemas.microsoft.com/office/drawing/2014/main" id="{2C81E4C2-6084-4157-AC0E-0153FE8A623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22407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6" name="Straight Connector 415">
                      <a:extLst>
                        <a:ext uri="{FF2B5EF4-FFF2-40B4-BE49-F238E27FC236}">
                          <a16:creationId xmlns:a16="http://schemas.microsoft.com/office/drawing/2014/main" id="{2D279558-E6C7-40B0-BB66-19794F3A8FC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56493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7" name="Straight Connector 416">
                      <a:extLst>
                        <a:ext uri="{FF2B5EF4-FFF2-40B4-BE49-F238E27FC236}">
                          <a16:creationId xmlns:a16="http://schemas.microsoft.com/office/drawing/2014/main" id="{55553D5C-5A4B-4082-92E0-00D24737AB1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90579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8" name="Straight Connector 417">
                      <a:extLst>
                        <a:ext uri="{FF2B5EF4-FFF2-40B4-BE49-F238E27FC236}">
                          <a16:creationId xmlns:a16="http://schemas.microsoft.com/office/drawing/2014/main" id="{E606DD3E-9F3E-4030-A5AE-9765662AAA9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17848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9" name="Straight Connector 418">
                      <a:extLst>
                        <a:ext uri="{FF2B5EF4-FFF2-40B4-BE49-F238E27FC236}">
                          <a16:creationId xmlns:a16="http://schemas.microsoft.com/office/drawing/2014/main" id="{D299949D-1153-45A7-BB7B-EA9A7D3014C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45116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0" name="Straight Connector 419">
                      <a:extLst>
                        <a:ext uri="{FF2B5EF4-FFF2-40B4-BE49-F238E27FC236}">
                          <a16:creationId xmlns:a16="http://schemas.microsoft.com/office/drawing/2014/main" id="{5A470357-0766-42CE-91C4-9146C6F501E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65568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1" name="Straight Connector 420">
                      <a:extLst>
                        <a:ext uri="{FF2B5EF4-FFF2-40B4-BE49-F238E27FC236}">
                          <a16:creationId xmlns:a16="http://schemas.microsoft.com/office/drawing/2014/main" id="{631CA38E-D74F-414B-B570-BAC3D3317EF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26966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2" name="Straight Connector 421">
                      <a:extLst>
                        <a:ext uri="{FF2B5EF4-FFF2-40B4-BE49-F238E27FC236}">
                          <a16:creationId xmlns:a16="http://schemas.microsoft.com/office/drawing/2014/main" id="{8BA44AA6-04E7-423A-8B24-F7BE293A824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61052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3" name="Straight Connector 422">
                      <a:extLst>
                        <a:ext uri="{FF2B5EF4-FFF2-40B4-BE49-F238E27FC236}">
                          <a16:creationId xmlns:a16="http://schemas.microsoft.com/office/drawing/2014/main" id="{FEC194D0-D157-4521-9CE6-F4516B90648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95138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4" name="Straight Connector 423">
                      <a:extLst>
                        <a:ext uri="{FF2B5EF4-FFF2-40B4-BE49-F238E27FC236}">
                          <a16:creationId xmlns:a16="http://schemas.microsoft.com/office/drawing/2014/main" id="{622700F4-5512-440E-A4A0-4AA9EF42512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29224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5" name="Straight Connector 424">
                      <a:extLst>
                        <a:ext uri="{FF2B5EF4-FFF2-40B4-BE49-F238E27FC236}">
                          <a16:creationId xmlns:a16="http://schemas.microsoft.com/office/drawing/2014/main" id="{6F84B514-3CB4-4704-A680-0CB817E529B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63310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6" name="Straight Connector 425">
                      <a:extLst>
                        <a:ext uri="{FF2B5EF4-FFF2-40B4-BE49-F238E27FC236}">
                          <a16:creationId xmlns:a16="http://schemas.microsoft.com/office/drawing/2014/main" id="{43001724-A2A3-483F-B409-D41B93C7323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97396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7" name="Straight Connector 426">
                      <a:extLst>
                        <a:ext uri="{FF2B5EF4-FFF2-40B4-BE49-F238E27FC236}">
                          <a16:creationId xmlns:a16="http://schemas.microsoft.com/office/drawing/2014/main" id="{DC4FA647-E2DA-4B76-B0E8-9A9F95A0C13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24665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8" name="Straight Connector 427">
                      <a:extLst>
                        <a:ext uri="{FF2B5EF4-FFF2-40B4-BE49-F238E27FC236}">
                          <a16:creationId xmlns:a16="http://schemas.microsoft.com/office/drawing/2014/main" id="{8500EA5E-2355-45D4-B65D-362DAED3953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51934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9" name="Straight Connector 428">
                      <a:extLst>
                        <a:ext uri="{FF2B5EF4-FFF2-40B4-BE49-F238E27FC236}">
                          <a16:creationId xmlns:a16="http://schemas.microsoft.com/office/drawing/2014/main" id="{73B107B2-2B31-4508-BCF5-62A152D41A6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72385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0" name="Straight Connector 429">
                      <a:extLst>
                        <a:ext uri="{FF2B5EF4-FFF2-40B4-BE49-F238E27FC236}">
                          <a16:creationId xmlns:a16="http://schemas.microsoft.com/office/drawing/2014/main" id="{52FE2783-88B6-40E9-9C34-343D88CF697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86020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1" name="Straight Connector 430">
                      <a:extLst>
                        <a:ext uri="{FF2B5EF4-FFF2-40B4-BE49-F238E27FC236}">
                          <a16:creationId xmlns:a16="http://schemas.microsoft.com/office/drawing/2014/main" id="{0156DBB3-C094-4AB7-A4D9-ACA918E7AEF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99654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9" name="Group 767">
                    <a:extLst>
                      <a:ext uri="{FF2B5EF4-FFF2-40B4-BE49-F238E27FC236}">
                        <a16:creationId xmlns:a16="http://schemas.microsoft.com/office/drawing/2014/main" id="{E068FB27-B9A9-4C13-9964-4F72FCCEEC05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4166426" y="1653991"/>
                    <a:ext cx="4776274" cy="4090305"/>
                    <a:chOff x="3390900" y="1996976"/>
                    <a:chExt cx="4686300" cy="4090305"/>
                  </a:xfrm>
                </p:grpSpPr>
                <p:cxnSp>
                  <p:nvCxnSpPr>
                    <p:cNvPr id="300" name="Straight Connector 299">
                      <a:extLst>
                        <a:ext uri="{FF2B5EF4-FFF2-40B4-BE49-F238E27FC236}">
                          <a16:creationId xmlns:a16="http://schemas.microsoft.com/office/drawing/2014/main" id="{8B70993D-2CC7-4928-B1B2-B1756712030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199697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1" name="Straight Connector 300">
                      <a:extLst>
                        <a:ext uri="{FF2B5EF4-FFF2-40B4-BE49-F238E27FC236}">
                          <a16:creationId xmlns:a16="http://schemas.microsoft.com/office/drawing/2014/main" id="{B986EAA5-F258-43CB-A540-0525E217620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33783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2" name="Straight Connector 301">
                      <a:extLst>
                        <a:ext uri="{FF2B5EF4-FFF2-40B4-BE49-F238E27FC236}">
                          <a16:creationId xmlns:a16="http://schemas.microsoft.com/office/drawing/2014/main" id="{E4C3E467-7783-436E-AF87-D0403551BB6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67869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3" name="Straight Connector 302">
                      <a:extLst>
                        <a:ext uri="{FF2B5EF4-FFF2-40B4-BE49-F238E27FC236}">
                          <a16:creationId xmlns:a16="http://schemas.microsoft.com/office/drawing/2014/main" id="{E822D2C5-392C-4F02-9461-FBE4386EF26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01955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4" name="Straight Connector 303">
                      <a:extLst>
                        <a:ext uri="{FF2B5EF4-FFF2-40B4-BE49-F238E27FC236}">
                          <a16:creationId xmlns:a16="http://schemas.microsoft.com/office/drawing/2014/main" id="{B2148343-BEBF-4662-A1F6-AB569CA79E8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36041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5" name="Straight Connector 304">
                      <a:extLst>
                        <a:ext uri="{FF2B5EF4-FFF2-40B4-BE49-F238E27FC236}">
                          <a16:creationId xmlns:a16="http://schemas.microsoft.com/office/drawing/2014/main" id="{A74EF36F-0682-4C3D-9702-2D18574D18E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70127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6" name="Straight Connector 305">
                      <a:extLst>
                        <a:ext uri="{FF2B5EF4-FFF2-40B4-BE49-F238E27FC236}">
                          <a16:creationId xmlns:a16="http://schemas.microsoft.com/office/drawing/2014/main" id="{64E70A56-BFD4-4619-8957-8DD15501C39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31482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7" name="Straight Connector 306">
                      <a:extLst>
                        <a:ext uri="{FF2B5EF4-FFF2-40B4-BE49-F238E27FC236}">
                          <a16:creationId xmlns:a16="http://schemas.microsoft.com/office/drawing/2014/main" id="{E9470AF9-86C4-4269-9A6C-6C96634C26C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58751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8" name="Straight Connector 307">
                      <a:extLst>
                        <a:ext uri="{FF2B5EF4-FFF2-40B4-BE49-F238E27FC236}">
                          <a16:creationId xmlns:a16="http://schemas.microsoft.com/office/drawing/2014/main" id="{E65916DA-93B9-4BC7-9768-6E85E3A5F25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79202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9" name="Straight Connector 308">
                      <a:extLst>
                        <a:ext uri="{FF2B5EF4-FFF2-40B4-BE49-F238E27FC236}">
                          <a16:creationId xmlns:a16="http://schemas.microsoft.com/office/drawing/2014/main" id="{943F8551-BA37-489A-AED3-215FBAED70F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92837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0" name="Straight Connector 309">
                      <a:extLst>
                        <a:ext uri="{FF2B5EF4-FFF2-40B4-BE49-F238E27FC236}">
                          <a16:creationId xmlns:a16="http://schemas.microsoft.com/office/drawing/2014/main" id="{5FDC1738-43E6-44D5-A2D0-CB8B5D83B20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06471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1" name="Straight Connector 310">
                      <a:extLst>
                        <a:ext uri="{FF2B5EF4-FFF2-40B4-BE49-F238E27FC236}">
                          <a16:creationId xmlns:a16="http://schemas.microsoft.com/office/drawing/2014/main" id="{BA1FFB4F-1D22-4D04-80B0-C1B77B9FFD4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13288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2" name="Straight Connector 311">
                      <a:extLst>
                        <a:ext uri="{FF2B5EF4-FFF2-40B4-BE49-F238E27FC236}">
                          <a16:creationId xmlns:a16="http://schemas.microsoft.com/office/drawing/2014/main" id="{14EA5C32-214E-44F7-925C-778D2170E57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20106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3" name="Straight Connector 312">
                      <a:extLst>
                        <a:ext uri="{FF2B5EF4-FFF2-40B4-BE49-F238E27FC236}">
                          <a16:creationId xmlns:a16="http://schemas.microsoft.com/office/drawing/2014/main" id="{89FF68C8-23B2-4564-94C8-A111847D47F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33740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4" name="Straight Connector 313">
                      <a:extLst>
                        <a:ext uri="{FF2B5EF4-FFF2-40B4-BE49-F238E27FC236}">
                          <a16:creationId xmlns:a16="http://schemas.microsoft.com/office/drawing/2014/main" id="{902DD370-201D-4C91-BFE0-7D9F9D51318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47374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5" name="Straight Connector 314">
                      <a:extLst>
                        <a:ext uri="{FF2B5EF4-FFF2-40B4-BE49-F238E27FC236}">
                          <a16:creationId xmlns:a16="http://schemas.microsoft.com/office/drawing/2014/main" id="{9E0B11B8-221B-4CD3-9E1C-0055E6425D0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61009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6" name="Straight Connector 315">
                      <a:extLst>
                        <a:ext uri="{FF2B5EF4-FFF2-40B4-BE49-F238E27FC236}">
                          <a16:creationId xmlns:a16="http://schemas.microsoft.com/office/drawing/2014/main" id="{A865F023-86A3-419C-A565-4D808D59391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26923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7" name="Straight Connector 316">
                      <a:extLst>
                        <a:ext uri="{FF2B5EF4-FFF2-40B4-BE49-F238E27FC236}">
                          <a16:creationId xmlns:a16="http://schemas.microsoft.com/office/drawing/2014/main" id="{95E47F0A-A1F6-4088-82E5-CC856254626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40557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8" name="Straight Connector 317">
                      <a:extLst>
                        <a:ext uri="{FF2B5EF4-FFF2-40B4-BE49-F238E27FC236}">
                          <a16:creationId xmlns:a16="http://schemas.microsoft.com/office/drawing/2014/main" id="{07B76276-764A-40AB-957F-2A36DCBDEAB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54192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9" name="Straight Connector 318">
                      <a:extLst>
                        <a:ext uri="{FF2B5EF4-FFF2-40B4-BE49-F238E27FC236}">
                          <a16:creationId xmlns:a16="http://schemas.microsoft.com/office/drawing/2014/main" id="{E3B8BA45-3C7A-4B6A-9FD0-B736A95776B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67826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0" name="Straight Connector 319">
                      <a:extLst>
                        <a:ext uri="{FF2B5EF4-FFF2-40B4-BE49-F238E27FC236}">
                          <a16:creationId xmlns:a16="http://schemas.microsoft.com/office/drawing/2014/main" id="{17FB3BB3-4CFB-4693-947F-ACFF427F775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74643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1" name="Straight Connector 320">
                      <a:extLst>
                        <a:ext uri="{FF2B5EF4-FFF2-40B4-BE49-F238E27FC236}">
                          <a16:creationId xmlns:a16="http://schemas.microsoft.com/office/drawing/2014/main" id="{08B87E9C-27B7-4E35-8F75-42D3878D69B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81460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2" name="Straight Connector 321">
                      <a:extLst>
                        <a:ext uri="{FF2B5EF4-FFF2-40B4-BE49-F238E27FC236}">
                          <a16:creationId xmlns:a16="http://schemas.microsoft.com/office/drawing/2014/main" id="{E1108D89-8135-4434-90CE-26AD1DA68CD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88278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3" name="Straight Connector 322">
                      <a:extLst>
                        <a:ext uri="{FF2B5EF4-FFF2-40B4-BE49-F238E27FC236}">
                          <a16:creationId xmlns:a16="http://schemas.microsoft.com/office/drawing/2014/main" id="{DE59A3CF-DBC7-45E1-B709-12AC6F4CC4B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595095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4" name="Straight Connector 323">
                      <a:extLst>
                        <a:ext uri="{FF2B5EF4-FFF2-40B4-BE49-F238E27FC236}">
                          <a16:creationId xmlns:a16="http://schemas.microsoft.com/office/drawing/2014/main" id="{9431A047-9F54-4691-9B9E-19BF1AB958F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601912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5" name="Straight Connector 324">
                      <a:extLst>
                        <a:ext uri="{FF2B5EF4-FFF2-40B4-BE49-F238E27FC236}">
                          <a16:creationId xmlns:a16="http://schemas.microsoft.com/office/drawing/2014/main" id="{8B1953C6-1AC9-4637-B79A-6A2284EF88E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6087281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6" name="Straight Connector 325">
                      <a:extLst>
                        <a:ext uri="{FF2B5EF4-FFF2-40B4-BE49-F238E27FC236}">
                          <a16:creationId xmlns:a16="http://schemas.microsoft.com/office/drawing/2014/main" id="{63A395B6-90E3-4065-9A6A-EED88E4AF3F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06514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7" name="Straight Connector 326">
                      <a:extLst>
                        <a:ext uri="{FF2B5EF4-FFF2-40B4-BE49-F238E27FC236}">
                          <a16:creationId xmlns:a16="http://schemas.microsoft.com/office/drawing/2014/main" id="{68F177CB-56FB-448E-97FF-5215C503055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40600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8" name="Straight Connector 327">
                      <a:extLst>
                        <a:ext uri="{FF2B5EF4-FFF2-40B4-BE49-F238E27FC236}">
                          <a16:creationId xmlns:a16="http://schemas.microsoft.com/office/drawing/2014/main" id="{A47E8943-78F4-4668-8444-0EEBF1FC629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74686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9" name="Straight Connector 328">
                      <a:extLst>
                        <a:ext uri="{FF2B5EF4-FFF2-40B4-BE49-F238E27FC236}">
                          <a16:creationId xmlns:a16="http://schemas.microsoft.com/office/drawing/2014/main" id="{FD476274-CC57-4512-AFF6-A93E1A6DEEF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08772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0" name="Straight Connector 329">
                      <a:extLst>
                        <a:ext uri="{FF2B5EF4-FFF2-40B4-BE49-F238E27FC236}">
                          <a16:creationId xmlns:a16="http://schemas.microsoft.com/office/drawing/2014/main" id="{C66D8A75-9AC8-4717-B213-827E3576392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42858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1" name="Straight Connector 330">
                      <a:extLst>
                        <a:ext uri="{FF2B5EF4-FFF2-40B4-BE49-F238E27FC236}">
                          <a16:creationId xmlns:a16="http://schemas.microsoft.com/office/drawing/2014/main" id="{B4A3A199-DAA2-4787-A42B-0174FCC9568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76944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2" name="Straight Connector 331">
                      <a:extLst>
                        <a:ext uri="{FF2B5EF4-FFF2-40B4-BE49-F238E27FC236}">
                          <a16:creationId xmlns:a16="http://schemas.microsoft.com/office/drawing/2014/main" id="{C78EBCD9-9323-49B8-B0CC-42BCB0AC1BC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04213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3" name="Straight Connector 332">
                      <a:extLst>
                        <a:ext uri="{FF2B5EF4-FFF2-40B4-BE49-F238E27FC236}">
                          <a16:creationId xmlns:a16="http://schemas.microsoft.com/office/drawing/2014/main" id="{99D5383A-92F2-4B25-9F2D-1BCB9C5DA4A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13332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4" name="Straight Connector 333">
                      <a:extLst>
                        <a:ext uri="{FF2B5EF4-FFF2-40B4-BE49-F238E27FC236}">
                          <a16:creationId xmlns:a16="http://schemas.microsoft.com/office/drawing/2014/main" id="{A84104F8-D08A-4EE1-AA5B-A7921EA52F5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47418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5" name="Straight Connector 334">
                      <a:extLst>
                        <a:ext uri="{FF2B5EF4-FFF2-40B4-BE49-F238E27FC236}">
                          <a16:creationId xmlns:a16="http://schemas.microsoft.com/office/drawing/2014/main" id="{5406D01B-9656-41E9-AC16-A92A3E76BDB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81504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6" name="Straight Connector 335">
                      <a:extLst>
                        <a:ext uri="{FF2B5EF4-FFF2-40B4-BE49-F238E27FC236}">
                          <a16:creationId xmlns:a16="http://schemas.microsoft.com/office/drawing/2014/main" id="{6542BFB6-9A2A-4119-86FF-8E480B4F5F0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15590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7" name="Straight Connector 336">
                      <a:extLst>
                        <a:ext uri="{FF2B5EF4-FFF2-40B4-BE49-F238E27FC236}">
                          <a16:creationId xmlns:a16="http://schemas.microsoft.com/office/drawing/2014/main" id="{0D5CFAF2-36B2-43D7-A629-F2D0DF83576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49676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8" name="Straight Connector 337">
                      <a:extLst>
                        <a:ext uri="{FF2B5EF4-FFF2-40B4-BE49-F238E27FC236}">
                          <a16:creationId xmlns:a16="http://schemas.microsoft.com/office/drawing/2014/main" id="{42169927-532A-4190-BB16-08D659A0CCD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83762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9" name="Straight Connector 338">
                      <a:extLst>
                        <a:ext uri="{FF2B5EF4-FFF2-40B4-BE49-F238E27FC236}">
                          <a16:creationId xmlns:a16="http://schemas.microsoft.com/office/drawing/2014/main" id="{1DD81185-A42E-46B2-AFEC-19DFB004EE7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11030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0" name="Straight Connector 339">
                      <a:extLst>
                        <a:ext uri="{FF2B5EF4-FFF2-40B4-BE49-F238E27FC236}">
                          <a16:creationId xmlns:a16="http://schemas.microsoft.com/office/drawing/2014/main" id="{8471AC9C-DB91-4B2E-A568-947764E5A40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38299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1" name="Straight Connector 340">
                      <a:extLst>
                        <a:ext uri="{FF2B5EF4-FFF2-40B4-BE49-F238E27FC236}">
                          <a16:creationId xmlns:a16="http://schemas.microsoft.com/office/drawing/2014/main" id="{67B408EE-212A-4BD3-ADB8-15D29A3F64B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20149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2" name="Straight Connector 341">
                      <a:extLst>
                        <a:ext uri="{FF2B5EF4-FFF2-40B4-BE49-F238E27FC236}">
                          <a16:creationId xmlns:a16="http://schemas.microsoft.com/office/drawing/2014/main" id="{21F1A397-D18C-4651-9EDA-28FB1B73B8F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54235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3" name="Straight Connector 342">
                      <a:extLst>
                        <a:ext uri="{FF2B5EF4-FFF2-40B4-BE49-F238E27FC236}">
                          <a16:creationId xmlns:a16="http://schemas.microsoft.com/office/drawing/2014/main" id="{AD84CCCC-A9D5-41F7-8D33-AB5B520C094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88321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4" name="Straight Connector 343">
                      <a:extLst>
                        <a:ext uri="{FF2B5EF4-FFF2-40B4-BE49-F238E27FC236}">
                          <a16:creationId xmlns:a16="http://schemas.microsoft.com/office/drawing/2014/main" id="{5B65A2AA-D0FA-43A9-95E8-544AC01C569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22407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5" name="Straight Connector 344">
                      <a:extLst>
                        <a:ext uri="{FF2B5EF4-FFF2-40B4-BE49-F238E27FC236}">
                          <a16:creationId xmlns:a16="http://schemas.microsoft.com/office/drawing/2014/main" id="{CC601903-6555-45C8-B5D8-8DC22FFC6E1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56493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6" name="Straight Connector 345">
                      <a:extLst>
                        <a:ext uri="{FF2B5EF4-FFF2-40B4-BE49-F238E27FC236}">
                          <a16:creationId xmlns:a16="http://schemas.microsoft.com/office/drawing/2014/main" id="{286CF4BC-5EC2-4316-9579-60E104D9C60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90579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7" name="Straight Connector 346">
                      <a:extLst>
                        <a:ext uri="{FF2B5EF4-FFF2-40B4-BE49-F238E27FC236}">
                          <a16:creationId xmlns:a16="http://schemas.microsoft.com/office/drawing/2014/main" id="{BE2951D8-53AE-44B9-A3C7-3C1FC6DD8AD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17848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8" name="Straight Connector 347">
                      <a:extLst>
                        <a:ext uri="{FF2B5EF4-FFF2-40B4-BE49-F238E27FC236}">
                          <a16:creationId xmlns:a16="http://schemas.microsoft.com/office/drawing/2014/main" id="{C06C518F-DD4A-4BB7-A796-175AD0E94C4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451168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9" name="Straight Connector 348">
                      <a:extLst>
                        <a:ext uri="{FF2B5EF4-FFF2-40B4-BE49-F238E27FC236}">
                          <a16:creationId xmlns:a16="http://schemas.microsoft.com/office/drawing/2014/main" id="{DD2306DF-7F19-445A-A79F-9ADF8D115E4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65568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0" name="Straight Connector 349">
                      <a:extLst>
                        <a:ext uri="{FF2B5EF4-FFF2-40B4-BE49-F238E27FC236}">
                          <a16:creationId xmlns:a16="http://schemas.microsoft.com/office/drawing/2014/main" id="{96142AF5-AD57-484B-948F-80301A84204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26966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1" name="Straight Connector 350">
                      <a:extLst>
                        <a:ext uri="{FF2B5EF4-FFF2-40B4-BE49-F238E27FC236}">
                          <a16:creationId xmlns:a16="http://schemas.microsoft.com/office/drawing/2014/main" id="{00E2658A-9CF4-4073-8D74-30F1A17F8B0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61052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2" name="Straight Connector 351">
                      <a:extLst>
                        <a:ext uri="{FF2B5EF4-FFF2-40B4-BE49-F238E27FC236}">
                          <a16:creationId xmlns:a16="http://schemas.microsoft.com/office/drawing/2014/main" id="{F98CF15F-BE54-4E50-AEC0-FA7E6382AE1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295138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3" name="Straight Connector 352">
                      <a:extLst>
                        <a:ext uri="{FF2B5EF4-FFF2-40B4-BE49-F238E27FC236}">
                          <a16:creationId xmlns:a16="http://schemas.microsoft.com/office/drawing/2014/main" id="{B302A9B9-A201-40E4-B606-0EEFF19592E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29224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4" name="Straight Connector 353">
                      <a:extLst>
                        <a:ext uri="{FF2B5EF4-FFF2-40B4-BE49-F238E27FC236}">
                          <a16:creationId xmlns:a16="http://schemas.microsoft.com/office/drawing/2014/main" id="{C9CF8C3D-5803-4FA1-819C-D16FA76C9AD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63310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5" name="Straight Connector 354">
                      <a:extLst>
                        <a:ext uri="{FF2B5EF4-FFF2-40B4-BE49-F238E27FC236}">
                          <a16:creationId xmlns:a16="http://schemas.microsoft.com/office/drawing/2014/main" id="{A9A5BBCA-7A79-473B-AF70-DBCFCBF8D40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397396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6" name="Straight Connector 355">
                      <a:extLst>
                        <a:ext uri="{FF2B5EF4-FFF2-40B4-BE49-F238E27FC236}">
                          <a16:creationId xmlns:a16="http://schemas.microsoft.com/office/drawing/2014/main" id="{971B650E-4024-488B-9B67-6570D1EEAA3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246652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7" name="Straight Connector 356">
                      <a:extLst>
                        <a:ext uri="{FF2B5EF4-FFF2-40B4-BE49-F238E27FC236}">
                          <a16:creationId xmlns:a16="http://schemas.microsoft.com/office/drawing/2014/main" id="{920B218E-9A50-45F7-9473-9B6422EE013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51934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8" name="Straight Connector 357">
                      <a:extLst>
                        <a:ext uri="{FF2B5EF4-FFF2-40B4-BE49-F238E27FC236}">
                          <a16:creationId xmlns:a16="http://schemas.microsoft.com/office/drawing/2014/main" id="{037A06B8-3B95-4816-BF2D-EFFA79D4EB1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723856"/>
                      <a:ext cx="4686300" cy="0"/>
                    </a:xfrm>
                    <a:prstGeom prst="line">
                      <a:avLst/>
                    </a:prstGeom>
                    <a:ln w="19050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9" name="Straight Connector 358">
                      <a:extLst>
                        <a:ext uri="{FF2B5EF4-FFF2-40B4-BE49-F238E27FC236}">
                          <a16:creationId xmlns:a16="http://schemas.microsoft.com/office/drawing/2014/main" id="{00A2C776-EB8E-4179-9479-E2B547BF420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860200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0" name="Straight Connector 359">
                      <a:extLst>
                        <a:ext uri="{FF2B5EF4-FFF2-40B4-BE49-F238E27FC236}">
                          <a16:creationId xmlns:a16="http://schemas.microsoft.com/office/drawing/2014/main" id="{D7A0F7AE-BE88-488A-BCAB-018474F636C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90900" y="4996544"/>
                      <a:ext cx="4686300" cy="0"/>
                    </a:xfrm>
                    <a:prstGeom prst="line">
                      <a:avLst/>
                    </a:prstGeom>
                    <a:ln w="3175">
                      <a:solidFill>
                        <a:srgbClr val="6699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48" name="Straight Arrow Connector 3">
                  <a:extLst>
                    <a:ext uri="{FF2B5EF4-FFF2-40B4-BE49-F238E27FC236}">
                      <a16:creationId xmlns:a16="http://schemas.microsoft.com/office/drawing/2014/main" id="{C84ED0B2-8E62-4EA8-BE1C-7D6EB5045281}"/>
                    </a:ext>
                  </a:extLst>
                </p:cNvPr>
                <p:cNvCxnSpPr/>
                <p:nvPr/>
              </p:nvCxnSpPr>
              <p:spPr>
                <a:xfrm flipV="1">
                  <a:off x="4849561" y="2059321"/>
                  <a:ext cx="0" cy="3686710"/>
                </a:xfrm>
                <a:prstGeom prst="straightConnector1">
                  <a:avLst/>
                </a:prstGeom>
                <a:ln w="38100">
                  <a:solidFill>
                    <a:srgbClr val="00206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Arrow Connector 3">
                  <a:extLst>
                    <a:ext uri="{FF2B5EF4-FFF2-40B4-BE49-F238E27FC236}">
                      <a16:creationId xmlns:a16="http://schemas.microsoft.com/office/drawing/2014/main" id="{CA7F5146-9731-4637-B474-3E199B295570}"/>
                    </a:ext>
                  </a:extLst>
                </p:cNvPr>
                <p:cNvCxnSpPr/>
                <p:nvPr/>
              </p:nvCxnSpPr>
              <p:spPr>
                <a:xfrm>
                  <a:off x="4842836" y="5745544"/>
                  <a:ext cx="3714568" cy="0"/>
                </a:xfrm>
                <a:prstGeom prst="straightConnector1">
                  <a:avLst/>
                </a:prstGeom>
                <a:ln w="38100">
                  <a:solidFill>
                    <a:srgbClr val="00206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50" name="Group 859">
                  <a:extLst>
                    <a:ext uri="{FF2B5EF4-FFF2-40B4-BE49-F238E27FC236}">
                      <a16:creationId xmlns:a16="http://schemas.microsoft.com/office/drawing/2014/main" id="{80FD96E7-57DD-4F9A-9B8C-0EF95DF4CAD6}"/>
                    </a:ext>
                  </a:extLst>
                </p:cNvPr>
                <p:cNvGrpSpPr/>
                <p:nvPr/>
              </p:nvGrpSpPr>
              <p:grpSpPr>
                <a:xfrm>
                  <a:off x="4850818" y="5729952"/>
                  <a:ext cx="3409407" cy="123217"/>
                  <a:chOff x="4850818" y="6067912"/>
                  <a:chExt cx="3409407" cy="123217"/>
                </a:xfrm>
              </p:grpSpPr>
              <p:cxnSp>
                <p:nvCxnSpPr>
                  <p:cNvPr id="287" name="Straight Connector 286">
                    <a:extLst>
                      <a:ext uri="{FF2B5EF4-FFF2-40B4-BE49-F238E27FC236}">
                        <a16:creationId xmlns:a16="http://schemas.microsoft.com/office/drawing/2014/main" id="{CE7812E5-4755-498C-BC10-2C49525DFADB}"/>
                      </a:ext>
                    </a:extLst>
                  </p:cNvPr>
                  <p:cNvCxnSpPr/>
                  <p:nvPr/>
                </p:nvCxnSpPr>
                <p:spPr>
                  <a:xfrm>
                    <a:off x="5873641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8" name="Straight Connector 287">
                    <a:extLst>
                      <a:ext uri="{FF2B5EF4-FFF2-40B4-BE49-F238E27FC236}">
                        <a16:creationId xmlns:a16="http://schemas.microsoft.com/office/drawing/2014/main" id="{5FC00E67-3E64-4815-8354-2A01934A067E}"/>
                      </a:ext>
                    </a:extLst>
                  </p:cNvPr>
                  <p:cNvCxnSpPr/>
                  <p:nvPr/>
                </p:nvCxnSpPr>
                <p:spPr>
                  <a:xfrm>
                    <a:off x="6214582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9" name="Straight Connector 288">
                    <a:extLst>
                      <a:ext uri="{FF2B5EF4-FFF2-40B4-BE49-F238E27FC236}">
                        <a16:creationId xmlns:a16="http://schemas.microsoft.com/office/drawing/2014/main" id="{46981B5C-C071-4AF1-9E82-55D2D398C513}"/>
                      </a:ext>
                    </a:extLst>
                  </p:cNvPr>
                  <p:cNvCxnSpPr/>
                  <p:nvPr/>
                </p:nvCxnSpPr>
                <p:spPr>
                  <a:xfrm>
                    <a:off x="6896464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0" name="Straight Connector 289">
                    <a:extLst>
                      <a:ext uri="{FF2B5EF4-FFF2-40B4-BE49-F238E27FC236}">
                        <a16:creationId xmlns:a16="http://schemas.microsoft.com/office/drawing/2014/main" id="{9917D396-70DA-41F1-B3E3-656DF15A16FD}"/>
                      </a:ext>
                    </a:extLst>
                  </p:cNvPr>
                  <p:cNvCxnSpPr/>
                  <p:nvPr/>
                </p:nvCxnSpPr>
                <p:spPr>
                  <a:xfrm>
                    <a:off x="7237405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1" name="Straight Connector 290">
                    <a:extLst>
                      <a:ext uri="{FF2B5EF4-FFF2-40B4-BE49-F238E27FC236}">
                        <a16:creationId xmlns:a16="http://schemas.microsoft.com/office/drawing/2014/main" id="{EFF47497-874D-4C5D-A3C4-D1E06C56497C}"/>
                      </a:ext>
                    </a:extLst>
                  </p:cNvPr>
                  <p:cNvCxnSpPr/>
                  <p:nvPr/>
                </p:nvCxnSpPr>
                <p:spPr>
                  <a:xfrm>
                    <a:off x="7578346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2" name="Straight Connector 291">
                    <a:extLst>
                      <a:ext uri="{FF2B5EF4-FFF2-40B4-BE49-F238E27FC236}">
                        <a16:creationId xmlns:a16="http://schemas.microsoft.com/office/drawing/2014/main" id="{BFF85583-4FF8-49E0-B613-C6E733379190}"/>
                      </a:ext>
                    </a:extLst>
                  </p:cNvPr>
                  <p:cNvCxnSpPr/>
                  <p:nvPr/>
                </p:nvCxnSpPr>
                <p:spPr>
                  <a:xfrm>
                    <a:off x="7919287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3" name="Straight Connector 292">
                    <a:extLst>
                      <a:ext uri="{FF2B5EF4-FFF2-40B4-BE49-F238E27FC236}">
                        <a16:creationId xmlns:a16="http://schemas.microsoft.com/office/drawing/2014/main" id="{79CEB417-5510-42A6-81FC-B857233A07B9}"/>
                      </a:ext>
                    </a:extLst>
                  </p:cNvPr>
                  <p:cNvCxnSpPr/>
                  <p:nvPr/>
                </p:nvCxnSpPr>
                <p:spPr>
                  <a:xfrm>
                    <a:off x="8260225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4" name="Straight Connector 293">
                    <a:extLst>
                      <a:ext uri="{FF2B5EF4-FFF2-40B4-BE49-F238E27FC236}">
                        <a16:creationId xmlns:a16="http://schemas.microsoft.com/office/drawing/2014/main" id="{6920E22B-EB0A-4F8C-89A4-6E539ECDE41E}"/>
                      </a:ext>
                    </a:extLst>
                  </p:cNvPr>
                  <p:cNvCxnSpPr/>
                  <p:nvPr/>
                </p:nvCxnSpPr>
                <p:spPr>
                  <a:xfrm>
                    <a:off x="5532700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5" name="Straight Connector 294">
                    <a:extLst>
                      <a:ext uri="{FF2B5EF4-FFF2-40B4-BE49-F238E27FC236}">
                        <a16:creationId xmlns:a16="http://schemas.microsoft.com/office/drawing/2014/main" id="{DD75F0F0-E293-4349-9161-E048F49488AA}"/>
                      </a:ext>
                    </a:extLst>
                  </p:cNvPr>
                  <p:cNvCxnSpPr/>
                  <p:nvPr/>
                </p:nvCxnSpPr>
                <p:spPr>
                  <a:xfrm>
                    <a:off x="5191759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6" name="Straight Connector 295">
                    <a:extLst>
                      <a:ext uri="{FF2B5EF4-FFF2-40B4-BE49-F238E27FC236}">
                        <a16:creationId xmlns:a16="http://schemas.microsoft.com/office/drawing/2014/main" id="{7C8A19D5-71C5-4521-9C12-14AE1791ADBC}"/>
                      </a:ext>
                    </a:extLst>
                  </p:cNvPr>
                  <p:cNvCxnSpPr/>
                  <p:nvPr/>
                </p:nvCxnSpPr>
                <p:spPr>
                  <a:xfrm>
                    <a:off x="4850818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7" name="Straight Connector 296">
                    <a:extLst>
                      <a:ext uri="{FF2B5EF4-FFF2-40B4-BE49-F238E27FC236}">
                        <a16:creationId xmlns:a16="http://schemas.microsoft.com/office/drawing/2014/main" id="{DCED719C-813D-49D0-9390-7C9FEB7F5FFC}"/>
                      </a:ext>
                    </a:extLst>
                  </p:cNvPr>
                  <p:cNvCxnSpPr/>
                  <p:nvPr/>
                </p:nvCxnSpPr>
                <p:spPr>
                  <a:xfrm>
                    <a:off x="6555523" y="6067912"/>
                    <a:ext cx="0" cy="123217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1" name="Group 857">
                  <a:extLst>
                    <a:ext uri="{FF2B5EF4-FFF2-40B4-BE49-F238E27FC236}">
                      <a16:creationId xmlns:a16="http://schemas.microsoft.com/office/drawing/2014/main" id="{5551A4D9-CE5C-453B-9D23-679357A5E0C1}"/>
                    </a:ext>
                  </a:extLst>
                </p:cNvPr>
                <p:cNvGrpSpPr/>
                <p:nvPr/>
              </p:nvGrpSpPr>
              <p:grpSpPr>
                <a:xfrm>
                  <a:off x="4751476" y="2337757"/>
                  <a:ext cx="93207" cy="3410085"/>
                  <a:chOff x="4322068" y="2337757"/>
                  <a:chExt cx="93207" cy="3410085"/>
                </a:xfrm>
              </p:grpSpPr>
              <p:cxnSp>
                <p:nvCxnSpPr>
                  <p:cNvPr id="276" name="Straight Connector 275">
                    <a:extLst>
                      <a:ext uri="{FF2B5EF4-FFF2-40B4-BE49-F238E27FC236}">
                        <a16:creationId xmlns:a16="http://schemas.microsoft.com/office/drawing/2014/main" id="{590F76D0-B063-440B-9612-206F5D988BC4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5747842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7" name="Straight Connector 276">
                    <a:extLst>
                      <a:ext uri="{FF2B5EF4-FFF2-40B4-BE49-F238E27FC236}">
                        <a16:creationId xmlns:a16="http://schemas.microsoft.com/office/drawing/2014/main" id="{FC3CC431-70D6-491A-B9F0-5585EBA3AB53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2337757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8" name="Straight Connector 277">
                    <a:extLst>
                      <a:ext uri="{FF2B5EF4-FFF2-40B4-BE49-F238E27FC236}">
                        <a16:creationId xmlns:a16="http://schemas.microsoft.com/office/drawing/2014/main" id="{DC439887-1DC3-4CDF-A3F3-A2B3770A93E6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2678766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9" name="Straight Connector 278">
                    <a:extLst>
                      <a:ext uri="{FF2B5EF4-FFF2-40B4-BE49-F238E27FC236}">
                        <a16:creationId xmlns:a16="http://schemas.microsoft.com/office/drawing/2014/main" id="{B4093D62-3F39-4B92-8683-1950F1B1406A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3019775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0" name="Straight Connector 279">
                    <a:extLst>
                      <a:ext uri="{FF2B5EF4-FFF2-40B4-BE49-F238E27FC236}">
                        <a16:creationId xmlns:a16="http://schemas.microsoft.com/office/drawing/2014/main" id="{60E67B57-2FFB-473D-A53D-18F26E51B77F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3360784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1" name="Straight Connector 280">
                    <a:extLst>
                      <a:ext uri="{FF2B5EF4-FFF2-40B4-BE49-F238E27FC236}">
                        <a16:creationId xmlns:a16="http://schemas.microsoft.com/office/drawing/2014/main" id="{42410C1D-D56C-4D5F-919D-318D6F44FACD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3701793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2" name="Straight Connector 281">
                    <a:extLst>
                      <a:ext uri="{FF2B5EF4-FFF2-40B4-BE49-F238E27FC236}">
                        <a16:creationId xmlns:a16="http://schemas.microsoft.com/office/drawing/2014/main" id="{656790F6-D4E8-4C65-AA63-EA2578AA09C2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4042802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3" name="Straight Connector 282">
                    <a:extLst>
                      <a:ext uri="{FF2B5EF4-FFF2-40B4-BE49-F238E27FC236}">
                        <a16:creationId xmlns:a16="http://schemas.microsoft.com/office/drawing/2014/main" id="{2637324C-92B0-4D43-A813-562CAB3EC81D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4383811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4" name="Straight Connector 283">
                    <a:extLst>
                      <a:ext uri="{FF2B5EF4-FFF2-40B4-BE49-F238E27FC236}">
                        <a16:creationId xmlns:a16="http://schemas.microsoft.com/office/drawing/2014/main" id="{DF0F4D30-5DD2-4C6C-9D06-618F865D2525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4724820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5" name="Straight Connector 284">
                    <a:extLst>
                      <a:ext uri="{FF2B5EF4-FFF2-40B4-BE49-F238E27FC236}">
                        <a16:creationId xmlns:a16="http://schemas.microsoft.com/office/drawing/2014/main" id="{01F1D1EA-7E5B-4D22-A32F-3E2261B72F56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5065829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6" name="Straight Connector 285">
                    <a:extLst>
                      <a:ext uri="{FF2B5EF4-FFF2-40B4-BE49-F238E27FC236}">
                        <a16:creationId xmlns:a16="http://schemas.microsoft.com/office/drawing/2014/main" id="{E46758AD-FEAD-4435-8040-7E9CCC90D92D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22068" y="5406838"/>
                    <a:ext cx="93207" cy="0"/>
                  </a:xfrm>
                  <a:prstGeom prst="line">
                    <a:avLst/>
                  </a:prstGeom>
                  <a:ln w="3810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52" name="TextBox 251">
                  <a:extLst>
                    <a:ext uri="{FF2B5EF4-FFF2-40B4-BE49-F238E27FC236}">
                      <a16:creationId xmlns:a16="http://schemas.microsoft.com/office/drawing/2014/main" id="{E787258F-C27E-4286-9EBF-3DCEB50835B8}"/>
                    </a:ext>
                  </a:extLst>
                </p:cNvPr>
                <p:cNvSpPr txBox="1"/>
                <p:nvPr/>
              </p:nvSpPr>
              <p:spPr>
                <a:xfrm>
                  <a:off x="464321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0</a:t>
                  </a:r>
                </a:p>
              </p:txBody>
            </p:sp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DA29F55B-67E6-44E8-8973-E8EB6EB4C935}"/>
                    </a:ext>
                  </a:extLst>
                </p:cNvPr>
                <p:cNvSpPr txBox="1"/>
                <p:nvPr/>
              </p:nvSpPr>
              <p:spPr>
                <a:xfrm>
                  <a:off x="498379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10</a:t>
                  </a:r>
                </a:p>
              </p:txBody>
            </p:sp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id="{19F6CE51-A666-4125-8774-1C4BCBEF200E}"/>
                    </a:ext>
                  </a:extLst>
                </p:cNvPr>
                <p:cNvSpPr txBox="1"/>
                <p:nvPr/>
              </p:nvSpPr>
              <p:spPr>
                <a:xfrm>
                  <a:off x="532437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20</a:t>
                  </a:r>
                </a:p>
              </p:txBody>
            </p:sp>
            <p:sp>
              <p:nvSpPr>
                <p:cNvPr id="255" name="TextBox 254">
                  <a:extLst>
                    <a:ext uri="{FF2B5EF4-FFF2-40B4-BE49-F238E27FC236}">
                      <a16:creationId xmlns:a16="http://schemas.microsoft.com/office/drawing/2014/main" id="{BD894CEB-174B-41DB-BBEF-B37C93EABA0C}"/>
                    </a:ext>
                  </a:extLst>
                </p:cNvPr>
                <p:cNvSpPr txBox="1"/>
                <p:nvPr/>
              </p:nvSpPr>
              <p:spPr>
                <a:xfrm>
                  <a:off x="566495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30</a:t>
                  </a:r>
                </a:p>
              </p:txBody>
            </p:sp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id="{ED35DA18-1F0A-4D8C-A5C1-1967D9C95FA3}"/>
                    </a:ext>
                  </a:extLst>
                </p:cNvPr>
                <p:cNvSpPr txBox="1"/>
                <p:nvPr/>
              </p:nvSpPr>
              <p:spPr>
                <a:xfrm>
                  <a:off x="600553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40</a:t>
                  </a:r>
                </a:p>
              </p:txBody>
            </p:sp>
            <p:sp>
              <p:nvSpPr>
                <p:cNvPr id="257" name="TextBox 256">
                  <a:extLst>
                    <a:ext uri="{FF2B5EF4-FFF2-40B4-BE49-F238E27FC236}">
                      <a16:creationId xmlns:a16="http://schemas.microsoft.com/office/drawing/2014/main" id="{051F8884-BFB6-449C-B546-A838DD2B6959}"/>
                    </a:ext>
                  </a:extLst>
                </p:cNvPr>
                <p:cNvSpPr txBox="1"/>
                <p:nvPr/>
              </p:nvSpPr>
              <p:spPr>
                <a:xfrm>
                  <a:off x="634611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50</a:t>
                  </a:r>
                </a:p>
              </p:txBody>
            </p:sp>
            <p:sp>
              <p:nvSpPr>
                <p:cNvPr id="258" name="TextBox 257">
                  <a:extLst>
                    <a:ext uri="{FF2B5EF4-FFF2-40B4-BE49-F238E27FC236}">
                      <a16:creationId xmlns:a16="http://schemas.microsoft.com/office/drawing/2014/main" id="{45AA3D00-6716-4D4B-BA1D-A9CFBF081E1B}"/>
                    </a:ext>
                  </a:extLst>
                </p:cNvPr>
                <p:cNvSpPr txBox="1"/>
                <p:nvPr/>
              </p:nvSpPr>
              <p:spPr>
                <a:xfrm>
                  <a:off x="668669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60</a:t>
                  </a:r>
                </a:p>
              </p:txBody>
            </p:sp>
            <p:sp>
              <p:nvSpPr>
                <p:cNvPr id="259" name="TextBox 258">
                  <a:extLst>
                    <a:ext uri="{FF2B5EF4-FFF2-40B4-BE49-F238E27FC236}">
                      <a16:creationId xmlns:a16="http://schemas.microsoft.com/office/drawing/2014/main" id="{1F62314A-FB0C-485F-AD0B-45DC6EC14685}"/>
                    </a:ext>
                  </a:extLst>
                </p:cNvPr>
                <p:cNvSpPr txBox="1"/>
                <p:nvPr/>
              </p:nvSpPr>
              <p:spPr>
                <a:xfrm>
                  <a:off x="702727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70</a:t>
                  </a:r>
                </a:p>
              </p:txBody>
            </p:sp>
            <p:sp>
              <p:nvSpPr>
                <p:cNvPr id="260" name="TextBox 259">
                  <a:extLst>
                    <a:ext uri="{FF2B5EF4-FFF2-40B4-BE49-F238E27FC236}">
                      <a16:creationId xmlns:a16="http://schemas.microsoft.com/office/drawing/2014/main" id="{0CF7C8BF-C5AF-4FB0-BDC0-F703EFB80ABF}"/>
                    </a:ext>
                  </a:extLst>
                </p:cNvPr>
                <p:cNvSpPr txBox="1"/>
                <p:nvPr/>
              </p:nvSpPr>
              <p:spPr>
                <a:xfrm>
                  <a:off x="736785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80</a:t>
                  </a:r>
                </a:p>
              </p:txBody>
            </p:sp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id="{ABDA79CF-3EE2-4DDC-9ED0-D8014D18E181}"/>
                    </a:ext>
                  </a:extLst>
                </p:cNvPr>
                <p:cNvSpPr txBox="1"/>
                <p:nvPr/>
              </p:nvSpPr>
              <p:spPr>
                <a:xfrm>
                  <a:off x="7708434" y="5781534"/>
                  <a:ext cx="4191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90</a:t>
                  </a:r>
                </a:p>
              </p:txBody>
            </p:sp>
            <p:sp>
              <p:nvSpPr>
                <p:cNvPr id="262" name="TextBox 261">
                  <a:extLst>
                    <a:ext uri="{FF2B5EF4-FFF2-40B4-BE49-F238E27FC236}">
                      <a16:creationId xmlns:a16="http://schemas.microsoft.com/office/drawing/2014/main" id="{C982063C-C2BD-46CA-8904-69595BC6ABA5}"/>
                    </a:ext>
                  </a:extLst>
                </p:cNvPr>
                <p:cNvSpPr txBox="1"/>
                <p:nvPr/>
              </p:nvSpPr>
              <p:spPr>
                <a:xfrm>
                  <a:off x="8009936" y="5781534"/>
                  <a:ext cx="49482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itchFamily="34" charset="0"/>
                      <a:cs typeface="Arial" pitchFamily="34" charset="0"/>
                    </a:rPr>
                    <a:t>100</a:t>
                  </a:r>
                </a:p>
              </p:txBody>
            </p:sp>
            <p:grpSp>
              <p:nvGrpSpPr>
                <p:cNvPr id="263" name="Group 885">
                  <a:extLst>
                    <a:ext uri="{FF2B5EF4-FFF2-40B4-BE49-F238E27FC236}">
                      <a16:creationId xmlns:a16="http://schemas.microsoft.com/office/drawing/2014/main" id="{499CAF0F-D39B-48FC-88E3-251B695B677E}"/>
                    </a:ext>
                  </a:extLst>
                </p:cNvPr>
                <p:cNvGrpSpPr/>
                <p:nvPr/>
              </p:nvGrpSpPr>
              <p:grpSpPr>
                <a:xfrm>
                  <a:off x="4371299" y="2183895"/>
                  <a:ext cx="419113" cy="3718871"/>
                  <a:chOff x="4111802" y="2183895"/>
                  <a:chExt cx="419113" cy="3718871"/>
                </a:xfrm>
              </p:grpSpPr>
              <p:sp>
                <p:nvSpPr>
                  <p:cNvPr id="265" name="TextBox 264">
                    <a:extLst>
                      <a:ext uri="{FF2B5EF4-FFF2-40B4-BE49-F238E27FC236}">
                        <a16:creationId xmlns:a16="http://schemas.microsoft.com/office/drawing/2014/main" id="{CDC6AA9A-E3B9-4DD9-A286-EED141763B36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5594989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0</a:t>
                    </a:r>
                  </a:p>
                </p:txBody>
              </p:sp>
              <p:sp>
                <p:nvSpPr>
                  <p:cNvPr id="266" name="TextBox 265">
                    <a:extLst>
                      <a:ext uri="{FF2B5EF4-FFF2-40B4-BE49-F238E27FC236}">
                        <a16:creationId xmlns:a16="http://schemas.microsoft.com/office/drawing/2014/main" id="{48871B47-C13E-4711-BDBC-36236138FE09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5253876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1</a:t>
                    </a:r>
                  </a:p>
                </p:txBody>
              </p:sp>
              <p:sp>
                <p:nvSpPr>
                  <p:cNvPr id="267" name="TextBox 266">
                    <a:extLst>
                      <a:ext uri="{FF2B5EF4-FFF2-40B4-BE49-F238E27FC236}">
                        <a16:creationId xmlns:a16="http://schemas.microsoft.com/office/drawing/2014/main" id="{ECB5BEFE-8D66-4BA7-8DFB-F18F4886E507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4912767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2</a:t>
                    </a:r>
                  </a:p>
                </p:txBody>
              </p:sp>
              <p:sp>
                <p:nvSpPr>
                  <p:cNvPr id="268" name="TextBox 267">
                    <a:extLst>
                      <a:ext uri="{FF2B5EF4-FFF2-40B4-BE49-F238E27FC236}">
                        <a16:creationId xmlns:a16="http://schemas.microsoft.com/office/drawing/2014/main" id="{0204116A-D0A7-4344-9818-DA2A39487147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4571658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3</a:t>
                    </a:r>
                  </a:p>
                </p:txBody>
              </p:sp>
              <p:sp>
                <p:nvSpPr>
                  <p:cNvPr id="269" name="TextBox 268">
                    <a:extLst>
                      <a:ext uri="{FF2B5EF4-FFF2-40B4-BE49-F238E27FC236}">
                        <a16:creationId xmlns:a16="http://schemas.microsoft.com/office/drawing/2014/main" id="{D02C0977-CF56-44DF-AD24-FA39A2B473C0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4230549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4</a:t>
                    </a:r>
                  </a:p>
                </p:txBody>
              </p:sp>
              <p:sp>
                <p:nvSpPr>
                  <p:cNvPr id="270" name="TextBox 269">
                    <a:extLst>
                      <a:ext uri="{FF2B5EF4-FFF2-40B4-BE49-F238E27FC236}">
                        <a16:creationId xmlns:a16="http://schemas.microsoft.com/office/drawing/2014/main" id="{1DDD454B-3F46-41BA-8809-8028F116C233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3889440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5</a:t>
                    </a:r>
                  </a:p>
                </p:txBody>
              </p:sp>
              <p:sp>
                <p:nvSpPr>
                  <p:cNvPr id="271" name="TextBox 270">
                    <a:extLst>
                      <a:ext uri="{FF2B5EF4-FFF2-40B4-BE49-F238E27FC236}">
                        <a16:creationId xmlns:a16="http://schemas.microsoft.com/office/drawing/2014/main" id="{E45C3CEE-84A9-4874-918A-59CB5191CA7F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3548331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6</a:t>
                    </a:r>
                  </a:p>
                </p:txBody>
              </p:sp>
              <p:sp>
                <p:nvSpPr>
                  <p:cNvPr id="272" name="TextBox 271">
                    <a:extLst>
                      <a:ext uri="{FF2B5EF4-FFF2-40B4-BE49-F238E27FC236}">
                        <a16:creationId xmlns:a16="http://schemas.microsoft.com/office/drawing/2014/main" id="{5405B85D-FC10-42AC-B880-6CEF0BD81483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3207222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7</a:t>
                    </a:r>
                  </a:p>
                </p:txBody>
              </p:sp>
              <p:sp>
                <p:nvSpPr>
                  <p:cNvPr id="273" name="TextBox 272">
                    <a:extLst>
                      <a:ext uri="{FF2B5EF4-FFF2-40B4-BE49-F238E27FC236}">
                        <a16:creationId xmlns:a16="http://schemas.microsoft.com/office/drawing/2014/main" id="{EDF4F211-571B-4207-8029-614E2EB8F606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2866113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8</a:t>
                    </a:r>
                  </a:p>
                </p:txBody>
              </p:sp>
              <p:sp>
                <p:nvSpPr>
                  <p:cNvPr id="274" name="TextBox 273">
                    <a:extLst>
                      <a:ext uri="{FF2B5EF4-FFF2-40B4-BE49-F238E27FC236}">
                        <a16:creationId xmlns:a16="http://schemas.microsoft.com/office/drawing/2014/main" id="{C6059DA5-F00E-4AC9-9721-176C3AD31F41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2525004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9</a:t>
                    </a:r>
                  </a:p>
                </p:txBody>
              </p:sp>
              <p:sp>
                <p:nvSpPr>
                  <p:cNvPr id="275" name="TextBox 274">
                    <a:extLst>
                      <a:ext uri="{FF2B5EF4-FFF2-40B4-BE49-F238E27FC236}">
                        <a16:creationId xmlns:a16="http://schemas.microsoft.com/office/drawing/2014/main" id="{D478CC7D-56F9-47EB-A873-A8941B52D1EA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802" y="2183895"/>
                    <a:ext cx="41911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GB" sz="1400" b="1" dirty="0">
                        <a:latin typeface="Arial" pitchFamily="34" charset="0"/>
                        <a:cs typeface="Arial" pitchFamily="34" charset="0"/>
                      </a:rPr>
                      <a:t>10</a:t>
                    </a:r>
                  </a:p>
                </p:txBody>
              </p:sp>
            </p:grpSp>
            <p:cxnSp>
              <p:nvCxnSpPr>
                <p:cNvPr id="264" name="Straight Connector 263">
                  <a:extLst>
                    <a:ext uri="{FF2B5EF4-FFF2-40B4-BE49-F238E27FC236}">
                      <a16:creationId xmlns:a16="http://schemas.microsoft.com/office/drawing/2014/main" id="{0A21D38E-9CB5-496D-880E-5989EC80C463}"/>
                    </a:ext>
                  </a:extLst>
                </p:cNvPr>
                <p:cNvCxnSpPr/>
                <p:nvPr/>
              </p:nvCxnSpPr>
              <p:spPr>
                <a:xfrm flipH="1">
                  <a:off x="4868329" y="4364645"/>
                  <a:ext cx="658827" cy="1362505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1B639C6E-222C-4973-BED8-BEFAF80548DD}"/>
                  </a:ext>
                </a:extLst>
              </p:cNvPr>
              <p:cNvSpPr txBox="1"/>
              <p:nvPr/>
            </p:nvSpPr>
            <p:spPr>
              <a:xfrm>
                <a:off x="7169150" y="5940978"/>
                <a:ext cx="14859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b="1" i="1" dirty="0">
                    <a:latin typeface="Arial" pitchFamily="34" charset="0"/>
                    <a:cs typeface="Arial" pitchFamily="34" charset="0"/>
                  </a:rPr>
                  <a:t>Time (minutes)</a:t>
                </a:r>
              </a:p>
            </p:txBody>
          </p:sp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6DE5F06F-AB3C-4669-AB49-0C6F8804A428}"/>
                  </a:ext>
                </a:extLst>
              </p:cNvPr>
              <p:cNvSpPr txBox="1"/>
              <p:nvPr/>
            </p:nvSpPr>
            <p:spPr>
              <a:xfrm>
                <a:off x="4397922" y="1268315"/>
                <a:ext cx="111117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b="1" i="1" dirty="0">
                    <a:latin typeface="Arial" pitchFamily="34" charset="0"/>
                    <a:cs typeface="Arial" pitchFamily="34" charset="0"/>
                  </a:rPr>
                  <a:t>Distance from home</a:t>
                </a:r>
              </a:p>
              <a:p>
                <a:pPr algn="ctr"/>
                <a:r>
                  <a:rPr lang="en-GB" sz="1400" b="1" i="1" dirty="0">
                    <a:latin typeface="Arial" pitchFamily="34" charset="0"/>
                    <a:cs typeface="Arial" pitchFamily="34" charset="0"/>
                  </a:rPr>
                  <a:t>(km)</a:t>
                </a:r>
              </a:p>
            </p:txBody>
          </p:sp>
        </p:grp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9C0B7E9D-F77A-41B8-B004-20EC26112432}"/>
                </a:ext>
              </a:extLst>
            </p:cNvPr>
            <p:cNvCxnSpPr/>
            <p:nvPr/>
          </p:nvCxnSpPr>
          <p:spPr>
            <a:xfrm>
              <a:off x="5640081" y="4372215"/>
              <a:ext cx="69156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4BCE5C10-32C3-4138-9A1D-376231460C6F}"/>
                </a:ext>
              </a:extLst>
            </p:cNvPr>
            <p:cNvCxnSpPr/>
            <p:nvPr/>
          </p:nvCxnSpPr>
          <p:spPr>
            <a:xfrm flipH="1">
              <a:off x="6329478" y="2336800"/>
              <a:ext cx="693622" cy="204707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661608B7-0BC4-44A1-8E45-C833D8511377}"/>
                </a:ext>
              </a:extLst>
            </p:cNvPr>
            <p:cNvCxnSpPr/>
            <p:nvPr/>
          </p:nvCxnSpPr>
          <p:spPr>
            <a:xfrm>
              <a:off x="7030731" y="2340215"/>
              <a:ext cx="328919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85CB7BFE-3385-4122-9AB5-555C2DD4FFA7}"/>
                </a:ext>
              </a:extLst>
            </p:cNvPr>
            <p:cNvCxnSpPr/>
            <p:nvPr/>
          </p:nvCxnSpPr>
          <p:spPr>
            <a:xfrm>
              <a:off x="7353300" y="2349500"/>
              <a:ext cx="1028700" cy="338455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6" name="TextBox 435">
            <a:extLst>
              <a:ext uri="{FF2B5EF4-FFF2-40B4-BE49-F238E27FC236}">
                <a16:creationId xmlns:a16="http://schemas.microsoft.com/office/drawing/2014/main" id="{BB5DA2C7-CB4F-4EDA-94D0-E7BAB379828A}"/>
              </a:ext>
            </a:extLst>
          </p:cNvPr>
          <p:cNvSpPr txBox="1"/>
          <p:nvPr/>
        </p:nvSpPr>
        <p:spPr>
          <a:xfrm>
            <a:off x="2323889" y="1208425"/>
            <a:ext cx="33842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Arial" pitchFamily="34" charset="0"/>
                <a:cs typeface="Arial" pitchFamily="34" charset="0"/>
              </a:rPr>
              <a:t>Example:</a:t>
            </a:r>
          </a:p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This graph shows a journey taken by a cyclist one day.</a:t>
            </a:r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49717909-48CD-47CD-A49B-4D631C5092FC}"/>
              </a:ext>
            </a:extLst>
          </p:cNvPr>
          <p:cNvSpPr txBox="1"/>
          <p:nvPr/>
        </p:nvSpPr>
        <p:spPr>
          <a:xfrm>
            <a:off x="2434880" y="2080227"/>
            <a:ext cx="31622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Calculate the speed  for part D.</a:t>
            </a:r>
            <a:endParaRPr lang="en-GB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209B6DB6-3B22-41A9-8BD9-DDD96660CCD5}"/>
              </a:ext>
            </a:extLst>
          </p:cNvPr>
          <p:cNvSpPr txBox="1"/>
          <p:nvPr/>
        </p:nvSpPr>
        <p:spPr>
          <a:xfrm>
            <a:off x="1868939" y="746379"/>
            <a:ext cx="8632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In a distance - time graph, time always goes along the bottom axis. </a:t>
            </a:r>
          </a:p>
        </p:txBody>
      </p:sp>
      <p:grpSp>
        <p:nvGrpSpPr>
          <p:cNvPr id="439" name="Group 225">
            <a:extLst>
              <a:ext uri="{FF2B5EF4-FFF2-40B4-BE49-F238E27FC236}">
                <a16:creationId xmlns:a16="http://schemas.microsoft.com/office/drawing/2014/main" id="{76F7282E-55DF-4D4C-9E11-AB46AB70A8D3}"/>
              </a:ext>
            </a:extLst>
          </p:cNvPr>
          <p:cNvGrpSpPr/>
          <p:nvPr/>
        </p:nvGrpSpPr>
        <p:grpSpPr>
          <a:xfrm>
            <a:off x="2296131" y="5463749"/>
            <a:ext cx="3439797" cy="550962"/>
            <a:chOff x="622405" y="5583504"/>
            <a:chExt cx="3439797" cy="550962"/>
          </a:xfrm>
        </p:grpSpPr>
        <p:sp>
          <p:nvSpPr>
            <p:cNvPr id="440" name="Rounded Rectangle 224">
              <a:extLst>
                <a:ext uri="{FF2B5EF4-FFF2-40B4-BE49-F238E27FC236}">
                  <a16:creationId xmlns:a16="http://schemas.microsoft.com/office/drawing/2014/main" id="{09A4BC6D-505C-484E-A9D0-B74AC1F8D561}"/>
                </a:ext>
              </a:extLst>
            </p:cNvPr>
            <p:cNvSpPr/>
            <p:nvPr/>
          </p:nvSpPr>
          <p:spPr>
            <a:xfrm>
              <a:off x="622405" y="5583504"/>
              <a:ext cx="3439797" cy="550962"/>
            </a:xfrm>
            <a:prstGeom prst="roundRect">
              <a:avLst>
                <a:gd name="adj" fmla="val 50000"/>
              </a:avLst>
            </a:prstGeom>
            <a:solidFill>
              <a:srgbClr val="FFFF99"/>
            </a:solidFill>
            <a:ln w="127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41" name="TextBox 440">
              <a:extLst>
                <a:ext uri="{FF2B5EF4-FFF2-40B4-BE49-F238E27FC236}">
                  <a16:creationId xmlns:a16="http://schemas.microsoft.com/office/drawing/2014/main" id="{4B5D36CF-73FD-46B4-8FF1-77F2AC6C2E1C}"/>
                </a:ext>
              </a:extLst>
            </p:cNvPr>
            <p:cNvSpPr txBox="1"/>
            <p:nvPr/>
          </p:nvSpPr>
          <p:spPr>
            <a:xfrm>
              <a:off x="782445" y="5628153"/>
              <a:ext cx="31197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20 km per hour</a:t>
              </a:r>
            </a:p>
          </p:txBody>
        </p:sp>
      </p:grpSp>
      <p:cxnSp>
        <p:nvCxnSpPr>
          <p:cNvPr id="442" name="Straight Connector 441">
            <a:extLst>
              <a:ext uri="{FF2B5EF4-FFF2-40B4-BE49-F238E27FC236}">
                <a16:creationId xmlns:a16="http://schemas.microsoft.com/office/drawing/2014/main" id="{B6313C1E-A84C-4227-B5F4-A601D180BBEB}"/>
              </a:ext>
            </a:extLst>
          </p:cNvPr>
          <p:cNvCxnSpPr/>
          <p:nvPr/>
        </p:nvCxnSpPr>
        <p:spPr>
          <a:xfrm>
            <a:off x="2150653" y="2057995"/>
            <a:ext cx="3730752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3" name="Group 274">
            <a:extLst>
              <a:ext uri="{FF2B5EF4-FFF2-40B4-BE49-F238E27FC236}">
                <a16:creationId xmlns:a16="http://schemas.microsoft.com/office/drawing/2014/main" id="{8A422906-CA20-4D10-B6CA-48BF45760A2F}"/>
              </a:ext>
            </a:extLst>
          </p:cNvPr>
          <p:cNvGrpSpPr/>
          <p:nvPr/>
        </p:nvGrpSpPr>
        <p:grpSpPr>
          <a:xfrm>
            <a:off x="9458669" y="3303190"/>
            <a:ext cx="469127" cy="469127"/>
            <a:chOff x="1653871" y="3850512"/>
            <a:chExt cx="469127" cy="469127"/>
          </a:xfrm>
        </p:grpSpPr>
        <p:sp>
          <p:nvSpPr>
            <p:cNvPr id="444" name="TextBox 443">
              <a:extLst>
                <a:ext uri="{FF2B5EF4-FFF2-40B4-BE49-F238E27FC236}">
                  <a16:creationId xmlns:a16="http://schemas.microsoft.com/office/drawing/2014/main" id="{D8BCA0AD-1BC7-4396-BF40-E407A874A275}"/>
                </a:ext>
              </a:extLst>
            </p:cNvPr>
            <p:cNvSpPr txBox="1"/>
            <p:nvPr/>
          </p:nvSpPr>
          <p:spPr>
            <a:xfrm>
              <a:off x="1719571" y="3885020"/>
              <a:ext cx="3377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rgbClr val="7030A0"/>
                  </a:solidFill>
                  <a:latin typeface="Arial" pitchFamily="34" charset="0"/>
                  <a:cs typeface="Arial" pitchFamily="34" charset="0"/>
                </a:rPr>
                <a:t>D</a:t>
              </a:r>
            </a:p>
          </p:txBody>
        </p:sp>
        <p:sp>
          <p:nvSpPr>
            <p:cNvPr id="445" name="Oval 444">
              <a:extLst>
                <a:ext uri="{FF2B5EF4-FFF2-40B4-BE49-F238E27FC236}">
                  <a16:creationId xmlns:a16="http://schemas.microsoft.com/office/drawing/2014/main" id="{35362559-7536-4A81-8F53-B2A29F4DCBE0}"/>
                </a:ext>
              </a:extLst>
            </p:cNvPr>
            <p:cNvSpPr/>
            <p:nvPr/>
          </p:nvSpPr>
          <p:spPr>
            <a:xfrm>
              <a:off x="1653871" y="3850512"/>
              <a:ext cx="469127" cy="469127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46" name="TextBox 445">
            <a:extLst>
              <a:ext uri="{FF2B5EF4-FFF2-40B4-BE49-F238E27FC236}">
                <a16:creationId xmlns:a16="http://schemas.microsoft.com/office/drawing/2014/main" id="{24F3BC06-EBDD-4474-8823-1EA6090A4A04}"/>
              </a:ext>
            </a:extLst>
          </p:cNvPr>
          <p:cNvSpPr txBox="1"/>
          <p:nvPr/>
        </p:nvSpPr>
        <p:spPr>
          <a:xfrm>
            <a:off x="2345600" y="2695282"/>
            <a:ext cx="10644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Arial" pitchFamily="34" charset="0"/>
                <a:cs typeface="Arial" pitchFamily="34" charset="0"/>
              </a:rPr>
              <a:t>Speed</a:t>
            </a:r>
            <a:endParaRPr lang="en-GB" sz="1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FD4A7422-D605-4B7C-AF35-F4477E87E775}"/>
              </a:ext>
            </a:extLst>
          </p:cNvPr>
          <p:cNvSpPr txBox="1"/>
          <p:nvPr/>
        </p:nvSpPr>
        <p:spPr>
          <a:xfrm>
            <a:off x="3486626" y="3078933"/>
            <a:ext cx="8245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itchFamily="34" charset="0"/>
                <a:cs typeface="Arial" pitchFamily="34" charset="0"/>
              </a:rPr>
              <a:t>=  10</a:t>
            </a:r>
            <a:endParaRPr lang="en-GB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70DE783A-A354-44BE-B6E7-73C86C3F2FF2}"/>
              </a:ext>
            </a:extLst>
          </p:cNvPr>
          <p:cNvSpPr txBox="1"/>
          <p:nvPr/>
        </p:nvSpPr>
        <p:spPr>
          <a:xfrm>
            <a:off x="3990483" y="3078933"/>
            <a:ext cx="891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itchFamily="34" charset="0"/>
                <a:cs typeface="Arial" pitchFamily="34" charset="0"/>
              </a:rPr>
              <a:t>÷   30</a:t>
            </a:r>
            <a:endParaRPr lang="en-GB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03982645-AB3A-4AF7-A941-8DE53F190F9E}"/>
              </a:ext>
            </a:extLst>
          </p:cNvPr>
          <p:cNvSpPr txBox="1"/>
          <p:nvPr/>
        </p:nvSpPr>
        <p:spPr>
          <a:xfrm>
            <a:off x="3486626" y="3454633"/>
            <a:ext cx="25920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itchFamily="34" charset="0"/>
                <a:cs typeface="Arial" pitchFamily="34" charset="0"/>
              </a:rPr>
              <a:t>=  0.3333 km per minute</a:t>
            </a:r>
            <a:endParaRPr lang="en-GB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50" name="Group 310">
            <a:extLst>
              <a:ext uri="{FF2B5EF4-FFF2-40B4-BE49-F238E27FC236}">
                <a16:creationId xmlns:a16="http://schemas.microsoft.com/office/drawing/2014/main" id="{B3E811E5-7BF8-4A71-965F-D5FA7F457929}"/>
              </a:ext>
            </a:extLst>
          </p:cNvPr>
          <p:cNvGrpSpPr/>
          <p:nvPr/>
        </p:nvGrpSpPr>
        <p:grpSpPr>
          <a:xfrm>
            <a:off x="8599107" y="2375560"/>
            <a:ext cx="441590" cy="3369929"/>
            <a:chOff x="5291918" y="2355011"/>
            <a:chExt cx="441590" cy="3369929"/>
          </a:xfrm>
        </p:grpSpPr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28F69E7B-3CE6-47B8-A5EB-7614A5D34F3B}"/>
                </a:ext>
              </a:extLst>
            </p:cNvPr>
            <p:cNvCxnSpPr/>
            <p:nvPr/>
          </p:nvCxnSpPr>
          <p:spPr>
            <a:xfrm>
              <a:off x="5653378" y="2355011"/>
              <a:ext cx="0" cy="3369929"/>
            </a:xfrm>
            <a:prstGeom prst="line">
              <a:avLst/>
            </a:prstGeom>
            <a:ln w="28575">
              <a:solidFill>
                <a:srgbClr val="7030A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45273A41-EFEB-49EF-9043-E1567C48F63C}"/>
                </a:ext>
              </a:extLst>
            </p:cNvPr>
            <p:cNvSpPr txBox="1"/>
            <p:nvPr/>
          </p:nvSpPr>
          <p:spPr>
            <a:xfrm>
              <a:off x="5291918" y="3894698"/>
              <a:ext cx="4415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latin typeface="Arial" pitchFamily="34" charset="0"/>
                  <a:cs typeface="Arial" pitchFamily="34" charset="0"/>
                </a:rPr>
                <a:t>10</a:t>
              </a:r>
              <a:endParaRPr lang="en-GB" sz="1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453" name="Group 311">
            <a:extLst>
              <a:ext uri="{FF2B5EF4-FFF2-40B4-BE49-F238E27FC236}">
                <a16:creationId xmlns:a16="http://schemas.microsoft.com/office/drawing/2014/main" id="{03E80C57-AD96-44E9-8528-ED9AC1171084}"/>
              </a:ext>
            </a:extLst>
          </p:cNvPr>
          <p:cNvGrpSpPr/>
          <p:nvPr/>
        </p:nvGrpSpPr>
        <p:grpSpPr>
          <a:xfrm>
            <a:off x="8975216" y="5386799"/>
            <a:ext cx="1015616" cy="338554"/>
            <a:chOff x="7362173" y="5366250"/>
            <a:chExt cx="1015616" cy="338554"/>
          </a:xfrm>
        </p:grpSpPr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1810BE55-42C6-47F3-BBB5-3E80568E369E}"/>
                </a:ext>
              </a:extLst>
            </p:cNvPr>
            <p:cNvCxnSpPr/>
            <p:nvPr/>
          </p:nvCxnSpPr>
          <p:spPr>
            <a:xfrm flipH="1">
              <a:off x="7362173" y="5698437"/>
              <a:ext cx="1015616" cy="0"/>
            </a:xfrm>
            <a:prstGeom prst="line">
              <a:avLst/>
            </a:prstGeom>
            <a:ln w="28575">
              <a:solidFill>
                <a:srgbClr val="7030A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5" name="TextBox 454">
              <a:extLst>
                <a:ext uri="{FF2B5EF4-FFF2-40B4-BE49-F238E27FC236}">
                  <a16:creationId xmlns:a16="http://schemas.microsoft.com/office/drawing/2014/main" id="{3078CD03-4926-40E2-807C-C0B1FAD42203}"/>
                </a:ext>
              </a:extLst>
            </p:cNvPr>
            <p:cNvSpPr txBox="1"/>
            <p:nvPr/>
          </p:nvSpPr>
          <p:spPr>
            <a:xfrm>
              <a:off x="7651535" y="5366250"/>
              <a:ext cx="4415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latin typeface="Arial" pitchFamily="34" charset="0"/>
                  <a:cs typeface="Arial" pitchFamily="34" charset="0"/>
                </a:rPr>
                <a:t>30</a:t>
              </a:r>
              <a:endParaRPr lang="en-GB" sz="1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56" name="TextBox 455">
            <a:extLst>
              <a:ext uri="{FF2B5EF4-FFF2-40B4-BE49-F238E27FC236}">
                <a16:creationId xmlns:a16="http://schemas.microsoft.com/office/drawing/2014/main" id="{FB12531F-1A71-4383-895F-064547AAD0A1}"/>
              </a:ext>
            </a:extLst>
          </p:cNvPr>
          <p:cNvSpPr txBox="1"/>
          <p:nvPr/>
        </p:nvSpPr>
        <p:spPr>
          <a:xfrm>
            <a:off x="3835247" y="4244433"/>
            <a:ext cx="1815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0.3333  x  60</a:t>
            </a:r>
            <a:endParaRPr lang="en-GB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C6C18A5F-3026-440F-80C7-D8E982D9F386}"/>
              </a:ext>
            </a:extLst>
          </p:cNvPr>
          <p:cNvSpPr txBox="1"/>
          <p:nvPr/>
        </p:nvSpPr>
        <p:spPr>
          <a:xfrm>
            <a:off x="3486626" y="2692633"/>
            <a:ext cx="2324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itchFamily="34" charset="0"/>
                <a:cs typeface="Arial" pitchFamily="34" charset="0"/>
              </a:rPr>
              <a:t>=   distance ÷ time</a:t>
            </a:r>
            <a:endParaRPr lang="en-GB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58" name="Group 316">
            <a:extLst>
              <a:ext uri="{FF2B5EF4-FFF2-40B4-BE49-F238E27FC236}">
                <a16:creationId xmlns:a16="http://schemas.microsoft.com/office/drawing/2014/main" id="{EBD3D7E2-BF2B-41CF-9E36-C9F86C7ADE3A}"/>
              </a:ext>
            </a:extLst>
          </p:cNvPr>
          <p:cNvGrpSpPr/>
          <p:nvPr/>
        </p:nvGrpSpPr>
        <p:grpSpPr>
          <a:xfrm>
            <a:off x="2027713" y="3922698"/>
            <a:ext cx="1871330" cy="967563"/>
            <a:chOff x="414670" y="3902149"/>
            <a:chExt cx="1871330" cy="967563"/>
          </a:xfrm>
        </p:grpSpPr>
        <p:sp>
          <p:nvSpPr>
            <p:cNvPr id="459" name="Pentagon 313">
              <a:extLst>
                <a:ext uri="{FF2B5EF4-FFF2-40B4-BE49-F238E27FC236}">
                  <a16:creationId xmlns:a16="http://schemas.microsoft.com/office/drawing/2014/main" id="{E83710D5-3110-4393-BADA-48D41F8F3524}"/>
                </a:ext>
              </a:extLst>
            </p:cNvPr>
            <p:cNvSpPr/>
            <p:nvPr/>
          </p:nvSpPr>
          <p:spPr>
            <a:xfrm>
              <a:off x="414670" y="3902149"/>
              <a:ext cx="1871330" cy="967563"/>
            </a:xfrm>
            <a:prstGeom prst="homePlate">
              <a:avLst/>
            </a:prstGeom>
            <a:gradFill flip="none" rotWithShape="1">
              <a:gsLst>
                <a:gs pos="0">
                  <a:srgbClr val="FFFF66">
                    <a:tint val="66000"/>
                    <a:satMod val="160000"/>
                  </a:srgbClr>
                </a:gs>
                <a:gs pos="50000">
                  <a:srgbClr val="FFFF66">
                    <a:tint val="44500"/>
                    <a:satMod val="160000"/>
                  </a:srgbClr>
                </a:gs>
                <a:gs pos="100000">
                  <a:srgbClr val="FF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60" name="TextBox 459">
              <a:extLst>
                <a:ext uri="{FF2B5EF4-FFF2-40B4-BE49-F238E27FC236}">
                  <a16:creationId xmlns:a16="http://schemas.microsoft.com/office/drawing/2014/main" id="{E9D9D984-E3E4-4491-9BD3-42F9C0A5A30B}"/>
                </a:ext>
              </a:extLst>
            </p:cNvPr>
            <p:cNvSpPr txBox="1"/>
            <p:nvPr/>
          </p:nvSpPr>
          <p:spPr>
            <a:xfrm>
              <a:off x="492742" y="4016598"/>
              <a:ext cx="162313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latin typeface="Arial" pitchFamily="34" charset="0"/>
                  <a:cs typeface="Arial" pitchFamily="34" charset="0"/>
                </a:rPr>
                <a:t>x by 60</a:t>
              </a:r>
            </a:p>
            <a:p>
              <a:r>
                <a:rPr lang="en-GB" sz="1400" b="1" dirty="0">
                  <a:latin typeface="Arial" pitchFamily="34" charset="0"/>
                  <a:cs typeface="Arial" pitchFamily="34" charset="0"/>
                </a:rPr>
                <a:t>to convert to km per hour</a:t>
              </a:r>
              <a:endParaRPr lang="en-GB" sz="1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64" name="TextBox 463">
            <a:extLst>
              <a:ext uri="{FF2B5EF4-FFF2-40B4-BE49-F238E27FC236}">
                <a16:creationId xmlns:a16="http://schemas.microsoft.com/office/drawing/2014/main" id="{832B8732-97CC-426E-BF35-569351871361}"/>
              </a:ext>
            </a:extLst>
          </p:cNvPr>
          <p:cNvSpPr txBox="1"/>
          <p:nvPr/>
        </p:nvSpPr>
        <p:spPr>
          <a:xfrm>
            <a:off x="1816156" y="301143"/>
            <a:ext cx="8112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Arial" pitchFamily="34" charset="0"/>
                <a:cs typeface="Arial" pitchFamily="34" charset="0"/>
              </a:rPr>
              <a:t>Distance-Time Graphs</a:t>
            </a:r>
          </a:p>
        </p:txBody>
      </p:sp>
    </p:spTree>
    <p:extLst>
      <p:ext uri="{BB962C8B-B14F-4D97-AF65-F5344CB8AC3E}">
        <p14:creationId xmlns:p14="http://schemas.microsoft.com/office/powerpoint/2010/main" val="3128820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" grpId="0"/>
      <p:bldP spid="446" grpId="0"/>
      <p:bldP spid="447" grpId="0"/>
      <p:bldP spid="448" grpId="0"/>
      <p:bldP spid="449" grpId="0"/>
      <p:bldP spid="456" grpId="0"/>
      <p:bldP spid="45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92" y="274156"/>
            <a:ext cx="33073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Speed Distance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05" y="183012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</a:t>
            </a:r>
            <a:fld id="{4369741B-9995-4025-BF95-9F45017F2C81}" type="datetime1">
              <a:rPr lang="en-AU" sz="2400" smtClean="0"/>
              <a:t>23/10/2018</a:t>
            </a:fld>
            <a:endParaRPr lang="en-AU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Distance Time graphs tell a story?</a:t>
            </a:r>
            <a:endParaRPr lang="en-AU" sz="2400" b="1" dirty="0"/>
          </a:p>
        </p:txBody>
      </p:sp>
      <p:cxnSp>
        <p:nvCxnSpPr>
          <p:cNvPr id="491" name="Straight Connector 490">
            <a:extLst>
              <a:ext uri="{FF2B5EF4-FFF2-40B4-BE49-F238E27FC236}">
                <a16:creationId xmlns:a16="http://schemas.microsoft.com/office/drawing/2014/main" id="{E28B767C-FE5D-4452-8E42-523A8D5CCC3C}"/>
              </a:ext>
            </a:extLst>
          </p:cNvPr>
          <p:cNvCxnSpPr>
            <a:cxnSpLocks/>
          </p:cNvCxnSpPr>
          <p:nvPr/>
        </p:nvCxnSpPr>
        <p:spPr>
          <a:xfrm>
            <a:off x="2133291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2AA8860-61DF-4A26-A9D1-8BCD1F6C569F}"/>
              </a:ext>
            </a:extLst>
          </p:cNvPr>
          <p:cNvSpPr txBox="1"/>
          <p:nvPr/>
        </p:nvSpPr>
        <p:spPr>
          <a:xfrm>
            <a:off x="119337" y="2221646"/>
            <a:ext cx="2013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do different slopes mean?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3448B4-C1E2-438A-82AF-2751EDB361DD}"/>
              </a:ext>
            </a:extLst>
          </p:cNvPr>
          <p:cNvSpPr txBox="1"/>
          <p:nvPr/>
        </p:nvSpPr>
        <p:spPr>
          <a:xfrm>
            <a:off x="2747808" y="2221646"/>
            <a:ext cx="7998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horizontal section indicates there is no movement / stationary 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0FD4D0-C0B2-4ACE-A7C9-FA5D1576F347}"/>
              </a:ext>
            </a:extLst>
          </p:cNvPr>
          <p:cNvSpPr txBox="1"/>
          <p:nvPr/>
        </p:nvSpPr>
        <p:spPr>
          <a:xfrm>
            <a:off x="2747807" y="3092648"/>
            <a:ext cx="7998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steep line indicates high speed / fast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DFB720-601C-448C-8590-C37BD8075DF2}"/>
              </a:ext>
            </a:extLst>
          </p:cNvPr>
          <p:cNvSpPr txBox="1"/>
          <p:nvPr/>
        </p:nvSpPr>
        <p:spPr>
          <a:xfrm>
            <a:off x="2747807" y="3963650"/>
            <a:ext cx="7998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gently sloping line indicates a low speed / slow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502B65-0EA7-4379-B04A-2CD2CDDD96C6}"/>
              </a:ext>
            </a:extLst>
          </p:cNvPr>
          <p:cNvSpPr txBox="1"/>
          <p:nvPr/>
        </p:nvSpPr>
        <p:spPr>
          <a:xfrm>
            <a:off x="2747806" y="4847008"/>
            <a:ext cx="7998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straight line indicates constant speed, a change in the slope means there is a change in the speed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3CFB14-37A8-457F-A555-6996DE85ECEA}"/>
              </a:ext>
            </a:extLst>
          </p:cNvPr>
          <p:cNvSpPr txBox="1"/>
          <p:nvPr/>
        </p:nvSpPr>
        <p:spPr>
          <a:xfrm>
            <a:off x="2747806" y="5740640"/>
            <a:ext cx="7998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Going up means going away, going down means coming back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3543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430FF-65B9-44EE-A654-F513D120D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737C786-2C5C-4C13-B118-F35D49928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53100" y="2872470"/>
            <a:ext cx="5751512" cy="20765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7A8A45-BCDE-4302-9B57-21E5B6618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87" y="1609724"/>
            <a:ext cx="5414249" cy="47289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49B0AB-D4CF-485C-B49C-8EF5C461AC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6330" y="1591580"/>
            <a:ext cx="6735646" cy="116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37791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4104</TotalTime>
  <Words>442</Words>
  <Application>Microsoft Office PowerPoint</Application>
  <PresentationFormat>Widescreen</PresentationFormat>
  <Paragraphs>139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Century Gothic</vt:lpstr>
      <vt:lpstr>Wingdings 3</vt:lpstr>
      <vt:lpstr>Wisp</vt:lpstr>
      <vt:lpstr>Distance Time graphs</vt:lpstr>
      <vt:lpstr>PowerPoint Presentation</vt:lpstr>
      <vt:lpstr>PowerPoint Presentation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Ratios – Finding an Angle</dc:title>
  <dc:creator>LUM Magdeline [Baldivis Secondary College]</dc:creator>
  <cp:lastModifiedBy>Hamilton Stott</cp:lastModifiedBy>
  <cp:revision>14</cp:revision>
  <dcterms:created xsi:type="dcterms:W3CDTF">2018-09-09T05:47:58Z</dcterms:created>
  <dcterms:modified xsi:type="dcterms:W3CDTF">2018-10-23T13:52:47Z</dcterms:modified>
</cp:coreProperties>
</file>