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427" r:id="rId3"/>
    <p:sldId id="399" r:id="rId4"/>
    <p:sldId id="430" r:id="rId5"/>
    <p:sldId id="428" r:id="rId6"/>
    <p:sldId id="431" r:id="rId7"/>
    <p:sldId id="43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1A251-35D4-4A6D-872A-2404D870FDC5}" type="datetimeFigureOut">
              <a:rPr lang="en-GB" smtClean="0"/>
              <a:t>11/09/2018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8B6B90-47C0-463A-9E32-F74A8B32D3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436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A525E-747A-45EC-8DEB-8E43D30F9B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Ratios in Context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57B6E-6E10-4100-BC88-BD9A8CC5C1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Mathematics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443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3964-CADE-4EE6-A9C6-ED055D4F5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Dot Points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0C90F-15B7-4A25-A5EC-CD640A62C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2.3.5 Determine the ratio of two quantities in context</a:t>
            </a:r>
          </a:p>
          <a:p>
            <a:pPr marL="0" indent="0">
              <a:buNone/>
            </a:pPr>
            <a:r>
              <a:rPr lang="en-AU" dirty="0"/>
              <a:t>2.3.6 Divide a quantity in a given ratio, for example, share $12 in the ratio 1 to 2</a:t>
            </a:r>
          </a:p>
          <a:p>
            <a:pPr marL="0" indent="0">
              <a:buNone/>
            </a:pPr>
            <a:r>
              <a:rPr lang="en-AU" dirty="0"/>
              <a:t>2.3.7 Use ratio to describe simple scales </a:t>
            </a:r>
            <a:endParaRPr lang="en-GB" sz="1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7674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33291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6741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Ratios in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solve problems using ratios?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divide a quantity in a given ratio, for example?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C12B6B-2002-4C0C-BF92-B81C27297C73}"/>
              </a:ext>
            </a:extLst>
          </p:cNvPr>
          <p:cNvSpPr txBox="1"/>
          <p:nvPr/>
        </p:nvSpPr>
        <p:spPr>
          <a:xfrm>
            <a:off x="2133291" y="1989826"/>
            <a:ext cx="3714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Example</a:t>
            </a:r>
            <a:endParaRPr lang="en-GB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2ADDE7-40BF-4C5F-BD20-37EA6EF04F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60" t="26493" r="4333" b="13316"/>
          <a:stretch/>
        </p:blipFill>
        <p:spPr>
          <a:xfrm>
            <a:off x="2238329" y="3039776"/>
            <a:ext cx="8488384" cy="16372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428DD6-66FF-4D96-AC78-C4FC7F09A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10" y="2470867"/>
            <a:ext cx="317182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9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95FC-EA13-4986-A645-37FA3987F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466BFB9-4BE3-441A-8855-B07860853B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890057"/>
            <a:ext cx="10820400" cy="9859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251EB7-CF08-4B88-9AC7-D26D628DC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42" y="3981993"/>
            <a:ext cx="10879158" cy="98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75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33291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6741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Ratios in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solve problems using ratios?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describe scales using ratios?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C12B6B-2002-4C0C-BF92-B81C27297C73}"/>
              </a:ext>
            </a:extLst>
          </p:cNvPr>
          <p:cNvSpPr txBox="1"/>
          <p:nvPr/>
        </p:nvSpPr>
        <p:spPr>
          <a:xfrm>
            <a:off x="2133291" y="1989826"/>
            <a:ext cx="3714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0B55FA-F93D-4CF0-8AEC-7F502DD8197E}"/>
              </a:ext>
            </a:extLst>
          </p:cNvPr>
          <p:cNvSpPr txBox="1"/>
          <p:nvPr/>
        </p:nvSpPr>
        <p:spPr>
          <a:xfrm>
            <a:off x="2238329" y="2359158"/>
            <a:ext cx="9735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soccer pitch is 100m long and 70m wide. A scale diagram of the pitch is drawn using the scale 1:2000.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7AF178-D5AD-4860-B6EB-9C886AC8F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720375" y="3712849"/>
            <a:ext cx="3640316" cy="23911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044B50-4168-4668-8BEE-B9A7E2F77021}"/>
              </a:ext>
            </a:extLst>
          </p:cNvPr>
          <p:cNvSpPr txBox="1"/>
          <p:nvPr/>
        </p:nvSpPr>
        <p:spPr>
          <a:xfrm>
            <a:off x="5233358" y="3044142"/>
            <a:ext cx="6349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scale factor for the diagram is 2000.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03D001-7334-40EB-93EA-66E47EE65A18}"/>
                  </a:ext>
                </a:extLst>
              </p:cNvPr>
              <p:cNvSpPr txBox="1"/>
              <p:nvPr/>
            </p:nvSpPr>
            <p:spPr>
              <a:xfrm>
                <a:off x="5429495" y="5011550"/>
                <a:ext cx="542889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Calculating the drawn width of soccer pitch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𝐷𝑟𝑎𝑤𝑛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𝑙𝑒𝑛𝑔𝑡h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𝐴𝑐𝑡𝑢𝑎𝑙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𝑤𝑖𝑑𝑡h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𝑠𝑐𝑎𝑙𝑒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𝑓𝑎𝑐𝑡𝑜𝑟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03D001-7334-40EB-93EA-66E47EE65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495" y="5011550"/>
                <a:ext cx="5428890" cy="646331"/>
              </a:xfrm>
              <a:prstGeom prst="rect">
                <a:avLst/>
              </a:prstGeom>
              <a:blipFill>
                <a:blip r:embed="rId3"/>
                <a:stretch>
                  <a:fillRect l="-1011" t="-4717" b="-94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4FC625-7E3A-4C4F-9812-58D7B21AE9C6}"/>
                  </a:ext>
                </a:extLst>
              </p:cNvPr>
              <p:cNvSpPr txBox="1"/>
              <p:nvPr/>
            </p:nvSpPr>
            <p:spPr>
              <a:xfrm>
                <a:off x="5429495" y="3550879"/>
                <a:ext cx="542889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Calculating the drawn length of soccer pitch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𝐷𝑟𝑎𝑤𝑛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𝑙𝑒𝑛𝑔𝑡h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𝐴𝑐𝑡𝑢𝑎𝑙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𝑙𝑒𝑛𝑔𝑡h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𝑠𝑐𝑎𝑙𝑒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𝑓𝑎𝑐𝑡𝑜𝑟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4FC625-7E3A-4C4F-9812-58D7B21AE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495" y="3550879"/>
                <a:ext cx="5428890" cy="646331"/>
              </a:xfrm>
              <a:prstGeom prst="rect">
                <a:avLst/>
              </a:prstGeom>
              <a:blipFill>
                <a:blip r:embed="rId4"/>
                <a:stretch>
                  <a:fillRect l="-1011" t="-4673" b="-84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7710AAA-DE27-4607-86B4-F622EB3B0F6E}"/>
                  </a:ext>
                </a:extLst>
              </p:cNvPr>
              <p:cNvSpPr txBox="1"/>
              <p:nvPr/>
            </p:nvSpPr>
            <p:spPr>
              <a:xfrm>
                <a:off x="7272843" y="4164156"/>
                <a:ext cx="167270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÷2000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7710AAA-DE27-4607-86B4-F622EB3B0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843" y="4164156"/>
                <a:ext cx="1672702" cy="276999"/>
              </a:xfrm>
              <a:prstGeom prst="rect">
                <a:avLst/>
              </a:prstGeom>
              <a:blipFill>
                <a:blip r:embed="rId5"/>
                <a:stretch>
                  <a:fillRect l="-730" r="-2920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8F64343-4C48-4AA0-BD49-693355B91568}"/>
                  </a:ext>
                </a:extLst>
              </p:cNvPr>
              <p:cNvSpPr txBox="1"/>
              <p:nvPr/>
            </p:nvSpPr>
            <p:spPr>
              <a:xfrm>
                <a:off x="7249839" y="4435149"/>
                <a:ext cx="98551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=0.05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8F64343-4C48-4AA0-BD49-693355B91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839" y="4435149"/>
                <a:ext cx="985511" cy="276999"/>
              </a:xfrm>
              <a:prstGeom prst="rect">
                <a:avLst/>
              </a:prstGeom>
              <a:blipFill>
                <a:blip r:embed="rId6"/>
                <a:stretch>
                  <a:fillRect r="-2469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386783-B42F-4094-A1EE-EDEF4FB05F89}"/>
                  </a:ext>
                </a:extLst>
              </p:cNvPr>
              <p:cNvSpPr txBox="1"/>
              <p:nvPr/>
            </p:nvSpPr>
            <p:spPr>
              <a:xfrm>
                <a:off x="7158429" y="4691657"/>
                <a:ext cx="98551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386783-B42F-4094-A1EE-EDEF4FB05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429" y="4691657"/>
                <a:ext cx="985511" cy="276999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906B477-9046-4A8E-921E-B13630D16EE2}"/>
                  </a:ext>
                </a:extLst>
              </p:cNvPr>
              <p:cNvSpPr txBox="1"/>
              <p:nvPr/>
            </p:nvSpPr>
            <p:spPr>
              <a:xfrm>
                <a:off x="7249839" y="5609321"/>
                <a:ext cx="167270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=70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÷2000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906B477-9046-4A8E-921E-B13630D16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839" y="5609321"/>
                <a:ext cx="1672702" cy="276999"/>
              </a:xfrm>
              <a:prstGeom prst="rect">
                <a:avLst/>
              </a:prstGeom>
              <a:blipFill>
                <a:blip r:embed="rId8"/>
                <a:stretch>
                  <a:fillRect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CC63747-12D8-4A5E-8092-E069D1A621DB}"/>
                  </a:ext>
                </a:extLst>
              </p:cNvPr>
              <p:cNvSpPr txBox="1"/>
              <p:nvPr/>
            </p:nvSpPr>
            <p:spPr>
              <a:xfrm>
                <a:off x="7019437" y="5886320"/>
                <a:ext cx="167270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=0.035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CC63747-12D8-4A5E-8092-E069D1A62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437" y="5886320"/>
                <a:ext cx="1672702" cy="276999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EA15A3-7A16-4D09-A259-17992098EDDC}"/>
                  </a:ext>
                </a:extLst>
              </p:cNvPr>
              <p:cNvSpPr txBox="1"/>
              <p:nvPr/>
            </p:nvSpPr>
            <p:spPr>
              <a:xfrm>
                <a:off x="7272843" y="6163319"/>
                <a:ext cx="98551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=3.5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EA15A3-7A16-4D09-A259-17992098E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843" y="6163319"/>
                <a:ext cx="985511" cy="276999"/>
              </a:xfrm>
              <a:prstGeom prst="rect">
                <a:avLst/>
              </a:prstGeom>
              <a:blipFill>
                <a:blip r:embed="rId10"/>
                <a:stretch>
                  <a:fillRect r="-1235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377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2" grpId="0"/>
      <p:bldP spid="16" grpId="0"/>
      <p:bldP spid="13" grpId="0"/>
      <p:bldP spid="17" grpId="0"/>
      <p:bldP spid="18" grpId="0"/>
      <p:bldP spid="20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28FC1-2A1D-411E-BEC1-DD50471F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60E6C4-D51C-4BF0-B394-119FCB9D1B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481" y="1416843"/>
            <a:ext cx="6956210" cy="539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16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A586A-56D9-453D-A9D5-049EAD77B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EE115-D413-47A9-B669-41AD242EB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Complete the Ratios in Context Worksheet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563919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795</TotalTime>
  <Words>196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 Math</vt:lpstr>
      <vt:lpstr>Century Gothic</vt:lpstr>
      <vt:lpstr>Vapor Trail</vt:lpstr>
      <vt:lpstr>Ratios in Context</vt:lpstr>
      <vt:lpstr>Dot Points</vt:lpstr>
      <vt:lpstr>PowerPoint Presentation</vt:lpstr>
      <vt:lpstr>Task</vt:lpstr>
      <vt:lpstr>PowerPoint Presentation</vt:lpstr>
      <vt:lpstr>Task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Ratios – Finding an Angle</dc:title>
  <dc:creator>LUM Magdeline [Baldivis Secondary College]</dc:creator>
  <cp:lastModifiedBy>LUM Magdeline [Baldivis Secondary College]</cp:lastModifiedBy>
  <cp:revision>23</cp:revision>
  <dcterms:created xsi:type="dcterms:W3CDTF">2018-09-09T05:47:58Z</dcterms:created>
  <dcterms:modified xsi:type="dcterms:W3CDTF">2018-09-11T16:22:33Z</dcterms:modified>
</cp:coreProperties>
</file>