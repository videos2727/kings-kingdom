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399" r:id="rId3"/>
    <p:sldId id="418" r:id="rId4"/>
    <p:sldId id="421" r:id="rId5"/>
    <p:sldId id="422" r:id="rId6"/>
    <p:sldId id="424" r:id="rId7"/>
    <p:sldId id="423" r:id="rId8"/>
    <p:sldId id="42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3" d="100"/>
          <a:sy n="83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Equivalent Ratios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equivalent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equivalent ratio?</a:t>
            </a:r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71B711-D645-49BF-BC5F-E432F453889F}"/>
              </a:ext>
            </a:extLst>
          </p:cNvPr>
          <p:cNvSpPr/>
          <p:nvPr/>
        </p:nvSpPr>
        <p:spPr>
          <a:xfrm>
            <a:off x="2133289" y="2347159"/>
            <a:ext cx="870723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If you are making orange cordial and you mix one part cordial to four parts water, then the ratio of cordial to water will be 1:4 (1 to 4).</a:t>
            </a:r>
          </a:p>
          <a:p>
            <a:endParaRPr lang="en-US" sz="2000" dirty="0"/>
          </a:p>
          <a:p>
            <a:r>
              <a:rPr lang="en-US" sz="2000" dirty="0"/>
              <a:t>If you use 1 </a:t>
            </a:r>
            <a:r>
              <a:rPr lang="en-US" sz="2000" dirty="0" err="1"/>
              <a:t>litre</a:t>
            </a:r>
            <a:r>
              <a:rPr lang="en-US" sz="2000" dirty="0"/>
              <a:t> of cordial, you will use 4 </a:t>
            </a:r>
            <a:r>
              <a:rPr lang="en-US" sz="2000" dirty="0" err="1"/>
              <a:t>litres</a:t>
            </a:r>
            <a:r>
              <a:rPr lang="en-US" sz="2000" dirty="0"/>
              <a:t> of water (1:4).</a:t>
            </a:r>
          </a:p>
          <a:p>
            <a:endParaRPr lang="en-US" sz="2000" dirty="0"/>
          </a:p>
          <a:p>
            <a:r>
              <a:rPr lang="en-US" sz="2000" dirty="0"/>
              <a:t>If you use 2 </a:t>
            </a:r>
            <a:r>
              <a:rPr lang="en-US" sz="2000" dirty="0" err="1"/>
              <a:t>litres</a:t>
            </a:r>
            <a:r>
              <a:rPr lang="en-US" sz="2000" dirty="0"/>
              <a:t> of cordial, you will use 8 </a:t>
            </a:r>
            <a:r>
              <a:rPr lang="en-US" sz="2000" dirty="0" err="1"/>
              <a:t>litres</a:t>
            </a:r>
            <a:r>
              <a:rPr lang="en-US" sz="2000" dirty="0"/>
              <a:t> of water (2:8).</a:t>
            </a:r>
          </a:p>
          <a:p>
            <a:endParaRPr lang="en-US" sz="2000" dirty="0"/>
          </a:p>
          <a:p>
            <a:r>
              <a:rPr lang="en-US" sz="2000" dirty="0"/>
              <a:t>If you use 10 </a:t>
            </a:r>
            <a:r>
              <a:rPr lang="en-US" sz="2000" dirty="0" err="1"/>
              <a:t>litres</a:t>
            </a:r>
            <a:r>
              <a:rPr lang="en-US" sz="2000" dirty="0"/>
              <a:t> of cordial, you will use 40 </a:t>
            </a:r>
            <a:r>
              <a:rPr lang="en-US" sz="2000" dirty="0" err="1"/>
              <a:t>litres</a:t>
            </a:r>
            <a:r>
              <a:rPr lang="en-US" sz="2000" dirty="0"/>
              <a:t> of water (10:40).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12B6B-2002-4C0C-BF92-B81C27297C73}"/>
              </a:ext>
            </a:extLst>
          </p:cNvPr>
          <p:cNvSpPr txBox="1"/>
          <p:nvPr/>
        </p:nvSpPr>
        <p:spPr>
          <a:xfrm>
            <a:off x="2133291" y="1989826"/>
            <a:ext cx="371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EA972-BEEB-45D0-8A6E-C8E44B83B693}"/>
              </a:ext>
            </a:extLst>
          </p:cNvPr>
          <p:cNvSpPr txBox="1"/>
          <p:nvPr/>
        </p:nvSpPr>
        <p:spPr>
          <a:xfrm>
            <a:off x="2172929" y="5259037"/>
            <a:ext cx="85985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i="1" dirty="0"/>
              <a:t>Notice that if you had a Jug, and mixed in 1L of cordial and 4L of water, it would be 5 litres in total – </a:t>
            </a:r>
            <a:r>
              <a:rPr lang="en-AU" sz="2000" dirty="0"/>
              <a:t>this is the total parts of the ratio. </a:t>
            </a:r>
            <a:endParaRPr lang="en-AU" sz="2000" i="1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are equivalent ratios?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7" y="2221646"/>
            <a:ext cx="2013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equivalent ratio?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964983-EEE1-432F-B4AB-F9399C87C769}"/>
              </a:ext>
            </a:extLst>
          </p:cNvPr>
          <p:cNvSpPr/>
          <p:nvPr/>
        </p:nvSpPr>
        <p:spPr>
          <a:xfrm>
            <a:off x="2238329" y="1904439"/>
            <a:ext cx="884948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These ratios are all equivalent</a:t>
            </a:r>
          </a:p>
          <a:p>
            <a:r>
              <a:rPr lang="en-US" dirty="0"/>
              <a:t>1:4 = 2:8 = 10:40</a:t>
            </a:r>
          </a:p>
          <a:p>
            <a:endParaRPr lang="en-US" dirty="0"/>
          </a:p>
          <a:p>
            <a:r>
              <a:rPr lang="en-US" dirty="0"/>
              <a:t>Both sides of the ratio can be multiplied or divided by the same number to give an equivalent ratio.</a:t>
            </a:r>
          </a:p>
          <a:p>
            <a:endParaRPr lang="en-US" dirty="0"/>
          </a:p>
          <a:p>
            <a:r>
              <a:rPr lang="en-US" dirty="0"/>
              <a:t>To simplify a ratio, you divide both sides of the ratio by the highest common factor. </a:t>
            </a:r>
          </a:p>
          <a:p>
            <a:endParaRPr lang="en-US" dirty="0"/>
          </a:p>
          <a:p>
            <a:r>
              <a:rPr lang="en-US" dirty="0"/>
              <a:t>Note: Make sure both sides of the ratio are using the same units of measurement.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200g : 1kg                    Change both sides to the same units</a:t>
            </a:r>
          </a:p>
          <a:p>
            <a:r>
              <a:rPr lang="en-US" dirty="0"/>
              <a:t>200g : 1000g                Divide both sides by the highest common factor</a:t>
            </a:r>
          </a:p>
          <a:p>
            <a:r>
              <a:rPr lang="en-US" dirty="0"/>
              <a:t>1 :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4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430FF-65B9-44EE-A654-F513D120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3A497C-4F43-4341-835F-CD510AC74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157" y="1846053"/>
            <a:ext cx="10519685" cy="190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79A7-286C-4916-9D05-2D2E6C8B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57F2-AB17-4D9C-AFAB-DF49329B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Practice your skills with equivalent ratios on the worksheet provided.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101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C5B3-A3E7-4A6E-8752-B9C15FB2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Try This One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8986E2-6141-48FA-8C56-AFD8C9C39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30" y="1765540"/>
            <a:ext cx="9106573" cy="343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44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C5B3-A3E7-4A6E-8752-B9C15FB2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And This One?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AA0628-FB84-4DFD-95C5-9C8A55C6F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89" y="1880558"/>
            <a:ext cx="7709419" cy="462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6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3C5B3-A3E7-4A6E-8752-B9C15FB2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And This One?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A6F211-A78B-4F26-9C55-6FE70735E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41" y="1762605"/>
            <a:ext cx="7830429" cy="443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019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569</TotalTime>
  <Words>286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Vapor Trail</vt:lpstr>
      <vt:lpstr>Equivalent Ratios</vt:lpstr>
      <vt:lpstr>PowerPoint Presentation</vt:lpstr>
      <vt:lpstr>PowerPoint Presentation</vt:lpstr>
      <vt:lpstr>Task</vt:lpstr>
      <vt:lpstr>Task</vt:lpstr>
      <vt:lpstr>Let’s Try This One</vt:lpstr>
      <vt:lpstr>And This One?</vt:lpstr>
      <vt:lpstr>And This One?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LUM Magdeline [Baldivis Secondary College]</cp:lastModifiedBy>
  <cp:revision>13</cp:revision>
  <dcterms:created xsi:type="dcterms:W3CDTF">2018-09-09T05:47:58Z</dcterms:created>
  <dcterms:modified xsi:type="dcterms:W3CDTF">2018-09-09T15:17:30Z</dcterms:modified>
</cp:coreProperties>
</file>