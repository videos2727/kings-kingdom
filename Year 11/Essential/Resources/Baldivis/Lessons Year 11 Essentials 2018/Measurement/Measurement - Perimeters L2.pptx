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6"/>
  </p:notesMasterIdLst>
  <p:sldIdLst>
    <p:sldId id="266" r:id="rId2"/>
    <p:sldId id="267" r:id="rId3"/>
    <p:sldId id="278" r:id="rId4"/>
    <p:sldId id="268" r:id="rId5"/>
    <p:sldId id="279" r:id="rId6"/>
    <p:sldId id="280" r:id="rId7"/>
    <p:sldId id="265" r:id="rId8"/>
    <p:sldId id="270" r:id="rId9"/>
    <p:sldId id="273" r:id="rId10"/>
    <p:sldId id="274" r:id="rId11"/>
    <p:sldId id="275" r:id="rId12"/>
    <p:sldId id="276" r:id="rId13"/>
    <p:sldId id="282" r:id="rId14"/>
    <p:sldId id="28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94655"/>
  </p:normalViewPr>
  <p:slideViewPr>
    <p:cSldViewPr snapToGrid="0" snapToObjects="1">
      <p:cViewPr varScale="1">
        <p:scale>
          <a:sx n="87" d="100"/>
          <a:sy n="87" d="100"/>
        </p:scale>
        <p:origin x="66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27/02/2018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0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1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2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/>
              <a:t>This is a prompt for a 5 – 10 min class discussion. Focus on literacy and numeracy skills used to communicate ideas.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243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Focus: </a:t>
            </a:r>
          </a:p>
          <a:p>
            <a:pPr marL="171450" indent="-171450">
              <a:buFontTx/>
              <a:buChar char="-"/>
            </a:pPr>
            <a:r>
              <a:rPr lang="en-AU" dirty="0"/>
              <a:t>Working out and inclusion of units of measurements</a:t>
            </a:r>
          </a:p>
          <a:p>
            <a:pPr marL="171450" indent="-171450">
              <a:buFontTx/>
              <a:buChar char="-"/>
            </a:pPr>
            <a:r>
              <a:rPr lang="en-AU" dirty="0"/>
              <a:t>Interpreting hatch marks in diagrams showing sides of equivalent lengths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4716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Focus:</a:t>
            </a:r>
          </a:p>
          <a:p>
            <a:r>
              <a:rPr lang="en-AU" dirty="0"/>
              <a:t>- Strategies to solve for information that is not explicitly provided.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01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Focus:</a:t>
            </a:r>
          </a:p>
          <a:p>
            <a:pPr marL="171450" indent="-171450">
              <a:buFontTx/>
              <a:buChar char="-"/>
            </a:pPr>
            <a:r>
              <a:rPr lang="en-AU" dirty="0"/>
              <a:t>Working out</a:t>
            </a:r>
          </a:p>
          <a:p>
            <a:pPr marL="171450" indent="-171450">
              <a:buFontTx/>
              <a:buChar char="-"/>
            </a:pPr>
            <a:r>
              <a:rPr lang="en-AU" dirty="0"/>
              <a:t>Application of rates (Previous Unit of Work)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011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80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21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481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009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447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77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27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1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1268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349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820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0310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4580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42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3306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6326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092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27/02/2018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754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Hourglass_2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Hourglass_2.svg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Measurement – Perimeter</a:t>
            </a: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Miss Lum </a:t>
            </a:r>
          </a:p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AU" sz="2800" dirty="0"/>
              <a:t>1.3.4 Calculate perimeters of familiar shapes, including: triangles, squares, rectangles and composites of these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Quickwrite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60 seconds to write down words relating to Perimeter</a:t>
            </a:r>
          </a:p>
          <a:p>
            <a:pPr lvl="1"/>
            <a:r>
              <a:rPr lang="en-AU" sz="2800" dirty="0"/>
              <a:t>Prompts</a:t>
            </a:r>
          </a:p>
          <a:p>
            <a:pPr lvl="2"/>
            <a:r>
              <a:rPr lang="en-AU" sz="2400" dirty="0"/>
              <a:t>Definition</a:t>
            </a:r>
          </a:p>
          <a:p>
            <a:pPr lvl="2"/>
            <a:r>
              <a:rPr lang="en-AU" sz="2400" dirty="0"/>
              <a:t>Shapes</a:t>
            </a:r>
          </a:p>
          <a:p>
            <a:pPr lvl="2"/>
            <a:r>
              <a:rPr lang="en-AU" sz="2400" dirty="0"/>
              <a:t>Use</a:t>
            </a:r>
          </a:p>
          <a:p>
            <a:pPr lvl="2"/>
            <a:r>
              <a:rPr lang="en-AU" sz="2400" dirty="0"/>
              <a:t>Measurement units</a:t>
            </a:r>
          </a:p>
        </p:txBody>
      </p:sp>
    </p:spTree>
    <p:extLst>
      <p:ext uri="{BB962C8B-B14F-4D97-AF65-F5344CB8AC3E}">
        <p14:creationId xmlns:p14="http://schemas.microsoft.com/office/powerpoint/2010/main" val="150325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877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Perimeter?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AA13946-086C-4E06-B07A-BEFFA7E1A326}"/>
              </a:ext>
            </a:extLst>
          </p:cNvPr>
          <p:cNvSpPr txBox="1"/>
          <p:nvPr/>
        </p:nvSpPr>
        <p:spPr>
          <a:xfrm>
            <a:off x="1943784" y="1449573"/>
            <a:ext cx="99817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3957A-3F85-4204-8D9D-D1E88A4321E1}"/>
              </a:ext>
            </a:extLst>
          </p:cNvPr>
          <p:cNvSpPr txBox="1"/>
          <p:nvPr/>
        </p:nvSpPr>
        <p:spPr>
          <a:xfrm>
            <a:off x="2113523" y="1511224"/>
            <a:ext cx="94998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perimeter of a shape is the total length of the outside of the shape. It is found by adding together the lengths of all the sides.</a:t>
            </a:r>
          </a:p>
          <a:p>
            <a:endParaRPr lang="en-AU" dirty="0"/>
          </a:p>
          <a:p>
            <a:endParaRPr lang="en-AU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7C4F30-24CA-4D11-9605-8D9DF7C2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442" y="2621335"/>
            <a:ext cx="8934107" cy="294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00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877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Perimeter?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8B3BAA1-F0EF-479A-BB04-27610EB7A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544" y="1606645"/>
            <a:ext cx="9619111" cy="281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2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18774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Perimeter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82292" y="204438"/>
            <a:ext cx="241430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/03/2018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Perimeter?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C0E3786-94E2-4DD9-A1B1-93EFEA762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832" y="1511222"/>
            <a:ext cx="9975248" cy="304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80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7097" y="764373"/>
            <a:ext cx="9409103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Quick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E2D98-DD6F-4F9D-B6B7-EAF1BC43B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327" y="1748111"/>
            <a:ext cx="8176847" cy="510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45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Quick Review</a:t>
            </a:r>
            <a:endParaRPr lang="en-GB" sz="54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83DC9BB-1434-4F17-89A9-2393881AA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6422" y="1604307"/>
            <a:ext cx="6809978" cy="505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53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A Puzzle</a:t>
            </a:r>
            <a:endParaRPr lang="en-GB" sz="5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7ACF64F-151A-4D59-8B6D-D91C6492A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7634" y="1965686"/>
            <a:ext cx="10293463" cy="447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29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Guided Practice</a:t>
            </a:r>
            <a:endParaRPr lang="en-GB" sz="5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EB1F76-3642-4F13-B50E-CAAFF39553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7479" y="1746669"/>
            <a:ext cx="9077745" cy="49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46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49389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  <a:endParaRPr lang="en-GB" sz="54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694F451-CCC3-418F-8A4D-90CF863B0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91622" y="1710034"/>
            <a:ext cx="7569699" cy="514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6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49389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Task</a:t>
            </a:r>
            <a:endParaRPr lang="en-GB" sz="5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EEF9CCF-28EF-49B7-9284-1D597AFD53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9677" y="1663858"/>
            <a:ext cx="6110601" cy="489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93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4EC2-D50D-4652-9305-AF7EC3259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Powerwrite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B65-85C3-4D6E-9E99-A4600037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60 seconds to write about Perimeter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4973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33B32-1CEC-49B0-9E03-FBDDAAF5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49389"/>
            <a:ext cx="861060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Application of </a:t>
            </a:r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SKills</a:t>
            </a:r>
            <a:endParaRPr lang="en-GB" sz="5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7BF4C-D19E-4A67-B477-F721CC50C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Ellery &amp; Strickland</a:t>
            </a:r>
          </a:p>
          <a:p>
            <a:pPr>
              <a:buFontTx/>
              <a:buChar char="-"/>
            </a:pPr>
            <a:r>
              <a:rPr lang="en-AU" dirty="0"/>
              <a:t>Chapter 3.2, Questions 11 – 16, pp. 56 – 58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54833341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D25652-70A2-4111-A862-DCDB0F791EBA}">
  <we:reference id="wa104379997" version="2.0.0.0" store="en-US" storeType="OMEX"/>
  <we:alternateReferences>
    <we:reference id="wa104379997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938</TotalTime>
  <Words>229</Words>
  <Application>Microsoft Office PowerPoint</Application>
  <PresentationFormat>Widescreen</PresentationFormat>
  <Paragraphs>63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Century Gothic</vt:lpstr>
      <vt:lpstr>Kiwi School Handwriting</vt:lpstr>
      <vt:lpstr>BSC Theme</vt:lpstr>
      <vt:lpstr>Measurement – Perimeter</vt:lpstr>
      <vt:lpstr>Learning Outcomes</vt:lpstr>
      <vt:lpstr>Quickwrite</vt:lpstr>
      <vt:lpstr>PowerPoint Presentation</vt:lpstr>
      <vt:lpstr>PowerPoint Presentation</vt:lpstr>
      <vt:lpstr>PowerPoint Presentation</vt:lpstr>
      <vt:lpstr>Quick Review</vt:lpstr>
      <vt:lpstr>Quick Review</vt:lpstr>
      <vt:lpstr>A Puzzle</vt:lpstr>
      <vt:lpstr>Guided Practice</vt:lpstr>
      <vt:lpstr>Task</vt:lpstr>
      <vt:lpstr>Task</vt:lpstr>
      <vt:lpstr>Powerwrite</vt:lpstr>
      <vt:lpstr>Application of SKills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 </dc:title>
  <dc:creator>Travis Power</dc:creator>
  <cp:lastModifiedBy>LUM Magdeline [Baldivis Secondary College]</cp:lastModifiedBy>
  <cp:revision>34</cp:revision>
  <dcterms:created xsi:type="dcterms:W3CDTF">2018-02-13T05:48:53Z</dcterms:created>
  <dcterms:modified xsi:type="dcterms:W3CDTF">2018-02-27T01:03:05Z</dcterms:modified>
</cp:coreProperties>
</file>