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0" r:id="rId2"/>
    <p:sldId id="261" r:id="rId3"/>
    <p:sldId id="266" r:id="rId4"/>
    <p:sldId id="262" r:id="rId5"/>
    <p:sldId id="263" r:id="rId6"/>
    <p:sldId id="264" r:id="rId7"/>
    <p:sldId id="267" r:id="rId8"/>
    <p:sldId id="265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43" autoAdjust="0"/>
    <p:restoredTop sz="94660"/>
  </p:normalViewPr>
  <p:slideViewPr>
    <p:cSldViewPr snapToGrid="0">
      <p:cViewPr varScale="1">
        <p:scale>
          <a:sx n="62" d="100"/>
          <a:sy n="62" d="100"/>
        </p:scale>
        <p:origin x="78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CA1C48-587F-4E8B-A6C9-4C2BB5CA792A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61ED84-FB9C-498F-A67D-BCDD36CF12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454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29346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4912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714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15731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19542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78319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2888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42245-3B86-4F15-80CF-2B9ECF0FF1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ABD2B7-6625-4894-BD30-79BC1D69B7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354B9-D554-4192-927F-073163947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1EB11-FD71-4F35-B04D-08334F2AB206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E6962-B4B3-496E-B0EB-22084CC08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9C299-185B-42B6-9A5E-256C6C7FA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6801-4C44-4EBF-8CE1-A575E82BC4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3618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5884-80E5-48BA-BFC6-1AEA8C02D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372D8-6FD0-4311-A128-35F67E81C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91364-CE4C-4EEE-AB29-EBE727822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1EB11-FD71-4F35-B04D-08334F2AB206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31C3C-0709-4134-9D2D-3AB6E6D71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3977C-CF69-45F2-9BA6-CDD1E4489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6801-4C44-4EBF-8CE1-A575E82BC4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1827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C6AF0-C778-4249-BCD7-DC3EE7678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AE377-90C9-43D1-ABEE-0B39D80CD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9E1D4-F616-486D-AE50-BDEAE21FA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1EB11-FD71-4F35-B04D-08334F2AB206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6A323-D45D-40C1-921F-121109529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267FE-F7BA-4CD3-B292-6C2051A59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6801-4C44-4EBF-8CE1-A575E82BC4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6247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46A6F-F960-49F2-B3F0-556F6098F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D02C0-B1D0-4FF2-9ABE-8CE54CC10F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0E4E6D-8B5A-421C-B593-263E34442A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11FE7C-7375-4618-A8A4-8B336A67C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1EB11-FD71-4F35-B04D-08334F2AB206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703C78-ADE1-4CBD-9E60-2F310984E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83EE62-C83D-4DAB-A1BD-01A40DC6A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6801-4C44-4EBF-8CE1-A575E82BC4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8363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40AA2-C976-49F2-A244-EF7E84B24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4B48C4-5012-45C1-A3A7-92AF851DA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E11BD5-BBA2-482F-89D7-0002DD8094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5C8EB4-7C25-42A1-8F98-C8F6B1054D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11116D-50E5-4B9D-BF95-E6F01D99C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E8ED45-9F3E-4152-87BE-559EF1E7E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1EB11-FD71-4F35-B04D-08334F2AB206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EB1ABB-EFC9-428D-8BCC-6249F40C1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5A8437-4577-4B04-B9DE-0646F3F60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6801-4C44-4EBF-8CE1-A575E82BC4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8440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41A27-7CC7-4243-A00F-CA31403AC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31243A-0D70-4C8F-B77B-DEA87ECE8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1EB11-FD71-4F35-B04D-08334F2AB206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C08334-13D9-4F16-9CC7-4D7F26B49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83BF6C-F651-42AA-9C2E-FE94BDF50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6801-4C44-4EBF-8CE1-A575E82BC4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496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22F3FB-D981-4620-9DB1-6464E6483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1EB11-FD71-4F35-B04D-08334F2AB206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8DEE8C-D7C7-4327-B282-913E0392A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25131-65AD-4DC6-B76C-F111F3EEF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6801-4C44-4EBF-8CE1-A575E82BC4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1196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42F7E-3698-408C-80B2-7301B724B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8440A-6DA4-4098-B4D8-7CEA2B00B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9026A-DED6-4C06-AC72-4847645942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BDEA02-D380-432B-B7B2-02C440B7D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1EB11-FD71-4F35-B04D-08334F2AB206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E56EBA-8EC7-4EB6-BC17-B0415C526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A9B13-E5EC-41A5-B247-AD0012A4A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6801-4C44-4EBF-8CE1-A575E82BC4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5063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F23F6-60A6-42FE-B9C6-47D03CEBA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51A17D-67AC-4DDF-90D6-E14FD3D25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ED5FEF-E398-4C39-B67D-EE5CFB22B3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56D914-82DE-4A86-8334-888D3BB13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1EB11-FD71-4F35-B04D-08334F2AB206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ACE354-1F0C-4B9F-9A66-993F89EF1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D28310-5B6E-4AD3-979B-BDB9DE91F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6801-4C44-4EBF-8CE1-A575E82BC4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8200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C87A0-B8EB-4441-B7B6-45F6ED6C7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9482D-D4DA-40FC-B29A-3D1CB95871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86213-6F68-4E03-A153-02842B549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1EB11-FD71-4F35-B04D-08334F2AB206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7805E-A222-4585-BD56-2DB2986FC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593F7-3363-4BF7-8EEA-BE9D39376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6801-4C44-4EBF-8CE1-A575E82BC4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3093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FDBCA8-413A-483C-98B0-363B558C8B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63DCEB-E78D-4DA7-90BD-603BE78CF2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E2CB4-95DA-4D8D-912B-188934F7C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1EB11-FD71-4F35-B04D-08334F2AB206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1F93F-E247-402D-A245-CF92016D1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95C70-DCDF-4E3B-A45A-31D6C9E6C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6801-4C44-4EBF-8CE1-A575E82BC4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44393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9780306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11655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504341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8135055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50932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07C2DD-EDC8-4C69-8863-FCC46CDB9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0900C3-93A6-473D-B030-134428356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76924-EDEB-4EAF-860F-10862665E2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11EB11-FD71-4F35-B04D-08334F2AB206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39197-4023-4F20-AEC9-9B760DCE5F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4BFEC-8A2F-4835-AF09-90AD1D422A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3C6801-4C44-4EBF-8CE1-A575E82BC4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3714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Kiwi School Handwriting" panose="00000500000000000000" pitchFamily="2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Kiwi School Handwriting" panose="00000500000000000000" pitchFamily="2" charset="0"/>
              </a:rPr>
              <a:t>Year 11 Essentials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Kiwi School Handwriting" panose="00000500000000000000" pitchFamily="2" charset="0"/>
              </a:rPr>
              <a:t>Volume and Capacity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pPr marL="135464" indent="0">
              <a:buNone/>
            </a:pPr>
            <a:endParaRPr lang="en-AU" dirty="0"/>
          </a:p>
          <a:p>
            <a:r>
              <a:rPr lang="en-AU" dirty="0"/>
              <a:t>calculate the volume and capacity of cubes and rectangular and triangular prisms </a:t>
            </a:r>
          </a:p>
          <a:p>
            <a:endParaRPr lang="en-AU" sz="4400" dirty="0"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C01E262-DCE1-40F4-B9DE-8700DD248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92" y="373169"/>
            <a:ext cx="12020016" cy="4136838"/>
          </a:xfrm>
          <a:prstGeom prst="rect">
            <a:avLst/>
          </a:prstGeom>
        </p:spPr>
      </p:pic>
      <p:sp>
        <p:nvSpPr>
          <p:cNvPr id="5" name="Title 12">
            <a:extLst>
              <a:ext uri="{FF2B5EF4-FFF2-40B4-BE49-F238E27FC236}">
                <a16:creationId xmlns:a16="http://schemas.microsoft.com/office/drawing/2014/main" id="{17625E9F-C48B-4367-B25A-2BC1390AD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9416" y="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From Last Lesson</a:t>
            </a:r>
          </a:p>
        </p:txBody>
      </p:sp>
    </p:spTree>
    <p:extLst>
      <p:ext uri="{BB962C8B-B14F-4D97-AF65-F5344CB8AC3E}">
        <p14:creationId xmlns:p14="http://schemas.microsoft.com/office/powerpoint/2010/main" val="3474639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41328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Volume and Capacity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do you work out the capacity of objects?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6197" y="1520412"/>
            <a:ext cx="65196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800" dirty="0">
                <a:solidFill>
                  <a:prstClr val="black"/>
                </a:solidFill>
                <a:latin typeface="Calibri" panose="020F0502020204030204"/>
              </a:rPr>
              <a:t>Remember from the first volume lesson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-207006" y="132048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67AF882-C6B2-4632-B86E-5C7695E72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08" y="2243558"/>
            <a:ext cx="10547784" cy="3955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B72D346-2546-40C0-939D-B3190DF89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19" y="606452"/>
            <a:ext cx="11930635" cy="584688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83E7FD-A44D-4DF5-BF5D-93D422484A0F}"/>
              </a:ext>
            </a:extLst>
          </p:cNvPr>
          <p:cNvSpPr/>
          <p:nvPr/>
        </p:nvSpPr>
        <p:spPr>
          <a:xfrm>
            <a:off x="139485" y="2603715"/>
            <a:ext cx="11220773" cy="10073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173634-E7EA-4729-BFB4-DDC5B245FD2F}"/>
              </a:ext>
            </a:extLst>
          </p:cNvPr>
          <p:cNvSpPr/>
          <p:nvPr/>
        </p:nvSpPr>
        <p:spPr>
          <a:xfrm>
            <a:off x="139484" y="3812892"/>
            <a:ext cx="11868070" cy="26404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305ABA-96E8-4177-9988-0580C750E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22" y="206795"/>
            <a:ext cx="11823108" cy="644440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8173634-E7EA-4729-BFB4-DDC5B245FD2F}"/>
              </a:ext>
            </a:extLst>
          </p:cNvPr>
          <p:cNvSpPr/>
          <p:nvPr/>
        </p:nvSpPr>
        <p:spPr>
          <a:xfrm>
            <a:off x="94522" y="5077691"/>
            <a:ext cx="11868070" cy="17713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57568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1A0ED0-F6A9-4176-8D94-FDC4A512A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35" y="3338"/>
            <a:ext cx="10425516" cy="6854662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B47E03-B889-4D3C-B8AA-04629662D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557" y="367382"/>
            <a:ext cx="8292885" cy="612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038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58</Words>
  <Application>Microsoft Office PowerPoint</Application>
  <PresentationFormat>Widescreen</PresentationFormat>
  <Paragraphs>18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Kiwi School Handwriting</vt:lpstr>
      <vt:lpstr>Office Theme</vt:lpstr>
      <vt:lpstr>Volume and Capacity</vt:lpstr>
      <vt:lpstr>Learning Intentions</vt:lpstr>
      <vt:lpstr>From Last Lesson</vt:lpstr>
      <vt:lpstr>PowerPoint Presentation</vt:lpstr>
      <vt:lpstr>PowerPoint Presentation</vt:lpstr>
      <vt:lpstr>Practice</vt:lpstr>
      <vt:lpstr>PowerPoint Presentation</vt:lpstr>
      <vt:lpstr>Task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Volume and Capacity</dc:title>
  <dc:creator>Nine Labuschagne</dc:creator>
  <cp:lastModifiedBy>Nine Labuschagne</cp:lastModifiedBy>
  <cp:revision>9</cp:revision>
  <dcterms:created xsi:type="dcterms:W3CDTF">2018-03-27T05:45:24Z</dcterms:created>
  <dcterms:modified xsi:type="dcterms:W3CDTF">2018-03-27T05:56:24Z</dcterms:modified>
</cp:coreProperties>
</file>