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2" r:id="rId4"/>
    <p:sldId id="268" r:id="rId5"/>
    <p:sldId id="269" r:id="rId6"/>
    <p:sldId id="270" r:id="rId7"/>
    <p:sldId id="271" r:id="rId8"/>
    <p:sldId id="263" r:id="rId9"/>
    <p:sldId id="272" r:id="rId10"/>
    <p:sldId id="27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C37F3-95D9-4553-BC3A-FA28EB4BD9A3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017A7-F413-4426-BEC8-FAC62E5F71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96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637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43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2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29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97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776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667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277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01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7165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20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A33D-F81E-4AD2-BA66-2539F1EDD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CF137-7859-499D-8CC9-11F675090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6FCEB-4EA4-46C7-AF30-561F78FC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3E711-9902-4F66-97E6-E7ED7086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F10B-5F5B-4DD6-AA37-94294B08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94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CDCC-51DA-4590-BBC3-4497A84A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746FF-DDCA-4777-9569-BE2CCBA8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2F623-C71D-44AC-BD77-B3917874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90830-C489-4CB6-8C7B-1CB4D355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583BC-5D90-47C7-A66D-B82E711B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784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3347-400B-4875-AF7F-F541F04A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4CA82-51FF-4199-931E-7019CA3A0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69B2D-EC7F-4470-A549-651444B5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8839-282A-4958-A52B-4A24070A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C6C6B-EF10-4516-A366-93BDEF7AF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2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0665-63C2-4A9C-82DB-86B8F6EB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8AE1E-CBB3-41CC-B701-B37E602F1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6CEBE-2CAF-464B-9D60-EE71A7271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063FB-677F-42E8-A01E-6C4DB0CA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25778-B402-4CC8-8959-ED7DEBF3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38CF6-3A77-4E5F-9E40-594C4E299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55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E2DD-BD83-46BC-AB49-230592C0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2D4E1-4D21-4EA3-B204-154ACE1B1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C505E-E01E-4334-912B-4D9C7765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2B778-7F53-4962-83DD-8875A06E2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69FB9-0D2F-40CC-B4F1-DF8B46B29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F05ED-FA3A-484E-84E4-10F9FB04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94468-D448-423D-A0AF-BED12B79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DEFDA-3A29-49AE-956C-D1B7B56B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9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7AFD-11C6-4136-AC89-918944EE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C79E6-C39D-453D-BDCE-040A1D1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F067D-7EFD-46E3-BAB5-AD7DA0AA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8A415-4D25-43DA-A6D1-DF5776E0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87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1493-2CDF-4C5F-8BBD-1D484207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EB00D-E3A5-460D-8CFB-6B5CC46C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C4FEB-9550-448C-ACB5-92914D28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375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33F0-8541-41AE-AABB-0E00CB6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0795-049E-46C5-B3FC-88C610D9D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E3251-EB6B-4B65-954E-948A77AA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7EDC5-2B35-4E51-8C42-822091F3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92C93-273B-439A-99C4-3CF238D4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4CF3A-0B7E-47E9-9F6C-2A2E9028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899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4E30-EE98-45E6-A50B-2FADCA67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536AB-A2E5-459D-B71C-C47CD5C63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546D4-024D-451B-BA72-88F7D622F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9FD2-7F79-4E9E-A3EB-F8CC1DE1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932F3-9B8C-4F65-A02B-84336CD1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E324D-BDC6-43D7-B9B3-102D9350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12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6B33-8D81-480E-9503-68333D99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3D69F-B3AC-4182-8FFD-359355DF5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9E56-28BA-4AEB-911B-110AE259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C7AE8-74C6-4656-AB1D-21A1A82B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726E-3B96-46B7-82A3-95231A69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45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4A12F-8AF6-462E-A6DC-7017CC59E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D8ECC-B1A5-4781-AC02-4CE6FEA2E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26D8-BD5A-4BE5-AB87-9AF85CF8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0CEAE-F4C4-4BAD-BC4A-BDBCD30A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1232E-6F3A-4FDC-BC8F-B9615C43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84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3980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6973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8347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75516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83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B6CCA4-B416-46AD-8CEF-83950E13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B0D0-FC80-470B-8B92-51F84E6A7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3E83A-B3EA-4F53-8BE5-26C826760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1593D-E7A4-4348-98C7-F8BB2F1AE285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9AD6-225D-4A61-89A5-9AD53CC45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9684A-AF4F-48EF-9A0B-2C42242A6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8226F-A8BF-452B-A35B-38A04DFBB6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9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Volume of Shapes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8408" y="309487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  <a:endParaRPr lang="en-AU" dirty="0"/>
          </a:p>
          <a:p>
            <a:r>
              <a:rPr lang="en-AU" dirty="0"/>
              <a:t>calculate the volume of cubes and rectangular and triangular prisms </a:t>
            </a:r>
          </a:p>
          <a:p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Volume?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to find the volume of cubes, rectangular and triangular prisms?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73464" y="1488280"/>
                <a:ext cx="9544926" cy="1938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Volume measures the space inside a solid shape. </a:t>
                </a:r>
                <a:r>
                  <a:rPr lang="en-AU" sz="2399" b="1" dirty="0">
                    <a:solidFill>
                      <a:prstClr val="black"/>
                    </a:solidFill>
                    <a:latin typeface="Calibri" panose="020F0502020204030204"/>
                  </a:rPr>
                  <a:t>Cubic units</a:t>
                </a:r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 are used for volume.</a:t>
                </a:r>
              </a:p>
              <a:p>
                <a:pPr defTabSz="914126"/>
                <a:endParaRPr lang="en-AU" sz="2399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The cube below has the dimensions 1cm x 1 cm x 1 cm.</a:t>
                </a:r>
              </a:p>
              <a:p>
                <a:pPr defTabSz="914126"/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The volume is 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399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399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399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399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88280"/>
                <a:ext cx="9544926" cy="1938351"/>
              </a:xfrm>
              <a:prstGeom prst="rect">
                <a:avLst/>
              </a:prstGeom>
              <a:blipFill>
                <a:blip r:embed="rId3"/>
                <a:stretch>
                  <a:fillRect l="-1022" t="-2516" b="-6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3B981BF-E31F-4B3B-8559-EFF1473F8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463" y="3701527"/>
            <a:ext cx="10212191" cy="18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369" y="1511880"/>
            <a:ext cx="675726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4090707" y="2551837"/>
            <a:ext cx="7909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0000"/>
                </a:solidFill>
              </a:rPr>
              <a:t>Volume = length x width x height </a:t>
            </a:r>
          </a:p>
          <a:p>
            <a:pPr algn="ctr"/>
            <a:endParaRPr lang="en-AU" sz="3600" dirty="0">
              <a:solidFill>
                <a:srgbClr val="000000"/>
              </a:solidFill>
            </a:endParaRPr>
          </a:p>
          <a:p>
            <a:pPr algn="ctr"/>
            <a:r>
              <a:rPr lang="en-AU" sz="3600" dirty="0">
                <a:solidFill>
                  <a:srgbClr val="000000"/>
                </a:solidFill>
              </a:rPr>
              <a:t>= L x W x 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637D9-47E1-4DBA-8DCB-ACE3C8FC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45" y="2161257"/>
            <a:ext cx="4282376" cy="45735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449873-6916-4807-A234-A6E4434F2D50}"/>
              </a:ext>
            </a:extLst>
          </p:cNvPr>
          <p:cNvSpPr txBox="1"/>
          <p:nvPr/>
        </p:nvSpPr>
        <p:spPr>
          <a:xfrm>
            <a:off x="592821" y="123165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Shapes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9C355E-7673-4B25-A73C-B71224D445C2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to find the volume of cubes, rectangular and triangular prisms? </a:t>
            </a:r>
          </a:p>
        </p:txBody>
      </p:sp>
    </p:spTree>
    <p:extLst>
      <p:ext uri="{BB962C8B-B14F-4D97-AF65-F5344CB8AC3E}">
        <p14:creationId xmlns:p14="http://schemas.microsoft.com/office/powerpoint/2010/main" val="236696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7369" y="1511880"/>
            <a:ext cx="675726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Rectangular Prims Formula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72849FF-BBC9-4931-90E5-6A7CDCCC7435}"/>
              </a:ext>
            </a:extLst>
          </p:cNvPr>
          <p:cNvSpPr/>
          <p:nvPr/>
        </p:nvSpPr>
        <p:spPr>
          <a:xfrm>
            <a:off x="2141026" y="2551837"/>
            <a:ext cx="79099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>
                <a:solidFill>
                  <a:srgbClr val="000000"/>
                </a:solidFill>
              </a:rPr>
              <a:t>For solids with identical cross-sections</a:t>
            </a:r>
          </a:p>
          <a:p>
            <a:pPr algn="ctr"/>
            <a:endParaRPr lang="en-AU" sz="3600" dirty="0">
              <a:solidFill>
                <a:srgbClr val="000000"/>
              </a:solidFill>
            </a:endParaRPr>
          </a:p>
          <a:p>
            <a:pPr algn="ctr"/>
            <a:r>
              <a:rPr lang="en-AU" sz="3600" dirty="0">
                <a:solidFill>
                  <a:srgbClr val="000000"/>
                </a:solidFill>
              </a:rPr>
              <a:t>Volume = Area of Base x Height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FE4BE-D780-4DEB-83BE-EF809FEC5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1" y="3416429"/>
            <a:ext cx="2491342" cy="31176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FA7DD9-3BB0-4742-80F7-5D87B5B88812}"/>
              </a:ext>
            </a:extLst>
          </p:cNvPr>
          <p:cNvSpPr txBox="1"/>
          <p:nvPr/>
        </p:nvSpPr>
        <p:spPr>
          <a:xfrm>
            <a:off x="592821" y="123165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Shapes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A2CA6-13BB-4B88-A8BF-C21CB19B0880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to find the volume of cubes, rectangular and triangular prisms? </a:t>
            </a:r>
          </a:p>
        </p:txBody>
      </p:sp>
    </p:spTree>
    <p:extLst>
      <p:ext uri="{BB962C8B-B14F-4D97-AF65-F5344CB8AC3E}">
        <p14:creationId xmlns:p14="http://schemas.microsoft.com/office/powerpoint/2010/main" val="288883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BAC62C-60BF-4219-A860-98A6C487D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9" y="628890"/>
            <a:ext cx="4492827" cy="37261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L x W x H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2 x 1.5 x 2.5 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7.5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51" y="2056861"/>
                <a:ext cx="5518458" cy="2862322"/>
              </a:xfrm>
              <a:prstGeom prst="rect">
                <a:avLst/>
              </a:prstGeom>
              <a:blipFill>
                <a:blip r:embed="rId4"/>
                <a:stretch>
                  <a:fillRect t="-3191" b="-7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90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D3A38-C20A-440C-AA35-1D280E41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6" y="608227"/>
            <a:ext cx="5186654" cy="315786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/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3600" dirty="0">
                    <a:solidFill>
                      <a:srgbClr val="0070C0"/>
                    </a:solidFill>
                  </a:rPr>
                  <a:t>Volume = Area of Base x Height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dirty="0">
                    <a:solidFill>
                      <a:srgbClr val="000000"/>
                    </a:solidFill>
                  </a:rPr>
                  <a:t>90 x 10</a:t>
                </a:r>
              </a:p>
              <a:p>
                <a:pPr algn="ctr"/>
                <a:endParaRPr lang="en-AU" sz="3600" dirty="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AU" sz="3600" b="1" dirty="0">
                    <a:solidFill>
                      <a:srgbClr val="FF0000"/>
                    </a:solidFill>
                  </a:rPr>
                  <a:t>= 900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sz="3600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8EC7E6C-9509-4466-BFC4-74743B9A7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024" y="3126243"/>
                <a:ext cx="6526549" cy="2874890"/>
              </a:xfrm>
              <a:prstGeom prst="rect">
                <a:avLst/>
              </a:prstGeom>
              <a:blipFill>
                <a:blip r:embed="rId4"/>
                <a:stretch>
                  <a:fillRect t="-3397" b="-74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2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04CB1E-3A96-4009-B3AD-6396BAEC2CCC}"/>
              </a:ext>
            </a:extLst>
          </p:cNvPr>
          <p:cNvSpPr txBox="1"/>
          <p:nvPr/>
        </p:nvSpPr>
        <p:spPr>
          <a:xfrm>
            <a:off x="0" y="1658664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Volume of a triangle formula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FDC375-B988-412D-8881-B90A0CEB4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653" y="2627678"/>
            <a:ext cx="7282819" cy="37576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4E8C3-C3E6-4C23-975C-B2AFABF82809}"/>
                  </a:ext>
                </a:extLst>
              </p:cNvPr>
              <p:cNvSpPr txBox="1"/>
              <p:nvPr/>
            </p:nvSpPr>
            <p:spPr>
              <a:xfrm>
                <a:off x="1973464" y="1449867"/>
                <a:ext cx="9544926" cy="1048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AU" sz="3200" dirty="0">
                    <a:solidFill>
                      <a:prstClr val="black"/>
                    </a:solidFill>
                    <a:latin typeface="Calibri" panose="020F0502020204030204"/>
                  </a:rPr>
                  <a:t>Volume of a Triangle </a:t>
                </a:r>
                <a:r>
                  <a:rPr lang="en-AU" sz="4400" dirty="0">
                    <a:solidFill>
                      <a:prstClr val="black"/>
                    </a:solidFill>
                    <a:latin typeface="Calibri" panose="020F0502020204030204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44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sz="4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AU" sz="4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4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4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4E8C3-C3E6-4C23-975C-B2AFABF82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4" y="1449867"/>
                <a:ext cx="9544926" cy="1048429"/>
              </a:xfrm>
              <a:prstGeom prst="rect">
                <a:avLst/>
              </a:prstGeom>
              <a:blipFill>
                <a:blip r:embed="rId4"/>
                <a:stretch>
                  <a:fillRect l="-1661" b="-139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B342023-96B0-4DE1-8308-1FDA68103B5A}"/>
              </a:ext>
            </a:extLst>
          </p:cNvPr>
          <p:cNvSpPr txBox="1"/>
          <p:nvPr/>
        </p:nvSpPr>
        <p:spPr>
          <a:xfrm>
            <a:off x="4549489" y="5999052"/>
            <a:ext cx="154649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3200" b="1" dirty="0"/>
              <a:t>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52A5CE-CB71-42CB-8CCE-D1AF5873FA9C}"/>
              </a:ext>
            </a:extLst>
          </p:cNvPr>
          <p:cNvSpPr txBox="1"/>
          <p:nvPr/>
        </p:nvSpPr>
        <p:spPr>
          <a:xfrm>
            <a:off x="1909448" y="5004184"/>
            <a:ext cx="154649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3200" b="1" dirty="0"/>
              <a:t>Height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3F8682-77DC-4DBF-BA8B-321D8591D3B5}"/>
              </a:ext>
            </a:extLst>
          </p:cNvPr>
          <p:cNvSpPr txBox="1"/>
          <p:nvPr/>
        </p:nvSpPr>
        <p:spPr>
          <a:xfrm>
            <a:off x="8797975" y="4823358"/>
            <a:ext cx="154649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3200" b="1" dirty="0"/>
              <a:t>Length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6086B-CAC1-468B-AD35-3C87D55AABEE}"/>
              </a:ext>
            </a:extLst>
          </p:cNvPr>
          <p:cNvSpPr txBox="1"/>
          <p:nvPr/>
        </p:nvSpPr>
        <p:spPr>
          <a:xfrm>
            <a:off x="592821" y="123165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Volume of Shapes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6DF39-CB2B-4E89-82EE-A3A46318ACCA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to find the volume of cubes, rectangular and triangular prisms? </a:t>
            </a:r>
          </a:p>
        </p:txBody>
      </p:sp>
    </p:spTree>
    <p:extLst>
      <p:ext uri="{BB962C8B-B14F-4D97-AF65-F5344CB8AC3E}">
        <p14:creationId xmlns:p14="http://schemas.microsoft.com/office/powerpoint/2010/main" val="84973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E8E072-B15C-4235-9F23-039026CF3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4" y="1051178"/>
            <a:ext cx="6562064" cy="34898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5F732-72F4-4DE9-8B54-F630B9C46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80" y="377542"/>
            <a:ext cx="8308562" cy="7538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6ABCCB-CF74-429A-B2ED-EE47B0813D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17" y="2066543"/>
            <a:ext cx="5649483" cy="46985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88EEEF-DF0A-40FB-9CF4-7D537ED3BECE}"/>
              </a:ext>
            </a:extLst>
          </p:cNvPr>
          <p:cNvSpPr/>
          <p:nvPr/>
        </p:nvSpPr>
        <p:spPr>
          <a:xfrm>
            <a:off x="7501180" y="3766088"/>
            <a:ext cx="4690820" cy="1162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4E74C-8E3C-476A-AFF7-3516CC11E480}"/>
              </a:ext>
            </a:extLst>
          </p:cNvPr>
          <p:cNvSpPr/>
          <p:nvPr/>
        </p:nvSpPr>
        <p:spPr>
          <a:xfrm>
            <a:off x="7501180" y="4974957"/>
            <a:ext cx="4690820" cy="635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8DD6C-E68B-400B-9CA2-8581E88937C7}"/>
              </a:ext>
            </a:extLst>
          </p:cNvPr>
          <p:cNvSpPr/>
          <p:nvPr/>
        </p:nvSpPr>
        <p:spPr>
          <a:xfrm>
            <a:off x="6542517" y="6041232"/>
            <a:ext cx="4690820" cy="635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C2ABE-4F6F-43A6-977A-3F5ED3D53DD3}"/>
              </a:ext>
            </a:extLst>
          </p:cNvPr>
          <p:cNvSpPr txBox="1"/>
          <p:nvPr/>
        </p:nvSpPr>
        <p:spPr>
          <a:xfrm>
            <a:off x="1323537" y="2844225"/>
            <a:ext cx="9544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Complete worksheet on Volume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243</Words>
  <Application>Microsoft Office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Office Theme</vt:lpstr>
      <vt:lpstr>Volume of Shapes</vt:lpstr>
      <vt:lpstr>Learning Intentions</vt:lpstr>
      <vt:lpstr>PowerPoint Presentation</vt:lpstr>
      <vt:lpstr>PowerPoint Presentation</vt:lpstr>
      <vt:lpstr>PowerPoint Presentation</vt:lpstr>
      <vt:lpstr>Practice</vt:lpstr>
      <vt:lpstr>Practice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Nine Labuschagne</dc:creator>
  <cp:lastModifiedBy>Nine Labuschagne</cp:lastModifiedBy>
  <cp:revision>11</cp:revision>
  <dcterms:created xsi:type="dcterms:W3CDTF">2018-03-27T04:27:48Z</dcterms:created>
  <dcterms:modified xsi:type="dcterms:W3CDTF">2018-03-27T05:44:27Z</dcterms:modified>
</cp:coreProperties>
</file>