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>
        <p:scale>
          <a:sx n="65" d="100"/>
          <a:sy n="65" d="100"/>
        </p:scale>
        <p:origin x="765" y="6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hyperlink" Target="http://brikmakers.com/" TargetMode="External"/><Relationship Id="rId2" Type="http://schemas.openxmlformats.org/officeDocument/2006/relationships/hyperlink" Target="http://www.plants4perth.com.au/" TargetMode="External"/><Relationship Id="rId1" Type="http://schemas.openxmlformats.org/officeDocument/2006/relationships/hyperlink" Target="https://www.bunnings.com.au/" TargetMode="External"/><Relationship Id="rId4" Type="http://schemas.openxmlformats.org/officeDocument/2006/relationships/hyperlink" Target="http://www.midlandbrick.com.au/" TargetMode="Externa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hyperlink" Target="http://brikmakers.com/" TargetMode="External"/><Relationship Id="rId2" Type="http://schemas.openxmlformats.org/officeDocument/2006/relationships/hyperlink" Target="http://www.plants4perth.com.au/" TargetMode="External"/><Relationship Id="rId1" Type="http://schemas.openxmlformats.org/officeDocument/2006/relationships/hyperlink" Target="https://www.bunnings.com.au/" TargetMode="External"/><Relationship Id="rId4" Type="http://schemas.openxmlformats.org/officeDocument/2006/relationships/hyperlink" Target="http://www.midlandbrick.com.au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2BC22A-4CA6-45C2-9456-D909F454D93C}" type="doc">
      <dgm:prSet loTypeId="urn:microsoft.com/office/officeart/2005/8/layout/bProcess2" loCatId="process" qsTypeId="urn:microsoft.com/office/officeart/2005/8/quickstyle/simple4" qsCatId="simple" csTypeId="urn:microsoft.com/office/officeart/2005/8/colors/accent5_3" csCatId="accent5"/>
      <dgm:spPr/>
      <dgm:t>
        <a:bodyPr/>
        <a:lstStyle/>
        <a:p>
          <a:endParaRPr lang="en-US"/>
        </a:p>
      </dgm:t>
    </dgm:pt>
    <dgm:pt modelId="{8A726EB9-2A4F-4DDB-B99E-9E611C5E5CA4}">
      <dgm:prSet/>
      <dgm:spPr/>
      <dgm:t>
        <a:bodyPr/>
        <a:lstStyle/>
        <a:p>
          <a:r>
            <a:rPr lang="en-AU" b="1" dirty="0">
              <a:latin typeface="OpenDyslexic" panose="00000500000000000000" pitchFamily="50" charset="0"/>
            </a:rPr>
            <a:t>Design a space here at Baldivis Secondary College for people to spend time in</a:t>
          </a:r>
          <a:endParaRPr lang="en-US" b="1" dirty="0">
            <a:latin typeface="OpenDyslexic" panose="00000500000000000000" pitchFamily="50" charset="0"/>
          </a:endParaRPr>
        </a:p>
      </dgm:t>
    </dgm:pt>
    <dgm:pt modelId="{78E12B1D-71F7-4F68-970A-2601DB7453F3}" type="parTrans" cxnId="{CD9E20F2-6AA3-42B5-A690-498A8BD6D18C}">
      <dgm:prSet/>
      <dgm:spPr/>
      <dgm:t>
        <a:bodyPr/>
        <a:lstStyle/>
        <a:p>
          <a:endParaRPr lang="en-US"/>
        </a:p>
      </dgm:t>
    </dgm:pt>
    <dgm:pt modelId="{8CE6C957-6500-403D-88A2-93F6CA388767}" type="sibTrans" cxnId="{CD9E20F2-6AA3-42B5-A690-498A8BD6D18C}">
      <dgm:prSet/>
      <dgm:spPr/>
      <dgm:t>
        <a:bodyPr/>
        <a:lstStyle/>
        <a:p>
          <a:endParaRPr lang="en-US"/>
        </a:p>
      </dgm:t>
    </dgm:pt>
    <dgm:pt modelId="{5F5B2497-BFB3-42B5-8D26-3292949B3B2F}">
      <dgm:prSet/>
      <dgm:spPr/>
      <dgm:t>
        <a:bodyPr/>
        <a:lstStyle/>
        <a:p>
          <a:r>
            <a:rPr lang="en-AU" b="1" dirty="0">
              <a:latin typeface="OpenDyslexic" panose="00000500000000000000" pitchFamily="50" charset="0"/>
            </a:rPr>
            <a:t>Best designs will be put to a vote and the most popular will be built</a:t>
          </a:r>
          <a:endParaRPr lang="en-US" b="1" dirty="0">
            <a:latin typeface="OpenDyslexic" panose="00000500000000000000" pitchFamily="50" charset="0"/>
          </a:endParaRPr>
        </a:p>
      </dgm:t>
    </dgm:pt>
    <dgm:pt modelId="{31EF5F01-8E77-4D3E-B3AD-C6CDD7CC3D01}" type="parTrans" cxnId="{2164532A-466B-41D7-8F3A-68AD8AB79381}">
      <dgm:prSet/>
      <dgm:spPr/>
      <dgm:t>
        <a:bodyPr/>
        <a:lstStyle/>
        <a:p>
          <a:endParaRPr lang="en-US"/>
        </a:p>
      </dgm:t>
    </dgm:pt>
    <dgm:pt modelId="{CC227643-C79C-45F0-99C4-1F21548771C9}" type="sibTrans" cxnId="{2164532A-466B-41D7-8F3A-68AD8AB79381}">
      <dgm:prSet/>
      <dgm:spPr/>
      <dgm:t>
        <a:bodyPr/>
        <a:lstStyle/>
        <a:p>
          <a:endParaRPr lang="en-US"/>
        </a:p>
      </dgm:t>
    </dgm:pt>
    <dgm:pt modelId="{6CB566DE-9273-4E1A-BF7B-ADA0E1D71DF7}" type="pres">
      <dgm:prSet presAssocID="{942BC22A-4CA6-45C2-9456-D909F454D93C}" presName="diagram" presStyleCnt="0">
        <dgm:presLayoutVars>
          <dgm:dir/>
          <dgm:resizeHandles/>
        </dgm:presLayoutVars>
      </dgm:prSet>
      <dgm:spPr/>
    </dgm:pt>
    <dgm:pt modelId="{BE41FB06-750B-4329-BAFA-98C5D3D69F7F}" type="pres">
      <dgm:prSet presAssocID="{8A726EB9-2A4F-4DDB-B99E-9E611C5E5CA4}" presName="firstNode" presStyleLbl="node1" presStyleIdx="0" presStyleCnt="2">
        <dgm:presLayoutVars>
          <dgm:bulletEnabled val="1"/>
        </dgm:presLayoutVars>
      </dgm:prSet>
      <dgm:spPr/>
    </dgm:pt>
    <dgm:pt modelId="{D8BD878C-A1B5-4238-9BB7-215D74241D03}" type="pres">
      <dgm:prSet presAssocID="{8CE6C957-6500-403D-88A2-93F6CA388767}" presName="sibTrans" presStyleLbl="sibTrans2D1" presStyleIdx="0" presStyleCnt="1"/>
      <dgm:spPr/>
    </dgm:pt>
    <dgm:pt modelId="{0295E0E7-F16A-4F55-9118-3BA33AB2CC29}" type="pres">
      <dgm:prSet presAssocID="{5F5B2497-BFB3-42B5-8D26-3292949B3B2F}" presName="lastNode" presStyleLbl="node1" presStyleIdx="1" presStyleCnt="2">
        <dgm:presLayoutVars>
          <dgm:bulletEnabled val="1"/>
        </dgm:presLayoutVars>
      </dgm:prSet>
      <dgm:spPr/>
    </dgm:pt>
  </dgm:ptLst>
  <dgm:cxnLst>
    <dgm:cxn modelId="{6E95530D-B54C-41BE-88F0-C51B3C141255}" type="presOf" srcId="{8CE6C957-6500-403D-88A2-93F6CA388767}" destId="{D8BD878C-A1B5-4238-9BB7-215D74241D03}" srcOrd="0" destOrd="0" presId="urn:microsoft.com/office/officeart/2005/8/layout/bProcess2"/>
    <dgm:cxn modelId="{B2BE921A-B901-41C1-9B52-1DF63BCC067F}" type="presOf" srcId="{8A726EB9-2A4F-4DDB-B99E-9E611C5E5CA4}" destId="{BE41FB06-750B-4329-BAFA-98C5D3D69F7F}" srcOrd="0" destOrd="0" presId="urn:microsoft.com/office/officeart/2005/8/layout/bProcess2"/>
    <dgm:cxn modelId="{2164532A-466B-41D7-8F3A-68AD8AB79381}" srcId="{942BC22A-4CA6-45C2-9456-D909F454D93C}" destId="{5F5B2497-BFB3-42B5-8D26-3292949B3B2F}" srcOrd="1" destOrd="0" parTransId="{31EF5F01-8E77-4D3E-B3AD-C6CDD7CC3D01}" sibTransId="{CC227643-C79C-45F0-99C4-1F21548771C9}"/>
    <dgm:cxn modelId="{BC1E3234-6B2D-4C7C-80BC-2F51777657A6}" type="presOf" srcId="{942BC22A-4CA6-45C2-9456-D909F454D93C}" destId="{6CB566DE-9273-4E1A-BF7B-ADA0E1D71DF7}" srcOrd="0" destOrd="0" presId="urn:microsoft.com/office/officeart/2005/8/layout/bProcess2"/>
    <dgm:cxn modelId="{0D7D6EEE-F5FD-4E36-88CE-BBF8C8F97934}" type="presOf" srcId="{5F5B2497-BFB3-42B5-8D26-3292949B3B2F}" destId="{0295E0E7-F16A-4F55-9118-3BA33AB2CC29}" srcOrd="0" destOrd="0" presId="urn:microsoft.com/office/officeart/2005/8/layout/bProcess2"/>
    <dgm:cxn modelId="{CD9E20F2-6AA3-42B5-A690-498A8BD6D18C}" srcId="{942BC22A-4CA6-45C2-9456-D909F454D93C}" destId="{8A726EB9-2A4F-4DDB-B99E-9E611C5E5CA4}" srcOrd="0" destOrd="0" parTransId="{78E12B1D-71F7-4F68-970A-2601DB7453F3}" sibTransId="{8CE6C957-6500-403D-88A2-93F6CA388767}"/>
    <dgm:cxn modelId="{7A185D0F-3EA7-407A-B5BB-5A130A04FB10}" type="presParOf" srcId="{6CB566DE-9273-4E1A-BF7B-ADA0E1D71DF7}" destId="{BE41FB06-750B-4329-BAFA-98C5D3D69F7F}" srcOrd="0" destOrd="0" presId="urn:microsoft.com/office/officeart/2005/8/layout/bProcess2"/>
    <dgm:cxn modelId="{8904EB91-584F-4316-BD97-3CC2A1C6FA99}" type="presParOf" srcId="{6CB566DE-9273-4E1A-BF7B-ADA0E1D71DF7}" destId="{D8BD878C-A1B5-4238-9BB7-215D74241D03}" srcOrd="1" destOrd="0" presId="urn:microsoft.com/office/officeart/2005/8/layout/bProcess2"/>
    <dgm:cxn modelId="{73E09F89-EB37-4933-B640-3F1B0BFADAE0}" type="presParOf" srcId="{6CB566DE-9273-4E1A-BF7B-ADA0E1D71DF7}" destId="{0295E0E7-F16A-4F55-9118-3BA33AB2CC29}" srcOrd="2" destOrd="0" presId="urn:microsoft.com/office/officeart/2005/8/layout/b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2B0C6C-8D6A-43F7-808B-47458201F3DE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2409B03D-1051-476D-A4FB-C73E5F472C4A}">
      <dgm:prSet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r>
            <a:rPr lang="en-GB" dirty="0">
              <a:hlinkClick xmlns:r="http://schemas.openxmlformats.org/officeDocument/2006/relationships" r:id="rId1"/>
            </a:rPr>
            <a:t>https://www.bunnings.com.au</a:t>
          </a:r>
          <a:endParaRPr lang="en-US" dirty="0"/>
        </a:p>
      </dgm:t>
    </dgm:pt>
    <dgm:pt modelId="{37C55B9A-B6B7-4A2D-BAD5-3227E3311901}" type="parTrans" cxnId="{CE0F31F4-42A8-4D3E-86EF-A4BCE4546F3B}">
      <dgm:prSet/>
      <dgm:spPr/>
      <dgm:t>
        <a:bodyPr/>
        <a:lstStyle/>
        <a:p>
          <a:endParaRPr lang="en-US"/>
        </a:p>
      </dgm:t>
    </dgm:pt>
    <dgm:pt modelId="{C56CA5BE-C0FC-4BF3-B1EE-B3BC9BA1D976}" type="sibTrans" cxnId="{CE0F31F4-42A8-4D3E-86EF-A4BCE4546F3B}">
      <dgm:prSet/>
      <dgm:spPr/>
      <dgm:t>
        <a:bodyPr/>
        <a:lstStyle/>
        <a:p>
          <a:endParaRPr lang="en-US"/>
        </a:p>
      </dgm:t>
    </dgm:pt>
    <dgm:pt modelId="{5763BDC7-75B6-49D3-8887-31A1C12DD1B9}">
      <dgm:prSet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r>
            <a:rPr lang="en-GB" dirty="0">
              <a:hlinkClick xmlns:r="http://schemas.openxmlformats.org/officeDocument/2006/relationships" r:id="rId2"/>
            </a:rPr>
            <a:t>http://www.plants4perth.com.au/</a:t>
          </a:r>
          <a:endParaRPr lang="en-US" dirty="0"/>
        </a:p>
      </dgm:t>
    </dgm:pt>
    <dgm:pt modelId="{1B59D9BF-B28D-4ACC-B4B2-60615FEE4947}" type="parTrans" cxnId="{97B57A11-8BC0-4FB1-926D-A8B839195845}">
      <dgm:prSet/>
      <dgm:spPr/>
      <dgm:t>
        <a:bodyPr/>
        <a:lstStyle/>
        <a:p>
          <a:endParaRPr lang="en-US"/>
        </a:p>
      </dgm:t>
    </dgm:pt>
    <dgm:pt modelId="{FC11B33E-5946-43F1-BC6E-C8DBEAED6C09}" type="sibTrans" cxnId="{97B57A11-8BC0-4FB1-926D-A8B839195845}">
      <dgm:prSet/>
      <dgm:spPr/>
      <dgm:t>
        <a:bodyPr/>
        <a:lstStyle/>
        <a:p>
          <a:endParaRPr lang="en-US"/>
        </a:p>
      </dgm:t>
    </dgm:pt>
    <dgm:pt modelId="{08954BDD-28C4-4F1D-825B-F83F124C14EE}">
      <dgm:prSet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r>
            <a:rPr lang="en-GB">
              <a:hlinkClick xmlns:r="http://schemas.openxmlformats.org/officeDocument/2006/relationships" r:id="rId3"/>
            </a:rPr>
            <a:t>http://brikmakers.com/</a:t>
          </a:r>
          <a:endParaRPr lang="en-US"/>
        </a:p>
      </dgm:t>
    </dgm:pt>
    <dgm:pt modelId="{7EF63510-D58A-4C0D-BEFA-6101D4036BB0}" type="parTrans" cxnId="{C5474A1F-8FF6-4B4B-B144-C6405682C41C}">
      <dgm:prSet/>
      <dgm:spPr/>
      <dgm:t>
        <a:bodyPr/>
        <a:lstStyle/>
        <a:p>
          <a:endParaRPr lang="en-US"/>
        </a:p>
      </dgm:t>
    </dgm:pt>
    <dgm:pt modelId="{357671C4-E3E1-4180-A8F5-8C1EC7268E9A}" type="sibTrans" cxnId="{C5474A1F-8FF6-4B4B-B144-C6405682C41C}">
      <dgm:prSet/>
      <dgm:spPr/>
      <dgm:t>
        <a:bodyPr/>
        <a:lstStyle/>
        <a:p>
          <a:endParaRPr lang="en-US"/>
        </a:p>
      </dgm:t>
    </dgm:pt>
    <dgm:pt modelId="{05636EA3-0A97-4838-83C0-EDB14CB6032D}">
      <dgm:prSet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r>
            <a:rPr lang="en-GB" dirty="0">
              <a:hlinkClick xmlns:r="http://schemas.openxmlformats.org/officeDocument/2006/relationships" r:id="rId4"/>
            </a:rPr>
            <a:t>http://www.midlandbrick.com.au/</a:t>
          </a:r>
          <a:endParaRPr lang="en-US" dirty="0"/>
        </a:p>
      </dgm:t>
    </dgm:pt>
    <dgm:pt modelId="{E444654B-A847-4FC7-BEF5-A663A79BE431}" type="parTrans" cxnId="{626A4D7D-1DEC-4AEE-9450-9DE23CC8D078}">
      <dgm:prSet/>
      <dgm:spPr/>
      <dgm:t>
        <a:bodyPr/>
        <a:lstStyle/>
        <a:p>
          <a:endParaRPr lang="en-US"/>
        </a:p>
      </dgm:t>
    </dgm:pt>
    <dgm:pt modelId="{6DE6E75A-99AC-447A-A4B7-7828FD7D208F}" type="sibTrans" cxnId="{626A4D7D-1DEC-4AEE-9450-9DE23CC8D078}">
      <dgm:prSet/>
      <dgm:spPr/>
      <dgm:t>
        <a:bodyPr/>
        <a:lstStyle/>
        <a:p>
          <a:endParaRPr lang="en-US"/>
        </a:p>
      </dgm:t>
    </dgm:pt>
    <dgm:pt modelId="{7B77CA44-35D9-4E52-9A07-9057485D9010}" type="pres">
      <dgm:prSet presAssocID="{372B0C6C-8D6A-43F7-808B-47458201F3DE}" presName="linear" presStyleCnt="0">
        <dgm:presLayoutVars>
          <dgm:animLvl val="lvl"/>
          <dgm:resizeHandles val="exact"/>
        </dgm:presLayoutVars>
      </dgm:prSet>
      <dgm:spPr/>
    </dgm:pt>
    <dgm:pt modelId="{46D2AD05-2FD9-4DF6-AA95-E8277BAB8A49}" type="pres">
      <dgm:prSet presAssocID="{2409B03D-1051-476D-A4FB-C73E5F472C4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EFCE297-289D-4BB8-B470-7114C0EF06CA}" type="pres">
      <dgm:prSet presAssocID="{C56CA5BE-C0FC-4BF3-B1EE-B3BC9BA1D976}" presName="spacer" presStyleCnt="0"/>
      <dgm:spPr/>
    </dgm:pt>
    <dgm:pt modelId="{0FBC44B1-6051-4758-BCBD-9D7E587673BC}" type="pres">
      <dgm:prSet presAssocID="{5763BDC7-75B6-49D3-8887-31A1C12DD1B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8D9E89A-4DC4-444A-B22F-15EEC5CDEE90}" type="pres">
      <dgm:prSet presAssocID="{FC11B33E-5946-43F1-BC6E-C8DBEAED6C09}" presName="spacer" presStyleCnt="0"/>
      <dgm:spPr/>
    </dgm:pt>
    <dgm:pt modelId="{4343445C-E927-4BD5-B424-7C18650C552E}" type="pres">
      <dgm:prSet presAssocID="{08954BDD-28C4-4F1D-825B-F83F124C14E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73E7A3E-FB4B-4435-9B75-55041DF4430E}" type="pres">
      <dgm:prSet presAssocID="{357671C4-E3E1-4180-A8F5-8C1EC7268E9A}" presName="spacer" presStyleCnt="0"/>
      <dgm:spPr/>
    </dgm:pt>
    <dgm:pt modelId="{A2FC4CF8-0EF2-4A09-B231-D137D676A2DD}" type="pres">
      <dgm:prSet presAssocID="{05636EA3-0A97-4838-83C0-EDB14CB6032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7B57A11-8BC0-4FB1-926D-A8B839195845}" srcId="{372B0C6C-8D6A-43F7-808B-47458201F3DE}" destId="{5763BDC7-75B6-49D3-8887-31A1C12DD1B9}" srcOrd="1" destOrd="0" parTransId="{1B59D9BF-B28D-4ACC-B4B2-60615FEE4947}" sibTransId="{FC11B33E-5946-43F1-BC6E-C8DBEAED6C09}"/>
    <dgm:cxn modelId="{C5474A1F-8FF6-4B4B-B144-C6405682C41C}" srcId="{372B0C6C-8D6A-43F7-808B-47458201F3DE}" destId="{08954BDD-28C4-4F1D-825B-F83F124C14EE}" srcOrd="2" destOrd="0" parTransId="{7EF63510-D58A-4C0D-BEFA-6101D4036BB0}" sibTransId="{357671C4-E3E1-4180-A8F5-8C1EC7268E9A}"/>
    <dgm:cxn modelId="{B563533C-FC8B-41DB-84E0-14B9FAF5FE59}" type="presOf" srcId="{05636EA3-0A97-4838-83C0-EDB14CB6032D}" destId="{A2FC4CF8-0EF2-4A09-B231-D137D676A2DD}" srcOrd="0" destOrd="0" presId="urn:microsoft.com/office/officeart/2005/8/layout/vList2"/>
    <dgm:cxn modelId="{27764B65-378F-422B-B74D-6467FCAC8021}" type="presOf" srcId="{5763BDC7-75B6-49D3-8887-31A1C12DD1B9}" destId="{0FBC44B1-6051-4758-BCBD-9D7E587673BC}" srcOrd="0" destOrd="0" presId="urn:microsoft.com/office/officeart/2005/8/layout/vList2"/>
    <dgm:cxn modelId="{626A4D7D-1DEC-4AEE-9450-9DE23CC8D078}" srcId="{372B0C6C-8D6A-43F7-808B-47458201F3DE}" destId="{05636EA3-0A97-4838-83C0-EDB14CB6032D}" srcOrd="3" destOrd="0" parTransId="{E444654B-A847-4FC7-BEF5-A663A79BE431}" sibTransId="{6DE6E75A-99AC-447A-A4B7-7828FD7D208F}"/>
    <dgm:cxn modelId="{CB34EDA2-D5B6-4F21-9CCC-A12B8CA6E6C3}" type="presOf" srcId="{2409B03D-1051-476D-A4FB-C73E5F472C4A}" destId="{46D2AD05-2FD9-4DF6-AA95-E8277BAB8A49}" srcOrd="0" destOrd="0" presId="urn:microsoft.com/office/officeart/2005/8/layout/vList2"/>
    <dgm:cxn modelId="{C15B11A3-5372-4E98-B328-8CBC3F2E720C}" type="presOf" srcId="{372B0C6C-8D6A-43F7-808B-47458201F3DE}" destId="{7B77CA44-35D9-4E52-9A07-9057485D9010}" srcOrd="0" destOrd="0" presId="urn:microsoft.com/office/officeart/2005/8/layout/vList2"/>
    <dgm:cxn modelId="{45328BD5-6634-4EA9-ABEB-EEFA9FFE7691}" type="presOf" srcId="{08954BDD-28C4-4F1D-825B-F83F124C14EE}" destId="{4343445C-E927-4BD5-B424-7C18650C552E}" srcOrd="0" destOrd="0" presId="urn:microsoft.com/office/officeart/2005/8/layout/vList2"/>
    <dgm:cxn modelId="{CE0F31F4-42A8-4D3E-86EF-A4BCE4546F3B}" srcId="{372B0C6C-8D6A-43F7-808B-47458201F3DE}" destId="{2409B03D-1051-476D-A4FB-C73E5F472C4A}" srcOrd="0" destOrd="0" parTransId="{37C55B9A-B6B7-4A2D-BAD5-3227E3311901}" sibTransId="{C56CA5BE-C0FC-4BF3-B1EE-B3BC9BA1D976}"/>
    <dgm:cxn modelId="{D630AA20-DAD7-4FF2-90E6-F53A5B5068AC}" type="presParOf" srcId="{7B77CA44-35D9-4E52-9A07-9057485D9010}" destId="{46D2AD05-2FD9-4DF6-AA95-E8277BAB8A49}" srcOrd="0" destOrd="0" presId="urn:microsoft.com/office/officeart/2005/8/layout/vList2"/>
    <dgm:cxn modelId="{A4030CEB-8C37-4699-84B1-605E7DE7EE61}" type="presParOf" srcId="{7B77CA44-35D9-4E52-9A07-9057485D9010}" destId="{0EFCE297-289D-4BB8-B470-7114C0EF06CA}" srcOrd="1" destOrd="0" presId="urn:microsoft.com/office/officeart/2005/8/layout/vList2"/>
    <dgm:cxn modelId="{7F0F2AAA-48DB-4373-BF35-9B65BFF7CFB6}" type="presParOf" srcId="{7B77CA44-35D9-4E52-9A07-9057485D9010}" destId="{0FBC44B1-6051-4758-BCBD-9D7E587673BC}" srcOrd="2" destOrd="0" presId="urn:microsoft.com/office/officeart/2005/8/layout/vList2"/>
    <dgm:cxn modelId="{EAFB874A-278C-476D-9A79-F47C4CAE351C}" type="presParOf" srcId="{7B77CA44-35D9-4E52-9A07-9057485D9010}" destId="{C8D9E89A-4DC4-444A-B22F-15EEC5CDEE90}" srcOrd="3" destOrd="0" presId="urn:microsoft.com/office/officeart/2005/8/layout/vList2"/>
    <dgm:cxn modelId="{407A5832-E032-4469-8839-5102B6047A7B}" type="presParOf" srcId="{7B77CA44-35D9-4E52-9A07-9057485D9010}" destId="{4343445C-E927-4BD5-B424-7C18650C552E}" srcOrd="4" destOrd="0" presId="urn:microsoft.com/office/officeart/2005/8/layout/vList2"/>
    <dgm:cxn modelId="{2556E25A-BCA3-475F-B1D5-A688D1085F8A}" type="presParOf" srcId="{7B77CA44-35D9-4E52-9A07-9057485D9010}" destId="{473E7A3E-FB4B-4435-9B75-55041DF4430E}" srcOrd="5" destOrd="0" presId="urn:microsoft.com/office/officeart/2005/8/layout/vList2"/>
    <dgm:cxn modelId="{78F5A63B-AF20-4720-B1C3-29D61164B243}" type="presParOf" srcId="{7B77CA44-35D9-4E52-9A07-9057485D9010}" destId="{A2FC4CF8-0EF2-4A09-B231-D137D676A2D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41FB06-750B-4329-BAFA-98C5D3D69F7F}">
      <dsp:nvSpPr>
        <dsp:cNvPr id="0" name=""/>
        <dsp:cNvSpPr/>
      </dsp:nvSpPr>
      <dsp:spPr>
        <a:xfrm>
          <a:off x="515164" y="1595"/>
          <a:ext cx="3905233" cy="3905233"/>
        </a:xfrm>
        <a:prstGeom prst="ellipse">
          <a:avLst/>
        </a:prstGeom>
        <a:blipFill rotWithShape="0">
          <a:blip xmlns:r="http://schemas.openxmlformats.org/officeDocument/2006/relationships" r:embed="rId1">
            <a:duotone>
              <a:schemeClr val="accent5">
                <a:shade val="80000"/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5">
                <a:shade val="80000"/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b="1" kern="1200" dirty="0">
              <a:latin typeface="OpenDyslexic" panose="00000500000000000000" pitchFamily="50" charset="0"/>
            </a:rPr>
            <a:t>Design a space here at Baldivis Secondary College for people to spend time in</a:t>
          </a:r>
          <a:endParaRPr lang="en-US" sz="2200" b="1" kern="1200" dirty="0">
            <a:latin typeface="OpenDyslexic" panose="00000500000000000000" pitchFamily="50" charset="0"/>
          </a:endParaRPr>
        </a:p>
      </dsp:txBody>
      <dsp:txXfrm>
        <a:off x="1087072" y="573503"/>
        <a:ext cx="2761417" cy="2761417"/>
      </dsp:txXfrm>
    </dsp:sp>
    <dsp:sp modelId="{D8BD878C-A1B5-4238-9BB7-215D74241D03}">
      <dsp:nvSpPr>
        <dsp:cNvPr id="0" name=""/>
        <dsp:cNvSpPr/>
      </dsp:nvSpPr>
      <dsp:spPr>
        <a:xfrm rot="5400000">
          <a:off x="4742579" y="1436769"/>
          <a:ext cx="1366831" cy="1034886"/>
        </a:xfrm>
        <a:prstGeom prst="triangle">
          <a:avLst/>
        </a:prstGeom>
        <a:blipFill rotWithShape="0">
          <a:blip xmlns:r="http://schemas.openxmlformats.org/officeDocument/2006/relationships" r:embed="rId1">
            <a:duotone>
              <a:schemeClr val="accent5">
                <a:shade val="90000"/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5">
                <a:shade val="90000"/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295E0E7-F16A-4F55-9118-3BA33AB2CC29}">
      <dsp:nvSpPr>
        <dsp:cNvPr id="0" name=""/>
        <dsp:cNvSpPr/>
      </dsp:nvSpPr>
      <dsp:spPr>
        <a:xfrm>
          <a:off x="6373014" y="1595"/>
          <a:ext cx="3905233" cy="3905233"/>
        </a:xfrm>
        <a:prstGeom prst="ellipse">
          <a:avLst/>
        </a:prstGeom>
        <a:blipFill rotWithShape="0">
          <a:blip xmlns:r="http://schemas.openxmlformats.org/officeDocument/2006/relationships" r:embed="rId1">
            <a:duotone>
              <a:schemeClr val="accent5">
                <a:shade val="80000"/>
                <a:hueOff val="126562"/>
                <a:satOff val="1728"/>
                <a:lumOff val="22275"/>
                <a:alphaOff val="0"/>
                <a:shade val="88000"/>
                <a:lumMod val="88000"/>
              </a:schemeClr>
              <a:schemeClr val="accent5">
                <a:shade val="80000"/>
                <a:hueOff val="126562"/>
                <a:satOff val="1728"/>
                <a:lumOff val="22275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b="1" kern="1200" dirty="0">
              <a:latin typeface="OpenDyslexic" panose="00000500000000000000" pitchFamily="50" charset="0"/>
            </a:rPr>
            <a:t>Best designs will be put to a vote and the most popular will be built</a:t>
          </a:r>
          <a:endParaRPr lang="en-US" sz="2200" b="1" kern="1200" dirty="0">
            <a:latin typeface="OpenDyslexic" panose="00000500000000000000" pitchFamily="50" charset="0"/>
          </a:endParaRPr>
        </a:p>
      </dsp:txBody>
      <dsp:txXfrm>
        <a:off x="6944922" y="573503"/>
        <a:ext cx="2761417" cy="27614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D2AD05-2FD9-4DF6-AA95-E8277BAB8A49}">
      <dsp:nvSpPr>
        <dsp:cNvPr id="0" name=""/>
        <dsp:cNvSpPr/>
      </dsp:nvSpPr>
      <dsp:spPr>
        <a:xfrm>
          <a:off x="0" y="19482"/>
          <a:ext cx="10793412" cy="887445"/>
        </a:xfrm>
        <a:prstGeom prst="roundRect">
          <a:avLst/>
        </a:prstGeom>
        <a:solidFill>
          <a:schemeClr val="accent5">
            <a:lumMod val="40000"/>
            <a:lumOff val="6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kern="1200" dirty="0">
              <a:hlinkClick xmlns:r="http://schemas.openxmlformats.org/officeDocument/2006/relationships" r:id="rId1"/>
            </a:rPr>
            <a:t>https://www.bunnings.com.au</a:t>
          </a:r>
          <a:endParaRPr lang="en-US" sz="3700" kern="1200" dirty="0"/>
        </a:p>
      </dsp:txBody>
      <dsp:txXfrm>
        <a:off x="43321" y="62803"/>
        <a:ext cx="10706770" cy="800803"/>
      </dsp:txXfrm>
    </dsp:sp>
    <dsp:sp modelId="{0FBC44B1-6051-4758-BCBD-9D7E587673BC}">
      <dsp:nvSpPr>
        <dsp:cNvPr id="0" name=""/>
        <dsp:cNvSpPr/>
      </dsp:nvSpPr>
      <dsp:spPr>
        <a:xfrm>
          <a:off x="0" y="1013487"/>
          <a:ext cx="10793412" cy="887445"/>
        </a:xfrm>
        <a:prstGeom prst="roundRect">
          <a:avLst/>
        </a:prstGeom>
        <a:solidFill>
          <a:schemeClr val="accent5">
            <a:lumMod val="40000"/>
            <a:lumOff val="6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kern="1200" dirty="0">
              <a:hlinkClick xmlns:r="http://schemas.openxmlformats.org/officeDocument/2006/relationships" r:id="rId2"/>
            </a:rPr>
            <a:t>http://www.plants4perth.com.au/</a:t>
          </a:r>
          <a:endParaRPr lang="en-US" sz="3700" kern="1200" dirty="0"/>
        </a:p>
      </dsp:txBody>
      <dsp:txXfrm>
        <a:off x="43321" y="1056808"/>
        <a:ext cx="10706770" cy="800803"/>
      </dsp:txXfrm>
    </dsp:sp>
    <dsp:sp modelId="{4343445C-E927-4BD5-B424-7C18650C552E}">
      <dsp:nvSpPr>
        <dsp:cNvPr id="0" name=""/>
        <dsp:cNvSpPr/>
      </dsp:nvSpPr>
      <dsp:spPr>
        <a:xfrm>
          <a:off x="0" y="2007492"/>
          <a:ext cx="10793412" cy="887445"/>
        </a:xfrm>
        <a:prstGeom prst="roundRect">
          <a:avLst/>
        </a:prstGeom>
        <a:solidFill>
          <a:schemeClr val="accent5">
            <a:lumMod val="40000"/>
            <a:lumOff val="6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kern="1200">
              <a:hlinkClick xmlns:r="http://schemas.openxmlformats.org/officeDocument/2006/relationships" r:id="rId3"/>
            </a:rPr>
            <a:t>http://brikmakers.com/</a:t>
          </a:r>
          <a:endParaRPr lang="en-US" sz="3700" kern="1200"/>
        </a:p>
      </dsp:txBody>
      <dsp:txXfrm>
        <a:off x="43321" y="2050813"/>
        <a:ext cx="10706770" cy="800803"/>
      </dsp:txXfrm>
    </dsp:sp>
    <dsp:sp modelId="{A2FC4CF8-0EF2-4A09-B231-D137D676A2DD}">
      <dsp:nvSpPr>
        <dsp:cNvPr id="0" name=""/>
        <dsp:cNvSpPr/>
      </dsp:nvSpPr>
      <dsp:spPr>
        <a:xfrm>
          <a:off x="0" y="3001497"/>
          <a:ext cx="10793412" cy="887445"/>
        </a:xfrm>
        <a:prstGeom prst="roundRect">
          <a:avLst/>
        </a:prstGeom>
        <a:solidFill>
          <a:schemeClr val="accent5">
            <a:lumMod val="40000"/>
            <a:lumOff val="6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kern="1200" dirty="0">
              <a:hlinkClick xmlns:r="http://schemas.openxmlformats.org/officeDocument/2006/relationships" r:id="rId4"/>
            </a:rPr>
            <a:t>http://www.midlandbrick.com.au/</a:t>
          </a:r>
          <a:endParaRPr lang="en-US" sz="3700" kern="1200" dirty="0"/>
        </a:p>
      </dsp:txBody>
      <dsp:txXfrm>
        <a:off x="43321" y="3044818"/>
        <a:ext cx="10706770" cy="8008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2">
  <dgm:title val=""/>
  <dgm:desc val=""/>
  <dgm:catLst>
    <dgm:cat type="process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/>
    </dgm:varLst>
    <dgm:choose name="Name0">
      <dgm:if name="Name1" func="var" arg="dir" op="equ" val="norm">
        <dgm:alg type="snake">
          <dgm:param type="grDir" val="tL"/>
          <dgm:param type="flowDir" val="col"/>
          <dgm:param type="contDir" val="revDir"/>
        </dgm:alg>
      </dgm:if>
      <dgm:else name="Name2">
        <dgm:alg type="snake">
          <dgm:param type="grDir" val="tR"/>
          <dgm:param type="flowDir" val="col"/>
          <dgm:param type="contDir" val="revDi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firstNode" refType="w"/>
      <dgm:constr type="w" for="ch" forName="lastNode" refType="w" refFor="ch" refForName="firstNode" op="equ"/>
      <dgm:constr type="w" for="ch" forName="middleNode" refType="w" refFor="ch" refForName="firstNode" op="equ"/>
      <dgm:constr type="h" for="ch" ptType="sibTrans" refType="w" refFor="ch" refForName="middleNode" op="equ" fact="0.35"/>
      <dgm:constr type="sp" refType="w" refFor="ch" refForName="middleNode" fact="0.5"/>
      <dgm:constr type="connDist" for="des" ptType="sibTrans" op="equ"/>
      <dgm:constr type="primFontSz" for="ch" forName="firstNode" val="65"/>
      <dgm:constr type="primFontSz" for="ch" forName="lastNode" refType="primFontSz" refFor="ch" refForName="firstNode" op="equ"/>
      <dgm:constr type="primFontSz" for="des" forName="shape" val="65"/>
      <dgm:constr type="primFontSz" for="des" forName="shape" refType="primFontSz" refFor="ch" refForName="firstNode" op="lte"/>
      <dgm:constr type="primFontSz" for="des" forName="shape" refType="primFontSz" refFor="ch" refForName="lastNode" op="lte"/>
    </dgm:constrLst>
    <dgm:ruleLst/>
    <dgm:forEach name="Name3" axis="ch" ptType="node">
      <dgm:choose name="Name4">
        <dgm:if name="Name5" axis="self" ptType="node" func="pos" op="equ" val="1">
          <dgm:layoutNode name="fir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if name="Name6" axis="self" ptType="node" func="revPos" op="equ" val="1">
          <dgm:layoutNode name="la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7">
          <dgm:layoutNode name="middleNod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  <dgm:constr type="w" for="ch" forName="padding" refType="w"/>
              <dgm:constr type="h" for="ch" forName="padding" refType="h"/>
              <dgm:constr type="w" for="ch" forName="shape" refType="w" fact="0.667"/>
              <dgm:constr type="h" for="ch" forName="shape" refType="h" fact="0.667"/>
              <dgm:constr type="ctrX" for="ch" forName="shape" refType="w" fact="0.5"/>
              <dgm:constr type="ctrY" for="ch" forName="shape" refType="h" fact="0.5"/>
            </dgm:constrLst>
            <dgm:ruleLst/>
            <dgm:layoutNode name="padding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shape">
              <dgm:varLst>
                <dgm:bulletEnabled val="1"/>
              </dgm:varLst>
              <dgm:alg type="tx">
                <dgm:param type="txAnchorVertCh" val="mid"/>
              </dgm:alg>
              <dgm:shape xmlns:r="http://schemas.openxmlformats.org/officeDocument/2006/relationships" type="ellipse" r:blip="">
                <dgm:adjLst/>
              </dgm:shape>
              <dgm:presOf axis="desOrSelf" ptType="node"/>
              <dgm:constrLst>
                <dgm:constr type="h" refType="w"/>
                <dgm:constr type="tMarg" refType="primFontSz" fact="0.1"/>
                <dgm:constr type="bMarg" refType="primFontSz" fact="0.1"/>
                <dgm:constr type="lMarg" refType="primFontSz" fact="0.1"/>
                <dgm:constr type="r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  <dgm:forEach name="Name8" axis="followSib" ptType="sibTrans" cnt="1">
        <dgm:layoutNode name="sibTrans">
          <dgm:choose name="Name9">
            <dgm:if name="Name10" func="var" arg="dir" op="equ" val="norm">
              <dgm:choose name="Name11">
                <dgm:if name="Name12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3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4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if>
            <dgm:else name="Name15">
              <dgm:choose name="Name16">
                <dgm:if name="Name17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8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9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else>
          </dgm:choose>
          <dgm:shape xmlns:r="http://schemas.openxmlformats.org/officeDocument/2006/relationships" rot="90" type="triangle" r:blip="">
            <dgm:adjLst/>
          </dgm:shape>
          <dgm:presOf axis="self"/>
          <dgm:constrLst>
            <dgm:constr type="w" refType="h"/>
            <dgm:constr type="connDist"/>
            <dgm:constr type="begPad" refType="connDist" fact="0.25"/>
            <dgm:constr type="endPad" refType="connDist" fact="0.22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6A4E81F0-B7DE-4B24-912C-4FF72CB11E08}" type="datetimeFigureOut">
              <a:rPr lang="en-GB" smtClean="0"/>
              <a:t>18/03/2018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A861C59-7657-4B59-801C-2C26B154309F}" type="slidenum">
              <a:rPr lang="en-GB" smtClean="0"/>
              <a:t>‹#›</a:t>
            </a:fld>
            <a:endParaRPr lang="en-GB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18692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E81F0-B7DE-4B24-912C-4FF72CB11E08}" type="datetimeFigureOut">
              <a:rPr lang="en-GB" smtClean="0"/>
              <a:t>18/03/2018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61C59-7657-4B59-801C-2C26B15430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1437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E81F0-B7DE-4B24-912C-4FF72CB11E08}" type="datetimeFigureOut">
              <a:rPr lang="en-GB" smtClean="0"/>
              <a:t>18/03/2018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61C59-7657-4B59-801C-2C26B15430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964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E81F0-B7DE-4B24-912C-4FF72CB11E08}" type="datetimeFigureOut">
              <a:rPr lang="en-GB" smtClean="0"/>
              <a:t>18/03/2018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61C59-7657-4B59-801C-2C26B15430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02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E81F0-B7DE-4B24-912C-4FF72CB11E08}" type="datetimeFigureOut">
              <a:rPr lang="en-GB" smtClean="0"/>
              <a:t>18/03/2018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61C59-7657-4B59-801C-2C26B15430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3094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E81F0-B7DE-4B24-912C-4FF72CB11E08}" type="datetimeFigureOut">
              <a:rPr lang="en-GB" smtClean="0"/>
              <a:t>18/03/2018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61C59-7657-4B59-801C-2C26B15430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732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E81F0-B7DE-4B24-912C-4FF72CB11E08}" type="datetimeFigureOut">
              <a:rPr lang="en-GB" smtClean="0"/>
              <a:t>18/03/2018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61C59-7657-4B59-801C-2C26B15430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6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E81F0-B7DE-4B24-912C-4FF72CB11E08}" type="datetimeFigureOut">
              <a:rPr lang="en-GB" smtClean="0"/>
              <a:t>18/03/2018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61C59-7657-4B59-801C-2C26B15430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1464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E81F0-B7DE-4B24-912C-4FF72CB11E08}" type="datetimeFigureOut">
              <a:rPr lang="en-GB" smtClean="0"/>
              <a:t>18/03/2018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61C59-7657-4B59-801C-2C26B15430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4538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E81F0-B7DE-4B24-912C-4FF72CB11E08}" type="datetimeFigureOut">
              <a:rPr lang="en-GB" smtClean="0"/>
              <a:t>18/03/2018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61C59-7657-4B59-801C-2C26B15430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3415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E81F0-B7DE-4B24-912C-4FF72CB11E08}" type="datetimeFigureOut">
              <a:rPr lang="en-GB" smtClean="0"/>
              <a:t>18/03/2018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61C59-7657-4B59-801C-2C26B15430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65850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E81F0-B7DE-4B24-912C-4FF72CB11E08}" type="datetimeFigureOut">
              <a:rPr lang="en-GB" smtClean="0"/>
              <a:t>18/03/2018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61C59-7657-4B59-801C-2C26B154309F}" type="slidenum">
              <a:rPr lang="en-GB" smtClean="0"/>
              <a:t>‹#›</a:t>
            </a:fld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1111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E81F0-B7DE-4B24-912C-4FF72CB11E08}" type="datetimeFigureOut">
              <a:rPr lang="en-GB" smtClean="0"/>
              <a:t>18/03/2018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61C59-7657-4B59-801C-2C26B15430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02085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E81F0-B7DE-4B24-912C-4FF72CB11E08}" type="datetimeFigureOut">
              <a:rPr lang="en-GB" smtClean="0"/>
              <a:t>18/03/2018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61C59-7657-4B59-801C-2C26B15430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0038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E81F0-B7DE-4B24-912C-4FF72CB11E08}" type="datetimeFigureOut">
              <a:rPr lang="en-GB" smtClean="0"/>
              <a:t>18/03/2018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61C59-7657-4B59-801C-2C26B15430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1288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E81F0-B7DE-4B24-912C-4FF72CB11E08}" type="datetimeFigureOut">
              <a:rPr lang="en-GB" smtClean="0"/>
              <a:t>18/03/2018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61C59-7657-4B59-801C-2C26B15430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3156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E81F0-B7DE-4B24-912C-4FF72CB11E08}" type="datetimeFigureOut">
              <a:rPr lang="en-GB" smtClean="0"/>
              <a:t>18/03/2018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61C59-7657-4B59-801C-2C26B15430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334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6A4E81F0-B7DE-4B24-912C-4FF72CB11E08}" type="datetimeFigureOut">
              <a:rPr lang="en-GB" smtClean="0"/>
              <a:t>18/03/2018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0A861C59-7657-4B59-801C-2C26B15430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8586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creativecommons.org/licenses/by/2.0/" TargetMode="External"/><Relationship Id="rId5" Type="http://schemas.openxmlformats.org/officeDocument/2006/relationships/hyperlink" Target="http://ipkitten.blogspot.com/2011/01/harry-potter-and-winning-entry.html" TargetMode="Externa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hyperlink" Target="https://creativecommons.org/licenses/by/3.0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healinglandscapes.org/designers/" TargetMode="External"/><Relationship Id="rId5" Type="http://schemas.openxmlformats.org/officeDocument/2006/relationships/image" Target="../media/image6.jpg"/><Relationship Id="rId4" Type="http://schemas.openxmlformats.org/officeDocument/2006/relationships/hyperlink" Target="http://www.healinglandscapes.org/designers/index.html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-sa/2.0/" TargetMode="External"/><Relationship Id="rId3" Type="http://schemas.openxmlformats.org/officeDocument/2006/relationships/image" Target="../media/image7.jpg"/><Relationship Id="rId7" Type="http://schemas.openxmlformats.org/officeDocument/2006/relationships/hyperlink" Target="https://creativecommons.org/licenses/by-nc-sa/3.0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lickr.com/photos/tigerzombie/3646061468" TargetMode="External"/><Relationship Id="rId5" Type="http://schemas.openxmlformats.org/officeDocument/2006/relationships/image" Target="../media/image8.jpg"/><Relationship Id="rId4" Type="http://schemas.openxmlformats.org/officeDocument/2006/relationships/hyperlink" Target="http://www.crookedbrains.net/2012/11/cool-innovative-solar-powered-products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hyperlink" Target="https://creativecommons.org/licenses/by-nc-nd/2.0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jpg"/><Relationship Id="rId5" Type="http://schemas.openxmlformats.org/officeDocument/2006/relationships/hyperlink" Target="http://flickr.com/photos/wlcarchitectsphotography/3349503068" TargetMode="Externa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F12A9-09FD-421E-8715-26D562596D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Baldivis Blitz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6909CC-DEB8-4E38-8051-5AADFAC465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 – Practical Assessment 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700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6D17CE0-4072-41ED-BDEE-C7BC0ABF429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7D9295-4F9F-4ABE-B612-8D115A650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10792837" cy="1151965"/>
          </a:xfrm>
        </p:spPr>
        <p:txBody>
          <a:bodyPr>
            <a:normAutofit/>
          </a:bodyPr>
          <a:lstStyle/>
          <a:p>
            <a:r>
              <a:rPr lang="en-AU" dirty="0"/>
              <a:t>Opportunity to Create Your Space</a:t>
            </a:r>
            <a:endParaRPr lang="en-GB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693B17DB-D176-4AD3-B3CB-4412CD3E8A7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54667294"/>
              </p:ext>
            </p:extLst>
          </p:nvPr>
        </p:nvGraphicFramePr>
        <p:xfrm>
          <a:off x="685800" y="2063750"/>
          <a:ext cx="10793413" cy="3908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19967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BD1709B6-2D13-47D6-979C-CCBBFAE9FD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6" name="Group 20">
            <a:extLst>
              <a:ext uri="{FF2B5EF4-FFF2-40B4-BE49-F238E27FC236}">
                <a16:creationId xmlns:a16="http://schemas.microsoft.com/office/drawing/2014/main" id="{1F095F43-ED14-4B48-ADDB-8AD8ADDE9651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22" name="Rectangle 21">
              <a:extLst>
                <a:ext uri="{FF2B5EF4-FFF2-40B4-BE49-F238E27FC236}">
                  <a16:creationId xmlns:a16="http://schemas.microsoft.com/office/drawing/2014/main" id="{1260C78A-64CD-4535-BCA6-3FD9898F87F3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A2D1CC73-8BB1-477E-B862-1C4BA298594B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6E9F43D-E046-4ACC-B164-E012848FB8B7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pic>
        <p:nvPicPr>
          <p:cNvPr id="11" name="Content Placeholder 10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A4A3DCA5-A56C-49C8-90BC-228F8BFD039F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827426" y="1329891"/>
            <a:ext cx="4577174" cy="3690345"/>
          </a:xfrm>
          <a:prstGeom prst="rect">
            <a:avLst/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22C278-3656-4EEA-B728-989487CDE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85800"/>
            <a:ext cx="6397155" cy="11519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Wait, There’s More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AC507-CDEA-487C-9819-E49CEBA9A9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3754" y="1720652"/>
            <a:ext cx="6397157" cy="328873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cap="none" dirty="0">
                <a:latin typeface="OpenDyslexic" panose="00000500000000000000" pitchFamily="50" charset="0"/>
              </a:rPr>
              <a:t>If this project is done well, there may be opportunity for Year 11 Students to design an outdoor space on school grounds for your year group to use in Year 12.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666217-1BD3-4A18-8497-28810C063160}"/>
              </a:ext>
            </a:extLst>
          </p:cNvPr>
          <p:cNvSpPr txBox="1"/>
          <p:nvPr/>
        </p:nvSpPr>
        <p:spPr>
          <a:xfrm>
            <a:off x="9246639" y="4839540"/>
            <a:ext cx="215796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GB" sz="700" dirty="0">
                <a:solidFill>
                  <a:srgbClr val="FFFFFF"/>
                </a:solidFill>
                <a:hlinkClick r:id="rId5" tooltip="http://ipkitten.blogspot.com/2011/01/harry-potter-and-winning-entry.html"/>
              </a:rPr>
              <a:t>This Photo</a:t>
            </a:r>
            <a:r>
              <a:rPr lang="en-GB" sz="700" dirty="0">
                <a:solidFill>
                  <a:srgbClr val="FFFFFF"/>
                </a:solidFill>
              </a:rPr>
              <a:t> by Unknown Author is licensed under </a:t>
            </a:r>
            <a:r>
              <a:rPr lang="en-GB" sz="700" dirty="0">
                <a:solidFill>
                  <a:srgbClr val="FFFFFF"/>
                </a:solidFill>
                <a:hlinkClick r:id="rId6" tooltip="https://creativecommons.org/licenses/by/2.0/"/>
              </a:rPr>
              <a:t>CC BY</a:t>
            </a:r>
            <a:endParaRPr lang="en-GB" sz="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365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Content Placeholder 10">
            <a:extLst>
              <a:ext uri="{FF2B5EF4-FFF2-40B4-BE49-F238E27FC236}">
                <a16:creationId xmlns:a16="http://schemas.microsoft.com/office/drawing/2014/main" id="{0CB328E1-EA1D-4337-B088-B1D5041409C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r="2830" b="2"/>
          <a:stretch/>
        </p:blipFill>
        <p:spPr>
          <a:xfrm>
            <a:off x="5914589" y="10"/>
            <a:ext cx="5794811" cy="3980612"/>
          </a:xfrm>
          <a:prstGeom prst="rect">
            <a:avLst/>
          </a:prstGeom>
          <a:ln>
            <a:noFill/>
          </a:ln>
        </p:spPr>
      </p:pic>
      <p:pic>
        <p:nvPicPr>
          <p:cNvPr id="15" name="Picture 14" descr="A path with trees on the side of a river&#10;&#10;Description generated with very high confidence">
            <a:extLst>
              <a:ext uri="{FF2B5EF4-FFF2-40B4-BE49-F238E27FC236}">
                <a16:creationId xmlns:a16="http://schemas.microsoft.com/office/drawing/2014/main" id="{6D0C50F9-12FD-4604-BEF6-C2D16EB0FC8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t="1934" r="1" b="28811"/>
          <a:stretch/>
        </p:blipFill>
        <p:spPr>
          <a:xfrm>
            <a:off x="1" y="-1"/>
            <a:ext cx="5791144" cy="3980623"/>
          </a:xfrm>
          <a:prstGeom prst="rect">
            <a:avLst/>
          </a:prstGeom>
          <a:ln>
            <a:noFill/>
          </a:ln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2EB3F91-EE90-4D6A-9587-63DDF92FA89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2134" y="4109680"/>
            <a:ext cx="11730000" cy="2299058"/>
          </a:xfrm>
          <a:prstGeom prst="rect">
            <a:avLst/>
          </a:pr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F079BA-826C-4F99-B78C-A09BD1C0A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4267829"/>
            <a:ext cx="3373149" cy="1608035"/>
          </a:xfrm>
        </p:spPr>
        <p:txBody>
          <a:bodyPr>
            <a:normAutofit/>
          </a:bodyPr>
          <a:lstStyle/>
          <a:p>
            <a:r>
              <a:rPr lang="en-AU" sz="4800" dirty="0">
                <a:solidFill>
                  <a:schemeClr val="bg1"/>
                </a:solidFill>
              </a:rPr>
              <a:t>Gardens</a:t>
            </a:r>
            <a:endParaRPr lang="en-GB" sz="4800" dirty="0">
              <a:solidFill>
                <a:schemeClr val="bg1"/>
              </a:solidFill>
            </a:endParaRP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B690C8DD-9C48-49EC-8313-32F121A2C05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34682" y="4267829"/>
            <a:ext cx="6635805" cy="1608035"/>
          </a:xfrm>
        </p:spPr>
        <p:txBody>
          <a:bodyPr>
            <a:noAutofit/>
          </a:bodyPr>
          <a:lstStyle/>
          <a:p>
            <a:r>
              <a:rPr lang="en-US" sz="2400" cap="none" dirty="0">
                <a:solidFill>
                  <a:schemeClr val="bg1"/>
                </a:solidFill>
                <a:latin typeface="OpenDyslexic" panose="00000500000000000000" pitchFamily="50" charset="0"/>
              </a:rPr>
              <a:t>Think of gardens and other spaces that you enjoy spending time in and what features they have.</a:t>
            </a:r>
          </a:p>
          <a:p>
            <a:r>
              <a:rPr lang="en-US" sz="2400" cap="none" dirty="0">
                <a:solidFill>
                  <a:schemeClr val="bg1"/>
                </a:solidFill>
                <a:latin typeface="OpenDyslexic" panose="00000500000000000000" pitchFamily="50" charset="0"/>
              </a:rPr>
              <a:t>Be creative.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061F29-45A6-4BFF-9511-35E1AD7BCB77}"/>
              </a:ext>
            </a:extLst>
          </p:cNvPr>
          <p:cNvSpPr txBox="1"/>
          <p:nvPr/>
        </p:nvSpPr>
        <p:spPr>
          <a:xfrm>
            <a:off x="9551438" y="3780567"/>
            <a:ext cx="215796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GB" sz="700">
                <a:solidFill>
                  <a:srgbClr val="FFFFFF"/>
                </a:solidFill>
                <a:hlinkClick r:id="rId4" tooltip="http://www.healinglandscapes.org/designers/index.html"/>
              </a:rPr>
              <a:t>This Photo</a:t>
            </a:r>
            <a:r>
              <a:rPr lang="en-GB" sz="700">
                <a:solidFill>
                  <a:srgbClr val="FFFFFF"/>
                </a:solidFill>
              </a:rPr>
              <a:t> by Unknown Author is licensed under </a:t>
            </a:r>
            <a:r>
              <a:rPr lang="en-GB" sz="700">
                <a:solidFill>
                  <a:srgbClr val="FFFFFF"/>
                </a:solidFill>
                <a:hlinkClick r:id="rId7" tooltip="https://creativecommons.org/licenses/by/3.0/"/>
              </a:rPr>
              <a:t>CC BY</a:t>
            </a:r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70D4F8-B0BF-4F39-9FF6-7E002F954691}"/>
              </a:ext>
            </a:extLst>
          </p:cNvPr>
          <p:cNvSpPr txBox="1"/>
          <p:nvPr/>
        </p:nvSpPr>
        <p:spPr>
          <a:xfrm>
            <a:off x="3633183" y="3780567"/>
            <a:ext cx="215796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GB" sz="700">
                <a:solidFill>
                  <a:srgbClr val="FFFFFF"/>
                </a:solidFill>
                <a:hlinkClick r:id="rId6" tooltip="http://www.healinglandscapes.org/designers/"/>
              </a:rPr>
              <a:t>This Photo</a:t>
            </a:r>
            <a:r>
              <a:rPr lang="en-GB" sz="700">
                <a:solidFill>
                  <a:srgbClr val="FFFFFF"/>
                </a:solidFill>
              </a:rPr>
              <a:t> by Unknown Author is licensed under </a:t>
            </a:r>
            <a:r>
              <a:rPr lang="en-GB" sz="700">
                <a:solidFill>
                  <a:srgbClr val="FFFFFF"/>
                </a:solidFill>
                <a:hlinkClick r:id="rId7" tooltip="https://creativecommons.org/licenses/by/3.0/"/>
              </a:rPr>
              <a:t>CC BY</a:t>
            </a:r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55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AF7742C-39EE-4843-A943-80BF3AFD14E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2134" y="1"/>
            <a:ext cx="11721533" cy="398062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1E1ABB02-6B91-413E-8199-6B5476A753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914589" y="56293"/>
            <a:ext cx="5794811" cy="3868036"/>
          </a:xfrm>
          <a:prstGeom prst="rect">
            <a:avLst/>
          </a:prstGeom>
          <a:ln>
            <a:noFill/>
          </a:ln>
        </p:spPr>
      </p:pic>
      <p:pic>
        <p:nvPicPr>
          <p:cNvPr id="17" name="Content Placeholder 7">
            <a:extLst>
              <a:ext uri="{FF2B5EF4-FFF2-40B4-BE49-F238E27FC236}">
                <a16:creationId xmlns:a16="http://schemas.microsoft.com/office/drawing/2014/main" id="{7B91820D-D4A3-4F3E-886C-97B56F9580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241824" y="-1"/>
            <a:ext cx="5307497" cy="3980623"/>
          </a:xfrm>
          <a:prstGeom prst="rect">
            <a:avLst/>
          </a:prstGeom>
          <a:ln>
            <a:noFill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1C4C876-FD98-4218-ACE5-4DBB9A1EB46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2134" y="4109680"/>
            <a:ext cx="11730000" cy="2299058"/>
          </a:xfrm>
          <a:prstGeom prst="rect">
            <a:avLst/>
          </a:pr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C87953-A493-43E4-B210-42DCD93CD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4267829"/>
            <a:ext cx="3373149" cy="1608035"/>
          </a:xfrm>
        </p:spPr>
        <p:txBody>
          <a:bodyPr>
            <a:normAutofit/>
          </a:bodyPr>
          <a:lstStyle/>
          <a:p>
            <a:r>
              <a:rPr lang="en-AU" sz="4800">
                <a:solidFill>
                  <a:schemeClr val="bg1"/>
                </a:solidFill>
              </a:rPr>
              <a:t>Smart Features?</a:t>
            </a:r>
            <a:endParaRPr lang="en-GB" sz="4800">
              <a:solidFill>
                <a:schemeClr val="bg1"/>
              </a:solidFill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D2ECF83D-6654-4160-B3CC-402539C2BF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34682" y="4109679"/>
            <a:ext cx="7074717" cy="22990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cap="none" dirty="0">
                <a:solidFill>
                  <a:schemeClr val="bg1"/>
                </a:solidFill>
                <a:latin typeface="OpenDyslexic" panose="00000500000000000000" pitchFamily="50" charset="0"/>
              </a:rPr>
              <a:t>Solar panels are becoming less expensive and being used widely. They can be placed into furniture and the electricity generated can be power other garden features or recharge devices.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A0A685-71A5-4483-9FB4-E7AF6FDD1FEC}"/>
              </a:ext>
            </a:extLst>
          </p:cNvPr>
          <p:cNvSpPr txBox="1"/>
          <p:nvPr/>
        </p:nvSpPr>
        <p:spPr>
          <a:xfrm>
            <a:off x="9310987" y="3724274"/>
            <a:ext cx="2398413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GB" sz="700">
                <a:solidFill>
                  <a:srgbClr val="FFFFFF"/>
                </a:solidFill>
                <a:hlinkClick r:id="rId4" tooltip="http://www.crookedbrains.net/2012/11/cool-innovative-solar-powered-products.html"/>
              </a:rPr>
              <a:t>This Photo</a:t>
            </a:r>
            <a:r>
              <a:rPr lang="en-GB" sz="700">
                <a:solidFill>
                  <a:srgbClr val="FFFFFF"/>
                </a:solidFill>
              </a:rPr>
              <a:t> by Unknown Author is licensed under </a:t>
            </a:r>
            <a:r>
              <a:rPr lang="en-GB" sz="700">
                <a:solidFill>
                  <a:srgbClr val="FFFFFF"/>
                </a:solidFill>
                <a:hlinkClick r:id="rId7" tooltip="https://creativecommons.org/licenses/by-nc-sa/3.0/"/>
              </a:rPr>
              <a:t>CC BY-NC-SA</a:t>
            </a:r>
            <a:endParaRPr lang="en-GB" sz="700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4A7510-4F1F-4C90-81FE-A86AB53108DB}"/>
              </a:ext>
            </a:extLst>
          </p:cNvPr>
          <p:cNvSpPr txBox="1"/>
          <p:nvPr/>
        </p:nvSpPr>
        <p:spPr>
          <a:xfrm>
            <a:off x="3150908" y="3780567"/>
            <a:ext cx="2398413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GB" sz="700">
                <a:solidFill>
                  <a:srgbClr val="FFFFFF"/>
                </a:solidFill>
                <a:hlinkClick r:id="rId6" tooltip="https://www.flickr.com/photos/tigerzombie/3646061468"/>
              </a:rPr>
              <a:t>This Photo</a:t>
            </a:r>
            <a:r>
              <a:rPr lang="en-GB" sz="700">
                <a:solidFill>
                  <a:srgbClr val="FFFFFF"/>
                </a:solidFill>
              </a:rPr>
              <a:t> by Unknown Author is licensed under </a:t>
            </a:r>
            <a:r>
              <a:rPr lang="en-GB" sz="700">
                <a:solidFill>
                  <a:srgbClr val="FFFFFF"/>
                </a:solidFill>
                <a:hlinkClick r:id="rId8" tooltip="https://creativecommons.org/licenses/by-nc-sa/2.0/"/>
              </a:rPr>
              <a:t>CC BY-NC-SA</a:t>
            </a:r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939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brick wall&#10;&#10;Description generated with very high confidence">
            <a:extLst>
              <a:ext uri="{FF2B5EF4-FFF2-40B4-BE49-F238E27FC236}">
                <a16:creationId xmlns:a16="http://schemas.microsoft.com/office/drawing/2014/main" id="{FC1B2D2C-D7C3-4210-A926-9ABDCDE782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3015D5C0-2F05-4491-AD4F-DA12F9595E65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27" name="Rectangle 26">
              <a:extLst>
                <a:ext uri="{FF2B5EF4-FFF2-40B4-BE49-F238E27FC236}">
                  <a16:creationId xmlns:a16="http://schemas.microsoft.com/office/drawing/2014/main" id="{669FF4F8-2067-4579-88EF-BCA7557353BF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9D4252FE-5DC0-4AE1-A046-39F26B0962A7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7E18F6F-EDFF-4CFB-B88A-DB9BA5B5F98C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4AF7742C-39EE-4843-A943-80BF3AFD14E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2134" y="1"/>
            <a:ext cx="11721533" cy="398062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Content Placeholder 14" descr="The roof of a building&#10;&#10;Description generated with very high confidence">
            <a:extLst>
              <a:ext uri="{FF2B5EF4-FFF2-40B4-BE49-F238E27FC236}">
                <a16:creationId xmlns:a16="http://schemas.microsoft.com/office/drawing/2014/main" id="{AE0E0986-784B-43DC-A238-4D65012E362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914589" y="63536"/>
            <a:ext cx="5794811" cy="3853549"/>
          </a:xfrm>
          <a:prstGeom prst="rect">
            <a:avLst/>
          </a:prstGeom>
          <a:ln>
            <a:noFill/>
          </a:ln>
        </p:spPr>
      </p:pic>
      <p:pic>
        <p:nvPicPr>
          <p:cNvPr id="19" name="Content Placeholder 8" descr="A wooden bench in front of a building&#10;&#10;Description generated with high confidence">
            <a:extLst>
              <a:ext uri="{FF2B5EF4-FFF2-40B4-BE49-F238E27FC236}">
                <a16:creationId xmlns:a16="http://schemas.microsoft.com/office/drawing/2014/main" id="{DC5194C4-5B12-49A5-BAD2-7FFE5194CD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083"/>
            <a:ext cx="5791144" cy="3952455"/>
          </a:xfrm>
          <a:prstGeom prst="rect">
            <a:avLst/>
          </a:prstGeom>
          <a:ln>
            <a:noFill/>
          </a:ln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A1C4C876-FD98-4218-ACE5-4DBB9A1EB46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2134" y="4109680"/>
            <a:ext cx="11730000" cy="2299058"/>
          </a:xfrm>
          <a:prstGeom prst="rect">
            <a:avLst/>
          </a:pr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BD7426-C783-4B66-A6B4-E6F61F441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4267829"/>
            <a:ext cx="3373149" cy="16080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Covered Areas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5C45F8FD-4B08-45B8-A428-9ED838D32CD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4682" y="4267829"/>
            <a:ext cx="6635805" cy="160803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 cap="none" dirty="0">
                <a:solidFill>
                  <a:schemeClr val="bg1"/>
                </a:solidFill>
                <a:latin typeface="OpenDyslexic" panose="00000500000000000000" pitchFamily="50" charset="0"/>
              </a:rPr>
              <a:t>Covered areas are fantastic for protection against the sun, wind and rain. There are a large range of materials to use.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8EA2BA-EBD5-4AD0-8F4A-F128FDD41C16}"/>
              </a:ext>
            </a:extLst>
          </p:cNvPr>
          <p:cNvSpPr txBox="1"/>
          <p:nvPr/>
        </p:nvSpPr>
        <p:spPr>
          <a:xfrm>
            <a:off x="9304576" y="3717030"/>
            <a:ext cx="240482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GB" sz="700">
                <a:solidFill>
                  <a:srgbClr val="FFFFFF"/>
                </a:solidFill>
                <a:hlinkClick r:id="rId5" tooltip="http://flickr.com/photos/wlcarchitectsphotography/3349503068"/>
              </a:rPr>
              <a:t>This Photo</a:t>
            </a:r>
            <a:r>
              <a:rPr lang="en-GB" sz="700">
                <a:solidFill>
                  <a:srgbClr val="FFFFFF"/>
                </a:solidFill>
              </a:rPr>
              <a:t> by Unknown Author is licensed under </a:t>
            </a:r>
            <a:r>
              <a:rPr lang="en-GB" sz="700">
                <a:solidFill>
                  <a:srgbClr val="FFFFFF"/>
                </a:solidFill>
                <a:hlinkClick r:id="rId7" tooltip="https://creativecommons.org/licenses/by-nc-nd/2.0/"/>
              </a:rPr>
              <a:t>CC BY-NC-ND</a:t>
            </a:r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055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FB5C383D-0888-487C-96CA-98BA1EBA86E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86E99E-6EB1-4658-AEFE-BF07BDDCE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10792837" cy="1151965"/>
          </a:xfrm>
        </p:spPr>
        <p:txBody>
          <a:bodyPr>
            <a:normAutofit/>
          </a:bodyPr>
          <a:lstStyle/>
          <a:p>
            <a:r>
              <a:rPr lang="en-AU"/>
              <a:t>Useful Websites</a:t>
            </a:r>
            <a:endParaRPr lang="en-GB"/>
          </a:p>
        </p:txBody>
      </p:sp>
      <p:graphicFrame>
        <p:nvGraphicFramePr>
          <p:cNvPr id="24" name="Content Placeholder 5">
            <a:extLst>
              <a:ext uri="{FF2B5EF4-FFF2-40B4-BE49-F238E27FC236}">
                <a16:creationId xmlns:a16="http://schemas.microsoft.com/office/drawing/2014/main" id="{5303EC2E-1C89-4489-8EA5-62F5C06C4B63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005663207"/>
              </p:ext>
            </p:extLst>
          </p:nvPr>
        </p:nvGraphicFramePr>
        <p:xfrm>
          <a:off x="685800" y="2063750"/>
          <a:ext cx="10793413" cy="3908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068070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138</TotalTime>
  <Words>259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Impact</vt:lpstr>
      <vt:lpstr>OpenDyslexic</vt:lpstr>
      <vt:lpstr>Main Event</vt:lpstr>
      <vt:lpstr>Baldivis Blitz</vt:lpstr>
      <vt:lpstr>Opportunity to Create Your Space</vt:lpstr>
      <vt:lpstr>Wait, There’s More</vt:lpstr>
      <vt:lpstr>Gardens</vt:lpstr>
      <vt:lpstr>Smart Features?</vt:lpstr>
      <vt:lpstr>Covered Areas</vt:lpstr>
      <vt:lpstr>Useful Websites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Baldivis Blitz</dc:title>
  <dc:creator>LUM Magdeline [Baldivis Secondary College]</dc:creator>
  <cp:lastModifiedBy>LUM Magdeline [Baldivis Secondary College]</cp:lastModifiedBy>
  <cp:revision>8</cp:revision>
  <dcterms:created xsi:type="dcterms:W3CDTF">2018-03-18T04:07:52Z</dcterms:created>
  <dcterms:modified xsi:type="dcterms:W3CDTF">2018-03-18T06:25:56Z</dcterms:modified>
</cp:coreProperties>
</file>