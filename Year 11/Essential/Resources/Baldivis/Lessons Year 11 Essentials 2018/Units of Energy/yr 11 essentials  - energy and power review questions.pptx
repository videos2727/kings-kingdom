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140" d="100"/>
          <a:sy n="140" d="100"/>
        </p:scale>
        <p:origin x="324" y="-28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8035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9531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366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351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6825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9466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9519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815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31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523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19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3DAC88-DDB5-4209-9D1B-7AB9EEDB8616}" type="datetimeFigureOut">
              <a:rPr lang="en-AU" smtClean="0"/>
              <a:t>9/05/2018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8F5DD-7F17-4F2A-B6EA-1D0C6B93C5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9673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F47E4E5-CA10-42FC-B255-979E7100F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4" y="814873"/>
            <a:ext cx="6991350" cy="5810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3BDB6E-1704-4B56-8520-28EF7AB26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" y="1435654"/>
            <a:ext cx="6686550" cy="581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09568C-3C0D-4C74-BD15-D53DB17B4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" y="2056435"/>
            <a:ext cx="6858000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7AE632B-3729-4181-96E7-C9555E0DD9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9" y="2627935"/>
            <a:ext cx="6679455" cy="14868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D89CDC-2ADB-4AE2-A8F4-7E2A52FD73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84" y="4825447"/>
            <a:ext cx="6731277" cy="6410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A57AD7-95A4-4FA9-81DA-17A28A27A6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9" y="5546034"/>
            <a:ext cx="6551525" cy="1828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89D86A-CAA6-4009-AC60-A99FE433B5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284" y="7374834"/>
            <a:ext cx="6296025" cy="12001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AD4308D-F74D-40C4-8EE4-68173C339BEE}"/>
              </a:ext>
            </a:extLst>
          </p:cNvPr>
          <p:cNvSpPr txBox="1"/>
          <p:nvPr/>
        </p:nvSpPr>
        <p:spPr>
          <a:xfrm>
            <a:off x="198782" y="221119"/>
            <a:ext cx="363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Energy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3A601-DF8E-48CC-9966-A7909B246D03}"/>
              </a:ext>
            </a:extLst>
          </p:cNvPr>
          <p:cNvSpPr txBox="1"/>
          <p:nvPr/>
        </p:nvSpPr>
        <p:spPr>
          <a:xfrm>
            <a:off x="198782" y="4285457"/>
            <a:ext cx="363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Power</a:t>
            </a:r>
          </a:p>
        </p:txBody>
      </p:sp>
    </p:spTree>
    <p:extLst>
      <p:ext uri="{BB962C8B-B14F-4D97-AF65-F5344CB8AC3E}">
        <p14:creationId xmlns:p14="http://schemas.microsoft.com/office/powerpoint/2010/main" val="13734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C488CF3-6FE5-4F51-9D19-3425634CF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27091"/>
            <a:ext cx="6858000" cy="113053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A99DDE-F8B2-45D7-828A-E480033C6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73" y="7183944"/>
            <a:ext cx="6858000" cy="24340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8C4FF0-BB7A-4795-94B6-ECE3973E4FF4}"/>
              </a:ext>
            </a:extLst>
          </p:cNvPr>
          <p:cNvSpPr txBox="1"/>
          <p:nvPr/>
        </p:nvSpPr>
        <p:spPr>
          <a:xfrm>
            <a:off x="198782" y="221119"/>
            <a:ext cx="3637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Energy in food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521C50-B245-4C40-99BD-0E7DD915E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788206"/>
            <a:ext cx="6858000" cy="432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27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</TotalTime>
  <Words>5</Words>
  <Application>Microsoft Office PowerPoint</Application>
  <PresentationFormat>A4 Paper (210x297 mm)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4</cp:revision>
  <cp:lastPrinted>2018-05-09T04:00:12Z</cp:lastPrinted>
  <dcterms:created xsi:type="dcterms:W3CDTF">2018-05-09T03:22:39Z</dcterms:created>
  <dcterms:modified xsi:type="dcterms:W3CDTF">2018-05-09T04:04:14Z</dcterms:modified>
</cp:coreProperties>
</file>