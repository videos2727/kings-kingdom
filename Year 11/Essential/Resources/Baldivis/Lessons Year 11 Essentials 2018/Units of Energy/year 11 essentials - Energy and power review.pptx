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1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59F0B-494A-4DD5-9143-6F9AA48409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DCC066-3031-498B-81BF-97B83BA82F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1560F-5B40-4A09-A64B-B2A23C9D0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72934-EDA6-4334-AAD7-D98C960A0E39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08A23-71FF-4FFF-BAC5-E8D4EAEC0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FA2D2-F52A-435B-8A3F-0816F570B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B842-E848-4067-9B60-2A89953CEE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020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4C95F-5AED-41C4-A194-67F149871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66ED8-A352-4056-B928-AE6BC595E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CEA2E-0160-481C-8739-ABFDB83DA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72934-EDA6-4334-AAD7-D98C960A0E39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C6698-6A44-49B4-81A9-3C520EA86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08D22-BAE7-49EB-B0FB-F15BE48D6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B842-E848-4067-9B60-2A89953CEE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4738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DED5F-2CBD-4044-854D-D8F8154DF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3B637-5AD4-49B1-A7B4-F1CE30B88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9BC39-8B86-4C8E-B1F7-89634D18A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72934-EDA6-4334-AAD7-D98C960A0E39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21564-3E67-4882-B0E3-9A50B8F3C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3641A-2CFE-4943-8A18-33BD0F2D3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B842-E848-4067-9B60-2A89953CEE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7968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E9102-5387-4532-B5EB-38E51E7E6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7970E-4B2F-455D-9EFD-44883F3D99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4D0B5B-1B8F-4432-9DA6-8BD32D33A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246A7-B934-4F1A-B6BC-3E2AFAFFF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72934-EDA6-4334-AAD7-D98C960A0E39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A70B34-A3CC-4A89-9AA3-DE7867C98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3BD8F4-DAD7-42FC-8A8E-D6BD808E0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B842-E848-4067-9B60-2A89953CEE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8791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E77A3-3710-428D-8634-7B3488867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90CED-DC1B-4FA0-B137-D9A8E3790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1FE4C7-E20D-4143-8F88-F72739BDF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49FAE3-B056-46B3-8E90-368995C743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44B34A-777C-4345-B6C5-809BDD6369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1D00E8-1F61-4130-9E7A-57C2E7EDF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72934-EDA6-4334-AAD7-D98C960A0E39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56849C-5678-4E8B-9239-551179ACE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439C0D-0022-4F21-BCDE-2B41B32C9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B842-E848-4067-9B60-2A89953CEE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3705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D1520-6812-4EF6-8F03-2A9040E78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2FACB1-761D-48D4-899D-E8D5DF158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72934-EDA6-4334-AAD7-D98C960A0E39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7425A4-D0E7-486E-ABA9-F02F516F0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F10F5-BC5C-4F62-A1D4-B2B99F650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B842-E848-4067-9B60-2A89953CEE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5720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48FC0B-B9E4-405A-A9AC-BD0486DFD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72934-EDA6-4334-AAD7-D98C960A0E39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A86DAE-38CD-4BEE-87DA-3173142DC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9FCCF-93B8-4136-975F-283DA3BF5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B842-E848-4067-9B60-2A89953CEE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4007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241EA-CA86-4DDB-88BC-E5D9E77B8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D41A9-1463-4CAF-9CB0-4DDAF6D23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4331AE-B0B2-466F-809C-CFE7A6767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421ED4-FB4D-4286-8DDA-05FB81D8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72934-EDA6-4334-AAD7-D98C960A0E39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DBB1A8-019D-4269-AC25-4B2BAE3BF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810BFB-609F-471B-90E0-354269142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B842-E848-4067-9B60-2A89953CEE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7236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62DC7-E96B-4FD0-BE24-696C8530C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A0B707-7A69-4F69-BB74-A6CAB11D9B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6BD7CB-EA2D-4699-856C-A396E7AB77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F6FC20-DD24-4E46-830D-70D102E6F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72934-EDA6-4334-AAD7-D98C960A0E39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3146A8-B083-4907-88BA-E442F2A7D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CE5E44-94D6-46BE-8B6E-7B8D3E911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B842-E848-4067-9B60-2A89953CEE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4066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A351D-83D0-49B8-A139-41D237B2F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396E31-D13E-4822-8F7D-25F42C417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96805-AB2D-4B03-BAD2-BB87AB3C1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72934-EDA6-4334-AAD7-D98C960A0E39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D0F5F-E6D0-4D83-A60C-335B5986C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FF0E1-7763-4E06-A044-C542176C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B842-E848-4067-9B60-2A89953CEE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2174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3D0019-DBBF-4B30-8953-4F5B34BEA0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39E65-2196-4120-80EB-2A62D239F0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C0CAE-6854-478C-A6E3-A09B2CE79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72934-EDA6-4334-AAD7-D98C960A0E39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BE6A8-861D-4219-A293-BFF3DD625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20A09-E6C5-47DB-94EA-3264984DD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B842-E848-4067-9B60-2A89953CEE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3441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7B29F2-93C6-48DF-AB9D-1536595EF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6F37F-B897-4D02-A0D8-EECCCBA89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39269-A9E2-446A-85CF-9CD49914F2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572934-EDA6-4334-AAD7-D98C960A0E39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96E18-A2D7-4300-8DF2-4A6044A016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7A7CB-DA48-4882-B882-87D8179F22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3B842-E848-4067-9B60-2A89953CEE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129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ABEEA-8144-41A9-830A-A5F6055AD9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Energy and power</a:t>
            </a:r>
            <a:br>
              <a:rPr lang="en-AU" dirty="0"/>
            </a:br>
            <a:r>
              <a:rPr lang="en-AU" dirty="0"/>
              <a:t>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9ED50D-38C9-4078-8007-80CFAEF2D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595889"/>
          </a:xfrm>
        </p:spPr>
        <p:txBody>
          <a:bodyPr/>
          <a:lstStyle/>
          <a:p>
            <a:r>
              <a:rPr lang="en-AU" dirty="0"/>
              <a:t>Mini tests are this Friday.</a:t>
            </a:r>
          </a:p>
        </p:txBody>
      </p:sp>
    </p:spTree>
    <p:extLst>
      <p:ext uri="{BB962C8B-B14F-4D97-AF65-F5344CB8AC3E}">
        <p14:creationId xmlns:p14="http://schemas.microsoft.com/office/powerpoint/2010/main" val="2020851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109BF9-464E-45A7-A556-BA8782D4A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546" y="0"/>
            <a:ext cx="8973127" cy="59415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A06D5D-E089-41F0-9B5B-D4DFF7FDA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372" y="3927555"/>
            <a:ext cx="6922407" cy="2761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350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67ACB3-2295-4BA7-AE79-E32834AFE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496" y="100176"/>
            <a:ext cx="8947202" cy="38345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F27E29-B111-4305-9F01-223241B986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27252" y="4265033"/>
            <a:ext cx="7248525" cy="15525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629789-7854-44FD-A331-07EE582523B1}"/>
              </a:ext>
            </a:extLst>
          </p:cNvPr>
          <p:cNvSpPr txBox="1"/>
          <p:nvPr/>
        </p:nvSpPr>
        <p:spPr>
          <a:xfrm>
            <a:off x="1818245" y="4265033"/>
            <a:ext cx="1088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126929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AA1ED7-2091-4DCA-B22B-821857236E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3932"/>
          <a:stretch/>
        </p:blipFill>
        <p:spPr>
          <a:xfrm>
            <a:off x="1020978" y="695142"/>
            <a:ext cx="10193819" cy="52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10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CD922B-535F-49B5-9ECC-02A4BCFCF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297" y="0"/>
            <a:ext cx="9642218" cy="24923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C320F3-3403-4196-BF25-DBB7B7A77358}"/>
              </a:ext>
            </a:extLst>
          </p:cNvPr>
          <p:cNvSpPr txBox="1"/>
          <p:nvPr/>
        </p:nvSpPr>
        <p:spPr>
          <a:xfrm>
            <a:off x="486575" y="2679741"/>
            <a:ext cx="112716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Energy used by an appliance (in kilowatt hours) = Power (in kw) x time (in hours)</a:t>
            </a:r>
          </a:p>
          <a:p>
            <a:endParaRPr lang="en-AU" sz="2400" dirty="0"/>
          </a:p>
          <a:p>
            <a:r>
              <a:rPr lang="en-AU" sz="2400" dirty="0"/>
              <a:t>		E = Power x time  (in </a:t>
            </a:r>
            <a:r>
              <a:rPr lang="en-AU" sz="2400" dirty="0" err="1"/>
              <a:t>kWhours</a:t>
            </a:r>
            <a:r>
              <a:rPr lang="en-AU" sz="2400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E9E798-E785-47C4-9A5B-6FE36ECEE8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6380"/>
          <a:stretch/>
        </p:blipFill>
        <p:spPr>
          <a:xfrm>
            <a:off x="271401" y="4201474"/>
            <a:ext cx="11233156" cy="8159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29E42E-A997-4D29-BC8B-8E413F61C016}"/>
              </a:ext>
            </a:extLst>
          </p:cNvPr>
          <p:cNvSpPr txBox="1"/>
          <p:nvPr/>
        </p:nvSpPr>
        <p:spPr>
          <a:xfrm>
            <a:off x="1509115" y="5017422"/>
            <a:ext cx="40604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60w = 0.06kW</a:t>
            </a:r>
          </a:p>
          <a:p>
            <a:endParaRPr lang="en-AU" dirty="0"/>
          </a:p>
          <a:p>
            <a:r>
              <a:rPr lang="en-AU" dirty="0"/>
              <a:t>E = 0.06 x 5</a:t>
            </a:r>
          </a:p>
          <a:p>
            <a:r>
              <a:rPr lang="en-AU" dirty="0"/>
              <a:t>   = 0.3kWh</a:t>
            </a:r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8D88B3-1D0C-4C70-AD93-51373486F027}"/>
              </a:ext>
            </a:extLst>
          </p:cNvPr>
          <p:cNvSpPr txBox="1"/>
          <p:nvPr/>
        </p:nvSpPr>
        <p:spPr>
          <a:xfrm>
            <a:off x="7286460" y="5017422"/>
            <a:ext cx="40604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500w = 0.5kW</a:t>
            </a:r>
          </a:p>
          <a:p>
            <a:endParaRPr lang="en-AU" dirty="0"/>
          </a:p>
          <a:p>
            <a:r>
              <a:rPr lang="en-AU" dirty="0"/>
              <a:t>E = 0.5 x 0.5</a:t>
            </a:r>
          </a:p>
          <a:p>
            <a:r>
              <a:rPr lang="en-AU" dirty="0"/>
              <a:t>   = 0.25kWh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2053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2E4CEE-EC49-4917-B3A4-E31A89274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54" y="961387"/>
            <a:ext cx="11831146" cy="4151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054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965540-CCA0-4A3D-9ACA-79E4EC074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431" y="298579"/>
            <a:ext cx="10297021" cy="638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778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54</Words>
  <Application>Microsoft Office PowerPoint</Application>
  <PresentationFormat>Widescreen</PresentationFormat>
  <Paragraphs>14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Energy and power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and power Review</dc:title>
  <dc:creator>WILSON James [Baldivis Secondary College]</dc:creator>
  <cp:lastModifiedBy>WILSON James [Baldivis Secondary College]</cp:lastModifiedBy>
  <cp:revision>6</cp:revision>
  <dcterms:created xsi:type="dcterms:W3CDTF">2018-05-09T03:14:31Z</dcterms:created>
  <dcterms:modified xsi:type="dcterms:W3CDTF">2018-05-09T05:19:46Z</dcterms:modified>
</cp:coreProperties>
</file>