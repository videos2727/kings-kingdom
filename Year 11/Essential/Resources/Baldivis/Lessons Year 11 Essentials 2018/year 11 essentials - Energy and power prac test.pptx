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90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077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6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98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1915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81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7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95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385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37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07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AF0BF-C6A8-422A-B09A-15095E930550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A8E23-A181-4BEF-A67D-E154C74A79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2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669685-51B8-4780-A2EA-AC17F10DA444}"/>
              </a:ext>
            </a:extLst>
          </p:cNvPr>
          <p:cNvSpPr txBox="1"/>
          <p:nvPr/>
        </p:nvSpPr>
        <p:spPr>
          <a:xfrm>
            <a:off x="477078" y="178904"/>
            <a:ext cx="6380922" cy="1021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Year 11 Energy and Power Practise test</a:t>
            </a:r>
          </a:p>
          <a:p>
            <a:endParaRPr lang="en-AU" sz="1400" dirty="0"/>
          </a:p>
          <a:p>
            <a:pPr marL="342900" indent="-342900">
              <a:buAutoNum type="arabicPeriod"/>
            </a:pPr>
            <a:r>
              <a:rPr lang="en-AU" sz="1400" dirty="0"/>
              <a:t>Convert;</a:t>
            </a:r>
          </a:p>
          <a:p>
            <a:r>
              <a:rPr lang="en-AU" sz="1400" dirty="0"/>
              <a:t>	a) 	 6kJ to J				b) 	15000J to kJ</a:t>
            </a:r>
          </a:p>
          <a:p>
            <a:endParaRPr lang="en-AU" sz="1400" dirty="0"/>
          </a:p>
          <a:p>
            <a:r>
              <a:rPr lang="en-AU" sz="1400" dirty="0"/>
              <a:t>	c) 	76 800J to kJ			d) 	4kWh to J</a:t>
            </a:r>
          </a:p>
          <a:p>
            <a:endParaRPr lang="en-AU" sz="1400" dirty="0"/>
          </a:p>
          <a:p>
            <a:r>
              <a:rPr lang="en-AU" sz="1400" dirty="0"/>
              <a:t>	e)	6300kJ to kWh			f) 	15 Cal to J</a:t>
            </a:r>
          </a:p>
          <a:p>
            <a:endParaRPr lang="en-AU" sz="1400" dirty="0"/>
          </a:p>
          <a:p>
            <a:r>
              <a:rPr lang="en-AU" sz="1400" dirty="0"/>
              <a:t>	g) 	980 Cal  to kWh		h) 	15000kJ to Cal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2. An air conditioner requires 3.2kW of power.  Write the power requirements in watts.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3. A fridge uses 520kWh of energy in a year.  Write this energy in kJ.  Write this energy in:</a:t>
            </a:r>
          </a:p>
          <a:p>
            <a:r>
              <a:rPr lang="en-AU" sz="1400" dirty="0"/>
              <a:t>	a) kilojoules			b) joules 			c) Calories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4. The Emu Downs wind farm in Western Australia can generate 79.2 MW of power.  Write this in:</a:t>
            </a:r>
          </a:p>
          <a:p>
            <a:r>
              <a:rPr lang="en-AU" sz="1400" dirty="0"/>
              <a:t>	a) kilowatts				b) watts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5. When Victoria swam for 30 minutes, she burned off 1300kJ of energy. </a:t>
            </a:r>
          </a:p>
          <a:p>
            <a:r>
              <a:rPr lang="en-AU" sz="1400" dirty="0"/>
              <a:t>	a) How many calories did she burn?</a:t>
            </a:r>
          </a:p>
          <a:p>
            <a:r>
              <a:rPr lang="en-AU" sz="1400" dirty="0"/>
              <a:t>	</a:t>
            </a:r>
          </a:p>
          <a:p>
            <a:endParaRPr lang="en-AU" sz="1400" dirty="0"/>
          </a:p>
          <a:p>
            <a:r>
              <a:rPr lang="en-AU" sz="1400" dirty="0"/>
              <a:t>	b) What was Victoria’s power output?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6. Find the energy used by:</a:t>
            </a:r>
          </a:p>
          <a:p>
            <a:r>
              <a:rPr lang="en-AU" sz="1400" dirty="0"/>
              <a:t>	a) a 300W computer in 4 hours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	b) a 40 W light bulb in 8 Hours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	c) a 2.5 kW clothes dryer in 30 minutes.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089835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1C5CCD-46EF-415C-8DD1-6160A147CB58}"/>
              </a:ext>
            </a:extLst>
          </p:cNvPr>
          <p:cNvSpPr txBox="1"/>
          <p:nvPr/>
        </p:nvSpPr>
        <p:spPr>
          <a:xfrm>
            <a:off x="477078" y="298173"/>
            <a:ext cx="6380922" cy="9356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7. Gemma has a recommended daily energy intake of 8000kJ. For lunch she has 2 Sushi  rolls, a custard tart, and an orange juice.</a:t>
            </a:r>
          </a:p>
          <a:p>
            <a:r>
              <a:rPr lang="en-AU" sz="1400" dirty="0"/>
              <a:t>	a) Use the table to calculate the energy in the meal.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	b) What percentage of Gemma’s recommended daily intake is this?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	c) Darren has a chicken Schnitzel with chips and a milkshake.  Use the table to 	determine the number of Calories that are in the meal.</a:t>
            </a:r>
          </a:p>
          <a:p>
            <a:r>
              <a:rPr lang="en-AU" sz="1400" dirty="0"/>
              <a:t>	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8. A bottle of soft drink has the nutritional information label shown alongside.</a:t>
            </a:r>
          </a:p>
          <a:p>
            <a:r>
              <a:rPr lang="en-AU" sz="1400" dirty="0"/>
              <a:t>	a)  Convert 180kJ to calories.  Does you’re answer agree with the value given 	on the bottle on the label?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	b) Tony drank 300 mL from the bottle.  Find the amount of energy </a:t>
            </a:r>
            <a:r>
              <a:rPr lang="en-AU" sz="1400"/>
              <a:t>he 	consumed </a:t>
            </a:r>
            <a:r>
              <a:rPr lang="en-AU" sz="1400" dirty="0"/>
              <a:t>in :</a:t>
            </a:r>
          </a:p>
          <a:p>
            <a:r>
              <a:rPr lang="en-AU" sz="1400" dirty="0"/>
              <a:t>	</a:t>
            </a:r>
            <a:r>
              <a:rPr lang="en-AU" sz="1400" dirty="0" err="1"/>
              <a:t>i</a:t>
            </a:r>
            <a:r>
              <a:rPr lang="en-AU" sz="1400" dirty="0"/>
              <a:t>) Kilojoules				ii) calories</a:t>
            </a:r>
          </a:p>
          <a:p>
            <a:endParaRPr lang="en-AU" sz="1400" dirty="0"/>
          </a:p>
          <a:p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6B07B-7CA7-45CF-A1CE-28CEBC91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834" y="1093303"/>
            <a:ext cx="3737113" cy="2116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C0A981-9AB7-4787-AF3B-6DE3DB806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06" y="5970104"/>
            <a:ext cx="2143845" cy="223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4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38</Words>
  <Application>Microsoft Office PowerPoint</Application>
  <PresentationFormat>A4 Paper (210x297 mm)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4</cp:revision>
  <dcterms:created xsi:type="dcterms:W3CDTF">2018-05-09T07:40:32Z</dcterms:created>
  <dcterms:modified xsi:type="dcterms:W3CDTF">2018-05-09T08:12:37Z</dcterms:modified>
</cp:coreProperties>
</file>