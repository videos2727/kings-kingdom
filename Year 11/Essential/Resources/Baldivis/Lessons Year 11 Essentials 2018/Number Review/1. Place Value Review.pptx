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-156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D084732E-9795-4A0A-BBB4-8F90997D11F6}"/>
    <pc:docChg chg="undo custSel addSld modSld sldOrd modNotesMaster">
      <pc:chgData name="Sarah James" userId="e5e3e68366f0feb3" providerId="LiveId" clId="{D084732E-9795-4A0A-BBB4-8F90997D11F6}" dt="2018-02-01T11:47:33.291" v="174" actId="1076"/>
      <pc:docMkLst>
        <pc:docMk/>
      </pc:docMkLst>
      <pc:sldChg chg="addSp modSp">
        <pc:chgData name="Sarah James" userId="e5e3e68366f0feb3" providerId="LiveId" clId="{D084732E-9795-4A0A-BBB4-8F90997D11F6}" dt="2018-02-01T01:33:34.697" v="166" actId="27636"/>
        <pc:sldMkLst>
          <pc:docMk/>
          <pc:sldMk cId="506761459" sldId="257"/>
        </pc:sldMkLst>
        <pc:spChg chg="mod">
          <ac:chgData name="Sarah James" userId="e5e3e68366f0feb3" providerId="LiveId" clId="{D084732E-9795-4A0A-BBB4-8F90997D11F6}" dt="2018-02-01T01:11:12.742" v="6" actId="20577"/>
          <ac:spMkLst>
            <pc:docMk/>
            <pc:sldMk cId="506761459" sldId="257"/>
            <ac:spMk id="2" creationId="{00000000-0000-0000-0000-000000000000}"/>
          </ac:spMkLst>
        </pc:spChg>
        <pc:spChg chg="mod">
          <ac:chgData name="Sarah James" userId="e5e3e68366f0feb3" providerId="LiveId" clId="{D084732E-9795-4A0A-BBB4-8F90997D11F6}" dt="2018-02-01T01:33:34.697" v="166" actId="27636"/>
          <ac:spMkLst>
            <pc:docMk/>
            <pc:sldMk cId="506761459" sldId="257"/>
            <ac:spMk id="3" creationId="{00000000-0000-0000-0000-000000000000}"/>
          </ac:spMkLst>
        </pc:spChg>
        <pc:spChg chg="add mod">
          <ac:chgData name="Sarah James" userId="e5e3e68366f0feb3" providerId="LiveId" clId="{D084732E-9795-4A0A-BBB4-8F90997D11F6}" dt="2018-02-01T01:11:25.293" v="7" actId="255"/>
          <ac:spMkLst>
            <pc:docMk/>
            <pc:sldMk cId="506761459" sldId="257"/>
            <ac:spMk id="4" creationId="{DFF8CDFC-31F5-439C-ACB6-DF962BE97AF5}"/>
          </ac:spMkLst>
        </pc:spChg>
      </pc:sldChg>
      <pc:sldChg chg="addSp delSp modSp delAnim modAnim">
        <pc:chgData name="Sarah James" userId="e5e3e68366f0feb3" providerId="LiveId" clId="{D084732E-9795-4A0A-BBB4-8F90997D11F6}" dt="2018-02-01T11:47:33.291" v="174" actId="1076"/>
        <pc:sldMkLst>
          <pc:docMk/>
          <pc:sldMk cId="1013366416" sldId="259"/>
        </pc:sldMkLst>
        <pc:graphicFrameChg chg="add del">
          <ac:chgData name="Sarah James" userId="e5e3e68366f0feb3" providerId="LiveId" clId="{D084732E-9795-4A0A-BBB4-8F90997D11F6}" dt="2018-02-01T11:47:00.268" v="169"/>
          <ac:graphicFrameMkLst>
            <pc:docMk/>
            <pc:sldMk cId="1013366416" sldId="259"/>
            <ac:graphicFrameMk id="2" creationId="{C92EF326-0C4F-4996-A9AA-BA3A4AF813F9}"/>
          </ac:graphicFrameMkLst>
        </pc:graphicFrameChg>
        <pc:picChg chg="add mod">
          <ac:chgData name="Sarah James" userId="e5e3e68366f0feb3" providerId="LiveId" clId="{D084732E-9795-4A0A-BBB4-8F90997D11F6}" dt="2018-02-01T11:47:33.291" v="174" actId="1076"/>
          <ac:picMkLst>
            <pc:docMk/>
            <pc:sldMk cId="1013366416" sldId="259"/>
            <ac:picMk id="5" creationId="{C00D93F2-44A0-489C-A56C-E4292166D563}"/>
          </ac:picMkLst>
        </pc:picChg>
        <pc:picChg chg="del">
          <ac:chgData name="Sarah James" userId="e5e3e68366f0feb3" providerId="LiveId" clId="{D084732E-9795-4A0A-BBB4-8F90997D11F6}" dt="2018-02-01T11:47:02.516" v="170" actId="478"/>
          <ac:picMkLst>
            <pc:docMk/>
            <pc:sldMk cId="1013366416" sldId="259"/>
            <ac:picMk id="12" creationId="{D6620FCA-25E8-4D80-A6D5-9A9BA6450FB9}"/>
          </ac:picMkLst>
        </pc:picChg>
      </pc:sldChg>
      <pc:sldChg chg="addSp modSp modAnim">
        <pc:chgData name="Sarah James" userId="e5e3e68366f0feb3" providerId="LiveId" clId="{D084732E-9795-4A0A-BBB4-8F90997D11F6}" dt="2018-02-01T01:15:25.582" v="152" actId="27636"/>
        <pc:sldMkLst>
          <pc:docMk/>
          <pc:sldMk cId="4288304097" sldId="261"/>
        </pc:sldMkLst>
        <pc:spChg chg="add mod">
          <ac:chgData name="Sarah James" userId="e5e3e68366f0feb3" providerId="LiveId" clId="{D084732E-9795-4A0A-BBB4-8F90997D11F6}" dt="2018-02-01T01:15:13.172" v="149" actId="20577"/>
          <ac:spMkLst>
            <pc:docMk/>
            <pc:sldMk cId="4288304097" sldId="261"/>
            <ac:spMk id="4" creationId="{DB4436B2-396B-4C37-AF35-8EEEA2521C79}"/>
          </ac:spMkLst>
        </pc:spChg>
        <pc:spChg chg="mod">
          <ac:chgData name="Sarah James" userId="e5e3e68366f0feb3" providerId="LiveId" clId="{D084732E-9795-4A0A-BBB4-8F90997D11F6}" dt="2018-02-01T01:14:56.818" v="146" actId="27636"/>
          <ac:spMkLst>
            <pc:docMk/>
            <pc:sldMk cId="4288304097" sldId="261"/>
            <ac:spMk id="7" creationId="{DAFF9EF6-86A2-42A5-AE9A-3FB82E18F8F6}"/>
          </ac:spMkLst>
        </pc:spChg>
      </pc:sldChg>
      <pc:sldChg chg="modSp modAnim">
        <pc:chgData name="Sarah James" userId="e5e3e68366f0feb3" providerId="LiveId" clId="{D084732E-9795-4A0A-BBB4-8F90997D11F6}" dt="2018-02-01T01:33:34.713" v="167" actId="27636"/>
        <pc:sldMkLst>
          <pc:docMk/>
          <pc:sldMk cId="744282148" sldId="262"/>
        </pc:sldMkLst>
        <pc:spChg chg="mod">
          <ac:chgData name="Sarah James" userId="e5e3e68366f0feb3" providerId="LiveId" clId="{D084732E-9795-4A0A-BBB4-8F90997D11F6}" dt="2018-02-01T01:33:34.713" v="167" actId="27636"/>
          <ac:spMkLst>
            <pc:docMk/>
            <pc:sldMk cId="744282148" sldId="262"/>
            <ac:spMk id="7" creationId="{DAFF9EF6-86A2-42A5-AE9A-3FB82E18F8F6}"/>
          </ac:spMkLst>
        </pc:spChg>
      </pc:sldChg>
      <pc:sldChg chg="modAnim">
        <pc:chgData name="Sarah James" userId="e5e3e68366f0feb3" providerId="LiveId" clId="{D084732E-9795-4A0A-BBB4-8F90997D11F6}" dt="2018-02-01T01:15:55.533" v="154" actId="27636"/>
        <pc:sldMkLst>
          <pc:docMk/>
          <pc:sldMk cId="2331399470" sldId="263"/>
        </pc:sldMkLst>
      </pc:sldChg>
      <pc:sldChg chg="delSp">
        <pc:chgData name="Sarah James" userId="e5e3e68366f0feb3" providerId="LiveId" clId="{D084732E-9795-4A0A-BBB4-8F90997D11F6}" dt="2018-02-01T01:16:30.824" v="157" actId="478"/>
        <pc:sldMkLst>
          <pc:docMk/>
          <pc:sldMk cId="1543814637" sldId="264"/>
        </pc:sldMkLst>
        <pc:picChg chg="del">
          <ac:chgData name="Sarah James" userId="e5e3e68366f0feb3" providerId="LiveId" clId="{D084732E-9795-4A0A-BBB4-8F90997D11F6}" dt="2018-02-01T01:16:26.716" v="156" actId="478"/>
          <ac:picMkLst>
            <pc:docMk/>
            <pc:sldMk cId="1543814637" sldId="264"/>
            <ac:picMk id="1029" creationId="{7E603C4B-3D0C-4284-AED6-C70AB51398AA}"/>
          </ac:picMkLst>
        </pc:picChg>
        <pc:picChg chg="del">
          <ac:chgData name="Sarah James" userId="e5e3e68366f0feb3" providerId="LiveId" clId="{D084732E-9795-4A0A-BBB4-8F90997D11F6}" dt="2018-02-01T01:16:24.834" v="155" actId="478"/>
          <ac:picMkLst>
            <pc:docMk/>
            <pc:sldMk cId="1543814637" sldId="264"/>
            <ac:picMk id="1030" creationId="{5892F6CC-E90C-4387-97A0-03C9A665C96C}"/>
          </ac:picMkLst>
        </pc:picChg>
        <pc:picChg chg="del">
          <ac:chgData name="Sarah James" userId="e5e3e68366f0feb3" providerId="LiveId" clId="{D084732E-9795-4A0A-BBB4-8F90997D11F6}" dt="2018-02-01T01:16:30.824" v="157" actId="478"/>
          <ac:picMkLst>
            <pc:docMk/>
            <pc:sldMk cId="1543814637" sldId="264"/>
            <ac:picMk id="1031" creationId="{C17F0F18-44B8-4814-AFAC-F81C45C94DF7}"/>
          </ac:picMkLst>
        </pc:picChg>
      </pc:sldChg>
      <pc:sldChg chg="modSp add ord">
        <pc:chgData name="Sarah James" userId="e5e3e68366f0feb3" providerId="LiveId" clId="{D084732E-9795-4A0A-BBB4-8F90997D11F6}" dt="2018-02-01T01:13:26.099" v="132" actId="14100"/>
        <pc:sldMkLst>
          <pc:docMk/>
          <pc:sldMk cId="3920076300" sldId="266"/>
        </pc:sldMkLst>
        <pc:spChg chg="mod">
          <ac:chgData name="Sarah James" userId="e5e3e68366f0feb3" providerId="LiveId" clId="{D084732E-9795-4A0A-BBB4-8F90997D11F6}" dt="2018-02-01T01:11:48.689" v="40" actId="20577"/>
          <ac:spMkLst>
            <pc:docMk/>
            <pc:sldMk cId="3920076300" sldId="266"/>
            <ac:spMk id="2" creationId="{BB1A884B-B375-4398-B23A-F361B5EEB20A}"/>
          </ac:spMkLst>
        </pc:spChg>
        <pc:spChg chg="mod">
          <ac:chgData name="Sarah James" userId="e5e3e68366f0feb3" providerId="LiveId" clId="{D084732E-9795-4A0A-BBB4-8F90997D11F6}" dt="2018-02-01T01:13:26.099" v="132" actId="14100"/>
          <ac:spMkLst>
            <pc:docMk/>
            <pc:sldMk cId="3920076300" sldId="266"/>
            <ac:spMk id="3" creationId="{B8563EAE-3564-4D8D-B198-87CA6EE86E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E25BB-416A-4B8A-BEDC-1C7C37592D05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F7AB8-DC1E-419C-8293-5A20E2670C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872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7AB8-DC1E-419C-8293-5A20E2670C68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7244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85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79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7AB8-DC1E-419C-8293-5A20E2670C68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852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30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66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7AB8-DC1E-419C-8293-5A20E2670C68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35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52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F7AB8-DC1E-419C-8293-5A20E2670C68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077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92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40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4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708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31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76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91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27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219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23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43B5A-2344-4D76-BA30-56C813048F4C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ED4A392-3E5A-49F3-9F35-B53BC868FEC1}" type="slidenum">
              <a:rPr lang="en-AU" smtClean="0"/>
              <a:t>‹#›</a:t>
            </a:fld>
            <a:endParaRPr lang="en-A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76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884B-B375-4398-B23A-F361B5EE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Interactive Notebook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3EAE-3564-4D8D-B198-87CA6EE86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41600"/>
          </a:xfrm>
        </p:spPr>
        <p:txBody>
          <a:bodyPr/>
          <a:lstStyle/>
          <a:p>
            <a:r>
              <a:rPr lang="en-US" dirty="0"/>
              <a:t>Cover page- Number Review</a:t>
            </a:r>
          </a:p>
          <a:p>
            <a:r>
              <a:rPr lang="en-US" dirty="0"/>
              <a:t>Contents page</a:t>
            </a:r>
          </a:p>
          <a:p>
            <a:r>
              <a:rPr lang="en-US" dirty="0"/>
              <a:t>Glossary</a:t>
            </a:r>
          </a:p>
          <a:p>
            <a:r>
              <a:rPr lang="en-US" dirty="0"/>
              <a:t>Rule up Cornell notes taking for 4 lessons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007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Place Value Review</a:t>
            </a:r>
            <a:b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4075" y="4476226"/>
            <a:ext cx="9446339" cy="1384675"/>
          </a:xfrm>
        </p:spPr>
        <p:txBody>
          <a:bodyPr>
            <a:normAutofit fontScale="62500" lnSpcReduction="20000"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Essentials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8CDFC-31F5-439C-ACB6-DF962BE97AF5}"/>
              </a:ext>
            </a:extLst>
          </p:cNvPr>
          <p:cNvSpPr/>
          <p:nvPr/>
        </p:nvSpPr>
        <p:spPr>
          <a:xfrm>
            <a:off x="3655203" y="3244334"/>
            <a:ext cx="5406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/>
            <a:r>
              <a:rPr lang="en-AU" sz="20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value of each digit in a number?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US" sz="2400" dirty="0"/>
              <a:t>use place value to read, represent and order numbers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54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lace Value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the value of each digit in a number?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973465" y="1580871"/>
                <a:ext cx="9370807" cy="2793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126"/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Whole numbers </a:t>
                </a:r>
              </a:p>
              <a:p>
                <a:pPr marL="342900" indent="-342900" defTabSz="914126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The position of a digit within a number indicates the value of the digit. </a:t>
                </a:r>
              </a:p>
              <a:p>
                <a:pPr marL="342900" indent="-342900" defTabSz="914126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Each place to the left of another has a value which is 10 times larger.</a:t>
                </a:r>
              </a:p>
              <a:p>
                <a:pPr marL="342900" indent="-342900" defTabSz="914126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Each place to the right of another has a value which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of the previous position. </a:t>
                </a:r>
              </a:p>
              <a:p>
                <a:pPr defTabSz="914126"/>
                <a:endParaRPr lang="en-US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defTabSz="914126"/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Decimal parts</a:t>
                </a:r>
              </a:p>
              <a:p>
                <a:pPr marL="342900" indent="-342900" defTabSz="914126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Whole numbers have units as their smallest place value. </a:t>
                </a:r>
              </a:p>
              <a:p>
                <a:pPr marL="342900" indent="-342900" defTabSz="914126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To show values smaller than units, a decimal is placed after the units.</a:t>
                </a:r>
              </a:p>
              <a:p>
                <a:pPr marL="342900" indent="-342900" defTabSz="914126">
                  <a:buFont typeface="Arial" panose="020B0604020202020204" pitchFamily="34" charset="0"/>
                  <a:buChar char="•"/>
                </a:pPr>
                <a:endParaRPr lang="en-US" sz="2399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465" y="1580871"/>
                <a:ext cx="9370807" cy="2793393"/>
              </a:xfrm>
              <a:prstGeom prst="rect">
                <a:avLst/>
              </a:prstGeom>
              <a:blipFill>
                <a:blip r:embed="rId3"/>
                <a:stretch>
                  <a:fillRect l="-586" t="-10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00D93F2-44A0-489C-A56C-E4292166D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32" y="4078331"/>
            <a:ext cx="37528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86" y="1514812"/>
            <a:ext cx="9565854" cy="2599988"/>
          </a:xfrm>
        </p:spPr>
        <p:txBody>
          <a:bodyPr>
            <a:normAutofit/>
          </a:bodyPr>
          <a:lstStyle/>
          <a:p>
            <a:pPr marL="0" indent="0" defTabSz="914126">
              <a:buNone/>
            </a:pPr>
            <a:r>
              <a:rPr lang="en-US" dirty="0">
                <a:solidFill>
                  <a:prstClr val="black"/>
                </a:solidFill>
              </a:rPr>
              <a:t>1. In the following numbers, look at the value of the 3.</a:t>
            </a:r>
          </a:p>
          <a:p>
            <a:pPr marL="342900" indent="-342900" defTabSz="914126"/>
            <a:endParaRPr lang="en-US" dirty="0">
              <a:solidFill>
                <a:prstClr val="black"/>
              </a:solidFill>
            </a:endParaRPr>
          </a:p>
          <a:p>
            <a:pPr marL="0" indent="0" defTabSz="914126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defTabSz="914126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defTabSz="914126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defTabSz="914126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 defTabSz="914126">
              <a:buNone/>
            </a:pPr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2BCA36-1683-4966-A4B0-6171CFA3A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418177"/>
              </p:ext>
            </p:extLst>
          </p:nvPr>
        </p:nvGraphicFramePr>
        <p:xfrm>
          <a:off x="2042160" y="2066160"/>
          <a:ext cx="5634990" cy="149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390">
                  <a:extLst>
                    <a:ext uri="{9D8B030D-6E8A-4147-A177-3AD203B41FA5}">
                      <a16:colId xmlns:a16="http://schemas.microsoft.com/office/drawing/2014/main" val="212568827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175229676"/>
                    </a:ext>
                  </a:extLst>
                </a:gridCol>
              </a:tblGrid>
              <a:tr h="374048"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of 3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429337"/>
                  </a:ext>
                </a:extLst>
              </a:tr>
              <a:tr h="374048"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793656"/>
                  </a:ext>
                </a:extLst>
              </a:tr>
              <a:tr h="374048">
                <a:tc>
                  <a:txBody>
                    <a:bodyPr/>
                    <a:lstStyle/>
                    <a:p>
                      <a:r>
                        <a:rPr lang="en-US" dirty="0"/>
                        <a:t>3217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3980004"/>
                  </a:ext>
                </a:extLst>
              </a:tr>
              <a:tr h="374048">
                <a:tc>
                  <a:txBody>
                    <a:bodyPr/>
                    <a:lstStyle/>
                    <a:p>
                      <a:r>
                        <a:rPr lang="en-US" dirty="0"/>
                        <a:t>4103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47677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A369B5E-E410-42BE-BF31-24E5367EE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50" y="4475027"/>
            <a:ext cx="6089650" cy="9836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4436B2-396B-4C37-AF35-8EEEA2521C79}"/>
              </a:ext>
            </a:extLst>
          </p:cNvPr>
          <p:cNvSpPr txBox="1"/>
          <p:nvPr/>
        </p:nvSpPr>
        <p:spPr>
          <a:xfrm>
            <a:off x="583986" y="4286250"/>
            <a:ext cx="568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54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lace Value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compare the size of decimal numbers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3708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126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To compare the size of decimal numbers first compare the whole number part.</a:t>
            </a:r>
          </a:p>
          <a:p>
            <a:pPr defTabSz="914126"/>
            <a:endParaRPr lang="en-US" dirty="0">
              <a:solidFill>
                <a:prstClr val="black"/>
              </a:solidFill>
            </a:endParaRPr>
          </a:p>
          <a:p>
            <a:pPr marL="285750" indent="-285750" defTabSz="914126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If they are the same for each number, move to the ﬁrst digit after the decimal point, then the second, the third and so on until the digits are different. </a:t>
            </a:r>
          </a:p>
          <a:p>
            <a:pPr defTabSz="914126"/>
            <a:endParaRPr lang="en-US" dirty="0">
              <a:solidFill>
                <a:prstClr val="black"/>
              </a:solidFill>
            </a:endParaRPr>
          </a:p>
          <a:p>
            <a:pPr marL="285750" indent="-285750" defTabSz="914126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</a:rPr>
              <a:t>The larger digit will belong to the larger number.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39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0C67E8-A4F0-4F45-BFD5-B533AFC5DE8E}"/>
              </a:ext>
            </a:extLst>
          </p:cNvPr>
          <p:cNvSpPr/>
          <p:nvPr/>
        </p:nvSpPr>
        <p:spPr>
          <a:xfrm>
            <a:off x="3872085" y="539234"/>
            <a:ext cx="27477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AU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78D58-337C-460E-B379-FC6BD8E2B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253946"/>
            <a:ext cx="6940867" cy="490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1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453852"/>
            <a:ext cx="8420184" cy="1731308"/>
          </a:xfrm>
        </p:spPr>
        <p:txBody>
          <a:bodyPr>
            <a:normAutofit/>
          </a:bodyPr>
          <a:lstStyle/>
          <a:p>
            <a:pPr lvl="0"/>
            <a:r>
              <a:rPr lang="en-AU" dirty="0"/>
              <a:t>Make yourself number cards (0-9 and decimal point) with blank paper</a:t>
            </a:r>
          </a:p>
          <a:p>
            <a:pPr lvl="0"/>
            <a:r>
              <a:rPr lang="en-AU" dirty="0"/>
              <a:t>Using the 9 directions(below) and the number cards 6, 7, 0, 3 and  create 9 numbers</a:t>
            </a:r>
          </a:p>
          <a:p>
            <a:pPr marL="0" indent="0">
              <a:buNone/>
            </a:pPr>
            <a:endParaRPr lang="en-AU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 descr="Image result for place value decimal point hands on activities">
            <a:extLst>
              <a:ext uri="{FF2B5EF4-FFF2-40B4-BE49-F238E27FC236}">
                <a16:creationId xmlns:a16="http://schemas.microsoft.com/office/drawing/2014/main" id="{9837B9F5-320B-4329-BC4F-E3626C47E45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640" y="2543810"/>
            <a:ext cx="3048000" cy="4168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A90A-4E87-436A-8D2E-3E7E34D1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>
            <a:normAutofit fontScale="90000"/>
          </a:bodyPr>
          <a:lstStyle/>
          <a:p>
            <a:r>
              <a:rPr lang="en-AU" dirty="0"/>
              <a:t>Your turn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27466-8ECC-445D-B2E7-D2D98F6F4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pairs select 2-5 number cards and write 9 directions on a blank “Build a number” sheet. You will be swapping with another pair</a:t>
            </a:r>
          </a:p>
        </p:txBody>
      </p:sp>
    </p:spTree>
    <p:extLst>
      <p:ext uri="{BB962C8B-B14F-4D97-AF65-F5344CB8AC3E}">
        <p14:creationId xmlns:p14="http://schemas.microsoft.com/office/powerpoint/2010/main" val="109393255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994</TotalTime>
  <Words>384</Words>
  <Application>Microsoft Office PowerPoint</Application>
  <PresentationFormat>Widescreen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DJB Fancy Nancy</vt:lpstr>
      <vt:lpstr>Gill Sans MT</vt:lpstr>
      <vt:lpstr>Kiwi School Handwriting</vt:lpstr>
      <vt:lpstr>Gallery</vt:lpstr>
      <vt:lpstr>Setting up Interactive Notebook</vt:lpstr>
      <vt:lpstr>Place Value Review </vt:lpstr>
      <vt:lpstr>Learning Intentions</vt:lpstr>
      <vt:lpstr>PowerPoint Presentation</vt:lpstr>
      <vt:lpstr>PowerPoint Presentation</vt:lpstr>
      <vt:lpstr>Practice</vt:lpstr>
      <vt:lpstr>PowerPoint Presentation</vt:lpstr>
      <vt:lpstr>PowerPoint Presentation</vt:lpstr>
      <vt:lpstr>Task</vt:lpstr>
      <vt:lpstr>Your turn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Sarah James</dc:creator>
  <cp:lastModifiedBy>Sarah James</cp:lastModifiedBy>
  <cp:revision>7</cp:revision>
  <cp:lastPrinted>2018-02-01T01:32:15Z</cp:lastPrinted>
  <dcterms:created xsi:type="dcterms:W3CDTF">2018-01-31T05:32:56Z</dcterms:created>
  <dcterms:modified xsi:type="dcterms:W3CDTF">2018-02-01T11:47:35Z</dcterms:modified>
</cp:coreProperties>
</file>