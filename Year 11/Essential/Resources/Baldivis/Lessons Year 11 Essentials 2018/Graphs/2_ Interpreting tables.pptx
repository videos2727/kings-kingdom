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7" r:id="rId2"/>
    <p:sldId id="267" r:id="rId3"/>
    <p:sldId id="26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9C7B7-F328-4780-A0FA-C005D8F1FD68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5E54A-7A68-4DDD-9654-27057DFEA9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8862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640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4737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9139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121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4528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330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4603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9771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5064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4038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912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1828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0412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8663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1791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455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1578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7F8ED-4F5E-4D6D-9316-9157CFD4B0CC}" type="datetimeFigureOut">
              <a:rPr lang="en-AU" smtClean="0"/>
              <a:t>11/05/2018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AE8CDAB-97EA-4068-BA6E-41F5B6429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27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26009-BBC8-4473-9B83-9B5587D459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07C92-8CF7-47A0-AAC8-D1A902130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do I interpret information presented in tables?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90527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406D-1B0F-4A8E-9995-B02B2CB3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Learning Outcomes</a:t>
            </a:r>
            <a:endParaRPr lang="en-GB" sz="5400" b="1" dirty="0">
              <a:solidFill>
                <a:schemeClr val="accent2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91107-7794-4BDC-A667-DF76D18C9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237" y="2057401"/>
            <a:ext cx="11129963" cy="443484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AU" sz="2800" b="1" dirty="0"/>
              <a:t>Dot Points</a:t>
            </a:r>
            <a:endParaRPr lang="en-AU" sz="2800" dirty="0"/>
          </a:p>
          <a:p>
            <a:pPr lvl="2"/>
            <a:r>
              <a:rPr lang="en-AU" sz="2800" dirty="0"/>
              <a:t>1.4.2 interpret information presented in two-way tables</a:t>
            </a:r>
          </a:p>
          <a:p>
            <a:pPr marL="457200" lvl="1" indent="0">
              <a:buNone/>
            </a:pPr>
            <a:endParaRPr lang="en-AU" sz="28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AU" sz="2800" b="1" dirty="0"/>
              <a:t>Contexts</a:t>
            </a:r>
          </a:p>
          <a:p>
            <a:pPr lvl="1">
              <a:buFontTx/>
              <a:buChar char="-"/>
            </a:pPr>
            <a:r>
              <a:rPr lang="en-AU" sz="2800" dirty="0"/>
              <a:t>Understand the data that is presented in tables in a range of situations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81884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E8E934-6195-4451-906A-50E116066290}"/>
              </a:ext>
            </a:extLst>
          </p:cNvPr>
          <p:cNvSpPr txBox="1"/>
          <p:nvPr/>
        </p:nvSpPr>
        <p:spPr>
          <a:xfrm>
            <a:off x="822960" y="690880"/>
            <a:ext cx="8524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Opening Problem- Class Discussion:</a:t>
            </a:r>
          </a:p>
          <a:p>
            <a:endParaRPr lang="en-US" dirty="0"/>
          </a:p>
          <a:p>
            <a:r>
              <a:rPr lang="en-US" dirty="0"/>
              <a:t>“Why is it difficult to read and </a:t>
            </a:r>
            <a:r>
              <a:rPr lang="en-US" dirty="0" err="1"/>
              <a:t>analyse</a:t>
            </a:r>
            <a:r>
              <a:rPr lang="en-US" dirty="0"/>
              <a:t> the data in this format?”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9E52AD-2ECB-4F25-9461-D366E9F4E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823734"/>
            <a:ext cx="7151370" cy="467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281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713228" y="1109730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halkboard"/>
              </a:rPr>
              <a:t>EQ: How do I interpret information presented in tables?</a:t>
            </a:r>
            <a:endParaRPr lang="en-AU" sz="2400" dirty="0">
              <a:latin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73352" y="45023"/>
            <a:ext cx="1901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Graphs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EFD53-BC50-47CF-A97F-C5AE51003D74}"/>
              </a:ext>
            </a:extLst>
          </p:cNvPr>
          <p:cNvSpPr txBox="1"/>
          <p:nvPr/>
        </p:nvSpPr>
        <p:spPr>
          <a:xfrm>
            <a:off x="3826851" y="1602069"/>
            <a:ext cx="6746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Two-way tables show two characteristics of any data set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0B9533-2777-4604-8B32-53E816C18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122" y="2525399"/>
            <a:ext cx="6671969" cy="21984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8C94DA-3B6D-4998-8C9F-FC96CA1C7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155" y="4723826"/>
            <a:ext cx="5009009" cy="972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39871B-28C4-43FA-B9FD-B361C51AA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155" y="5850222"/>
            <a:ext cx="5101679" cy="67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2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D5B75F-40D9-469A-946D-658A905322BE}"/>
              </a:ext>
            </a:extLst>
          </p:cNvPr>
          <p:cNvSpPr txBox="1"/>
          <p:nvPr/>
        </p:nvSpPr>
        <p:spPr>
          <a:xfrm>
            <a:off x="1859280" y="1981200"/>
            <a:ext cx="663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Complete Interpreting tables worksheet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009511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91</Words>
  <Application>Microsoft Office PowerPoint</Application>
  <PresentationFormat>Widescreen</PresentationFormat>
  <Paragraphs>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Chalkboard</vt:lpstr>
      <vt:lpstr>Kiwi School Handwriting</vt:lpstr>
      <vt:lpstr>Trebuchet MS</vt:lpstr>
      <vt:lpstr>Wingdings 3</vt:lpstr>
      <vt:lpstr>Facet</vt:lpstr>
      <vt:lpstr>Graphs</vt:lpstr>
      <vt:lpstr>Learning Outcomes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</dc:title>
  <dc:creator>Sarah James</dc:creator>
  <cp:lastModifiedBy>Sarah James</cp:lastModifiedBy>
  <cp:revision>3</cp:revision>
  <dcterms:created xsi:type="dcterms:W3CDTF">2018-05-11T11:54:20Z</dcterms:created>
  <dcterms:modified xsi:type="dcterms:W3CDTF">2018-05-11T12:22:33Z</dcterms:modified>
</cp:coreProperties>
</file>