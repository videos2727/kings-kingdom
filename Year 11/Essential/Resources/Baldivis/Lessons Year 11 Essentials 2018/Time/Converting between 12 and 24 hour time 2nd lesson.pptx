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99" r:id="rId3"/>
    <p:sldId id="297" r:id="rId4"/>
    <p:sldId id="300" r:id="rId5"/>
    <p:sldId id="298" r:id="rId6"/>
    <p:sldId id="257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96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24A214-2909-4274-9350-730B98414BC2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0F9672-88BB-4765-842D-0729F0803C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5170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1221E5-7225-48EB-A4EE-420E7BFCF7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4112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1F34E-E3B5-458C-8045-4834E36036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FB6B5D-4B08-45E1-BF51-AD9D53EA8E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3448DB-BCE8-42F7-B775-5DD0A696E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5334A-5FF7-4C43-8CCE-8423E03634A2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B9FAF-4FFC-4C81-9084-18FD659D4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B1626-B99F-4B31-B000-8C7885437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EB9EB-9D0E-494E-85B1-361F20BA37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7246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D8EA0-ED11-4B9A-9FD5-387978974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E1141-925E-4DB3-B1F5-0877D62F2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213FB-08D0-49E5-967E-EE71A952C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5334A-5FF7-4C43-8CCE-8423E03634A2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642687-0AEF-4AAD-90A7-6A987FCEF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AF915-668E-4B4F-8A07-F8B991DD1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EB9EB-9D0E-494E-85B1-361F20BA37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2656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E082B-4A9C-4993-A73F-AD887B87D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ABB7A5-56B3-413A-BD0B-F56B2DCF9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502DA8-E1E7-4AE8-88D0-38CC44E53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5334A-5FF7-4C43-8CCE-8423E03634A2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AB24D-06F8-4E05-A74A-DE779A1B3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8B823-0B7A-4C15-B0AA-FAF6B13D3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EB9EB-9D0E-494E-85B1-361F20BA37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1949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0A672-809A-4CD9-B50D-2D416B8C4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727A2-171A-4D41-B785-43D3E50362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A70DFF-B4F7-4109-94DF-BA1BC9780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891DBA-CC1B-496E-9F0C-78F801197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5334A-5FF7-4C43-8CCE-8423E03634A2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F7E258-6124-41E8-935E-E5BCD059E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ABA925-211D-4339-8ABB-26619AD0A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EB9EB-9D0E-494E-85B1-361F20BA37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0483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D0742-51CB-41DF-9DED-E9B7C9C9C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C6CE7B-22C1-47E0-874E-29B16DA860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EDB10-0584-464C-ADA5-4FA72E062A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739A08-2923-402C-A36D-F50F698414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B78952-303C-44E9-ADE3-D6AB3577AD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5B36C5-43CC-4F47-B76F-71FB06BCA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5334A-5FF7-4C43-8CCE-8423E03634A2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7F5DC-FD89-4DFE-B8E2-EF24A5B4B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0C7C24-27F0-48CF-BF6C-E0C4B275F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EB9EB-9D0E-494E-85B1-361F20BA37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5432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C3943-4789-4B0B-BB3C-B40302B6C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4D0EBC-6F78-4587-B420-8C5167702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5334A-5FF7-4C43-8CCE-8423E03634A2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D1DA3E-2F83-408F-8123-DFF874F26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7EEC21-F52F-40D8-B588-3051F1E75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EB9EB-9D0E-494E-85B1-361F20BA37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0180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981343-5BF1-44BE-B8A1-3932BFC8C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5334A-5FF7-4C43-8CCE-8423E03634A2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202030-3DAC-4A73-93C0-A87152A38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FB0D2D-9259-4729-A6AC-882DA0CBE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EB9EB-9D0E-494E-85B1-361F20BA37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0517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F513D-7566-4F9E-8F8A-84950F5B4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A139F-894B-4C59-AAAE-A649F72CD1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DD54F-22E5-423B-89F5-4C7832E361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C83E42-8A49-46C7-A36A-96A3FB56E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5334A-5FF7-4C43-8CCE-8423E03634A2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5BA89E-1BBD-44F9-93AF-BE2EFDF9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3A75AA-6A57-4A70-95C2-67660DAC6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EB9EB-9D0E-494E-85B1-361F20BA37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685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DA8C5-87F9-4B72-96BB-BEA472E03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DC08F1-F845-4D37-BA1C-A88F519A94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A2F62A-04B8-44F7-AE9E-7C739A51B9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8B0587-F49C-47A5-A708-87906E555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5334A-5FF7-4C43-8CCE-8423E03634A2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27C4EC-A10E-4226-8C60-C25016723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CB31D8-A4C0-4AF7-8A5C-F9D39E750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EB9EB-9D0E-494E-85B1-361F20BA37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0953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7BCC2-739D-4EFE-BAC9-EE9F42B81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491B6D-4518-4487-AB17-469EAFE57E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F2D435-38AB-42B4-AE4C-8D08B2679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5334A-5FF7-4C43-8CCE-8423E03634A2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D15CE-6540-4CAE-8F7D-19C1EEAA4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0692B-60BC-412C-ACC0-66EE4DEB1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EB9EB-9D0E-494E-85B1-361F20BA37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5301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0ACEE6-BC5C-4AA6-B320-443291C75A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7FDBDE-211D-4512-94B4-919F00405F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3868EF-3422-4E68-8780-8D731DB50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5334A-5FF7-4C43-8CCE-8423E03634A2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E78F2-B38E-4BD5-9D2E-DBBDEFB6A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1FE53-2162-41E6-B36C-2148224A5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EB9EB-9D0E-494E-85B1-361F20BA37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2908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FC2179-9BBE-4130-93A6-FE41D26EB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45A7B3-DECD-4F11-9A69-4A8E765F5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D2B2A-9752-421F-9DB9-D9882CD7A9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05334A-5FF7-4C43-8CCE-8423E03634A2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F85BF6-B5F7-4685-BF8E-2B7CF12987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0141C-3B97-4056-974C-7A952F7875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2EB9EB-9D0E-494E-85B1-361F20BA37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82737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74153-96D3-49DA-8C70-4427A097A9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Converting between 12 and 24 hour time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343F23-4BD7-449C-8A88-3DD096786C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EQ: If I have been alive for 76 years how many hours and days have past?</a:t>
            </a:r>
          </a:p>
        </p:txBody>
      </p:sp>
      <p:pic>
        <p:nvPicPr>
          <p:cNvPr id="4" name="Picture 2" descr="Image result for how to read a clock">
            <a:extLst>
              <a:ext uri="{FF2B5EF4-FFF2-40B4-BE49-F238E27FC236}">
                <a16:creationId xmlns:a16="http://schemas.microsoft.com/office/drawing/2014/main" id="{A5050F85-13FD-4A11-9F4E-6A7D2E60FA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59" y="4051738"/>
            <a:ext cx="4103780" cy="2806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5484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62D69A-F1C1-4268-AAB7-43101AC55BC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08" b="4827"/>
          <a:stretch/>
        </p:blipFill>
        <p:spPr>
          <a:xfrm>
            <a:off x="0" y="0"/>
            <a:ext cx="8450317" cy="66961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CF0937F-2A3E-4FDF-B951-197F00769538}"/>
              </a:ext>
            </a:extLst>
          </p:cNvPr>
          <p:cNvSpPr txBox="1"/>
          <p:nvPr/>
        </p:nvSpPr>
        <p:spPr>
          <a:xfrm>
            <a:off x="9017876" y="1103586"/>
            <a:ext cx="28220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Quick refresher on how to read a clock</a:t>
            </a:r>
          </a:p>
        </p:txBody>
      </p:sp>
    </p:spTree>
    <p:extLst>
      <p:ext uri="{BB962C8B-B14F-4D97-AF65-F5344CB8AC3E}">
        <p14:creationId xmlns:p14="http://schemas.microsoft.com/office/powerpoint/2010/main" val="2607150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02109" y="775435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42001" y="8371"/>
            <a:ext cx="4319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3044969" y="1238506"/>
            <a:ext cx="0" cy="5619495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981324" y="260126"/>
            <a:ext cx="21755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8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Units of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1593" y="417838"/>
            <a:ext cx="1620180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6862" y="796190"/>
            <a:ext cx="79557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2000" dirty="0"/>
              <a:t>EQ: If I have been alive for 76 years how many hours and days have past?</a:t>
            </a:r>
            <a:endParaRPr lang="en-AU" sz="2000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02110" y="1277924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542001" y="1354676"/>
            <a:ext cx="15029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0"/>
            <a:r>
              <a:rPr lang="en-US" sz="20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12 hours time?</a:t>
            </a:r>
            <a:endParaRPr lang="en-AU" sz="20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133201" y="1337450"/>
            <a:ext cx="76176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Today we use </a:t>
            </a:r>
          </a:p>
          <a:p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am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mr-IN" sz="2400" dirty="0">
                <a:latin typeface="Calibri" panose="020F0502020204030204" pitchFamily="34" charset="0"/>
              </a:rPr>
              <a:t>–</a:t>
            </a: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ante meridiem </a:t>
            </a:r>
            <a:r>
              <a:rPr lang="mr-IN" sz="2400" i="1" dirty="0">
                <a:latin typeface="Calibri" panose="020F0502020204030204" pitchFamily="34" charset="0"/>
              </a:rPr>
              <a:t>–</a:t>
            </a:r>
            <a:r>
              <a:rPr lang="en-AU" sz="24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Latin for (before noon) and </a:t>
            </a:r>
          </a:p>
          <a:p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pm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mr-IN" sz="2400" dirty="0">
                <a:latin typeface="Calibri" panose="020F0502020204030204" pitchFamily="34" charset="0"/>
              </a:rPr>
              <a:t>–</a:t>
            </a: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post meridiem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(after noon).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2001" y="2620911"/>
            <a:ext cx="15029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0"/>
            <a:r>
              <a:rPr lang="en-US" sz="20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24 hours time?</a:t>
            </a:r>
            <a:endParaRPr lang="en-AU" sz="20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133201" y="2620912"/>
            <a:ext cx="76176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24-hr  Time  shows the number of hours and minutes after midnight.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/>
              <p:cNvSpPr/>
              <p:nvPr/>
            </p:nvSpPr>
            <p:spPr>
              <a:xfrm>
                <a:off x="3133201" y="3530903"/>
                <a:ext cx="7148572" cy="135421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GB" sz="2400" b="1" u="sng" dirty="0">
                    <a:latin typeface="Calibri" panose="020F0502020204030204" pitchFamily="34" charset="0"/>
                    <a:cs typeface="Calibri" panose="020F0502020204030204" pitchFamily="34" charset="0"/>
                  </a:rPr>
                  <a:t>For Example: </a:t>
                </a:r>
              </a:p>
              <a:p>
                <a:r>
                  <a:rPr lang="en-GB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1. </a:t>
                </a:r>
                <a14:m>
                  <m:oMath xmlns:m="http://schemas.openxmlformats.org/officeDocument/2006/math">
                    <m:r>
                      <a:rPr lang="en-GB" sz="24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4:30 </m:t>
                    </m:r>
                    <m:r>
                      <a:rPr lang="en-GB" sz="24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𝑝𝑚</m:t>
                    </m:r>
                    <m:r>
                      <a:rPr lang="en-GB" sz="24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= 1200 + 0430 = 1630 </m:t>
                    </m:r>
                    <m:r>
                      <a:rPr lang="en-GB" sz="24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h𝑜𝑢𝑟𝑠</m:t>
                    </m:r>
                    <m:r>
                      <a:rPr lang="en-GB" sz="24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</m:oMath>
                </a14:m>
                <a:endParaRPr lang="en-GB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GB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Since the time is pm, add 12 hours to 0430 hours.</a:t>
                </a:r>
              </a:p>
            </p:txBody>
          </p:sp>
        </mc:Choice>
        <mc:Fallback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3201" y="3530903"/>
                <a:ext cx="7148572" cy="1354217"/>
              </a:xfrm>
              <a:prstGeom prst="rect">
                <a:avLst/>
              </a:prstGeom>
              <a:blipFill>
                <a:blip r:embed="rId3"/>
                <a:stretch>
                  <a:fillRect l="-1364" t="-3604" b="-945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Rectangle 14"/>
              <p:cNvSpPr/>
              <p:nvPr/>
            </p:nvSpPr>
            <p:spPr>
              <a:xfrm>
                <a:off x="3151058" y="4891006"/>
                <a:ext cx="714857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2. 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7</m:t>
                    </m:r>
                    <m:r>
                      <a:rPr lang="en-GB" sz="24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AU" sz="24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𝑎</m:t>
                    </m:r>
                    <m:r>
                      <a:rPr lang="en-GB" sz="24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𝑚</m:t>
                    </m:r>
                    <m:r>
                      <a:rPr lang="en-GB" sz="24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=0700 </m:t>
                    </m:r>
                    <m:r>
                      <a:rPr lang="en-AU" sz="24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h𝑜𝑢𝑟𝑠</m:t>
                    </m:r>
                  </m:oMath>
                </a14:m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1058" y="4891006"/>
                <a:ext cx="7148572" cy="461665"/>
              </a:xfrm>
              <a:prstGeom prst="rect">
                <a:avLst/>
              </a:prstGeom>
              <a:blipFill>
                <a:blip r:embed="rId4"/>
                <a:stretch>
                  <a:fillRect l="-1364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ectangle 15"/>
              <p:cNvSpPr/>
              <p:nvPr/>
            </p:nvSpPr>
            <p:spPr>
              <a:xfrm>
                <a:off x="3151058" y="5445225"/>
                <a:ext cx="7148572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3. 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1</m:t>
                    </m:r>
                    <m:r>
                      <a:rPr lang="en-AU" sz="24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945</m:t>
                    </m:r>
                    <m:r>
                      <a:rPr lang="en-GB" sz="24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=</m:t>
                    </m:r>
                    <m:r>
                      <a:rPr lang="en-AU" sz="24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1945−1200=7:45 </m:t>
                    </m:r>
                    <m:r>
                      <a:rPr lang="en-AU" sz="24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𝑝𝑚</m:t>
                    </m:r>
                  </m:oMath>
                </a14:m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Since the time is after 1200 (noon) hours, subtract 12 hours</a:t>
                </a:r>
              </a:p>
            </p:txBody>
          </p:sp>
        </mc:Choice>
        <mc:Fallback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1058" y="5445225"/>
                <a:ext cx="7148572" cy="1200329"/>
              </a:xfrm>
              <a:prstGeom prst="rect">
                <a:avLst/>
              </a:prstGeom>
              <a:blipFill>
                <a:blip r:embed="rId5"/>
                <a:stretch>
                  <a:fillRect l="-1364" t="-4061" b="-1066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2094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1" grpId="0"/>
      <p:bldP spid="12" grpId="0"/>
      <p:bldP spid="13" grpId="0"/>
      <p:bldP spid="2" grpId="0"/>
      <p:bldP spid="15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4150D5-A684-434B-8C39-8AAB71D6DF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33" y="173170"/>
            <a:ext cx="7875246" cy="21274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6AA286-B5B8-4283-9C32-2D58B2E969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33" y="2562915"/>
            <a:ext cx="8458570" cy="41757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5B036A-0687-48CF-8248-742D7BFB7800}"/>
              </a:ext>
            </a:extLst>
          </p:cNvPr>
          <p:cNvSpPr txBox="1"/>
          <p:nvPr/>
        </p:nvSpPr>
        <p:spPr>
          <a:xfrm>
            <a:off x="9207062" y="1135117"/>
            <a:ext cx="26486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Several Guides I would recommend taking note of.</a:t>
            </a:r>
          </a:p>
        </p:txBody>
      </p:sp>
    </p:spTree>
    <p:extLst>
      <p:ext uri="{BB962C8B-B14F-4D97-AF65-F5344CB8AC3E}">
        <p14:creationId xmlns:p14="http://schemas.microsoft.com/office/powerpoint/2010/main" val="1634235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13CA778-5DBC-4E91-ABBA-3712961749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4830258"/>
              </p:ext>
            </p:extLst>
          </p:nvPr>
        </p:nvGraphicFramePr>
        <p:xfrm>
          <a:off x="1763987" y="0"/>
          <a:ext cx="8128000" cy="667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84063985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0031224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12 hour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24 hour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0065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6.00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7705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1776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8.00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2003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3731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3.26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415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1236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1914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11.09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991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2319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914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10.18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7037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0005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1894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2.40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683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2149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5758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1.30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8802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2020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8901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11.59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3284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1750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432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11.59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8908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7468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AB9F73-FE67-4784-AD45-EA3C799353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9" t="7390" r="7013" b="8673"/>
          <a:stretch/>
        </p:blipFill>
        <p:spPr>
          <a:xfrm>
            <a:off x="0" y="-15764"/>
            <a:ext cx="7203056" cy="68580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A68EEE5-47C2-42CF-85E8-25979A54CEA2}"/>
              </a:ext>
            </a:extLst>
          </p:cNvPr>
          <p:cNvSpPr txBox="1"/>
          <p:nvPr/>
        </p:nvSpPr>
        <p:spPr>
          <a:xfrm>
            <a:off x="8671034" y="1087821"/>
            <a:ext cx="25224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Complete the following worksheet</a:t>
            </a:r>
          </a:p>
        </p:txBody>
      </p:sp>
    </p:spTree>
    <p:extLst>
      <p:ext uri="{BB962C8B-B14F-4D97-AF65-F5344CB8AC3E}">
        <p14:creationId xmlns:p14="http://schemas.microsoft.com/office/powerpoint/2010/main" val="761762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254214-F3D6-4A27-AE4D-76BDBD4BBC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54" t="6956" r="9993" b="11160"/>
          <a:stretch/>
        </p:blipFill>
        <p:spPr>
          <a:xfrm>
            <a:off x="173419" y="-27811"/>
            <a:ext cx="5423340" cy="688581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76C0E69-A633-4813-BA5B-C8A3EAAC2724}"/>
              </a:ext>
            </a:extLst>
          </p:cNvPr>
          <p:cNvSpPr txBox="1"/>
          <p:nvPr/>
        </p:nvSpPr>
        <p:spPr>
          <a:xfrm>
            <a:off x="7488621" y="2695903"/>
            <a:ext cx="25382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/>
              <a:t>Complete the following worksheet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56432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216</Words>
  <Application>Microsoft Office PowerPoint</Application>
  <PresentationFormat>Widescreen</PresentationFormat>
  <Paragraphs>44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Kiwi School Handwriting</vt:lpstr>
      <vt:lpstr>Mangal</vt:lpstr>
      <vt:lpstr>Office Theme</vt:lpstr>
      <vt:lpstr>Converting between 12 and 24 hour time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Converting between 12 and 24 hour time</dc:title>
  <dc:creator>CRAIG Mason [Baldivis Secondary College]</dc:creator>
  <cp:lastModifiedBy>CRAIG Mason [Baldivis Secondary College]</cp:lastModifiedBy>
  <cp:revision>4</cp:revision>
  <dcterms:created xsi:type="dcterms:W3CDTF">2018-10-14T09:45:04Z</dcterms:created>
  <dcterms:modified xsi:type="dcterms:W3CDTF">2018-10-14T10:15:37Z</dcterms:modified>
</cp:coreProperties>
</file>