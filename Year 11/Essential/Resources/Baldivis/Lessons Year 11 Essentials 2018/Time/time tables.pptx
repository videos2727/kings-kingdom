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8"/>
    <p:restoredTop sz="94666"/>
  </p:normalViewPr>
  <p:slideViewPr>
    <p:cSldViewPr snapToGrid="0" snapToObjects="1">
      <p:cViewPr varScale="1">
        <p:scale>
          <a:sx n="78" d="100"/>
          <a:sy n="78" d="100"/>
        </p:scale>
        <p:origin x="200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0E82FD63-1921-4543-B2F3-D51AA6A3D917}" type="datetimeFigureOut">
              <a:rPr lang="en-AU" smtClean="0"/>
              <a:t>23/10/2018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57392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23/10/2018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8627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23/10/2018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2617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23/10/2018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6329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23/10/2018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133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23/10/2018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0934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23/10/2018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1603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23/10/2018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0263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23/10/2018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9510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23/10/2018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1150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23/10/2018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617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23/10/2018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04845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23/10/2018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01448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23/10/2018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50478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23/10/2018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24223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23/10/2018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12443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23/10/2018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4489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E82FD63-1921-4543-B2F3-D51AA6A3D917}" type="datetimeFigureOut">
              <a:rPr lang="en-AU" smtClean="0"/>
              <a:t>23/10/2018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43899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smtClean="0"/>
              <a:t>Timetables and speed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763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567847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Topic: Timetable reading</a:t>
            </a:r>
            <a:endParaRPr lang="en-AU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177447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116899" y="1177447"/>
            <a:ext cx="0" cy="56805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116899" y="1585879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2316480" y="1196996"/>
            <a:ext cx="5620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EQ: How do I read a timetable and plan a  journey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2267712" y="1731264"/>
            <a:ext cx="94244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When planning a journey on public Transport, you need to have a timetable of when buses or trains are arriving or departing. </a:t>
            </a:r>
          </a:p>
          <a:p>
            <a:endParaRPr lang="en-AU" dirty="0"/>
          </a:p>
          <a:p>
            <a:r>
              <a:rPr lang="en-AU" dirty="0" smtClean="0"/>
              <a:t>When reading a timetable, most timetables have a fixed point, often called timed stops.</a:t>
            </a:r>
          </a:p>
          <a:p>
            <a:endParaRPr lang="en-AU" dirty="0"/>
          </a:p>
          <a:p>
            <a:r>
              <a:rPr lang="en-AU" dirty="0" smtClean="0"/>
              <a:t>From these time tables we can plan our journey effectively.</a:t>
            </a:r>
          </a:p>
          <a:p>
            <a:endParaRPr lang="en-AU" dirty="0"/>
          </a:p>
          <a:p>
            <a:endParaRPr lang="en-AU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2436" y="4184972"/>
            <a:ext cx="6223000" cy="2413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95436" y="4184972"/>
            <a:ext cx="33624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timetable left is for the 531 bus from </a:t>
            </a:r>
            <a:r>
              <a:rPr lang="en-AU" dirty="0"/>
              <a:t>F</a:t>
            </a:r>
            <a:r>
              <a:rPr lang="en-AU" dirty="0" smtClean="0"/>
              <a:t>remantle to  Cockburn.</a:t>
            </a:r>
          </a:p>
          <a:p>
            <a:endParaRPr lang="en-AU" dirty="0"/>
          </a:p>
          <a:p>
            <a:r>
              <a:rPr lang="en-AU" dirty="0" smtClean="0"/>
              <a:t>It lists 5 fixed bus stops along the journey as time markers.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58065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5690043" cy="1456267"/>
          </a:xfrm>
        </p:spPr>
        <p:txBody>
          <a:bodyPr/>
          <a:lstStyle/>
          <a:p>
            <a:r>
              <a:rPr lang="en-AU" dirty="0" smtClean="0"/>
              <a:t>Reading an interpreting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44" y="2065867"/>
            <a:ext cx="6223000" cy="2413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94453" y="2065867"/>
            <a:ext cx="52805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If I want to get to Cockburn from Carrington Street/ Rockingham Road by 3:10 for a coffee date, what is the latest time I can leave? </a:t>
            </a:r>
          </a:p>
          <a:p>
            <a:endParaRPr lang="en-AU" dirty="0"/>
          </a:p>
          <a:p>
            <a:r>
              <a:rPr lang="en-AU" dirty="0" smtClean="0"/>
              <a:t>1- Find the time that the bus gets to </a:t>
            </a:r>
            <a:r>
              <a:rPr lang="en-AU" dirty="0"/>
              <a:t>C</a:t>
            </a:r>
            <a:r>
              <a:rPr lang="en-AU" dirty="0" smtClean="0"/>
              <a:t>ockburn before 3:10 pm.  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6" name="Rectangle 5"/>
          <p:cNvSpPr/>
          <p:nvPr/>
        </p:nvSpPr>
        <p:spPr>
          <a:xfrm>
            <a:off x="5596128" y="3272367"/>
            <a:ext cx="597408" cy="24976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extBox 6"/>
          <p:cNvSpPr txBox="1"/>
          <p:nvPr/>
        </p:nvSpPr>
        <p:spPr>
          <a:xfrm>
            <a:off x="6594453" y="3891860"/>
            <a:ext cx="47075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2- Follow the row across to the Rockingham Road/Carrington Street. 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6594453" y="4538191"/>
            <a:ext cx="4843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3- Plan your arrival to the bus station from there</a:t>
            </a:r>
            <a:endParaRPr lang="en-AU" dirty="0"/>
          </a:p>
        </p:txBody>
      </p:sp>
      <p:sp>
        <p:nvSpPr>
          <p:cNvPr id="9" name="Rectangle 8"/>
          <p:cNvSpPr/>
          <p:nvPr/>
        </p:nvSpPr>
        <p:spPr>
          <a:xfrm>
            <a:off x="2383536" y="3272367"/>
            <a:ext cx="597408" cy="249767"/>
          </a:xfrm>
          <a:prstGeom prst="rect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3654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Tide tables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641" y="1921669"/>
            <a:ext cx="1244600" cy="3632200"/>
          </a:xfrm>
        </p:spPr>
      </p:pic>
      <p:sp>
        <p:nvSpPr>
          <p:cNvPr id="5" name="TextBox 4"/>
          <p:cNvSpPr txBox="1"/>
          <p:nvPr/>
        </p:nvSpPr>
        <p:spPr>
          <a:xfrm>
            <a:off x="2792186" y="1921669"/>
            <a:ext cx="901337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Tide tables list the low and high tide times </a:t>
            </a:r>
            <a:r>
              <a:rPr lang="en-AU" dirty="0"/>
              <a:t>e</a:t>
            </a:r>
            <a:r>
              <a:rPr lang="en-AU" dirty="0" smtClean="0"/>
              <a:t>ach day, and the height of the water. It also lists the time that these wold change. </a:t>
            </a:r>
          </a:p>
          <a:p>
            <a:endParaRPr lang="en-AU" dirty="0"/>
          </a:p>
          <a:p>
            <a:r>
              <a:rPr lang="en-AU" dirty="0" smtClean="0"/>
              <a:t>Tides are also dictated by the phases of the moon, and as such we can use these to solve these problems. 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Looking at the list from the first 5 days of November, which day has the highest tide and at what time?</a:t>
            </a:r>
          </a:p>
          <a:p>
            <a:endParaRPr lang="en-AU" dirty="0"/>
          </a:p>
          <a:p>
            <a:r>
              <a:rPr lang="en-AU" dirty="0" smtClean="0"/>
              <a:t>Some days have two or three times, why do you think that would be the case? 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61753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8A52E383-5B10-4447-AA10-8D7246AD3E7B}" vid="{D92C5A04-299F-6F48-B2A5-13D3E83A9D2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Cornell notes</Template>
  <TotalTime>984</TotalTime>
  <Words>259</Words>
  <Application>Microsoft Macintosh PowerPoint</Application>
  <PresentationFormat>Widescreen</PresentationFormat>
  <Paragraphs>27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Calibri</vt:lpstr>
      <vt:lpstr>Calibri Light</vt:lpstr>
      <vt:lpstr>Arial</vt:lpstr>
      <vt:lpstr>Celestial</vt:lpstr>
      <vt:lpstr>Timetables and speed</vt:lpstr>
      <vt:lpstr>Topic: Timetable reading</vt:lpstr>
      <vt:lpstr>Reading an interpreting</vt:lpstr>
      <vt:lpstr>Tide tables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Timetables and speed</dc:title>
  <dc:creator>POWER Travis [Baldivis Secondary College]</dc:creator>
  <cp:lastModifiedBy>POWER Travis [Baldivis Secondary College]</cp:lastModifiedBy>
  <cp:revision>4</cp:revision>
  <dcterms:created xsi:type="dcterms:W3CDTF">2018-10-23T07:44:09Z</dcterms:created>
  <dcterms:modified xsi:type="dcterms:W3CDTF">2018-10-24T00:08:35Z</dcterms:modified>
</cp:coreProperties>
</file>