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12" r:id="rId2"/>
    <p:sldId id="317" r:id="rId3"/>
    <p:sldId id="316" r:id="rId4"/>
    <p:sldId id="311" r:id="rId5"/>
    <p:sldId id="313" r:id="rId6"/>
    <p:sldId id="315" r:id="rId7"/>
    <p:sldId id="31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0" autoAdjust="0"/>
    <p:restoredTop sz="92197" autoAdjust="0"/>
  </p:normalViewPr>
  <p:slideViewPr>
    <p:cSldViewPr>
      <p:cViewPr varScale="1">
        <p:scale>
          <a:sx n="66" d="100"/>
          <a:sy n="66" d="100"/>
        </p:scale>
        <p:origin x="7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DE55C-DC32-4803-85E6-FDB3BAB6DDF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2D2F24-7B9D-4ABC-947D-510EFD89ED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7272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2D2F24-7B9D-4ABC-947D-510EFD89ED6C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6853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2D2F24-7B9D-4ABC-947D-510EFD89ED6C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8065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7DF45F-A095-4257-A7F1-B06987F85FFC}"/>
              </a:ext>
            </a:extLst>
          </p:cNvPr>
          <p:cNvSpPr txBox="1"/>
          <p:nvPr/>
        </p:nvSpPr>
        <p:spPr>
          <a:xfrm>
            <a:off x="827584" y="37811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      Profit and Loss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B133C-661B-4AB4-B89B-D1DFB91546DA}"/>
              </a:ext>
            </a:extLst>
          </p:cNvPr>
          <p:cNvSpPr txBox="1"/>
          <p:nvPr/>
        </p:nvSpPr>
        <p:spPr>
          <a:xfrm>
            <a:off x="703205" y="90133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         How can we express Profit &amp; Loss as a %?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6119E3-631C-44AD-91F4-6BA6EFF6E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700808"/>
            <a:ext cx="5256584" cy="466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4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BFADBA-4AAC-413F-B074-79D3F7A44638}"/>
              </a:ext>
            </a:extLst>
          </p:cNvPr>
          <p:cNvSpPr txBox="1"/>
          <p:nvPr/>
        </p:nvSpPr>
        <p:spPr>
          <a:xfrm>
            <a:off x="2267744" y="33265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Warm ups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D124E-452F-4AC3-83BE-F80AEE27F1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163" t="44397" r="30313" b="34593"/>
          <a:stretch/>
        </p:blipFill>
        <p:spPr>
          <a:xfrm>
            <a:off x="24656" y="701988"/>
            <a:ext cx="9119344" cy="25331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FA5A27-2F1F-4984-9087-EFAA3ADBF1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525" t="33192" r="26375" b="42997"/>
          <a:stretch/>
        </p:blipFill>
        <p:spPr>
          <a:xfrm>
            <a:off x="0" y="3140968"/>
            <a:ext cx="9250910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4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84492E-733E-4887-B9F8-F85720B58DDF}"/>
              </a:ext>
            </a:extLst>
          </p:cNvPr>
          <p:cNvSpPr/>
          <p:nvPr/>
        </p:nvSpPr>
        <p:spPr>
          <a:xfrm>
            <a:off x="179512" y="116632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Review from last lesson </a:t>
            </a:r>
          </a:p>
          <a:p>
            <a:endParaRPr lang="en-AU" dirty="0"/>
          </a:p>
          <a:p>
            <a:r>
              <a:rPr lang="en-AU" dirty="0"/>
              <a:t>A furniture shop was having a 20% off sale on all chairs. Ms. Latham picked out a chair that was originally worth $40, how much did she pay for the chair?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Mr. Summers was visiting Canada and had dinner at a restaurant that cost him $30 and he needed to add an 18% tip, how much did he have to pay altogether?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B06711-2E1A-4B05-A079-DB58848D93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51" t="26189" r="29525" b="21986"/>
          <a:stretch/>
        </p:blipFill>
        <p:spPr>
          <a:xfrm>
            <a:off x="3995936" y="3301706"/>
            <a:ext cx="5148064" cy="352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5679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7704" y="155679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65FB2-3E64-4E47-94A3-CC8EBB005787}"/>
              </a:ext>
            </a:extLst>
          </p:cNvPr>
          <p:cNvSpPr/>
          <p:nvPr/>
        </p:nvSpPr>
        <p:spPr>
          <a:xfrm>
            <a:off x="280452" y="3358914"/>
            <a:ext cx="1598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What are we comparing to?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AE372-67E0-4023-88A2-1B59E88259C1}"/>
              </a:ext>
            </a:extLst>
          </p:cNvPr>
          <p:cNvSpPr txBox="1"/>
          <p:nvPr/>
        </p:nvSpPr>
        <p:spPr>
          <a:xfrm>
            <a:off x="2029787" y="1844824"/>
            <a:ext cx="6574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you make money by selling an item for more than you bought it for than you make a </a:t>
            </a:r>
            <a:r>
              <a:rPr lang="en-AU" b="1" dirty="0"/>
              <a:t>Profit</a:t>
            </a:r>
            <a:r>
              <a:rPr lang="en-AU" dirty="0"/>
              <a:t>, if you loose money by selling an item for less than you bought it for it is a </a:t>
            </a:r>
            <a:r>
              <a:rPr lang="en-AU" b="1" dirty="0"/>
              <a:t>Loss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C1DD2-0C33-484C-B98F-1F371DB0FAF2}"/>
              </a:ext>
            </a:extLst>
          </p:cNvPr>
          <p:cNvSpPr txBox="1"/>
          <p:nvPr/>
        </p:nvSpPr>
        <p:spPr>
          <a:xfrm>
            <a:off x="199504" y="1907582"/>
            <a:ext cx="1456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profit &amp; loss?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4E1257-BF57-4619-B68B-866BE973F140}"/>
              </a:ext>
            </a:extLst>
          </p:cNvPr>
          <p:cNvSpPr txBox="1"/>
          <p:nvPr/>
        </p:nvSpPr>
        <p:spPr>
          <a:xfrm>
            <a:off x="827584" y="37811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      Profit and Loss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04DEF7-52E3-4311-8133-A88C47955C05}"/>
              </a:ext>
            </a:extLst>
          </p:cNvPr>
          <p:cNvSpPr txBox="1"/>
          <p:nvPr/>
        </p:nvSpPr>
        <p:spPr>
          <a:xfrm>
            <a:off x="261789" y="102622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         How can we express Profit &amp; Loss as a %?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E3048-FFFD-4557-B22D-9D90C59CD2B7}"/>
              </a:ext>
            </a:extLst>
          </p:cNvPr>
          <p:cNvSpPr txBox="1"/>
          <p:nvPr/>
        </p:nvSpPr>
        <p:spPr>
          <a:xfrm>
            <a:off x="1907704" y="2866689"/>
            <a:ext cx="52565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can express the Profit or Loss to the SP or the CP</a:t>
            </a:r>
          </a:p>
          <a:p>
            <a:endParaRPr lang="en-AU" dirty="0"/>
          </a:p>
          <a:p>
            <a:r>
              <a:rPr lang="en-AU" dirty="0"/>
              <a:t>Selling price – how much the item is sold for</a:t>
            </a:r>
          </a:p>
          <a:p>
            <a:r>
              <a:rPr lang="en-AU" dirty="0"/>
              <a:t>Cost price – how much the item was originally bought for</a:t>
            </a:r>
          </a:p>
          <a:p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D80972-DF4C-4544-8141-6A636FBE2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725" t="37146" r="15351" b="34593"/>
          <a:stretch/>
        </p:blipFill>
        <p:spPr>
          <a:xfrm>
            <a:off x="2715702" y="4161269"/>
            <a:ext cx="5024645" cy="266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01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5679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7704" y="155679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4E1257-BF57-4619-B68B-866BE973F140}"/>
              </a:ext>
            </a:extLst>
          </p:cNvPr>
          <p:cNvSpPr txBox="1"/>
          <p:nvPr/>
        </p:nvSpPr>
        <p:spPr>
          <a:xfrm>
            <a:off x="827584" y="37811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      Profit and Loss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04DEF7-52E3-4311-8133-A88C47955C05}"/>
              </a:ext>
            </a:extLst>
          </p:cNvPr>
          <p:cNvSpPr txBox="1"/>
          <p:nvPr/>
        </p:nvSpPr>
        <p:spPr>
          <a:xfrm>
            <a:off x="261789" y="102622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         How can we express Profit &amp; Loss as a %?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3BC263-61C9-418B-8AFE-FE3E3B49EAE9}"/>
              </a:ext>
            </a:extLst>
          </p:cNvPr>
          <p:cNvSpPr/>
          <p:nvPr/>
        </p:nvSpPr>
        <p:spPr>
          <a:xfrm>
            <a:off x="98673" y="1841301"/>
            <a:ext cx="17482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to calculate the % Profit 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4EFF20-D544-4897-A944-B673B70A857E}"/>
              </a:ext>
            </a:extLst>
          </p:cNvPr>
          <p:cNvSpPr/>
          <p:nvPr/>
        </p:nvSpPr>
        <p:spPr>
          <a:xfrm>
            <a:off x="98673" y="3248038"/>
            <a:ext cx="17482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to calculate the % Loss?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06C36F-031E-4566-AAFC-9233B31356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75" t="20601" r="29525" b="50021"/>
          <a:stretch/>
        </p:blipFill>
        <p:spPr>
          <a:xfrm>
            <a:off x="-220185" y="4623473"/>
            <a:ext cx="7995763" cy="23303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1048C17-615D-484B-AA72-14385B914B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75" t="23387" r="43700" b="31792"/>
          <a:stretch/>
        </p:blipFill>
        <p:spPr>
          <a:xfrm>
            <a:off x="1907704" y="1556669"/>
            <a:ext cx="5184574" cy="307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18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FB6F01-D459-4777-90DA-063490CDB8A6}"/>
              </a:ext>
            </a:extLst>
          </p:cNvPr>
          <p:cNvSpPr txBox="1"/>
          <p:nvPr/>
        </p:nvSpPr>
        <p:spPr>
          <a:xfrm flipH="1">
            <a:off x="395536" y="620688"/>
            <a:ext cx="6264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3DEB5-98A3-452D-B358-C326E1F3EB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913" t="14983" r="24800" b="10782"/>
          <a:stretch/>
        </p:blipFill>
        <p:spPr>
          <a:xfrm>
            <a:off x="0" y="0"/>
            <a:ext cx="5148064" cy="665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82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598C4E-4E49-4B46-8889-A79FE2A8D9D5}"/>
              </a:ext>
            </a:extLst>
          </p:cNvPr>
          <p:cNvSpPr txBox="1"/>
          <p:nvPr/>
        </p:nvSpPr>
        <p:spPr>
          <a:xfrm>
            <a:off x="1475656" y="620688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Complete the worksheet on finding percentage change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E1E992-A9B2-4767-896A-D646D49D3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628800"/>
            <a:ext cx="59531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4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VID page set up template" id="{3B1F23FA-0288-2D4D-9273-105711912F6E}" vid="{2888695A-BCDC-A143-81C3-9D147C3ED1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page 4 &amp; 5  template</Template>
  <TotalTime>291</TotalTime>
  <Words>251</Words>
  <Application>Microsoft Office PowerPoint</Application>
  <PresentationFormat>On-screen Show (4:3)</PresentationFormat>
  <Paragraphs>37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    Percentages      % Interactive Notebook</dc:title>
  <dc:creator>PATERSON Anne</dc:creator>
  <cp:lastModifiedBy>CRAIG Mason [Baldivis Secondary College]</cp:lastModifiedBy>
  <cp:revision>26</cp:revision>
  <dcterms:created xsi:type="dcterms:W3CDTF">2017-06-03T02:49:04Z</dcterms:created>
  <dcterms:modified xsi:type="dcterms:W3CDTF">2018-08-20T14:04:50Z</dcterms:modified>
</cp:coreProperties>
</file>