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3"/>
  </p:notesMasterIdLst>
  <p:sldIdLst>
    <p:sldId id="285" r:id="rId2"/>
    <p:sldId id="259" r:id="rId3"/>
    <p:sldId id="278" r:id="rId4"/>
    <p:sldId id="260" r:id="rId5"/>
    <p:sldId id="288" r:id="rId6"/>
    <p:sldId id="289" r:id="rId7"/>
    <p:sldId id="290" r:id="rId8"/>
    <p:sldId id="291" r:id="rId9"/>
    <p:sldId id="292" r:id="rId10"/>
    <p:sldId id="293" r:id="rId11"/>
    <p:sldId id="29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4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66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7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23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0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6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523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351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601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33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5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136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88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5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16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3527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738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896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079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46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5477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742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839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21/08/2018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109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2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363B-B81B-4E71-AD34-37FD6F0824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Percentage Skills Review Lesson 2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5514A-EC0A-4E4F-92A1-ADF5FB6A9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80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Can you remember how to…?</a:t>
            </a:r>
            <a:endParaRPr lang="en-AU" sz="3900" dirty="0">
              <a:latin typeface="Kiwi School Handwriting" panose="00000500000000000000" pitchFamily="2" charset="0"/>
            </a:endParaRP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Find percentage increase and decrease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Calculate profit and loss</a:t>
            </a: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brainstorm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397796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With a partner:</a:t>
            </a:r>
          </a:p>
          <a:p>
            <a:pPr marL="571500" indent="-571500"/>
            <a:r>
              <a:rPr lang="en-AU" sz="4400" dirty="0">
                <a:latin typeface="Kiwi School Handwriting" panose="00000500000000000000" pitchFamily="2" charset="0"/>
              </a:rPr>
              <a:t>Choose a surface, (window or desk)</a:t>
            </a:r>
          </a:p>
          <a:p>
            <a:pPr marL="571500" indent="-571500"/>
            <a:r>
              <a:rPr lang="en-AU" sz="4400" dirty="0">
                <a:latin typeface="Kiwi School Handwriting" panose="00000500000000000000" pitchFamily="2" charset="0"/>
              </a:rPr>
              <a:t>Stand or sit near it and once you do this you will be given a whiteboard marker each</a:t>
            </a:r>
          </a:p>
          <a:p>
            <a:pPr marL="571500" indent="-571500"/>
            <a:r>
              <a:rPr lang="en-AU" sz="4400" dirty="0">
                <a:latin typeface="Kiwi School Handwriting" panose="00000500000000000000" pitchFamily="2" charset="0"/>
              </a:rPr>
              <a:t>Create a brainstorm on Percentages in 99 seconds.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59300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6" y="607956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825314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93529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353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 Skills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21/08/2018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A27FA5D-378D-46C2-BBF3-D54B5D4F08E9}"/>
              </a:ext>
            </a:extLst>
          </p:cNvPr>
          <p:cNvSpPr txBox="1"/>
          <p:nvPr/>
        </p:nvSpPr>
        <p:spPr>
          <a:xfrm>
            <a:off x="2175276" y="1387627"/>
            <a:ext cx="96646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We change amounts by percentages for sales or GST most commonly.  </a:t>
            </a:r>
          </a:p>
          <a:p>
            <a:endParaRPr lang="en-AU" sz="2000" dirty="0"/>
          </a:p>
          <a:p>
            <a:r>
              <a:rPr lang="en-AU" sz="2000" dirty="0"/>
              <a:t>There are two methods to changing by a percentage</a:t>
            </a:r>
          </a:p>
          <a:p>
            <a:pPr marL="342900" indent="-342900">
              <a:buAutoNum type="arabicParenR"/>
            </a:pPr>
            <a:r>
              <a:rPr lang="en-AU" sz="2000" dirty="0"/>
              <a:t>Finding the percentage amount and either adding or subtracting it based on the question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Multiplying by the decimal amount representing the future amount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FE0EC0-7F63-4D6B-AC61-F21BAE42EA46}"/>
              </a:ext>
            </a:extLst>
          </p:cNvPr>
          <p:cNvSpPr txBox="1"/>
          <p:nvPr/>
        </p:nvSpPr>
        <p:spPr>
          <a:xfrm>
            <a:off x="2469565" y="4044895"/>
            <a:ext cx="6529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Increasing a $5.60 sandwich by 10%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3D0BC-D1E5-4F62-BA72-749092DC738A}"/>
              </a:ext>
            </a:extLst>
          </p:cNvPr>
          <p:cNvSpPr txBox="1"/>
          <p:nvPr/>
        </p:nvSpPr>
        <p:spPr>
          <a:xfrm>
            <a:off x="6807892" y="4729580"/>
            <a:ext cx="4261649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2. </a:t>
            </a:r>
          </a:p>
          <a:p>
            <a:r>
              <a:rPr lang="en-AU" dirty="0"/>
              <a:t>Future amount will be equal to 110% of the original cost.</a:t>
            </a:r>
          </a:p>
          <a:p>
            <a:r>
              <a:rPr lang="en-AU" dirty="0"/>
              <a:t>110% = 1.1</a:t>
            </a:r>
          </a:p>
          <a:p>
            <a:r>
              <a:rPr lang="en-AU" dirty="0"/>
              <a:t>$5.60 × 1.1 = $6.16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CC0A74-B684-41E4-A374-F1CB91D45E67}"/>
              </a:ext>
            </a:extLst>
          </p:cNvPr>
          <p:cNvSpPr txBox="1"/>
          <p:nvPr/>
        </p:nvSpPr>
        <p:spPr>
          <a:xfrm>
            <a:off x="2676172" y="4729580"/>
            <a:ext cx="323196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1. </a:t>
            </a:r>
          </a:p>
          <a:p>
            <a:r>
              <a:rPr lang="en-AU" dirty="0"/>
              <a:t>Find 10% of $5.60 = $0.56</a:t>
            </a:r>
          </a:p>
          <a:p>
            <a:r>
              <a:rPr lang="en-AU" dirty="0"/>
              <a:t>Add 10% to $5.60 = $6.16</a:t>
            </a: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8D49D7-930D-4F38-B98A-8C53A86EF69D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and how?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FFE85-DB67-4675-B613-C0FA9BD85B7E}"/>
              </a:ext>
            </a:extLst>
          </p:cNvPr>
          <p:cNvSpPr/>
          <p:nvPr/>
        </p:nvSpPr>
        <p:spPr>
          <a:xfrm>
            <a:off x="0" y="4729580"/>
            <a:ext cx="17977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increase an amount by a percentage?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1470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609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Percentages Skills Review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362793-9712-4392-9EE8-EF379E207950}"/>
              </a:ext>
            </a:extLst>
          </p:cNvPr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21/08/2018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7EE9F-6778-4162-9AEE-E12D4D3265D9}"/>
              </a:ext>
            </a:extLst>
          </p:cNvPr>
          <p:cNvSpPr txBox="1"/>
          <p:nvPr/>
        </p:nvSpPr>
        <p:spPr>
          <a:xfrm>
            <a:off x="217621" y="837124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E94FAD-5C72-4677-A280-A3A9524D6381}"/>
              </a:ext>
            </a:extLst>
          </p:cNvPr>
          <p:cNvSpPr txBox="1"/>
          <p:nvPr/>
        </p:nvSpPr>
        <p:spPr>
          <a:xfrm>
            <a:off x="2023241" y="1445171"/>
            <a:ext cx="94067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There are two methods to changing by a percentage</a:t>
            </a:r>
          </a:p>
          <a:p>
            <a:pPr marL="342900" indent="-342900">
              <a:buAutoNum type="arabicParenR"/>
            </a:pPr>
            <a:r>
              <a:rPr lang="en-AU" sz="2000" dirty="0"/>
              <a:t>Finding the percentage amount and either adding or subtracting it based on the question</a:t>
            </a:r>
          </a:p>
          <a:p>
            <a:pPr marL="342900" indent="-342900">
              <a:buAutoNum type="arabicParenR"/>
            </a:pPr>
            <a:endParaRPr lang="en-AU" sz="2000" dirty="0"/>
          </a:p>
          <a:p>
            <a:pPr marL="342900" indent="-342900">
              <a:buAutoNum type="arabicParenR"/>
            </a:pPr>
            <a:r>
              <a:rPr lang="en-AU" sz="2000" dirty="0"/>
              <a:t>Multiplying by the decimal amount representing the future amount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D2568-2E26-41BA-B2B0-6C1D4789F030}"/>
              </a:ext>
            </a:extLst>
          </p:cNvPr>
          <p:cNvSpPr txBox="1"/>
          <p:nvPr/>
        </p:nvSpPr>
        <p:spPr>
          <a:xfrm>
            <a:off x="2286941" y="3624182"/>
            <a:ext cx="5569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Reducing a $5.60 sandwich by 10%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677C05-0C51-47C3-84D3-19740737B714}"/>
              </a:ext>
            </a:extLst>
          </p:cNvPr>
          <p:cNvSpPr txBox="1"/>
          <p:nvPr/>
        </p:nvSpPr>
        <p:spPr>
          <a:xfrm>
            <a:off x="6796369" y="4543548"/>
            <a:ext cx="3580930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2. </a:t>
            </a:r>
          </a:p>
          <a:p>
            <a:r>
              <a:rPr lang="en-AU" dirty="0"/>
              <a:t>Future amount will be equal to 90% of the original amount </a:t>
            </a:r>
          </a:p>
          <a:p>
            <a:r>
              <a:rPr lang="en-AU" dirty="0"/>
              <a:t>90%= 0.9</a:t>
            </a:r>
          </a:p>
          <a:p>
            <a:r>
              <a:rPr lang="en-AU" dirty="0"/>
              <a:t>$5.60 × 0.9 = $5.04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442283-7F80-4829-9022-F0E90BDFA980}"/>
              </a:ext>
            </a:extLst>
          </p:cNvPr>
          <p:cNvSpPr txBox="1"/>
          <p:nvPr/>
        </p:nvSpPr>
        <p:spPr>
          <a:xfrm>
            <a:off x="2403075" y="4572087"/>
            <a:ext cx="3232441" cy="175432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1. </a:t>
            </a:r>
          </a:p>
          <a:p>
            <a:r>
              <a:rPr lang="en-AU" dirty="0"/>
              <a:t>Find 10% of $5.60 = $0.56</a:t>
            </a:r>
          </a:p>
          <a:p>
            <a:endParaRPr lang="en-AU" dirty="0"/>
          </a:p>
          <a:p>
            <a:r>
              <a:rPr lang="en-AU" dirty="0"/>
              <a:t>Subtract 10% to $5.60 = $5.04</a:t>
            </a:r>
          </a:p>
          <a:p>
            <a:endParaRPr lang="en-A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AB337A-F321-405E-B1E7-99001606214F}"/>
              </a:ext>
            </a:extLst>
          </p:cNvPr>
          <p:cNvSpPr/>
          <p:nvPr/>
        </p:nvSpPr>
        <p:spPr>
          <a:xfrm>
            <a:off x="0" y="4729580"/>
            <a:ext cx="17977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decrease an amount by a percentage?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1FD90B-899F-416F-974C-C6A41A4C995B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and how?</a:t>
            </a:r>
          </a:p>
        </p:txBody>
      </p:sp>
    </p:spTree>
    <p:extLst>
      <p:ext uri="{BB962C8B-B14F-4D97-AF65-F5344CB8AC3E}">
        <p14:creationId xmlns:p14="http://schemas.microsoft.com/office/powerpoint/2010/main" val="4014446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F78D7-CED0-4171-8D2D-E74CC1916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232" y="900897"/>
            <a:ext cx="8610600" cy="1293028"/>
          </a:xfrm>
        </p:spPr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E5E2B3-887C-4679-AA32-8728953D7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168" y="2193925"/>
            <a:ext cx="9925664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5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1470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609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Percentages Skills Review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362793-9712-4392-9EE8-EF379E207950}"/>
              </a:ext>
            </a:extLst>
          </p:cNvPr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21/08/2018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7EE9F-6778-4162-9AEE-E12D4D3265D9}"/>
              </a:ext>
            </a:extLst>
          </p:cNvPr>
          <p:cNvSpPr txBox="1"/>
          <p:nvPr/>
        </p:nvSpPr>
        <p:spPr>
          <a:xfrm>
            <a:off x="217621" y="837124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03FCD0-7CFD-411C-AE01-94E70E5E4E39}"/>
              </a:ext>
            </a:extLst>
          </p:cNvPr>
          <p:cNvSpPr txBox="1"/>
          <p:nvPr/>
        </p:nvSpPr>
        <p:spPr>
          <a:xfrm>
            <a:off x="1973725" y="1405456"/>
            <a:ext cx="100080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a business makes money by selling an item for more than they bought it for, they make a </a:t>
            </a:r>
            <a:r>
              <a:rPr lang="en-AU" sz="2400" b="1" dirty="0"/>
              <a:t>profit.</a:t>
            </a:r>
            <a:r>
              <a:rPr lang="en-AU" sz="2400" dirty="0"/>
              <a:t> </a:t>
            </a:r>
            <a:br>
              <a:rPr lang="en-AU" sz="2400" dirty="0"/>
            </a:br>
            <a:endParaRPr lang="en-AU" sz="2400" dirty="0"/>
          </a:p>
          <a:p>
            <a:r>
              <a:rPr lang="en-AU" sz="2400" dirty="0"/>
              <a:t>If a business loses money by selling an item for less than they bought it for, this is a </a:t>
            </a:r>
            <a:r>
              <a:rPr lang="en-AU" sz="2400" b="1" dirty="0"/>
              <a:t>loss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A5CDF-D827-466F-B741-C3F85DF36C4F}"/>
              </a:ext>
            </a:extLst>
          </p:cNvPr>
          <p:cNvSpPr txBox="1"/>
          <p:nvPr/>
        </p:nvSpPr>
        <p:spPr>
          <a:xfrm>
            <a:off x="68125" y="1405456"/>
            <a:ext cx="16826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profit &amp; loss?</a:t>
            </a:r>
          </a:p>
        </p:txBody>
      </p:sp>
    </p:spTree>
    <p:extLst>
      <p:ext uri="{BB962C8B-B14F-4D97-AF65-F5344CB8AC3E}">
        <p14:creationId xmlns:p14="http://schemas.microsoft.com/office/powerpoint/2010/main" val="315689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14701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609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Percentages Skills Review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1362793-9712-4392-9EE8-EF379E207950}"/>
              </a:ext>
            </a:extLst>
          </p:cNvPr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21/08/2018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7EE9F-6778-4162-9AEE-E12D4D3265D9}"/>
              </a:ext>
            </a:extLst>
          </p:cNvPr>
          <p:cNvSpPr txBox="1"/>
          <p:nvPr/>
        </p:nvSpPr>
        <p:spPr>
          <a:xfrm>
            <a:off x="217621" y="837124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CB1663-3FB4-42FB-AA13-29478E486CAA}"/>
              </a:ext>
            </a:extLst>
          </p:cNvPr>
          <p:cNvSpPr/>
          <p:nvPr/>
        </p:nvSpPr>
        <p:spPr>
          <a:xfrm>
            <a:off x="0" y="1360601"/>
            <a:ext cx="15981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Calculating profit and loss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AD573-17A3-4C88-914E-B21EFDF2F226}"/>
              </a:ext>
            </a:extLst>
          </p:cNvPr>
          <p:cNvSpPr txBox="1"/>
          <p:nvPr/>
        </p:nvSpPr>
        <p:spPr>
          <a:xfrm>
            <a:off x="1878651" y="1419920"/>
            <a:ext cx="97745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calculate the profit or loss, you need to know what the selling price is and what the cost price is.</a:t>
            </a:r>
          </a:p>
          <a:p>
            <a:endParaRPr lang="en-AU" sz="2400" dirty="0"/>
          </a:p>
          <a:p>
            <a:r>
              <a:rPr lang="en-AU" sz="2400" b="1" dirty="0"/>
              <a:t>Selling price </a:t>
            </a:r>
            <a:r>
              <a:rPr lang="en-AU" sz="2400" dirty="0"/>
              <a:t>– how much the item is sold for</a:t>
            </a:r>
          </a:p>
          <a:p>
            <a:r>
              <a:rPr lang="en-AU" sz="2400" b="1" dirty="0"/>
              <a:t>Cost price </a:t>
            </a:r>
            <a:r>
              <a:rPr lang="en-AU" sz="2400" dirty="0"/>
              <a:t>– how much the item was originally bought for</a:t>
            </a:r>
          </a:p>
          <a:p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1DEACA-7E9B-4145-AB7A-C8BFA634F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515" y="3492063"/>
            <a:ext cx="7722193" cy="304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9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ADD3-DBD8-4442-809F-F09BB51F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C617F4-FE2D-4DAF-B223-BF4500E49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117" y="2057401"/>
            <a:ext cx="10820400" cy="137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6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ADD3-DBD8-4442-809F-F09BB51F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4D8185-4F4E-4B27-8907-FF6369E5A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579189"/>
            <a:ext cx="10820400" cy="325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5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3ADD3-DBD8-4442-809F-F09BB51F0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B9391-8392-46AD-BAF9-01098E447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497318"/>
            <a:ext cx="10820400" cy="286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84975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1598</TotalTime>
  <Words>448</Words>
  <Application>Microsoft Office PowerPoint</Application>
  <PresentationFormat>Widescreen</PresentationFormat>
  <Paragraphs>85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Kiwi School Handwriting</vt:lpstr>
      <vt:lpstr>BSC Theme</vt:lpstr>
      <vt:lpstr>Percentage Skills Review Lesson 2</vt:lpstr>
      <vt:lpstr>Learning Intentions</vt:lpstr>
      <vt:lpstr>brainstorm</vt:lpstr>
      <vt:lpstr>PowerPoint Presentation</vt:lpstr>
      <vt:lpstr>PowerPoint Presentation</vt:lpstr>
      <vt:lpstr>Task</vt:lpstr>
      <vt:lpstr>PowerPoint Presentation</vt:lpstr>
      <vt:lpstr>PowerPoint Presentation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LUM Magdeline [Baldivis Secondary College]</cp:lastModifiedBy>
  <cp:revision>40</cp:revision>
  <dcterms:created xsi:type="dcterms:W3CDTF">2018-02-06T06:15:13Z</dcterms:created>
  <dcterms:modified xsi:type="dcterms:W3CDTF">2018-08-21T01:35:58Z</dcterms:modified>
</cp:coreProperties>
</file>