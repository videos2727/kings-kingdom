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4" r:id="rId3"/>
    <p:sldId id="315" r:id="rId4"/>
    <p:sldId id="313" r:id="rId5"/>
    <p:sldId id="311" r:id="rId6"/>
    <p:sldId id="306" r:id="rId7"/>
    <p:sldId id="316" r:id="rId8"/>
    <p:sldId id="31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0" autoAdjust="0"/>
    <p:restoredTop sz="92197" autoAdjust="0"/>
  </p:normalViewPr>
  <p:slideViewPr>
    <p:cSldViewPr>
      <p:cViewPr varScale="1">
        <p:scale>
          <a:sx n="67" d="100"/>
          <a:sy n="67" d="100"/>
        </p:scale>
        <p:origin x="163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20/08/2018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iddles.fyi/what-moves-without-seeing-and-cries-without-eyes/" TargetMode="External"/><Relationship Id="rId2" Type="http://schemas.openxmlformats.org/officeDocument/2006/relationships/hyperlink" Target="https://riddles.fyi/i-am-in-life-but-not-in-death-you-cant-have-fun-without-me-what-am-i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iddles.fyi/what-do-you-throw-out-when-you-need-it-but-put-away-when-you-dont/" TargetMode="External"/><Relationship Id="rId4" Type="http://schemas.openxmlformats.org/officeDocument/2006/relationships/hyperlink" Target="https://riddles.fyi/a-son-and-engineer-go-fishing-the-boy-was-the-engineers-son-but-the-engineer-wasnt-the-boys-dad-how-was-this-possi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7DF45F-A095-4257-A7F1-B06987F85FFC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B133C-661B-4AB4-B89B-D1DFB91546DA}"/>
              </a:ext>
            </a:extLst>
          </p:cNvPr>
          <p:cNvSpPr txBox="1"/>
          <p:nvPr/>
        </p:nvSpPr>
        <p:spPr>
          <a:xfrm>
            <a:off x="703205" y="90133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do I increase or decrease an amount by a %?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1E570-4399-46D7-ABCA-15CBA0A4D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7769"/>
            <a:ext cx="5004048" cy="416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4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858A61-41C9-472B-B5E7-690789D54F07}"/>
              </a:ext>
            </a:extLst>
          </p:cNvPr>
          <p:cNvSpPr/>
          <p:nvPr/>
        </p:nvSpPr>
        <p:spPr>
          <a:xfrm>
            <a:off x="1619672" y="278092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46FBF-225C-4289-869D-DB6C501A1EFB}"/>
              </a:ext>
            </a:extLst>
          </p:cNvPr>
          <p:cNvSpPr txBox="1"/>
          <p:nvPr/>
        </p:nvSpPr>
        <p:spPr>
          <a:xfrm>
            <a:off x="1619672" y="620688"/>
            <a:ext cx="5112568" cy="16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EFCA5-3807-400C-AE95-BC06B6EFC1E1}"/>
              </a:ext>
            </a:extLst>
          </p:cNvPr>
          <p:cNvSpPr txBox="1"/>
          <p:nvPr/>
        </p:nvSpPr>
        <p:spPr>
          <a:xfrm>
            <a:off x="1619672" y="620688"/>
            <a:ext cx="4896544" cy="108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35EEF-BCA0-4F70-BB12-C8477B291A68}"/>
              </a:ext>
            </a:extLst>
          </p:cNvPr>
          <p:cNvSpPr txBox="1"/>
          <p:nvPr/>
        </p:nvSpPr>
        <p:spPr>
          <a:xfrm>
            <a:off x="1772072" y="773088"/>
            <a:ext cx="5112568" cy="16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1A0C69-C43B-47B0-970D-D1A27D4B1E10}"/>
              </a:ext>
            </a:extLst>
          </p:cNvPr>
          <p:cNvSpPr txBox="1"/>
          <p:nvPr/>
        </p:nvSpPr>
        <p:spPr>
          <a:xfrm>
            <a:off x="1772072" y="773088"/>
            <a:ext cx="53922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hlinkClick r:id="rId2"/>
              </a:rPr>
              <a:t>I exist in life but not in death. You can’t have fun without me. What am I?</a:t>
            </a:r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r>
              <a:rPr lang="en-AU" b="1" dirty="0">
                <a:hlinkClick r:id="rId3"/>
              </a:rPr>
              <a:t>What moves without seeing and cries without eyes?</a:t>
            </a:r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r>
              <a:rPr lang="en-AU" b="1" dirty="0">
                <a:hlinkClick r:id="rId4"/>
              </a:rPr>
              <a:t>A son and engineer go fishing. The boy was the engineer’s son but the engineer wasn’t the boy’s dad. How was this possible?</a:t>
            </a:r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r>
              <a:rPr lang="en-AU" b="1" dirty="0">
                <a:hlinkClick r:id="rId5"/>
              </a:rPr>
              <a:t>What do you throw out when you need it but put away when you don’t?</a:t>
            </a:r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97A73-4C60-400B-BFB8-EDDBD0F2A62F}"/>
              </a:ext>
            </a:extLst>
          </p:cNvPr>
          <p:cNvSpPr txBox="1"/>
          <p:nvPr/>
        </p:nvSpPr>
        <p:spPr>
          <a:xfrm>
            <a:off x="971600" y="188640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few riddles to get you started…….</a:t>
            </a:r>
          </a:p>
        </p:txBody>
      </p:sp>
    </p:spTree>
    <p:extLst>
      <p:ext uri="{BB962C8B-B14F-4D97-AF65-F5344CB8AC3E}">
        <p14:creationId xmlns:p14="http://schemas.microsoft.com/office/powerpoint/2010/main" val="83118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27E01-D93D-4EF9-AEE0-1FCA0B435827}"/>
              </a:ext>
            </a:extLst>
          </p:cNvPr>
          <p:cNvSpPr txBox="1"/>
          <p:nvPr/>
        </p:nvSpPr>
        <p:spPr>
          <a:xfrm>
            <a:off x="1547664" y="980728"/>
            <a:ext cx="6480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The letter “f”.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A cloud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The engineer was the boy’s mom.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An anchor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077DB9-0E15-4534-9575-E31059E6C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3167806"/>
            <a:ext cx="54292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2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636EA-1B46-49D4-ABA8-93C08912B82E}"/>
              </a:ext>
            </a:extLst>
          </p:cNvPr>
          <p:cNvSpPr/>
          <p:nvPr/>
        </p:nvSpPr>
        <p:spPr>
          <a:xfrm>
            <a:off x="4545682" y="-49684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AU" dirty="0"/>
          </a:p>
          <a:p>
            <a:r>
              <a:rPr lang="en-AU" dirty="0"/>
              <a:t>Last lesson Recap</a:t>
            </a:r>
          </a:p>
          <a:p>
            <a:r>
              <a:rPr lang="en-AU" dirty="0"/>
              <a:t>Find the following amounts: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4% of 90</a:t>
            </a:r>
          </a:p>
          <a:p>
            <a:endParaRPr lang="en-AU" dirty="0"/>
          </a:p>
          <a:p>
            <a:r>
              <a:rPr lang="en-AU" dirty="0"/>
              <a:t>17% of 345</a:t>
            </a:r>
          </a:p>
          <a:p>
            <a:endParaRPr lang="en-AU" dirty="0"/>
          </a:p>
          <a:p>
            <a:r>
              <a:rPr lang="en-AU" dirty="0"/>
              <a:t>66% of 200</a:t>
            </a:r>
          </a:p>
          <a:p>
            <a:endParaRPr lang="en-AU" dirty="0"/>
          </a:p>
          <a:p>
            <a:r>
              <a:rPr lang="en-AU" dirty="0"/>
              <a:t>25% of 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6F9DA-340C-43A8-AD88-0FAF0F1612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188" t="27589" r="52362" b="24788"/>
          <a:stretch/>
        </p:blipFill>
        <p:spPr>
          <a:xfrm>
            <a:off x="0" y="-26864"/>
            <a:ext cx="2286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3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to change an amount by a %?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199504" y="4509120"/>
            <a:ext cx="15981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increase an amount by a %?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411759" y="1844824"/>
            <a:ext cx="6192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change amounts by percentages for sales or GST most commonly.  </a:t>
            </a:r>
          </a:p>
          <a:p>
            <a:endParaRPr lang="en-AU" dirty="0"/>
          </a:p>
          <a:p>
            <a:r>
              <a:rPr lang="en-AU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Multiplying by the decimal amount representing the future amount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7A742-5D1A-4E11-A4D1-04EFE5C41464}"/>
              </a:ext>
            </a:extLst>
          </p:cNvPr>
          <p:cNvSpPr txBox="1"/>
          <p:nvPr/>
        </p:nvSpPr>
        <p:spPr>
          <a:xfrm>
            <a:off x="2411759" y="4581128"/>
            <a:ext cx="403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Increasing a $5.60 sandwich by 10%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8B77F-F6D9-45A4-97DA-6A197B04213D}"/>
              </a:ext>
            </a:extLst>
          </p:cNvPr>
          <p:cNvSpPr txBox="1"/>
          <p:nvPr/>
        </p:nvSpPr>
        <p:spPr>
          <a:xfrm>
            <a:off x="5418374" y="5101441"/>
            <a:ext cx="3580404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110% = 1.1</a:t>
            </a:r>
          </a:p>
          <a:p>
            <a:r>
              <a:rPr lang="en-AU" dirty="0"/>
              <a:t>$5.60 × 1.1 = $6.16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C4693-4F0C-43BD-A00A-2E0A47BF5758}"/>
              </a:ext>
            </a:extLst>
          </p:cNvPr>
          <p:cNvSpPr txBox="1"/>
          <p:nvPr/>
        </p:nvSpPr>
        <p:spPr>
          <a:xfrm>
            <a:off x="2029786" y="5109284"/>
            <a:ext cx="323196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r>
              <a:rPr lang="en-AU" dirty="0"/>
              <a:t>Add 10% to $5.60 = $6.16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9013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to change an amount by a %?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199504" y="4509120"/>
            <a:ext cx="15981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decrease an amount by a %?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142791" y="1660933"/>
            <a:ext cx="6192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change amounts by percentages for sales or GST most commonly.  </a:t>
            </a:r>
          </a:p>
          <a:p>
            <a:endParaRPr lang="en-AU" dirty="0"/>
          </a:p>
          <a:p>
            <a:r>
              <a:rPr lang="en-AU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Multiplying by the decimal amount representing the future amount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7A742-5D1A-4E11-A4D1-04EFE5C41464}"/>
              </a:ext>
            </a:extLst>
          </p:cNvPr>
          <p:cNvSpPr txBox="1"/>
          <p:nvPr/>
        </p:nvSpPr>
        <p:spPr>
          <a:xfrm>
            <a:off x="2267748" y="4407202"/>
            <a:ext cx="403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Reducing a $5.60 sandwich by 10%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8B77F-F6D9-45A4-97DA-6A197B04213D}"/>
              </a:ext>
            </a:extLst>
          </p:cNvPr>
          <p:cNvSpPr txBox="1"/>
          <p:nvPr/>
        </p:nvSpPr>
        <p:spPr>
          <a:xfrm>
            <a:off x="5418374" y="5101441"/>
            <a:ext cx="3580404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90% = 0.9</a:t>
            </a:r>
          </a:p>
          <a:p>
            <a:r>
              <a:rPr lang="en-AU" dirty="0"/>
              <a:t>$5.60 × 0.9 = $5.04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C4693-4F0C-43BD-A00A-2E0A47BF5758}"/>
              </a:ext>
            </a:extLst>
          </p:cNvPr>
          <p:cNvSpPr txBox="1"/>
          <p:nvPr/>
        </p:nvSpPr>
        <p:spPr>
          <a:xfrm>
            <a:off x="2029786" y="5109284"/>
            <a:ext cx="323196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r>
              <a:rPr lang="en-AU" dirty="0"/>
              <a:t>Subtract 10% to $5.60 = $5.04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16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mage result for percentage increase and decrease">
            <a:extLst>
              <a:ext uri="{FF2B5EF4-FFF2-40B4-BE49-F238E27FC236}">
                <a16:creationId xmlns:a16="http://schemas.microsoft.com/office/drawing/2014/main" id="{CECB69CF-5455-476F-B219-79DB1456CE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67063" y="2643188"/>
            <a:ext cx="280987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B3E371-65EC-49FD-BBB1-C76B445C0A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5" t="33192" r="65365" b="34715"/>
          <a:stretch/>
        </p:blipFill>
        <p:spPr>
          <a:xfrm>
            <a:off x="107504" y="188640"/>
            <a:ext cx="4822768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4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39E7F-D30F-4A8E-A868-AAD2535C8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64" t="13583" r="10625" b="20148"/>
          <a:stretch/>
        </p:blipFill>
        <p:spPr>
          <a:xfrm>
            <a:off x="-252536" y="6870"/>
            <a:ext cx="6768752" cy="685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9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246</TotalTime>
  <Words>392</Words>
  <Application>Microsoft Office PowerPoint</Application>
  <PresentationFormat>On-screen Show (4:3)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    Percentages      % Interactive Notebook</dc:title>
  <dc:creator>PATERSON Anne</dc:creator>
  <cp:lastModifiedBy>CRAIG Mason [Baldivis Secondary College]</cp:lastModifiedBy>
  <cp:revision>18</cp:revision>
  <dcterms:created xsi:type="dcterms:W3CDTF">2017-06-03T02:49:04Z</dcterms:created>
  <dcterms:modified xsi:type="dcterms:W3CDTF">2018-08-20T13:17:19Z</dcterms:modified>
</cp:coreProperties>
</file>