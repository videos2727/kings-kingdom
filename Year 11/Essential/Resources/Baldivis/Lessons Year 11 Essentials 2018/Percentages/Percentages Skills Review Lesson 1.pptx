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1"/>
  </p:sldMasterIdLst>
  <p:notesMasterIdLst>
    <p:notesMasterId r:id="rId11"/>
  </p:notesMasterIdLst>
  <p:sldIdLst>
    <p:sldId id="285" r:id="rId2"/>
    <p:sldId id="259" r:id="rId3"/>
    <p:sldId id="284" r:id="rId4"/>
    <p:sldId id="278" r:id="rId5"/>
    <p:sldId id="260" r:id="rId6"/>
    <p:sldId id="271" r:id="rId7"/>
    <p:sldId id="275" r:id="rId8"/>
    <p:sldId id="286" r:id="rId9"/>
    <p:sldId id="28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34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437DE9-E843-4D08-A94A-BB5A10981DBE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277AA-7CC8-43C9-8713-D5D8B1C37A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521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222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6866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6277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28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65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01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9065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52307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3513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6017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6333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859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0136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988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25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16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35275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0738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78960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0791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6464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95477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47426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238398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6A46E-9B69-4DAE-8B8B-23D1D6F6BA1F}" type="datetimeFigureOut">
              <a:rPr lang="en-AU" smtClean="0"/>
              <a:t>20/08/2018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31AF1-5860-4E9D-9D77-6C9B48D607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109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2" r:id="rId18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363B-B81B-4E71-AD34-37FD6F0824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Percentage Skills Review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35514A-EC0A-4E4F-92A1-ADF5FB6A96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807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711305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Can you remember how to…?</a:t>
            </a:r>
            <a:endParaRPr lang="en-AU" sz="3900" dirty="0">
              <a:latin typeface="Kiwi School Handwriting" panose="00000500000000000000" pitchFamily="2" charset="0"/>
            </a:endParaRP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Find the percentage of a quantity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Express one quantity as a percentage of another</a:t>
            </a:r>
          </a:p>
          <a:p>
            <a:pPr marL="571500" indent="-571500"/>
            <a:r>
              <a:rPr lang="en-AU" sz="3900" dirty="0">
                <a:latin typeface="Kiwi School Handwriting" panose="00000500000000000000" pitchFamily="2" charset="0"/>
              </a:rPr>
              <a:t>Convert between fractions, decimals, and percentages.</a:t>
            </a: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first, a game</a:t>
            </a:r>
            <a:endParaRPr lang="en-AU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78750" y="2030439"/>
            <a:ext cx="8234500" cy="2303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5434149"/>
            <a:ext cx="40643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Notice any patterns?</a:t>
            </a:r>
          </a:p>
        </p:txBody>
      </p:sp>
    </p:spTree>
    <p:extLst>
      <p:ext uri="{BB962C8B-B14F-4D97-AF65-F5344CB8AC3E}">
        <p14:creationId xmlns:p14="http://schemas.microsoft.com/office/powerpoint/2010/main" val="49269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Think-Pair-Share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397796"/>
            <a:ext cx="10820400" cy="4024125"/>
          </a:xfrm>
          <a:prstGeom prst="rect">
            <a:avLst/>
          </a:prstGeom>
          <a:noFill/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With a partner, come up with: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   3 ways we use percentages in our daily lives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   2 jobs that regularly deal with </a:t>
            </a:r>
            <a:r>
              <a:rPr lang="en-AU" sz="4400" dirty="0" err="1">
                <a:latin typeface="Kiwi School Handwriting" panose="00000500000000000000" pitchFamily="2" charset="0"/>
              </a:rPr>
              <a:t>percenatges</a:t>
            </a: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   1 way they make our lives easier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U" sz="4400" dirty="0">
              <a:latin typeface="Kiwi School Handwriting" panose="00000500000000000000" pitchFamily="2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Share with the class</a:t>
            </a:r>
          </a:p>
          <a:p>
            <a:pPr marL="571500" indent="-571500"/>
            <a:endParaRPr lang="en-AU" sz="4400" dirty="0">
              <a:latin typeface="Kiwi School Handwriting" panose="00000500000000000000" pitchFamily="2" charset="0"/>
            </a:endParaRP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4116" y="4414329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7112AE9-5545-418C-8488-4C5A364DCE26}"/>
              </a:ext>
            </a:extLst>
          </p:cNvPr>
          <p:cNvSpPr txBox="1"/>
          <p:nvPr/>
        </p:nvSpPr>
        <p:spPr>
          <a:xfrm>
            <a:off x="10468477" y="5987852"/>
            <a:ext cx="12250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b="1" dirty="0"/>
              <a:t>WICOR</a:t>
            </a:r>
          </a:p>
        </p:txBody>
      </p:sp>
    </p:spTree>
    <p:extLst>
      <p:ext uri="{BB962C8B-B14F-4D97-AF65-F5344CB8AC3E}">
        <p14:creationId xmlns:p14="http://schemas.microsoft.com/office/powerpoint/2010/main" val="825314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353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 Skills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20/08/2018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93B7B0-C924-4C01-A3B2-028A95CBC647}"/>
              </a:ext>
            </a:extLst>
          </p:cNvPr>
          <p:cNvSpPr/>
          <p:nvPr/>
        </p:nvSpPr>
        <p:spPr>
          <a:xfrm>
            <a:off x="1241240" y="148746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Finding a percentage of a quantity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8" y="2031536"/>
            <a:ext cx="9207431" cy="9634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315" y="3047396"/>
            <a:ext cx="9304178" cy="1337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8" y="4425552"/>
            <a:ext cx="7684101" cy="22933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238" y="4830350"/>
            <a:ext cx="11229523" cy="1929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6095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Percentages Skills Review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4093B7B0-C924-4C01-A3B2-028A95CBC647}"/>
              </a:ext>
            </a:extLst>
          </p:cNvPr>
          <p:cNvSpPr/>
          <p:nvPr/>
        </p:nvSpPr>
        <p:spPr>
          <a:xfrm>
            <a:off x="1241240" y="1487466"/>
            <a:ext cx="920743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/>
              <a:t>Expressing one quantity as a percentage of another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934" y="2086794"/>
            <a:ext cx="10058400" cy="89381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34" y="3283368"/>
            <a:ext cx="9461500" cy="927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634" y="4722225"/>
            <a:ext cx="9448800" cy="1676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1362793-9712-4392-9EE8-EF379E207950}"/>
              </a:ext>
            </a:extLst>
          </p:cNvPr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20/08/2018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17EE9F-6778-4162-9AEE-E12D4D3265D9}"/>
              </a:ext>
            </a:extLst>
          </p:cNvPr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</p:spTree>
    <p:extLst>
      <p:ext uri="{BB962C8B-B14F-4D97-AF65-F5344CB8AC3E}">
        <p14:creationId xmlns:p14="http://schemas.microsoft.com/office/powerpoint/2010/main" val="347778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791761"/>
            <a:ext cx="716945" cy="3517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1212527"/>
            <a:ext cx="1908267" cy="33187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1239" y="1212527"/>
            <a:ext cx="2358935" cy="32639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3353624"/>
            <a:ext cx="8531137" cy="11748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105" y="4901738"/>
            <a:ext cx="11000017" cy="170660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1886" y="750862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1)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1943653"/>
            <a:ext cx="5323117" cy="387442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2997" y="2576006"/>
            <a:ext cx="5514596" cy="42891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1886" y="1919660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1886" y="3122792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3)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886" y="4440073"/>
            <a:ext cx="433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4)</a:t>
            </a:r>
          </a:p>
        </p:txBody>
      </p:sp>
    </p:spTree>
    <p:extLst>
      <p:ext uri="{BB962C8B-B14F-4D97-AF65-F5344CB8AC3E}">
        <p14:creationId xmlns:p14="http://schemas.microsoft.com/office/powerpoint/2010/main" val="1708522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353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 Skills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20/08/2018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62806DF7-AA30-441A-A15E-763BE4047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30" y="1512796"/>
            <a:ext cx="9760870" cy="278998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8F6ABBD-0E01-41C6-8020-8B28DA81EC56}"/>
              </a:ext>
            </a:extLst>
          </p:cNvPr>
          <p:cNvSpPr txBox="1"/>
          <p:nvPr/>
        </p:nvSpPr>
        <p:spPr>
          <a:xfrm>
            <a:off x="1472453" y="4188759"/>
            <a:ext cx="8996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the steps required?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397454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12101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353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Percentage Skills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90694" y="137990"/>
            <a:ext cx="23911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20/08/2018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srgbClr val="FF5050"/>
                </a:solidFill>
                <a:latin typeface="Kiwi School Handwriting" panose="00000500000000000000" pitchFamily="2" charset="0"/>
              </a:rPr>
              <a:t>EQ – What percentage skills are expected in Year 11 Essentials?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F6ABBD-0E01-41C6-8020-8B28DA81EC56}"/>
              </a:ext>
            </a:extLst>
          </p:cNvPr>
          <p:cNvSpPr txBox="1"/>
          <p:nvPr/>
        </p:nvSpPr>
        <p:spPr>
          <a:xfrm>
            <a:off x="1280420" y="4503821"/>
            <a:ext cx="89960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What are the steps required?</a:t>
            </a:r>
            <a:endParaRPr lang="en-GB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9A8664E-28EA-4068-8983-22626129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130" y="1387627"/>
            <a:ext cx="9035676" cy="320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94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1560</TotalTime>
  <Words>209</Words>
  <Application>Microsoft Office PowerPoint</Application>
  <PresentationFormat>Widescreen</PresentationFormat>
  <Paragraphs>54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Kiwi School Handwriting</vt:lpstr>
      <vt:lpstr>BSC Theme</vt:lpstr>
      <vt:lpstr>Percentage Skills Review</vt:lpstr>
      <vt:lpstr>Learning Intentions</vt:lpstr>
      <vt:lpstr>But first, a game</vt:lpstr>
      <vt:lpstr>Think-Pair-Share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Converting Percent, Decimals and Fractions</dc:title>
  <dc:creator>Nine Labuschagne</dc:creator>
  <cp:lastModifiedBy>LUM Magdeline [Baldivis Secondary College]</cp:lastModifiedBy>
  <cp:revision>35</cp:revision>
  <dcterms:created xsi:type="dcterms:W3CDTF">2018-02-06T06:15:13Z</dcterms:created>
  <dcterms:modified xsi:type="dcterms:W3CDTF">2018-08-20T00:27:37Z</dcterms:modified>
</cp:coreProperties>
</file>