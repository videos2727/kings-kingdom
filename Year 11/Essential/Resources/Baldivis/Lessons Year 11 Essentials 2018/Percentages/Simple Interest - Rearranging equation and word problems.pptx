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handoutMasterIdLst>
    <p:handoutMasterId r:id="rId14"/>
  </p:handoutMasterIdLst>
  <p:sldIdLst>
    <p:sldId id="272" r:id="rId2"/>
    <p:sldId id="263" r:id="rId3"/>
    <p:sldId id="264" r:id="rId4"/>
    <p:sldId id="273" r:id="rId5"/>
    <p:sldId id="274" r:id="rId6"/>
    <p:sldId id="275" r:id="rId7"/>
    <p:sldId id="276" r:id="rId8"/>
    <p:sldId id="265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66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AE8423-492F-48B3-969D-5F5F29AC94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09F01-0840-4362-8B71-AB1F7188EE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1F158-C6B5-413B-BEC5-11DE300B2995}" type="datetimeFigureOut">
              <a:rPr lang="en-GB" smtClean="0"/>
              <a:t>03/09/2018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18405-4D53-410A-8E5B-4164670576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7B983-ECD4-40EE-AD74-DF6E4464DA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D7CC1-DE81-4243-A8A9-4D05221EBB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114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40D7D-9290-49C6-B8C8-001609809562}" type="datetimeFigureOut">
              <a:rPr lang="en-GB" smtClean="0"/>
              <a:t>03/09/2018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A9E23-5653-4857-95D5-EBB8BCCCB4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0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2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24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75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6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83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14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4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17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64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03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342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533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3162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72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809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865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312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803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05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39F4A-CE88-433F-9892-937EE53AA716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50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 – Rearranging Simple Interest Formula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9907" y="3578626"/>
            <a:ext cx="7084754" cy="103850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Lum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80657-951C-4960-8531-BC95A0A3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884" y="2534967"/>
            <a:ext cx="4161001" cy="416100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01CAB50-F208-4383-8020-4C959393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Warm Up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C812EF-F22B-444E-AEBD-A6063333C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43" y="1731080"/>
            <a:ext cx="10954657" cy="4487607"/>
          </a:xfrm>
        </p:spPr>
        <p:txBody>
          <a:bodyPr>
            <a:normAutofit/>
          </a:bodyPr>
          <a:lstStyle/>
          <a:p>
            <a:r>
              <a:rPr lang="en-AU" sz="2400" dirty="0"/>
              <a:t>Mental warm up.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25766D-8809-408B-8BBD-F7F2D3698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4" y="1132114"/>
            <a:ext cx="5402036" cy="54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03/09/2018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6C1EC8C-B600-4E28-A450-0AEBEE1A53FF}"/>
              </a:ext>
            </a:extLst>
          </p:cNvPr>
          <p:cNvSpPr txBox="1">
            <a:spLocks noChangeArrowheads="1"/>
          </p:cNvSpPr>
          <p:nvPr/>
        </p:nvSpPr>
        <p:spPr>
          <a:xfrm>
            <a:off x="1937447" y="1399537"/>
            <a:ext cx="9559152" cy="45865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Joe wants to borrow $2000 from a bank to buy a new car. He will take 2 years to pay the money back, and the bank’s interest rate is 8% per annum (per year).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simple interest does 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03/09/2018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3B3B472-7933-4362-8914-489E1CFF7322}"/>
              </a:ext>
            </a:extLst>
          </p:cNvPr>
          <p:cNvSpPr txBox="1">
            <a:spLocks noChangeArrowheads="1"/>
          </p:cNvSpPr>
          <p:nvPr/>
        </p:nvSpPr>
        <p:spPr>
          <a:xfrm>
            <a:off x="2032000" y="1560286"/>
            <a:ext cx="9913461" cy="468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18 months. The bank charges 9% </a:t>
            </a:r>
            <a:r>
              <a:rPr lang="en-AU" i="1" dirty="0"/>
              <a:t>per annum </a:t>
            </a:r>
            <a:r>
              <a:rPr lang="en-AU" dirty="0"/>
              <a:t>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</p:spTree>
    <p:extLst>
      <p:ext uri="{BB962C8B-B14F-4D97-AF65-F5344CB8AC3E}">
        <p14:creationId xmlns:p14="http://schemas.microsoft.com/office/powerpoint/2010/main" val="322047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03/09/2018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A03056-4FD6-4A80-A4A0-6F0AF5D7C346}"/>
              </a:ext>
            </a:extLst>
          </p:cNvPr>
          <p:cNvSpPr txBox="1"/>
          <p:nvPr/>
        </p:nvSpPr>
        <p:spPr>
          <a:xfrm>
            <a:off x="1958710" y="1377944"/>
            <a:ext cx="592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Whatever is being solved for in the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136A7-0248-4965-8976-EB5A893E4484}"/>
              </a:ext>
            </a:extLst>
          </p:cNvPr>
          <p:cNvSpPr txBox="1"/>
          <p:nvPr/>
        </p:nvSpPr>
        <p:spPr>
          <a:xfrm>
            <a:off x="1958710" y="1783802"/>
            <a:ext cx="7801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>
                    <a:lumMod val="75000"/>
                  </a:schemeClr>
                </a:solidFill>
              </a:rPr>
              <a:t>In this equation simple interest is the subject but what if we wanted to find the rate? (or principal amount or time)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B8829-3DB0-463E-B4BF-AECE9D046602}"/>
              </a:ext>
            </a:extLst>
          </p:cNvPr>
          <p:cNvSpPr txBox="1"/>
          <p:nvPr/>
        </p:nvSpPr>
        <p:spPr>
          <a:xfrm>
            <a:off x="1958710" y="2491688"/>
            <a:ext cx="6408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need to re-arrange the equation using back-tracking</a:t>
            </a:r>
          </a:p>
          <a:p>
            <a:endParaRPr lang="en-AU" sz="1000" dirty="0"/>
          </a:p>
          <a:p>
            <a:r>
              <a:rPr lang="en-AU" sz="2400" dirty="0"/>
              <a:t>Backtracking uses opposite operations to find the unknown.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CAA2-35C2-4A17-8EDF-E489BAC73D4B}"/>
              </a:ext>
            </a:extLst>
          </p:cNvPr>
          <p:cNvSpPr txBox="1"/>
          <p:nvPr/>
        </p:nvSpPr>
        <p:spPr>
          <a:xfrm>
            <a:off x="8678223" y="2491688"/>
            <a:ext cx="3110133" cy="150810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Opposite Operations</a:t>
            </a:r>
          </a:p>
          <a:p>
            <a:endParaRPr lang="en-AU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Addition and Subtraction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Multiplication and Division</a:t>
            </a:r>
            <a:r>
              <a:rPr lang="en-AU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F7D2C-A5FF-4B26-BE55-9D4E35F2FF95}"/>
              </a:ext>
            </a:extLst>
          </p:cNvPr>
          <p:cNvSpPr txBox="1"/>
          <p:nvPr/>
        </p:nvSpPr>
        <p:spPr>
          <a:xfrm>
            <a:off x="2443273" y="43393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7E86C-6C10-47D8-8EA7-9CA6BD5C6C5B}"/>
              </a:ext>
            </a:extLst>
          </p:cNvPr>
          <p:cNvSpPr txBox="1"/>
          <p:nvPr/>
        </p:nvSpPr>
        <p:spPr>
          <a:xfrm>
            <a:off x="5859259" y="4272551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E4DE3-FE9D-446B-B49A-7C794EE38161}"/>
              </a:ext>
            </a:extLst>
          </p:cNvPr>
          <p:cNvSpPr txBox="1"/>
          <p:nvPr/>
        </p:nvSpPr>
        <p:spPr>
          <a:xfrm>
            <a:off x="5859261" y="4937438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Division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0AC92-1A84-476B-A847-772324C29CFB}"/>
              </a:ext>
            </a:extLst>
          </p:cNvPr>
          <p:cNvSpPr txBox="1"/>
          <p:nvPr/>
        </p:nvSpPr>
        <p:spPr>
          <a:xfrm>
            <a:off x="5954108" y="5466048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/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blipFill>
                <a:blip r:embed="rId3"/>
                <a:stretch>
                  <a:fillRect l="-4167" r="-833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/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11" r="-7368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/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F32349A-A30D-4D50-A105-4C529CE96C14}"/>
              </a:ext>
            </a:extLst>
          </p:cNvPr>
          <p:cNvSpPr txBox="1"/>
          <p:nvPr/>
        </p:nvSpPr>
        <p:spPr>
          <a:xfrm>
            <a:off x="122294" y="1528062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subject?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DA096B-E8F6-438F-9EFB-592D63C53160}"/>
              </a:ext>
            </a:extLst>
          </p:cNvPr>
          <p:cNvSpPr txBox="1"/>
          <p:nvPr/>
        </p:nvSpPr>
        <p:spPr>
          <a:xfrm>
            <a:off x="168698" y="2601407"/>
            <a:ext cx="1567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get a different subject?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FFFA3-988C-4CE7-AD4C-D915727FBCF2}"/>
              </a:ext>
            </a:extLst>
          </p:cNvPr>
          <p:cNvSpPr txBox="1"/>
          <p:nvPr/>
        </p:nvSpPr>
        <p:spPr>
          <a:xfrm>
            <a:off x="122294" y="4488273"/>
            <a:ext cx="1665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</p:spTree>
    <p:extLst>
      <p:ext uri="{BB962C8B-B14F-4D97-AF65-F5344CB8AC3E}">
        <p14:creationId xmlns:p14="http://schemas.microsoft.com/office/powerpoint/2010/main" val="20283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03/09/2018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5108D-17E5-41AC-877F-17DDCDBA65A6}"/>
              </a:ext>
            </a:extLst>
          </p:cNvPr>
          <p:cNvSpPr txBox="1"/>
          <p:nvPr/>
        </p:nvSpPr>
        <p:spPr>
          <a:xfrm>
            <a:off x="2220686" y="1473398"/>
            <a:ext cx="3397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/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/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/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blipFill>
                <a:blip r:embed="rId5"/>
                <a:stretch>
                  <a:fillRect l="-4211" r="-842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D0D1A8E-CCA0-45F5-AEB7-153FD563607B}"/>
              </a:ext>
            </a:extLst>
          </p:cNvPr>
          <p:cNvSpPr txBox="1"/>
          <p:nvPr/>
        </p:nvSpPr>
        <p:spPr>
          <a:xfrm>
            <a:off x="6012464" y="1623546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9A297-E8D5-4583-8512-343F6D8848A2}"/>
              </a:ext>
            </a:extLst>
          </p:cNvPr>
          <p:cNvSpPr txBox="1"/>
          <p:nvPr/>
        </p:nvSpPr>
        <p:spPr>
          <a:xfrm>
            <a:off x="6012464" y="2269877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rgbClr val="FF0000"/>
                </a:solidFill>
              </a:rPr>
              <a:t>Division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47600-D72B-42BE-A8AD-629F345D0452}"/>
              </a:ext>
            </a:extLst>
          </p:cNvPr>
          <p:cNvSpPr txBox="1"/>
          <p:nvPr/>
        </p:nvSpPr>
        <p:spPr>
          <a:xfrm>
            <a:off x="6237653" y="2629366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B9DEB-16CA-4B72-AC5B-F65D1DEE3F40}"/>
              </a:ext>
            </a:extLst>
          </p:cNvPr>
          <p:cNvSpPr txBox="1"/>
          <p:nvPr/>
        </p:nvSpPr>
        <p:spPr>
          <a:xfrm>
            <a:off x="2269331" y="318503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</a:t>
            </a:r>
            <a:r>
              <a:rPr lang="en-AU" sz="4000" dirty="0">
                <a:solidFill>
                  <a:srgbClr val="FF0000"/>
                </a:solidFill>
              </a:rPr>
              <a:t>R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/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blipFill>
                <a:blip r:embed="rId6"/>
                <a:stretch>
                  <a:fillRect l="-4255" r="-85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/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blipFill>
                <a:blip r:embed="rId7"/>
                <a:stretch>
                  <a:fillRect l="-4255" r="-957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/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blipFill>
                <a:blip r:embed="rId8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B27F5D1-F62E-4190-A5B9-F91B73F57706}"/>
              </a:ext>
            </a:extLst>
          </p:cNvPr>
          <p:cNvSpPr txBox="1"/>
          <p:nvPr/>
        </p:nvSpPr>
        <p:spPr>
          <a:xfrm>
            <a:off x="2084379" y="49396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PR</a:t>
            </a:r>
            <a:r>
              <a:rPr lang="en-AU" sz="4000" dirty="0">
                <a:solidFill>
                  <a:srgbClr val="FF0000"/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/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blipFill>
                <a:blip r:embed="rId9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/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blipFill>
                <a:blip r:embed="rId10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/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AE20D84-07BE-4CD9-8CE6-8705C37FE848}"/>
              </a:ext>
            </a:extLst>
          </p:cNvPr>
          <p:cNvSpPr txBox="1"/>
          <p:nvPr/>
        </p:nvSpPr>
        <p:spPr>
          <a:xfrm>
            <a:off x="103866" y="1554459"/>
            <a:ext cx="1671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64689-57C3-42C8-B86C-2A5DE1AAE4C2}"/>
              </a:ext>
            </a:extLst>
          </p:cNvPr>
          <p:cNvSpPr txBox="1"/>
          <p:nvPr/>
        </p:nvSpPr>
        <p:spPr>
          <a:xfrm>
            <a:off x="79900" y="3237053"/>
            <a:ext cx="2264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R the subject of the equation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0EE97-56F0-452A-A90E-2EF9A7D1C335}"/>
              </a:ext>
            </a:extLst>
          </p:cNvPr>
          <p:cNvSpPr txBox="1"/>
          <p:nvPr/>
        </p:nvSpPr>
        <p:spPr>
          <a:xfrm>
            <a:off x="79900" y="4877174"/>
            <a:ext cx="1695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T the subject of the equation</a:t>
            </a:r>
          </a:p>
        </p:txBody>
      </p:sp>
    </p:spTree>
    <p:extLst>
      <p:ext uri="{BB962C8B-B14F-4D97-AF65-F5344CB8AC3E}">
        <p14:creationId xmlns:p14="http://schemas.microsoft.com/office/powerpoint/2010/main" val="32205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E1126-DFAD-4F88-A695-25C39C21E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6" t="37410" r="40656" b="27024"/>
          <a:stretch/>
        </p:blipFill>
        <p:spPr>
          <a:xfrm>
            <a:off x="1352203" y="2200103"/>
            <a:ext cx="9155063" cy="347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0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31BBF-A53B-499D-BD68-41FE65521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92" t="34952" r="3883" b="29709"/>
          <a:stretch/>
        </p:blipFill>
        <p:spPr>
          <a:xfrm>
            <a:off x="1587614" y="2399607"/>
            <a:ext cx="8928268" cy="304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7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4D9EF-F222-4796-94D7-06E17BD78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2" t="42977" r="40437" b="12492"/>
          <a:stretch/>
        </p:blipFill>
        <p:spPr>
          <a:xfrm>
            <a:off x="2051213" y="2151676"/>
            <a:ext cx="7656015" cy="346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16FE7-0D1F-4926-9B27-8595C7811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11" t="24078" r="5299" b="33204"/>
          <a:stretch/>
        </p:blipFill>
        <p:spPr>
          <a:xfrm>
            <a:off x="2214591" y="2532611"/>
            <a:ext cx="7762818" cy="338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1149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4268</TotalTime>
  <Words>486</Words>
  <Application>Microsoft Office PowerPoint</Application>
  <PresentationFormat>Widescreen</PresentationFormat>
  <Paragraphs>110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Wingdings</vt:lpstr>
      <vt:lpstr>BSC Theme</vt:lpstr>
      <vt:lpstr>Simple Interest – Rearranging Simple Interest Formula</vt:lpstr>
      <vt:lpstr>Mental Warm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E4092707</dc:creator>
  <cp:lastModifiedBy>LUM Magdeline [Baldivis Secondary College]</cp:lastModifiedBy>
  <cp:revision>18</cp:revision>
  <cp:lastPrinted>2018-02-09T07:15:32Z</cp:lastPrinted>
  <dcterms:created xsi:type="dcterms:W3CDTF">2018-02-01T23:14:49Z</dcterms:created>
  <dcterms:modified xsi:type="dcterms:W3CDTF">2018-09-03T00:16:53Z</dcterms:modified>
</cp:coreProperties>
</file>