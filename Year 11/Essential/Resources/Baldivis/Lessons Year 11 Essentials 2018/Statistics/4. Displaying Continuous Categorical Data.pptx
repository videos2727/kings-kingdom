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62" r:id="rId3"/>
    <p:sldId id="266" r:id="rId4"/>
    <p:sldId id="263" r:id="rId5"/>
    <p:sldId id="264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42FF6-E10F-4B87-9766-4016C057486E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E8905-FC78-4BA7-9C92-5198169632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46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796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13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5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2717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802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338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3B42-0322-498E-B25D-CABBDC6BF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27AFE-A6D1-45CE-9CB1-6E543A0C7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D2BA-4157-4709-B23C-BD653F94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EBCD8-0722-420C-9A80-19FFBDBA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F741-9105-4CAD-9228-DEE1FD98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98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C6D14-B5FD-4192-841B-0E3A4059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69677-1AB7-4956-86A9-F3481239F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5D5C8-0975-44C7-903F-F7FAF03C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BA6-D026-4A9B-90E8-CBF5746C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4708-3729-46C8-9A3D-10B127A5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35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0556-7D82-4B2A-9ABE-4B3356525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07F4E-40A3-4BDE-B84E-22320755D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91B0-2DF3-4387-AFD8-D16D6DE8A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2A7A3-DAFE-4D61-9507-9DCB6DA5B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6FC42-E526-4DD1-9281-E3B3CC2B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13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05BC-DA33-466D-8377-A7B2A575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B1B6-1660-44A8-82D3-9E5F42C6A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830C50-640D-4E86-8070-3D24BAF25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F9AD4-3A4B-45A3-9D42-4DE64062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8E582-01DB-41A7-9B57-298CF84B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73CD0-853B-4F6C-B255-9347347A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478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DB3F-3576-4FEF-87E4-25F4B906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6DFB5-3DAA-4798-929F-7FD8D23D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E7CD8-3A61-4452-9C76-DA5BDA51B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1D674-8241-4C3A-BC3C-874E7F846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49D9E-3D76-480D-A92C-10118E739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2594E-0550-4D88-A49A-2E11C5845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070C9-FC44-47E3-B273-2987AA8E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3EE0B7-5475-40E1-95D7-1BBCB69A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46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FF8F-8B87-43C9-9628-9FF0D7BA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5441E-DFD3-448D-8D3C-9E9B0E24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B98D9-26AE-4FF2-9268-C7CC9F84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2A617-069A-4AAD-AC0E-0A15DCDC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20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D8CC3-9852-467E-AB65-2C46E954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70C80-16A2-4ECF-8EBC-412C3515E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C1EFC-ADB1-4E6A-807C-0695D2AE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147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95EE0-EDC4-45FE-A3AC-BCB3C072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6BDA-318F-42D1-A689-481AA110D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5C03D-C3D8-406B-B6C0-CF531FA0A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0FE47-2A73-4719-A272-15BBEADCD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DD97F-E7DD-412C-B0A1-6BBD311BE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24CD6-889B-4C3E-BAC9-69648079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700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335AF-1E9E-4A00-B4DF-9FF62995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486AA-44EF-4F52-92AF-18072E144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7D810-E012-40D2-B36A-A01C01C48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DD36E-D95C-4AFA-8596-36C123F0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4741-FF64-4C56-AD36-0C2109F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57A08-7433-4A5A-B5CA-AE884711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553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790BA-9C65-4138-BB9D-38ADD898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DF685-9280-4265-8150-B30854B32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E895B-7131-4E34-858B-7A5D14F9A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4774-A5CD-4EE4-8ED3-14231B5A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24DB-42F9-4BD2-8F1B-8D58B449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70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BA66F-10E6-4445-8C60-B7ACFE568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0C6E2-7A0E-4C66-A3EB-B0C20D6B8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1DF6-9F63-414A-A8B3-3386E0698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83B55-698C-469F-B758-1EA8B67A7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61D42-9848-45D4-ACAB-33F6BA77A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6071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63451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8722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8512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BF7D8-5A83-47F8-A261-1439EBE9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6709-9283-4480-ADA8-CC10CB28F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41120-B806-45DC-B089-9A5B2FA01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1DD99-0511-4C4E-9C97-1687DC349E23}" type="datetimeFigureOut">
              <a:rPr lang="en-AU" smtClean="0"/>
              <a:t>19/06/2018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A5A93-0077-423A-81A1-3DDD615D1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08E66-94B3-4896-A042-942F2B216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95F6D-1947-4BAC-983C-FFD6C7F5B6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2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11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Displaying Continuous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886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Continuous Categorical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27969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Measuring Continuous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display continuous C.D?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498455"/>
            <a:ext cx="9544926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When we measure continuous data, we can not write an exact value down. 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only write down an approximation which is only as accurate as the measuring device.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Because of this we need to group the data into </a:t>
            </a:r>
            <a:r>
              <a:rPr lang="en-US" sz="2399" b="1" dirty="0">
                <a:solidFill>
                  <a:prstClr val="black"/>
                </a:solidFill>
                <a:latin typeface="Calibri" panose="020F0502020204030204"/>
              </a:rPr>
              <a:t>class intervals of equal width. </a:t>
            </a:r>
          </a:p>
          <a:p>
            <a:pPr defTabSz="914126"/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A </a:t>
            </a:r>
            <a:r>
              <a:rPr lang="en-US" sz="2399" b="1" dirty="0">
                <a:solidFill>
                  <a:prstClr val="black"/>
                </a:solidFill>
                <a:latin typeface="Calibri" panose="020F0502020204030204"/>
              </a:rPr>
              <a:t>histogram</a:t>
            </a:r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 is used to display continuous data.</a:t>
            </a: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886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Displaying Continuous Categorical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display continuous C.D?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2B144D1-E681-4193-9815-BF714AFA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8289"/>
            <a:ext cx="12192000" cy="36614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0DE1E9-FEEF-4C7D-AD4B-F2FD06FF54C7}"/>
              </a:ext>
            </a:extLst>
          </p:cNvPr>
          <p:cNvSpPr/>
          <p:nvPr/>
        </p:nvSpPr>
        <p:spPr>
          <a:xfrm>
            <a:off x="0" y="1368829"/>
            <a:ext cx="914400" cy="4366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782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93A416-2589-4EFF-9328-71B448DB8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22"/>
            <a:ext cx="12192000" cy="527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93A416-2589-4EFF-9328-71B448DB85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550"/>
          <a:stretch/>
        </p:blipFill>
        <p:spPr>
          <a:xfrm>
            <a:off x="0" y="104922"/>
            <a:ext cx="12192000" cy="25551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84DA6A-0839-40EA-8AD1-044ADA340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843" y="2726631"/>
            <a:ext cx="8551025" cy="398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62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110</Words>
  <Application>Microsoft Office PowerPoint</Application>
  <PresentationFormat>Widescreen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Fragment Core</vt:lpstr>
      <vt:lpstr>Office Theme</vt:lpstr>
      <vt:lpstr>Displaying Continuous Categorical Data</vt:lpstr>
      <vt:lpstr>PowerPoint Presentation</vt:lpstr>
      <vt:lpstr>PowerPoint Presentation</vt:lpstr>
      <vt:lpstr>PowerPoint Presentation</vt:lpstr>
      <vt:lpstr>Practice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Displaying Continuous Categorical Data</dc:title>
  <dc:creator>Nine LABUSCHAGNE</dc:creator>
  <cp:lastModifiedBy>Nine LABUSCHAGNE</cp:lastModifiedBy>
  <cp:revision>5</cp:revision>
  <dcterms:created xsi:type="dcterms:W3CDTF">2018-06-19T06:23:26Z</dcterms:created>
  <dcterms:modified xsi:type="dcterms:W3CDTF">2018-06-19T06:52:21Z</dcterms:modified>
</cp:coreProperties>
</file>