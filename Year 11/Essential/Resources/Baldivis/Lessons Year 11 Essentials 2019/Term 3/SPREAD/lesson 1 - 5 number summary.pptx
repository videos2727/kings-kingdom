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5"/>
  </p:notesMasterIdLst>
  <p:sldIdLst>
    <p:sldId id="278" r:id="rId2"/>
    <p:sldId id="280" r:id="rId3"/>
    <p:sldId id="27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60"/>
  </p:normalViewPr>
  <p:slideViewPr>
    <p:cSldViewPr snapToGrid="0">
      <p:cViewPr varScale="1">
        <p:scale>
          <a:sx n="65" d="100"/>
          <a:sy n="65" d="100"/>
        </p:scale>
        <p:origin x="6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DA2A1-85B7-466A-B747-7004763E0129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5D62B-E197-44CC-A11E-5AE0BF567D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230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58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27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EBDBE5FB-98C5-43B5-A309-0E6EA2A7E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81097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508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BDBE5FB-98C5-43B5-A309-0E6EA2A7E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0772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288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721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628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111077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EBDBE5FB-98C5-43B5-A309-0E6EA2A7E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00326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EBDBE5FB-98C5-43B5-A309-0E6EA2A7E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23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613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BDBE5FB-98C5-43B5-A309-0E6EA2A7E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6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EBDBE5FB-98C5-43B5-A309-0E6EA2A7E251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1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266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Box and whisker plots</a:t>
            </a:r>
            <a:endParaRPr lang="en-AU" sz="4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AU" sz="28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what is a 5 number summary? </a:t>
            </a:r>
            <a:endParaRPr lang="en-AU" sz="28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2208405" y="1493244"/>
            <a:ext cx="9309985" cy="54784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A 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</a:rPr>
              <a:t>five number </a:t>
            </a:r>
            <a:r>
              <a:rPr lang="en-US" sz="28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summary 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consists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of these 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</a:rPr>
              <a:t>five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 statistics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:</a:t>
            </a:r>
          </a:p>
          <a:p>
            <a:endParaRPr lang="en-US" sz="2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222222"/>
                </a:solidFill>
                <a:latin typeface="arial" panose="020B0604020202020204" pitchFamily="34" charset="0"/>
              </a:rPr>
              <a:t>Minimum value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  <a:r>
              <a:rPr lang="en-US" sz="2400" baseline="30000" dirty="0" smtClean="0">
                <a:solidFill>
                  <a:srgbClr val="222222"/>
                </a:solidFill>
                <a:latin typeface="arial" panose="020B0604020202020204" pitchFamily="34" charset="0"/>
              </a:rPr>
              <a:t>st</a:t>
            </a:r>
            <a:r>
              <a:rPr lang="en-US" sz="2400" dirty="0" smtClean="0">
                <a:solidFill>
                  <a:srgbClr val="222222"/>
                </a:solidFill>
                <a:latin typeface="arial" panose="020B0604020202020204" pitchFamily="34" charset="0"/>
              </a:rPr>
              <a:t> quartile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222222"/>
                </a:solidFill>
                <a:latin typeface="arial" panose="020B0604020202020204" pitchFamily="34" charset="0"/>
              </a:rPr>
              <a:t>2</a:t>
            </a:r>
            <a:r>
              <a:rPr lang="en-US" sz="2400" baseline="30000" dirty="0" smtClean="0">
                <a:solidFill>
                  <a:srgbClr val="222222"/>
                </a:solidFill>
                <a:latin typeface="arial" panose="020B0604020202020204" pitchFamily="34" charset="0"/>
              </a:rPr>
              <a:t>nd</a:t>
            </a:r>
            <a:r>
              <a:rPr lang="en-US" sz="2400" dirty="0" smtClean="0">
                <a:solidFill>
                  <a:srgbClr val="222222"/>
                </a:solidFill>
                <a:latin typeface="arial" panose="020B0604020202020204" pitchFamily="34" charset="0"/>
              </a:rPr>
              <a:t> quartile (median)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222222"/>
                </a:solidFill>
                <a:latin typeface="arial" panose="020B0604020202020204" pitchFamily="34" charset="0"/>
              </a:rPr>
              <a:t>3</a:t>
            </a:r>
            <a:r>
              <a:rPr lang="en-US" sz="2400" baseline="30000" dirty="0" smtClean="0">
                <a:solidFill>
                  <a:srgbClr val="222222"/>
                </a:solidFill>
                <a:latin typeface="arial" panose="020B0604020202020204" pitchFamily="34" charset="0"/>
              </a:rPr>
              <a:t>rd</a:t>
            </a:r>
            <a:r>
              <a:rPr lang="en-US" sz="2400" dirty="0" smtClean="0">
                <a:solidFill>
                  <a:srgbClr val="222222"/>
                </a:solidFill>
                <a:latin typeface="arial" panose="020B0604020202020204" pitchFamily="34" charset="0"/>
              </a:rPr>
              <a:t> quartile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222222"/>
                </a:solidFill>
                <a:latin typeface="arial" panose="020B0604020202020204" pitchFamily="34" charset="0"/>
              </a:rPr>
              <a:t>Maximum value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It </a:t>
            </a:r>
            <a:r>
              <a:rPr lang="en-US" sz="28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summarises 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the </a:t>
            </a:r>
            <a:r>
              <a:rPr lang="en-US" sz="2800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distribution of the data</a:t>
            </a:r>
          </a:p>
          <a:p>
            <a:pPr>
              <a:lnSpc>
                <a:spcPct val="150000"/>
              </a:lnSpc>
            </a:pP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41954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266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Box and whisker plots</a:t>
            </a:r>
            <a:endParaRPr lang="en-AU" sz="4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AU" sz="28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what is a 5 number summary? </a:t>
            </a:r>
            <a:endParaRPr lang="en-AU" sz="28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2421184" y="1739229"/>
            <a:ext cx="9052391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rgbClr val="222222"/>
                </a:solidFill>
                <a:latin typeface="arial" panose="020B0604020202020204" pitchFamily="34" charset="0"/>
              </a:rPr>
              <a:t>6 , 7 , 9 , 9 , 7 , 8 , 6 , 5 , 9 , 10 , 5</a:t>
            </a:r>
          </a:p>
          <a:p>
            <a:endParaRPr lang="en-US" sz="28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lang="en-US" sz="2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Min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  <a:r>
              <a:rPr lang="en-US" sz="2800" baseline="30000" dirty="0" smtClean="0">
                <a:solidFill>
                  <a:srgbClr val="222222"/>
                </a:solidFill>
                <a:latin typeface="arial" panose="020B0604020202020204" pitchFamily="34" charset="0"/>
              </a:rPr>
              <a:t>st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 Q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Median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3</a:t>
            </a:r>
            <a:r>
              <a:rPr lang="en-US" sz="2800" baseline="30000" dirty="0" smtClean="0">
                <a:solidFill>
                  <a:srgbClr val="222222"/>
                </a:solidFill>
                <a:latin typeface="arial" panose="020B0604020202020204" pitchFamily="34" charset="0"/>
              </a:rPr>
              <a:t>rd</a:t>
            </a: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 Q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222222"/>
                </a:solidFill>
                <a:latin typeface="arial" panose="020B0604020202020204" pitchFamily="34" charset="0"/>
              </a:rPr>
              <a:t>Max =</a:t>
            </a:r>
            <a:endParaRPr lang="en-AU" sz="2800" dirty="0"/>
          </a:p>
        </p:txBody>
      </p:sp>
      <p:sp>
        <p:nvSpPr>
          <p:cNvPr id="3" name="Rectangle 2"/>
          <p:cNvSpPr/>
          <p:nvPr/>
        </p:nvSpPr>
        <p:spPr>
          <a:xfrm>
            <a:off x="7045006" y="3254396"/>
            <a:ext cx="356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</a:t>
            </a:r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ange =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47379" y="5078982"/>
            <a:ext cx="17043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IQR</a:t>
            </a:r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861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9195" y="1066683"/>
            <a:ext cx="9052391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rgbClr val="222222"/>
                </a:solidFill>
                <a:latin typeface="arial" panose="020B0604020202020204" pitchFamily="34" charset="0"/>
              </a:rPr>
              <a:t>12 , 16 , 19 , 24 , 21 , 21, 18 , 19 , 22 , 20</a:t>
            </a:r>
          </a:p>
          <a:p>
            <a:endParaRPr lang="en-US" sz="2800" dirty="0" smtClean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lang="en-US" sz="2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Min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  <a:r>
              <a:rPr lang="en-US" sz="2800" baseline="30000" dirty="0">
                <a:solidFill>
                  <a:srgbClr val="222222"/>
                </a:solidFill>
                <a:latin typeface="arial" panose="020B0604020202020204" pitchFamily="34" charset="0"/>
              </a:rPr>
              <a:t>st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Q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Med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3</a:t>
            </a:r>
            <a:r>
              <a:rPr lang="en-US" sz="2800" baseline="30000" dirty="0">
                <a:solidFill>
                  <a:srgbClr val="222222"/>
                </a:solidFill>
                <a:latin typeface="arial" panose="020B0604020202020204" pitchFamily="34" charset="0"/>
              </a:rPr>
              <a:t>rd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Q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Max =</a:t>
            </a:r>
            <a:endParaRPr lang="en-AU" sz="2800" dirty="0"/>
          </a:p>
        </p:txBody>
      </p:sp>
      <p:sp>
        <p:nvSpPr>
          <p:cNvPr id="3" name="Rectangle 2"/>
          <p:cNvSpPr/>
          <p:nvPr/>
        </p:nvSpPr>
        <p:spPr>
          <a:xfrm>
            <a:off x="6765814" y="3405785"/>
            <a:ext cx="22742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</a:t>
            </a:r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ange =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65814" y="4911835"/>
            <a:ext cx="17043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IQR</a:t>
            </a:r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=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7671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TM10001104[[fn=Feathered]]</Template>
  <TotalTime>202</TotalTime>
  <Words>109</Words>
  <Application>Microsoft Office PowerPoint</Application>
  <PresentationFormat>Widescreen</PresentationFormat>
  <Paragraphs>43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arial</vt:lpstr>
      <vt:lpstr>Calibri</vt:lpstr>
      <vt:lpstr>Century Schoolbook</vt:lpstr>
      <vt:lpstr>Corbel</vt:lpstr>
      <vt:lpstr>Fragment Core</vt:lpstr>
      <vt:lpstr>Feathered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the Centre of Data</dc:title>
  <dc:creator>Nine LABUSCHAGNE</dc:creator>
  <cp:lastModifiedBy>D'SOUZA Jillian [Baldivis Secondary College]</cp:lastModifiedBy>
  <cp:revision>46</cp:revision>
  <dcterms:created xsi:type="dcterms:W3CDTF">2018-06-26T04:43:42Z</dcterms:created>
  <dcterms:modified xsi:type="dcterms:W3CDTF">2019-07-24T07:40:35Z</dcterms:modified>
</cp:coreProperties>
</file>