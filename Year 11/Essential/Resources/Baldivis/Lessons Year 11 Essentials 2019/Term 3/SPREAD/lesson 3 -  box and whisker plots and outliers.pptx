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6"/>
  </p:notesMasterIdLst>
  <p:sldIdLst>
    <p:sldId id="281" r:id="rId2"/>
    <p:sldId id="282" r:id="rId3"/>
    <p:sldId id="283" r:id="rId4"/>
    <p:sldId id="28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65" d="100"/>
          <a:sy n="65" d="100"/>
        </p:scale>
        <p:origin x="648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DA2A1-85B7-466A-B747-7004763E0129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5D62B-E197-44CC-A11E-5AE0BF567D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2303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17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70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707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EBDBE5FB-98C5-43B5-A309-0E6EA2A7E251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81097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1508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 title="Feather Background"/>
          <p:cNvSpPr>
            <a:spLocks noEditPoints="1"/>
          </p:cNvSpPr>
          <p:nvPr/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BDBE5FB-98C5-43B5-A309-0E6EA2A7E251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0772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288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8" y="566928"/>
            <a:ext cx="8770573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7212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9628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111077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EBDBE5FB-98C5-43B5-A309-0E6EA2A7E251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00326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EBDBE5FB-98C5-43B5-A309-0E6EA2A7E251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230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613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title="Feather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BDBE5FB-98C5-43B5-A309-0E6EA2A7E251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6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EBDBE5FB-98C5-43B5-A309-0E6EA2A7E251}" type="datetimeFigureOut">
              <a:rPr lang="en-AU" smtClean="0"/>
              <a:t>26/07/2019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1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2661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 smtClean="0">
                <a:solidFill>
                  <a:srgbClr val="FF5050"/>
                </a:solidFill>
                <a:latin typeface="Fragment Core" panose="02000504040000020003" pitchFamily="50" charset="0"/>
              </a:rPr>
              <a:t>Box and whisker plots</a:t>
            </a:r>
            <a:endParaRPr lang="en-AU" sz="40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AU" sz="2800" b="1" dirty="0" smtClean="0">
                <a:solidFill>
                  <a:srgbClr val="FF5050"/>
                </a:solidFill>
                <a:latin typeface="Fragment Core" panose="02000504040000020003" pitchFamily="50" charset="0"/>
              </a:rPr>
              <a:t>analysing parallel box and whisker plots and identifying outliers outliers? </a:t>
            </a:r>
            <a:endParaRPr lang="en-AU" sz="28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881251" y="3962637"/>
            <a:ext cx="285136" cy="4522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/>
          <p:cNvSpPr/>
          <p:nvPr/>
        </p:nvSpPr>
        <p:spPr>
          <a:xfrm>
            <a:off x="8474867" y="3923306"/>
            <a:ext cx="285136" cy="4522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907" y="1493244"/>
            <a:ext cx="10183507" cy="264695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10554" y="3489650"/>
            <a:ext cx="6292106" cy="6991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208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2661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 smtClean="0">
                <a:solidFill>
                  <a:srgbClr val="FF5050"/>
                </a:solidFill>
                <a:latin typeface="Fragment Core" panose="02000504040000020003" pitchFamily="50" charset="0"/>
              </a:rPr>
              <a:t>Box and whisker plots</a:t>
            </a:r>
            <a:endParaRPr lang="en-AU" sz="40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</a:t>
            </a:r>
            <a:r>
              <a:rPr lang="en-AU" sz="2800" b="1" dirty="0" smtClean="0">
                <a:solidFill>
                  <a:srgbClr val="FF5050"/>
                </a:solidFill>
                <a:latin typeface="Fragment Core" panose="02000504040000020003" pitchFamily="50" charset="0"/>
              </a:rPr>
              <a:t>–</a:t>
            </a:r>
            <a:r>
              <a:rPr lang="en-AU" sz="2800" b="1" smtClean="0">
                <a:solidFill>
                  <a:srgbClr val="FF5050"/>
                </a:solidFill>
                <a:latin typeface="Fragment Core" panose="02000504040000020003" pitchFamily="50" charset="0"/>
              </a:rPr>
              <a:t>identifying outliers</a:t>
            </a:r>
            <a:r>
              <a:rPr lang="en-AU" sz="2800" b="1" dirty="0" smtClean="0">
                <a:solidFill>
                  <a:srgbClr val="FF5050"/>
                </a:solidFill>
                <a:latin typeface="Fragment Core" panose="02000504040000020003" pitchFamily="50" charset="0"/>
              </a:rPr>
              <a:t>? </a:t>
            </a:r>
            <a:endParaRPr lang="en-AU" sz="28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881251" y="3962637"/>
            <a:ext cx="285136" cy="4522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/>
          <p:cNvSpPr/>
          <p:nvPr/>
        </p:nvSpPr>
        <p:spPr>
          <a:xfrm>
            <a:off x="8474867" y="3923306"/>
            <a:ext cx="285136" cy="4522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289545" y="1608535"/>
            <a:ext cx="1499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outliers</a:t>
            </a:r>
            <a:endParaRPr lang="en-AU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2193665" y="1706552"/>
            <a:ext cx="94968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Outliers are extraordinary data that is separated from the main body of data</a:t>
            </a:r>
          </a:p>
          <a:p>
            <a:endParaRPr lang="en-US" sz="2800" dirty="0"/>
          </a:p>
          <a:p>
            <a:r>
              <a:rPr lang="en-US" sz="2800" dirty="0" smtClean="0"/>
              <a:t>Outliers are marked with an * on a box plot</a:t>
            </a:r>
          </a:p>
          <a:p>
            <a:endParaRPr lang="en-US" sz="2800" dirty="0"/>
          </a:p>
          <a:p>
            <a:r>
              <a:rPr lang="en-US" sz="2800" dirty="0" smtClean="0"/>
              <a:t>How to find it out?</a:t>
            </a:r>
            <a:endParaRPr lang="en-AU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974" y="4375589"/>
            <a:ext cx="8533996" cy="221675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06994" y="5053781"/>
            <a:ext cx="7157883" cy="3932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3106993" y="5899354"/>
            <a:ext cx="7157883" cy="3932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0053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2661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 smtClean="0">
                <a:solidFill>
                  <a:srgbClr val="FF5050"/>
                </a:solidFill>
                <a:latin typeface="Fragment Core" panose="02000504040000020003" pitchFamily="50" charset="0"/>
              </a:rPr>
              <a:t>Box and whisker plots</a:t>
            </a:r>
            <a:endParaRPr lang="en-AU" sz="40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AU" sz="2800" b="1" dirty="0" smtClean="0">
                <a:solidFill>
                  <a:srgbClr val="FF5050"/>
                </a:solidFill>
                <a:latin typeface="Fragment Core" panose="02000504040000020003" pitchFamily="50" charset="0"/>
              </a:rPr>
              <a:t>analysing parallel box and whisker plots and identifying outliers outliers? </a:t>
            </a:r>
            <a:endParaRPr lang="en-AU" sz="28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89545" y="1608535"/>
            <a:ext cx="1499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outliers</a:t>
            </a:r>
            <a:endParaRPr lang="en-AU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104" y="1493244"/>
            <a:ext cx="6162006" cy="16006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17059" y="1962346"/>
            <a:ext cx="5161935" cy="3391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2536725" y="2573976"/>
            <a:ext cx="5142270" cy="2872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b="50984"/>
          <a:stretch/>
        </p:blipFill>
        <p:spPr>
          <a:xfrm>
            <a:off x="2165470" y="3286130"/>
            <a:ext cx="9607053" cy="39659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9104" y="3722665"/>
            <a:ext cx="9793419" cy="53787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74071" y="4388197"/>
            <a:ext cx="11392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Min = 			Q1=			Med=				Q3=			Max=		</a:t>
            </a:r>
          </a:p>
        </p:txBody>
      </p:sp>
    </p:spTree>
    <p:extLst>
      <p:ext uri="{BB962C8B-B14F-4D97-AF65-F5344CB8AC3E}">
        <p14:creationId xmlns:p14="http://schemas.microsoft.com/office/powerpoint/2010/main" val="12151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7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95" y="5641605"/>
            <a:ext cx="11057278" cy="10377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50984"/>
          <a:stretch/>
        </p:blipFill>
        <p:spPr>
          <a:xfrm>
            <a:off x="1942541" y="360494"/>
            <a:ext cx="9607053" cy="39659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9149" y="675744"/>
            <a:ext cx="9793419" cy="5378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2250" y="1420716"/>
            <a:ext cx="11392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Min = 1		  Q1= 6.5			Med= 8				Q3= 10 				Max= 16	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38865" y="2493830"/>
                <a:ext cx="336263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Upper quartile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3+1.5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𝐼𝑄𝑅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865" y="2493830"/>
                <a:ext cx="3362632" cy="369332"/>
              </a:xfrm>
              <a:prstGeom prst="rect">
                <a:avLst/>
              </a:prstGeom>
              <a:blipFill>
                <a:blip r:embed="rId5"/>
                <a:stretch>
                  <a:fillRect l="-1449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565923" y="2458808"/>
                <a:ext cx="336263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Lower quartile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1−1.5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𝐼𝑄𝑅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5923" y="2458808"/>
                <a:ext cx="3362632" cy="369332"/>
              </a:xfrm>
              <a:prstGeom prst="rect">
                <a:avLst/>
              </a:prstGeom>
              <a:blipFill>
                <a:blip r:embed="rId6"/>
                <a:stretch>
                  <a:fillRect l="-1449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999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TM10001104[[fn=Feathered]]</Template>
  <TotalTime>287</TotalTime>
  <Words>108</Words>
  <Application>Microsoft Office PowerPoint</Application>
  <PresentationFormat>Widescreen</PresentationFormat>
  <Paragraphs>32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Calibri</vt:lpstr>
      <vt:lpstr>Cambria Math</vt:lpstr>
      <vt:lpstr>Century Schoolbook</vt:lpstr>
      <vt:lpstr>Corbel</vt:lpstr>
      <vt:lpstr>Fragment Core</vt:lpstr>
      <vt:lpstr>Feathered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the Centre of Data</dc:title>
  <dc:creator>Nine LABUSCHAGNE</dc:creator>
  <cp:lastModifiedBy>D'SOUZA Jillian [Baldivis Secondary College]</cp:lastModifiedBy>
  <cp:revision>53</cp:revision>
  <dcterms:created xsi:type="dcterms:W3CDTF">2018-06-26T04:43:42Z</dcterms:created>
  <dcterms:modified xsi:type="dcterms:W3CDTF">2019-07-26T05:04:55Z</dcterms:modified>
</cp:coreProperties>
</file>