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144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2128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ED88-7ABB-4FE6-B93F-DB4E027ABDDC}" type="datetimeFigureOut">
              <a:rPr lang="en-US" smtClean="0"/>
              <a:t>7/31/2019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16A9-E58D-4697-993D-D6304A04C7F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ED88-7ABB-4FE6-B93F-DB4E027ABDDC}" type="datetimeFigureOut">
              <a:rPr lang="en-US" smtClean="0"/>
              <a:t>7/31/2019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16A9-E58D-4697-993D-D6304A04C7F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ED88-7ABB-4FE6-B93F-DB4E027ABDDC}" type="datetimeFigureOut">
              <a:rPr lang="en-US" smtClean="0"/>
              <a:t>7/31/2019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16A9-E58D-4697-993D-D6304A04C7F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ED88-7ABB-4FE6-B93F-DB4E027ABDDC}" type="datetimeFigureOut">
              <a:rPr lang="en-US" smtClean="0"/>
              <a:t>7/31/2019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16A9-E58D-4697-993D-D6304A04C7F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ED88-7ABB-4FE6-B93F-DB4E027ABDDC}" type="datetimeFigureOut">
              <a:rPr lang="en-US" smtClean="0"/>
              <a:t>7/31/2019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16A9-E58D-4697-993D-D6304A04C7F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ED88-7ABB-4FE6-B93F-DB4E027ABDDC}" type="datetimeFigureOut">
              <a:rPr lang="en-US" smtClean="0"/>
              <a:t>7/31/2019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16A9-E58D-4697-993D-D6304A04C7F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ED88-7ABB-4FE6-B93F-DB4E027ABDDC}" type="datetimeFigureOut">
              <a:rPr lang="en-US" smtClean="0"/>
              <a:t>7/31/2019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16A9-E58D-4697-993D-D6304A04C7F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ED88-7ABB-4FE6-B93F-DB4E027ABDDC}" type="datetimeFigureOut">
              <a:rPr lang="en-US" smtClean="0"/>
              <a:t>7/31/2019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16A9-E58D-4697-993D-D6304A04C7F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ED88-7ABB-4FE6-B93F-DB4E027ABDDC}" type="datetimeFigureOut">
              <a:rPr lang="en-US" smtClean="0"/>
              <a:t>7/31/2019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16A9-E58D-4697-993D-D6304A04C7F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ED88-7ABB-4FE6-B93F-DB4E027ABDDC}" type="datetimeFigureOut">
              <a:rPr lang="en-US" smtClean="0"/>
              <a:t>7/31/2019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16A9-E58D-4697-993D-D6304A04C7F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ED88-7ABB-4FE6-B93F-DB4E027ABDDC}" type="datetimeFigureOut">
              <a:rPr lang="en-US" smtClean="0"/>
              <a:t>7/31/2019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16A9-E58D-4697-993D-D6304A04C7F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0ED88-7ABB-4FE6-B93F-DB4E027ABDDC}" type="datetimeFigureOut">
              <a:rPr lang="en-US" smtClean="0"/>
              <a:t>7/31/2019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816A9-E58D-4697-993D-D6304A04C7F5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>
            <a:grpSpLocks noChangeAspect="1"/>
          </p:cNvGrpSpPr>
          <p:nvPr/>
        </p:nvGrpSpPr>
        <p:grpSpPr>
          <a:xfrm>
            <a:off x="357166" y="214282"/>
            <a:ext cx="6286544" cy="2786083"/>
            <a:chOff x="357188" y="-197505"/>
            <a:chExt cx="8299450" cy="3851319"/>
          </a:xfrm>
        </p:grpSpPr>
        <p:sp>
          <p:nvSpPr>
            <p:cNvPr id="4" name="Line 5"/>
            <p:cNvSpPr>
              <a:spLocks noChangeShapeType="1"/>
            </p:cNvSpPr>
            <p:nvPr/>
          </p:nvSpPr>
          <p:spPr bwMode="auto">
            <a:xfrm flipV="1">
              <a:off x="1571625" y="14287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Line 6"/>
            <p:cNvSpPr>
              <a:spLocks noChangeShapeType="1"/>
            </p:cNvSpPr>
            <p:nvPr/>
          </p:nvSpPr>
          <p:spPr bwMode="auto">
            <a:xfrm flipV="1">
              <a:off x="7929563" y="14287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Line 7"/>
            <p:cNvSpPr>
              <a:spLocks noChangeShapeType="1"/>
            </p:cNvSpPr>
            <p:nvPr/>
          </p:nvSpPr>
          <p:spPr bwMode="auto">
            <a:xfrm flipH="1" flipV="1">
              <a:off x="1571625" y="357188"/>
              <a:ext cx="6364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4572000" y="142875"/>
              <a:ext cx="1495425" cy="4349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 flipV="1">
              <a:off x="5000625" y="14287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" name="Picture 10"/>
            <p:cNvPicPr>
              <a:picLocks noChangeAspect="1" noChangeArrowheads="1"/>
            </p:cNvPicPr>
            <p:nvPr/>
          </p:nvPicPr>
          <p:blipFill>
            <a:blip r:embed="rId2"/>
            <a:srcRect r="5539"/>
            <a:stretch>
              <a:fillRect/>
            </a:stretch>
          </p:blipFill>
          <p:spPr bwMode="auto">
            <a:xfrm>
              <a:off x="642938" y="2500313"/>
              <a:ext cx="8013700" cy="663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Line 5"/>
            <p:cNvSpPr>
              <a:spLocks noChangeShapeType="1"/>
            </p:cNvSpPr>
            <p:nvPr/>
          </p:nvSpPr>
          <p:spPr bwMode="auto">
            <a:xfrm flipV="1">
              <a:off x="2000250" y="100012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V="1">
              <a:off x="6929438" y="100012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 flipH="1" flipV="1">
              <a:off x="2000250" y="1214438"/>
              <a:ext cx="49244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2357438" y="1000125"/>
              <a:ext cx="1709737" cy="4349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V="1">
              <a:off x="2643188" y="100012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Line 5"/>
            <p:cNvSpPr>
              <a:spLocks noChangeShapeType="1"/>
            </p:cNvSpPr>
            <p:nvPr/>
          </p:nvSpPr>
          <p:spPr bwMode="auto">
            <a:xfrm flipV="1">
              <a:off x="2714625" y="185737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 flipV="1">
              <a:off x="5072063" y="185737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Line 7"/>
            <p:cNvSpPr>
              <a:spLocks noChangeShapeType="1"/>
            </p:cNvSpPr>
            <p:nvPr/>
          </p:nvSpPr>
          <p:spPr bwMode="auto">
            <a:xfrm flipH="1" flipV="1">
              <a:off x="2714625" y="2071688"/>
              <a:ext cx="23399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3143250" y="1857375"/>
              <a:ext cx="1495425" cy="4349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" name="Line 9"/>
            <p:cNvSpPr>
              <a:spLocks noChangeShapeType="1"/>
            </p:cNvSpPr>
            <p:nvPr/>
          </p:nvSpPr>
          <p:spPr bwMode="auto">
            <a:xfrm flipV="1">
              <a:off x="3500438" y="185737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Box 30"/>
            <p:cNvSpPr txBox="1">
              <a:spLocks noChangeArrowheads="1"/>
            </p:cNvSpPr>
            <p:nvPr/>
          </p:nvSpPr>
          <p:spPr bwMode="auto">
            <a:xfrm>
              <a:off x="357188" y="-197505"/>
              <a:ext cx="1058456" cy="24250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GB" dirty="0" smtClean="0"/>
            </a:p>
            <a:p>
              <a:r>
                <a:rPr lang="en-GB" dirty="0" smtClean="0"/>
                <a:t>FILM A</a:t>
              </a:r>
            </a:p>
            <a:p>
              <a:endParaRPr lang="en-GB" dirty="0"/>
            </a:p>
            <a:p>
              <a:r>
                <a:rPr lang="en-GB" dirty="0" smtClean="0"/>
                <a:t>FILM </a:t>
              </a:r>
              <a:r>
                <a:rPr lang="en-GB" dirty="0"/>
                <a:t>B</a:t>
              </a:r>
            </a:p>
            <a:p>
              <a:endParaRPr lang="en-GB" dirty="0"/>
            </a:p>
            <a:p>
              <a:r>
                <a:rPr lang="en-GB" dirty="0" smtClean="0"/>
                <a:t>FILM </a:t>
              </a:r>
              <a:r>
                <a:rPr lang="en-GB" dirty="0"/>
                <a:t>C</a:t>
              </a:r>
            </a:p>
          </p:txBody>
        </p:sp>
        <p:sp>
          <p:nvSpPr>
            <p:cNvPr id="21" name="TextBox 33"/>
            <p:cNvSpPr txBox="1">
              <a:spLocks noChangeArrowheads="1"/>
            </p:cNvSpPr>
            <p:nvPr/>
          </p:nvSpPr>
          <p:spPr bwMode="auto">
            <a:xfrm>
              <a:off x="2703932" y="3238949"/>
              <a:ext cx="3948833" cy="414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600" dirty="0"/>
                <a:t>Age of film </a:t>
              </a:r>
              <a:r>
                <a:rPr lang="en-GB" sz="1600" dirty="0" smtClean="0"/>
                <a:t>viewer (years)</a:t>
              </a:r>
            </a:p>
          </p:txBody>
        </p:sp>
      </p:grpSp>
      <p:grpSp>
        <p:nvGrpSpPr>
          <p:cNvPr id="25" name="Group 24"/>
          <p:cNvGrpSpPr>
            <a:grpSpLocks noChangeAspect="1"/>
          </p:cNvGrpSpPr>
          <p:nvPr/>
        </p:nvGrpSpPr>
        <p:grpSpPr>
          <a:xfrm>
            <a:off x="285728" y="4357686"/>
            <a:ext cx="6286544" cy="2786083"/>
            <a:chOff x="357188" y="-197505"/>
            <a:chExt cx="8299450" cy="3851319"/>
          </a:xfrm>
        </p:grpSpPr>
        <p:sp>
          <p:nvSpPr>
            <p:cNvPr id="26" name="Line 5"/>
            <p:cNvSpPr>
              <a:spLocks noChangeShapeType="1"/>
            </p:cNvSpPr>
            <p:nvPr/>
          </p:nvSpPr>
          <p:spPr bwMode="auto">
            <a:xfrm flipV="1">
              <a:off x="1571625" y="14287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Line 6"/>
            <p:cNvSpPr>
              <a:spLocks noChangeShapeType="1"/>
            </p:cNvSpPr>
            <p:nvPr/>
          </p:nvSpPr>
          <p:spPr bwMode="auto">
            <a:xfrm flipV="1">
              <a:off x="7929563" y="14287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 flipH="1" flipV="1">
              <a:off x="1571625" y="357188"/>
              <a:ext cx="6364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Rectangle 8"/>
            <p:cNvSpPr>
              <a:spLocks noChangeArrowheads="1"/>
            </p:cNvSpPr>
            <p:nvPr/>
          </p:nvSpPr>
          <p:spPr bwMode="auto">
            <a:xfrm>
              <a:off x="4572000" y="142875"/>
              <a:ext cx="1495425" cy="4349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" name="Line 9"/>
            <p:cNvSpPr>
              <a:spLocks noChangeShapeType="1"/>
            </p:cNvSpPr>
            <p:nvPr/>
          </p:nvSpPr>
          <p:spPr bwMode="auto">
            <a:xfrm flipV="1">
              <a:off x="5000625" y="14287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31" name="Picture 10"/>
            <p:cNvPicPr>
              <a:picLocks noChangeAspect="1" noChangeArrowheads="1"/>
            </p:cNvPicPr>
            <p:nvPr/>
          </p:nvPicPr>
          <p:blipFill>
            <a:blip r:embed="rId2"/>
            <a:srcRect r="5539"/>
            <a:stretch>
              <a:fillRect/>
            </a:stretch>
          </p:blipFill>
          <p:spPr bwMode="auto">
            <a:xfrm>
              <a:off x="642938" y="2500313"/>
              <a:ext cx="8013700" cy="663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" name="Line 5"/>
            <p:cNvSpPr>
              <a:spLocks noChangeShapeType="1"/>
            </p:cNvSpPr>
            <p:nvPr/>
          </p:nvSpPr>
          <p:spPr bwMode="auto">
            <a:xfrm flipV="1">
              <a:off x="2000250" y="100012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ine 6"/>
            <p:cNvSpPr>
              <a:spLocks noChangeShapeType="1"/>
            </p:cNvSpPr>
            <p:nvPr/>
          </p:nvSpPr>
          <p:spPr bwMode="auto">
            <a:xfrm flipV="1">
              <a:off x="6929438" y="100012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Line 7"/>
            <p:cNvSpPr>
              <a:spLocks noChangeShapeType="1"/>
            </p:cNvSpPr>
            <p:nvPr/>
          </p:nvSpPr>
          <p:spPr bwMode="auto">
            <a:xfrm flipH="1" flipV="1">
              <a:off x="2000250" y="1214438"/>
              <a:ext cx="49244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2357438" y="1000125"/>
              <a:ext cx="1709737" cy="4349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" name="Line 9"/>
            <p:cNvSpPr>
              <a:spLocks noChangeShapeType="1"/>
            </p:cNvSpPr>
            <p:nvPr/>
          </p:nvSpPr>
          <p:spPr bwMode="auto">
            <a:xfrm flipV="1">
              <a:off x="2643188" y="100012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Line 5"/>
            <p:cNvSpPr>
              <a:spLocks noChangeShapeType="1"/>
            </p:cNvSpPr>
            <p:nvPr/>
          </p:nvSpPr>
          <p:spPr bwMode="auto">
            <a:xfrm flipV="1">
              <a:off x="2714625" y="185737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Line 6"/>
            <p:cNvSpPr>
              <a:spLocks noChangeShapeType="1"/>
            </p:cNvSpPr>
            <p:nvPr/>
          </p:nvSpPr>
          <p:spPr bwMode="auto">
            <a:xfrm flipV="1">
              <a:off x="5072063" y="185737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Line 7"/>
            <p:cNvSpPr>
              <a:spLocks noChangeShapeType="1"/>
            </p:cNvSpPr>
            <p:nvPr/>
          </p:nvSpPr>
          <p:spPr bwMode="auto">
            <a:xfrm flipH="1" flipV="1">
              <a:off x="2714625" y="2071688"/>
              <a:ext cx="23399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Rectangle 8"/>
            <p:cNvSpPr>
              <a:spLocks noChangeArrowheads="1"/>
            </p:cNvSpPr>
            <p:nvPr/>
          </p:nvSpPr>
          <p:spPr bwMode="auto">
            <a:xfrm>
              <a:off x="3143250" y="1857375"/>
              <a:ext cx="1495425" cy="4349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1" name="Line 9"/>
            <p:cNvSpPr>
              <a:spLocks noChangeShapeType="1"/>
            </p:cNvSpPr>
            <p:nvPr/>
          </p:nvSpPr>
          <p:spPr bwMode="auto">
            <a:xfrm flipV="1">
              <a:off x="3500438" y="1857375"/>
              <a:ext cx="0" cy="479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TextBox 30"/>
            <p:cNvSpPr txBox="1">
              <a:spLocks noChangeArrowheads="1"/>
            </p:cNvSpPr>
            <p:nvPr/>
          </p:nvSpPr>
          <p:spPr bwMode="auto">
            <a:xfrm>
              <a:off x="357188" y="-197505"/>
              <a:ext cx="1058456" cy="24250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GB" dirty="0" smtClean="0"/>
            </a:p>
            <a:p>
              <a:r>
                <a:rPr lang="en-GB" dirty="0" smtClean="0"/>
                <a:t>FILM A</a:t>
              </a:r>
            </a:p>
            <a:p>
              <a:endParaRPr lang="en-GB" dirty="0"/>
            </a:p>
            <a:p>
              <a:r>
                <a:rPr lang="en-GB" dirty="0" smtClean="0"/>
                <a:t>FILM </a:t>
              </a:r>
              <a:r>
                <a:rPr lang="en-GB" dirty="0"/>
                <a:t>B</a:t>
              </a:r>
            </a:p>
            <a:p>
              <a:endParaRPr lang="en-GB" dirty="0"/>
            </a:p>
            <a:p>
              <a:r>
                <a:rPr lang="en-GB" dirty="0" smtClean="0"/>
                <a:t>FILM </a:t>
              </a:r>
              <a:r>
                <a:rPr lang="en-GB" dirty="0"/>
                <a:t>C</a:t>
              </a:r>
            </a:p>
          </p:txBody>
        </p:sp>
        <p:sp>
          <p:nvSpPr>
            <p:cNvPr id="43" name="TextBox 33"/>
            <p:cNvSpPr txBox="1">
              <a:spLocks noChangeArrowheads="1"/>
            </p:cNvSpPr>
            <p:nvPr/>
          </p:nvSpPr>
          <p:spPr bwMode="auto">
            <a:xfrm>
              <a:off x="2703932" y="3238949"/>
              <a:ext cx="3948833" cy="414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600" dirty="0"/>
                <a:t>Age of film </a:t>
              </a:r>
              <a:r>
                <a:rPr lang="en-GB" sz="1600" dirty="0" smtClean="0"/>
                <a:t>viewer (years)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</Words>
  <Application>Microsoft Office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Jeff</dc:creator>
  <cp:lastModifiedBy>Jillian D'SOUZA</cp:lastModifiedBy>
  <cp:revision>1</cp:revision>
  <cp:lastPrinted>2019-07-31T00:01:10Z</cp:lastPrinted>
  <dcterms:created xsi:type="dcterms:W3CDTF">2012-12-13T21:40:51Z</dcterms:created>
  <dcterms:modified xsi:type="dcterms:W3CDTF">2019-07-31T00:01:25Z</dcterms:modified>
</cp:coreProperties>
</file>