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5"/>
  </p:notesMasterIdLst>
  <p:sldIdLst>
    <p:sldId id="281" r:id="rId2"/>
    <p:sldId id="282" r:id="rId3"/>
    <p:sldId id="283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6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DA2A1-85B7-466A-B747-7004763E0129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55D62B-E197-44CC-A11E-5AE0BF567D4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2303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1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81097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50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0772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2886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7212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628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111077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00326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230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13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6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EBDBE5FB-98C5-43B5-A309-0E6EA2A7E251}" type="datetimeFigureOut">
              <a:rPr lang="en-AU" smtClean="0"/>
              <a:t>25/07/2019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3A101629-6834-4619-BD31-B5052C77FA31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66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Box and whisker plots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AU" sz="2800" b="1" dirty="0" smtClean="0">
                <a:solidFill>
                  <a:srgbClr val="FF5050"/>
                </a:solidFill>
                <a:latin typeface="Fragment Core" panose="02000504040000020003" pitchFamily="50" charset="0"/>
              </a:rPr>
              <a:t>how do we create a box and whisker plot?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013446" y="1593398"/>
            <a:ext cx="52309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1242C"/>
                </a:solidFill>
                <a:latin typeface="Lato"/>
              </a:rPr>
              <a:t>A box and whisker </a:t>
            </a:r>
            <a:r>
              <a:rPr lang="en-US" dirty="0" smtClean="0">
                <a:solidFill>
                  <a:srgbClr val="21242C"/>
                </a:solidFill>
                <a:latin typeface="Lato"/>
              </a:rPr>
              <a:t>plot is also </a:t>
            </a:r>
            <a:r>
              <a:rPr lang="en-US" dirty="0">
                <a:solidFill>
                  <a:srgbClr val="21242C"/>
                </a:solidFill>
                <a:latin typeface="Lato"/>
              </a:rPr>
              <a:t>called a box plot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1926782" y="2171750"/>
            <a:ext cx="5833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21242C"/>
                </a:solidFill>
                <a:latin typeface="Lato"/>
              </a:rPr>
              <a:t>It displays </a:t>
            </a:r>
            <a:r>
              <a:rPr lang="en-US" dirty="0">
                <a:solidFill>
                  <a:srgbClr val="21242C"/>
                </a:solidFill>
                <a:latin typeface="Lato"/>
              </a:rPr>
              <a:t>the five-number summary of a set of data.</a:t>
            </a:r>
            <a:endParaRPr lang="en-AU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32639" t="27531" r="45556" b="57140"/>
          <a:stretch/>
        </p:blipFill>
        <p:spPr>
          <a:xfrm>
            <a:off x="3592203" y="3520186"/>
            <a:ext cx="6068962" cy="239965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881251" y="3962637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4166387" y="4021630"/>
            <a:ext cx="0" cy="4522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474867" y="3923306"/>
            <a:ext cx="285136" cy="452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7" name="Straight Connector 16"/>
          <p:cNvCxnSpPr/>
          <p:nvPr/>
        </p:nvCxnSpPr>
        <p:spPr>
          <a:xfrm>
            <a:off x="8474867" y="4021629"/>
            <a:ext cx="0" cy="45228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208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51354" y="411796"/>
            <a:ext cx="905551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4000" dirty="0" smtClean="0"/>
              <a:t>25 , 28 , 29 , 29 , 30 , 34 , 35 , 35 , 37 , 38</a:t>
            </a:r>
            <a:endParaRPr lang="en-AU" sz="4000" dirty="0"/>
          </a:p>
        </p:txBody>
      </p:sp>
      <p:sp>
        <p:nvSpPr>
          <p:cNvPr id="4" name="Rectangle 3"/>
          <p:cNvSpPr/>
          <p:nvPr/>
        </p:nvSpPr>
        <p:spPr>
          <a:xfrm>
            <a:off x="393290" y="2068785"/>
            <a:ext cx="6096000" cy="37061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Min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-US" sz="32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st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Med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en-US" sz="32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rd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Max =</a:t>
            </a:r>
            <a:endParaRPr lang="en-AU" sz="32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219428"/>
              </p:ext>
            </p:extLst>
          </p:nvPr>
        </p:nvGraphicFramePr>
        <p:xfrm>
          <a:off x="3778860" y="5043408"/>
          <a:ext cx="812800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7685866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984342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30921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6731101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80245829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60108697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0365016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2849264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3923578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646397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5895803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7677966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64939627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7151280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6218451"/>
                    </a:ext>
                  </a:extLst>
                </a:gridCol>
              </a:tblGrid>
              <a:tr h="29401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125083"/>
                  </a:ext>
                </a:extLst>
              </a:tr>
              <a:tr h="29401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458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2787" y="2786540"/>
            <a:ext cx="6096000" cy="3706143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Min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1</a:t>
            </a:r>
            <a:r>
              <a:rPr lang="en-US" sz="32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st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Med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3</a:t>
            </a:r>
            <a:r>
              <a:rPr lang="en-US" sz="3200" baseline="30000" dirty="0">
                <a:solidFill>
                  <a:srgbClr val="222222"/>
                </a:solidFill>
                <a:latin typeface="arial" panose="020B0604020202020204" pitchFamily="34" charset="0"/>
              </a:rPr>
              <a:t>rd</a:t>
            </a: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 Q =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22222"/>
                </a:solidFill>
                <a:latin typeface="arial" panose="020B0604020202020204" pitchFamily="34" charset="0"/>
              </a:rPr>
              <a:t>Max =</a:t>
            </a:r>
            <a:endParaRPr lang="en-AU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280990"/>
              </p:ext>
            </p:extLst>
          </p:nvPr>
        </p:nvGraphicFramePr>
        <p:xfrm>
          <a:off x="7079226" y="258168"/>
          <a:ext cx="4247536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3897">
                  <a:extLst>
                    <a:ext uri="{9D8B030D-6E8A-4147-A177-3AD203B41FA5}">
                      <a16:colId xmlns:a16="http://schemas.microsoft.com/office/drawing/2014/main" val="1841742408"/>
                    </a:ext>
                  </a:extLst>
                </a:gridCol>
                <a:gridCol w="3303639">
                  <a:extLst>
                    <a:ext uri="{9D8B030D-6E8A-4147-A177-3AD203B41FA5}">
                      <a16:colId xmlns:a16="http://schemas.microsoft.com/office/drawing/2014/main" val="1276897036"/>
                    </a:ext>
                  </a:extLst>
                </a:gridCol>
              </a:tblGrid>
              <a:tr h="430147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Stem 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Leaf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734133"/>
                  </a:ext>
                </a:extLst>
              </a:tr>
              <a:tr h="43014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0   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1   4   9   9   9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3942"/>
                  </a:ext>
                </a:extLst>
              </a:tr>
              <a:tr h="43014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1   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3   8   8   9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383310"/>
                  </a:ext>
                </a:extLst>
              </a:tr>
              <a:tr h="43014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2   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800" dirty="0" smtClean="0"/>
                        <a:t>5   9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099723"/>
                  </a:ext>
                </a:extLst>
              </a:tr>
              <a:tr h="430147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/>
                        <a:t>3   </a:t>
                      </a:r>
                      <a:endParaRPr lang="en-AU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lain" startAt="2"/>
                      </a:pPr>
                      <a:r>
                        <a:rPr lang="en-US" sz="2800" dirty="0" smtClean="0"/>
                        <a:t> 5</a:t>
                      </a:r>
                      <a:endParaRPr lang="en-A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4609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693721"/>
              </p:ext>
            </p:extLst>
          </p:nvPr>
        </p:nvGraphicFramePr>
        <p:xfrm>
          <a:off x="3470787" y="5596466"/>
          <a:ext cx="812800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867">
                  <a:extLst>
                    <a:ext uri="{9D8B030D-6E8A-4147-A177-3AD203B41FA5}">
                      <a16:colId xmlns:a16="http://schemas.microsoft.com/office/drawing/2014/main" val="357685866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89843420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42309217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267311019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80245829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601086975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03650164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62849264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639235781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64639716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058958038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976779669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3649396273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071512800"/>
                    </a:ext>
                  </a:extLst>
                </a:gridCol>
                <a:gridCol w="541867">
                  <a:extLst>
                    <a:ext uri="{9D8B030D-6E8A-4147-A177-3AD203B41FA5}">
                      <a16:colId xmlns:a16="http://schemas.microsoft.com/office/drawing/2014/main" val="136218451"/>
                    </a:ext>
                  </a:extLst>
                </a:gridCol>
              </a:tblGrid>
              <a:tr h="29401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125083"/>
                  </a:ext>
                </a:extLst>
              </a:tr>
              <a:tr h="29401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5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871307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208</TotalTime>
  <Words>105</Words>
  <Application>Microsoft Office PowerPoint</Application>
  <PresentationFormat>Widescreen</PresentationFormat>
  <Paragraphs>30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Arial</vt:lpstr>
      <vt:lpstr>Calibri</vt:lpstr>
      <vt:lpstr>Century Schoolbook</vt:lpstr>
      <vt:lpstr>Corbel</vt:lpstr>
      <vt:lpstr>Fragment Core</vt:lpstr>
      <vt:lpstr>Lato</vt:lpstr>
      <vt:lpstr>Feathered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Centre of Data</dc:title>
  <dc:creator>Nine LABUSCHAGNE</dc:creator>
  <cp:lastModifiedBy>D'SOUZA Jillian [Baldivis Secondary College]</cp:lastModifiedBy>
  <cp:revision>47</cp:revision>
  <dcterms:created xsi:type="dcterms:W3CDTF">2018-06-26T04:43:42Z</dcterms:created>
  <dcterms:modified xsi:type="dcterms:W3CDTF">2019-07-25T04:34:03Z</dcterms:modified>
</cp:coreProperties>
</file>