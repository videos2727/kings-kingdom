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4"/>
  </p:notesMasterIdLst>
  <p:sldIdLst>
    <p:sldId id="298" r:id="rId2"/>
    <p:sldId id="266" r:id="rId3"/>
    <p:sldId id="267" r:id="rId4"/>
    <p:sldId id="289" r:id="rId5"/>
    <p:sldId id="290" r:id="rId6"/>
    <p:sldId id="299" r:id="rId7"/>
    <p:sldId id="300" r:id="rId8"/>
    <p:sldId id="286" r:id="rId9"/>
    <p:sldId id="291" r:id="rId10"/>
    <p:sldId id="292" r:id="rId11"/>
    <p:sldId id="293" r:id="rId12"/>
    <p:sldId id="294" r:id="rId1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5631" autoAdjust="0"/>
  </p:normalViewPr>
  <p:slideViewPr>
    <p:cSldViewPr snapToGrid="0" snapToObjects="1">
      <p:cViewPr varScale="1">
        <p:scale>
          <a:sx n="86" d="100"/>
          <a:sy n="86" d="100"/>
        </p:scale>
        <p:origin x="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04/05/2018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775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21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75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65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b-AI5zVV-A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49855F-21F8-4049-A170-EB24474579C6}"/>
              </a:ext>
            </a:extLst>
          </p:cNvPr>
          <p:cNvSpPr/>
          <p:nvPr/>
        </p:nvSpPr>
        <p:spPr>
          <a:xfrm>
            <a:off x="3222457" y="6240778"/>
            <a:ext cx="5747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https://www.youtube.com/watch?v=tb-AI5zVV-A</a:t>
            </a:r>
          </a:p>
        </p:txBody>
      </p:sp>
      <p:pic>
        <p:nvPicPr>
          <p:cNvPr id="10" name="Online Media 9">
            <a:hlinkClick r:id="" action="ppaction://media"/>
            <a:extLst>
              <a:ext uri="{FF2B5EF4-FFF2-40B4-BE49-F238E27FC236}">
                <a16:creationId xmlns:a16="http://schemas.microsoft.com/office/drawing/2014/main" id="{5E4A18A1-BD87-4988-A191-59706D12785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59644" y="342899"/>
            <a:ext cx="10272712" cy="57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Units of Energy – Watts, Kilowatts, and Kilowatt Hours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7" y="2057401"/>
            <a:ext cx="11129963" cy="443484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b="1" dirty="0"/>
              <a:t>Dot Points</a:t>
            </a:r>
            <a:endParaRPr lang="en-AU" sz="2800" dirty="0"/>
          </a:p>
          <a:p>
            <a:pPr marL="457200" lvl="1" indent="0">
              <a:buNone/>
            </a:pPr>
            <a:r>
              <a:rPr lang="en-AU" sz="2800" dirty="0"/>
              <a:t>1.3.15 Use units of energy to describe consumption of electricity, such as kilowatt hours</a:t>
            </a:r>
          </a:p>
          <a:p>
            <a:pPr marL="457200" lvl="1" indent="0">
              <a:buNone/>
            </a:pPr>
            <a:endParaRPr lang="en-AU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AU" sz="2800" b="1" dirty="0"/>
              <a:t>Contexts</a:t>
            </a:r>
          </a:p>
          <a:p>
            <a:pPr lvl="1">
              <a:buFontTx/>
              <a:buChar char="-"/>
            </a:pPr>
            <a:r>
              <a:rPr lang="en-AU" sz="2800" dirty="0"/>
              <a:t>Compare energy used for operating different appliances for given times</a:t>
            </a: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71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01/04/2018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Units of Energy?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957A-3F85-4204-8D9D-D1E88A4321E1}"/>
              </a:ext>
            </a:extLst>
          </p:cNvPr>
          <p:cNvSpPr txBox="1"/>
          <p:nvPr/>
        </p:nvSpPr>
        <p:spPr>
          <a:xfrm>
            <a:off x="2113523" y="1471395"/>
            <a:ext cx="9499899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energy used to run electrical appliances is measured in watts or kilowatts.</a:t>
            </a:r>
          </a:p>
          <a:p>
            <a:endParaRPr lang="en-AU" sz="2400" dirty="0"/>
          </a:p>
          <a:p>
            <a:r>
              <a:rPr lang="en-AU" sz="2400" dirty="0"/>
              <a:t>An electricity account measures kilowatt hours. </a:t>
            </a:r>
          </a:p>
          <a:p>
            <a:endParaRPr lang="en-AU" sz="2400" dirty="0"/>
          </a:p>
          <a:p>
            <a:r>
              <a:rPr lang="en-AU" sz="2400" u="sng" dirty="0"/>
              <a:t>Examples: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A heater rated at 1 kilowatt or 1000 watts means that when it is in use for one hour, 1 kilowatt of energy will be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A 40 watt light globe uses 0.04 kilowatt hours of energy per hour</a:t>
            </a:r>
          </a:p>
          <a:p>
            <a:endParaRPr lang="en-AU" sz="2400" dirty="0"/>
          </a:p>
          <a:p>
            <a:r>
              <a:rPr lang="en-AU" sz="2400" dirty="0"/>
              <a:t>1 kilowatt = 1kW = 1000 watts</a:t>
            </a:r>
          </a:p>
          <a:p>
            <a:r>
              <a:rPr lang="en-AU" sz="2400" dirty="0"/>
              <a:t>1 kilowatt hour = 1kWh (A unit of energy equivalent to 1kW of power used in one hour)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92E299-88FB-41CD-B3A5-25AB4D27A961}"/>
              </a:ext>
            </a:extLst>
          </p:cNvPr>
          <p:cNvSpPr txBox="1"/>
          <p:nvPr/>
        </p:nvSpPr>
        <p:spPr>
          <a:xfrm>
            <a:off x="35180" y="1327877"/>
            <a:ext cx="1812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energy used in electricity measured?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E31BC3-6751-4692-AFE2-70176C3CB03E}"/>
              </a:ext>
            </a:extLst>
          </p:cNvPr>
          <p:cNvSpPr txBox="1"/>
          <p:nvPr/>
        </p:nvSpPr>
        <p:spPr>
          <a:xfrm>
            <a:off x="-22315" y="2645134"/>
            <a:ext cx="1823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 kilowatt hour?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33FF-94B4-45B1-91A4-7D638650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G</a:t>
            </a:r>
            <a:r>
              <a:rPr lang="en-GB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uided</a:t>
            </a:r>
            <a:r>
              <a:rPr lang="en-GB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 Practice</a:t>
            </a:r>
            <a:endParaRPr lang="en-GB" sz="5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75CDB4-98D3-47F3-B150-AE6DDAF9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1"/>
            <a:ext cx="10437019" cy="35697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1F595D2-70A8-4559-97F6-DC414F82879D}"/>
              </a:ext>
            </a:extLst>
          </p:cNvPr>
          <p:cNvSpPr txBox="1"/>
          <p:nvPr/>
        </p:nvSpPr>
        <p:spPr>
          <a:xfrm>
            <a:off x="1993106" y="2743200"/>
            <a:ext cx="2064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4000 W</a:t>
            </a:r>
            <a:endParaRPr lang="en-GB" sz="2000" b="1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B511D-FDDC-4B0A-AEDC-980B1C8DFF72}"/>
              </a:ext>
            </a:extLst>
          </p:cNvPr>
          <p:cNvSpPr txBox="1"/>
          <p:nvPr/>
        </p:nvSpPr>
        <p:spPr>
          <a:xfrm>
            <a:off x="10603705" y="2743200"/>
            <a:ext cx="2064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348 W</a:t>
            </a:r>
            <a:endParaRPr lang="en-GB" sz="2000" b="1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D75CB7-B48A-4363-9CAC-0D6F73044098}"/>
              </a:ext>
            </a:extLst>
          </p:cNvPr>
          <p:cNvSpPr txBox="1"/>
          <p:nvPr/>
        </p:nvSpPr>
        <p:spPr>
          <a:xfrm>
            <a:off x="6394846" y="2738438"/>
            <a:ext cx="2064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2760 W</a:t>
            </a:r>
            <a:endParaRPr lang="en-GB" sz="2000" b="1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33B873-7C48-423C-8364-52AC03157298}"/>
              </a:ext>
            </a:extLst>
          </p:cNvPr>
          <p:cNvSpPr txBox="1"/>
          <p:nvPr/>
        </p:nvSpPr>
        <p:spPr>
          <a:xfrm>
            <a:off x="6622256" y="4857749"/>
            <a:ext cx="202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0.95 kW</a:t>
            </a:r>
            <a:endParaRPr lang="en-GB" sz="2000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30ADB5-492D-47BA-B6DF-0D91A4B705B1}"/>
              </a:ext>
            </a:extLst>
          </p:cNvPr>
          <p:cNvSpPr txBox="1"/>
          <p:nvPr/>
        </p:nvSpPr>
        <p:spPr>
          <a:xfrm>
            <a:off x="2763441" y="4857749"/>
            <a:ext cx="202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8 kW</a:t>
            </a:r>
            <a:endParaRPr lang="en-GB" sz="20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F98482-774C-4510-B433-878286BB823C}"/>
              </a:ext>
            </a:extLst>
          </p:cNvPr>
          <p:cNvSpPr txBox="1"/>
          <p:nvPr/>
        </p:nvSpPr>
        <p:spPr>
          <a:xfrm>
            <a:off x="10796587" y="4843460"/>
            <a:ext cx="202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1.275 kW</a:t>
            </a:r>
            <a:endParaRPr lang="en-GB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35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71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04/05/2018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calculate the energy used by electrical appliances?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/>
              <p:nvPr/>
            </p:nvSpPr>
            <p:spPr>
              <a:xfrm>
                <a:off x="2113523" y="1471395"/>
                <a:ext cx="9499899" cy="5302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The energy, (E), used by an appliance can be calculated by using this formula: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					where 		P = Power in watts</a:t>
                </a:r>
              </a:p>
              <a:p>
                <a:r>
                  <a:rPr lang="en-AU" sz="2000" dirty="0"/>
                  <a:t>								t = time in hours</a:t>
                </a:r>
              </a:p>
              <a:p>
                <a:r>
                  <a:rPr lang="en-AU" sz="2000" b="1" u="sng" dirty="0"/>
                  <a:t>Example</a:t>
                </a:r>
              </a:p>
              <a:p>
                <a:r>
                  <a:rPr lang="en-AU" sz="2000" dirty="0"/>
                  <a:t>Find the energy used by a 60 W light globe in 5 hours.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=0.3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en-AU" sz="20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523" y="1471395"/>
                <a:ext cx="9499899" cy="5302862"/>
              </a:xfrm>
              <a:prstGeom prst="rect">
                <a:avLst/>
              </a:prstGeom>
              <a:blipFill>
                <a:blip r:embed="rId3"/>
                <a:stretch>
                  <a:fillRect l="-706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392E299-88FB-41CD-B3A5-25AB4D27A961}"/>
              </a:ext>
            </a:extLst>
          </p:cNvPr>
          <p:cNvSpPr txBox="1"/>
          <p:nvPr/>
        </p:nvSpPr>
        <p:spPr>
          <a:xfrm>
            <a:off x="35179" y="1327876"/>
            <a:ext cx="18237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the formula for calculating Energy used by appliances?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E31BC3-6751-4692-AFE2-70176C3CB03E}"/>
              </a:ext>
            </a:extLst>
          </p:cNvPr>
          <p:cNvSpPr txBox="1"/>
          <p:nvPr/>
        </p:nvSpPr>
        <p:spPr>
          <a:xfrm>
            <a:off x="32719" y="3591133"/>
            <a:ext cx="18237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we use the formula to calculate energy?</a:t>
            </a:r>
          </a:p>
        </p:txBody>
      </p:sp>
    </p:spTree>
    <p:extLst>
      <p:ext uri="{BB962C8B-B14F-4D97-AF65-F5344CB8AC3E}">
        <p14:creationId xmlns:p14="http://schemas.microsoft.com/office/powerpoint/2010/main" val="187824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71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04/05/2018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calculate the energy used by electrical appliances?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/>
              <p:nvPr/>
            </p:nvSpPr>
            <p:spPr>
              <a:xfrm>
                <a:off x="2113523" y="1471395"/>
                <a:ext cx="9499899" cy="4792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The energy, (E), used by an appliance can be calculated by using this formula: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					where 		P = Power in watts</a:t>
                </a:r>
              </a:p>
              <a:p>
                <a:r>
                  <a:rPr lang="en-AU" sz="2000" dirty="0"/>
                  <a:t>								t = time in hours</a:t>
                </a:r>
              </a:p>
              <a:p>
                <a:r>
                  <a:rPr lang="en-AU" sz="2000" b="1" u="sng" dirty="0"/>
                  <a:t>Example</a:t>
                </a:r>
              </a:p>
              <a:p>
                <a:r>
                  <a:rPr lang="en-AU" sz="2000" dirty="0"/>
                  <a:t>Find the energy used by a 6kW heater that is used for 4 hours and 15 minutes to heat a room.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AU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AU" sz="2000" i="1">
                          <a:latin typeface="Cambria Math" panose="02040503050406030204" pitchFamily="18" charset="0"/>
                        </a:rPr>
                        <m:t>=6×4.25</m:t>
                      </m:r>
                    </m:oMath>
                  </m:oMathPara>
                </a14:m>
                <a:endParaRPr lang="en-AU" sz="2000" dirty="0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sz="2000" i="1">
                        <a:latin typeface="Cambria Math" panose="02040503050406030204" pitchFamily="18" charset="0"/>
                      </a:rPr>
                      <m:t>=25.5</m:t>
                    </m:r>
                  </m:oMath>
                </a14:m>
                <a:r>
                  <a:rPr lang="en-AU" sz="2000" dirty="0"/>
                  <a:t> kWh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93957A-3F85-4204-8D9D-D1E88A432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523" y="1471395"/>
                <a:ext cx="9499899" cy="4792787"/>
              </a:xfrm>
              <a:prstGeom prst="rect">
                <a:avLst/>
              </a:prstGeom>
              <a:blipFill>
                <a:blip r:embed="rId3"/>
                <a:stretch>
                  <a:fillRect l="-706" t="-6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3E31BC3-6751-4692-AFE2-70176C3CB03E}"/>
              </a:ext>
            </a:extLst>
          </p:cNvPr>
          <p:cNvSpPr txBox="1"/>
          <p:nvPr/>
        </p:nvSpPr>
        <p:spPr>
          <a:xfrm>
            <a:off x="23793" y="3563257"/>
            <a:ext cx="18237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we calculate Energy when we have kW?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DA7DE-953E-460D-A616-86A26973641E}"/>
              </a:ext>
            </a:extLst>
          </p:cNvPr>
          <p:cNvSpPr txBox="1"/>
          <p:nvPr/>
        </p:nvSpPr>
        <p:spPr>
          <a:xfrm>
            <a:off x="187579" y="1663528"/>
            <a:ext cx="18237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we use the formula to calculate energy?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2264B-4B3A-455A-9F57-57820E2F6763}"/>
              </a:ext>
            </a:extLst>
          </p:cNvPr>
          <p:cNvSpPr txBox="1"/>
          <p:nvPr/>
        </p:nvSpPr>
        <p:spPr>
          <a:xfrm>
            <a:off x="8484524" y="50929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20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924629-BE72-452B-8DFB-99ABA76C3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09205"/>
            <a:ext cx="11506200" cy="30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15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F075B-B0DD-4787-8A62-DECA7195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866573"/>
            <a:ext cx="11083775" cy="386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65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8B9CB-04DB-42A7-B481-B98E8DDED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" y="1925940"/>
            <a:ext cx="11063287" cy="40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48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2362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8E1607-BD82-437C-8695-78506FB83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169" y="1389854"/>
            <a:ext cx="10006012" cy="521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7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22362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9ADD52-0DAE-4201-8A56-C551E6F0E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93" y="1391141"/>
            <a:ext cx="9929813" cy="527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45258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1288</TotalTime>
  <Words>335</Words>
  <Application>Microsoft Office PowerPoint</Application>
  <PresentationFormat>Widescreen</PresentationFormat>
  <Paragraphs>100</Paragraphs>
  <Slides>12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Kiwi School Handwriting</vt:lpstr>
      <vt:lpstr>BSC Theme</vt:lpstr>
      <vt:lpstr>PowerPoint Presentation</vt:lpstr>
      <vt:lpstr>Units of Energy – Watts, Kilowatts, and Kilowatt Hours</vt:lpstr>
      <vt:lpstr>Learning Outcomes</vt:lpstr>
      <vt:lpstr>PowerPoint Presentation</vt:lpstr>
      <vt:lpstr>Guided Practice</vt:lpstr>
      <vt:lpstr>PowerPoint Presentation</vt:lpstr>
      <vt:lpstr>PowerPoint Presentation</vt:lpstr>
      <vt:lpstr>Task</vt:lpstr>
      <vt:lpstr>Task</vt:lpstr>
      <vt:lpstr>Task</vt:lpstr>
      <vt:lpstr>Task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Magdeline LUM</cp:lastModifiedBy>
  <cp:revision>73</cp:revision>
  <cp:lastPrinted>2018-05-03T00:24:35Z</cp:lastPrinted>
  <dcterms:created xsi:type="dcterms:W3CDTF">2018-02-13T05:48:53Z</dcterms:created>
  <dcterms:modified xsi:type="dcterms:W3CDTF">2018-05-04T00:47:40Z</dcterms:modified>
</cp:coreProperties>
</file>