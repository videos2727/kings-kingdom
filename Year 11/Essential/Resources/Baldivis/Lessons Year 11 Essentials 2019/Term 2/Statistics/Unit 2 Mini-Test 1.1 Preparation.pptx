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56" r:id="rId2"/>
    <p:sldId id="257" r:id="rId3"/>
    <p:sldId id="258" r:id="rId4"/>
    <p:sldId id="349" r:id="rId5"/>
    <p:sldId id="34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2B710-AA26-48F2-9B59-849DDD1AA618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E34C1-B3B0-45F8-A388-F1E249799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23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2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382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13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6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08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25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601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493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3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88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543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34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2B7B9C6-5F9A-434C-B7D1-8547ECDD02B0}" type="datetimeFigureOut">
              <a:rPr lang="en-GB" smtClean="0"/>
              <a:t>26/07/2018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D023A6D-DF00-4B14-9F0D-6E176BCE8C29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98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40FE-9AF7-4506-B55A-1D7106717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224" y="1105351"/>
            <a:ext cx="6353967" cy="3023981"/>
          </a:xfrm>
        </p:spPr>
        <p:txBody>
          <a:bodyPr anchor="b">
            <a:normAutofit/>
          </a:bodyPr>
          <a:lstStyle/>
          <a:p>
            <a:pPr algn="l"/>
            <a:r>
              <a:rPr lang="en-AU" sz="4800" dirty="0">
                <a:solidFill>
                  <a:srgbClr val="FFFFFF"/>
                </a:solidFill>
              </a:rPr>
              <a:t>Mini Test Preparation</a:t>
            </a:r>
            <a:endParaRPr lang="en-GB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DE890-ED35-4BD4-8EE7-8177D0022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3224" y="4297556"/>
            <a:ext cx="6353968" cy="1433391"/>
          </a:xfrm>
        </p:spPr>
        <p:txBody>
          <a:bodyPr anchor="t"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Year 11 Mathematics Essentials Unit 2 Mini-Test 1.1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76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1748-A57D-4480-8002-1C661C054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AU" dirty="0" err="1"/>
              <a:t>HistoGrams</a:t>
            </a:r>
            <a:br>
              <a:rPr lang="en-AU" dirty="0"/>
            </a:br>
            <a:r>
              <a:rPr lang="en-AU" dirty="0"/>
              <a:t>- Interpreting</a:t>
            </a:r>
            <a:br>
              <a:rPr lang="en-AU" dirty="0"/>
            </a:br>
            <a:r>
              <a:rPr lang="en-AU" dirty="0"/>
              <a:t>- Skewness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9EB2AA-A99D-4E69-8742-3AE077842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3095" y="804863"/>
            <a:ext cx="462981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7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14AFF-A1A6-4757-AF31-77563418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AU" sz="4400" dirty="0">
                <a:solidFill>
                  <a:srgbClr val="FFFFFF"/>
                </a:solidFill>
              </a:rPr>
              <a:t>Five Number Summary</a:t>
            </a:r>
            <a:br>
              <a:rPr lang="en-AU" sz="4400" dirty="0">
                <a:solidFill>
                  <a:srgbClr val="FFFFFF"/>
                </a:solidFill>
              </a:rPr>
            </a:br>
            <a:r>
              <a:rPr lang="en-AU" sz="4400" cap="none" dirty="0">
                <a:solidFill>
                  <a:srgbClr val="FFFFFF"/>
                </a:solidFill>
              </a:rPr>
              <a:t>- Minimum</a:t>
            </a:r>
            <a:br>
              <a:rPr lang="en-AU" sz="4400" cap="none" dirty="0">
                <a:solidFill>
                  <a:srgbClr val="FFFFFF"/>
                </a:solidFill>
              </a:rPr>
            </a:br>
            <a:r>
              <a:rPr lang="en-AU" sz="4400" cap="none" dirty="0">
                <a:solidFill>
                  <a:srgbClr val="FFFFFF"/>
                </a:solidFill>
              </a:rPr>
              <a:t>- Lower quartile</a:t>
            </a:r>
            <a:br>
              <a:rPr lang="en-AU" sz="4400" cap="none" dirty="0">
                <a:solidFill>
                  <a:srgbClr val="FFFFFF"/>
                </a:solidFill>
              </a:rPr>
            </a:br>
            <a:r>
              <a:rPr lang="en-AU" sz="4400" cap="none" dirty="0">
                <a:solidFill>
                  <a:srgbClr val="FFFFFF"/>
                </a:solidFill>
              </a:rPr>
              <a:t>- Median</a:t>
            </a:r>
            <a:br>
              <a:rPr lang="en-AU" sz="4400" cap="none" dirty="0">
                <a:solidFill>
                  <a:srgbClr val="FFFFFF"/>
                </a:solidFill>
              </a:rPr>
            </a:br>
            <a:r>
              <a:rPr lang="en-AU" sz="4400" cap="none" dirty="0">
                <a:solidFill>
                  <a:srgbClr val="FFFFFF"/>
                </a:solidFill>
              </a:rPr>
              <a:t>- Upper quartile</a:t>
            </a:r>
            <a:br>
              <a:rPr lang="en-AU" sz="4400" cap="none" dirty="0">
                <a:solidFill>
                  <a:srgbClr val="FFFFFF"/>
                </a:solidFill>
              </a:rPr>
            </a:br>
            <a:r>
              <a:rPr lang="en-AU" sz="4400" cap="none" dirty="0">
                <a:solidFill>
                  <a:srgbClr val="FFFFFF"/>
                </a:solidFill>
              </a:rPr>
              <a:t>- Maximum</a:t>
            </a:r>
            <a:br>
              <a:rPr lang="en-AU" sz="4400" dirty="0">
                <a:solidFill>
                  <a:srgbClr val="FFFFFF"/>
                </a:solidFill>
              </a:rPr>
            </a:br>
            <a:endParaRPr lang="en-GB" sz="44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8FFDC8-AA03-474F-AC91-2F2354271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0499" y="697044"/>
            <a:ext cx="8003136" cy="2229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326B25-0658-4CBE-B94E-3702B39260E6}"/>
              </a:ext>
            </a:extLst>
          </p:cNvPr>
          <p:cNvSpPr txBox="1"/>
          <p:nvPr/>
        </p:nvSpPr>
        <p:spPr>
          <a:xfrm>
            <a:off x="4421373" y="4105951"/>
            <a:ext cx="7421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solidFill>
                  <a:schemeClr val="accent2">
                    <a:lumMod val="75000"/>
                  </a:schemeClr>
                </a:solidFill>
              </a:rPr>
              <a:t>Don’t forget about the interquartile range!</a:t>
            </a:r>
            <a:endParaRPr lang="en-GB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769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129D-044C-4E91-9B6F-65632A806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Outliers</a:t>
            </a:r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FC82781-7821-4542-B3AE-A11C1D51C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007" y="1637439"/>
            <a:ext cx="8018462" cy="2996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BBF312-2B20-478A-9040-0C1ACB7C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559" y="3973535"/>
            <a:ext cx="2794501" cy="20432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F65AE3-C77F-4A9D-AE48-536DE2E70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583" y="3973535"/>
            <a:ext cx="3280186" cy="19856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0D526B-55C0-43A8-A516-450B05243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5415" y="6079776"/>
            <a:ext cx="3961017" cy="66819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4FCDA7D-2C9F-4DBF-8BA3-AC44E9B99BEA}"/>
              </a:ext>
            </a:extLst>
          </p:cNvPr>
          <p:cNvSpPr/>
          <p:nvPr/>
        </p:nvSpPr>
        <p:spPr>
          <a:xfrm>
            <a:off x="1596315" y="3973535"/>
            <a:ext cx="2852853" cy="20432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B09D56-BA51-48FA-8719-A9150AAFE596}"/>
              </a:ext>
            </a:extLst>
          </p:cNvPr>
          <p:cNvSpPr/>
          <p:nvPr/>
        </p:nvSpPr>
        <p:spPr>
          <a:xfrm>
            <a:off x="4502567" y="3973535"/>
            <a:ext cx="3280186" cy="19856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1C598D-4811-4F0B-A95C-06FCF4D71A14}"/>
              </a:ext>
            </a:extLst>
          </p:cNvPr>
          <p:cNvSpPr/>
          <p:nvPr/>
        </p:nvSpPr>
        <p:spPr>
          <a:xfrm>
            <a:off x="2408512" y="6090164"/>
            <a:ext cx="4081312" cy="668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22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26/07/2018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interpret a box and whisker plot? 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80752" y="1430144"/>
            <a:ext cx="1950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tell whether a value is an outlier?</a:t>
            </a:r>
            <a:endParaRPr lang="en-GB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18D14AC-7129-4403-BAA3-B219D26141E0}"/>
              </a:ext>
            </a:extLst>
          </p:cNvPr>
          <p:cNvSpPr txBox="1">
            <a:spLocks/>
          </p:cNvSpPr>
          <p:nvPr/>
        </p:nvSpPr>
        <p:spPr>
          <a:xfrm>
            <a:off x="2164139" y="1315583"/>
            <a:ext cx="3931862" cy="54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6B5349-C3F1-40A6-9B71-B11AE3F9E6A1}"/>
              </a:ext>
            </a:extLst>
          </p:cNvPr>
          <p:cNvCxnSpPr>
            <a:cxnSpLocks/>
          </p:cNvCxnSpPr>
          <p:nvPr/>
        </p:nvCxnSpPr>
        <p:spPr>
          <a:xfrm>
            <a:off x="8296614" y="1275471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AA3AB74-5978-46EB-BABB-7EE4C0C0168C}"/>
              </a:ext>
            </a:extLst>
          </p:cNvPr>
          <p:cNvSpPr txBox="1"/>
          <p:nvPr/>
        </p:nvSpPr>
        <p:spPr>
          <a:xfrm>
            <a:off x="8509162" y="1434233"/>
            <a:ext cx="347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Steps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8A32FA-E3DF-432D-B965-325F937C8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461" y="1337404"/>
            <a:ext cx="6195754" cy="2315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877A60-4456-49EF-81F2-3E98DC645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274" y="3149076"/>
            <a:ext cx="2794501" cy="20432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F2C783-9A00-48A2-A181-DE79E90B5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298" y="3149076"/>
            <a:ext cx="3280186" cy="19856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0FF93F-29F4-4183-A9AB-2BCE79108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9266" y="5732097"/>
            <a:ext cx="3961017" cy="6681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6CD49F0-FA46-4E2F-B6A8-0A590D185274}"/>
              </a:ext>
            </a:extLst>
          </p:cNvPr>
          <p:cNvSpPr/>
          <p:nvPr/>
        </p:nvSpPr>
        <p:spPr>
          <a:xfrm>
            <a:off x="2031030" y="3149076"/>
            <a:ext cx="2852853" cy="20432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D6087F-1393-42A7-81A2-E742C066FAE4}"/>
              </a:ext>
            </a:extLst>
          </p:cNvPr>
          <p:cNvSpPr/>
          <p:nvPr/>
        </p:nvSpPr>
        <p:spPr>
          <a:xfrm>
            <a:off x="4937282" y="3149076"/>
            <a:ext cx="3280186" cy="19856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930788-F069-44C7-94E0-EC6D4DA22700}"/>
              </a:ext>
            </a:extLst>
          </p:cNvPr>
          <p:cNvSpPr/>
          <p:nvPr/>
        </p:nvSpPr>
        <p:spPr>
          <a:xfrm>
            <a:off x="2802363" y="5742485"/>
            <a:ext cx="4081312" cy="668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10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132E-7F79-41CA-8D07-5ECA1594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Measures of Centre</a:t>
            </a:r>
            <a:br>
              <a:rPr lang="en-AU" dirty="0"/>
            </a:br>
            <a:r>
              <a:rPr lang="en-AU" dirty="0"/>
              <a:t>- Mean, Median, Mode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E31B47-D6F2-4744-92E3-D316EE693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2643555"/>
            <a:ext cx="8018462" cy="3307615"/>
          </a:xfrm>
          <a:prstGeom prst="rect">
            <a:avLst/>
          </a:prstGeom>
        </p:spPr>
      </p:pic>
      <p:sp>
        <p:nvSpPr>
          <p:cNvPr id="14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7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Kiwi School Handwriting</vt:lpstr>
      <vt:lpstr>Tw Cen MT</vt:lpstr>
      <vt:lpstr>Tw Cen MT Condensed</vt:lpstr>
      <vt:lpstr>Wingdings 3</vt:lpstr>
      <vt:lpstr>Integral</vt:lpstr>
      <vt:lpstr>Mini Test Preparation</vt:lpstr>
      <vt:lpstr>HistoGrams - Interpreting - Skewness</vt:lpstr>
      <vt:lpstr>Five Number Summary - Minimum - Lower quartile - Median - Upper quartile - Maximum </vt:lpstr>
      <vt:lpstr>Outliers</vt:lpstr>
      <vt:lpstr>PowerPoint Presentation</vt:lpstr>
      <vt:lpstr>Measures of Centre - Mean, Median,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Test Preparation</dc:title>
  <dc:creator>Magdeline LUM</dc:creator>
  <cp:lastModifiedBy>Magdeline LUM</cp:lastModifiedBy>
  <cp:revision>1</cp:revision>
  <dcterms:created xsi:type="dcterms:W3CDTF">2018-07-25T16:06:14Z</dcterms:created>
  <dcterms:modified xsi:type="dcterms:W3CDTF">2018-07-25T16:09:37Z</dcterms:modified>
</cp:coreProperties>
</file>