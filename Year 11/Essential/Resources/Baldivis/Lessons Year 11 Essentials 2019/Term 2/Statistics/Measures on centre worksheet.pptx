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</p:sldIdLst>
  <p:sldSz cx="6858000" cy="9906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7" autoAdjust="0"/>
    <p:restoredTop sz="94660"/>
  </p:normalViewPr>
  <p:slideViewPr>
    <p:cSldViewPr snapToGrid="0">
      <p:cViewPr varScale="1">
        <p:scale>
          <a:sx n="48" d="100"/>
          <a:sy n="48" d="100"/>
        </p:scale>
        <p:origin x="2274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7E0EC-7934-470E-B1E4-3DCBB90535F2}" type="datetimeFigureOut">
              <a:rPr lang="en-AU" smtClean="0"/>
              <a:t>27/06/2019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1723-28D4-4882-A5C8-AA008724DF2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949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7E0EC-7934-470E-B1E4-3DCBB90535F2}" type="datetimeFigureOut">
              <a:rPr lang="en-AU" smtClean="0"/>
              <a:t>27/06/2019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1723-28D4-4882-A5C8-AA008724DF2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5324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7E0EC-7934-470E-B1E4-3DCBB90535F2}" type="datetimeFigureOut">
              <a:rPr lang="en-AU" smtClean="0"/>
              <a:t>27/06/2019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1723-28D4-4882-A5C8-AA008724DF2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838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7E0EC-7934-470E-B1E4-3DCBB90535F2}" type="datetimeFigureOut">
              <a:rPr lang="en-AU" smtClean="0"/>
              <a:t>27/06/2019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1723-28D4-4882-A5C8-AA008724DF2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2144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7E0EC-7934-470E-B1E4-3DCBB90535F2}" type="datetimeFigureOut">
              <a:rPr lang="en-AU" smtClean="0"/>
              <a:t>27/06/2019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1723-28D4-4882-A5C8-AA008724DF2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4836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7E0EC-7934-470E-B1E4-3DCBB90535F2}" type="datetimeFigureOut">
              <a:rPr lang="en-AU" smtClean="0"/>
              <a:t>27/06/2019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1723-28D4-4882-A5C8-AA008724DF2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1478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7E0EC-7934-470E-B1E4-3DCBB90535F2}" type="datetimeFigureOut">
              <a:rPr lang="en-AU" smtClean="0"/>
              <a:t>27/06/2019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1723-28D4-4882-A5C8-AA008724DF2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0896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7E0EC-7934-470E-B1E4-3DCBB90535F2}" type="datetimeFigureOut">
              <a:rPr lang="en-AU" smtClean="0"/>
              <a:t>27/06/2019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1723-28D4-4882-A5C8-AA008724DF2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4851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7E0EC-7934-470E-B1E4-3DCBB90535F2}" type="datetimeFigureOut">
              <a:rPr lang="en-AU" smtClean="0"/>
              <a:t>27/06/2019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1723-28D4-4882-A5C8-AA008724DF2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3141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7E0EC-7934-470E-B1E4-3DCBB90535F2}" type="datetimeFigureOut">
              <a:rPr lang="en-AU" smtClean="0"/>
              <a:t>27/06/2019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1723-28D4-4882-A5C8-AA008724DF2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9181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7E0EC-7934-470E-B1E4-3DCBB90535F2}" type="datetimeFigureOut">
              <a:rPr lang="en-AU" smtClean="0"/>
              <a:t>27/06/2019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1723-28D4-4882-A5C8-AA008724DF2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9830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7E0EC-7934-470E-B1E4-3DCBB90535F2}" type="datetimeFigureOut">
              <a:rPr lang="en-AU" smtClean="0"/>
              <a:t>27/06/2019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2B1723-28D4-4882-A5C8-AA008724DF2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5037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BA9123-32F7-4F46-9A77-E79523D68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052" y="105655"/>
            <a:ext cx="5976730" cy="15886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D1E8B7-1F2A-4BA2-B7FC-DA3503436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773" y="1694309"/>
            <a:ext cx="5387009" cy="5978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B1A2B4-5493-407D-BA55-33FC69E432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48" y="2307893"/>
            <a:ext cx="5512905" cy="11807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B3F64D-6C87-44EC-9BEF-03864ADE4D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052" y="3504448"/>
            <a:ext cx="5566332" cy="8025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6D30F2-BBAA-4220-B5BA-1A81EF015F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267" y="4422521"/>
            <a:ext cx="6485465" cy="1752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3AF73D-3D26-4917-8112-E7B1FB9D33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267" y="6232660"/>
            <a:ext cx="6396989" cy="1752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A371A8-E923-4915-B835-9354D10A54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6267" y="8042799"/>
            <a:ext cx="6396989" cy="1409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762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C5B108C-2782-4187-8438-B97209A88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40" y="172279"/>
            <a:ext cx="6096000" cy="304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7A59AE-23D2-4901-B5F2-5639F51DE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096" y="3220279"/>
            <a:ext cx="6453808" cy="22810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2121D3-AF06-4D23-A13D-41E99DE069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096" y="5646655"/>
            <a:ext cx="6357730" cy="14658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5E75E2-01CD-4FAF-B6F1-0CBD6CFDC5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7153620"/>
            <a:ext cx="6858000" cy="252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877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7DF59-09E7-4332-B42C-A1FB8C5A6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Answers</a:t>
            </a:r>
            <a:br>
              <a:rPr lang="en-AU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B7EA3-F09E-41A1-9C46-47F7CB124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714" y="1484756"/>
            <a:ext cx="5915025" cy="628526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dirty="0"/>
              <a:t>1.	a i6	ii 6	iii7</a:t>
            </a:r>
          </a:p>
          <a:p>
            <a:pPr marL="0" indent="0">
              <a:buNone/>
            </a:pPr>
            <a:r>
              <a:rPr lang="en-AU" dirty="0"/>
              <a:t>	B i16.5	ii17	iii16 and 18</a:t>
            </a:r>
          </a:p>
          <a:p>
            <a:pPr marL="0" indent="0">
              <a:buNone/>
            </a:pPr>
            <a:r>
              <a:rPr lang="en-AU" dirty="0"/>
              <a:t>2a 1 cup	b 2 cups	c 1.8 cups</a:t>
            </a:r>
          </a:p>
          <a:p>
            <a:pPr marL="0" indent="0">
              <a:buNone/>
            </a:pPr>
            <a:r>
              <a:rPr lang="en-AU" dirty="0"/>
              <a:t>5 a bus : mean=39.7 median=40.5</a:t>
            </a:r>
          </a:p>
          <a:p>
            <a:pPr marL="0" indent="0">
              <a:buNone/>
            </a:pPr>
            <a:r>
              <a:rPr lang="en-AU" dirty="0"/>
              <a:t>      tram mean=49.1 median=49</a:t>
            </a:r>
          </a:p>
          <a:p>
            <a:pPr marL="0" indent="0">
              <a:buNone/>
            </a:pPr>
            <a:r>
              <a:rPr lang="en-AU" dirty="0"/>
              <a:t>    b tram data has higher mean and median but as there are fewer tram trips per day the bus is more popular</a:t>
            </a:r>
          </a:p>
          <a:p>
            <a:pPr marL="0" indent="0">
              <a:buNone/>
            </a:pPr>
            <a:r>
              <a:rPr lang="en-AU" dirty="0"/>
              <a:t>6 $185604</a:t>
            </a:r>
          </a:p>
          <a:p>
            <a:pPr marL="0" indent="0">
              <a:buNone/>
            </a:pPr>
            <a:r>
              <a:rPr lang="en-AU" dirty="0"/>
              <a:t>7 3144km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1 a mean $183 770 median $147200 </a:t>
            </a:r>
          </a:p>
          <a:p>
            <a:pPr marL="0" indent="0">
              <a:buNone/>
            </a:pPr>
            <a:r>
              <a:rPr lang="en-AU" dirty="0"/>
              <a:t> b  mean</a:t>
            </a:r>
          </a:p>
          <a:p>
            <a:pPr marL="0" indent="0">
              <a:buNone/>
            </a:pPr>
            <a:r>
              <a:rPr lang="en-AU" dirty="0"/>
              <a:t> c median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3 a mean=3.19mm	     median=0 mm    mode  = 0mm</a:t>
            </a:r>
          </a:p>
          <a:p>
            <a:pPr marL="0" indent="0">
              <a:buNone/>
            </a:pPr>
            <a:r>
              <a:rPr lang="en-AU" dirty="0"/>
              <a:t>	b – median not central as most values = 0 </a:t>
            </a:r>
          </a:p>
          <a:p>
            <a:pPr marL="0" indent="0">
              <a:buNone/>
            </a:pPr>
            <a:r>
              <a:rPr lang="en-AU" dirty="0"/>
              <a:t>	c most common value = 0 </a:t>
            </a:r>
          </a:p>
          <a:p>
            <a:pPr marL="0" indent="0">
              <a:buNone/>
            </a:pPr>
            <a:r>
              <a:rPr lang="en-AU" dirty="0"/>
              <a:t>	d  yes, 21mm and 42 mm</a:t>
            </a:r>
          </a:p>
          <a:p>
            <a:pPr marL="0" indent="0">
              <a:buNone/>
            </a:pPr>
            <a:r>
              <a:rPr lang="en-AU" dirty="0"/>
              <a:t>	e no – valid data must be included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32502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</TotalTime>
  <Words>3</Words>
  <Application>Microsoft Office PowerPoint</Application>
  <PresentationFormat>A4 Paper (210x297 mm)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Answers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WILSON James [Baldivis Secondary College]</cp:lastModifiedBy>
  <cp:revision>5</cp:revision>
  <cp:lastPrinted>2019-06-27T04:54:07Z</cp:lastPrinted>
  <dcterms:created xsi:type="dcterms:W3CDTF">2019-06-27T04:42:28Z</dcterms:created>
  <dcterms:modified xsi:type="dcterms:W3CDTF">2019-06-27T05:09:39Z</dcterms:modified>
</cp:coreProperties>
</file>