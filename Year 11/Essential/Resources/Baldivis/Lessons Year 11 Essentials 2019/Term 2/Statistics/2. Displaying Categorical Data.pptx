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2" r:id="rId3"/>
    <p:sldId id="266" r:id="rId4"/>
    <p:sldId id="267" r:id="rId5"/>
    <p:sldId id="268" r:id="rId6"/>
    <p:sldId id="269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DA34B-2EDC-4CCF-82DE-30DB05C5B99F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46280-E1E0-4CCE-A674-EEDE4DE3C7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7993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745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79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6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46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6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53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972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694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426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746F-5628-47D3-84F3-F87F0B02F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09E3B-9941-4300-8409-DD2D4AAF2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274A-7F13-48C0-B389-5C490B1D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C99A5-D5BC-4770-A731-A2DF6762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0889-D568-4DC1-AA0D-B5A1325A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42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CF46-3D31-4C62-9535-856AFA3C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D7788-9AE1-40F0-8979-53672FA77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396F3-9104-49E5-A3F7-0E7767C9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82B41-34B7-49B4-8ED4-BCA2006F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1683F-FCE5-40D9-979F-77F9AAAB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14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0E3C-8A46-4F37-B1FD-5904B675A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768A4-1C8E-410E-8649-34FC14664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84541-F101-434B-9A41-2625FED0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943E-F7D7-4FFC-B23B-6A68416E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99944-FA34-44F6-B363-A28590F8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808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ABAF-98E3-45E6-8B86-6E4490D5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6134-B118-4875-8411-BCCACC9C7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37BEF-C70C-4E26-911E-2E9BA7081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13DC3-E3FD-4361-AF49-27B97F5F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0263-9CDE-426C-8B59-ED4CF8D5B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C2D60-F8AB-4F4E-A84F-B1637BEA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303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90DD-9C65-4728-AD80-4FEAC39D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CBBC2-4935-4CD0-BB33-485861E27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EFA80-177C-4858-B8D7-2FA318E45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984A7-4A1B-4F5D-A205-23EE04C4A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C36EF-86BD-4D18-B9F8-40D175FA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FE44D-5A79-43F0-9FC5-DE8BD6EA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AEC1B-44C8-4FC1-ABF3-045A1F4B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C9D37-915A-4426-BD53-75650AB9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58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F380-4DF9-4D38-ACE7-31FF464D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72F87-D5ED-4952-8470-602D72E8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48375-5429-46AA-B1E5-7EE79CF6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ED61A-8546-4BF3-95BA-A666FC10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990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7E989-F73F-427A-930C-77067995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EF7A2-93EA-4471-83BF-E6017843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48FB-AC78-4E90-BB71-0CAB48CC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58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A362-F66D-45F0-AFB7-7F70941D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3000-2068-46B2-84D8-1FE45E576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5C733-9564-406B-8835-015EA010E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1E923-10D4-435C-9753-1DD6EFDF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2DCC3-F369-49E1-B3FE-B8871318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A2092-5135-46D3-BB68-31F9F60F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41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D63F-B9FB-418B-BD08-8199A392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31862-D716-400B-AB81-828CD8F92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9565D-33E2-4B48-A597-38FC2CB26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9B01C-4644-48DB-BEA3-631B9C6E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1F809-69D7-40B2-A691-9175A731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598FB-47BC-48E7-AF8E-7601A8E0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4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DB39-49B3-4D48-ACB0-55C92A4DD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048D0-3240-43F1-B73B-4FFC2047D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F6217-6419-482B-85E2-0E3C6263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A001-BA1A-4945-9F8D-3EBE6199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30F89-789C-4E0D-A66A-3E3413AB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12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90D29-A14B-4687-839C-0B19FCB6C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F900E-B2DB-4C15-BB3F-8C5B990D9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8F401-7F83-428F-86E4-2443235D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956C7-A5D3-4AA0-957F-D2E3C45F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A8A56-3E98-43A7-AF28-99A68259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9769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65270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5198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5336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878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07BAF-5C94-4BD3-9928-7B8A7DCD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F1CF0-B342-4FBF-A3B9-CEB77447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EDDBD-C2E3-4168-98B2-04C799449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7905B-B914-49D1-AC8C-10B1EA3221DC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6C59E-52DA-4799-AE8E-D499CD03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4DDD4-857A-4C17-BE05-C6335BFAE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59F5B-11CC-4CBB-AD8E-B3FE32FF2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972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11 Essentials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Displaying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089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Categorical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categorical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3094729"/>
            <a:ext cx="9544926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Is the above scenario categorical data or numerical data?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It’s categorical because the data is divided into categories: different kinds of cakes.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How can we display this data? 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CD70C37-3E75-44CE-B94C-5911DBB21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879" y="1419411"/>
            <a:ext cx="10218535" cy="141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089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Categorical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categorical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CD70C37-3E75-44CE-B94C-5911DBB21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95" y="1315025"/>
            <a:ext cx="10218535" cy="14118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0A366E-F0A5-49F4-84E3-29B3154BA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" y="3299935"/>
            <a:ext cx="11703311" cy="222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089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Categorical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categorical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CD70C37-3E75-44CE-B94C-5911DBB21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95" y="1315025"/>
            <a:ext cx="10218535" cy="1411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ECE39D-3175-43B3-9551-901BD6340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10" y="3074049"/>
            <a:ext cx="11222182" cy="33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1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089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Categorical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categorical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CD70C37-3E75-44CE-B94C-5911DBB21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95" y="1315025"/>
            <a:ext cx="10218535" cy="14118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24B04-2774-4E00-8F30-A05EDA884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93" y="3229053"/>
            <a:ext cx="11327476" cy="311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089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Categorical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can we display categorical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CD70C37-3E75-44CE-B94C-5911DBB21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95" y="1315025"/>
            <a:ext cx="10218535" cy="1411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1F1B19-AD9A-469D-B855-424DA0660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79" y="2873481"/>
            <a:ext cx="11044844" cy="36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8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D18DD9-369E-4519-A25C-1BFAC6FC1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29" y="57888"/>
            <a:ext cx="10584873" cy="5689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D82BF8-1536-4AD1-B63F-70611AA34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858" y="5804214"/>
            <a:ext cx="9487592" cy="853178"/>
          </a:xfrm>
          <a:prstGeom prst="rect">
            <a:avLst/>
          </a:prstGeom>
          <a:ln w="76200">
            <a:solidFill>
              <a:srgbClr val="7030A0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24EE8B-408B-4091-9315-5D27DB768887}"/>
              </a:ext>
            </a:extLst>
          </p:cNvPr>
          <p:cNvSpPr/>
          <p:nvPr/>
        </p:nvSpPr>
        <p:spPr>
          <a:xfrm>
            <a:off x="936567" y="4283825"/>
            <a:ext cx="3967942" cy="376844"/>
          </a:xfrm>
          <a:prstGeom prst="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03F3CC-31A1-4346-ACC1-601D515D6576}"/>
              </a:ext>
            </a:extLst>
          </p:cNvPr>
          <p:cNvSpPr/>
          <p:nvPr/>
        </p:nvSpPr>
        <p:spPr>
          <a:xfrm>
            <a:off x="978131" y="4717103"/>
            <a:ext cx="6115396" cy="376844"/>
          </a:xfrm>
          <a:prstGeom prst="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9095D0-0EE0-4AD6-8520-6C2C9C718AF7}"/>
              </a:ext>
            </a:extLst>
          </p:cNvPr>
          <p:cNvSpPr/>
          <p:nvPr/>
        </p:nvSpPr>
        <p:spPr>
          <a:xfrm>
            <a:off x="839585" y="5150381"/>
            <a:ext cx="4064923" cy="376844"/>
          </a:xfrm>
          <a:prstGeom prst="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BB47E-6E8D-45CE-A06A-439537E5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169"/>
            <a:ext cx="12192000" cy="44928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9EE3B0-CC2E-41EE-87D1-D23D83BDB715}"/>
              </a:ext>
            </a:extLst>
          </p:cNvPr>
          <p:cNvSpPr txBox="1"/>
          <p:nvPr/>
        </p:nvSpPr>
        <p:spPr>
          <a:xfrm>
            <a:off x="521507" y="5752407"/>
            <a:ext cx="700428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Complete the worksheet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129</Words>
  <Application>Microsoft Office PowerPoint</Application>
  <PresentationFormat>Widescreen</PresentationFormat>
  <Paragraphs>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Fragment Core</vt:lpstr>
      <vt:lpstr>Office Theme</vt:lpstr>
      <vt:lpstr>Displaying Categorical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Displaying Categorical Data</dc:title>
  <dc:creator>Nine LABUSCHAGNE</dc:creator>
  <cp:lastModifiedBy>LABUSCHAGNE Nine [Baldivis Secondary College]</cp:lastModifiedBy>
  <cp:revision>6</cp:revision>
  <dcterms:created xsi:type="dcterms:W3CDTF">2018-06-18T00:55:36Z</dcterms:created>
  <dcterms:modified xsi:type="dcterms:W3CDTF">2018-06-18T01:09:10Z</dcterms:modified>
</cp:coreProperties>
</file>