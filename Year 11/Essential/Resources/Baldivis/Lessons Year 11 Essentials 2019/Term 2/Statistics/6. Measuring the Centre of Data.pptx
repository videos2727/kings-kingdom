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0" r:id="rId2"/>
    <p:sldId id="262" r:id="rId3"/>
    <p:sldId id="266" r:id="rId4"/>
    <p:sldId id="267" r:id="rId5"/>
    <p:sldId id="268" r:id="rId6"/>
    <p:sldId id="269" r:id="rId7"/>
    <p:sldId id="263" r:id="rId8"/>
    <p:sldId id="264" r:id="rId9"/>
    <p:sldId id="270" r:id="rId10"/>
    <p:sldId id="265" r:id="rId11"/>
    <p:sldId id="272" r:id="rId12"/>
    <p:sldId id="271" r:id="rId13"/>
    <p:sldId id="273" r:id="rId14"/>
    <p:sldId id="274" r:id="rId15"/>
    <p:sldId id="275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78" d="100"/>
          <a:sy n="78" d="100"/>
        </p:scale>
        <p:origin x="57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7DA2A1-85B7-466A-B747-7004763E0129}" type="datetimeFigureOut">
              <a:rPr lang="en-AU" smtClean="0"/>
              <a:t>26/06/2018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5D62B-E197-44CC-A11E-5AE0BF567D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2303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7171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29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303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664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19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16674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5921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76751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1665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24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D343C-FE9C-4701-B080-BF55EBBD0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7F10D5-DFE7-4F79-A01A-1C00A9D79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550E2-756E-46AB-8F8C-BAAD07744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26/06/2018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4FF0D-CD01-49B3-9852-640306F94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A484C-8CA6-47A2-9732-3373D4091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7912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4B7E1-8BD0-464B-8BED-150B3DBDA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20060-BD0C-47E1-A56E-EA4A77B39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9C82B-F444-4E7F-9579-162112ECD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26/06/2018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66B91-71BF-409C-9413-B3ED22DFA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E718-97A7-4BC5-A767-3F6D3CD33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6257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09794-3E5C-457F-8026-78FC5FFCF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E0807-2DEC-4DB9-9D6A-D4085FD24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788DA-7BBF-486D-BFA0-143B48634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26/06/2018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FCF3E-9B7C-4FF0-A6C1-D6D9C0528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F59B5-1FD1-4879-865E-0948EE6AE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0077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DE037-6A31-482A-8839-9F21BE9C8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A3BA6-90EE-4D17-8B28-3C7650E485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9077F9-6EB2-4271-8C12-20DD37D69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0B7E2-68BB-413B-B5EA-F637BE5B4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26/06/2018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08EDCB-6601-46A4-A49D-4C5AAB9BE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A7A7B-7F70-4643-85AD-B1C5B57CE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3316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2782D-D712-4307-9797-16882DE20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54729-127E-4DD5-BC3C-13249828C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58FA3-AE40-4623-93B5-E6A37B5B9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620185-B742-44F9-AB9A-D50C34FC80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4AD804-B293-4A2A-AF62-670363F6A9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E5C22A-A86A-4DF5-AEA0-6BB1EE187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26/06/2018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221F03-FE74-42FF-96F7-6ED01B022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C02E7-468C-45D0-B62F-3CAB09B65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5082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F34BA-5DE1-4FCE-92B0-FFD3BF3C7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046CC4-71B0-4660-BBE8-CA0A250D6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26/06/2018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06E9E6-8F12-45CD-90DF-AEAEA4FB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33E9A3-F8B4-4203-93F7-5B2DB4A82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3864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B12B8A-6C3F-4C13-B62C-4839F4F84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26/06/2018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3BF4F3-7B2E-4B94-86CD-551AC37C6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CA1CD-212D-4C0E-891A-DECE3319A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3794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0A305-9C63-4023-8932-DAF1F3D97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348AB-9859-4969-81AF-0CD1A0125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89562-6F3D-467B-98BA-F2043B6B34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F9191-CD5A-43C9-AAAA-E6C91865D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26/06/2018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91BEC-EAB4-43D7-98DF-95F4F38EB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7202C-C68E-43BD-AD8D-82CC0E65E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0741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2F9B3-A8DC-4716-A8A3-7FF24792A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AADAAC-6A1B-4222-A12F-5C86B93223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FFDCE3-32E2-4A26-BA2B-DF39F8945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17571-9F8C-4064-9601-6F2936863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26/06/2018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0BB57-0C40-487B-AA8E-EE50A79A6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D19F9-CEC3-4A98-8477-0F8FBBCC9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7057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22B8-3BCE-4185-8938-9246FAF21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01738-5FCB-4FCD-9157-2779752D76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F3392-9B80-49DD-AD7B-2CDF47CFF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26/06/2018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6EE29-B46E-41B0-9F91-4025ACB4E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6B86A-3047-45E3-8900-0D102C196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9062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5FBC7A-8B24-40D9-9EBA-72C9BC7BD1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F3AD6-197E-436A-97D2-75A3DF918B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AD49B-FDAF-45C1-9CB0-5AF3DA479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26/06/2018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CCEEC-888D-4D6B-AF6E-EEE8F610D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33639-99DC-4A5B-A75F-26CC8DD4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6449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58709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64470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14067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63027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45D9A7-30E0-4C9D-A8E4-369583F7A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C26D1-3615-4F2B-88B5-051C13BBD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7F47C-C723-4B95-B367-A2AF194605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BE5FB-98C5-43B5-A309-0E6EA2A7E251}" type="datetimeFigureOut">
              <a:rPr lang="en-AU" smtClean="0"/>
              <a:t>26/06/2018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D9203-6DE7-4316-BA69-CC066AE27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FC321-C458-481B-931C-6DFCFF3C2F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779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11 Essentials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Measuring the Centre of Data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5719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Centre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can we better describe the data?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measure the centre of the data?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4" y="1574750"/>
            <a:ext cx="9544926" cy="304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Sometimes its easier to compare and describe data sets if we can measure the centre of the data.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There are </a:t>
            </a:r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three statistics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 that are used to measure the centre of the data set:</a:t>
            </a:r>
          </a:p>
          <a:p>
            <a:pPr marL="914400" lvl="1" indent="-457200" defTabSz="914126">
              <a:buFont typeface="+mj-lt"/>
              <a:buAutoNum type="arabicPeriod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Mode</a:t>
            </a:r>
          </a:p>
          <a:p>
            <a:pPr marL="914400" lvl="1" indent="-457200" defTabSz="914126">
              <a:buFont typeface="+mj-lt"/>
              <a:buAutoNum type="arabicPeriod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Mean</a:t>
            </a:r>
          </a:p>
          <a:p>
            <a:pPr marL="914400" lvl="1" indent="-457200" defTabSz="914126">
              <a:buFont typeface="+mj-lt"/>
              <a:buAutoNum type="arabicPeriod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Median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5719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Centre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the Mode?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measure the centre of the data?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4" y="1574750"/>
            <a:ext cx="9544926" cy="4891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For discrete numerical data, the </a:t>
            </a:r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mode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 is the most frequently occurring value in the data set.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If a data set has two values which occurs frequently we say the data is </a:t>
            </a:r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bimodal</a:t>
            </a: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For continuous numerical data, we cannot talk about a mode in this way because no two data values will be exactly equal. Instead use </a:t>
            </a:r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modal class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, which is the class or group that occurs the most frequently.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CEF07CB-AC51-4FC5-B595-9FDC5F431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154" y="3138413"/>
            <a:ext cx="3077159" cy="204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107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5719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Centre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the Mean?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measure the centre of the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9C5E1B9-15C0-4241-80A5-2AEB01183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637" y="1493244"/>
            <a:ext cx="10209777" cy="18061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BE65269-515F-4035-A236-32B82C80C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208" y="3585692"/>
            <a:ext cx="4944646" cy="297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946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5719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Centre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measure the centre of the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DE18B10-35DC-4162-9897-1D0E23064AB1}"/>
              </a:ext>
            </a:extLst>
          </p:cNvPr>
          <p:cNvSpPr txBox="1"/>
          <p:nvPr/>
        </p:nvSpPr>
        <p:spPr>
          <a:xfrm>
            <a:off x="0" y="1556611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the Median?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C2A310-97D5-4A88-A553-D8EDC95A2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131" y="1485640"/>
            <a:ext cx="8518749" cy="8404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6792AE-B9BA-4C04-A2D2-FB05EDBBF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118" y="2659569"/>
            <a:ext cx="10742019" cy="11694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C14FD2-40F8-40C2-AE96-83F91D5177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6118" y="4146445"/>
            <a:ext cx="10742020" cy="126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596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5B1D29-E9E2-44EF-8D37-D47C0A0EC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694" y="0"/>
            <a:ext cx="93306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087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7BE755-C45C-4E1A-8C5A-83F7DD8F85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1742"/>
          <a:stretch/>
        </p:blipFill>
        <p:spPr>
          <a:xfrm>
            <a:off x="0" y="0"/>
            <a:ext cx="12192000" cy="192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7BE755-C45C-4E1A-8C5A-83F7DD8F8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81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526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957731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7BE4BE-3636-4AF8-9A5A-D6F9B06D5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1930"/>
            <a:ext cx="12192000" cy="488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2D4AEE3-BE9B-4E75-91A2-8A8EB94FB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24" y="1983821"/>
            <a:ext cx="8786293" cy="243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681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2375BA2-F0AA-4EC0-BB62-4FDB1BC9D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246"/>
            <a:ext cx="12192000" cy="644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198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C3AC35-DBD8-421C-A19F-8834F21FC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763" y="2626598"/>
            <a:ext cx="7346626" cy="107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761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5719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Centre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measure the centre of the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DE18B10-35DC-4162-9897-1D0E23064AB1}"/>
              </a:ext>
            </a:extLst>
          </p:cNvPr>
          <p:cNvSpPr txBox="1"/>
          <p:nvPr/>
        </p:nvSpPr>
        <p:spPr>
          <a:xfrm>
            <a:off x="0" y="1556611"/>
            <a:ext cx="1845938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Choosing the correct measure of data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E42661-AC7A-47FA-B21B-923877411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423" y="1410191"/>
            <a:ext cx="10215914" cy="11121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EFDF29-BBD5-4166-9EA2-1946F4968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6183" y="2631579"/>
            <a:ext cx="7313366" cy="422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155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B6AD19-991C-419D-94AE-E56B626C7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6277"/>
            <a:ext cx="12192000" cy="442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616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945E40-E080-4D84-BF8F-6F63230D6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801"/>
            <a:ext cx="12192000" cy="30729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5A4231-34F6-4864-8DF0-D0FEC318A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63048"/>
            <a:ext cx="12192000" cy="327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173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263</Words>
  <Application>Microsoft Office PowerPoint</Application>
  <PresentationFormat>Widescreen</PresentationFormat>
  <Paragraphs>59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Fragment Core</vt:lpstr>
      <vt:lpstr>Office Theme</vt:lpstr>
      <vt:lpstr>Measuring the Centre of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Measuring the Centre of Data</dc:title>
  <dc:creator>Nine LABUSCHAGNE</dc:creator>
  <cp:lastModifiedBy>Nine LABUSCHAGNE</cp:lastModifiedBy>
  <cp:revision>10</cp:revision>
  <dcterms:created xsi:type="dcterms:W3CDTF">2018-06-26T04:43:42Z</dcterms:created>
  <dcterms:modified xsi:type="dcterms:W3CDTF">2018-06-26T06:08:45Z</dcterms:modified>
</cp:coreProperties>
</file>