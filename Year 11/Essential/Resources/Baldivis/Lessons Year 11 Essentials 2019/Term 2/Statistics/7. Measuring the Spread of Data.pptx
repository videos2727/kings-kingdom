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61" r:id="rId3"/>
    <p:sldId id="266" r:id="rId4"/>
    <p:sldId id="267" r:id="rId5"/>
    <p:sldId id="262" r:id="rId6"/>
    <p:sldId id="268" r:id="rId7"/>
    <p:sldId id="269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C8F10E-E19B-4600-8162-76D6273F1024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6F9AEF-780B-4BBB-8016-FB85C632E7D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025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5597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667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5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5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68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9196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360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82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09F6A-BCAD-4F46-A89B-72789B471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135D4-1785-479C-B7A6-6D3E8D5D0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7485D-2D43-45EC-9A1F-C175422D3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E4210-C234-4475-8A2A-4780F4772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A16A-5F95-4869-B7A8-2ED3F6F0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486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8E38C-854E-4365-9D6D-5810B6502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BE377-9B77-4CC8-A43E-A865E1AE1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ACA05-1238-4F3B-9D3C-627D6A76F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96216-065C-439F-8C55-98652A137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A8629-C761-4059-B2D7-ECABE02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177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FF87C-6E3E-4B15-B961-BFA3169E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9945F-3EFF-46B1-AE00-18536E998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B4364-DBD4-4352-A65B-A058127D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2E304-FB4C-4064-A7D8-DFC76B51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8733D-C62E-4C15-89BA-8C7C6F96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870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61B4-14FA-49BB-860B-1FB5AA509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F1D0D-8359-43B4-9E3C-96DC5FF4D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3358E-7E4B-4F92-A8C4-118691A9E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D0241-B4EB-43B6-8F13-4FE3CE930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735F7-A550-4047-BCAE-C6EED239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7702F-3EEF-4F2F-BFEF-5846D487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16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5C3D-5384-45F1-9FD3-DDEAA5DA2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5C572-EFBF-4CE3-8C10-5806B600A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C6C365-E9EA-4614-956B-BFC27FD7A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CD1B5-F05D-4C9E-B237-C5B78E134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31B29-3202-4686-8D00-D18B93487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990DFA-0AE9-41A1-A5AC-1B12D56B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C8A57-0F05-44E1-AB6A-D1C9552DA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9D7BF-A83B-4BAC-AF3A-5AACF510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580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AF30-4727-489F-B67C-E8EF35C59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6EF4C-5C3F-41DA-B12E-1E398166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0D051-4A06-4704-9BFE-82BFB8D56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92E9E8-2943-453A-94BD-67532930C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5948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DAB976-EF2F-4C71-86C1-56FE3EBD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8AB71B-56C2-428B-9B22-3BAF5329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9DCAF-830E-4B78-89D5-B83009E94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61167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FC3A-2A0C-4E2B-8F22-257F2921D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446F4-AA6F-498D-AD8E-4E61971C2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6D9C5-BBCC-4C0F-85E8-A30E65036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4EF60-9E07-4304-9A74-6EF652563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08A29-342C-45F3-A820-9FD36B79E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BDBB1-DDE4-4F23-A96A-420EA2D4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22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B1297-7AAF-493C-BFF0-B3E06847F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E68E2D-F145-4896-93D3-3E59908B5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5E046-F38B-43CA-AF78-590DF978F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CBE73-9F7C-45F6-91E3-24B763255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279355-C448-491F-82F6-62F19157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40CBF-0C2A-42DD-99B2-348CBF46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3712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D02AC-7CE1-48F8-8848-360B5D229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CBC8B3-9F9D-43F8-994B-D638C56338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3A705-B0C3-441C-8BFA-A16F07817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41091-3054-47E3-8003-C5653C7B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F4EF9-2C5D-4052-A0A6-C1EB5529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6622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A690B2-1A16-4990-A600-82AD492221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C3A85-3C8F-4DD7-B63A-77F8981DF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C6145-3D19-4A8A-96FA-BF387DC5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E5D2A-2696-4F5B-9FC0-DF0C7FF69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4CFA6-9B75-4E76-BF4F-8C787EF6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472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82408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54549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01416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02966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68928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0A4B25-C0CC-4A1A-9388-0F19A4853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B1960-9D40-40A5-94D7-03436900C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DB11A-C353-44D6-90C9-57161632B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93C16-F855-42AB-9843-5B3F7B15888E}" type="datetimeFigureOut">
              <a:rPr lang="en-AU" smtClean="0"/>
              <a:t>26/06/2018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39647-CF00-4B9B-9799-1EC343C40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B9B04-87D2-47DA-B242-5155F2BC5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EA25A-044A-4638-A4D0-7923B27B79B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468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11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Measuring the Spread of Data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085" y="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1BE462-4557-47B1-ABAC-178604304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7191"/>
            <a:ext cx="12192000" cy="486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BE4381-EB89-4D8F-8F5E-E3D1242D4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092" y="1311701"/>
            <a:ext cx="10239375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49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58E7BE0-1404-486E-A847-DAC4BB09E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608535"/>
            <a:ext cx="12192000" cy="440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8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Range?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5DC1162-94CC-4B8E-85AD-F95109768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65" y="1423916"/>
            <a:ext cx="10301831" cy="134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73EF26-EE6B-4A80-9C74-F773F8127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381" y="2886933"/>
            <a:ext cx="3929734" cy="392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are Quartiles and the Interquartile Range?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7F6C65-DB60-49E1-A2BA-2ADE941A59E7}"/>
              </a:ext>
            </a:extLst>
          </p:cNvPr>
          <p:cNvSpPr txBox="1"/>
          <p:nvPr/>
        </p:nvSpPr>
        <p:spPr>
          <a:xfrm>
            <a:off x="2011837" y="1457431"/>
            <a:ext cx="98249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median divides the data into two half’s. These half’s are divided in half again by the </a:t>
            </a:r>
            <a:r>
              <a:rPr lang="en-AU" sz="2400" b="1" dirty="0"/>
              <a:t>quartiles.</a:t>
            </a:r>
          </a:p>
          <a:p>
            <a:endParaRPr lang="en-AU" sz="2400" dirty="0"/>
          </a:p>
          <a:p>
            <a:r>
              <a:rPr lang="en-AU" sz="2400" dirty="0"/>
              <a:t>The middle value of the lower half of the data is called the </a:t>
            </a:r>
            <a:r>
              <a:rPr lang="en-AU" sz="2400" b="1" dirty="0"/>
              <a:t>lower quartile</a:t>
            </a:r>
            <a:r>
              <a:rPr lang="en-AU" sz="2400" dirty="0"/>
              <a:t> or </a:t>
            </a:r>
            <a:r>
              <a:rPr lang="en-AU" sz="2400" b="1" dirty="0"/>
              <a:t>25</a:t>
            </a:r>
            <a:r>
              <a:rPr lang="en-AU" sz="2400" b="1" baseline="30000" dirty="0"/>
              <a:t>th</a:t>
            </a:r>
            <a:r>
              <a:rPr lang="en-AU" sz="2400" b="1" dirty="0"/>
              <a:t> percentile. </a:t>
            </a:r>
          </a:p>
          <a:p>
            <a:endParaRPr lang="en-AU" sz="2400" b="1" dirty="0"/>
          </a:p>
          <a:p>
            <a:r>
              <a:rPr lang="en-AU" sz="2400" dirty="0"/>
              <a:t>The middle value of the top half of the data is called the </a:t>
            </a:r>
            <a:r>
              <a:rPr lang="en-AU" sz="2400" b="1" dirty="0"/>
              <a:t>upper quartile</a:t>
            </a:r>
            <a:r>
              <a:rPr lang="en-AU" sz="2400" dirty="0"/>
              <a:t> or </a:t>
            </a:r>
            <a:r>
              <a:rPr lang="en-AU" sz="2400" b="1" dirty="0"/>
              <a:t>75</a:t>
            </a:r>
            <a:r>
              <a:rPr lang="en-AU" sz="2400" b="1" baseline="30000" dirty="0"/>
              <a:t>th</a:t>
            </a:r>
            <a:r>
              <a:rPr lang="en-AU" sz="2400" b="1" dirty="0"/>
              <a:t> percentile. </a:t>
            </a:r>
          </a:p>
          <a:p>
            <a:endParaRPr lang="en-AU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76AED-FFCE-4ED1-BD60-B4E655B66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128" y="5017419"/>
            <a:ext cx="9877623" cy="178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650EF7-596A-467E-9C41-2D2430ACE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842962"/>
            <a:ext cx="109347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83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5133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665717-C6A0-4424-9F5C-F88C77FB6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0526"/>
            <a:ext cx="12192000" cy="11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1C0A45-F62D-4B8F-B1A5-72EF0A902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3415"/>
            <a:ext cx="12192000" cy="6071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155</Words>
  <Application>Microsoft Office PowerPoint</Application>
  <PresentationFormat>Widescreen</PresentationFormat>
  <Paragraphs>34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Fragment Core</vt:lpstr>
      <vt:lpstr>Office Theme</vt:lpstr>
      <vt:lpstr>Measuring the Spread of Data</vt:lpstr>
      <vt:lpstr>From Last Lesson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Measuring the Spread of Data</dc:title>
  <dc:creator>Nine LABUSCHAGNE</dc:creator>
  <cp:lastModifiedBy>LABUSCHAGNE Nine [Baldivis Secondary College]</cp:lastModifiedBy>
  <cp:revision>6</cp:revision>
  <dcterms:created xsi:type="dcterms:W3CDTF">2018-06-26T06:09:02Z</dcterms:created>
  <dcterms:modified xsi:type="dcterms:W3CDTF">2018-06-26T06:48:28Z</dcterms:modified>
</cp:coreProperties>
</file>