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3"/>
  </p:notesMasterIdLst>
  <p:sldIdLst>
    <p:sldId id="266" r:id="rId2"/>
    <p:sldId id="267" r:id="rId3"/>
    <p:sldId id="268" r:id="rId4"/>
    <p:sldId id="284" r:id="rId5"/>
    <p:sldId id="286" r:id="rId6"/>
    <p:sldId id="265" r:id="rId7"/>
    <p:sldId id="285" r:id="rId8"/>
    <p:sldId id="270" r:id="rId9"/>
    <p:sldId id="280" r:id="rId10"/>
    <p:sldId id="283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94655"/>
  </p:normalViewPr>
  <p:slideViewPr>
    <p:cSldViewPr snapToGrid="0" snapToObjects="1">
      <p:cViewPr>
        <p:scale>
          <a:sx n="87" d="100"/>
          <a:sy n="87" d="100"/>
        </p:scale>
        <p:origin x="66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0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11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2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243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8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48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0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44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7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27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1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26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34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82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1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580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42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3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326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0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67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Hourglass_2.sv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Measurement – Area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Miss Lum </a:t>
            </a:r>
          </a:p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11 Essentials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AU" sz="2800" dirty="0"/>
              <a:t>1.3.5 Choose and use appropriate metric units of area, their abbreviations and conversions between them</a:t>
            </a:r>
          </a:p>
          <a:p>
            <a:pPr marL="457200" lvl="1" indent="0">
              <a:buNone/>
            </a:pPr>
            <a:r>
              <a:rPr lang="en-AU" sz="2800" dirty="0"/>
              <a:t>1.3.6 Estimate the areas of different shapes</a:t>
            </a:r>
          </a:p>
          <a:p>
            <a:pPr marL="457200" lvl="1" indent="0">
              <a:buNone/>
            </a:pPr>
            <a:r>
              <a:rPr lang="en-AU" sz="2800" dirty="0"/>
              <a:t>1.3.7 Convert between units of area and other area units</a:t>
            </a:r>
          </a:p>
          <a:p>
            <a:pPr marL="457200" lvl="1" indent="0">
              <a:buNone/>
            </a:pPr>
            <a:r>
              <a:rPr lang="en-AU" sz="2800" dirty="0"/>
              <a:t>1.3.8 Calculate areas of rectangles, </a:t>
            </a:r>
            <a:r>
              <a:rPr lang="en-AU" sz="2800" dirty="0" err="1"/>
              <a:t>trianles</a:t>
            </a:r>
            <a:r>
              <a:rPr lang="en-AU" sz="2800" dirty="0"/>
              <a:t>, and composite shapes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983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find the area of rectangles and squares?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3957A-3F85-4204-8D9D-D1E88A4321E1}"/>
              </a:ext>
            </a:extLst>
          </p:cNvPr>
          <p:cNvSpPr txBox="1"/>
          <p:nvPr/>
        </p:nvSpPr>
        <p:spPr>
          <a:xfrm>
            <a:off x="2113523" y="1511224"/>
            <a:ext cx="94998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area of a two-dimensional shape is a measure of the space it occupies. </a:t>
            </a:r>
          </a:p>
          <a:p>
            <a:endParaRPr lang="en-AU" dirty="0"/>
          </a:p>
          <a:p>
            <a:endParaRPr lang="en-AU" dirty="0"/>
          </a:p>
          <a:p>
            <a:r>
              <a:rPr lang="en-AU" b="1" u="sng" dirty="0"/>
              <a:t>Area Formulas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B214C3-E8D7-4E68-9DC9-C7790A9E6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721" y="2968315"/>
            <a:ext cx="1894444" cy="21779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29BBF8-FDD7-4F07-B9D8-7ED204E0E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815" y="2968315"/>
            <a:ext cx="2617973" cy="246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0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983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units of measurement for area?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units of measurement for area are mm</a:t>
            </a:r>
            <a:r>
              <a:rPr lang="en-AU" baseline="30000" dirty="0"/>
              <a:t>2</a:t>
            </a:r>
            <a:r>
              <a:rPr lang="en-AU" dirty="0"/>
              <a:t>, cm</a:t>
            </a:r>
            <a:r>
              <a:rPr lang="en-AU" baseline="30000" dirty="0"/>
              <a:t>2</a:t>
            </a:r>
            <a:r>
              <a:rPr lang="en-AU" dirty="0"/>
              <a:t>, m</a:t>
            </a:r>
            <a:r>
              <a:rPr lang="en-AU" baseline="30000" dirty="0"/>
              <a:t>2</a:t>
            </a:r>
            <a:r>
              <a:rPr lang="en-AU" dirty="0"/>
              <a:t>, and hectares to list a few common ones. There are many more.</a:t>
            </a:r>
          </a:p>
          <a:p>
            <a:endParaRPr lang="en-AU" dirty="0"/>
          </a:p>
          <a:p>
            <a:r>
              <a:rPr lang="en-AU" b="1" u="sng" dirty="0"/>
              <a:t>Converting Between Units of Measurements of Area </a:t>
            </a:r>
          </a:p>
          <a:p>
            <a:endParaRPr lang="en-AU" b="1" u="sng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9087DB-C5E7-486F-B16D-25EEEA68C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971" y="2806250"/>
            <a:ext cx="6194771" cy="374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30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Converting Metric Units of Length and Area Time Trial</a:t>
            </a:r>
            <a:endParaRPr lang="en-GB" sz="2400" dirty="0"/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0701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7097" y="764373"/>
            <a:ext cx="9409103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B86731-931D-4F7D-8709-5D3B54C05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8" y="1607269"/>
            <a:ext cx="6181188" cy="52507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0DFA72-C394-410B-B7A2-15CAB07C9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328" y="1956332"/>
            <a:ext cx="3429000" cy="190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F19D76-D20B-41B9-ACFB-0F7ADFCC7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23" y="4677430"/>
            <a:ext cx="329565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24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Task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39ADCF-FE1B-4051-B2EC-C832F4267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988" y="2193925"/>
            <a:ext cx="10162023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2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3B32-1CEC-49B0-9E03-FBDDAAF5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Task</a:t>
            </a:r>
            <a:endParaRPr lang="en-GB" sz="5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215A3-D221-4A6B-87AD-293B8FBC9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MAWA Essentials Maths, Questions 1 – 7, p 47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8953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983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find the area of triangles?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A0EE366E-B9A0-41F3-A776-4C66671F0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119" y="2040119"/>
            <a:ext cx="2534732" cy="2421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93FD5E-4D9D-4493-8C4C-017AB99BA622}"/>
              </a:ext>
            </a:extLst>
          </p:cNvPr>
          <p:cNvSpPr txBox="1"/>
          <p:nvPr/>
        </p:nvSpPr>
        <p:spPr>
          <a:xfrm>
            <a:off x="1993063" y="1467420"/>
            <a:ext cx="9905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u="sng" dirty="0"/>
              <a:t>Area Formula</a:t>
            </a:r>
          </a:p>
        </p:txBody>
      </p:sp>
    </p:spTree>
    <p:extLst>
      <p:ext uri="{BB962C8B-B14F-4D97-AF65-F5344CB8AC3E}">
        <p14:creationId xmlns:p14="http://schemas.microsoft.com/office/powerpoint/2010/main" val="52280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3B32-1CEC-49B0-9E03-FBDDAAF5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Task</a:t>
            </a:r>
            <a:endParaRPr lang="en-GB" sz="5400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6812216-D837-47A0-8768-E1AA292FC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8095" y="1697389"/>
            <a:ext cx="8215810" cy="515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72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3B32-1CEC-49B0-9E03-FBDDAAF5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Task</a:t>
            </a:r>
            <a:endParaRPr lang="en-GB" sz="5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8EEFE3-76B5-4AA0-B8FF-1C9A9868A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45923" y="1763095"/>
            <a:ext cx="8000375" cy="492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97056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1020</TotalTime>
  <Words>196</Words>
  <Application>Microsoft Office PowerPoint</Application>
  <PresentationFormat>Widescreen</PresentationFormat>
  <Paragraphs>56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Kiwi School Handwriting</vt:lpstr>
      <vt:lpstr>BSC Theme</vt:lpstr>
      <vt:lpstr>Measurement – Area</vt:lpstr>
      <vt:lpstr>Learning Outcomes</vt:lpstr>
      <vt:lpstr>PowerPoint Presentation</vt:lpstr>
      <vt:lpstr>PowerPoint Presentation</vt:lpstr>
      <vt:lpstr>Task</vt:lpstr>
      <vt:lpstr>Example</vt:lpstr>
      <vt:lpstr>Task</vt:lpstr>
      <vt:lpstr>Task</vt:lpstr>
      <vt:lpstr>PowerPoint Presentation</vt:lpstr>
      <vt:lpstr>Task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LUM Magdeline [Baldivis Secondary College]</cp:lastModifiedBy>
  <cp:revision>43</cp:revision>
  <dcterms:created xsi:type="dcterms:W3CDTF">2018-02-13T05:48:53Z</dcterms:created>
  <dcterms:modified xsi:type="dcterms:W3CDTF">2018-02-27T13:16:37Z</dcterms:modified>
</cp:coreProperties>
</file>