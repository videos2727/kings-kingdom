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7"/>
  </p:notesMasterIdLst>
  <p:sldIdLst>
    <p:sldId id="266" r:id="rId2"/>
    <p:sldId id="267" r:id="rId3"/>
    <p:sldId id="268" r:id="rId4"/>
    <p:sldId id="286" r:id="rId5"/>
    <p:sldId id="28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74560" autoAdjust="0"/>
  </p:normalViewPr>
  <p:slideViewPr>
    <p:cSldViewPr snapToGrid="0" snapToObjects="1">
      <p:cViewPr varScale="1">
        <p:scale>
          <a:sx n="69" d="100"/>
          <a:sy n="69" d="100"/>
        </p:scale>
        <p:origin x="70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07/03/2018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Discuss with students the strategies of how to complete each task and what would be expected.</a:t>
            </a:r>
          </a:p>
          <a:p>
            <a:pPr marL="171450" indent="-171450">
              <a:buFontTx/>
              <a:buChar char="-"/>
            </a:pPr>
            <a:r>
              <a:rPr lang="en-AU" dirty="0"/>
              <a:t>CUBE strategy for maths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Circle key numbers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Underline the question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Box any math action words. Write operation sign if possible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Eliminate any unnecessary information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Solve and check answer</a:t>
            </a:r>
          </a:p>
          <a:p>
            <a:pPr marL="457200" lvl="1" indent="0">
              <a:buFontTx/>
              <a:buNone/>
            </a:pPr>
            <a:endParaRPr lang="en-AU" dirty="0"/>
          </a:p>
          <a:p>
            <a:r>
              <a:rPr lang="en-AU" dirty="0"/>
              <a:t>Communication of findings must be done in Standard Australian English with full sentences when required. Units of measurement must be included.</a:t>
            </a:r>
          </a:p>
          <a:p>
            <a:r>
              <a:rPr lang="en-AU" dirty="0"/>
              <a:t>A-grade level: Consideration of real world practicalities in the answer must also be demonstrated, (included in the answer). Every measurement or calculation made has meaning.</a:t>
            </a:r>
          </a:p>
          <a:p>
            <a:pPr marL="628650" lvl="1" indent="-171450">
              <a:buFontTx/>
              <a:buChar char="-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Practical Activity – Area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dirty="0"/>
              <a:t>1.3.5 Choose and use appropriate metric units of area, their abbreviations and conversions between them</a:t>
            </a:r>
          </a:p>
          <a:p>
            <a:pPr marL="457200" lvl="1" indent="0">
              <a:buNone/>
            </a:pPr>
            <a:r>
              <a:rPr lang="en-AU" sz="2800" dirty="0"/>
              <a:t>1.3.6 Estimate the areas of different shapes</a:t>
            </a:r>
          </a:p>
          <a:p>
            <a:pPr marL="457200" lvl="1" indent="0">
              <a:buNone/>
            </a:pPr>
            <a:r>
              <a:rPr lang="en-AU" sz="2800" dirty="0"/>
              <a:t>1.3.7 Convert between units of area and other area units</a:t>
            </a:r>
          </a:p>
          <a:p>
            <a:pPr marL="457200" lvl="1" indent="0">
              <a:buNone/>
            </a:pPr>
            <a:r>
              <a:rPr lang="en-AU" sz="2800" dirty="0"/>
              <a:t>1.3.8 Calculate areas of rectangles, triangles, and composite shapes</a:t>
            </a:r>
          </a:p>
          <a:p>
            <a:pPr marL="457200" lvl="1" indent="0">
              <a:buNone/>
            </a:pPr>
            <a:endParaRPr lang="en-AU" sz="2800" dirty="0"/>
          </a:p>
          <a:p>
            <a:pPr marL="457200" lvl="1" indent="0">
              <a:buNone/>
            </a:pPr>
            <a:r>
              <a:rPr lang="en-AU" sz="2800" dirty="0"/>
              <a:t>Practice the Mathematical Thinking Process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4852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Mathematical Thinking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Mathematical Thinking Process?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957A-3F85-4204-8D9D-D1E88A4321E1}"/>
              </a:ext>
            </a:extLst>
          </p:cNvPr>
          <p:cNvSpPr txBox="1"/>
          <p:nvPr/>
        </p:nvSpPr>
        <p:spPr>
          <a:xfrm>
            <a:off x="2058104" y="1440022"/>
            <a:ext cx="949989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GB" sz="2400" dirty="0"/>
              <a:t>Interpret the task and gather the key information</a:t>
            </a:r>
            <a:br>
              <a:rPr lang="en-GB" sz="2400" dirty="0"/>
            </a:br>
            <a:endParaRPr lang="en-GB" sz="2400" dirty="0"/>
          </a:p>
          <a:p>
            <a:pPr marL="457200" lvl="0" indent="-457200">
              <a:buFont typeface="+mj-lt"/>
              <a:buAutoNum type="arabicPeriod"/>
            </a:pPr>
            <a:r>
              <a:rPr lang="en-GB" sz="2400" dirty="0"/>
              <a:t>Identify the mathematics which could help to complete the task</a:t>
            </a:r>
            <a:br>
              <a:rPr lang="en-GB" sz="2400" dirty="0"/>
            </a:br>
            <a:endParaRPr lang="en-GB" sz="2400" dirty="0"/>
          </a:p>
          <a:p>
            <a:pPr marL="457200" lvl="0" indent="-457200">
              <a:buFont typeface="+mj-lt"/>
              <a:buAutoNum type="arabicPeriod"/>
            </a:pPr>
            <a:r>
              <a:rPr lang="en-GB" sz="2400" dirty="0"/>
              <a:t>Analyse information and data from a variety of sources apply their existing mathematical knowledge and strategies to obtain a solution</a:t>
            </a:r>
          </a:p>
          <a:p>
            <a:pPr marL="457200" lvl="0" indent="-457200">
              <a:buFont typeface="+mj-lt"/>
              <a:buAutoNum type="arabicPeriod"/>
            </a:pPr>
            <a:endParaRPr lang="en-GB" sz="2400" dirty="0"/>
          </a:p>
          <a:p>
            <a:pPr marL="457200" lvl="0" indent="-457200">
              <a:buFont typeface="+mj-lt"/>
              <a:buAutoNum type="arabicPeriod"/>
            </a:pPr>
            <a:r>
              <a:rPr lang="en-GB" sz="2400" dirty="0"/>
              <a:t>Verify the reasonableness of the solution</a:t>
            </a:r>
            <a:br>
              <a:rPr lang="en-GB" sz="2400" dirty="0"/>
            </a:br>
            <a:endParaRPr lang="en-GB" sz="2400" dirty="0"/>
          </a:p>
          <a:p>
            <a:pPr marL="457200" lvl="0" indent="-457200">
              <a:buFont typeface="+mj-lt"/>
              <a:buAutoNum type="arabicPeriod"/>
            </a:pPr>
            <a:r>
              <a:rPr lang="en-GB" sz="2400" dirty="0"/>
              <a:t>Communicate findings in a systematic and concise manner.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41649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D352E8-37CA-44A0-A506-6011B3FDB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9725"/>
            <a:ext cx="10820400" cy="4923285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AU" dirty="0"/>
              <a:t>Until very recently, recyclable waste from around the world was shipped to China. This has no longer been the case since the 1</a:t>
            </a:r>
            <a:r>
              <a:rPr lang="en-AU" baseline="30000" dirty="0"/>
              <a:t>st</a:t>
            </a:r>
            <a:r>
              <a:rPr lang="en-AU" dirty="0"/>
              <a:t> of January, 2018 as China has placed a ban on importing recyclable waste from other nations including Australia.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We are now facing a crisis with landfill.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Your job is to undertake a study of food packaging to understand how much material is used. You will need to examine an example of food packaging and calculate the total area of material used.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701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41649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D352E8-37CA-44A0-A506-6011B3FDB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9725"/>
            <a:ext cx="10820400" cy="4923285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AU" dirty="0"/>
              <a:t>Once you have the measurements and area of the food packaging consider the following:</a:t>
            </a:r>
          </a:p>
          <a:p>
            <a:r>
              <a:rPr lang="en-AU" dirty="0"/>
              <a:t>Do your calculations reflect all of the material used in the packaging?</a:t>
            </a:r>
          </a:p>
          <a:p>
            <a:r>
              <a:rPr lang="en-AU" dirty="0"/>
              <a:t>Recommend how less material could be used in the packaging</a:t>
            </a:r>
          </a:p>
          <a:p>
            <a:r>
              <a:rPr lang="en-AU" dirty="0"/>
              <a:t>What else can be done to reduce the amount of landfill in Australia?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Present your findings and recommendations in a short report, (3 paragraphs), using your calculations to support your argument.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6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1191</TotalTime>
  <Words>354</Words>
  <Application>Microsoft Office PowerPoint</Application>
  <PresentationFormat>Widescreen</PresentationFormat>
  <Paragraphs>51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Kiwi School Handwriting</vt:lpstr>
      <vt:lpstr>BSC Theme</vt:lpstr>
      <vt:lpstr>Practical Activity – Area</vt:lpstr>
      <vt:lpstr>Learning Outcomes</vt:lpstr>
      <vt:lpstr>PowerPoint Presentation</vt:lpstr>
      <vt:lpstr>Task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LUM Magdeline [Baldivis Secondary College]</cp:lastModifiedBy>
  <cp:revision>56</cp:revision>
  <dcterms:created xsi:type="dcterms:W3CDTF">2018-02-13T05:48:53Z</dcterms:created>
  <dcterms:modified xsi:type="dcterms:W3CDTF">2018-03-07T03:20:03Z</dcterms:modified>
</cp:coreProperties>
</file>