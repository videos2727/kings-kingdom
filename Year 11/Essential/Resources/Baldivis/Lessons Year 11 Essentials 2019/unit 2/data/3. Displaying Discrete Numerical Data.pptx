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261" r:id="rId3"/>
    <p:sldId id="262" r:id="rId4"/>
    <p:sldId id="266" r:id="rId5"/>
    <p:sldId id="267" r:id="rId6"/>
    <p:sldId id="268" r:id="rId7"/>
    <p:sldId id="263" r:id="rId8"/>
    <p:sldId id="264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1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031A68-CF5E-4937-862D-A7292BBE34CD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C49E76-B41D-47D9-BEB5-EC8F329443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9856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6395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5922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988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88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207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505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8728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7431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E1A39-6F6A-4A06-834C-161EABA814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FA6BB-2FA4-48E1-9611-95CB122BAA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A6C8E-039B-4B2E-B986-2D923F2B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50C13-12C3-4871-8EEC-A6BC52F91A14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1F547-2A3C-4FD1-B7B8-436A672ED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01DC2-ECB9-4862-950A-2E15BFFBF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0055-2FE3-41B0-804F-948029A335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2509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FC29D-FC35-445C-B24B-EF8D69997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CF6BF-5D36-46C3-913C-FAD184894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D3127-CED8-4B55-B812-AFA87CAF2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50C13-12C3-4871-8EEC-A6BC52F91A14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C52E8-F4BD-4DD6-A50A-F8DE81A7E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38192-A2EB-4073-B400-7008B62F4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0055-2FE3-41B0-804F-948029A335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854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F8461-5BE6-4F46-8EC2-3BB85FFE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3B762-6A2E-48BF-A281-1E5CCF295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89490-829E-4C96-A565-797AE7D7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50C13-12C3-4871-8EEC-A6BC52F91A14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B96E7-EA21-49DD-8AC2-03E42BC0A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B5BE8-DD02-4B7B-AC3F-73A25F976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0055-2FE3-41B0-804F-948029A335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4413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8E2C7-52DD-49FE-A52B-DCC088604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1232A-3CF8-4164-9569-EF56822CC7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537340-A582-463B-9257-D07E61594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B2EE8-B2DF-43F2-B33A-45ABE8261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50C13-12C3-4871-8EEC-A6BC52F91A14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435D5-2EAA-4FD9-9CAC-CF1CD112C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5DDEB-5BBD-4985-8296-CA293C046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0055-2FE3-41B0-804F-948029A335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5216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AFAB6-6239-4F42-874C-12A486084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D23DE-AD9F-41F5-A776-DA1B67073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2ECF3-EA00-4D63-A020-3A040372A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CB224C-4D2D-43F7-944F-19C077DBB4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A9EF0-CC0F-42B9-8196-19EE50672C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6BDB7E-D165-48DB-BAE3-DB3D7C694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50C13-12C3-4871-8EEC-A6BC52F91A14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6D540E-144F-46F7-8544-5BD6E0E34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5A4697-44EE-4964-87D7-006EA3EAC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0055-2FE3-41B0-804F-948029A335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7061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38003-7035-453C-8D9B-0DFA07671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65AB8-621C-4FA8-A078-BA15790B8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50C13-12C3-4871-8EEC-A6BC52F91A14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AC99E-D521-4069-9F6B-2FF3A6B2D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1CAA5A-407F-4B75-AA96-229BB64C2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0055-2FE3-41B0-804F-948029A335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2702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347AB8-6456-430B-A35E-35FE57946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50C13-12C3-4871-8EEC-A6BC52F91A14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5CB4AE-C3EA-4131-897B-EC71CD379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2B37B-2C7A-4FC0-ACAD-1DC8799C9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0055-2FE3-41B0-804F-948029A335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377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F5C2D-542C-4A34-8ECB-4AA5DE97A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B05B4-786B-448A-8704-5C0FBDA73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9DAD45-B134-4DFC-96B8-39A086F75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8BFF5F-BA95-4363-99E3-01A9D7CE1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50C13-12C3-4871-8EEC-A6BC52F91A14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96A85-B599-4C01-A40C-63F561027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990178-B099-41F7-94E8-AA1691927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0055-2FE3-41B0-804F-948029A335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7127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D27FC-CEC0-40C0-BC6A-AFF02ED7B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DBDB63-07C8-48E3-97AF-AD03AFF1BD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9DFA-DD4A-4421-8035-320DEB46BB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AAC68-387A-4AE0-8224-368BF3928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50C13-12C3-4871-8EEC-A6BC52F91A14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67765A-FE6F-4E51-BCF2-325B25E93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1784A-A8A2-46CF-8955-139F67B67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0055-2FE3-41B0-804F-948029A335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3320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F8EC-D12F-44A8-9BC7-DED6AB6F1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083821-3341-4B99-BD2F-2883D2C5C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61EF8-751A-4631-82A1-06D0C9A5A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50C13-12C3-4871-8EEC-A6BC52F91A14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08311-AEBD-49E3-AA70-E7807A14D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A9BF9-586E-45C4-9E8D-61E74A690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0055-2FE3-41B0-804F-948029A335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7253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CB069E-28F6-410F-A3E4-8ADCBF3F3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1D0F5E-7EFE-4A15-93AB-656BA04DC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F9BF5-8419-4CE7-91B2-7C1C2A7EE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50C13-12C3-4871-8EEC-A6BC52F91A14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CC53D-9463-4FC5-AA57-6611E3D7F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AFB24-A0BB-4BFD-A6F0-E632577DD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0055-2FE3-41B0-804F-948029A335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6432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880835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013700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54436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640169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70AEDB-5A27-4F09-A69A-E6C6B46A8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8E88D-8C69-498F-9C83-C1D37E131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436CB-85BD-4B06-8864-867FD20BD6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50C13-12C3-4871-8EEC-A6BC52F91A14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CB9D5-089A-4C7D-A023-D3623AFBF2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C62E5-E6AF-4687-A797-8493E046F6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30055-2FE3-41B0-804F-948029A335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3094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11 Essentials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Displaying Discrete Numerical Data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735677" y="1850967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List 4 ways in which you can display categorical data…</a:t>
            </a:r>
          </a:p>
          <a:p>
            <a:pPr marL="571500" indent="-571500">
              <a:buFontTx/>
              <a:buChar char="-"/>
            </a:pPr>
            <a:r>
              <a:rPr lang="en-AU" sz="4400" dirty="0">
                <a:latin typeface="Kiwi School Handwriting" panose="00000500000000000000" pitchFamily="2" charset="0"/>
              </a:rPr>
              <a:t>Tally and frequency chart</a:t>
            </a:r>
          </a:p>
          <a:p>
            <a:pPr marL="571500" indent="-571500">
              <a:buFontTx/>
              <a:buChar char="-"/>
            </a:pPr>
            <a:r>
              <a:rPr lang="en-AU" sz="4400" dirty="0">
                <a:latin typeface="Kiwi School Handwriting" panose="00000500000000000000" pitchFamily="2" charset="0"/>
              </a:rPr>
              <a:t>Column graph</a:t>
            </a:r>
          </a:p>
          <a:p>
            <a:pPr marL="571500" indent="-571500">
              <a:buFontTx/>
              <a:buChar char="-"/>
            </a:pPr>
            <a:r>
              <a:rPr lang="en-AU" sz="4400" dirty="0">
                <a:latin typeface="Kiwi School Handwriting" panose="00000500000000000000" pitchFamily="2" charset="0"/>
              </a:rPr>
              <a:t>Picture graph</a:t>
            </a:r>
          </a:p>
          <a:p>
            <a:pPr marL="571500" indent="-571500">
              <a:buFontTx/>
              <a:buChar char="-"/>
            </a:pPr>
            <a:r>
              <a:rPr lang="en-AU" sz="4400" dirty="0">
                <a:latin typeface="Kiwi School Handwriting" panose="00000500000000000000" pitchFamily="2" charset="0"/>
              </a:rPr>
              <a:t>Pie chart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79156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Displaying Discrete Numerical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0" y="1525383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Discrete Data?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can we display discrete numerical data?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4" y="1525383"/>
            <a:ext cx="9544926" cy="830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Discrete - </a:t>
            </a:r>
            <a:r>
              <a:rPr lang="en-AU" sz="2400" dirty="0"/>
              <a:t>Takes exact number values. Usually result of </a:t>
            </a:r>
            <a:r>
              <a:rPr lang="en-AU" sz="2400" u="sng" dirty="0"/>
              <a:t>counting</a:t>
            </a:r>
          </a:p>
          <a:p>
            <a:pPr defTabSz="914126"/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7127B4BE-131D-4359-B326-3CA31A293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549" y="4078331"/>
            <a:ext cx="9998230" cy="190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79156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Displaying Discrete Numerical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can we display discrete numerical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B748736-81E4-4DEB-AC16-6ECE05E1E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39" y="1663095"/>
            <a:ext cx="11559080" cy="469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974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79156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Displaying Discrete Numerical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can we display discrete numerical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33D272F-D61F-4906-AB6A-7A42449EA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87" y="1423916"/>
            <a:ext cx="10905182" cy="536311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54D1ACD-9383-46C2-8515-0DFA9A4D7C9F}"/>
              </a:ext>
            </a:extLst>
          </p:cNvPr>
          <p:cNvSpPr/>
          <p:nvPr/>
        </p:nvSpPr>
        <p:spPr>
          <a:xfrm>
            <a:off x="634537" y="3169920"/>
            <a:ext cx="3424844" cy="35855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7027E1-A4F5-4F29-968D-CBD8650BD0B5}"/>
              </a:ext>
            </a:extLst>
          </p:cNvPr>
          <p:cNvSpPr/>
          <p:nvPr/>
        </p:nvSpPr>
        <p:spPr>
          <a:xfrm>
            <a:off x="4148050" y="3201478"/>
            <a:ext cx="3424844" cy="35855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AD40ED-D26C-49BF-82EF-5C1168638E22}"/>
              </a:ext>
            </a:extLst>
          </p:cNvPr>
          <p:cNvSpPr/>
          <p:nvPr/>
        </p:nvSpPr>
        <p:spPr>
          <a:xfrm>
            <a:off x="7750232" y="3169920"/>
            <a:ext cx="3424844" cy="35855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08810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79156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Displaying Discrete Numerical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can we display discrete numerical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AE9EB20-0162-48D8-BD09-E3AD556BF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53" y="1485640"/>
            <a:ext cx="11616086" cy="425708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1EF0686-DCD2-43E1-9209-DFE8494FD38E}"/>
              </a:ext>
            </a:extLst>
          </p:cNvPr>
          <p:cNvSpPr/>
          <p:nvPr/>
        </p:nvSpPr>
        <p:spPr>
          <a:xfrm>
            <a:off x="462741" y="2072640"/>
            <a:ext cx="6946670" cy="12081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8EACF7-A387-4EED-8729-67A5D7FEF0F1}"/>
              </a:ext>
            </a:extLst>
          </p:cNvPr>
          <p:cNvSpPr/>
          <p:nvPr/>
        </p:nvSpPr>
        <p:spPr>
          <a:xfrm>
            <a:off x="462741" y="3222567"/>
            <a:ext cx="6946670" cy="8672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DB4CDC-4CC0-4CAE-9ACB-EEFD4ED8595B}"/>
              </a:ext>
            </a:extLst>
          </p:cNvPr>
          <p:cNvSpPr/>
          <p:nvPr/>
        </p:nvSpPr>
        <p:spPr>
          <a:xfrm>
            <a:off x="462741" y="4274528"/>
            <a:ext cx="6946670" cy="16528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C61785-DC52-4583-8B4B-67EC2BF2ACEA}"/>
              </a:ext>
            </a:extLst>
          </p:cNvPr>
          <p:cNvSpPr/>
          <p:nvPr/>
        </p:nvSpPr>
        <p:spPr>
          <a:xfrm>
            <a:off x="7760757" y="1898096"/>
            <a:ext cx="4048857" cy="36492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1847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1918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F39894-0EC6-47CA-B57C-846F8B95B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39" y="1100905"/>
            <a:ext cx="10496204" cy="22623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0162A24-CB8A-462F-96C8-3F84F73D3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931" y="3408218"/>
            <a:ext cx="3293319" cy="30793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D4258D-3ABE-4A6C-B07C-C6FA5F2E30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3472" y="2809702"/>
            <a:ext cx="4218310" cy="3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475284-AC59-43EB-BD7A-BE3A1E67FD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2464"/>
          <a:stretch/>
        </p:blipFill>
        <p:spPr>
          <a:xfrm>
            <a:off x="421178" y="319509"/>
            <a:ext cx="11410603" cy="14150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5885E1-88CC-4FB0-99AE-2B1EA390C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78" y="1734589"/>
            <a:ext cx="9121833" cy="19546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48FDDB-23D5-4816-BD6B-998AEC8D4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8708" y="3856380"/>
            <a:ext cx="3553292" cy="30016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724A7D-4810-4C0F-87CE-0A22C64038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178" y="4878007"/>
            <a:ext cx="7514705" cy="1659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86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126</Words>
  <Application>Microsoft Office PowerPoint</Application>
  <PresentationFormat>Widescreen</PresentationFormat>
  <Paragraphs>40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Fragment Core</vt:lpstr>
      <vt:lpstr>Kiwi School Handwriting</vt:lpstr>
      <vt:lpstr>Office Theme</vt:lpstr>
      <vt:lpstr>Displaying Discrete Numerical Data</vt:lpstr>
      <vt:lpstr>From Last Lesson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Displaying Discrete Numerical Data</dc:title>
  <dc:creator>Nine LABUSCHAGNE</dc:creator>
  <cp:lastModifiedBy>Nine LABUSCHAGNE</cp:lastModifiedBy>
  <cp:revision>7</cp:revision>
  <dcterms:created xsi:type="dcterms:W3CDTF">2018-06-18T01:14:54Z</dcterms:created>
  <dcterms:modified xsi:type="dcterms:W3CDTF">2018-06-18T01:26:54Z</dcterms:modified>
</cp:coreProperties>
</file>