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FFFF"/>
    <a:srgbClr val="800080"/>
    <a:srgbClr val="FF99FF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23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15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17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655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769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01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98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14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36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874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87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72069-C749-4E29-A363-938827BD4C18}" type="datetimeFigureOut">
              <a:rPr lang="en-AU" smtClean="0"/>
              <a:t>10/05/2017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44974-8F09-4A98-9D62-04ECFE5C7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39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solidFill>
                  <a:srgbClr val="FF0066"/>
                </a:solidFill>
                <a:latin typeface="AngryBirds" pitchFamily="2" charset="0"/>
              </a:rPr>
              <a:t>Simple Interest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Year 11</a:t>
            </a:r>
            <a:endParaRPr lang="en-AU" dirty="0"/>
          </a:p>
          <a:p>
            <a:r>
              <a:rPr lang="en-AU" dirty="0"/>
              <a:t>Week 3</a:t>
            </a:r>
          </a:p>
          <a:p>
            <a:r>
              <a:rPr lang="en-AU" dirty="0"/>
              <a:t>Lesson 2</a:t>
            </a:r>
          </a:p>
        </p:txBody>
      </p:sp>
    </p:spTree>
    <p:extLst>
      <p:ext uri="{BB962C8B-B14F-4D97-AF65-F5344CB8AC3E}">
        <p14:creationId xmlns:p14="http://schemas.microsoft.com/office/powerpoint/2010/main" val="59304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How to find simple interest using 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38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Simple Interest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 rot="21121971">
            <a:off x="276496" y="1918711"/>
            <a:ext cx="5876395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lvl="1"/>
            <a:r>
              <a:rPr lang="en-AU" sz="3200" dirty="0">
                <a:latin typeface="Arial Rounded MT Bold" panose="020F0704030504030204" pitchFamily="34" charset="0"/>
              </a:rPr>
              <a:t>What is Simple Interest?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3361" y="2907914"/>
            <a:ext cx="7593187" cy="255454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AU" sz="3200" dirty="0"/>
          </a:p>
          <a:p>
            <a:pPr algn="ctr"/>
            <a:r>
              <a:rPr lang="en-AU" sz="3200" dirty="0"/>
              <a:t>Simple interest is a quick method of calculating the </a:t>
            </a:r>
            <a:r>
              <a:rPr lang="en-AU" sz="3200" b="1" dirty="0"/>
              <a:t>interest charge on a loan</a:t>
            </a:r>
            <a:r>
              <a:rPr lang="en-AU" sz="3200" dirty="0"/>
              <a:t>.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044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How to find simple interest using 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38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Simple Interest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4330" y="3099029"/>
            <a:ext cx="4418506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 Rounded MT Bold" panose="020F0704030504030204" pitchFamily="34" charset="0"/>
              </a:rPr>
              <a:t>What is the Simple Interest Formula?</a:t>
            </a:r>
          </a:p>
        </p:txBody>
      </p:sp>
      <p:pic>
        <p:nvPicPr>
          <p:cNvPr id="1026" name="Picture 2" descr="Image result for simple inter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524" y="1523848"/>
            <a:ext cx="6951579" cy="53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64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How to find simple interest using 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38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Simple Interest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4330" y="1502385"/>
            <a:ext cx="4418506" cy="584775"/>
          </a:xfrm>
          <a:prstGeom prst="rect">
            <a:avLst/>
          </a:prstGeom>
          <a:solidFill>
            <a:srgbClr val="FF99FF"/>
          </a:solidFill>
          <a:ln w="28575">
            <a:solidFill>
              <a:srgbClr val="8000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 Rounded MT Bold" panose="020F0704030504030204" pitchFamily="34" charset="0"/>
              </a:rPr>
              <a:t>Example</a:t>
            </a:r>
          </a:p>
        </p:txBody>
      </p:sp>
      <p:pic>
        <p:nvPicPr>
          <p:cNvPr id="2050" name="Picture 2" descr="Image result for simple inter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203" y="1386948"/>
            <a:ext cx="5783797" cy="19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4331" y="2349092"/>
                <a:ext cx="6898470" cy="419390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Calculate the simple interest paid on an investment of $8,000 at a flat rate of 7% p.a. over 18 months.</a:t>
                </a:r>
              </a:p>
              <a:p>
                <a:endParaRPr lang="en-AU" sz="2800" dirty="0"/>
              </a:p>
              <a:p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=8,000</m:t>
                    </m:r>
                  </m:oMath>
                </a14:m>
                <a:endParaRPr lang="en-AU" sz="3200" b="0" dirty="0">
                  <a:ea typeface="Cambria Math" panose="02040503050406030204" pitchFamily="18" charset="0"/>
                </a:endParaRPr>
              </a:p>
              <a:p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7%=</m:t>
                    </m:r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0.07</m:t>
                    </m:r>
                  </m:oMath>
                </a14:m>
                <a:endParaRPr lang="en-AU" sz="3200" b="0" dirty="0">
                  <a:ea typeface="Cambria Math" panose="02040503050406030204" pitchFamily="18" charset="0"/>
                </a:endParaRPr>
              </a:p>
              <a:p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=1.5</m:t>
                    </m:r>
                  </m:oMath>
                </a14:m>
                <a:endParaRPr lang="en-AU" sz="3200" b="0" dirty="0">
                  <a:ea typeface="Cambria Math" panose="02040503050406030204" pitchFamily="18" charset="0"/>
                </a:endParaRPr>
              </a:p>
              <a:p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1" y="2349092"/>
                <a:ext cx="6898470" cy="4193905"/>
              </a:xfrm>
              <a:prstGeom prst="rect">
                <a:avLst/>
              </a:prstGeom>
              <a:blipFill>
                <a:blip r:embed="rId3"/>
                <a:stretch>
                  <a:fillRect l="-1767" t="-1308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234546" y="3990109"/>
                <a:ext cx="5651560" cy="224676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ea typeface="Cambria Math" panose="02040503050406030204" pitchFamily="18" charset="0"/>
                  </a:rPr>
                  <a:t>Now put it in the formula:</a:t>
                </a:r>
              </a:p>
              <a:p>
                <a:endParaRPr lang="en-AU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𝟖𝟒𝟎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b="0" dirty="0">
                    <a:ea typeface="Cambria Math" panose="02040503050406030204" pitchFamily="18" charset="0"/>
                  </a:rPr>
                  <a:t>Simple interest is $840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46" y="3990109"/>
                <a:ext cx="5651560" cy="2246769"/>
              </a:xfrm>
              <a:prstGeom prst="rect">
                <a:avLst/>
              </a:prstGeom>
              <a:blipFill>
                <a:blip r:embed="rId4"/>
                <a:stretch>
                  <a:fillRect l="-2265" t="-2717" b="-706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08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How to find simple interest using 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38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Simple Interest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4330" y="1502385"/>
            <a:ext cx="4418506" cy="584775"/>
          </a:xfrm>
          <a:prstGeom prst="rect">
            <a:avLst/>
          </a:prstGeom>
          <a:solidFill>
            <a:srgbClr val="CCFFFF"/>
          </a:solidFill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 Rounded MT Bold" panose="020F0704030504030204" pitchFamily="34" charset="0"/>
              </a:rPr>
              <a:t>Example</a:t>
            </a:r>
          </a:p>
        </p:txBody>
      </p:sp>
      <p:pic>
        <p:nvPicPr>
          <p:cNvPr id="2050" name="Picture 2" descr="Image result for simple inter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203" y="1349350"/>
            <a:ext cx="5783797" cy="19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4331" y="2349092"/>
                <a:ext cx="6898470" cy="379751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In 5 years, $3,900 interest was earned on an investment at 6.5% p.a. simple interest. Find the original amount invested.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6.5%=</m:t>
                      </m:r>
                      <m:f>
                        <m:fPr>
                          <m:ctrlP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6.5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AU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0.065</m:t>
                      </m:r>
                    </m:oMath>
                  </m:oMathPara>
                </a14:m>
                <a:endParaRPr lang="en-AU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3,900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  <a:p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1" y="2349092"/>
                <a:ext cx="6898470" cy="3797514"/>
              </a:xfrm>
              <a:prstGeom prst="rect">
                <a:avLst/>
              </a:prstGeom>
              <a:blipFill>
                <a:blip r:embed="rId3"/>
                <a:stretch>
                  <a:fillRect l="-1767" t="-144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408203" y="3340421"/>
                <a:ext cx="5651560" cy="342933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ea typeface="Cambria Math" panose="02040503050406030204" pitchFamily="18" charset="0"/>
                  </a:rPr>
                  <a:t>Now put it in the formula: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AU" sz="28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3,900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0.065×5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=12,000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b="0" dirty="0">
                    <a:ea typeface="Cambria Math" panose="02040503050406030204" pitchFamily="18" charset="0"/>
                  </a:rPr>
                  <a:t>Principle was $12,000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03" y="3340421"/>
                <a:ext cx="5651560" cy="3429337"/>
              </a:xfrm>
              <a:prstGeom prst="rect">
                <a:avLst/>
              </a:prstGeom>
              <a:blipFill>
                <a:blip r:embed="rId4"/>
                <a:stretch>
                  <a:fillRect l="-2157" t="-1776" b="-408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81" y="1854007"/>
            <a:ext cx="11468175" cy="2503339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431347" y="334763"/>
            <a:ext cx="7454309" cy="107721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Calculate the interest earned for the following Principals:</a:t>
            </a:r>
            <a:endParaRPr lang="en-AU" sz="3200" b="0" dirty="0">
              <a:ea typeface="Cambria Math" panose="02040503050406030204" pitchFamily="18" charset="0"/>
            </a:endParaRPr>
          </a:p>
        </p:txBody>
      </p:sp>
      <p:pic>
        <p:nvPicPr>
          <p:cNvPr id="5" name="Picture 2" descr="Image result for simple interest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7" t="14243" r="16252" b="58777"/>
          <a:stretch/>
        </p:blipFill>
        <p:spPr bwMode="auto">
          <a:xfrm>
            <a:off x="422566" y="334763"/>
            <a:ext cx="4008781" cy="119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72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234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AngryBirds</vt:lpstr>
      <vt:lpstr>Arial</vt:lpstr>
      <vt:lpstr>Arial Rounded MT Bold</vt:lpstr>
      <vt:lpstr>Calibri</vt:lpstr>
      <vt:lpstr>Calibri Light</vt:lpstr>
      <vt:lpstr>Cambria Math</vt:lpstr>
      <vt:lpstr>Chalkboard</vt:lpstr>
      <vt:lpstr>Office Theme</vt:lpstr>
      <vt:lpstr>Simple Interest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 </dc:title>
  <dc:creator>Nine Labuschagne</dc:creator>
  <cp:lastModifiedBy>Nine Labuschagne</cp:lastModifiedBy>
  <cp:revision>10</cp:revision>
  <dcterms:created xsi:type="dcterms:W3CDTF">2017-05-10T00:47:19Z</dcterms:created>
  <dcterms:modified xsi:type="dcterms:W3CDTF">2017-05-10T04:39:20Z</dcterms:modified>
</cp:coreProperties>
</file>