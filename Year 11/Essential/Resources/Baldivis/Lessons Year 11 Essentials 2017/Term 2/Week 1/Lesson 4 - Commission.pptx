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5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52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8EDE4D-DD42-4C16-BA0A-3DF5040AA189}" type="datetimeFigureOut">
              <a:rPr lang="en-AU" smtClean="0"/>
              <a:t>27/04/2017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C584BA-9B90-4BB5-B7FE-A2622806F5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4536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06457-E8E0-47E9-8DA6-28934E8AAA01}" type="datetimeFigureOut">
              <a:rPr lang="en-AU" smtClean="0"/>
              <a:t>27/04/2017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2265E-F5A7-4A4D-A3F0-B062746B27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0304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06457-E8E0-47E9-8DA6-28934E8AAA01}" type="datetimeFigureOut">
              <a:rPr lang="en-AU" smtClean="0"/>
              <a:t>27/04/2017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2265E-F5A7-4A4D-A3F0-B062746B27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3509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06457-E8E0-47E9-8DA6-28934E8AAA01}" type="datetimeFigureOut">
              <a:rPr lang="en-AU" smtClean="0"/>
              <a:t>27/04/2017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2265E-F5A7-4A4D-A3F0-B062746B27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9632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06457-E8E0-47E9-8DA6-28934E8AAA01}" type="datetimeFigureOut">
              <a:rPr lang="en-AU" smtClean="0"/>
              <a:t>27/04/2017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2265E-F5A7-4A4D-A3F0-B062746B27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7941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06457-E8E0-47E9-8DA6-28934E8AAA01}" type="datetimeFigureOut">
              <a:rPr lang="en-AU" smtClean="0"/>
              <a:t>27/04/2017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2265E-F5A7-4A4D-A3F0-B062746B27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543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06457-E8E0-47E9-8DA6-28934E8AAA01}" type="datetimeFigureOut">
              <a:rPr lang="en-AU" smtClean="0"/>
              <a:t>27/04/2017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2265E-F5A7-4A4D-A3F0-B062746B27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2626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06457-E8E0-47E9-8DA6-28934E8AAA01}" type="datetimeFigureOut">
              <a:rPr lang="en-AU" smtClean="0"/>
              <a:t>27/04/2017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2265E-F5A7-4A4D-A3F0-B062746B27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5994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06457-E8E0-47E9-8DA6-28934E8AAA01}" type="datetimeFigureOut">
              <a:rPr lang="en-AU" smtClean="0"/>
              <a:t>27/04/2017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2265E-F5A7-4A4D-A3F0-B062746B27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8984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06457-E8E0-47E9-8DA6-28934E8AAA01}" type="datetimeFigureOut">
              <a:rPr lang="en-AU" smtClean="0"/>
              <a:t>27/04/2017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2265E-F5A7-4A4D-A3F0-B062746B27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6671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06457-E8E0-47E9-8DA6-28934E8AAA01}" type="datetimeFigureOut">
              <a:rPr lang="en-AU" smtClean="0"/>
              <a:t>27/04/2017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2265E-F5A7-4A4D-A3F0-B062746B27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1105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06457-E8E0-47E9-8DA6-28934E8AAA01}" type="datetimeFigureOut">
              <a:rPr lang="en-AU" smtClean="0"/>
              <a:t>27/04/2017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2265E-F5A7-4A4D-A3F0-B062746B27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4468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E06457-E8E0-47E9-8DA6-28934E8AAA01}" type="datetimeFigureOut">
              <a:rPr lang="en-AU" smtClean="0"/>
              <a:t>27/04/2017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62265E-F5A7-4A4D-A3F0-B062746B27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6922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U" sz="9600" dirty="0">
                <a:solidFill>
                  <a:srgbClr val="FFC000"/>
                </a:solidFill>
                <a:latin typeface="Home School" panose="02000500000000000000" pitchFamily="2" charset="0"/>
              </a:rPr>
              <a:t>Commission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b="1" dirty="0"/>
              <a:t>Year 11</a:t>
            </a:r>
            <a:endParaRPr lang="en-AU" dirty="0"/>
          </a:p>
          <a:p>
            <a:r>
              <a:rPr lang="en-AU" dirty="0"/>
              <a:t>Week 1</a:t>
            </a:r>
          </a:p>
          <a:p>
            <a:r>
              <a:rPr lang="en-AU" dirty="0"/>
              <a:t>Lesson 4</a:t>
            </a:r>
          </a:p>
        </p:txBody>
      </p:sp>
    </p:spTree>
    <p:extLst>
      <p:ext uri="{BB962C8B-B14F-4D97-AF65-F5344CB8AC3E}">
        <p14:creationId xmlns:p14="http://schemas.microsoft.com/office/powerpoint/2010/main" val="593046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580919"/>
            <a:ext cx="12192000" cy="17975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0174" y="598894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to find the commission percentage earned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0174" y="32261"/>
            <a:ext cx="25545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Commission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8261" y="1522224"/>
            <a:ext cx="11055478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Can you remember: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AU" sz="3200" dirty="0"/>
              <a:t>How to express an amount as a percentage of a total amount?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AU" sz="3200" dirty="0"/>
              <a:t>Finding a percentage of something</a:t>
            </a:r>
          </a:p>
          <a:p>
            <a:endParaRPr lang="en-AU" sz="2800" b="1" dirty="0"/>
          </a:p>
          <a:p>
            <a:r>
              <a:rPr lang="en-AU" sz="2800" b="1" dirty="0"/>
              <a:t>Express each of the following as a percentage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AU" sz="2800" dirty="0"/>
              <a:t>18 students out of a total of 40 students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AU" sz="2800" dirty="0"/>
              <a:t>$3.60 out of $45.00</a:t>
            </a:r>
          </a:p>
          <a:p>
            <a:pPr lvl="1"/>
            <a:endParaRPr lang="en-AU" sz="2800" dirty="0"/>
          </a:p>
        </p:txBody>
      </p:sp>
      <p:sp>
        <p:nvSpPr>
          <p:cNvPr id="2" name="Rectangle: Rounded Corners 1"/>
          <p:cNvSpPr/>
          <p:nvPr/>
        </p:nvSpPr>
        <p:spPr>
          <a:xfrm>
            <a:off x="568261" y="3649106"/>
            <a:ext cx="7712765" cy="22103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0443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580919"/>
            <a:ext cx="12192000" cy="17975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0174" y="598894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to find the commission percentage earned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0174" y="32261"/>
            <a:ext cx="25545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Commission</a:t>
            </a:r>
            <a:endParaRPr lang="en-AU" sz="2400" dirty="0">
              <a:latin typeface="Chalkboard"/>
              <a:cs typeface="Chalkboar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70141" y="1232664"/>
                <a:ext cx="11055478" cy="48572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3200" b="1" dirty="0"/>
                  <a:t>Express each of the following as a percentage</a:t>
                </a:r>
              </a:p>
              <a:p>
                <a:pPr marL="971550" lvl="1" indent="-514350">
                  <a:buFont typeface="+mj-lt"/>
                  <a:buAutoNum type="alphaLcParenR"/>
                </a:pPr>
                <a:r>
                  <a:rPr lang="en-AU" sz="3200" dirty="0"/>
                  <a:t>18 students out of a total of 40 students</a:t>
                </a:r>
              </a:p>
              <a:p>
                <a:pPr marL="971550" lvl="1" indent="-514350">
                  <a:buFont typeface="+mj-lt"/>
                  <a:buAutoNum type="alphaLcParenR"/>
                </a:pPr>
                <a:endParaRPr lang="en-AU" sz="3200" dirty="0"/>
              </a:p>
              <a:p>
                <a:r>
                  <a:rPr lang="en-AU" sz="3200" dirty="0"/>
                  <a:t>Express 18 out of 40 as a fraction: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</m:oMath>
                </a14:m>
                <a:endParaRPr lang="en-AU" sz="4000" dirty="0"/>
              </a:p>
              <a:p>
                <a:endParaRPr lang="en-AU" sz="3200" dirty="0"/>
              </a:p>
              <a:p>
                <a:r>
                  <a:rPr lang="en-AU" sz="3200" dirty="0"/>
                  <a:t>Find this fraction of 100: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a:rPr lang="en-AU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4000" b="0" i="0" smtClean="0">
                        <a:latin typeface="Cambria Math" panose="02040503050406030204" pitchFamily="18" charset="0"/>
                      </a:rPr>
                      <m:t> 100=45</m:t>
                    </m:r>
                  </m:oMath>
                </a14:m>
                <a:endParaRPr lang="en-AU" sz="4000" dirty="0"/>
              </a:p>
              <a:p>
                <a:endParaRPr lang="en-AU" sz="3200" dirty="0"/>
              </a:p>
              <a:p>
                <a:pPr algn="ctr"/>
                <a:r>
                  <a:rPr lang="en-AU" sz="3600" b="1" dirty="0"/>
                  <a:t>18 students out of 40 is 45%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141" y="1232664"/>
                <a:ext cx="11055478" cy="4857227"/>
              </a:xfrm>
              <a:prstGeom prst="rect">
                <a:avLst/>
              </a:prstGeom>
              <a:blipFill>
                <a:blip r:embed="rId2"/>
                <a:stretch>
                  <a:fillRect l="-1434" t="-1631" b="-376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/>
          <p:cNvSpPr/>
          <p:nvPr/>
        </p:nvSpPr>
        <p:spPr>
          <a:xfrm>
            <a:off x="106680" y="2453640"/>
            <a:ext cx="7940040" cy="15392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: Rounded Corners 9"/>
          <p:cNvSpPr/>
          <p:nvPr/>
        </p:nvSpPr>
        <p:spPr>
          <a:xfrm>
            <a:off x="106680" y="3953135"/>
            <a:ext cx="7940040" cy="15392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: Rounded Corners 13"/>
          <p:cNvSpPr/>
          <p:nvPr/>
        </p:nvSpPr>
        <p:spPr>
          <a:xfrm>
            <a:off x="2567940" y="5492375"/>
            <a:ext cx="6880860" cy="597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4222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580919"/>
            <a:ext cx="12192000" cy="17975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0174" y="598894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to find the commission percentage earned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0174" y="32261"/>
            <a:ext cx="25545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Commission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8261" y="1137502"/>
            <a:ext cx="1105547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/>
              <a:t>Express each of the following as a percentage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AU" sz="3200" dirty="0"/>
              <a:t>$3.60 out of $45.0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68261" y="2291662"/>
                <a:ext cx="10294180" cy="38723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:endParaRPr lang="en-AU" sz="3200" dirty="0"/>
              </a:p>
              <a:p>
                <a:r>
                  <a:rPr lang="en-AU" sz="3200" dirty="0"/>
                  <a:t>Express $3.60 out of $45 as a fraction: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3.60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45</m:t>
                        </m:r>
                      </m:den>
                    </m:f>
                  </m:oMath>
                </a14:m>
                <a:endParaRPr lang="en-AU" sz="4000" dirty="0"/>
              </a:p>
              <a:p>
                <a:endParaRPr lang="en-AU" sz="3200" dirty="0"/>
              </a:p>
              <a:p>
                <a:r>
                  <a:rPr lang="en-AU" sz="3200" dirty="0"/>
                  <a:t>Find this fraction of 100: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3.60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45</m:t>
                        </m:r>
                      </m:den>
                    </m:f>
                    <m:r>
                      <a:rPr lang="en-AU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4000" b="0" i="0" smtClean="0">
                        <a:latin typeface="Cambria Math" panose="02040503050406030204" pitchFamily="18" charset="0"/>
                      </a:rPr>
                      <m:t> 100=8</m:t>
                    </m:r>
                  </m:oMath>
                </a14:m>
                <a:endParaRPr lang="en-AU" sz="4000" dirty="0"/>
              </a:p>
              <a:p>
                <a:endParaRPr lang="en-AU" sz="3200" dirty="0"/>
              </a:p>
              <a:p>
                <a:pPr algn="ctr"/>
                <a:r>
                  <a:rPr lang="en-AU" sz="3600" b="1" dirty="0"/>
                  <a:t>$3.60 out of $45.0 is 8%</a:t>
                </a:r>
                <a:endParaRPr lang="en-AU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261" y="2291662"/>
                <a:ext cx="10294180" cy="3872342"/>
              </a:xfrm>
              <a:prstGeom prst="rect">
                <a:avLst/>
              </a:prstGeom>
              <a:blipFill>
                <a:blip r:embed="rId2"/>
                <a:stretch>
                  <a:fillRect l="-1480" b="-503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/>
          <p:cNvSpPr/>
          <p:nvPr/>
        </p:nvSpPr>
        <p:spPr>
          <a:xfrm>
            <a:off x="106680" y="2453640"/>
            <a:ext cx="7940040" cy="15392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: Rounded Corners 13"/>
          <p:cNvSpPr/>
          <p:nvPr/>
        </p:nvSpPr>
        <p:spPr>
          <a:xfrm>
            <a:off x="106680" y="3953135"/>
            <a:ext cx="7940040" cy="15392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: Rounded Corners 14"/>
          <p:cNvSpPr/>
          <p:nvPr/>
        </p:nvSpPr>
        <p:spPr>
          <a:xfrm>
            <a:off x="2567940" y="5492375"/>
            <a:ext cx="6880860" cy="597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2421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580919"/>
            <a:ext cx="12192000" cy="17975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0174" y="598894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to find the commission percentage earned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0174" y="32261"/>
            <a:ext cx="25545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Commission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8781" y="1176584"/>
            <a:ext cx="110554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/>
              <a:t>Increase $450 by 24%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91500" y="1588564"/>
                <a:ext cx="10294180" cy="47956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:endParaRPr lang="en-AU" sz="3200" dirty="0"/>
              </a:p>
              <a:p>
                <a:r>
                  <a:rPr lang="en-AU" sz="3200" dirty="0"/>
                  <a:t>Express 24% as a fraction: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endParaRPr lang="en-AU" sz="4000" dirty="0"/>
              </a:p>
              <a:p>
                <a:endParaRPr lang="en-AU" sz="3200" dirty="0"/>
              </a:p>
              <a:p>
                <a:r>
                  <a:rPr lang="en-AU" sz="3200" dirty="0"/>
                  <a:t>Find this fraction of 450: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en-AU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4000" b="0" i="0" smtClean="0">
                        <a:latin typeface="Cambria Math" panose="02040503050406030204" pitchFamily="18" charset="0"/>
                      </a:rPr>
                      <m:t>450=108</m:t>
                    </m:r>
                  </m:oMath>
                </a14:m>
                <a:endParaRPr lang="en-AU" sz="4000" dirty="0"/>
              </a:p>
              <a:p>
                <a:endParaRPr lang="en-AU" sz="3200" dirty="0"/>
              </a:p>
              <a:p>
                <a:r>
                  <a:rPr lang="en-AU" sz="3200" dirty="0"/>
                  <a:t>Increase $450 + $108 = $558</a:t>
                </a:r>
              </a:p>
              <a:p>
                <a:endParaRPr lang="en-AU" sz="3200" dirty="0"/>
              </a:p>
              <a:p>
                <a:pPr algn="ctr"/>
                <a:r>
                  <a:rPr lang="en-AU" sz="3200" b="1" dirty="0"/>
                  <a:t>$450 increased by 24% is $558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500" y="1588564"/>
                <a:ext cx="10294180" cy="4795672"/>
              </a:xfrm>
              <a:prstGeom prst="rect">
                <a:avLst/>
              </a:prstGeom>
              <a:blipFill>
                <a:blip r:embed="rId2"/>
                <a:stretch>
                  <a:fillRect l="-1480" b="-330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/>
          <p:cNvSpPr/>
          <p:nvPr/>
        </p:nvSpPr>
        <p:spPr>
          <a:xfrm>
            <a:off x="568261" y="2049044"/>
            <a:ext cx="7940040" cy="15392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: Rounded Corners 13"/>
          <p:cNvSpPr/>
          <p:nvPr/>
        </p:nvSpPr>
        <p:spPr>
          <a:xfrm>
            <a:off x="568261" y="3277395"/>
            <a:ext cx="7940040" cy="15392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: Rounded Corners 14"/>
          <p:cNvSpPr/>
          <p:nvPr/>
        </p:nvSpPr>
        <p:spPr>
          <a:xfrm>
            <a:off x="574317" y="4816634"/>
            <a:ext cx="7933983" cy="6545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: Rounded Corners 15"/>
          <p:cNvSpPr/>
          <p:nvPr/>
        </p:nvSpPr>
        <p:spPr>
          <a:xfrm>
            <a:off x="1930677" y="5744950"/>
            <a:ext cx="7933983" cy="6545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8025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5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580919"/>
            <a:ext cx="12192000" cy="17975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0174" y="598894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to find the commission percentage earned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0174" y="32261"/>
            <a:ext cx="25545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Commission</a:t>
            </a:r>
            <a:endParaRPr lang="en-AU" sz="2400" dirty="0">
              <a:latin typeface="Chalkboard"/>
              <a:cs typeface="Chalkboar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10875" t="29546" r="22875" b="45553"/>
          <a:stretch/>
        </p:blipFill>
        <p:spPr>
          <a:xfrm>
            <a:off x="0" y="1246174"/>
            <a:ext cx="12192000" cy="257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974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580919"/>
            <a:ext cx="12192000" cy="17975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0174" y="598894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to find the commission percentage earned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0174" y="32261"/>
            <a:ext cx="25545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Commission</a:t>
            </a:r>
            <a:endParaRPr lang="en-AU" sz="2400" dirty="0">
              <a:latin typeface="Chalkboard"/>
              <a:cs typeface="Chalkboard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2375" t="26433" r="20051" b="24210"/>
          <a:stretch/>
        </p:blipFill>
        <p:spPr>
          <a:xfrm>
            <a:off x="106680" y="1264920"/>
            <a:ext cx="11971427" cy="428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627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2625" t="28656" r="20875" b="55336"/>
          <a:stretch/>
        </p:blipFill>
        <p:spPr>
          <a:xfrm>
            <a:off x="304800" y="304800"/>
            <a:ext cx="11612880" cy="1366221"/>
          </a:xfrm>
          <a:prstGeom prst="rect">
            <a:avLst/>
          </a:prstGeom>
          <a:ln w="57150"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2413684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2751" t="21097" r="19750" b="52446"/>
          <a:stretch/>
        </p:blipFill>
        <p:spPr>
          <a:xfrm>
            <a:off x="182880" y="228600"/>
            <a:ext cx="11830850" cy="2270760"/>
          </a:xfrm>
          <a:prstGeom prst="rect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35251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7500" t="47332" r="21875" b="31991"/>
          <a:stretch/>
        </p:blipFill>
        <p:spPr>
          <a:xfrm>
            <a:off x="243840" y="289560"/>
            <a:ext cx="11551920" cy="1901466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871006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7125" t="68009" r="23751" b="14649"/>
          <a:stretch/>
        </p:blipFill>
        <p:spPr>
          <a:xfrm>
            <a:off x="365759" y="350520"/>
            <a:ext cx="11453055" cy="161544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083947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6876" t="28211" r="19750" b="50222"/>
          <a:stretch/>
        </p:blipFill>
        <p:spPr>
          <a:xfrm>
            <a:off x="320039" y="320040"/>
            <a:ext cx="11620421" cy="1920240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</p:spTree>
    <p:extLst>
      <p:ext uri="{BB962C8B-B14F-4D97-AF65-F5344CB8AC3E}">
        <p14:creationId xmlns:p14="http://schemas.microsoft.com/office/powerpoint/2010/main" val="4105742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7625" t="49778" r="21000" b="32880"/>
          <a:stretch/>
        </p:blipFill>
        <p:spPr>
          <a:xfrm>
            <a:off x="228600" y="274320"/>
            <a:ext cx="11602720" cy="1584960"/>
          </a:xfrm>
          <a:prstGeom prst="rect">
            <a:avLst/>
          </a:prstGeom>
          <a:ln w="38100"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2021773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1642</TotalTime>
  <Words>259</Words>
  <Application>Microsoft Office PowerPoint</Application>
  <PresentationFormat>Widescreen</PresentationFormat>
  <Paragraphs>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Chalkboard</vt:lpstr>
      <vt:lpstr>Home School</vt:lpstr>
      <vt:lpstr>Office Theme</vt:lpstr>
      <vt:lpstr>Commission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Commission</dc:title>
  <dc:creator>Nine Labuschagne</dc:creator>
  <cp:lastModifiedBy>Nine Labuschagne</cp:lastModifiedBy>
  <cp:revision>13</cp:revision>
  <cp:lastPrinted>2017-04-27T08:13:41Z</cp:lastPrinted>
  <dcterms:created xsi:type="dcterms:W3CDTF">2017-04-24T06:45:51Z</dcterms:created>
  <dcterms:modified xsi:type="dcterms:W3CDTF">2017-04-27T08:13:48Z</dcterms:modified>
</cp:coreProperties>
</file>