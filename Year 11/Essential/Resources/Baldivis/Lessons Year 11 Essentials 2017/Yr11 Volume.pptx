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2" r:id="rId4"/>
    <p:sldId id="263" r:id="rId5"/>
    <p:sldId id="267" r:id="rId6"/>
    <p:sldId id="266" r:id="rId7"/>
    <p:sldId id="264" r:id="rId8"/>
    <p:sldId id="270" r:id="rId9"/>
    <p:sldId id="269" r:id="rId10"/>
    <p:sldId id="268" r:id="rId11"/>
    <p:sldId id="265" r:id="rId12"/>
    <p:sldId id="271" r:id="rId13"/>
    <p:sldId id="277" r:id="rId14"/>
    <p:sldId id="278" r:id="rId15"/>
    <p:sldId id="279" r:id="rId16"/>
    <p:sldId id="280" r:id="rId17"/>
    <p:sldId id="281" r:id="rId18"/>
    <p:sldId id="260" r:id="rId19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924774"/>
            <a:ext cx="18714" cy="57513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an object?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5938" y="1057454"/>
            <a:ext cx="6586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r>
              <a:rPr lang="en-AU" dirty="0"/>
              <a:t>Think of a lunch container and ask yourself how many 1cm cubes could fit inside it.  The answer is the volume of the container.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741" y="-16038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Volume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257783"/>
            <a:ext cx="3439551" cy="17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988" y="393896"/>
            <a:ext cx="522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4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988" y="393896"/>
            <a:ext cx="5226148" cy="646331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74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8676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1cm back</a:t>
            </a:r>
          </a:p>
        </p:txBody>
      </p:sp>
    </p:spTree>
    <p:extLst>
      <p:ext uri="{BB962C8B-B14F-4D97-AF65-F5344CB8AC3E}">
        <p14:creationId xmlns:p14="http://schemas.microsoft.com/office/powerpoint/2010/main" val="333451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2cm back</a:t>
            </a:r>
          </a:p>
        </p:txBody>
      </p:sp>
    </p:spTree>
    <p:extLst>
      <p:ext uri="{BB962C8B-B14F-4D97-AF65-F5344CB8AC3E}">
        <p14:creationId xmlns:p14="http://schemas.microsoft.com/office/powerpoint/2010/main" val="45895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3cm back</a:t>
            </a:r>
          </a:p>
        </p:txBody>
      </p:sp>
    </p:spTree>
    <p:extLst>
      <p:ext uri="{BB962C8B-B14F-4D97-AF65-F5344CB8AC3E}">
        <p14:creationId xmlns:p14="http://schemas.microsoft.com/office/powerpoint/2010/main" val="225478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4cm back</a:t>
            </a:r>
          </a:p>
        </p:txBody>
      </p:sp>
    </p:spTree>
    <p:extLst>
      <p:ext uri="{BB962C8B-B14F-4D97-AF65-F5344CB8AC3E}">
        <p14:creationId xmlns:p14="http://schemas.microsoft.com/office/powerpoint/2010/main" val="337813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5cm back</a:t>
            </a:r>
          </a:p>
        </p:txBody>
      </p:sp>
    </p:spTree>
    <p:extLst>
      <p:ext uri="{BB962C8B-B14F-4D97-AF65-F5344CB8AC3E}">
        <p14:creationId xmlns:p14="http://schemas.microsoft.com/office/powerpoint/2010/main" val="189944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6cm back</a:t>
            </a:r>
          </a:p>
        </p:txBody>
      </p:sp>
    </p:spTree>
    <p:extLst>
      <p:ext uri="{BB962C8B-B14F-4D97-AF65-F5344CB8AC3E}">
        <p14:creationId xmlns:p14="http://schemas.microsoft.com/office/powerpoint/2010/main" val="51575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7cm back</a:t>
            </a:r>
          </a:p>
        </p:txBody>
      </p:sp>
    </p:spTree>
    <p:extLst>
      <p:ext uri="{BB962C8B-B14F-4D97-AF65-F5344CB8AC3E}">
        <p14:creationId xmlns:p14="http://schemas.microsoft.com/office/powerpoint/2010/main" val="184498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7cm back</a:t>
            </a:r>
          </a:p>
          <a:p>
            <a:r>
              <a:rPr lang="en-AU" dirty="0"/>
              <a:t>	= 700cm</a:t>
            </a:r>
            <a:r>
              <a:rPr lang="en-AU" baseline="30000" dirty="0"/>
              <a:t>3</a:t>
            </a:r>
          </a:p>
          <a:p>
            <a:endParaRPr lang="en-AU" baseline="30000" dirty="0"/>
          </a:p>
          <a:p>
            <a:r>
              <a:rPr lang="en-AU" dirty="0"/>
              <a:t>Volume is in units</a:t>
            </a:r>
            <a:r>
              <a:rPr lang="en-AU" baseline="30000" dirty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300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924774"/>
            <a:ext cx="18714" cy="57513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an object?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5938" y="1057454"/>
            <a:ext cx="65863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r>
              <a:rPr lang="en-AU" dirty="0"/>
              <a:t>Think of a lunch container and ask yourself how many 1cm cubes could fit inside it.  The answer is the volume of the container.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For any prism or cylinder	</a:t>
            </a:r>
          </a:p>
          <a:p>
            <a:r>
              <a:rPr lang="en-AU" dirty="0"/>
              <a:t>	Volume  = area of the face x the length of the object 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76741" y="-16038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Volume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567" y="2257783"/>
            <a:ext cx="3439551" cy="17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36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9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3557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472597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821164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3.2m</a:t>
            </a:r>
            <a:r>
              <a:rPr lang="en-AU" sz="1600" baseline="30000" dirty="0"/>
              <a:t>2</a:t>
            </a:r>
            <a:r>
              <a:rPr lang="en-AU" sz="1600" dirty="0"/>
              <a:t> x 3m</a:t>
            </a:r>
          </a:p>
          <a:p>
            <a:r>
              <a:rPr lang="en-AU" sz="1600" dirty="0"/>
              <a:t>               = 9.6m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42028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821164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3.2m</a:t>
            </a:r>
            <a:r>
              <a:rPr lang="en-AU" sz="1600" baseline="30000" dirty="0"/>
              <a:t>2</a:t>
            </a:r>
            <a:r>
              <a:rPr lang="en-AU" sz="1600" dirty="0"/>
              <a:t> x 3m</a:t>
            </a:r>
          </a:p>
          <a:p>
            <a:r>
              <a:rPr lang="en-AU" sz="1600" dirty="0"/>
              <a:t>               = 9.6m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813121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17cm</a:t>
            </a:r>
            <a:r>
              <a:rPr lang="en-AU" sz="1600" baseline="30000" dirty="0"/>
              <a:t>2</a:t>
            </a:r>
            <a:r>
              <a:rPr lang="en-AU" sz="1600" dirty="0"/>
              <a:t> x 4cm</a:t>
            </a:r>
          </a:p>
          <a:p>
            <a:r>
              <a:rPr lang="en-AU" sz="1600" dirty="0"/>
              <a:t>               = 68cm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27738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11"/>
          <a:stretch/>
        </p:blipFill>
        <p:spPr>
          <a:xfrm>
            <a:off x="849854" y="142013"/>
            <a:ext cx="6745044" cy="19931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315"/>
          <a:stretch/>
        </p:blipFill>
        <p:spPr>
          <a:xfrm>
            <a:off x="914400" y="2135167"/>
            <a:ext cx="7155472" cy="34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0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7642EB5C-C1E4-4818-A95E-1C4FDF77A8D1}" vid="{EEAE1221-B9DB-490C-B670-831CBC36E5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389</Words>
  <Application>Microsoft Office PowerPoint</Application>
  <PresentationFormat>On-screen Show (16:10)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11</cp:revision>
  <dcterms:created xsi:type="dcterms:W3CDTF">2016-07-22T05:41:47Z</dcterms:created>
  <dcterms:modified xsi:type="dcterms:W3CDTF">2017-03-12T14:26:03Z</dcterms:modified>
</cp:coreProperties>
</file>