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8" r:id="rId2"/>
    <p:sldId id="256" r:id="rId3"/>
    <p:sldId id="258" r:id="rId4"/>
    <p:sldId id="260" r:id="rId5"/>
    <p:sldId id="264" r:id="rId6"/>
    <p:sldId id="270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E0B0D-E402-4C61-8B48-5AFFBBFA84EA}" type="datetimeFigureOut">
              <a:rPr lang="en-AU" smtClean="0"/>
              <a:t>20/02/2017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1B218-7045-479A-9435-771F697A9ABA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D9768-89F3-484B-874D-D023B6BFF022}" type="datetimeFigureOut">
              <a:rPr lang="en-AU" smtClean="0"/>
              <a:pPr/>
              <a:t>20/02/2017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CB994-D74E-45CC-AACC-7C6F5DD11F38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76672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323528" y="980728"/>
            <a:ext cx="84969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Measurements are used in many areas of design today. Buildings, clothes and footy</a:t>
            </a:r>
          </a:p>
          <a:p>
            <a:r>
              <a:rPr lang="en-AU" dirty="0" smtClean="0"/>
              <a:t>banners can be designed using areas of colour in a Mondrian-type format. </a:t>
            </a:r>
            <a:r>
              <a:rPr lang="en-AU" dirty="0" err="1" smtClean="0"/>
              <a:t>Mondrianstyle</a:t>
            </a:r>
            <a:endParaRPr lang="en-AU" dirty="0" smtClean="0"/>
          </a:p>
          <a:p>
            <a:r>
              <a:rPr lang="en-AU" dirty="0" smtClean="0"/>
              <a:t>patterns appear in nature, for example in the wings of a butterfly. Stained glass</a:t>
            </a:r>
          </a:p>
          <a:p>
            <a:r>
              <a:rPr lang="en-AU" dirty="0" smtClean="0"/>
              <a:t>windows have blocks of colour surrounded by strong lines. How would you estimate</a:t>
            </a:r>
          </a:p>
          <a:p>
            <a:r>
              <a:rPr lang="en-AU" dirty="0" smtClean="0"/>
              <a:t>the area of each of the blocks of colour?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3068960"/>
            <a:ext cx="8601447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7544" y="40466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Warm Up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836712"/>
            <a:ext cx="8420906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0" y="149731"/>
            <a:ext cx="806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□  24</a:t>
            </a:r>
          </a:p>
          <a:p>
            <a:r>
              <a:rPr lang="en-AU" sz="1600" dirty="0" smtClean="0"/>
              <a:t>□  7</a:t>
            </a:r>
          </a:p>
          <a:p>
            <a:r>
              <a:rPr lang="en-AU" sz="1600" dirty="0" smtClean="0"/>
              <a:t>□  30</a:t>
            </a:r>
            <a:endParaRPr lang="en-AU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40364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260649"/>
            <a:ext cx="49685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Title:  </a:t>
            </a:r>
            <a:r>
              <a:rPr lang="en-AU" sz="2800" dirty="0" smtClean="0"/>
              <a:t>Area, Volume and capacity</a:t>
            </a:r>
            <a:endParaRPr lang="en-AU" sz="2800" dirty="0"/>
          </a:p>
          <a:p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084168" y="332656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 </a:t>
            </a:r>
            <a:r>
              <a:rPr lang="en-AU" sz="2400" dirty="0" smtClean="0"/>
              <a:t>2</a:t>
            </a:r>
            <a:r>
              <a:rPr lang="en-AU" sz="2400" dirty="0" smtClean="0"/>
              <a:t>7/02/2017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0527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</a:t>
            </a:r>
            <a:r>
              <a:rPr lang="en-AU" sz="2400" dirty="0" smtClean="0"/>
              <a:t>we find the area of flat shapes and convert units of area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204864"/>
            <a:ext cx="6980237" cy="74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3265140"/>
            <a:ext cx="2390775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3933056"/>
            <a:ext cx="6556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43388" y="3052192"/>
            <a:ext cx="6556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31840" y="5661248"/>
            <a:ext cx="28956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0" y="149731"/>
            <a:ext cx="806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□  24</a:t>
            </a:r>
          </a:p>
          <a:p>
            <a:r>
              <a:rPr lang="en-AU" sz="1600" dirty="0" smtClean="0"/>
              <a:t>□  7</a:t>
            </a:r>
          </a:p>
          <a:p>
            <a:r>
              <a:rPr lang="en-AU" sz="1600" dirty="0" smtClean="0"/>
              <a:t>□  30</a:t>
            </a:r>
            <a:endParaRPr lang="en-AU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40364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260649"/>
            <a:ext cx="5760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</a:t>
            </a:r>
            <a:r>
              <a:rPr lang="en-AU" sz="2800" dirty="0" smtClean="0"/>
              <a:t>:  Area, Volume and capacity</a:t>
            </a:r>
          </a:p>
          <a:p>
            <a:endParaRPr lang="en-AU" sz="2800" dirty="0"/>
          </a:p>
          <a:p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084168" y="332656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 </a:t>
            </a:r>
            <a:r>
              <a:rPr lang="en-AU" sz="2400" dirty="0" smtClean="0"/>
              <a:t>27/02/2017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0527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</a:t>
            </a:r>
            <a:r>
              <a:rPr lang="en-AU" sz="2400" dirty="0" smtClean="0"/>
              <a:t>we find the area of flat shapes and convert units of area</a:t>
            </a:r>
            <a:endParaRPr lang="en-AU" sz="240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0588" y="2249463"/>
            <a:ext cx="4822825" cy="297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0" y="149731"/>
            <a:ext cx="806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□  24</a:t>
            </a:r>
          </a:p>
          <a:p>
            <a:r>
              <a:rPr lang="en-AU" sz="1600" dirty="0" smtClean="0"/>
              <a:t>□  7</a:t>
            </a:r>
          </a:p>
          <a:p>
            <a:r>
              <a:rPr lang="en-AU" sz="1600" dirty="0" smtClean="0"/>
              <a:t>□  30</a:t>
            </a:r>
            <a:endParaRPr lang="en-AU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8995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260649"/>
            <a:ext cx="5760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</a:t>
            </a:r>
            <a:r>
              <a:rPr lang="en-AU" sz="2800" dirty="0" smtClean="0"/>
              <a:t>:  Area, Volume and capacity</a:t>
            </a:r>
          </a:p>
          <a:p>
            <a:endParaRPr lang="en-AU" sz="2800" dirty="0"/>
          </a:p>
          <a:p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084168" y="332656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 </a:t>
            </a:r>
            <a:r>
              <a:rPr lang="en-AU" sz="2400" dirty="0" smtClean="0"/>
              <a:t>27/02/2017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0527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</a:t>
            </a:r>
            <a:r>
              <a:rPr lang="en-AU" sz="2400" dirty="0" smtClean="0"/>
              <a:t>we find the area of flat shapes and convert units of area</a:t>
            </a:r>
            <a:endParaRPr lang="en-AU" sz="2400" dirty="0"/>
          </a:p>
        </p:txBody>
      </p:sp>
      <p:sp>
        <p:nvSpPr>
          <p:cNvPr id="10" name="Rectangle 9"/>
          <p:cNvSpPr/>
          <p:nvPr/>
        </p:nvSpPr>
        <p:spPr>
          <a:xfrm>
            <a:off x="1547664" y="2060848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</a:t>
            </a:r>
            <a:r>
              <a:rPr lang="en-AU" b="1" dirty="0" smtClean="0"/>
              <a:t>area of a shape is the amount of space inside that shape. </a:t>
            </a:r>
            <a:endParaRPr lang="en-AU" dirty="0"/>
          </a:p>
        </p:txBody>
      </p:sp>
      <p:sp>
        <p:nvSpPr>
          <p:cNvPr id="11" name="Rectangle 10"/>
          <p:cNvSpPr/>
          <p:nvPr/>
        </p:nvSpPr>
        <p:spPr>
          <a:xfrm>
            <a:off x="899592" y="2708920"/>
            <a:ext cx="84249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rule can be used to </a:t>
            </a:r>
            <a:r>
              <a:rPr lang="en-AU" dirty="0" smtClean="0"/>
              <a:t>find </a:t>
            </a:r>
            <a:r>
              <a:rPr lang="en-AU" dirty="0" smtClean="0"/>
              <a:t>the area of a rectangle. </a:t>
            </a:r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Simply </a:t>
            </a:r>
            <a:r>
              <a:rPr lang="en-AU" dirty="0" smtClean="0"/>
              <a:t>multiply the length by the width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dirty="0" smtClean="0"/>
              <a:t>Make sure that the measurements for length and width have the same units. The units for </a:t>
            </a:r>
            <a:r>
              <a:rPr lang="en-AU" dirty="0" smtClean="0"/>
              <a:t>area are </a:t>
            </a:r>
            <a:r>
              <a:rPr lang="en-AU" dirty="0" smtClean="0"/>
              <a:t>squared, for example square centimetres or cm2, because area has two dimensions.</a:t>
            </a:r>
            <a:endParaRPr lang="en-A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0" y="149731"/>
            <a:ext cx="806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□  24</a:t>
            </a:r>
          </a:p>
          <a:p>
            <a:r>
              <a:rPr lang="en-AU" sz="1600" dirty="0" smtClean="0"/>
              <a:t>□  7</a:t>
            </a:r>
          </a:p>
          <a:p>
            <a:r>
              <a:rPr lang="en-AU" sz="1600" dirty="0" smtClean="0"/>
              <a:t>□  30</a:t>
            </a:r>
            <a:endParaRPr lang="en-AU" sz="1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04360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260649"/>
            <a:ext cx="5760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</a:t>
            </a:r>
            <a:r>
              <a:rPr lang="en-AU" sz="2800" dirty="0" smtClean="0"/>
              <a:t>:  Area, Volume and capacity</a:t>
            </a:r>
          </a:p>
          <a:p>
            <a:endParaRPr lang="en-AU" sz="2800" dirty="0"/>
          </a:p>
          <a:p>
            <a:endParaRPr lang="en-A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084168" y="332656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 </a:t>
            </a:r>
            <a:r>
              <a:rPr lang="en-AU" sz="2400" dirty="0" smtClean="0"/>
              <a:t>27/02/2017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0527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</a:t>
            </a:r>
            <a:r>
              <a:rPr lang="en-AU" sz="2400" dirty="0" smtClean="0"/>
              <a:t>we find the area of flat shapes and convert units of area</a:t>
            </a:r>
            <a:endParaRPr lang="en-AU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204865"/>
            <a:ext cx="8311566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404664"/>
            <a:ext cx="58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7175" y="476672"/>
            <a:ext cx="6088063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39552" y="4581128"/>
            <a:ext cx="4268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Page 47 Questions 1 to 7 show full working.</a:t>
            </a:r>
            <a:endParaRPr lang="en-A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322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Notes Review</vt:lpstr>
      <vt:lpstr>Homework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E2038835</dc:creator>
  <cp:lastModifiedBy>E2038835</cp:lastModifiedBy>
  <cp:revision>11</cp:revision>
  <dcterms:created xsi:type="dcterms:W3CDTF">2017-02-16T02:08:07Z</dcterms:created>
  <dcterms:modified xsi:type="dcterms:W3CDTF">2017-02-19T23:27:19Z</dcterms:modified>
</cp:coreProperties>
</file>