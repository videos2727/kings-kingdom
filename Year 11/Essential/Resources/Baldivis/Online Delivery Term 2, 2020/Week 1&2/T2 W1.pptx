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1 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9906000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>
                <a:solidFill>
                  <a:schemeClr val="tx1"/>
                </a:solidFill>
              </a:rPr>
              <a:t>how do we </a:t>
            </a:r>
            <a:r>
              <a:rPr lang="en-US" sz="3200" dirty="0" smtClean="0"/>
              <a:t>measure mass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673" y="1366982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mass?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838036" y="1366982"/>
            <a:ext cx="98459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The gram is the basic unit for mass and all other mass units were based on the gram</a:t>
            </a:r>
          </a:p>
          <a:p>
            <a:endParaRPr lang="en-US" sz="2000" dirty="0"/>
          </a:p>
          <a:p>
            <a:endParaRPr lang="en-AU" sz="2000" dirty="0"/>
          </a:p>
        </p:txBody>
      </p:sp>
      <p:pic>
        <p:nvPicPr>
          <p:cNvPr id="1026" name="Picture 2" descr="Converting Metric Units | Converting metric units, Metric units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/>
        </p:blipFill>
        <p:spPr bwMode="auto">
          <a:xfrm>
            <a:off x="3783522" y="2013313"/>
            <a:ext cx="5238750" cy="317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22500" t="13951" r="15833" b="73210"/>
          <a:stretch/>
        </p:blipFill>
        <p:spPr>
          <a:xfrm>
            <a:off x="1835515" y="5265285"/>
            <a:ext cx="10051685" cy="117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1 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980"/>
              </p:ext>
            </p:extLst>
          </p:nvPr>
        </p:nvGraphicFramePr>
        <p:xfrm>
          <a:off x="285733" y="702009"/>
          <a:ext cx="11664967" cy="58565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0632">
                  <a:extLst>
                    <a:ext uri="{9D8B030D-6E8A-4147-A177-3AD203B41FA5}">
                      <a16:colId xmlns:a16="http://schemas.microsoft.com/office/drawing/2014/main" val="3487980761"/>
                    </a:ext>
                  </a:extLst>
                </a:gridCol>
                <a:gridCol w="8154335">
                  <a:extLst>
                    <a:ext uri="{9D8B030D-6E8A-4147-A177-3AD203B41FA5}">
                      <a16:colId xmlns:a16="http://schemas.microsoft.com/office/drawing/2014/main" val="1817850411"/>
                    </a:ext>
                  </a:extLst>
                </a:gridCol>
              </a:tblGrid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95264"/>
                  </a:ext>
                </a:extLst>
              </a:tr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54484"/>
                  </a:ext>
                </a:extLst>
              </a:tr>
              <a:tr h="155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92690"/>
                  </a:ext>
                </a:extLst>
              </a:tr>
              <a:tr h="1242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1445"/>
                  </a:ext>
                </a:extLst>
              </a:tr>
              <a:tr h="1210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8351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894330" y="215036"/>
            <a:ext cx="21185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Thinking Process Planning Sheet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80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1 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9906000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 smtClean="0">
                <a:solidFill>
                  <a:schemeClr val="tx1"/>
                </a:solidFill>
              </a:rPr>
              <a:t>What’s in our food?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838036" y="1366982"/>
            <a:ext cx="9845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Australian law requires food manufacturers to provide specific information labels. All food packaging must contain the following information.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AU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5815" t="45603" r="22056" b="28865"/>
          <a:stretch/>
        </p:blipFill>
        <p:spPr>
          <a:xfrm>
            <a:off x="2529190" y="2336478"/>
            <a:ext cx="7704307" cy="262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3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1 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5733" y="702009"/>
          <a:ext cx="11664967" cy="58565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0632">
                  <a:extLst>
                    <a:ext uri="{9D8B030D-6E8A-4147-A177-3AD203B41FA5}">
                      <a16:colId xmlns:a16="http://schemas.microsoft.com/office/drawing/2014/main" val="3487980761"/>
                    </a:ext>
                  </a:extLst>
                </a:gridCol>
                <a:gridCol w="8154335">
                  <a:extLst>
                    <a:ext uri="{9D8B030D-6E8A-4147-A177-3AD203B41FA5}">
                      <a16:colId xmlns:a16="http://schemas.microsoft.com/office/drawing/2014/main" val="1817850411"/>
                    </a:ext>
                  </a:extLst>
                </a:gridCol>
              </a:tblGrid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95264"/>
                  </a:ext>
                </a:extLst>
              </a:tr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54484"/>
                  </a:ext>
                </a:extLst>
              </a:tr>
              <a:tr h="155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92690"/>
                  </a:ext>
                </a:extLst>
              </a:tr>
              <a:tr h="1242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1445"/>
                  </a:ext>
                </a:extLst>
              </a:tr>
              <a:tr h="1210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8351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894330" y="215036"/>
            <a:ext cx="21185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Thinking Process Planning Sheet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4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153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Bradley Hand ITC</vt:lpstr>
      <vt:lpstr>Calibri</vt:lpstr>
      <vt:lpstr>Calibri Light</vt:lpstr>
      <vt:lpstr>Times New Roman</vt:lpstr>
      <vt:lpstr>Office Theme</vt:lpstr>
      <vt:lpstr>PowerPoint Presentation</vt:lpstr>
      <vt:lpstr>EQ: how do we measure mass?</vt:lpstr>
      <vt:lpstr>PowerPoint Presentation</vt:lpstr>
      <vt:lpstr>PowerPoint Presentation</vt:lpstr>
      <vt:lpstr>PowerPoint Presentation</vt:lpstr>
      <vt:lpstr>EQ: What’s in our food?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8</cp:revision>
  <dcterms:created xsi:type="dcterms:W3CDTF">2020-03-30T02:45:39Z</dcterms:created>
  <dcterms:modified xsi:type="dcterms:W3CDTF">2020-03-30T03:41:32Z</dcterms:modified>
</cp:coreProperties>
</file>