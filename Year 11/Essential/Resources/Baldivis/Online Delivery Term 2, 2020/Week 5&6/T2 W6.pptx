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57" r:id="rId5"/>
    <p:sldId id="267" r:id="rId6"/>
    <p:sldId id="260" r:id="rId7"/>
    <p:sldId id="268" r:id="rId8"/>
    <p:sldId id="270" r:id="rId9"/>
    <p:sldId id="271" r:id="rId10"/>
    <p:sldId id="272" r:id="rId11"/>
    <p:sldId id="273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0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4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5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5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76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5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8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68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19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04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34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5 – lesson 1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300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574800"/>
            <a:ext cx="8015111" cy="450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0800" y="674255"/>
            <a:ext cx="806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Microsoft Excel ‘Statistical Graphs’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060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5 – lesson 2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004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11206788" cy="530424"/>
          </a:xfrm>
        </p:spPr>
        <p:txBody>
          <a:bodyPr>
            <a:noAutofit/>
          </a:bodyPr>
          <a:lstStyle/>
          <a:p>
            <a:r>
              <a:rPr lang="en-AU" sz="3600" dirty="0"/>
              <a:t>EQ: How can graphs be misleading</a:t>
            </a:r>
            <a:r>
              <a:rPr lang="en-AU" sz="3600" dirty="0" smtClean="0"/>
              <a:t>?</a:t>
            </a:r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22884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 smtClean="0"/>
              <a:t>Graphs</a:t>
            </a: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5709" t="33499" r="22482" b="36619"/>
          <a:stretch/>
        </p:blipFill>
        <p:spPr>
          <a:xfrm>
            <a:off x="1957366" y="1371714"/>
            <a:ext cx="10234634" cy="278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071" t="26879" r="17908" b="22057"/>
          <a:stretch/>
        </p:blipFill>
        <p:spPr>
          <a:xfrm>
            <a:off x="466928" y="365125"/>
            <a:ext cx="10860141" cy="465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31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5 – lesson 3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125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220" t="9290" r="19716" b="25461"/>
          <a:stretch/>
        </p:blipFill>
        <p:spPr>
          <a:xfrm>
            <a:off x="1361872" y="309992"/>
            <a:ext cx="9066179" cy="593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9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8263" t="16667" r="25035" b="29244"/>
          <a:stretch/>
        </p:blipFill>
        <p:spPr>
          <a:xfrm>
            <a:off x="1011677" y="914400"/>
            <a:ext cx="10369685" cy="55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0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11286" y="447472"/>
            <a:ext cx="11439726" cy="5933874"/>
            <a:chOff x="311286" y="447472"/>
            <a:chExt cx="11439726" cy="593387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17835" t="17991" r="19610" b="24326"/>
            <a:stretch/>
          </p:blipFill>
          <p:spPr>
            <a:xfrm>
              <a:off x="311286" y="447472"/>
              <a:ext cx="11439726" cy="5933874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836578" y="1906623"/>
              <a:ext cx="4533089" cy="44747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21209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7198" t="17045" r="25461" b="18652"/>
          <a:stretch/>
        </p:blipFill>
        <p:spPr>
          <a:xfrm>
            <a:off x="758756" y="0"/>
            <a:ext cx="10486417" cy="661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09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75098" y="564205"/>
            <a:ext cx="11770468" cy="5797685"/>
            <a:chOff x="175098" y="564205"/>
            <a:chExt cx="11770468" cy="579768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17093" t="16099" r="18546" b="27920"/>
            <a:stretch/>
          </p:blipFill>
          <p:spPr>
            <a:xfrm>
              <a:off x="175098" y="564205"/>
              <a:ext cx="11770468" cy="5758775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719847" y="1887167"/>
              <a:ext cx="6225702" cy="44747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442877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5 – lesson 4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2434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37</Words>
  <Application>Microsoft Office PowerPoint</Application>
  <PresentationFormat>Widescreen</PresentationFormat>
  <Paragraphs>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EQ: How can graphs be misleading?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27</cp:revision>
  <dcterms:created xsi:type="dcterms:W3CDTF">2020-03-30T02:45:39Z</dcterms:created>
  <dcterms:modified xsi:type="dcterms:W3CDTF">2020-03-31T06:35:35Z</dcterms:modified>
</cp:coreProperties>
</file>