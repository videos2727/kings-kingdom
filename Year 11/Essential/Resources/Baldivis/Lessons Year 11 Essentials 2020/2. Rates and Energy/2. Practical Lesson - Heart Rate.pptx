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1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3/1/2020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92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Practical Lesson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92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measure heart rate after resting and exercise?  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43787-433B-4BDB-86EC-7EE0C83EC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917"/>
            <a:ext cx="12192000" cy="486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9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26D8EF-3D27-449B-B3F9-5DF0F543C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077"/>
            <a:ext cx="12192000" cy="633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7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ow to Measure Resting Heart Rate">
            <a:hlinkClick r:id="" action="ppaction://media"/>
            <a:extLst>
              <a:ext uri="{FF2B5EF4-FFF2-40B4-BE49-F238E27FC236}">
                <a16:creationId xmlns:a16="http://schemas.microsoft.com/office/drawing/2014/main" id="{19B3E066-0419-4952-93EC-4D9D8E7E2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0613" y="506594"/>
            <a:ext cx="10390774" cy="58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7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15</Words>
  <Application>Microsoft Office PowerPoint</Application>
  <PresentationFormat>Widescreen</PresentationFormat>
  <Paragraphs>2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Avenir Next LT Pro</vt:lpstr>
      <vt:lpstr>Avenir Next LT Pro Light</vt:lpstr>
      <vt:lpstr>Garamond</vt:lpstr>
      <vt:lpstr>SavonVTI</vt:lpstr>
      <vt:lpstr>Practical Lesson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2020-03-01T01:47:55Z</dcterms:created>
  <dcterms:modified xsi:type="dcterms:W3CDTF">2020-03-01T01:59:14Z</dcterms:modified>
</cp:coreProperties>
</file>