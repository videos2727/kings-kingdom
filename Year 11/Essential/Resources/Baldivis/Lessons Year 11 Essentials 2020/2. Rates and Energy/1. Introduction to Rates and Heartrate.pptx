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7" r:id="rId2"/>
    <p:sldId id="260" r:id="rId3"/>
    <p:sldId id="261" r:id="rId4"/>
    <p:sldId id="262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3/1/2020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3/1/2020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3/1/2020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3/1/2020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3/1/2020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3/1/2020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3/1/2020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3/1/2020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127452"/>
            <a:ext cx="12191979" cy="6857990"/>
          </a:xfrm>
          <a:prstGeom prst="rect">
            <a:avLst/>
          </a:prstGeom>
        </p:spPr>
      </p:pic>
      <p:sp>
        <p:nvSpPr>
          <p:cNvPr id="64" name="Rectangle 59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65" name="Rectangle 61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5" y="2350017"/>
            <a:ext cx="4775075" cy="163090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Topic: Rates and Energy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6055" y="3990546"/>
            <a:ext cx="4775075" cy="55965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EQ: How do we work out rate conversions and apply it to heart rates?</a:t>
            </a:r>
          </a:p>
        </p:txBody>
      </p:sp>
    </p:spTree>
    <p:extLst>
      <p:ext uri="{BB962C8B-B14F-4D97-AF65-F5344CB8AC3E}">
        <p14:creationId xmlns:p14="http://schemas.microsoft.com/office/powerpoint/2010/main" val="1736693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A26F59-F406-4646-BDEB-EA4110F82688}"/>
              </a:ext>
            </a:extLst>
          </p:cNvPr>
          <p:cNvCxnSpPr>
            <a:cxnSpLocks/>
          </p:cNvCxnSpPr>
          <p:nvPr/>
        </p:nvCxnSpPr>
        <p:spPr>
          <a:xfrm>
            <a:off x="365760" y="925484"/>
            <a:ext cx="1145493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20579E1-2D3C-475D-886E-7864F5877C82}"/>
              </a:ext>
            </a:extLst>
          </p:cNvPr>
          <p:cNvCxnSpPr>
            <a:cxnSpLocks/>
          </p:cNvCxnSpPr>
          <p:nvPr/>
        </p:nvCxnSpPr>
        <p:spPr>
          <a:xfrm>
            <a:off x="368531" y="1454727"/>
            <a:ext cx="1145493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A2B66B-66B1-4B82-9090-85E2FC2B9728}"/>
              </a:ext>
            </a:extLst>
          </p:cNvPr>
          <p:cNvCxnSpPr>
            <a:cxnSpLocks/>
          </p:cNvCxnSpPr>
          <p:nvPr/>
        </p:nvCxnSpPr>
        <p:spPr>
          <a:xfrm>
            <a:off x="2892829" y="1454725"/>
            <a:ext cx="0" cy="5018117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55394807-7054-483F-9731-C59E7413E22C}"/>
              </a:ext>
            </a:extLst>
          </p:cNvPr>
          <p:cNvSpPr txBox="1">
            <a:spLocks/>
          </p:cNvSpPr>
          <p:nvPr/>
        </p:nvSpPr>
        <p:spPr>
          <a:xfrm>
            <a:off x="365760" y="379615"/>
            <a:ext cx="4775075" cy="545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i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AU" sz="3200" b="1" dirty="0">
                <a:solidFill>
                  <a:schemeClr val="tx1"/>
                </a:solidFill>
              </a:rPr>
              <a:t>Topic: Rates and Energy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ADD5BEA-A748-4865-8C46-00F626AAAB27}"/>
              </a:ext>
            </a:extLst>
          </p:cNvPr>
          <p:cNvSpPr txBox="1">
            <a:spLocks/>
          </p:cNvSpPr>
          <p:nvPr/>
        </p:nvSpPr>
        <p:spPr>
          <a:xfrm>
            <a:off x="365759" y="925483"/>
            <a:ext cx="9487594" cy="5292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EQ: How do we work out rate conversions and apply it to heart rates?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D6BC73-491B-4AD4-9B70-E7092C953E0F}"/>
              </a:ext>
            </a:extLst>
          </p:cNvPr>
          <p:cNvSpPr txBox="1"/>
          <p:nvPr/>
        </p:nvSpPr>
        <p:spPr>
          <a:xfrm>
            <a:off x="365758" y="1839883"/>
            <a:ext cx="2527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What is a rate?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995746-DF73-458A-A515-A9DA036BDEFA}"/>
              </a:ext>
            </a:extLst>
          </p:cNvPr>
          <p:cNvSpPr txBox="1"/>
          <p:nvPr/>
        </p:nvSpPr>
        <p:spPr>
          <a:xfrm>
            <a:off x="3150522" y="1839883"/>
            <a:ext cx="86701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 rate shows how one quantity changes with another quantity. </a:t>
            </a:r>
          </a:p>
          <a:p>
            <a:endParaRPr lang="en-AU" sz="2400" dirty="0"/>
          </a:p>
          <a:p>
            <a:r>
              <a:rPr lang="en-AU" sz="2400" dirty="0"/>
              <a:t>We write a rate using the</a:t>
            </a:r>
            <a:r>
              <a:rPr lang="en-AU" sz="2400" b="1" dirty="0"/>
              <a:t> / </a:t>
            </a:r>
            <a:r>
              <a:rPr lang="en-AU" sz="2400" dirty="0"/>
              <a:t>symbol or the word </a:t>
            </a:r>
            <a:r>
              <a:rPr lang="en-AU" sz="2400" b="1" i="1" dirty="0"/>
              <a:t>per</a:t>
            </a:r>
          </a:p>
          <a:p>
            <a:endParaRPr lang="en-AU" sz="2400" b="1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400" dirty="0"/>
              <a:t>Price of petrol is cents per litre or c/L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400" dirty="0"/>
              <a:t>Heartbeat is beats per minutes or beats/min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AU" sz="2400" dirty="0"/>
          </a:p>
          <a:p>
            <a:pPr algn="ctr"/>
            <a:r>
              <a:rPr lang="en-AU" sz="2400" b="1" dirty="0"/>
              <a:t>A rate compares 2 quantities measured in different units</a:t>
            </a:r>
          </a:p>
        </p:txBody>
      </p:sp>
    </p:spTree>
    <p:extLst>
      <p:ext uri="{BB962C8B-B14F-4D97-AF65-F5344CB8AC3E}">
        <p14:creationId xmlns:p14="http://schemas.microsoft.com/office/powerpoint/2010/main" val="2574947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AEDD9C-BDC3-4B95-B376-462CFAA45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71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792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A1E0DF-C921-4277-9E19-EEB5A8CB4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1608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8EDF7B-FCA1-4D5D-9C89-11409BACD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85226"/>
            <a:ext cx="12192000" cy="288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182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A26F59-F406-4646-BDEB-EA4110F82688}"/>
              </a:ext>
            </a:extLst>
          </p:cNvPr>
          <p:cNvCxnSpPr>
            <a:cxnSpLocks/>
          </p:cNvCxnSpPr>
          <p:nvPr/>
        </p:nvCxnSpPr>
        <p:spPr>
          <a:xfrm>
            <a:off x="365760" y="925484"/>
            <a:ext cx="1145493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20579E1-2D3C-475D-886E-7864F5877C82}"/>
              </a:ext>
            </a:extLst>
          </p:cNvPr>
          <p:cNvCxnSpPr>
            <a:cxnSpLocks/>
          </p:cNvCxnSpPr>
          <p:nvPr/>
        </p:nvCxnSpPr>
        <p:spPr>
          <a:xfrm>
            <a:off x="368531" y="1454727"/>
            <a:ext cx="1145493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A2B66B-66B1-4B82-9090-85E2FC2B9728}"/>
              </a:ext>
            </a:extLst>
          </p:cNvPr>
          <p:cNvCxnSpPr>
            <a:cxnSpLocks/>
          </p:cNvCxnSpPr>
          <p:nvPr/>
        </p:nvCxnSpPr>
        <p:spPr>
          <a:xfrm>
            <a:off x="2892829" y="1454725"/>
            <a:ext cx="0" cy="5018117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55394807-7054-483F-9731-C59E7413E22C}"/>
              </a:ext>
            </a:extLst>
          </p:cNvPr>
          <p:cNvSpPr txBox="1">
            <a:spLocks/>
          </p:cNvSpPr>
          <p:nvPr/>
        </p:nvSpPr>
        <p:spPr>
          <a:xfrm>
            <a:off x="365760" y="379615"/>
            <a:ext cx="4775075" cy="545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i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AU" sz="3200" b="1" dirty="0">
                <a:solidFill>
                  <a:schemeClr val="tx1"/>
                </a:solidFill>
              </a:rPr>
              <a:t>Topic: Rates and Energy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ADD5BEA-A748-4865-8C46-00F626AAAB27}"/>
              </a:ext>
            </a:extLst>
          </p:cNvPr>
          <p:cNvSpPr txBox="1">
            <a:spLocks/>
          </p:cNvSpPr>
          <p:nvPr/>
        </p:nvSpPr>
        <p:spPr>
          <a:xfrm>
            <a:off x="365759" y="925483"/>
            <a:ext cx="9487594" cy="5292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EQ: How do we work out rate conversions and apply it to heart rates?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D6BC73-491B-4AD4-9B70-E7092C953E0F}"/>
              </a:ext>
            </a:extLst>
          </p:cNvPr>
          <p:cNvSpPr txBox="1"/>
          <p:nvPr/>
        </p:nvSpPr>
        <p:spPr>
          <a:xfrm>
            <a:off x="365758" y="1839883"/>
            <a:ext cx="2527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What is heart rate?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CA8B62-4372-4716-953E-2812DB748B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54938" r="909" b="5388"/>
          <a:stretch/>
        </p:blipFill>
        <p:spPr>
          <a:xfrm>
            <a:off x="1313414" y="4690145"/>
            <a:ext cx="10335486" cy="16475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73581C-7FBF-4E0A-A60A-EB3ABB1B49A8}"/>
              </a:ext>
            </a:extLst>
          </p:cNvPr>
          <p:cNvSpPr txBox="1"/>
          <p:nvPr/>
        </p:nvSpPr>
        <p:spPr>
          <a:xfrm>
            <a:off x="3150522" y="1839883"/>
            <a:ext cx="86701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heart is a muscle that pumps blood around our body. We all have a resting heart rate. During exercise or times of stress our heart rate increases. After exercise the time it takes for our heart to return to its resting rate is a measure of out fitness.</a:t>
            </a:r>
          </a:p>
          <a:p>
            <a:endParaRPr lang="en-AU" sz="2400" dirty="0"/>
          </a:p>
          <a:p>
            <a:r>
              <a:rPr lang="en-AU" sz="2400" dirty="0"/>
              <a:t>We measure heart rate  or pulse in beats per minutes.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26706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343A97-FB81-43B9-94F1-C051FC332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98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059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28136C-C58B-4928-BA33-27939A175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05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079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CA92D2-36E9-40E1-9FC6-ED044A1F7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42" y="236400"/>
            <a:ext cx="12192000" cy="553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136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139C99-487D-4E62-B59C-18B7D6A6A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9686"/>
            <a:ext cx="12192000" cy="597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5898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189</Words>
  <Application>Microsoft Office PowerPoint</Application>
  <PresentationFormat>Widescreen</PresentationFormat>
  <Paragraphs>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Avenir Next LT Pro</vt:lpstr>
      <vt:lpstr>Avenir Next LT Pro Light</vt:lpstr>
      <vt:lpstr>Garamond</vt:lpstr>
      <vt:lpstr>SavonVTI</vt:lpstr>
      <vt:lpstr>Topic: Rates and Energy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2020-03-01T01:24:37Z</dcterms:created>
  <dcterms:modified xsi:type="dcterms:W3CDTF">2020-03-01T01:37:27Z</dcterms:modified>
</cp:coreProperties>
</file>