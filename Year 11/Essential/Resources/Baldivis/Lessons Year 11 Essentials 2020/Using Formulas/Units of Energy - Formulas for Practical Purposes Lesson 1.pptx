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3"/>
  </p:notesMasterIdLst>
  <p:sldIdLst>
    <p:sldId id="266" r:id="rId2"/>
    <p:sldId id="267" r:id="rId3"/>
    <p:sldId id="268" r:id="rId4"/>
    <p:sldId id="294" r:id="rId5"/>
    <p:sldId id="293" r:id="rId6"/>
    <p:sldId id="295" r:id="rId7"/>
    <p:sldId id="296" r:id="rId8"/>
    <p:sldId id="297" r:id="rId9"/>
    <p:sldId id="298" r:id="rId10"/>
    <p:sldId id="299" r:id="rId11"/>
    <p:sldId id="30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2798" autoAdjust="0"/>
  </p:normalViewPr>
  <p:slideViewPr>
    <p:cSldViewPr snapToGrid="0" snapToObjects="1">
      <p:cViewPr>
        <p:scale>
          <a:sx n="67" d="100"/>
          <a:sy n="67" d="100"/>
        </p:scale>
        <p:origin x="78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06/05/2018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775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9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45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Units of Energy – Practical Applications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7" y="2057401"/>
            <a:ext cx="11129963" cy="443484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b="1" dirty="0"/>
              <a:t>Dot Points</a:t>
            </a:r>
            <a:endParaRPr lang="en-AU" sz="2800" dirty="0"/>
          </a:p>
          <a:p>
            <a:pPr marL="457200" lvl="1" indent="0">
              <a:buNone/>
            </a:pPr>
            <a:r>
              <a:rPr lang="en-AU" sz="2800" dirty="0"/>
              <a:t>1.2.1 Identify common use of formulas to describe practical relationships between quantities</a:t>
            </a:r>
          </a:p>
          <a:p>
            <a:pPr marL="457200" lvl="1" indent="0">
              <a:buNone/>
            </a:pPr>
            <a:endParaRPr lang="en-AU" sz="2800" dirty="0"/>
          </a:p>
          <a:p>
            <a:pPr marL="457200" lvl="1" indent="0">
              <a:buNone/>
            </a:pPr>
            <a:r>
              <a:rPr lang="en-AU" sz="2800" dirty="0"/>
              <a:t>1.2.2 Substitute values for the variables in a mathematical formula in given form to calculate the value of the subject of the formula</a:t>
            </a: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08877"/>
            <a:ext cx="680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Energy – Practical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08/05/2018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some of the practical applications involving units of energy?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312949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this unit so far we have examined units of energy related to food and units of energy related to power separately.</a:t>
            </a:r>
          </a:p>
          <a:p>
            <a:endParaRPr lang="en-AU" sz="2000" dirty="0"/>
          </a:p>
          <a:p>
            <a:r>
              <a:rPr lang="en-AU" sz="2000" dirty="0"/>
              <a:t>It is possible to convert joules to watt hours by knowing that 3600 joules is equivalent to 1 watt hour.</a:t>
            </a:r>
          </a:p>
          <a:p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To convert watt hours to joules, multiply by 3600.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To convert joules to watt hours, divide by</a:t>
            </a:r>
            <a:endParaRPr lang="en-AU" sz="2000" b="1" dirty="0"/>
          </a:p>
          <a:p>
            <a:endParaRPr lang="en-AU" sz="2000" dirty="0"/>
          </a:p>
          <a:p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0A8E41-47D3-4711-B7E0-7381642D2D5B}"/>
              </a:ext>
            </a:extLst>
          </p:cNvPr>
          <p:cNvSpPr txBox="1"/>
          <p:nvPr/>
        </p:nvSpPr>
        <p:spPr>
          <a:xfrm>
            <a:off x="95801" y="1511224"/>
            <a:ext cx="18237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we link joules to watt hours?</a:t>
            </a:r>
          </a:p>
        </p:txBody>
      </p:sp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08877"/>
            <a:ext cx="680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Units of Energy – Practical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08/05/2018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some of the practical applications involving units of energy?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312949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A13946-086C-4E06-B07A-BEFFA7E1A326}"/>
                  </a:ext>
                </a:extLst>
              </p:cNvPr>
              <p:cNvSpPr txBox="1"/>
              <p:nvPr/>
            </p:nvSpPr>
            <p:spPr>
              <a:xfrm>
                <a:off x="1943784" y="1449573"/>
                <a:ext cx="998174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b="1" dirty="0"/>
                  <a:t>Example</a:t>
                </a:r>
              </a:p>
              <a:p>
                <a:r>
                  <a:rPr lang="en-AU" sz="2000" dirty="0"/>
                  <a:t>A rainbow cake from the Cheesecake shop has 35 006 kJ of energy. How many watt hours of energy is this?</a:t>
                </a:r>
              </a:p>
              <a:p>
                <a:endParaRPr lang="en-AU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000" dirty="0"/>
                  <a:t>Convert energy to joules.</a:t>
                </a:r>
                <a:br>
                  <a:rPr lang="en-AU" sz="2000" dirty="0"/>
                </a:b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35006 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×1000=35 006 000</m:t>
                    </m:r>
                  </m:oMath>
                </a14:m>
                <a:r>
                  <a:rPr lang="en-AU" sz="2000" dirty="0"/>
                  <a:t> Joules</a:t>
                </a:r>
                <a:br>
                  <a:rPr lang="en-AU" sz="2000" dirty="0"/>
                </a:br>
                <a:endParaRPr lang="en-AU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000" dirty="0"/>
                  <a:t>Convert joules to watt hours.</a:t>
                </a:r>
                <a:br>
                  <a:rPr lang="en-AU" sz="2000" dirty="0"/>
                </a:b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35 006 000 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÷3600 =9723.89</m:t>
                    </m:r>
                  </m:oMath>
                </a14:m>
                <a:r>
                  <a:rPr lang="en-AU" sz="2000" dirty="0"/>
                  <a:t> watt hours</a:t>
                </a:r>
              </a:p>
              <a:p>
                <a:endParaRPr lang="en-AU" sz="2000" b="1" dirty="0"/>
              </a:p>
              <a:p>
                <a:endParaRPr lang="en-AU" sz="2000" dirty="0"/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A13946-086C-4E06-B07A-BEFFA7E1A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84" y="1449573"/>
                <a:ext cx="9981741" cy="3785652"/>
              </a:xfrm>
              <a:prstGeom prst="rect">
                <a:avLst/>
              </a:prstGeom>
              <a:blipFill>
                <a:blip r:embed="rId3"/>
                <a:stretch>
                  <a:fillRect l="-672" t="-966" r="-10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F0A8E41-47D3-4711-B7E0-7381642D2D5B}"/>
              </a:ext>
            </a:extLst>
          </p:cNvPr>
          <p:cNvSpPr txBox="1"/>
          <p:nvPr/>
        </p:nvSpPr>
        <p:spPr>
          <a:xfrm>
            <a:off x="95801" y="1511224"/>
            <a:ext cx="18237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do we link joules to watt hours?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AF294-41DC-4EB4-85D2-39C722BE6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384" y="3129571"/>
            <a:ext cx="3915112" cy="324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1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Complete MAWA Essentials 11 Chapter 10 Questions 1 -5 pp 42-45</a:t>
            </a:r>
          </a:p>
        </p:txBody>
      </p:sp>
    </p:spTree>
    <p:extLst>
      <p:ext uri="{BB962C8B-B14F-4D97-AF65-F5344CB8AC3E}">
        <p14:creationId xmlns:p14="http://schemas.microsoft.com/office/powerpoint/2010/main" val="189827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638ACC-CBB6-49D0-B04E-E2EC28FD3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49" y="1836738"/>
            <a:ext cx="7624231" cy="450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3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E75EC0-7C80-4953-8053-FA1313BA0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351" y="1499135"/>
            <a:ext cx="7247821" cy="512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A55E0-69AD-4C38-BC0C-AB136F701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75" y="1548607"/>
            <a:ext cx="6479382" cy="3146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933801-0CEA-4050-B02E-440CF9725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6" y="4800600"/>
            <a:ext cx="7079456" cy="174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1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4CF89C-CA89-4F46-847E-A49582B7D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925132"/>
            <a:ext cx="10477180" cy="285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00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C7DA2-D68D-44C6-BA7E-7087235BC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276" y="2057401"/>
            <a:ext cx="9977668" cy="305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7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D0F580-7A2D-4C9E-9630-F2C5AABD4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8421"/>
            <a:ext cx="8207941" cy="376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5207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1566</TotalTime>
  <Words>236</Words>
  <Application>Microsoft Office PowerPoint</Application>
  <PresentationFormat>Widescreen</PresentationFormat>
  <Paragraphs>46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Kiwi School Handwriting</vt:lpstr>
      <vt:lpstr>BSC Theme</vt:lpstr>
      <vt:lpstr>Units of Energy – Practical Applications</vt:lpstr>
      <vt:lpstr>Learning Outcomes</vt:lpstr>
      <vt:lpstr>PowerPoint Presentation</vt:lpstr>
      <vt:lpstr>PowerPoint Presentation</vt:lpstr>
      <vt:lpstr>Task</vt:lpstr>
      <vt:lpstr>Task</vt:lpstr>
      <vt:lpstr>Task</vt:lpstr>
      <vt:lpstr>Task</vt:lpstr>
      <vt:lpstr>Task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Magdeline LUM</cp:lastModifiedBy>
  <cp:revision>74</cp:revision>
  <dcterms:created xsi:type="dcterms:W3CDTF">2018-02-13T05:48:53Z</dcterms:created>
  <dcterms:modified xsi:type="dcterms:W3CDTF">2018-05-06T16:06:14Z</dcterms:modified>
</cp:coreProperties>
</file>