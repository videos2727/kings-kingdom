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66"/>
  </p:normalViewPr>
  <p:slideViewPr>
    <p:cSldViewPr snapToGrid="0" snapToObjects="1">
      <p:cViewPr varScale="1">
        <p:scale>
          <a:sx n="78" d="100"/>
          <a:sy n="78" d="100"/>
        </p:scale>
        <p:origin x="200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E82FD63-1921-4543-B2F3-D51AA6A3D917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5739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862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261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329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133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093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1603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026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9510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1150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617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0484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0144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5047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422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1244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448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E82FD63-1921-4543-B2F3-D51AA6A3D917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43899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Interpreting Measures of spread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How do we use range and Interquartile range to analyse spread in data?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763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567847"/>
          </a:xfrm>
        </p:spPr>
        <p:txBody>
          <a:bodyPr>
            <a:normAutofit fontScale="90000"/>
          </a:bodyPr>
          <a:lstStyle/>
          <a:p>
            <a:r>
              <a:rPr lang="en-AU" dirty="0"/>
              <a:t>Interpreting Measures of spread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116899" y="1177446"/>
            <a:ext cx="1007510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When given a set of </a:t>
            </a:r>
            <a:r>
              <a:rPr lang="en-AU" sz="2400" dirty="0"/>
              <a:t>d</a:t>
            </a:r>
            <a:r>
              <a:rPr lang="en-AU" sz="2400" dirty="0" smtClean="0"/>
              <a:t>ata, we need to be able to analyse the data, using our measures of spread. </a:t>
            </a:r>
          </a:p>
          <a:p>
            <a:endParaRPr lang="en-AU" sz="2400" dirty="0"/>
          </a:p>
          <a:p>
            <a:r>
              <a:rPr lang="en-AU" sz="2400" dirty="0" smtClean="0"/>
              <a:t>We have learnt about 5 number summaries, which allow us us to find the Minimum, Maximum, Median, </a:t>
            </a:r>
          </a:p>
          <a:p>
            <a:r>
              <a:rPr lang="en-AU" sz="2400" dirty="0" smtClean="0"/>
              <a:t>Q</a:t>
            </a:r>
            <a:r>
              <a:rPr lang="en-AU" sz="2400" baseline="-25000" dirty="0" smtClean="0"/>
              <a:t>1</a:t>
            </a:r>
            <a:r>
              <a:rPr lang="en-AU" sz="2400" dirty="0" smtClean="0"/>
              <a:t> and Q</a:t>
            </a:r>
            <a:r>
              <a:rPr lang="en-AU" sz="2400" baseline="-25000" dirty="0" smtClean="0"/>
              <a:t>3</a:t>
            </a:r>
            <a:r>
              <a:rPr lang="en-AU" sz="2400" dirty="0" smtClean="0"/>
              <a:t>.</a:t>
            </a:r>
          </a:p>
          <a:p>
            <a:endParaRPr lang="en-AU" sz="2400" dirty="0"/>
          </a:p>
          <a:p>
            <a:endParaRPr lang="en-AU" sz="2400" dirty="0" smtClean="0"/>
          </a:p>
          <a:p>
            <a:r>
              <a:rPr lang="en-AU" sz="2400" dirty="0" smtClean="0"/>
              <a:t>The maximum score take the minimum score is called the RANGE. This shows us the overall spread of the data. </a:t>
            </a:r>
          </a:p>
          <a:p>
            <a:endParaRPr lang="en-AU" sz="2400" dirty="0"/>
          </a:p>
          <a:p>
            <a:r>
              <a:rPr lang="en-AU" sz="2400" dirty="0" smtClean="0"/>
              <a:t>Q</a:t>
            </a:r>
            <a:r>
              <a:rPr lang="en-AU" sz="2400" baseline="-25000" dirty="0" smtClean="0"/>
              <a:t>3 </a:t>
            </a:r>
            <a:r>
              <a:rPr lang="en-AU" sz="2400" dirty="0" smtClean="0"/>
              <a:t>– Q</a:t>
            </a:r>
            <a:r>
              <a:rPr lang="en-AU" sz="2400" baseline="-25000" dirty="0" smtClean="0"/>
              <a:t>1 </a:t>
            </a:r>
            <a:r>
              <a:rPr lang="en-AU" sz="2400" dirty="0" smtClean="0"/>
              <a:t>gives us the INTERQUARTILE RANGE (IQR). This gives us the interquartile range – this is the middle 50% of the data.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5806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11255" cy="567847"/>
          </a:xfrm>
        </p:spPr>
        <p:txBody>
          <a:bodyPr>
            <a:normAutofit fontScale="90000"/>
          </a:bodyPr>
          <a:lstStyle/>
          <a:p>
            <a:r>
              <a:rPr lang="en-AU" dirty="0"/>
              <a:t>Interpreting Measures of </a:t>
            </a:r>
            <a:r>
              <a:rPr lang="en-AU" smtClean="0"/>
              <a:t>spread – Comparing the two</a:t>
            </a:r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116898" y="1177446"/>
            <a:ext cx="10075101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Comparing the range to the IQR gives us the ability to make judgements about the data. </a:t>
            </a:r>
            <a:endParaRPr lang="en-AU" sz="2400" dirty="0"/>
          </a:p>
          <a:p>
            <a:pPr marL="285750" indent="-285750">
              <a:buFont typeface="Arial" charset="0"/>
              <a:buChar char="•"/>
            </a:pPr>
            <a:r>
              <a:rPr lang="en-AU" sz="2400" dirty="0" smtClean="0"/>
              <a:t>Talking between your pairs, brain storms the benefits of looking at the range, in comparison to the IQR.</a:t>
            </a:r>
          </a:p>
          <a:p>
            <a:pPr marL="285750" indent="-285750">
              <a:buFont typeface="Arial" charset="0"/>
              <a:buChar char="•"/>
            </a:pPr>
            <a:r>
              <a:rPr lang="en-AU" sz="2400" dirty="0" smtClean="0"/>
              <a:t>Which do you think would be a better comparative statistic? Why</a:t>
            </a:r>
            <a:r>
              <a:rPr lang="en-AU" sz="2400" dirty="0" smtClean="0"/>
              <a:t>?</a:t>
            </a:r>
          </a:p>
          <a:p>
            <a:pPr marL="285750" indent="-285750">
              <a:buFont typeface="Arial" charset="0"/>
              <a:buChar char="•"/>
            </a:pPr>
            <a:endParaRPr lang="en-AU" sz="2400" dirty="0"/>
          </a:p>
          <a:p>
            <a:r>
              <a:rPr lang="en-AU" sz="2400" dirty="0" smtClean="0"/>
              <a:t>The benefits of comparing these two sets of data is that the IQR gives us a overview of the middle 50% of the data, without OUTLIERS being included. The range gives us the two extremities, but could contain outliers which will throw out our score. </a:t>
            </a:r>
          </a:p>
          <a:p>
            <a:endParaRPr lang="en-AU" dirty="0"/>
          </a:p>
          <a:p>
            <a:endParaRPr lang="en-AU" dirty="0" smtClean="0"/>
          </a:p>
          <a:p>
            <a:pPr marL="285750" indent="-285750">
              <a:buFont typeface="Arial" charset="0"/>
              <a:buChar char="•"/>
            </a:pP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648" y="4837394"/>
            <a:ext cx="6425184" cy="189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58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567847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Practise</a:t>
            </a:r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350" y="1445973"/>
            <a:ext cx="7950200" cy="1714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350" y="4486148"/>
            <a:ext cx="26162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00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567847"/>
          </a:xfrm>
        </p:spPr>
        <p:txBody>
          <a:bodyPr>
            <a:normAutofit fontScale="90000"/>
          </a:bodyPr>
          <a:lstStyle/>
          <a:p>
            <a:r>
              <a:rPr lang="en-AU" dirty="0"/>
              <a:t>Practise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671" y="1745294"/>
            <a:ext cx="9635330" cy="356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2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8A52E383-5B10-4447-AA10-8D7246AD3E7B}" vid="{D92C5A04-299F-6F48-B2A5-13D3E83A9D2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17</TotalTime>
  <Words>231</Words>
  <Application>Microsoft Macintosh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Arial</vt:lpstr>
      <vt:lpstr>Celestial</vt:lpstr>
      <vt:lpstr>Interpreting Measures of spread</vt:lpstr>
      <vt:lpstr>Interpreting Measures of spread</vt:lpstr>
      <vt:lpstr>Interpreting Measures of spread – Comparing the two</vt:lpstr>
      <vt:lpstr>Practise</vt:lpstr>
      <vt:lpstr>Practise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Interpreting Measures of spread</dc:title>
  <dc:creator>POWER Travis [Baldivis Secondary College]</dc:creator>
  <cp:lastModifiedBy>POWER Travis [Baldivis Secondary College]</cp:lastModifiedBy>
  <cp:revision>3</cp:revision>
  <dcterms:created xsi:type="dcterms:W3CDTF">2018-07-31T11:39:03Z</dcterms:created>
  <dcterms:modified xsi:type="dcterms:W3CDTF">2018-07-31T12:24:45Z</dcterms:modified>
</cp:coreProperties>
</file>