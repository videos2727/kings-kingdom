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66"/>
  </p:normalViewPr>
  <p:slideViewPr>
    <p:cSldViewPr snapToGrid="0" snapToObjects="1">
      <p:cViewPr varScale="1">
        <p:scale>
          <a:sx n="102" d="100"/>
          <a:sy n="102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8/7/18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8/7/18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visual.ly/community/infographic/transportation/roadside-deabte" TargetMode="External"/><Relationship Id="rId3" Type="http://schemas.openxmlformats.org/officeDocument/2006/relationships/hyperlink" Target="https://rac.com.au/car-motoring/info/state_wa-fatalities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youtube.com/watch?v=Vz_eZD_vtZ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Data in the real world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How do we use data to create infographics, and how do we use these to compare data.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58967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What data do we need to know about?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0049" y="1828799"/>
            <a:ext cx="9761951" cy="5029201"/>
          </a:xfrm>
        </p:spPr>
        <p:txBody>
          <a:bodyPr>
            <a:normAutofit/>
          </a:bodyPr>
          <a:lstStyle/>
          <a:p>
            <a:r>
              <a:rPr lang="en-AU" sz="3200" dirty="0" smtClean="0"/>
              <a:t>Data is everywhere. Facebook, </a:t>
            </a:r>
            <a:r>
              <a:rPr lang="en-AU" sz="3200" dirty="0"/>
              <a:t>I</a:t>
            </a:r>
            <a:r>
              <a:rPr lang="en-AU" sz="3200" dirty="0" smtClean="0"/>
              <a:t>nstagram, You-tube, </a:t>
            </a:r>
            <a:r>
              <a:rPr lang="en-AU" sz="3200" dirty="0"/>
              <a:t>S</a:t>
            </a:r>
            <a:r>
              <a:rPr lang="en-AU" sz="3200" dirty="0" smtClean="0"/>
              <a:t>napchat. </a:t>
            </a:r>
          </a:p>
          <a:p>
            <a:r>
              <a:rPr lang="en-AU" sz="3200" dirty="0" smtClean="0"/>
              <a:t>We see data on the news, at work and in school. </a:t>
            </a:r>
          </a:p>
          <a:p>
            <a:r>
              <a:rPr lang="en-AU" sz="3200" dirty="0" smtClean="0"/>
              <a:t>Data is prevalent, but as we have learnt, cherry picking data is very dangerous, as well as that graphs can be manipulated. </a:t>
            </a:r>
            <a:endParaRPr lang="en-AU" sz="3200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2430049" y="1828800"/>
            <a:ext cx="0" cy="5029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961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Data representations in the world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0049" y="1828799"/>
            <a:ext cx="9761951" cy="5029201"/>
          </a:xfrm>
        </p:spPr>
        <p:txBody>
          <a:bodyPr>
            <a:normAutofit/>
          </a:bodyPr>
          <a:lstStyle/>
          <a:p>
            <a:r>
              <a:rPr lang="en-AU" sz="2400" dirty="0" smtClean="0"/>
              <a:t>We have looked at a large number of different graphs in this course- </a:t>
            </a:r>
            <a:r>
              <a:rPr lang="en-AU" sz="2400" dirty="0" err="1"/>
              <a:t>P</a:t>
            </a:r>
            <a:r>
              <a:rPr lang="en-AU" sz="2400" dirty="0" err="1" smtClean="0"/>
              <a:t>iecharts</a:t>
            </a:r>
            <a:r>
              <a:rPr lang="en-AU" sz="2400" dirty="0" smtClean="0"/>
              <a:t>, histograms, bar graphs, dot plot, stem and leafs, line graphs, box and whisker</a:t>
            </a:r>
            <a:r>
              <a:rPr lang="is-IS" sz="2400" dirty="0" smtClean="0"/>
              <a:t>….. </a:t>
            </a:r>
            <a:r>
              <a:rPr lang="en-US" sz="2400" dirty="0" smtClean="0"/>
              <a:t>T</a:t>
            </a:r>
            <a:r>
              <a:rPr lang="is-IS" sz="2400" dirty="0" smtClean="0"/>
              <a:t>he list goes on. </a:t>
            </a:r>
          </a:p>
          <a:p>
            <a:r>
              <a:rPr lang="is-IS" sz="2400" dirty="0" smtClean="0"/>
              <a:t>Graphs are a good way to show data, but infographics are also a valid way for people to display data. </a:t>
            </a:r>
          </a:p>
          <a:p>
            <a:r>
              <a:rPr lang="is-IS" sz="2400" dirty="0" smtClean="0"/>
              <a:t>We will  be looking at data from car accidents, presented as infographics. </a:t>
            </a:r>
            <a:endParaRPr lang="en-AU" sz="2400" dirty="0" smtClean="0"/>
          </a:p>
          <a:p>
            <a:endParaRPr lang="en-AU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430049" y="1828800"/>
            <a:ext cx="0" cy="5029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0889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6" y="0"/>
            <a:ext cx="11963193" cy="1456267"/>
          </a:xfrm>
        </p:spPr>
        <p:txBody>
          <a:bodyPr/>
          <a:lstStyle/>
          <a:p>
            <a:r>
              <a:rPr lang="en-AU" dirty="0" smtClean="0"/>
              <a:t>Looking at the infographics, what do you notice?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253" y="1684573"/>
            <a:ext cx="2719146" cy="484411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2030" y="1684573"/>
            <a:ext cx="4844110" cy="48441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2602" y="1684573"/>
            <a:ext cx="3586198" cy="5072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124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Infographics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0049" y="1828799"/>
            <a:ext cx="9761951" cy="5029201"/>
          </a:xfrm>
        </p:spPr>
        <p:txBody>
          <a:bodyPr>
            <a:normAutofit/>
          </a:bodyPr>
          <a:lstStyle/>
          <a:p>
            <a:r>
              <a:rPr lang="en-AU" sz="2400" dirty="0" smtClean="0"/>
              <a:t>There are many numbers in infographics. They display statistics and graphs in different, non traditional methods. They also illustrate concepts and organise information into Aesthetically pleasing formats.</a:t>
            </a:r>
          </a:p>
          <a:p>
            <a:r>
              <a:rPr lang="en-AU" sz="2400" dirty="0" smtClean="0"/>
              <a:t>Lets look at other infographics  and analyse how they display data and wether you think they are effective in delivering their messages</a:t>
            </a:r>
          </a:p>
          <a:p>
            <a:r>
              <a:rPr lang="en-AU" sz="2400" dirty="0">
                <a:hlinkClick r:id="rId2"/>
              </a:rPr>
              <a:t>https://</a:t>
            </a:r>
            <a:r>
              <a:rPr lang="en-AU" sz="2400" dirty="0" smtClean="0">
                <a:hlinkClick r:id="rId2"/>
              </a:rPr>
              <a:t>visual.ly/community/infographic/transportation/roadside-deabte</a:t>
            </a:r>
            <a:endParaRPr lang="en-AU" sz="2400" dirty="0" smtClean="0"/>
          </a:p>
          <a:p>
            <a:r>
              <a:rPr lang="en-AU" sz="2400" dirty="0">
                <a:hlinkClick r:id="rId3"/>
              </a:rPr>
              <a:t>https://</a:t>
            </a:r>
            <a:r>
              <a:rPr lang="en-AU" sz="2400" dirty="0" smtClean="0">
                <a:hlinkClick r:id="rId3"/>
              </a:rPr>
              <a:t>rac.com.au/car-motoring/info/state_wa-fatalities</a:t>
            </a:r>
            <a:endParaRPr lang="en-AU" sz="2400" dirty="0" smtClean="0"/>
          </a:p>
          <a:p>
            <a:pPr lvl="1"/>
            <a:r>
              <a:rPr lang="en-AU" sz="2000" dirty="0" smtClean="0"/>
              <a:t>Be advised that the above links are about road deaths, and car related injuries. </a:t>
            </a:r>
            <a:endParaRPr lang="en-AU" sz="2000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2430049" y="1828800"/>
            <a:ext cx="0" cy="5029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6674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Infographic videos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0049" y="1828799"/>
            <a:ext cx="9761951" cy="5029201"/>
          </a:xfrm>
        </p:spPr>
        <p:txBody>
          <a:bodyPr/>
          <a:lstStyle/>
          <a:p>
            <a:r>
              <a:rPr lang="en-AU" sz="2400" dirty="0" smtClean="0"/>
              <a:t>Social media has given rise to more informed citizens of the world, and freely available educational videos are uploaded regularly to You-Tube </a:t>
            </a:r>
          </a:p>
          <a:p>
            <a:r>
              <a:rPr lang="en-AU" sz="2400" dirty="0" smtClean="0"/>
              <a:t>These videos often use the same features that infographics do to get their information across. </a:t>
            </a:r>
          </a:p>
          <a:p>
            <a:r>
              <a:rPr lang="en-AU" sz="2400" dirty="0" smtClean="0"/>
              <a:t>Vibrant colours, graphs and numbers help to engage the audience and convey their meaning. </a:t>
            </a:r>
          </a:p>
          <a:p>
            <a:r>
              <a:rPr lang="en-AU" sz="2400" dirty="0" smtClean="0"/>
              <a:t>Watch the infographic video below to see how they display there data </a:t>
            </a:r>
          </a:p>
          <a:p>
            <a:r>
              <a:rPr lang="en-AU" sz="2400" dirty="0">
                <a:hlinkClick r:id="rId2"/>
              </a:rPr>
              <a:t>https://</a:t>
            </a:r>
            <a:r>
              <a:rPr lang="en-AU" sz="2400" dirty="0" smtClean="0">
                <a:hlinkClick r:id="rId2"/>
              </a:rPr>
              <a:t>www.youtube.com/watch?v=Vz_eZD_vtZM</a:t>
            </a:r>
            <a:endParaRPr lang="en-AU" sz="2400" dirty="0" smtClean="0"/>
          </a:p>
          <a:p>
            <a:endParaRPr lang="en-AU" dirty="0" smtClean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2430049" y="1828800"/>
            <a:ext cx="0" cy="5029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42598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36</TotalTime>
  <Words>323</Words>
  <Application>Microsoft Macintosh PowerPoint</Application>
  <PresentationFormat>Widescreen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Calibri</vt:lpstr>
      <vt:lpstr>Calibri Light</vt:lpstr>
      <vt:lpstr>Arial</vt:lpstr>
      <vt:lpstr>Celestial</vt:lpstr>
      <vt:lpstr>Data in the real world</vt:lpstr>
      <vt:lpstr>What data do we need to know about? </vt:lpstr>
      <vt:lpstr>Data representations in the world</vt:lpstr>
      <vt:lpstr>Looking at the infographics, what do you notice?</vt:lpstr>
      <vt:lpstr>Infographics</vt:lpstr>
      <vt:lpstr>Infographic videos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in the real world</dc:title>
  <dc:creator>POWER Travis [Baldivis Secondary College]</dc:creator>
  <cp:lastModifiedBy>POWER Travis [Baldivis Secondary College]</cp:lastModifiedBy>
  <cp:revision>4</cp:revision>
  <dcterms:created xsi:type="dcterms:W3CDTF">2018-08-07T11:42:48Z</dcterms:created>
  <dcterms:modified xsi:type="dcterms:W3CDTF">2018-08-07T12:19:28Z</dcterms:modified>
</cp:coreProperties>
</file>