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1401"/>
  </p:normalViewPr>
  <p:slideViewPr>
    <p:cSldViewPr snapToGrid="0" snapToObjects="1">
      <p:cViewPr>
        <p:scale>
          <a:sx n="86" d="100"/>
          <a:sy n="86" d="100"/>
        </p:scale>
        <p:origin x="9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F21B2-9391-154F-A084-4A0FEEB79726}" type="datetimeFigureOut">
              <a:rPr lang="en-AU" smtClean="0"/>
              <a:t>29/05/2018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0F892-CFEE-6046-8260-4D353C66C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9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0F892-CFEE-6046-8260-4D353C66C39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80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5/29/18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CREATING GRAPHS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Picture Graphs and Step Graphs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9753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features of graphs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1566" y="2121121"/>
            <a:ext cx="10554574" cy="3636511"/>
          </a:xfrm>
        </p:spPr>
        <p:txBody>
          <a:bodyPr/>
          <a:lstStyle/>
          <a:p>
            <a:r>
              <a:rPr lang="en-AU" dirty="0" smtClean="0"/>
              <a:t>What do we need for a graph</a:t>
            </a:r>
            <a:r>
              <a:rPr lang="en-AU" dirty="0" smtClean="0"/>
              <a:t>?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What makes a good </a:t>
            </a:r>
            <a:r>
              <a:rPr lang="en-AU" dirty="0" smtClean="0"/>
              <a:t>graph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How and why do we use graphs.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426" y="2019086"/>
            <a:ext cx="4567790" cy="463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5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Painting a </a:t>
            </a:r>
            <a:r>
              <a:rPr lang="en-AU" dirty="0" smtClean="0"/>
              <a:t>Picture (graph)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6724" y="2406953"/>
            <a:ext cx="7815894" cy="3636511"/>
          </a:xfrm>
        </p:spPr>
        <p:txBody>
          <a:bodyPr/>
          <a:lstStyle/>
          <a:p>
            <a:r>
              <a:rPr lang="en-AU" dirty="0" smtClean="0"/>
              <a:t>A picture graph is made of representational units. </a:t>
            </a:r>
          </a:p>
          <a:p>
            <a:r>
              <a:rPr lang="en-AU" dirty="0" smtClean="0"/>
              <a:t>Each unit needs to represent the same amount and be of the same size. </a:t>
            </a:r>
          </a:p>
          <a:p>
            <a:r>
              <a:rPr lang="en-AU" dirty="0" smtClean="0"/>
              <a:t>A key is required to describe how much each image represents. </a:t>
            </a:r>
          </a:p>
          <a:p>
            <a:r>
              <a:rPr lang="en-AU" dirty="0" smtClean="0"/>
              <a:t>Picture graphs can be used to compare multiple data sets, or different data on a similar subject- e.g. The number of letters delivered daily, or the number of each animal on a station or farm. 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25052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15987" y="203762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</a:t>
            </a:r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2417523" y="1766170"/>
            <a:ext cx="23195" cy="509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46724" y="2037621"/>
            <a:ext cx="710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How do we make picture graphs and what are they used for?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73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 we make a </a:t>
            </a:r>
            <a:r>
              <a:rPr lang="en-AU" dirty="0" smtClean="0"/>
              <a:t>Picture </a:t>
            </a:r>
            <a:r>
              <a:rPr lang="en-AU" dirty="0"/>
              <a:t>G</a:t>
            </a:r>
            <a:r>
              <a:rPr lang="en-AU" dirty="0" smtClean="0"/>
              <a:t>raph</a:t>
            </a:r>
            <a:r>
              <a:rPr lang="en-AU" dirty="0" smtClean="0"/>
              <a:t>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955" y="2603460"/>
            <a:ext cx="8365043" cy="3636511"/>
          </a:xfrm>
        </p:spPr>
        <p:txBody>
          <a:bodyPr/>
          <a:lstStyle/>
          <a:p>
            <a:r>
              <a:rPr lang="en-AU" dirty="0" smtClean="0"/>
              <a:t>Making a picture graph requires a few things:</a:t>
            </a:r>
          </a:p>
          <a:p>
            <a:pPr lvl="1">
              <a:buFont typeface="+mj-lt"/>
              <a:buAutoNum type="arabicPeriod"/>
            </a:pPr>
            <a:r>
              <a:rPr lang="en-AU" dirty="0" smtClean="0"/>
              <a:t>Data – either numerical or categorical.</a:t>
            </a:r>
          </a:p>
          <a:p>
            <a:pPr lvl="1">
              <a:buFont typeface="+mj-lt"/>
              <a:buAutoNum type="arabicPeriod"/>
            </a:pPr>
            <a:r>
              <a:rPr lang="en-AU" dirty="0" smtClean="0"/>
              <a:t>A Picture - </a:t>
            </a:r>
            <a:r>
              <a:rPr lang="en-AU" i="1" dirty="0" smtClean="0"/>
              <a:t>its in the name</a:t>
            </a:r>
            <a:r>
              <a:rPr lang="en-AU" dirty="0" smtClean="0"/>
              <a:t>, but something appropriate or related to the data.</a:t>
            </a:r>
          </a:p>
          <a:p>
            <a:pPr lvl="1">
              <a:buFont typeface="+mj-lt"/>
              <a:buAutoNum type="arabicPeriod"/>
            </a:pPr>
            <a:r>
              <a:rPr lang="en-AU" dirty="0" smtClean="0"/>
              <a:t>A set of axes</a:t>
            </a:r>
          </a:p>
          <a:p>
            <a:pPr lvl="2"/>
            <a:r>
              <a:rPr lang="en-AU" dirty="0" smtClean="0"/>
              <a:t>Similar to a bar or column graph, either axis can be the number, and the other is the categorical data by default. </a:t>
            </a:r>
          </a:p>
          <a:p>
            <a:endParaRPr lang="en-AU" dirty="0" smtClean="0"/>
          </a:p>
          <a:p>
            <a:pPr>
              <a:buFont typeface="+mj-lt"/>
              <a:buAutoNum type="arabicPeriod"/>
            </a:pP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25052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5987" y="203762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417523" y="1766170"/>
            <a:ext cx="23195" cy="509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46724" y="2037621"/>
            <a:ext cx="710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How do we make picture graphs and what are they used for?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88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Practising </a:t>
            </a:r>
            <a:r>
              <a:rPr lang="en-AU" dirty="0" smtClean="0"/>
              <a:t>Picture </a:t>
            </a:r>
            <a:r>
              <a:rPr lang="en-AU" dirty="0"/>
              <a:t>G</a:t>
            </a:r>
            <a:r>
              <a:rPr lang="en-AU" dirty="0" smtClean="0"/>
              <a:t>raphs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677" y="2222287"/>
            <a:ext cx="8537321" cy="3636511"/>
          </a:xfrm>
        </p:spPr>
        <p:txBody>
          <a:bodyPr/>
          <a:lstStyle/>
          <a:p>
            <a:r>
              <a:rPr lang="en-AU" dirty="0" smtClean="0"/>
              <a:t>Using the data below, lets practise making a picture graph. </a:t>
            </a:r>
          </a:p>
          <a:p>
            <a:pPr marL="0" indent="0">
              <a:buNone/>
            </a:pPr>
            <a:r>
              <a:rPr lang="en-AU" dirty="0" smtClean="0"/>
              <a:t>Sam collects data about the amount of pizzas he sells. He sells 40 on Monday, 60 on Tuesday, 100 on </a:t>
            </a:r>
            <a:r>
              <a:rPr lang="en-AU" dirty="0" smtClean="0"/>
              <a:t>Wednesday, and on </a:t>
            </a:r>
            <a:r>
              <a:rPr lang="en-AU" dirty="0" smtClean="0"/>
              <a:t>Thursday </a:t>
            </a:r>
            <a:r>
              <a:rPr lang="en-AU" dirty="0" smtClean="0"/>
              <a:t>and Friday he sells 150 pizzas each.</a:t>
            </a:r>
            <a:endParaRPr lang="en-AU" dirty="0" smtClean="0"/>
          </a:p>
          <a:p>
            <a:pPr lvl="2"/>
            <a:r>
              <a:rPr lang="en-AU" dirty="0" smtClean="0"/>
              <a:t>Select a picture to use for this graph- </a:t>
            </a:r>
            <a:r>
              <a:rPr lang="en-AU" dirty="0" smtClean="0"/>
              <a:t>appropriate </a:t>
            </a:r>
            <a:r>
              <a:rPr lang="en-AU" dirty="0" smtClean="0"/>
              <a:t>to the circumstance. </a:t>
            </a:r>
          </a:p>
          <a:p>
            <a:pPr lvl="2"/>
            <a:r>
              <a:rPr lang="en-AU" dirty="0" smtClean="0"/>
              <a:t>Determine how much each picture is equal to, </a:t>
            </a:r>
            <a:r>
              <a:rPr lang="en-AU" dirty="0" smtClean="0"/>
              <a:t>i.e. </a:t>
            </a:r>
            <a:r>
              <a:rPr lang="en-AU" dirty="0" smtClean="0"/>
              <a:t>1 picture is 2 pizzas, 1 picture is 5 pizzas </a:t>
            </a:r>
            <a:r>
              <a:rPr lang="en-AU" dirty="0" err="1" smtClean="0"/>
              <a:t>ect</a:t>
            </a:r>
            <a:r>
              <a:rPr lang="en-AU" dirty="0" smtClean="0"/>
              <a:t>. </a:t>
            </a:r>
          </a:p>
          <a:p>
            <a:pPr lvl="2"/>
            <a:r>
              <a:rPr lang="en-AU" dirty="0" smtClean="0"/>
              <a:t>Label your axes with the required data.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25052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5987" y="203762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417523" y="1766170"/>
            <a:ext cx="23195" cy="509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46724" y="2037621"/>
            <a:ext cx="710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we make picture graphs and what are they used for?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773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PIZZA GRAPH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25052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5987" y="203762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417523" y="1766170"/>
            <a:ext cx="23195" cy="509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46724" y="2037621"/>
            <a:ext cx="710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How do we make picture graphs and what are they used for?</a:t>
            </a:r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" y="2858261"/>
            <a:ext cx="8747108" cy="34352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88557" y="3061252"/>
            <a:ext cx="27034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does this graph stack up?</a:t>
            </a:r>
          </a:p>
          <a:p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Does it show the information? 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Is it easily readable?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Is it easier to determine how many pizzas he sold in total?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0102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Making a step graph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6869" y="2765094"/>
            <a:ext cx="6670384" cy="3636511"/>
          </a:xfrm>
        </p:spPr>
        <p:txBody>
          <a:bodyPr>
            <a:normAutofit fontScale="92500"/>
          </a:bodyPr>
          <a:lstStyle/>
          <a:p>
            <a:r>
              <a:rPr lang="en-AU" dirty="0" smtClean="0"/>
              <a:t>Step gra</a:t>
            </a:r>
            <a:r>
              <a:rPr lang="en-AU" dirty="0"/>
              <a:t>p</a:t>
            </a:r>
            <a:r>
              <a:rPr lang="en-AU" dirty="0" smtClean="0"/>
              <a:t>hs are a useful function for showing differences in values that are not linear, but are related. </a:t>
            </a:r>
          </a:p>
          <a:p>
            <a:r>
              <a:rPr lang="en-AU" dirty="0" smtClean="0"/>
              <a:t>Step graphs are commonly used for financial situations, such as determining taxi fare costs, or the amount of tax someone needs to pay. </a:t>
            </a:r>
          </a:p>
          <a:p>
            <a:r>
              <a:rPr lang="en-AU" dirty="0" smtClean="0"/>
              <a:t>They have short lines, with open or closed circles at either end</a:t>
            </a:r>
          </a:p>
          <a:p>
            <a:pPr lvl="1"/>
            <a:r>
              <a:rPr lang="en-AU" dirty="0" smtClean="0"/>
              <a:t>An open circle at the start of a line means that point is excluded, where an closed circle include it. </a:t>
            </a:r>
          </a:p>
          <a:p>
            <a:pPr marL="57150" indent="0">
              <a:buNone/>
            </a:pPr>
            <a:r>
              <a:rPr lang="en-AU" sz="1900" b="1" i="1" dirty="0" smtClean="0"/>
              <a:t>The taxation amounts for income in Australia is listed right. </a:t>
            </a:r>
          </a:p>
          <a:p>
            <a:pPr marL="57150" indent="0">
              <a:buNone/>
            </a:pPr>
            <a:r>
              <a:rPr lang="en-AU" sz="1900" b="1" i="1" dirty="0" smtClean="0"/>
              <a:t>Construct a step graph to represent this information.</a:t>
            </a:r>
          </a:p>
          <a:p>
            <a:pPr lvl="1"/>
            <a:endParaRPr lang="en-AU" sz="1700" b="1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25052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5987" y="203762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2417523" y="1766170"/>
            <a:ext cx="23195" cy="509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46724" y="2037621"/>
            <a:ext cx="6635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step graph and where are they used in real life?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253" y="4699493"/>
            <a:ext cx="28067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3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does it look?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2487543"/>
            <a:ext cx="6415766" cy="3636963"/>
          </a:xfrm>
        </p:spPr>
      </p:pic>
      <p:sp>
        <p:nvSpPr>
          <p:cNvPr id="5" name="TextBox 4"/>
          <p:cNvSpPr txBox="1"/>
          <p:nvPr/>
        </p:nvSpPr>
        <p:spPr>
          <a:xfrm>
            <a:off x="8163340" y="2487543"/>
            <a:ext cx="3657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Notice that the open circles are above the indicated amounts? </a:t>
            </a:r>
          </a:p>
          <a:p>
            <a:endParaRPr lang="en-AU" dirty="0"/>
          </a:p>
          <a:p>
            <a:r>
              <a:rPr lang="en-AU" dirty="0" smtClean="0"/>
              <a:t>This is because the amounts are the end points for each bracket, not the start.</a:t>
            </a:r>
          </a:p>
          <a:p>
            <a:endParaRPr lang="en-AU" dirty="0" smtClean="0"/>
          </a:p>
          <a:p>
            <a:r>
              <a:rPr lang="en-AU" dirty="0" smtClean="0"/>
              <a:t>Because of $18,201 being the beginning of taxable income, earning $18,200 would mean you pay no tax.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3051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1386</TotalTime>
  <Words>543</Words>
  <Application>Microsoft Macintosh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Wingdings 2</vt:lpstr>
      <vt:lpstr>Arial</vt:lpstr>
      <vt:lpstr>Quotable</vt:lpstr>
      <vt:lpstr>CREATING GRAPHS</vt:lpstr>
      <vt:lpstr>Key features of graphs</vt:lpstr>
      <vt:lpstr>Painting a Picture (graph)</vt:lpstr>
      <vt:lpstr>How do we make a Picture Graph? </vt:lpstr>
      <vt:lpstr>Practising Picture Graphs</vt:lpstr>
      <vt:lpstr>PIZZA GRAPH</vt:lpstr>
      <vt:lpstr>Making a step graph</vt:lpstr>
      <vt:lpstr>How does it look?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GRAPHS</dc:title>
  <dc:creator>POWER Travis [Baldivis Secondary College]</dc:creator>
  <cp:lastModifiedBy>POWER Travis [Baldivis Secondary College]</cp:lastModifiedBy>
  <cp:revision>9</cp:revision>
  <dcterms:created xsi:type="dcterms:W3CDTF">2018-05-25T05:56:32Z</dcterms:created>
  <dcterms:modified xsi:type="dcterms:W3CDTF">2018-05-29T12:38:42Z</dcterms:modified>
</cp:coreProperties>
</file>