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handoutMasterIdLst>
    <p:handoutMasterId r:id="rId10"/>
  </p:handoutMasterIdLst>
  <p:sldIdLst>
    <p:sldId id="283" r:id="rId2"/>
    <p:sldId id="287" r:id="rId3"/>
    <p:sldId id="296" r:id="rId4"/>
    <p:sldId id="292" r:id="rId5"/>
    <p:sldId id="297" r:id="rId6"/>
    <p:sldId id="288" r:id="rId7"/>
    <p:sldId id="295" r:id="rId8"/>
    <p:sldId id="298" r:id="rId9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9933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191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BD0EE-C21D-4C0C-8528-7B1D2BB05D53}" type="datetimeFigureOut">
              <a:rPr lang="en-AU" smtClean="0"/>
              <a:t>9/02/2020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C8E80-13BA-4C34-92E6-CD6F5F954A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097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1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4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9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7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483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8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2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00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6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8" y="371764"/>
            <a:ext cx="4356100" cy="311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9272" y="4546601"/>
            <a:ext cx="3190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Term 1</a:t>
            </a:r>
          </a:p>
          <a:p>
            <a:pPr algn="ctr"/>
            <a:r>
              <a:rPr lang="en-US" sz="2400" dirty="0" smtClean="0"/>
              <a:t>Semester 1</a:t>
            </a:r>
          </a:p>
          <a:p>
            <a:r>
              <a:rPr lang="en-US" sz="2400" dirty="0" smtClean="0"/>
              <a:t>Teacher:</a:t>
            </a:r>
          </a:p>
          <a:p>
            <a:r>
              <a:rPr lang="en-US" sz="2400" dirty="0" smtClean="0"/>
              <a:t>Class: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964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-147782" y="1254942"/>
            <a:ext cx="12432146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36418" y="1324501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</a:t>
            </a:r>
            <a:r>
              <a:rPr lang="en-AU" dirty="0" smtClean="0"/>
              <a:t>estimate and round whole numbers and decimals?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439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ESTIMATING &amp; ROUNDING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194498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1106" y="1294643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Example :</a:t>
            </a:r>
          </a:p>
          <a:p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01547" y="2573024"/>
            <a:ext cx="11140678" cy="267765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REVISION QUESTIONS</a:t>
            </a:r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  <a:p>
            <a:pPr algn="ctr"/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3154417"/>
                  </p:ext>
                </p:extLst>
              </p:nvPr>
            </p:nvGraphicFramePr>
            <p:xfrm>
              <a:off x="652479" y="3394993"/>
              <a:ext cx="10581958" cy="162145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65232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565232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565232">
                      <a:extLst>
                        <a:ext uri="{9D8B030D-6E8A-4147-A177-3AD203B41FA5}">
                          <a16:colId xmlns:a16="http://schemas.microsoft.com/office/drawing/2014/main" val="865903446"/>
                        </a:ext>
                      </a:extLst>
                    </a:gridCol>
                    <a:gridCol w="2886262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62145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7 + 8 </m:t>
                                </m:r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800" b="0" i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4+8 −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(8 −6)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0" i="1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×(5+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10 −4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3154417"/>
                  </p:ext>
                </p:extLst>
              </p:nvPr>
            </p:nvGraphicFramePr>
            <p:xfrm>
              <a:off x="652479" y="3394993"/>
              <a:ext cx="10581958" cy="162145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565232">
                      <a:extLst>
                        <a:ext uri="{9D8B030D-6E8A-4147-A177-3AD203B41FA5}">
                          <a16:colId xmlns:a16="http://schemas.microsoft.com/office/drawing/2014/main" val="2449134096"/>
                        </a:ext>
                      </a:extLst>
                    </a:gridCol>
                    <a:gridCol w="2565232">
                      <a:extLst>
                        <a:ext uri="{9D8B030D-6E8A-4147-A177-3AD203B41FA5}">
                          <a16:colId xmlns:a16="http://schemas.microsoft.com/office/drawing/2014/main" val="2130743795"/>
                        </a:ext>
                      </a:extLst>
                    </a:gridCol>
                    <a:gridCol w="2565232">
                      <a:extLst>
                        <a:ext uri="{9D8B030D-6E8A-4147-A177-3AD203B41FA5}">
                          <a16:colId xmlns:a16="http://schemas.microsoft.com/office/drawing/2014/main" val="865903446"/>
                        </a:ext>
                      </a:extLst>
                    </a:gridCol>
                    <a:gridCol w="2886262">
                      <a:extLst>
                        <a:ext uri="{9D8B030D-6E8A-4147-A177-3AD203B41FA5}">
                          <a16:colId xmlns:a16="http://schemas.microsoft.com/office/drawing/2014/main" val="2170240053"/>
                        </a:ext>
                      </a:extLst>
                    </a:gridCol>
                  </a:tblGrid>
                  <a:tr h="1621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75" t="-375" r="-313064" b="-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75" t="-375" r="-213064" b="-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5" t="-375" r="-113064" b="-7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7442" t="-375" r="-634" b="-7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54959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83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9583" t="10494" r="23333" b="16913"/>
          <a:stretch/>
        </p:blipFill>
        <p:spPr>
          <a:xfrm>
            <a:off x="355600" y="127000"/>
            <a:ext cx="7350189" cy="525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0139" t="26790" r="51667" b="65062"/>
          <a:stretch/>
        </p:blipFill>
        <p:spPr>
          <a:xfrm>
            <a:off x="355600" y="5765800"/>
            <a:ext cx="5156200" cy="838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47638" t="51975" r="24168" b="39877"/>
          <a:stretch/>
        </p:blipFill>
        <p:spPr>
          <a:xfrm>
            <a:off x="6832600" y="2717800"/>
            <a:ext cx="5156200" cy="838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7777" t="72962" r="24029" b="18890"/>
          <a:stretch/>
        </p:blipFill>
        <p:spPr>
          <a:xfrm>
            <a:off x="6832600" y="4051300"/>
            <a:ext cx="5156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3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642225" y="6432302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724659"/>
            <a:ext cx="12192000" cy="55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-147782" y="1254942"/>
            <a:ext cx="12432146" cy="397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06886" y="1294643"/>
            <a:ext cx="14889" cy="55633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0520" y="47351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522" y="769906"/>
            <a:ext cx="1247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Essential </a:t>
            </a:r>
            <a:r>
              <a:rPr lang="en-AU" sz="1100" dirty="0" smtClean="0"/>
              <a:t>Question:</a:t>
            </a:r>
            <a:endParaRPr lang="en-AU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036418" y="1324501"/>
            <a:ext cx="2582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Notes:</a:t>
            </a:r>
          </a:p>
          <a:p>
            <a:endParaRPr lang="en-AU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20520" y="1339890"/>
            <a:ext cx="1022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1651" y="805537"/>
            <a:ext cx="9068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</a:t>
            </a:r>
            <a:r>
              <a:rPr lang="en-AU" dirty="0" smtClean="0"/>
              <a:t>estimate and round whole numbers and decimals?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963031" y="150684"/>
            <a:ext cx="439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</a:t>
            </a:r>
            <a:r>
              <a:rPr lang="en-AU" sz="2400" b="1" dirty="0" smtClean="0"/>
              <a:t>ESTIMATING &amp; ROUNDING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390252" y="13968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0520" y="2002529"/>
            <a:ext cx="17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estimation?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582637" y="1986173"/>
            <a:ext cx="3934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66"/>
                </a:solidFill>
                <a:latin typeface="Verdana" panose="020B0604030504040204" pitchFamily="34" charset="0"/>
              </a:rPr>
              <a:t>To find a value that is close enough to the right </a:t>
            </a:r>
            <a:r>
              <a:rPr lang="en-US" dirty="0" smtClean="0">
                <a:solidFill>
                  <a:srgbClr val="000066"/>
                </a:solidFill>
                <a:latin typeface="Verdana" panose="020B0604030504040204" pitchFamily="34" charset="0"/>
              </a:rPr>
              <a:t>answer.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33685" y="3773842"/>
            <a:ext cx="177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</a:t>
            </a:r>
            <a:r>
              <a:rPr lang="en-US" b="1" dirty="0" smtClean="0">
                <a:solidFill>
                  <a:srgbClr val="FF0000"/>
                </a:solidFill>
              </a:rPr>
              <a:t>leading digit</a:t>
            </a:r>
            <a:r>
              <a:rPr lang="en-US" dirty="0" smtClean="0"/>
              <a:t> estimation?</a:t>
            </a:r>
            <a:endParaRPr lang="en-AU" dirty="0"/>
          </a:p>
        </p:txBody>
      </p:sp>
      <p:sp>
        <p:nvSpPr>
          <p:cNvPr id="21" name="Rectangle 20"/>
          <p:cNvSpPr/>
          <p:nvPr/>
        </p:nvSpPr>
        <p:spPr>
          <a:xfrm>
            <a:off x="2644002" y="3838985"/>
            <a:ext cx="3934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66"/>
                </a:solidFill>
                <a:latin typeface="Verdana" panose="020B0604030504040204" pitchFamily="34" charset="0"/>
              </a:rPr>
              <a:t>Look at the first or ‘leading’ digit and add zeros.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158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0497" t="56005" r="33120" b="29811"/>
          <a:stretch/>
        </p:blipFill>
        <p:spPr>
          <a:xfrm>
            <a:off x="265889" y="291829"/>
            <a:ext cx="11926111" cy="20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7064" t="32963" r="52670" b="53457"/>
          <a:stretch/>
        </p:blipFill>
        <p:spPr>
          <a:xfrm>
            <a:off x="748364" y="354797"/>
            <a:ext cx="5065296" cy="19092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2386" t="57901" r="25833" b="28518"/>
          <a:stretch/>
        </p:blipFill>
        <p:spPr>
          <a:xfrm>
            <a:off x="6650473" y="628073"/>
            <a:ext cx="5098181" cy="17880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7417" y="3211355"/>
            <a:ext cx="57871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46 + 153 + 71 =</a:t>
            </a:r>
          </a:p>
          <a:p>
            <a:endParaRPr lang="en-US" sz="3600" dirty="0" smtClean="0"/>
          </a:p>
          <a:p>
            <a:endParaRPr lang="en-US" sz="3600" dirty="0"/>
          </a:p>
          <a:p>
            <a:endParaRPr lang="en-US" sz="3600" dirty="0" smtClean="0"/>
          </a:p>
          <a:p>
            <a:r>
              <a:rPr lang="en-US" sz="3600" dirty="0" smtClean="0"/>
              <a:t>837 -244 =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2754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1206" y="1556426"/>
            <a:ext cx="387176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18 &amp; 19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Exercise 1.06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35816" t="7399" r="30887" b="13546"/>
          <a:stretch/>
        </p:blipFill>
        <p:spPr>
          <a:xfrm>
            <a:off x="4990094" y="105486"/>
            <a:ext cx="4945909" cy="660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3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476" t="14777" r="13333" b="12222"/>
          <a:stretch/>
        </p:blipFill>
        <p:spPr>
          <a:xfrm>
            <a:off x="856034" y="233464"/>
            <a:ext cx="9821609" cy="591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5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145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Calibri Light</vt:lpstr>
      <vt:lpstr>Cambria Math</vt:lpstr>
      <vt:lpstr>Times New Roman</vt:lpstr>
      <vt:lpstr>Verdana</vt:lpstr>
      <vt:lpstr>Retrospect</vt:lpstr>
      <vt:lpstr>Number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</dc:title>
  <dc:creator>D'SOUZA Jillian [Baldivis Secondary College]</dc:creator>
  <cp:lastModifiedBy>D'SOUZA Jillian [Baldivis Secondary College]</cp:lastModifiedBy>
  <cp:revision>62</cp:revision>
  <cp:lastPrinted>2019-02-06T00:04:51Z</cp:lastPrinted>
  <dcterms:created xsi:type="dcterms:W3CDTF">2018-01-31T23:34:05Z</dcterms:created>
  <dcterms:modified xsi:type="dcterms:W3CDTF">2020-02-09T13:22:21Z</dcterms:modified>
</cp:coreProperties>
</file>