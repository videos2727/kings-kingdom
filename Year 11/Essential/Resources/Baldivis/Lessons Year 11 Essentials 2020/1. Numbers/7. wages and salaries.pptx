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9"/>
  </p:notesMasterIdLst>
  <p:handoutMasterIdLst>
    <p:handoutMasterId r:id="rId10"/>
  </p:handoutMasterIdLst>
  <p:sldIdLst>
    <p:sldId id="283" r:id="rId2"/>
    <p:sldId id="287" r:id="rId3"/>
    <p:sldId id="289" r:id="rId4"/>
    <p:sldId id="291" r:id="rId5"/>
    <p:sldId id="292" r:id="rId6"/>
    <p:sldId id="293" r:id="rId7"/>
    <p:sldId id="294" r:id="rId8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99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191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BD0EE-C21D-4C0C-8528-7B1D2BB05D53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C8E80-13BA-4C34-92E6-CD6F5F954A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097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811D0-FDE3-4E42-A6E9-E3940B7FC07C}" type="datetimeFigureOut">
              <a:rPr lang="en-AU" smtClean="0"/>
              <a:t>10/02/2020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84F55-D5AE-4F9E-80A1-E7CBAB62A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49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1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4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9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6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8" y="371764"/>
            <a:ext cx="4356100" cy="311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272" y="4546601"/>
            <a:ext cx="3190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Term 1</a:t>
            </a:r>
          </a:p>
          <a:p>
            <a:pPr algn="ctr"/>
            <a:r>
              <a:rPr lang="en-US" sz="2400" dirty="0" smtClean="0"/>
              <a:t>Semester 1</a:t>
            </a:r>
          </a:p>
          <a:p>
            <a:r>
              <a:rPr lang="en-US" sz="2400" dirty="0" smtClean="0"/>
              <a:t>Teacher:</a:t>
            </a:r>
          </a:p>
          <a:p>
            <a:r>
              <a:rPr lang="en-US" sz="2400" dirty="0" smtClean="0"/>
              <a:t>Class: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964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-147782" y="1254942"/>
            <a:ext cx="12432146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36418" y="1324501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difference between a wage and a salary?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862250" y="178276"/>
            <a:ext cx="3384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wages and salaries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1651" y="2524644"/>
            <a:ext cx="9725891" cy="26776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REVISION QUESTIONS</a:t>
            </a:r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059496"/>
                  </p:ext>
                </p:extLst>
              </p:nvPr>
            </p:nvGraphicFramePr>
            <p:xfrm>
              <a:off x="1914838" y="3292295"/>
              <a:ext cx="4467488" cy="16789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33744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233744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</a:tblGrid>
                  <a:tr h="16789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l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AU" sz="1800" b="0" i="1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059496"/>
                  </p:ext>
                </p:extLst>
              </p:nvPr>
            </p:nvGraphicFramePr>
            <p:xfrm>
              <a:off x="1914838" y="3292295"/>
              <a:ext cx="4467488" cy="167895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33744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233744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</a:tblGrid>
                  <a:tr h="1678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" t="-3261" r="-100545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46" t="-3261" r="-820" b="-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7693183" y="3199158"/>
            <a:ext cx="3353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Round these numbers to 2 </a:t>
            </a:r>
            <a:r>
              <a:rPr lang="en-US" dirty="0" err="1" smtClean="0"/>
              <a:t>dp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167.989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17.7513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683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0" y="1265985"/>
            <a:ext cx="12192000" cy="2854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2493222" y="1311024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520" y="2002529"/>
            <a:ext cx="177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</a:t>
            </a:r>
            <a:r>
              <a:rPr lang="en-US" dirty="0" smtClean="0"/>
              <a:t>is a wage?</a:t>
            </a:r>
            <a:endParaRPr lang="en-AU" dirty="0"/>
          </a:p>
        </p:txBody>
      </p:sp>
      <p:sp>
        <p:nvSpPr>
          <p:cNvPr id="4" name="AutoShape 2" descr="Rel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2595418" y="2018910"/>
            <a:ext cx="874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amount paid each worked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difference between a wage and a salary?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862250" y="178276"/>
            <a:ext cx="3384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wages and salaries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216249" y="2839496"/>
            <a:ext cx="177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</a:t>
            </a:r>
            <a:r>
              <a:rPr lang="en-US" dirty="0" smtClean="0"/>
              <a:t>is a salary?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2658581" y="2839496"/>
            <a:ext cx="874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fixed amount per year that does not depend upon the number of hours worked.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949681" y="3738134"/>
            <a:ext cx="2594428" cy="2031325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 year = 365 days</a:t>
            </a:r>
          </a:p>
          <a:p>
            <a:endParaRPr lang="en-US" dirty="0"/>
          </a:p>
          <a:p>
            <a:r>
              <a:rPr lang="en-US" dirty="0" smtClean="0"/>
              <a:t>1 year = 12 months</a:t>
            </a:r>
          </a:p>
          <a:p>
            <a:endParaRPr lang="en-US" dirty="0"/>
          </a:p>
          <a:p>
            <a:r>
              <a:rPr lang="en-US" dirty="0" smtClean="0"/>
              <a:t>1 year = 52 weeks</a:t>
            </a:r>
          </a:p>
          <a:p>
            <a:endParaRPr lang="en-US" dirty="0"/>
          </a:p>
          <a:p>
            <a:r>
              <a:rPr lang="en-US" dirty="0" smtClean="0"/>
              <a:t>1 year = 26 fortnights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024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2518" t="8912" r="15355" b="61395"/>
          <a:stretch/>
        </p:blipFill>
        <p:spPr>
          <a:xfrm>
            <a:off x="719848" y="389108"/>
            <a:ext cx="10058399" cy="27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4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41" t="16855" r="19929" b="62152"/>
          <a:stretch/>
        </p:blipFill>
        <p:spPr>
          <a:xfrm>
            <a:off x="175097" y="214009"/>
            <a:ext cx="11673191" cy="215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6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78302" y="574331"/>
            <a:ext cx="7062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Exercise 8.01 – page 204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985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1667" t="16289" r="13971" b="34917"/>
          <a:stretch/>
        </p:blipFill>
        <p:spPr>
          <a:xfrm>
            <a:off x="6692630" y="330740"/>
            <a:ext cx="5188008" cy="414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452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297</TotalTime>
  <Words>132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Retrospect</vt:lpstr>
      <vt:lpstr>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</dc:title>
  <dc:creator>D'SOUZA Jillian [Baldivis Secondary College]</dc:creator>
  <cp:lastModifiedBy>D'SOUZA Jillian [Baldivis Secondary College]</cp:lastModifiedBy>
  <cp:revision>69</cp:revision>
  <cp:lastPrinted>2019-02-06T00:04:51Z</cp:lastPrinted>
  <dcterms:created xsi:type="dcterms:W3CDTF">2018-01-31T23:34:05Z</dcterms:created>
  <dcterms:modified xsi:type="dcterms:W3CDTF">2020-02-10T11:33:40Z</dcterms:modified>
</cp:coreProperties>
</file>