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sldIdLst>
    <p:sldId id="257" r:id="rId2"/>
    <p:sldId id="262" r:id="rId3"/>
    <p:sldId id="263" r:id="rId4"/>
    <p:sldId id="264" r:id="rId5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>
        <p:scale>
          <a:sx n="66" d="100"/>
          <a:sy n="66" d="100"/>
        </p:scale>
        <p:origin x="592" y="10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2/10/2020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2/10/2020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2/10/2020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2/10/2020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2/10/2020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2/10/2020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2/10/2020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2/10/2020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fabric, table, red, covered&#10;&#10;Description automatically generated">
            <a:extLst>
              <a:ext uri="{FF2B5EF4-FFF2-40B4-BE49-F238E27FC236}">
                <a16:creationId xmlns:a16="http://schemas.microsoft.com/office/drawing/2014/main" id="{6D3BA21E-E6C8-4E14-8E53-C5DF567E9D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64" name="Rectangle 59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329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65" name="Rectangle 61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272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6055" y="2350017"/>
            <a:ext cx="4775075" cy="163090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Topic</a:t>
            </a:r>
            <a:r>
              <a:rPr lang="en-US" sz="4400" b="1" dirty="0" smtClean="0">
                <a:solidFill>
                  <a:schemeClr val="tx1"/>
                </a:solidFill>
              </a:rPr>
              <a:t>: practical lesson</a:t>
            </a:r>
            <a:endParaRPr lang="en-US" sz="4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693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864" y="389676"/>
            <a:ext cx="10058400" cy="1371600"/>
          </a:xfrm>
        </p:spPr>
        <p:txBody>
          <a:bodyPr/>
          <a:lstStyle/>
          <a:p>
            <a:r>
              <a:rPr lang="en-US" dirty="0" smtClean="0"/>
              <a:t>warm up…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4432" t="21584" r="4823" b="18464"/>
          <a:stretch/>
        </p:blipFill>
        <p:spPr>
          <a:xfrm>
            <a:off x="491742" y="1395517"/>
            <a:ext cx="11231829" cy="422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87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8688" t="15532" r="22056" b="19409"/>
          <a:stretch/>
        </p:blipFill>
        <p:spPr>
          <a:xfrm>
            <a:off x="1595335" y="680936"/>
            <a:ext cx="9230023" cy="570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797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2839400"/>
              </p:ext>
            </p:extLst>
          </p:nvPr>
        </p:nvGraphicFramePr>
        <p:xfrm>
          <a:off x="349811" y="394624"/>
          <a:ext cx="11498888" cy="61096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45390">
                  <a:extLst>
                    <a:ext uri="{9D8B030D-6E8A-4147-A177-3AD203B41FA5}">
                      <a16:colId xmlns:a16="http://schemas.microsoft.com/office/drawing/2014/main" val="3182069517"/>
                    </a:ext>
                  </a:extLst>
                </a:gridCol>
                <a:gridCol w="9053498">
                  <a:extLst>
                    <a:ext uri="{9D8B030D-6E8A-4147-A177-3AD203B41FA5}">
                      <a16:colId xmlns:a16="http://schemas.microsoft.com/office/drawing/2014/main" val="3640743429"/>
                    </a:ext>
                  </a:extLst>
                </a:gridCol>
              </a:tblGrid>
              <a:tr h="8909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Interpret the task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882" marR="408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882" marR="408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245987"/>
                  </a:ext>
                </a:extLst>
              </a:tr>
              <a:tr h="8369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Identify the mathematics involved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882" marR="408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882" marR="408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957682"/>
                  </a:ext>
                </a:extLst>
              </a:tr>
              <a:tr h="15111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 err="1">
                          <a:solidFill>
                            <a:schemeClr val="tx1"/>
                          </a:solidFill>
                          <a:effectLst/>
                        </a:rPr>
                        <a:t>Analyse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 information/data (you may need to use other sources)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882" marR="408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882" marR="408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601687"/>
                  </a:ext>
                </a:extLst>
              </a:tr>
              <a:tr h="15111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</a:rPr>
                        <a:t>Apply existing mathematical knowledge and strategies</a:t>
                      </a:r>
                      <a:endParaRPr lang="en-AU" sz="11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882" marR="408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882" marR="408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222686"/>
                  </a:ext>
                </a:extLst>
              </a:tr>
              <a:tr h="11740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Verify the reasonableness of your answer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882" marR="408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0882" marR="408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662502"/>
                  </a:ext>
                </a:extLst>
              </a:tr>
              <a:tr h="1781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</a:rPr>
                        <a:t>Communicate findings </a:t>
                      </a:r>
                      <a:endParaRPr lang="en-AU" sz="11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882" marR="408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See back page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882" marR="408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918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58456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38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E462D"/>
      </a:accent1>
      <a:accent2>
        <a:srgbClr val="595A85"/>
      </a:accent2>
      <a:accent3>
        <a:srgbClr val="8D6F5B"/>
      </a:accent3>
      <a:accent4>
        <a:srgbClr val="FABD2F"/>
      </a:accent4>
      <a:accent5>
        <a:srgbClr val="AF8073"/>
      </a:accent5>
      <a:accent6>
        <a:srgbClr val="787880"/>
      </a:accent6>
      <a:hlink>
        <a:srgbClr val="CC8D00"/>
      </a:hlink>
      <a:folHlink>
        <a:srgbClr val="82829E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NE.pptx" id="{5330A5D3-B581-4B4A-9313-9275B6EF2E52}" vid="{516C64E9-C0AA-46DA-9991-9C0EC881A8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Floral Flourish</Template>
  <TotalTime>0</TotalTime>
  <Words>42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Avenir Next LT Pro</vt:lpstr>
      <vt:lpstr>Avenir Next LT Pro Light</vt:lpstr>
      <vt:lpstr>Calibri</vt:lpstr>
      <vt:lpstr>Garamond</vt:lpstr>
      <vt:lpstr>Times New Roman</vt:lpstr>
      <vt:lpstr>SavonVTI</vt:lpstr>
      <vt:lpstr>Topic: practical lesson</vt:lpstr>
      <vt:lpstr>warm up…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2020-02-03T07:28:36Z</dcterms:created>
  <dcterms:modified xsi:type="dcterms:W3CDTF">2020-02-10T11:15:11Z</dcterms:modified>
</cp:coreProperties>
</file>