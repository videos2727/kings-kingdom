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2/3/2020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2/3/2020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2/3/2020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2/3/2020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2/3/2020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2/3/2020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2/3/2020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2/3/2020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fabric, table, red, covered&#10;&#10;Description automatically generated">
            <a:extLst>
              <a:ext uri="{FF2B5EF4-FFF2-40B4-BE49-F238E27FC236}">
                <a16:creationId xmlns:a16="http://schemas.microsoft.com/office/drawing/2014/main" id="{6D3BA21E-E6C8-4E14-8E53-C5DF567E9D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64" name="Rectangle 59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329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65" name="Rectangle 61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272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6055" y="2350017"/>
            <a:ext cx="4775075" cy="163090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Topic: Numbers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6055" y="3990546"/>
            <a:ext cx="4775075" cy="559656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EQ: How can we apply BIMDAS to real life situations?</a:t>
            </a:r>
          </a:p>
        </p:txBody>
      </p:sp>
    </p:spTree>
    <p:extLst>
      <p:ext uri="{BB962C8B-B14F-4D97-AF65-F5344CB8AC3E}">
        <p14:creationId xmlns:p14="http://schemas.microsoft.com/office/powerpoint/2010/main" val="1736693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38C13-7C63-4512-810F-396958C2D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Lets do these together….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370D8F-4D03-44C1-8570-98259E1057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2075"/>
          <a:stretch/>
        </p:blipFill>
        <p:spPr>
          <a:xfrm>
            <a:off x="453980" y="1739616"/>
            <a:ext cx="11284039" cy="153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90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1939B-07A5-40BA-9C5C-C18C64437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Lets do this together….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3B8B33-B427-44FC-9D5A-2A99E81C3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04" y="1767754"/>
            <a:ext cx="11069392" cy="2256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548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4833-9F1F-48E5-858B-854708AC8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85379"/>
            <a:ext cx="10058400" cy="1079404"/>
          </a:xfrm>
        </p:spPr>
        <p:txBody>
          <a:bodyPr/>
          <a:lstStyle/>
          <a:p>
            <a:r>
              <a:rPr lang="en-AU" dirty="0"/>
              <a:t>Try these on your own…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63876D-8B41-474F-A8E6-7061B641D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2103"/>
            <a:ext cx="12192000" cy="439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522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0D0A5B-2358-4A4C-A9D0-E12EF0B42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9194"/>
            <a:ext cx="12192000" cy="575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4740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38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E462D"/>
      </a:accent1>
      <a:accent2>
        <a:srgbClr val="595A85"/>
      </a:accent2>
      <a:accent3>
        <a:srgbClr val="8D6F5B"/>
      </a:accent3>
      <a:accent4>
        <a:srgbClr val="FABD2F"/>
      </a:accent4>
      <a:accent5>
        <a:srgbClr val="AF8073"/>
      </a:accent5>
      <a:accent6>
        <a:srgbClr val="787880"/>
      </a:accent6>
      <a:hlink>
        <a:srgbClr val="CC8D00"/>
      </a:hlink>
      <a:folHlink>
        <a:srgbClr val="82829E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NE.pptx" id="{5330A5D3-B581-4B4A-9313-9275B6EF2E52}" vid="{516C64E9-C0AA-46DA-9991-9C0EC881A8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Floral Flourish</Template>
  <TotalTime>0</TotalTime>
  <Words>31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Avenir Next LT Pro</vt:lpstr>
      <vt:lpstr>Avenir Next LT Pro Light</vt:lpstr>
      <vt:lpstr>Garamond</vt:lpstr>
      <vt:lpstr>SavonVTI</vt:lpstr>
      <vt:lpstr>Topic: Numbers</vt:lpstr>
      <vt:lpstr>Lets do these together….</vt:lpstr>
      <vt:lpstr>Lets do this together….</vt:lpstr>
      <vt:lpstr>Try these on your own…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2020-02-03T07:28:36Z</dcterms:created>
  <dcterms:modified xsi:type="dcterms:W3CDTF">2020-02-03T07:34:55Z</dcterms:modified>
</cp:coreProperties>
</file>