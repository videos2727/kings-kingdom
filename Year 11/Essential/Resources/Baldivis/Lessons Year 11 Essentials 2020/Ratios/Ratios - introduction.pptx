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399" r:id="rId3"/>
    <p:sldId id="413" r:id="rId4"/>
    <p:sldId id="414" r:id="rId5"/>
    <p:sldId id="410" r:id="rId6"/>
    <p:sldId id="417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>
        <p:scale>
          <a:sx n="83" d="100"/>
          <a:sy n="83" d="100"/>
        </p:scale>
        <p:origin x="63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1A251-35D4-4A6D-872A-2404D870FDC5}" type="datetimeFigureOut">
              <a:rPr lang="en-GB" smtClean="0"/>
              <a:t>09/09/2018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8B6B90-47C0-463A-9E32-F74A8B32D3B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436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525E-747A-45EC-8DEB-8E43D30F9B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Ratios - Introduction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57B6E-6E10-4100-BC88-BD9A8CC5C1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10 Mathematics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443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3329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06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Ratios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is a ratio?</a:t>
            </a:r>
            <a:endParaRPr lang="en-AU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4D2070-5DFD-4FF8-B184-ABE851570DF4}"/>
              </a:ext>
            </a:extLst>
          </p:cNvPr>
          <p:cNvSpPr txBox="1"/>
          <p:nvPr/>
        </p:nvSpPr>
        <p:spPr>
          <a:xfrm>
            <a:off x="119336" y="2221646"/>
            <a:ext cx="2118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a ratio?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C158BE-C36D-4C16-822D-6AE6849AE9BB}"/>
              </a:ext>
            </a:extLst>
          </p:cNvPr>
          <p:cNvSpPr txBox="1"/>
          <p:nvPr/>
        </p:nvSpPr>
        <p:spPr>
          <a:xfrm>
            <a:off x="2133291" y="2001910"/>
            <a:ext cx="5429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 ratio is a comparison of two or more quantities of the same type.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5CECE32-49D3-4039-B743-CCF229E55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924" y="3080458"/>
            <a:ext cx="5139456" cy="329319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F37B5F0-550E-4C16-ACB9-DFA7C327E4C5}"/>
              </a:ext>
            </a:extLst>
          </p:cNvPr>
          <p:cNvSpPr txBox="1"/>
          <p:nvPr/>
        </p:nvSpPr>
        <p:spPr>
          <a:xfrm>
            <a:off x="2133291" y="2711126"/>
            <a:ext cx="542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B160AB-C689-47E7-86C5-AB34BD3D07BF}"/>
              </a:ext>
            </a:extLst>
          </p:cNvPr>
          <p:cNvSpPr txBox="1"/>
          <p:nvPr/>
        </p:nvSpPr>
        <p:spPr>
          <a:xfrm>
            <a:off x="7562489" y="2125686"/>
            <a:ext cx="4428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many cylinders are there?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208D14-EA49-489D-B6E5-2072BB7A4911}"/>
              </a:ext>
            </a:extLst>
          </p:cNvPr>
          <p:cNvSpPr txBox="1"/>
          <p:nvPr/>
        </p:nvSpPr>
        <p:spPr>
          <a:xfrm>
            <a:off x="7562489" y="2663757"/>
            <a:ext cx="4428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many cubes are there?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4965FA-EB1E-4DAE-A6C9-B58A13CA1CFA}"/>
              </a:ext>
            </a:extLst>
          </p:cNvPr>
          <p:cNvSpPr txBox="1"/>
          <p:nvPr/>
        </p:nvSpPr>
        <p:spPr>
          <a:xfrm>
            <a:off x="7562489" y="3365718"/>
            <a:ext cx="4428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fraction of the collection are cylinders?</a:t>
            </a:r>
            <a:endParaRPr lang="en-GB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06D679-346C-475B-972E-518DB8AB6ABB}"/>
              </a:ext>
            </a:extLst>
          </p:cNvPr>
          <p:cNvSpPr txBox="1"/>
          <p:nvPr/>
        </p:nvSpPr>
        <p:spPr>
          <a:xfrm>
            <a:off x="7562489" y="4297309"/>
            <a:ext cx="4428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fraction of the collection are cubes?</a:t>
            </a:r>
            <a:endParaRPr lang="en-GB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1B29B5-543E-49A5-A88A-FF60E697EFB2}"/>
              </a:ext>
            </a:extLst>
          </p:cNvPr>
          <p:cNvSpPr txBox="1"/>
          <p:nvPr/>
        </p:nvSpPr>
        <p:spPr>
          <a:xfrm>
            <a:off x="7562489" y="5138655"/>
            <a:ext cx="4428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ratio of cubes to cylinders?</a:t>
            </a:r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86AFEF-0E4B-400F-8F10-449D8BB8E579}"/>
              </a:ext>
            </a:extLst>
          </p:cNvPr>
          <p:cNvSpPr txBox="1"/>
          <p:nvPr/>
        </p:nvSpPr>
        <p:spPr>
          <a:xfrm>
            <a:off x="7562489" y="5945302"/>
            <a:ext cx="4428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ratio of cylinders to cubes?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47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6A59-BC36-41EB-AF5D-9782827C1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Let’s Do This One Together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97647C-347B-42D2-8DFF-4D738E01E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657" y="2269400"/>
            <a:ext cx="11264685" cy="24833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884DAD-1ED1-4B95-A747-55AA54784AA3}"/>
              </a:ext>
            </a:extLst>
          </p:cNvPr>
          <p:cNvSpPr txBox="1"/>
          <p:nvPr/>
        </p:nvSpPr>
        <p:spPr>
          <a:xfrm>
            <a:off x="839638" y="5164347"/>
            <a:ext cx="98571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/>
              <a:t>Take away hint: Order of the ratio matters.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38039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889D9-D248-4F88-B35E-9BA795ABF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B10CDEF-0B8E-4640-8335-374E17416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8290" y="2111168"/>
            <a:ext cx="9195419" cy="24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688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1066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892047"/>
            <a:ext cx="12192000" cy="2478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9336" y="925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33291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392" y="274156"/>
            <a:ext cx="106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Ratios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6280" y="106355"/>
            <a:ext cx="28083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/9/2018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056EAC-9909-49F8-AF63-CB2D7280E01D}"/>
              </a:ext>
            </a:extLst>
          </p:cNvPr>
          <p:cNvSpPr txBox="1"/>
          <p:nvPr/>
        </p:nvSpPr>
        <p:spPr>
          <a:xfrm>
            <a:off x="119514" y="1075004"/>
            <a:ext cx="118091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EQ – </a:t>
            </a:r>
            <a:r>
              <a:rPr lang="en-US" sz="2400" b="1" dirty="0"/>
              <a:t>What is a ratio?</a:t>
            </a:r>
            <a:endParaRPr lang="en-AU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406DD5-1914-411A-AAE8-4F2D7090A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941" y="1992522"/>
            <a:ext cx="8296275" cy="3448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2F1811-83AF-4E70-BA99-6229A3BA8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714" y="4769598"/>
            <a:ext cx="2224807" cy="67097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2B63E35-7435-4AC8-B206-85AA10535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941" y="5640750"/>
            <a:ext cx="860107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857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9325A-34D9-42B9-8E9F-8B7A22DCA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7FD4E56-A6D7-4423-8035-0AD01819D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388" y="2104845"/>
            <a:ext cx="11780794" cy="244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7197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165</TotalTime>
  <Words>122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Century Gothic</vt:lpstr>
      <vt:lpstr>Vapor Trail</vt:lpstr>
      <vt:lpstr>Ratios - Introduction</vt:lpstr>
      <vt:lpstr>PowerPoint Presentation</vt:lpstr>
      <vt:lpstr>Let’s Do This One Together</vt:lpstr>
      <vt:lpstr>Task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Ratios – Finding an Angle</dc:title>
  <dc:creator>LUM Magdeline [Baldivis Secondary College]</dc:creator>
  <cp:lastModifiedBy>LUM Magdeline [Baldivis Secondary College]</cp:lastModifiedBy>
  <cp:revision>9</cp:revision>
  <dcterms:created xsi:type="dcterms:W3CDTF">2018-09-09T05:47:58Z</dcterms:created>
  <dcterms:modified xsi:type="dcterms:W3CDTF">2018-09-09T08:33:50Z</dcterms:modified>
</cp:coreProperties>
</file>