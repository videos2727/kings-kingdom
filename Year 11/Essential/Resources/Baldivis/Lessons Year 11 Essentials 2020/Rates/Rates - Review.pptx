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1"/>
  </p:notesMasterIdLst>
  <p:sldIdLst>
    <p:sldId id="266" r:id="rId2"/>
    <p:sldId id="265" r:id="rId3"/>
    <p:sldId id="268" r:id="rId4"/>
    <p:sldId id="270" r:id="rId5"/>
    <p:sldId id="263" r:id="rId6"/>
    <p:sldId id="272" r:id="rId7"/>
    <p:sldId id="273" r:id="rId8"/>
    <p:sldId id="274" r:id="rId9"/>
    <p:sldId id="275" r:id="rId10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2"/>
    <p:restoredTop sz="94655"/>
  </p:normalViewPr>
  <p:slideViewPr>
    <p:cSldViewPr snapToGrid="0" snapToObjects="1">
      <p:cViewPr>
        <p:scale>
          <a:sx n="72" d="100"/>
          <a:sy n="72" d="100"/>
        </p:scale>
        <p:origin x="48" y="5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18/09/2018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0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19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18/09/2018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Rates - Review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7964" y="764373"/>
            <a:ext cx="9788236" cy="1293028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What Can You Remember About rates?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are some common rates that are used?</a:t>
            </a:r>
          </a:p>
          <a:p>
            <a:r>
              <a:rPr lang="en-AU" dirty="0"/>
              <a:t>Brainstorm ways in which you would need to compare rates and how you would do it? </a:t>
            </a:r>
          </a:p>
          <a:p>
            <a:r>
              <a:rPr lang="en-AU" dirty="0"/>
              <a:t>BE PREPARED TO SHARE</a:t>
            </a:r>
          </a:p>
        </p:txBody>
      </p:sp>
    </p:spTree>
    <p:extLst>
      <p:ext uri="{BB962C8B-B14F-4D97-AF65-F5344CB8AC3E}">
        <p14:creationId xmlns:p14="http://schemas.microsoft.com/office/powerpoint/2010/main" val="196124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2424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Rates – Unitary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18/09/2018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rates?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FBCCA15-725B-44B7-A201-0A170C74DCB4}"/>
              </a:ext>
            </a:extLst>
          </p:cNvPr>
          <p:cNvSpPr txBox="1"/>
          <p:nvPr/>
        </p:nvSpPr>
        <p:spPr>
          <a:xfrm>
            <a:off x="105295" y="1607127"/>
            <a:ext cx="16625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compare rates to find the best buy?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980A8-6879-40C7-B1C3-12CAF0C62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574" y="1450394"/>
            <a:ext cx="8284639" cy="52844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1A4EEFF-2D69-427F-9A94-9D647BB266C1}"/>
              </a:ext>
            </a:extLst>
          </p:cNvPr>
          <p:cNvSpPr/>
          <p:nvPr/>
        </p:nvSpPr>
        <p:spPr>
          <a:xfrm>
            <a:off x="2736574" y="4247322"/>
            <a:ext cx="4207559" cy="169627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C893DF-44C4-4106-84C3-280EF535818B}"/>
              </a:ext>
            </a:extLst>
          </p:cNvPr>
          <p:cNvSpPr/>
          <p:nvPr/>
        </p:nvSpPr>
        <p:spPr>
          <a:xfrm>
            <a:off x="7139611" y="4448549"/>
            <a:ext cx="3819937" cy="15505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D8F4D9-D5B1-47DA-A129-CDECCAD06EFE}"/>
              </a:ext>
            </a:extLst>
          </p:cNvPr>
          <p:cNvSpPr/>
          <p:nvPr/>
        </p:nvSpPr>
        <p:spPr>
          <a:xfrm>
            <a:off x="4068417" y="5999052"/>
            <a:ext cx="4207559" cy="6111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70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4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Rates –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18/09/2018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use rates?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66D48D5-2D0C-438C-964A-0832C5C3C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977" y="1493802"/>
            <a:ext cx="9476509" cy="4803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D72453-8406-4D82-A908-DDB3FAE32606}"/>
              </a:ext>
            </a:extLst>
          </p:cNvPr>
          <p:cNvSpPr txBox="1"/>
          <p:nvPr/>
        </p:nvSpPr>
        <p:spPr>
          <a:xfrm>
            <a:off x="116378" y="1493802"/>
            <a:ext cx="16015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use rates to calculate costs of items of different amounts?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919575-A7CC-4F98-92C7-C5343F575FCF}"/>
              </a:ext>
            </a:extLst>
          </p:cNvPr>
          <p:cNvSpPr/>
          <p:nvPr/>
        </p:nvSpPr>
        <p:spPr>
          <a:xfrm>
            <a:off x="2156646" y="2392964"/>
            <a:ext cx="4893510" cy="24639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0B4E3E-7DC0-4A71-9CE5-550A827EA6BD}"/>
              </a:ext>
            </a:extLst>
          </p:cNvPr>
          <p:cNvSpPr/>
          <p:nvPr/>
        </p:nvSpPr>
        <p:spPr>
          <a:xfrm>
            <a:off x="2408438" y="4989443"/>
            <a:ext cx="6463892" cy="6228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0E267E-B9E7-4AB8-9A6B-0B018C882E56}"/>
              </a:ext>
            </a:extLst>
          </p:cNvPr>
          <p:cNvSpPr/>
          <p:nvPr/>
        </p:nvSpPr>
        <p:spPr>
          <a:xfrm>
            <a:off x="2408438" y="5674436"/>
            <a:ext cx="6463892" cy="6228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28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TASK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2AD8A7-D759-4559-AD88-47608294C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791" y="2445841"/>
            <a:ext cx="10820400" cy="148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8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TASK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5DCFBF-BC58-401D-899F-20A20C869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644" y="1677090"/>
            <a:ext cx="9404712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57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41377-4800-4821-A571-14AA30B02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771775"/>
            <a:ext cx="10820400" cy="294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4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TASK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3C00B1-E49A-40DD-87A1-FD5B2AB78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950473"/>
            <a:ext cx="10820400" cy="187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6DCBA6-2C9D-4E05-BDB7-DC9F93B66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998" y="1716847"/>
            <a:ext cx="9334003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179612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581</TotalTime>
  <Words>112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Kiwi School Handwriting</vt:lpstr>
      <vt:lpstr>BSC Theme</vt:lpstr>
      <vt:lpstr>Rates - Review</vt:lpstr>
      <vt:lpstr>What Can You Remember About rates?</vt:lpstr>
      <vt:lpstr>PowerPoint Presentation</vt:lpstr>
      <vt:lpstr>PowerPoint Presentation</vt:lpstr>
      <vt:lpstr>TASK</vt:lpstr>
      <vt:lpstr>TASK</vt:lpstr>
      <vt:lpstr>TASK</vt:lpstr>
      <vt:lpstr>TASK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LUM Magdeline [Baldivis Secondary College]</cp:lastModifiedBy>
  <cp:revision>17</cp:revision>
  <cp:lastPrinted>2018-09-18T01:33:23Z</cp:lastPrinted>
  <dcterms:created xsi:type="dcterms:W3CDTF">2018-02-13T05:48:53Z</dcterms:created>
  <dcterms:modified xsi:type="dcterms:W3CDTF">2018-09-18T01:35:38Z</dcterms:modified>
</cp:coreProperties>
</file>