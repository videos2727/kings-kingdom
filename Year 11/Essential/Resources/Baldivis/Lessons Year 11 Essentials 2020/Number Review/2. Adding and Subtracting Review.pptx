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533" autoAdjust="0"/>
  </p:normalViewPr>
  <p:slideViewPr>
    <p:cSldViewPr snapToGrid="0">
      <p:cViewPr varScale="1">
        <p:scale>
          <a:sx n="61" d="100"/>
          <a:sy n="61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95C267B8-43B3-46F4-AFE2-790E0CE37870}"/>
    <pc:docChg chg="undo custSel delSld modSld">
      <pc:chgData name="Sarah James" userId="e5e3e68366f0feb3" providerId="LiveId" clId="{95C267B8-43B3-46F4-AFE2-790E0CE37870}" dt="2018-02-01T01:29:10.335" v="168" actId="2696"/>
      <pc:docMkLst>
        <pc:docMk/>
      </pc:docMkLst>
      <pc:sldChg chg="addSp modSp">
        <pc:chgData name="Sarah James" userId="e5e3e68366f0feb3" providerId="LiveId" clId="{95C267B8-43B3-46F4-AFE2-790E0CE37870}" dt="2018-02-01T01:18:22.942" v="2" actId="1076"/>
        <pc:sldMkLst>
          <pc:docMk/>
          <pc:sldMk cId="506761459" sldId="257"/>
        </pc:sldMkLst>
        <pc:spChg chg="mod">
          <ac:chgData name="Sarah James" userId="e5e3e68366f0feb3" providerId="LiveId" clId="{95C267B8-43B3-46F4-AFE2-790E0CE37870}" dt="2018-02-01T01:18:19.528" v="1" actId="1076"/>
          <ac:spMkLst>
            <pc:docMk/>
            <pc:sldMk cId="506761459" sldId="257"/>
            <ac:spMk id="3" creationId="{00000000-0000-0000-0000-000000000000}"/>
          </ac:spMkLst>
        </pc:spChg>
        <pc:spChg chg="add mod">
          <ac:chgData name="Sarah James" userId="e5e3e68366f0feb3" providerId="LiveId" clId="{95C267B8-43B3-46F4-AFE2-790E0CE37870}" dt="2018-02-01T01:18:22.942" v="2" actId="1076"/>
          <ac:spMkLst>
            <pc:docMk/>
            <pc:sldMk cId="506761459" sldId="257"/>
            <ac:spMk id="4" creationId="{AFE6C422-5D7E-44F6-BE59-7F870A7E92DB}"/>
          </ac:spMkLst>
        </pc:spChg>
      </pc:sldChg>
      <pc:sldChg chg="addSp delSp modSp modAnim">
        <pc:chgData name="Sarah James" userId="e5e3e68366f0feb3" providerId="LiveId" clId="{95C267B8-43B3-46F4-AFE2-790E0CE37870}" dt="2018-02-01T01:21:00.529" v="127"/>
        <pc:sldMkLst>
          <pc:docMk/>
          <pc:sldMk cId="1013366416" sldId="259"/>
        </pc:sldMkLst>
        <pc:spChg chg="add mod">
          <ac:chgData name="Sarah James" userId="e5e3e68366f0feb3" providerId="LiveId" clId="{95C267B8-43B3-46F4-AFE2-790E0CE37870}" dt="2018-02-01T01:20:44.462" v="122" actId="1076"/>
          <ac:spMkLst>
            <pc:docMk/>
            <pc:sldMk cId="1013366416" sldId="259"/>
            <ac:spMk id="3" creationId="{A0F1F4F6-C3A9-4BD4-AD51-9E048E66B181}"/>
          </ac:spMkLst>
        </pc:spChg>
        <pc:spChg chg="add mod">
          <ac:chgData name="Sarah James" userId="e5e3e68366f0feb3" providerId="LiveId" clId="{95C267B8-43B3-46F4-AFE2-790E0CE37870}" dt="2018-02-01T01:20:47.360" v="123" actId="1076"/>
          <ac:spMkLst>
            <pc:docMk/>
            <pc:sldMk cId="1013366416" sldId="259"/>
            <ac:spMk id="5" creationId="{952F23B9-40A8-4A24-8480-0C8A6178AC7E}"/>
          </ac:spMkLst>
        </pc:spChg>
        <pc:spChg chg="del mod">
          <ac:chgData name="Sarah James" userId="e5e3e68366f0feb3" providerId="LiveId" clId="{95C267B8-43B3-46F4-AFE2-790E0CE37870}" dt="2018-02-01T01:19:05.383" v="7"/>
          <ac:spMkLst>
            <pc:docMk/>
            <pc:sldMk cId="1013366416" sldId="259"/>
            <ac:spMk id="35" creationId="{00000000-0000-0000-0000-000000000000}"/>
          </ac:spMkLst>
        </pc:spChg>
        <pc:picChg chg="del mod">
          <ac:chgData name="Sarah James" userId="e5e3e68366f0feb3" providerId="LiveId" clId="{95C267B8-43B3-46F4-AFE2-790E0CE37870}" dt="2018-02-01T01:20:38.968" v="119" actId="478"/>
          <ac:picMkLst>
            <pc:docMk/>
            <pc:sldMk cId="1013366416" sldId="259"/>
            <ac:picMk id="2" creationId="{463D7F25-2F08-4988-AEE9-636AF1A6C87B}"/>
          </ac:picMkLst>
        </pc:picChg>
        <pc:picChg chg="add mod">
          <ac:chgData name="Sarah James" userId="e5e3e68366f0feb3" providerId="LiveId" clId="{95C267B8-43B3-46F4-AFE2-790E0CE37870}" dt="2018-02-01T01:20:42.120" v="121" actId="1076"/>
          <ac:picMkLst>
            <pc:docMk/>
            <pc:sldMk cId="1013366416" sldId="259"/>
            <ac:picMk id="6" creationId="{E9C56700-3725-4AB0-9F98-E01C687BA22A}"/>
          </ac:picMkLst>
        </pc:picChg>
      </pc:sldChg>
      <pc:sldChg chg="del">
        <pc:chgData name="Sarah James" userId="e5e3e68366f0feb3" providerId="LiveId" clId="{95C267B8-43B3-46F4-AFE2-790E0CE37870}" dt="2018-02-01T01:29:06.498" v="166" actId="2696"/>
        <pc:sldMkLst>
          <pc:docMk/>
          <pc:sldMk cId="3704257803" sldId="260"/>
        </pc:sldMkLst>
      </pc:sldChg>
      <pc:sldChg chg="addSp delSp modSp del modAnim">
        <pc:chgData name="Sarah James" userId="e5e3e68366f0feb3" providerId="LiveId" clId="{95C267B8-43B3-46F4-AFE2-790E0CE37870}" dt="2018-02-01T01:29:10.335" v="168" actId="2696"/>
        <pc:sldMkLst>
          <pc:docMk/>
          <pc:sldMk cId="2331399470" sldId="262"/>
        </pc:sldMkLst>
        <pc:spChg chg="add mod">
          <ac:chgData name="Sarah James" userId="e5e3e68366f0feb3" providerId="LiveId" clId="{95C267B8-43B3-46F4-AFE2-790E0CE37870}" dt="2018-02-01T01:24:27.972" v="150" actId="5793"/>
          <ac:spMkLst>
            <pc:docMk/>
            <pc:sldMk cId="2331399470" sldId="262"/>
            <ac:spMk id="5" creationId="{33448681-A601-4CB6-852F-EC6E57A89641}"/>
          </ac:spMkLst>
        </pc:spChg>
        <pc:picChg chg="del mod">
          <ac:chgData name="Sarah James" userId="e5e3e68366f0feb3" providerId="LiveId" clId="{95C267B8-43B3-46F4-AFE2-790E0CE37870}" dt="2018-02-01T01:23:10.630" v="130" actId="478"/>
          <ac:picMkLst>
            <pc:docMk/>
            <pc:sldMk cId="2331399470" sldId="262"/>
            <ac:picMk id="2" creationId="{5E00811C-D3C8-4C72-A936-A7628454F5A5}"/>
          </ac:picMkLst>
        </pc:picChg>
        <pc:picChg chg="add mod">
          <ac:chgData name="Sarah James" userId="e5e3e68366f0feb3" providerId="LiveId" clId="{95C267B8-43B3-46F4-AFE2-790E0CE37870}" dt="2018-02-01T01:23:49.182" v="138" actId="14100"/>
          <ac:picMkLst>
            <pc:docMk/>
            <pc:sldMk cId="2331399470" sldId="262"/>
            <ac:picMk id="3" creationId="{3D1E2FBC-9D19-4E44-A243-B890792DE423}"/>
          </ac:picMkLst>
        </pc:picChg>
      </pc:sldChg>
      <pc:sldChg chg="del">
        <pc:chgData name="Sarah James" userId="e5e3e68366f0feb3" providerId="LiveId" clId="{95C267B8-43B3-46F4-AFE2-790E0CE37870}" dt="2018-02-01T01:29:04.648" v="164" actId="2696"/>
        <pc:sldMkLst>
          <pc:docMk/>
          <pc:sldMk cId="1543814637" sldId="263"/>
        </pc:sldMkLst>
      </pc:sldChg>
      <pc:sldChg chg="addSp delSp modSp del">
        <pc:chgData name="Sarah James" userId="e5e3e68366f0feb3" providerId="LiveId" clId="{95C267B8-43B3-46F4-AFE2-790E0CE37870}" dt="2018-02-01T01:29:08.591" v="167" actId="2696"/>
        <pc:sldMkLst>
          <pc:docMk/>
          <pc:sldMk cId="3637212829" sldId="266"/>
        </pc:sldMkLst>
        <pc:picChg chg="add del mod">
          <ac:chgData name="Sarah James" userId="e5e3e68366f0feb3" providerId="LiveId" clId="{95C267B8-43B3-46F4-AFE2-790E0CE37870}" dt="2018-02-01T01:26:42.562" v="163"/>
          <ac:picMkLst>
            <pc:docMk/>
            <pc:sldMk cId="3637212829" sldId="266"/>
            <ac:picMk id="12" creationId="{3AF4BF55-0228-4F28-B00E-9D11F19DF123}"/>
          </ac:picMkLst>
        </pc:picChg>
        <pc:picChg chg="add del">
          <ac:chgData name="Sarah James" userId="e5e3e68366f0feb3" providerId="LiveId" clId="{95C267B8-43B3-46F4-AFE2-790E0CE37870}" dt="2018-02-01T01:26:06.224" v="158"/>
          <ac:picMkLst>
            <pc:docMk/>
            <pc:sldMk cId="3637212829" sldId="266"/>
            <ac:picMk id="14" creationId="{A80C7E43-B74F-421B-881B-4CAA640B803D}"/>
          </ac:picMkLst>
        </pc:picChg>
      </pc:sldChg>
      <pc:sldChg chg="del">
        <pc:chgData name="Sarah James" userId="e5e3e68366f0feb3" providerId="LiveId" clId="{95C267B8-43B3-46F4-AFE2-790E0CE37870}" dt="2018-02-01T01:29:05.610" v="165" actId="2696"/>
        <pc:sldMkLst>
          <pc:docMk/>
          <pc:sldMk cId="423155281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7C826-8B2A-49CF-AB48-E03C0C1C2F8F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66D50-08B0-48AF-AE67-18A5694E7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61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95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72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29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8BB9-EDCA-44EE-BD1B-51344FC0B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8E518-8CAE-43DF-A629-D58975FB1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B28FE-2F93-4886-844A-17C87F86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50ABE-5F97-4202-991B-C287E85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E4AE3-0B47-44C1-B2AB-9687C2BB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95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4CA5-D132-49C1-8AB2-47AE189B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13A16-5952-4423-A68C-7D59A3B4F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AAA81-3609-43A7-BF2D-A1EA7784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228BB-4270-4875-98E6-BA600B53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6E295-21BE-4145-A704-327F7EF4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454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1ABFB-9CA6-43CA-9013-2EFF6859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50175-2D2E-48C2-808E-F6F22921D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AA91-80C6-4472-80A0-52B05475A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762A-589E-454B-90A5-A8784014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BC236-57B6-477F-9F91-1506F9A7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87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67B0-D9F2-41FA-99F7-C5EC77CB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C110F-9AD7-4BCE-BF06-A96B0D12E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8CB39-1988-4F7D-BDD9-EBADF558A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AE487-AF5C-4C83-B78C-BC9D8689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F133D-D2E1-4036-ADEC-2DC4702F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E0398-8132-4BB5-82C8-BE052746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6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5947-0A4D-48B1-B6BB-C6A9153E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6C5FB-FA73-44FC-A9BA-3353D9DBD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3D09C-FF6E-4494-BE62-90504F5F6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D9270-8231-440D-8981-7B03B2056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84997-CF61-44E4-843D-8A500FBE8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7DC2F-51E1-433B-91E2-0B1EDAF6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41E01-B38D-4CC1-ADC1-2EB0E66E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54C759-5114-470D-95DA-EEAE6438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87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233F-69F9-4085-9634-2BDBB782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799B0-FB6F-42D9-AB24-4867D540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DA51-4676-4553-B8D4-727994DB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0C05-7BC8-4225-862E-0B67236B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756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0EF3C-1FCA-461C-8BD5-3030E0F49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2C610-ABC1-4EEB-A21F-B435655D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E787E-780C-446C-90C1-D389EC74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68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367B-9B74-4FCF-B8AF-83A54B31A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EB85F-7E98-4F08-8951-071348550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8A7FF-0266-4D28-93EF-AD27FB2C2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F6E4E-009E-4416-9D23-1CE089AA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23784-DE81-402C-BBE2-C25BE04E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D41C9-A4A1-4915-BF40-9DF5673A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167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E272D-C9C6-4704-87CE-1DB71B41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8888E-4DDA-4887-92C2-2366551FA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9B1D9-48C8-4016-9C81-32529EB33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573AF-1924-4614-9900-F685E33F7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C89BC-5C35-4201-BD56-C8E02A2B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1FB7C-0BE3-4384-9E0D-67EB3462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305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6982F-BE57-4799-BF05-AEF05A8D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8ECC2-44D0-4D34-B9BF-F244C5B9B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D3E87-70E9-4398-840A-4555E380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A8AA9-BCBF-4361-8601-D29D57D3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11EF1-4C9B-4303-BB5B-CB1BAAA4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033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AB78-5D3A-48CF-B40D-D8A8405B8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80152-8ADB-49E5-8670-8A9D1AB4D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E1AD-C05F-4F6A-A658-5FC98AC1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9DA72-592F-4B46-B76A-031862B7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D8919-4C3B-4E89-9C40-0EE83001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494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DF1533-0A74-4933-845C-F9C6D5803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82E38-DAB4-485F-9CB7-85BDC490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0CBFF-5494-4626-820C-AC05EE0EC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6225A-CC68-439F-9B7F-E0E4AF823C4E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293C-A068-4535-9CCB-ABD606276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77E7B-8728-41F5-B2BB-AA79CF767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E926A-18F6-402D-B4DF-457EA1C5C5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4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Adding and Subtracting Review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1661" y="4614377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Essentials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6C422-5D7E-44F6-BE59-7F870A7E92DB}"/>
              </a:ext>
            </a:extLst>
          </p:cNvPr>
          <p:cNvSpPr txBox="1"/>
          <p:nvPr/>
        </p:nvSpPr>
        <p:spPr>
          <a:xfrm>
            <a:off x="1734395" y="36783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rules for adding and subtracting integers?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US" sz="2400" dirty="0"/>
              <a:t>add and subtract integers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484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Adding and Subtracting 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rules for adding and subtracting integers?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F1F4F6-C3A9-4BD4-AD51-9E048E66B181}"/>
              </a:ext>
            </a:extLst>
          </p:cNvPr>
          <p:cNvSpPr txBox="1"/>
          <p:nvPr/>
        </p:nvSpPr>
        <p:spPr>
          <a:xfrm>
            <a:off x="2129765" y="1793900"/>
            <a:ext cx="63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Keep all digits aligned in place values including decimal point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F23B9-40A8-4A24-8480-0C8A6178AC7E}"/>
              </a:ext>
            </a:extLst>
          </p:cNvPr>
          <p:cNvSpPr txBox="1"/>
          <p:nvPr/>
        </p:nvSpPr>
        <p:spPr>
          <a:xfrm>
            <a:off x="2129765" y="2446323"/>
            <a:ext cx="4924425" cy="380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Rules for adding and subtracting integers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56700-3725-4AB0-9F98-E01C687BA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765" y="3545444"/>
            <a:ext cx="80200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9F0C8-17B6-4B48-A520-A0BC751D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5" y="1995487"/>
            <a:ext cx="80200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98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DJB Fancy Nancy</vt:lpstr>
      <vt:lpstr>Kiwi School Handwriting</vt:lpstr>
      <vt:lpstr>Office Theme</vt:lpstr>
      <vt:lpstr>Adding and Subtracting Review</vt:lpstr>
      <vt:lpstr>Learning Intentions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Review</dc:title>
  <dc:creator>Sarah James</dc:creator>
  <cp:lastModifiedBy>Sarah James</cp:lastModifiedBy>
  <cp:revision>3</cp:revision>
  <dcterms:created xsi:type="dcterms:W3CDTF">2018-01-31T11:47:53Z</dcterms:created>
  <dcterms:modified xsi:type="dcterms:W3CDTF">2018-02-01T01:29:14Z</dcterms:modified>
</cp:coreProperties>
</file>