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3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F434FF01-54BF-42EA-B0B9-56C4293BB0B1}"/>
    <pc:docChg chg="custSel addSld delSld modSld">
      <pc:chgData name="Sarah James" userId="e5e3e68366f0feb3" providerId="LiveId" clId="{F434FF01-54BF-42EA-B0B9-56C4293BB0B1}" dt="2018-02-04T04:01:15.491" v="465" actId="1076"/>
      <pc:docMkLst>
        <pc:docMk/>
      </pc:docMkLst>
      <pc:sldChg chg="modSp modAnim">
        <pc:chgData name="Sarah James" userId="e5e3e68366f0feb3" providerId="LiveId" clId="{F434FF01-54BF-42EA-B0B9-56C4293BB0B1}" dt="2018-02-04T03:57:44.396" v="253" actId="255"/>
        <pc:sldMkLst>
          <pc:docMk/>
          <pc:sldMk cId="2106558434" sldId="260"/>
        </pc:sldMkLst>
        <pc:spChg chg="mod">
          <ac:chgData name="Sarah James" userId="e5e3e68366f0feb3" providerId="LiveId" clId="{F434FF01-54BF-42EA-B0B9-56C4293BB0B1}" dt="2018-02-04T03:57:44.396" v="253" actId="255"/>
          <ac:spMkLst>
            <pc:docMk/>
            <pc:sldMk cId="2106558434" sldId="260"/>
            <ac:spMk id="35" creationId="{00000000-0000-0000-0000-000000000000}"/>
          </ac:spMkLst>
        </pc:spChg>
      </pc:sldChg>
      <pc:sldChg chg="add del">
        <pc:chgData name="Sarah James" userId="e5e3e68366f0feb3" providerId="LiveId" clId="{F434FF01-54BF-42EA-B0B9-56C4293BB0B1}" dt="2018-02-04T03:58:06.808" v="255" actId="2696"/>
        <pc:sldMkLst>
          <pc:docMk/>
          <pc:sldMk cId="4061847796" sldId="262"/>
        </pc:sldMkLst>
      </pc:sldChg>
      <pc:sldChg chg="addSp delSp modSp delAnim modAnim">
        <pc:chgData name="Sarah James" userId="e5e3e68366f0feb3" providerId="LiveId" clId="{F434FF01-54BF-42EA-B0B9-56C4293BB0B1}" dt="2018-02-04T04:01:15.491" v="465" actId="1076"/>
        <pc:sldMkLst>
          <pc:docMk/>
          <pc:sldMk cId="1727440284" sldId="263"/>
        </pc:sldMkLst>
        <pc:spChg chg="mod">
          <ac:chgData name="Sarah James" userId="e5e3e68366f0feb3" providerId="LiveId" clId="{F434FF01-54BF-42EA-B0B9-56C4293BB0B1}" dt="2018-02-04T04:01:06.754" v="462" actId="5793"/>
          <ac:spMkLst>
            <pc:docMk/>
            <pc:sldMk cId="1727440284" sldId="263"/>
            <ac:spMk id="6" creationId="{A71F53C0-5D21-4FC8-9B88-210E628B27A1}"/>
          </ac:spMkLst>
        </pc:spChg>
        <pc:picChg chg="add mod">
          <ac:chgData name="Sarah James" userId="e5e3e68366f0feb3" providerId="LiveId" clId="{F434FF01-54BF-42EA-B0B9-56C4293BB0B1}" dt="2018-02-04T04:01:15.491" v="465" actId="1076"/>
          <ac:picMkLst>
            <pc:docMk/>
            <pc:sldMk cId="1727440284" sldId="263"/>
            <ac:picMk id="3" creationId="{DE58C593-2241-4983-9CDA-7E26E5A57C0F}"/>
          </ac:picMkLst>
        </pc:picChg>
        <pc:picChg chg="del">
          <ac:chgData name="Sarah James" userId="e5e3e68366f0feb3" providerId="LiveId" clId="{F434FF01-54BF-42EA-B0B9-56C4293BB0B1}" dt="2018-02-04T03:58:11.516" v="256" actId="478"/>
          <ac:picMkLst>
            <pc:docMk/>
            <pc:sldMk cId="1727440284" sldId="263"/>
            <ac:picMk id="8" creationId="{7A98D3FF-39A7-4B67-8E45-7B01049A3C7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D5D8D9-231F-4E4A-8529-D5D9383DE5C9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6BCD5-1321-42AD-B2B1-0D38BBBAF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6782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36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47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32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14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15E0-765D-482D-9569-9F5E4E471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3B08DB-96CE-478E-AB65-F1B7B4748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097E9-C42A-4D12-B700-A07F1AE4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D4C9-861B-4224-B85A-8D39D88AB65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980EA-7935-4CB6-9DAD-4AEFBF934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A3DB8-E7EA-4F83-8705-468C2C0C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DBFF1-B0A0-496F-8AD7-B61F173378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8640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41A04-FEA9-4920-A76A-710E2C635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26316-F7E7-4627-9C14-8AD908C13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DAF8C-2FEE-4FBD-90F8-6B004AEC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D4C9-861B-4224-B85A-8D39D88AB65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1B718-843E-4573-9FD3-E08E34AC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1FE67-A43D-4808-A429-A6639F4C5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DBFF1-B0A0-496F-8AD7-B61F173378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877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88C8-8BE5-4B04-AFBA-CC4632213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96339-F4BB-47D6-80E2-3B2A2D927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82AD1-F042-4E00-A2AF-F5BE4BC03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D4C9-861B-4224-B85A-8D39D88AB65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D59AB-DEE1-499E-9644-FD1E52AC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401F8-73CD-4C7C-97D3-EB7542AB7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DBFF1-B0A0-496F-8AD7-B61F173378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9347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F680-75C6-453A-BBAA-F10771B0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08583-DE64-4514-A4D2-CD6CACC96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5225B-6308-4E2D-8E6E-5054016CE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3B5B2-F524-4630-9FF7-673997103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D4C9-861B-4224-B85A-8D39D88AB65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559EF-D65E-4B9D-A8D2-9761D355F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78B1-C8B1-4DD2-BF97-355A33F0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DBFF1-B0A0-496F-8AD7-B61F173378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1279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49E9F-6F7F-4503-B474-251CAECB7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F53D7-0D02-40B8-B6BB-E372AD6ED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35C03-E2EA-4A60-9920-8411DB6E1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906DC5-2BA4-4C49-AFB7-C5878F0A1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DF24C-F83F-4658-8797-79EC91F3F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17256-E054-4D9C-BE41-6C632348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D4C9-861B-4224-B85A-8D39D88AB65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D7AE4-4C23-4B84-9CC0-D4899305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35A1F5-98E1-450E-ADC7-C89DA0D9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DBFF1-B0A0-496F-8AD7-B61F173378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366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AFB40-1818-42EC-90FC-D531F9DCE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BFA01-6CFD-4185-ACAC-35BDA3C9A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D4C9-861B-4224-B85A-8D39D88AB65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83850-CF74-4956-B05F-971D02F7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04592-D91F-438C-8E86-84DE5F30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DBFF1-B0A0-496F-8AD7-B61F173378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3222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BDC0E2-80ED-42FC-BAFA-4BDC251B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D4C9-861B-4224-B85A-8D39D88AB65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B9E01C-6122-4666-AA77-027882852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86899-C79A-4982-AF3A-6E92091F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DBFF1-B0A0-496F-8AD7-B61F173378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6568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7D993-4FC4-45F4-B851-14ADD9F4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034BB-0631-4C0A-B11E-6F9C6C1A4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39F1E-FCC2-4FC3-9981-949889E45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FF50D-7B5D-41B3-BAC7-251DBFD7C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D4C9-861B-4224-B85A-8D39D88AB65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2A7EE-DEA5-42A5-844A-E763EBE9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6A58F-7FD3-4E93-B047-0232C7B9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DBFF1-B0A0-496F-8AD7-B61F173378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4091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84681-F705-42BF-B4A3-389F9535E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836591-9A52-45BE-B526-64539B8DB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2C8D-372D-4696-867F-2EAC40C0A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10669-BD42-4260-9106-9C616C6A7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D4C9-861B-4224-B85A-8D39D88AB65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71C3D-2C32-4C38-97DC-FCF8CE11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B2AF8-E471-499F-9110-38C4348F4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DBFF1-B0A0-496F-8AD7-B61F173378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9526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B53F9-4047-40CF-AB4D-4602B7F03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5A362-8220-4B60-9201-7C7728C83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D7A24-57AC-4A33-9232-21B4A6B1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D4C9-861B-4224-B85A-8D39D88AB65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EAFF0-E7F6-47B8-A66D-F6217A96C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B625C-9EBD-44E7-88E6-36749022D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DBFF1-B0A0-496F-8AD7-B61F173378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4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0A53DE-D7DA-4793-93F6-A5F725FD5E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C5884-95DF-4DFE-8702-57FEE3BEC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5BD99-211A-4BF7-B154-62AA869C7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D4C9-861B-4224-B85A-8D39D88AB65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5DF45-B7A4-4825-B6F6-B9F2FCAC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1E374-FC8F-4DCA-BB61-6F37AF45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DBFF1-B0A0-496F-8AD7-B61F173378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7900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A64789-806F-4827-80FB-69DB47C12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29400-25C5-4F3D-ADFF-E2C45416A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9AFCC-011E-46A9-8540-3D5F8E3CC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3D4C9-861B-4224-B85A-8D39D88AB65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70ACD-F527-4483-BDEB-452B2802A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16630-FC48-4C99-8099-61AFA455F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DBFF1-B0A0-496F-8AD7-B61F173378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6218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161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CATERING</a:t>
            </a:r>
            <a:b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</a:br>
            <a:r>
              <a:rPr lang="en-US" sz="32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Practical Activity</a:t>
            </a:r>
            <a:endParaRPr lang="en-US" sz="3200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2051" y="3752165"/>
            <a:ext cx="9652164" cy="1261011"/>
          </a:xfrm>
        </p:spPr>
        <p:txBody>
          <a:bodyPr>
            <a:normAutofit fontScale="85000" lnSpcReduction="20000"/>
          </a:bodyPr>
          <a:lstStyle/>
          <a:p>
            <a:endParaRPr lang="en-US" sz="32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98B30-C37E-4941-A491-474E43AA8F04}"/>
              </a:ext>
            </a:extLst>
          </p:cNvPr>
          <p:cNvSpPr/>
          <p:nvPr/>
        </p:nvSpPr>
        <p:spPr>
          <a:xfrm>
            <a:off x="2495550" y="3105833"/>
            <a:ext cx="81724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endParaRPr lang="en-AU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organise and plan for a range of events in a cost- effective way?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endParaRPr lang="en-US" sz="2400" dirty="0"/>
          </a:p>
          <a:p>
            <a:r>
              <a:rPr lang="en-US" sz="2400" dirty="0"/>
              <a:t>Collect, </a:t>
            </a:r>
            <a:r>
              <a:rPr lang="en-US" sz="2400" dirty="0" err="1"/>
              <a:t>organise</a:t>
            </a:r>
            <a:r>
              <a:rPr lang="en-US" sz="2400" dirty="0"/>
              <a:t> and communicate information effectively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DDE2BA40-28F0-4CA8-B0D1-A0A7C2033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782" y="2561325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5D1C9-0000-4308-A15C-121A5D4D718F}"/>
              </a:ext>
            </a:extLst>
          </p:cNvPr>
          <p:cNvSpPr txBox="1"/>
          <p:nvPr/>
        </p:nvSpPr>
        <p:spPr>
          <a:xfrm>
            <a:off x="10051142" y="419401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284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Catering- Practical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organise and plan for a range of events in a cost- effective way?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71F53C0-5D21-4FC8-9B88-210E628B27A1}"/>
              </a:ext>
            </a:extLst>
          </p:cNvPr>
          <p:cNvSpPr txBox="1"/>
          <p:nvPr/>
        </p:nvSpPr>
        <p:spPr>
          <a:xfrm>
            <a:off x="8886825" y="1905000"/>
            <a:ext cx="26765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will be working for a small business in an administration position.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have just received the following email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98D3FF-39A7-4B67-8E45-7B01049A3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82" y="1328340"/>
            <a:ext cx="7277750" cy="524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284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Catering- Practical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organise and plan for a range of events in a cost- effective way?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71F53C0-5D21-4FC8-9B88-210E628B27A1}"/>
              </a:ext>
            </a:extLst>
          </p:cNvPr>
          <p:cNvSpPr txBox="1"/>
          <p:nvPr/>
        </p:nvSpPr>
        <p:spPr>
          <a:xfrm>
            <a:off x="2238375" y="1827469"/>
            <a:ext cx="65341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Gallery walk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Blu-</a:t>
            </a:r>
            <a:r>
              <a:rPr lang="en-US" dirty="0" err="1"/>
              <a:t>tak</a:t>
            </a:r>
            <a:r>
              <a:rPr lang="en-US" dirty="0"/>
              <a:t> your emails around the room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pair is then to post a sticky note with a PMI to give feedback to your peers’ emails</a:t>
            </a:r>
          </a:p>
          <a:p>
            <a:pPr lvl="1"/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58C593-2241-4983-9CDA-7E26E5A57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430" y="3190246"/>
            <a:ext cx="4746505" cy="366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44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284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Catering- Practical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organise and plan for a range of events in a cost- effective way?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28856" y="1483777"/>
            <a:ext cx="8651359" cy="5201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dirty="0">
                <a:solidFill>
                  <a:srgbClr val="FF0000"/>
                </a:solidFill>
                <a:latin typeface="Calibri" panose="020F0502020204030204"/>
              </a:rPr>
              <a:t>Teacher notes: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Print off menus ( students working in pairs) 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Project email 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Debbie’s birthday: Students will need to survey 10 other students (colleagues) and create a spreadsheet/table/list. They will need to make sure their colleagues stick to budget and will need to have show a total cost of the catering for this event.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Staff training: You will need to guide students with appropriate portioning per person. Students need to draft an email to their boss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/>
              </a:rPr>
              <a:t>summarising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 their decisions of restaurant choice ( which is more cost-effective), number of platters, type of platters and final cost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For feedback: Gallery walk- students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/>
              </a:rPr>
              <a:t>blu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-tac emails around the room. Peers carry sticky notes in the form of a (PMI) and each pair is to comment on each email in this form and then leave sticky notes on email</a:t>
            </a:r>
          </a:p>
          <a:p>
            <a:pPr defTabSz="914126"/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55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  <p:bldP spid="3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7143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1852</TotalTime>
  <Words>327</Words>
  <Application>Microsoft Office PowerPoint</Application>
  <PresentationFormat>Widescreen</PresentationFormat>
  <Paragraphs>51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DJB Fancy Nancy</vt:lpstr>
      <vt:lpstr>Kiwi School Handwriting</vt:lpstr>
      <vt:lpstr>Office Theme</vt:lpstr>
      <vt:lpstr>CATERING Practical Activity</vt:lpstr>
      <vt:lpstr>Learning Intentions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 to Lunch</dc:title>
  <dc:creator>Sarah James</dc:creator>
  <cp:lastModifiedBy>Sarah James</cp:lastModifiedBy>
  <cp:revision>6</cp:revision>
  <dcterms:created xsi:type="dcterms:W3CDTF">2018-02-02T06:53:29Z</dcterms:created>
  <dcterms:modified xsi:type="dcterms:W3CDTF">2018-02-04T04:01:15Z</dcterms:modified>
</cp:coreProperties>
</file>