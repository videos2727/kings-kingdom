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6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2133" autoAdjust="0"/>
  </p:normalViewPr>
  <p:slideViewPr>
    <p:cSldViewPr snapToGrid="0">
      <p:cViewPr varScale="1">
        <p:scale>
          <a:sx n="42" d="100"/>
          <a:sy n="42" d="100"/>
        </p:scale>
        <p:origin x="16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588D99F4-F581-40D1-A3CB-C0DCE0A07396}"/>
    <pc:docChg chg="delSld modSld">
      <pc:chgData name="Sarah James" userId="e5e3e68366f0feb3" providerId="LiveId" clId="{588D99F4-F581-40D1-A3CB-C0DCE0A07396}" dt="2018-02-01T01:28:44.920" v="1" actId="6549"/>
      <pc:docMkLst>
        <pc:docMk/>
      </pc:docMkLst>
      <pc:sldChg chg="del">
        <pc:chgData name="Sarah James" userId="e5e3e68366f0feb3" providerId="LiveId" clId="{588D99F4-F581-40D1-A3CB-C0DCE0A07396}" dt="2018-02-01T01:28:16.947" v="0" actId="2696"/>
        <pc:sldMkLst>
          <pc:docMk/>
          <pc:sldMk cId="2331399470" sldId="261"/>
        </pc:sldMkLst>
      </pc:sldChg>
      <pc:sldChg chg="modNotesTx">
        <pc:chgData name="Sarah James" userId="e5e3e68366f0feb3" providerId="LiveId" clId="{588D99F4-F581-40D1-A3CB-C0DCE0A07396}" dt="2018-02-01T01:28:44.920" v="1" actId="6549"/>
        <pc:sldMkLst>
          <pc:docMk/>
          <pc:sldMk cId="3637212829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42CE3B-2C6D-42F3-AC96-0B5D2E681201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7E9B2C-B429-4A87-8EEA-8FB62A0B9C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947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78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207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342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21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3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C0C3B-2B14-4E07-AD8C-E60081800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BB505D-A07D-4EBD-B998-6024D8807A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81E9F-94CE-4521-968B-77141F949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900ED-7586-489F-843F-077E44949B2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04E05-8A55-4A2B-A157-84446AB15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872D2-77CE-4044-BF29-68EDB8098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6E081-05CF-4D68-BEAF-826CA33B00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872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CA43F-1891-43DF-99A2-1A3E05BF4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9302F-8762-4353-8B30-A23C38BC3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32142-D91E-4C74-945A-25AF90D1D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900ED-7586-489F-843F-077E44949B2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ADD94-4B46-438A-A324-552CE3392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041B1-5527-4AD3-BA29-90FC3148B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6E081-05CF-4D68-BEAF-826CA33B00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3169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D5826-57C5-4BF8-A1EF-82EB62943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2FC70-192E-433A-A63A-4C838F331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A0048-F5EE-4491-9A70-079D5A613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900ED-7586-489F-843F-077E44949B2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4F754-11A0-4381-8F7E-B0F1D10BA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5DED6-BA82-4F26-B611-AA60FE3AB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6E081-05CF-4D68-BEAF-826CA33B00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7507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04577-AD57-4286-ABB3-098F00B66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8A887-3BA9-489A-BD9B-94EF56AA47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20318F-7B51-46C6-A662-8ED3FB24E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11608-411C-4A0B-929A-94748C5E7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900ED-7586-489F-843F-077E44949B2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00819-4995-4509-B88F-C7ADF3630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C2DF0-C28F-48AF-8612-80C0EC865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6E081-05CF-4D68-BEAF-826CA33B00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4137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2EB05-3FDA-4978-91DF-1943C6756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3E204-6A95-41BD-AE04-B33F6B4E3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B1D52B-3159-487B-846A-5E9390603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567C49-5AD6-40F8-BF7A-904C3DA727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F29EE5-3640-4261-AE33-709B44A3E8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BE7E8A-49CA-4FDF-8490-9652C4BAB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900ED-7586-489F-843F-077E44949B2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76A51B-1552-4980-99F8-C3152A829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257008-3AC3-49EF-9913-4F0DC7242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6E081-05CF-4D68-BEAF-826CA33B00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9259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C0CEC-CF5B-4576-843F-42E487D75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A72EF5-81AD-429A-8F40-642A49BA6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900ED-7586-489F-843F-077E44949B2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7C5F20-7832-4B3B-803F-EE296F737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442731-9427-4CEC-93FB-19ED21255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6E081-05CF-4D68-BEAF-826CA33B00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5031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C99633-1340-470B-8BC8-A0C4750D0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900ED-7586-489F-843F-077E44949B2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7B30E2-2FEE-4C1D-B682-20B70AF63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3263E-0A08-4304-8FAB-7FAFB94E5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6E081-05CF-4D68-BEAF-826CA33B00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2470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62515-23C6-43D1-BF7A-2834E7ED7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5EF5E-F506-42B8-9C2E-6C39485DA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D87BD1-2C71-4DFE-B2B0-DBBD3A26C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F9D67-F4EF-433D-B621-B7E99186D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900ED-7586-489F-843F-077E44949B2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132E78-5A39-4D5B-9923-5362359F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A9165-F7DF-4A27-939B-048DD40BD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6E081-05CF-4D68-BEAF-826CA33B00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4198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7BE59-0624-4050-BE8E-59D8E7DE3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2BF349-555F-4AE4-9118-3D7001BC48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E7DB8-D6FC-4600-BBFB-850C80A02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DC62C9-AED4-4398-988F-58C377F00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900ED-7586-489F-843F-077E44949B2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BF8389-FA45-4F2B-98EA-8AC88C088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E781B-46CA-4E0D-9F02-AB4729CB5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6E081-05CF-4D68-BEAF-826CA33B00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8277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3B5FD-6DB8-4E69-9430-A60849C99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633297-2455-4DB5-BDDA-93B77B00F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F0E3D-3C58-42D8-953B-5C321F742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900ED-7586-489F-843F-077E44949B2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7AB67-0E35-4D00-91BC-F5CA9E684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51E1D-2432-42EE-AA03-4577C6DA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6E081-05CF-4D68-BEAF-826CA33B00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0155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B9DAEE-CA75-47E2-B645-A22A09BA00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5C855-01FB-4B84-8602-7F26771ABB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21E51-8BA4-45DC-A23F-D0DCC958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900ED-7586-489F-843F-077E44949B2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385A7-DD72-4D44-BE46-293109082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5D796-9B49-4F7A-99F6-3E3A6C111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6E081-05CF-4D68-BEAF-826CA33B00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4792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144E89-CF83-42B5-9026-AA741357D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FAA4A-B781-4246-A727-D3BC4A3CF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9B9C8-70F4-4086-A426-142CC05531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900ED-7586-489F-843F-077E44949B2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99D50-0B64-48E7-B67A-D83F0D3916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2D8A0-772A-4FE4-9AFC-75A29139F0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B6E081-05CF-4D68-BEAF-826CA33B00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6610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9B172-7219-4EC1-9566-B14B93CAF1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D807C9-E066-4B1D-B9BC-15009A3059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5962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Multiplying and Dividing Review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Mrs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 James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6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US" sz="2400" dirty="0"/>
              <a:t>Multiply and divide integers</a:t>
            </a:r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DDE2BA40-28F0-4CA8-B0D1-A0A7C2033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6782" y="2561325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75D1C9-0000-4308-A15C-121A5D4D718F}"/>
              </a:ext>
            </a:extLst>
          </p:cNvPr>
          <p:cNvSpPr txBox="1"/>
          <p:nvPr/>
        </p:nvSpPr>
        <p:spPr>
          <a:xfrm>
            <a:off x="10051142" y="4194013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6809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US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Multiplying and Dividing </a:t>
            </a:r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2553052"/>
            <a:ext cx="172000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are the rules for multiplying and dividing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D1E2FBC-9D19-4E44-A243-B890792DE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033" y="1528689"/>
            <a:ext cx="4342437" cy="28050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448681-A601-4CB6-852F-EC6E57A89641}"/>
              </a:ext>
            </a:extLst>
          </p:cNvPr>
          <p:cNvSpPr txBox="1"/>
          <p:nvPr/>
        </p:nvSpPr>
        <p:spPr>
          <a:xfrm>
            <a:off x="2540001" y="4405176"/>
            <a:ext cx="842263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Multiplying decimals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Multiplying decimals is the same as multiplying two whole numbers. Just remember the following: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AU" dirty="0"/>
              <a:t>If there is one digit after the decimal point in the question, there will be one digit after the decimal point in the answer.</a:t>
            </a:r>
          </a:p>
          <a:p>
            <a:pPr lvl="1"/>
            <a:endParaRPr lang="en-AU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AU" dirty="0"/>
              <a:t>If there are two digits after the decimal point in the question, there will be two digits after the decimal point in the answer etc.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20171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6809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US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Multiplying and Dividing </a:t>
            </a:r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2553052"/>
            <a:ext cx="172000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are the rules for multiplying and dividing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FD48859-0656-4EC2-8B60-094DF6660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680" y="1387627"/>
            <a:ext cx="7091679" cy="484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212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56809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US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Multiplying and Dividing </a:t>
            </a:r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2553052"/>
            <a:ext cx="172000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are the rules for multiplying and dividing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3E6CD370-B8E5-48C5-98E7-7103AD59A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987" y="1862137"/>
            <a:ext cx="4010025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552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0C67E8-A4F0-4F45-BFD5-B533AFC5DE8E}"/>
              </a:ext>
            </a:extLst>
          </p:cNvPr>
          <p:cNvSpPr/>
          <p:nvPr/>
        </p:nvSpPr>
        <p:spPr>
          <a:xfrm>
            <a:off x="3872085" y="539234"/>
            <a:ext cx="274779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40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AU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63290D-DEB1-4DF2-9FF9-A2124567B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709737"/>
            <a:ext cx="8077200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814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161</Words>
  <Application>Microsoft Office PowerPoint</Application>
  <PresentationFormat>Widescreen</PresentationFormat>
  <Paragraphs>39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DJB Fancy Nancy</vt:lpstr>
      <vt:lpstr>Kiwi School Handwriting</vt:lpstr>
      <vt:lpstr>Office Theme</vt:lpstr>
      <vt:lpstr>PowerPoint Presentation</vt:lpstr>
      <vt:lpstr>Multiplying and Dividing Review</vt:lpstr>
      <vt:lpstr>Learning Intentions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James</dc:creator>
  <cp:lastModifiedBy>Sarah James</cp:lastModifiedBy>
  <cp:revision>1</cp:revision>
  <dcterms:created xsi:type="dcterms:W3CDTF">2018-01-31T12:05:54Z</dcterms:created>
  <dcterms:modified xsi:type="dcterms:W3CDTF">2018-02-01T01:28:55Z</dcterms:modified>
</cp:coreProperties>
</file>