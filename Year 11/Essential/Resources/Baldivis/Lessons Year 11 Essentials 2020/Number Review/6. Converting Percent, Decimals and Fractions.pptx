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8" r:id="rId2"/>
    <p:sldId id="259" r:id="rId3"/>
    <p:sldId id="260" r:id="rId4"/>
    <p:sldId id="264" r:id="rId5"/>
    <p:sldId id="265" r:id="rId6"/>
    <p:sldId id="262" r:id="rId7"/>
    <p:sldId id="266" r:id="rId8"/>
    <p:sldId id="267" r:id="rId9"/>
    <p:sldId id="261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437DE9-E843-4D08-A94A-BB5A10981DBE}" type="datetimeFigureOut">
              <a:rPr lang="en-AU" smtClean="0"/>
              <a:t>6/02/2018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77AA-7CC8-43C9-8713-D5D8B1C37A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521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399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2220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27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879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098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7176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397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78500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4347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0940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40B6-225B-49BB-8988-BAB44A03D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489C88-1697-4DDC-A559-7208A6C27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CF110-B2A4-483A-ADA0-2141C99C0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6/02/2018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A8F45-1C76-435C-B753-7CA166E3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6ABF9-0EE7-441D-AD83-19C48B97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7524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9B018-4B84-4718-9142-DABDFE222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569AE-B3C5-4BB2-9AA4-03357A19D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32225-FB2C-4C40-8F62-48D7FE59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6/02/2018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20E53-56EE-48EF-ABF0-59F5AEB7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BC6BC-CAA6-4FD9-928F-04D2DCB0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0525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749B-81AF-476E-8EEF-FE77A675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B3446-944A-448E-BCB8-4B747FF04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EE5F3-D0AC-40B7-8786-16D46087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6/02/2018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122D2-1BA7-4131-A86D-B1A8BAFC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BF178-CDE9-450D-8852-2511C3E5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468BA-1A45-48DE-A696-66D3CB8D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3E659-E10D-48C1-B0C3-08FE9D4A9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6FBCD3-398D-4588-8CC0-C2B429CD5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1EFCE-7663-4CA3-88EB-786802A76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6/02/2018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D65C5-0BED-470C-AA0D-6AE63730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53F79-B6C7-40B6-9E04-29A6C35F7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157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ACC35-708F-48A7-AC2B-D346EDD5F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8C90A-72C2-4AAA-AD90-9AE3EC08D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7D173-ECD3-4DBB-8D7B-38F22B05E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0CA80-B5B3-4F7A-B3D9-07F3C8388B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3E796C-57B7-45D1-AE36-E182E2AD2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177FB-FF08-418F-9217-EA3F6C73A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6/02/2018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661780-D977-4531-91F7-9B8DB63AE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C2436E-E0F0-450D-9191-594FF1637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422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D83D4-2F53-4730-B63B-8C2E2E66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8E1F5F-59DF-4792-874D-A7B28CE7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6/02/2018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24AF79-AF61-4264-848D-EEE3C0A0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EF858-59AB-4742-BD96-AF33F5C2D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4538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B1E2E6-BC2C-4957-AB1D-9B08278F1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6/02/2018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6BF7F9-0E55-46E1-94EA-349999535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4FAB8-48BF-4C89-A71A-2048D0B3A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166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48BA-C20E-4F92-8CC2-2E8CE2F75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DCCC6-F73C-48A2-9432-16E9D7E32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D8BD0-A270-4EF5-9B04-2304872E3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8046E-4A60-48C3-AC6F-E511609B1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6/02/2018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538C3-5B19-4598-BFF7-AB7A9E9AC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049C1-16E6-44A9-8838-EF4C500A7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3505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E12B8-770C-4768-8AA8-9D74B6A64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F4F4D2-6377-4EC6-BD22-E52F6C88A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57770-25F4-457E-B556-4CE6A64E6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A36EA-DD80-4279-85D1-C40D129C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6/02/2018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B5086-F432-4B9A-8187-799F3547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FFCB0-54BE-41DF-93BB-17ECB4E46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056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D31A7-17DD-41D2-87DC-654494938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E4FA2-E59C-4308-96D1-AC91844D7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FF240-EF90-4D4A-9CE8-F5C422108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6/02/2018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9A025-0C68-42FF-B9EA-F7F771630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5D0BB-E363-4F66-8543-8E3EE8331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471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C41EB6-B3C3-4059-9E19-8956A74BF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E6F54-857C-4234-ABA5-0A3C0472D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2E581-0726-48E2-8477-37301DA78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6/02/2018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E622A-3BA9-4606-BD67-CD715A10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6DE7C-67AA-4711-86D5-3D7FCF37C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9193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02294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4620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61068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297161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06825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D936E8-ABBC-4DA3-AB30-F850AFE75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03025-19B6-4842-8DB1-6A818347C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802F2-F5D8-4B94-93DB-380A1AC06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6A46E-9B69-4DAE-8B8B-23D1D6F6BA1F}" type="datetimeFigureOut">
              <a:rPr lang="en-AU" smtClean="0"/>
              <a:t>6/02/2018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83A1D-E167-43BA-BBCD-2A3015D32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9E973-8FEE-46B5-BA55-3836D2C8E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388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Year 11 Essentials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Kiwi School Handwriting" panose="00000500000000000000" pitchFamily="2" charset="0"/>
              </a:rPr>
              <a:t>Converting Percent, Decimals and Fractions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/>
              <a:t>Converting numbers to fractions, percentages and decimals</a:t>
            </a: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116" y="441432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112AE9-5545-418C-8488-4C5A364DCE26}"/>
              </a:ext>
            </a:extLst>
          </p:cNvPr>
          <p:cNvSpPr txBox="1"/>
          <p:nvPr/>
        </p:nvSpPr>
        <p:spPr>
          <a:xfrm>
            <a:off x="10468477" y="5987852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213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Number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convert decimals into fractions and percentages???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093B7B0-C924-4C01-A3B2-028A95CBC647}"/>
              </a:ext>
            </a:extLst>
          </p:cNvPr>
          <p:cNvSpPr/>
          <p:nvPr/>
        </p:nvSpPr>
        <p:spPr>
          <a:xfrm>
            <a:off x="2006553" y="1517209"/>
            <a:ext cx="920743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Decimals, Fractions and Percentages are just different ways of showing the same value: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FA4F593-7D98-455A-BC7B-292CEB6E8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45" y="2766165"/>
            <a:ext cx="9894198" cy="32328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531650-7099-4D24-B171-04281C4A4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345" y="2966169"/>
            <a:ext cx="10266292" cy="346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31213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Number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convert decimals into fractions and percentages???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DCB667D-8FA1-4818-B554-DBB4C0BFE3EA}"/>
              </a:ext>
            </a:extLst>
          </p:cNvPr>
          <p:cNvSpPr/>
          <p:nvPr/>
        </p:nvSpPr>
        <p:spPr>
          <a:xfrm>
            <a:off x="3672135" y="1355834"/>
            <a:ext cx="60789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800" b="1" u="sng" dirty="0"/>
              <a:t>Converting From a Percent to a Decimal</a:t>
            </a:r>
            <a:endParaRPr lang="en-AU" sz="2800" u="sng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D4403E-D3D2-430D-B2A7-0E1BA932D5F9}"/>
              </a:ext>
            </a:extLst>
          </p:cNvPr>
          <p:cNvSpPr/>
          <p:nvPr/>
        </p:nvSpPr>
        <p:spPr>
          <a:xfrm>
            <a:off x="289545" y="2058240"/>
            <a:ext cx="94614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/>
              <a:t>Step 1: divide by 100, and remove the "%" sign.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E9306B-258A-4D82-8461-321BD3A6E74B}"/>
              </a:ext>
            </a:extLst>
          </p:cNvPr>
          <p:cNvSpPr/>
          <p:nvPr/>
        </p:nvSpPr>
        <p:spPr>
          <a:xfrm>
            <a:off x="191345" y="3418190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800" dirty="0"/>
              <a:t>The easiest way to divide by 100 is to </a:t>
            </a:r>
            <a:r>
              <a:rPr lang="en-AU" sz="2800" b="1" dirty="0"/>
              <a:t>move the decimal point 2 places to the left</a:t>
            </a:r>
            <a:r>
              <a:rPr lang="en-AU" sz="2800" dirty="0"/>
              <a:t>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10F9910-9A7A-49FE-9840-BF9221ED1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076" y="2899229"/>
            <a:ext cx="7101579" cy="21669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C6A9C1E-7968-4437-A03D-85F50AA4E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4253" y="5216398"/>
            <a:ext cx="7131224" cy="109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15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31213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Number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convert decimals into fractions and percentages???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06C3965-00EA-4FF3-9F81-B3CB462BFE4D}"/>
              </a:ext>
            </a:extLst>
          </p:cNvPr>
          <p:cNvSpPr/>
          <p:nvPr/>
        </p:nvSpPr>
        <p:spPr>
          <a:xfrm>
            <a:off x="191345" y="1571031"/>
            <a:ext cx="4572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800" b="1" u="sng" dirty="0"/>
              <a:t>From Decimal to Percent</a:t>
            </a:r>
          </a:p>
          <a:p>
            <a:endParaRPr lang="en-AU" sz="2800" b="1" u="sng" dirty="0"/>
          </a:p>
          <a:p>
            <a:r>
              <a:rPr lang="en-AU" sz="2800" dirty="0"/>
              <a:t>Step 1: multiply by 100, and add a "%" sign.</a:t>
            </a:r>
          </a:p>
          <a:p>
            <a:endParaRPr lang="en-AU" sz="2800" dirty="0"/>
          </a:p>
          <a:p>
            <a:r>
              <a:rPr lang="en-AU" sz="2800" dirty="0"/>
              <a:t>The easiest way to multiply by 100 is to </a:t>
            </a:r>
            <a:r>
              <a:rPr lang="en-AU" sz="2800" b="1" dirty="0"/>
              <a:t>move the decimal point 2 places to the right</a:t>
            </a:r>
            <a:r>
              <a:rPr lang="en-AU" sz="2800" dirty="0"/>
              <a:t>: </a:t>
            </a:r>
            <a:endParaRPr lang="en-AU" sz="2800" dirty="0">
              <a:effectLst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3999EB8-91CE-4E95-9DD3-A4C4CEAD9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415" y="1805519"/>
            <a:ext cx="6276975" cy="19812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0B26817-1439-4C5F-A7A8-BAF2C9737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969" y="4206788"/>
            <a:ext cx="6343650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62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2946A3-FC28-40FF-991E-46E61DC3968D}"/>
              </a:ext>
            </a:extLst>
          </p:cNvPr>
          <p:cNvSpPr/>
          <p:nvPr/>
        </p:nvSpPr>
        <p:spPr>
          <a:xfrm>
            <a:off x="583986" y="1448115"/>
            <a:ext cx="38164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/>
              <a:t>Write these percentages as decimals: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3DF3BF-BD07-4692-A867-386DBF566F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3823"/>
          <a:stretch/>
        </p:blipFill>
        <p:spPr>
          <a:xfrm>
            <a:off x="827584" y="2708920"/>
            <a:ext cx="1783094" cy="329123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168E303-B547-42C3-A423-56A1AEE8AE3E}"/>
              </a:ext>
            </a:extLst>
          </p:cNvPr>
          <p:cNvSpPr/>
          <p:nvPr/>
        </p:nvSpPr>
        <p:spPr>
          <a:xfrm>
            <a:off x="5060319" y="1448115"/>
            <a:ext cx="388843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/>
              <a:t>Write these decimals as percentages: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8E2DB1-6959-4079-A003-1649A2ABA7E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2892"/>
          <a:stretch/>
        </p:blipFill>
        <p:spPr>
          <a:xfrm>
            <a:off x="5060319" y="2708920"/>
            <a:ext cx="1783094" cy="338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31213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Number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convert decimals into fractions and percentages???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DB5D320-3826-415E-8956-1E9C937FA83D}"/>
              </a:ext>
            </a:extLst>
          </p:cNvPr>
          <p:cNvSpPr/>
          <p:nvPr/>
        </p:nvSpPr>
        <p:spPr>
          <a:xfrm>
            <a:off x="191345" y="1610690"/>
            <a:ext cx="4572000" cy="31700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3200" b="1" u="sng" dirty="0"/>
              <a:t>From Fraction to Decimal</a:t>
            </a:r>
          </a:p>
          <a:p>
            <a:endParaRPr lang="en-AU" sz="2400" b="1" u="sng" dirty="0"/>
          </a:p>
          <a:p>
            <a:r>
              <a:rPr lang="en-AU" sz="2400" dirty="0"/>
              <a:t>Step 1: Divide the top number by the bottom number </a:t>
            </a:r>
          </a:p>
          <a:p>
            <a:endParaRPr lang="en-AU" sz="2400" dirty="0"/>
          </a:p>
          <a:p>
            <a:r>
              <a:rPr lang="en-AU" sz="2400" dirty="0"/>
              <a:t>(divide the numerator by the denominator in mathematical language)</a:t>
            </a:r>
            <a:endParaRPr lang="en-AU" sz="2400" dirty="0">
              <a:effectLst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782E1C-7FFD-452F-9CC6-C374A57FD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173" y="1805519"/>
            <a:ext cx="5999922" cy="233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330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145344-9600-4E9E-86A3-7F1EADBF5E30}"/>
              </a:ext>
            </a:extLst>
          </p:cNvPr>
          <p:cNvSpPr/>
          <p:nvPr/>
        </p:nvSpPr>
        <p:spPr>
          <a:xfrm>
            <a:off x="583986" y="1389127"/>
            <a:ext cx="36724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Write these percentages as fractions in their simplest form: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00F639-0D4D-4879-A7E9-74248E3CEB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3954"/>
          <a:stretch/>
        </p:blipFill>
        <p:spPr>
          <a:xfrm>
            <a:off x="1683027" y="2390888"/>
            <a:ext cx="1196020" cy="375531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402601-F923-4BD0-994E-02B92870D1E4}"/>
              </a:ext>
            </a:extLst>
          </p:cNvPr>
          <p:cNvSpPr/>
          <p:nvPr/>
        </p:nvSpPr>
        <p:spPr>
          <a:xfrm>
            <a:off x="4832459" y="1389127"/>
            <a:ext cx="38371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Write these fractions as percentages: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BD41D7-579E-49D1-B28C-03BFDE74FA8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9831"/>
          <a:stretch/>
        </p:blipFill>
        <p:spPr>
          <a:xfrm>
            <a:off x="5671931" y="2559134"/>
            <a:ext cx="1385790" cy="341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703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AF49B8-4382-4FCF-A883-1FEB6D169798}"/>
              </a:ext>
            </a:extLst>
          </p:cNvPr>
          <p:cNvSpPr/>
          <p:nvPr/>
        </p:nvSpPr>
        <p:spPr>
          <a:xfrm>
            <a:off x="4122317" y="2833614"/>
            <a:ext cx="36724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Complete worksheet</a:t>
            </a: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252</Words>
  <Application>Microsoft Office PowerPoint</Application>
  <PresentationFormat>Widescreen</PresentationFormat>
  <Paragraphs>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Kiwi School Handwriting</vt:lpstr>
      <vt:lpstr>Office Theme</vt:lpstr>
      <vt:lpstr>Converting Percent, Decimals and Fractions</vt:lpstr>
      <vt:lpstr>Learning Intentions</vt:lpstr>
      <vt:lpstr>PowerPoint Presentation</vt:lpstr>
      <vt:lpstr>PowerPoint Presentation</vt:lpstr>
      <vt:lpstr>PowerPoint Presentation</vt:lpstr>
      <vt:lpstr>Practice</vt:lpstr>
      <vt:lpstr>PowerPoint Presentation</vt:lpstr>
      <vt:lpstr>Practice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Converting Percent, Decimals and Fractions</dc:title>
  <dc:creator>Nine Labuschagne</dc:creator>
  <cp:lastModifiedBy>Nine Labuschagne</cp:lastModifiedBy>
  <cp:revision>7</cp:revision>
  <dcterms:created xsi:type="dcterms:W3CDTF">2018-02-06T06:15:13Z</dcterms:created>
  <dcterms:modified xsi:type="dcterms:W3CDTF">2018-02-06T08:05:12Z</dcterms:modified>
</cp:coreProperties>
</file>