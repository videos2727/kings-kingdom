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59" r:id="rId3"/>
    <p:sldId id="264" r:id="rId4"/>
    <p:sldId id="265" r:id="rId5"/>
    <p:sldId id="260" r:id="rId6"/>
    <p:sldId id="267" r:id="rId7"/>
    <p:sldId id="268" r:id="rId8"/>
    <p:sldId id="261" r:id="rId9"/>
    <p:sldId id="269" r:id="rId10"/>
    <p:sldId id="270" r:id="rId11"/>
    <p:sldId id="262" r:id="rId12"/>
    <p:sldId id="274" r:id="rId13"/>
    <p:sldId id="271" r:id="rId14"/>
    <p:sldId id="272" r:id="rId15"/>
    <p:sldId id="263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3E4B9-4548-4E9C-B4D6-9A48C697E600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478B6-659D-4D0A-B5A6-627E631CC2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3877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3198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4937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9669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3387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817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320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997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936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88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03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0733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90929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3673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74342-068A-46FE-99D2-AD8BC6CBE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5AB5C-6515-44F5-8567-B144168B0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4DE7D-42C8-41E9-A99F-FB8C134CA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2EB64-3641-4D33-B8E3-12988915CD19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882DF-EC0D-4C93-9347-DCA9EFAB7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AA00F-781C-404A-B396-D05C42261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2DFE-BEA4-40B9-A13B-1C8546435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247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D32B-6E68-4508-A28F-0BB795E89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F0E23-1D59-4750-A951-D2BC40336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321F8-AC89-4F22-BA7B-35F0E3B8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2EB64-3641-4D33-B8E3-12988915CD19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F2E93-4CD9-48AC-8D7F-9D7D6A841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5A67F-BD50-4734-9B70-E014E90C3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2DFE-BEA4-40B9-A13B-1C8546435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571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0E7B6-9A65-4E48-BB25-892978934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9A7CD-3658-4188-BE72-FB9B94FC2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4E0F1-179E-404B-979B-D20C1573D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2EB64-3641-4D33-B8E3-12988915CD19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DC8B-74FF-4927-AB62-8AA7AE489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9D7D8-7281-47B9-AC3B-D95A0C089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2DFE-BEA4-40B9-A13B-1C8546435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8336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136E2-930C-4398-85AB-06EB5F60D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CC21C-87B4-45B3-84F4-3F8979550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5E6F0-7698-409C-B528-96CBB5B58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5476B-D976-49C1-9002-E46C9E29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2EB64-3641-4D33-B8E3-12988915CD19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9B3E1-B1EB-42AE-BEA4-5DEC9B728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2A585-5BF3-4C89-89D3-72F982C20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2DFE-BEA4-40B9-A13B-1C8546435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5140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085A-B328-47F6-85D5-F0F9F5C2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CCED9-378E-4B1C-976A-1F88DE71A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34CE7-6889-43FA-A2A6-0965FAF3E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01035E-F558-4312-AC8C-1A72BFA61C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F9E4CE-7541-4F5E-92D2-8BBBAC339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9821CB-C73F-4FF4-B43E-BEBFD1DB2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2EB64-3641-4D33-B8E3-12988915CD19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4C6FC4-CCE0-4929-B630-E64FA913C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4B2B73-F57A-41F4-A824-89F56D78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2DFE-BEA4-40B9-A13B-1C8546435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101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9AB53-BB16-44B6-BB7E-7FA1559A5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26151-25B0-4796-BBA9-4A889ADCD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2EB64-3641-4D33-B8E3-12988915CD19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AE6FA-96A4-437E-973D-1ADB74151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90F10F-2B7A-4C7C-84A2-1294323DF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2DFE-BEA4-40B9-A13B-1C8546435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6060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450F0E-C58D-4485-9809-A4DF7BD76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2EB64-3641-4D33-B8E3-12988915CD19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F0E1BD-D164-4516-84C1-8EB7B213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896F5-0F84-4D43-9C48-6946E7639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2DFE-BEA4-40B9-A13B-1C8546435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022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0B3A6-D643-4DC0-B9E3-E33B85BB4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BA7FE-40DC-44F1-A500-A1436DA4A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5CE08-1CBF-4415-9524-C98AB186B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EEDDC-E969-4145-A8CE-76D47E190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2EB64-3641-4D33-B8E3-12988915CD19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CCE82-BB64-422E-AA18-0A5C76E8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41F19-5109-4E00-834F-E71E6AF7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2DFE-BEA4-40B9-A13B-1C8546435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338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A8DC2-6A3D-4398-969C-CCAF621C1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1A80B0-2CDF-45B8-9FA7-C806AB988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7BCAC-DF84-4331-8951-62E4754E9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05496-C862-4896-BFFF-5CC7523F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2EB64-3641-4D33-B8E3-12988915CD19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7C8D1-B2B7-4C3E-9FF5-D34C5F39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55953-7844-4E9F-9D5D-19E98A22A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2DFE-BEA4-40B9-A13B-1C8546435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622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A4AE9-7E9B-4832-9C35-61A2589D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4DE80-27BC-4D25-B01A-9A31EB5B5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8FE37-1A85-4C3D-BF5F-51C3DA1AC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2EB64-3641-4D33-B8E3-12988915CD19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92C21-8CCD-4FEB-B61A-55E434CCE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3C109-D900-47DE-81B5-5AC2DF8D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2DFE-BEA4-40B9-A13B-1C8546435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8303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203FED-1B4B-4FC6-A70F-7E594BCE6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F85752-59C1-4B87-A7E0-96CE3CCE9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659D9-78CD-4212-B7E9-D6955BD7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2EB64-3641-4D33-B8E3-12988915CD19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B120E-D32C-470E-9737-B6951FD37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E956D-91A2-4E2A-8380-ADCF2121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A2DFE-BEA4-40B9-A13B-1C8546435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69589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82809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75162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61499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54482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23671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CEF582-B685-48CA-9C15-B6023392F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1B129-C912-4BEC-B121-58A78EED8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189D5-ED2E-436B-A146-47E3B275FF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2EB64-3641-4D33-B8E3-12988915CD19}" type="datetimeFigureOut">
              <a:rPr lang="en-AU" smtClean="0"/>
              <a:t>13/02/2018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7E371-8945-42A3-9FCA-2A8EEA700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5C531-9A3A-4A91-89B4-6BFFC3D88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A2DFE-BEA4-40B9-A13B-1C8546435C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808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11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Comparing Fractions and </a:t>
            </a:r>
            <a:br>
              <a:rPr lang="en-AU" b="1" dirty="0">
                <a:latin typeface="Kiwi School Handwriting" panose="00000500000000000000" pitchFamily="2" charset="0"/>
              </a:rPr>
            </a:br>
            <a:r>
              <a:rPr lang="en-AU" b="1" dirty="0">
                <a:latin typeface="Kiwi School Handwriting" panose="00000500000000000000" pitchFamily="2" charset="0"/>
              </a:rPr>
              <a:t>Percentages of Quantities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956678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571500" indent="-571500"/>
            <a:r>
              <a:rPr lang="en-AU" sz="3200" dirty="0"/>
              <a:t>Find the percentage of a quantity</a:t>
            </a:r>
          </a:p>
          <a:p>
            <a:pPr marL="571500" indent="-571500"/>
            <a:r>
              <a:rPr lang="en-AU" sz="3200" dirty="0"/>
              <a:t>Express one quantity as a percentage of another</a:t>
            </a:r>
          </a:p>
          <a:p>
            <a:pPr marL="571500" indent="-571500"/>
            <a:r>
              <a:rPr lang="en-AU" sz="3200" dirty="0"/>
              <a:t>Solve problems relating to percentage increase/decrease and profit/loss</a:t>
            </a:r>
          </a:p>
          <a:p>
            <a:pPr marL="571500" indent="-571500"/>
            <a:r>
              <a:rPr lang="en-AU" sz="3200" dirty="0"/>
              <a:t>Apply this knowledge to real-life scenarios</a:t>
            </a:r>
          </a:p>
          <a:p>
            <a:pPr marL="135464" indent="0"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B3DB778-FF17-45E9-9926-6FA8E3F2E83E}"/>
              </a:ext>
            </a:extLst>
          </p:cNvPr>
          <p:cNvSpPr txBox="1">
            <a:spLocks/>
          </p:cNvSpPr>
          <p:nvPr/>
        </p:nvSpPr>
        <p:spPr>
          <a:xfrm>
            <a:off x="838200" y="49764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But first,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C035A36-1BDD-4670-9A56-28A775248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99" y="1606369"/>
            <a:ext cx="10515600" cy="29421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4BC400-0557-4E61-97D5-7721FD4C10CE}"/>
              </a:ext>
            </a:extLst>
          </p:cNvPr>
          <p:cNvSpPr txBox="1"/>
          <p:nvPr/>
        </p:nvSpPr>
        <p:spPr>
          <a:xfrm>
            <a:off x="838200" y="5334113"/>
            <a:ext cx="4064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Notice any patterns?</a:t>
            </a:r>
          </a:p>
        </p:txBody>
      </p:sp>
    </p:spTree>
    <p:extLst>
      <p:ext uri="{BB962C8B-B14F-4D97-AF65-F5344CB8AC3E}">
        <p14:creationId xmlns:p14="http://schemas.microsoft.com/office/powerpoint/2010/main" val="394260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Think-Pair-Share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397796"/>
            <a:ext cx="10820400" cy="4963247"/>
          </a:xfrm>
          <a:prstGeom prst="rect">
            <a:avLst/>
          </a:prstGeom>
          <a:noFill/>
        </p:spPr>
        <p:txBody>
          <a:bodyPr spcFirstLastPara="1" vert="horz" wrap="square" lIns="91425" tIns="91425" rIns="91425" bIns="91425" rtlCol="0" anchor="t" anchorCtr="0">
            <a:normAutofit fontScale="92500" lnSpcReduction="1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With a partner, come up with:</a:t>
            </a:r>
          </a:p>
          <a:p>
            <a:pPr marL="742950" indent="-742950">
              <a:buFont typeface="+mj-lt"/>
              <a:buAutoNum type="arabicPeriod"/>
            </a:pPr>
            <a:r>
              <a:rPr lang="en-AU" sz="3900" dirty="0"/>
              <a:t>Ways we use percentages in our daily lives</a:t>
            </a:r>
          </a:p>
          <a:p>
            <a:pPr marL="742950" indent="-742950">
              <a:buFont typeface="+mj-lt"/>
              <a:buAutoNum type="arabicPeriod"/>
            </a:pPr>
            <a:r>
              <a:rPr lang="en-AU" sz="3900" dirty="0"/>
              <a:t>Jobs that regularly deal with percentages</a:t>
            </a:r>
          </a:p>
          <a:p>
            <a:pPr marL="742950" indent="-742950">
              <a:buFont typeface="+mj-lt"/>
              <a:buAutoNum type="arabicPeriod"/>
            </a:pPr>
            <a:r>
              <a:rPr lang="en-AU" sz="3900" dirty="0"/>
              <a:t>Way they make our lives easier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Share with the class</a:t>
            </a:r>
          </a:p>
          <a:p>
            <a:pPr marL="571500" indent="-571500"/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314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602759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we find a % of a quantity?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1F6B0A8-4106-405A-B0B1-B31167D9FCB4}"/>
              </a:ext>
            </a:extLst>
          </p:cNvPr>
          <p:cNvSpPr txBox="1"/>
          <p:nvPr/>
        </p:nvSpPr>
        <p:spPr>
          <a:xfrm>
            <a:off x="592821" y="123165"/>
            <a:ext cx="6491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Understanding Percentages Further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E42DA8-8C09-47C1-B4CA-D2D14B2021F3}"/>
              </a:ext>
            </a:extLst>
          </p:cNvPr>
          <p:cNvSpPr txBox="1"/>
          <p:nvPr/>
        </p:nvSpPr>
        <p:spPr>
          <a:xfrm>
            <a:off x="191345" y="858948"/>
            <a:ext cx="1179046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can we apply our knowledge of percentages to different contexts?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902704-7A6E-47F9-8E29-88DBB2302D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174" y="1595647"/>
            <a:ext cx="9932335" cy="103929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DBCBDC-BB9B-4B2A-9137-51F556BA1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174" y="2910102"/>
            <a:ext cx="9772348" cy="36364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76C0CF-0279-4177-BB5A-F54AD8AD3D93}"/>
              </a:ext>
            </a:extLst>
          </p:cNvPr>
          <p:cNvSpPr/>
          <p:nvPr/>
        </p:nvSpPr>
        <p:spPr>
          <a:xfrm>
            <a:off x="2213113" y="3949395"/>
            <a:ext cx="9501804" cy="25309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602759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we find a % of a quantity?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1F6B0A8-4106-405A-B0B1-B31167D9FCB4}"/>
              </a:ext>
            </a:extLst>
          </p:cNvPr>
          <p:cNvSpPr txBox="1"/>
          <p:nvPr/>
        </p:nvSpPr>
        <p:spPr>
          <a:xfrm>
            <a:off x="592821" y="123165"/>
            <a:ext cx="6491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Understanding Percentages Further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E42DA8-8C09-47C1-B4CA-D2D14B2021F3}"/>
              </a:ext>
            </a:extLst>
          </p:cNvPr>
          <p:cNvSpPr txBox="1"/>
          <p:nvPr/>
        </p:nvSpPr>
        <p:spPr>
          <a:xfrm>
            <a:off x="191345" y="858948"/>
            <a:ext cx="1179046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can we apply our knowledge of percentages to different contexts?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181559-047D-4162-ABDC-4DCE6554C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945" y="1602759"/>
            <a:ext cx="9792963" cy="40401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76C0CF-0279-4177-BB5A-F54AD8AD3D93}"/>
              </a:ext>
            </a:extLst>
          </p:cNvPr>
          <p:cNvSpPr/>
          <p:nvPr/>
        </p:nvSpPr>
        <p:spPr>
          <a:xfrm>
            <a:off x="2049945" y="2823783"/>
            <a:ext cx="9501804" cy="873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65FB4C-C090-4B85-8C01-74C3AC57F3F8}"/>
              </a:ext>
            </a:extLst>
          </p:cNvPr>
          <p:cNvSpPr/>
          <p:nvPr/>
        </p:nvSpPr>
        <p:spPr>
          <a:xfrm>
            <a:off x="2016586" y="3796534"/>
            <a:ext cx="9501804" cy="17628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3719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B2290B-D404-4DBF-AA12-93268F7221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9284"/>
          <a:stretch/>
        </p:blipFill>
        <p:spPr>
          <a:xfrm>
            <a:off x="81401" y="1551917"/>
            <a:ext cx="8812548" cy="16659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E99E50-F64D-4CBF-9AE8-9107595C7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40110"/>
            <a:ext cx="8648159" cy="217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31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72815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1F6B0A8-4106-405A-B0B1-B31167D9FCB4}"/>
              </a:ext>
            </a:extLst>
          </p:cNvPr>
          <p:cNvSpPr txBox="1"/>
          <p:nvPr/>
        </p:nvSpPr>
        <p:spPr>
          <a:xfrm>
            <a:off x="592821" y="123165"/>
            <a:ext cx="6491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Understanding Percentages Further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E42DA8-8C09-47C1-B4CA-D2D14B2021F3}"/>
              </a:ext>
            </a:extLst>
          </p:cNvPr>
          <p:cNvSpPr txBox="1"/>
          <p:nvPr/>
        </p:nvSpPr>
        <p:spPr>
          <a:xfrm>
            <a:off x="183575" y="858568"/>
            <a:ext cx="1179046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can we apply our knowledge of percentages to different contexts?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1A2789-DE96-43EB-ACBD-EE2C579C935D}"/>
              </a:ext>
            </a:extLst>
          </p:cNvPr>
          <p:cNvSpPr/>
          <p:nvPr/>
        </p:nvSpPr>
        <p:spPr>
          <a:xfrm>
            <a:off x="-1" y="1641071"/>
            <a:ext cx="207280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latin typeface="Kiwi School Handwriting" panose="00000500000000000000" pitchFamily="2" charset="0"/>
              </a:rPr>
              <a:t>How can we express one quantity as a percentage of another?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0247F9-729D-42D7-B1F2-42B709C5EC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25"/>
          <a:stretch/>
        </p:blipFill>
        <p:spPr>
          <a:xfrm>
            <a:off x="2112010" y="1565223"/>
            <a:ext cx="9944664" cy="10137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6AAAEA-416F-4762-A2B6-1D0606FB5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3099" y="3026529"/>
            <a:ext cx="9843575" cy="30673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76C0CF-0279-4177-BB5A-F54AD8AD3D93}"/>
              </a:ext>
            </a:extLst>
          </p:cNvPr>
          <p:cNvSpPr/>
          <p:nvPr/>
        </p:nvSpPr>
        <p:spPr>
          <a:xfrm>
            <a:off x="2213099" y="3763865"/>
            <a:ext cx="9501804" cy="25309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081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72815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1F6B0A8-4106-405A-B0B1-B31167D9FCB4}"/>
              </a:ext>
            </a:extLst>
          </p:cNvPr>
          <p:cNvSpPr txBox="1"/>
          <p:nvPr/>
        </p:nvSpPr>
        <p:spPr>
          <a:xfrm>
            <a:off x="592821" y="123165"/>
            <a:ext cx="6491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Understanding Percentages Further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E42DA8-8C09-47C1-B4CA-D2D14B2021F3}"/>
              </a:ext>
            </a:extLst>
          </p:cNvPr>
          <p:cNvSpPr txBox="1"/>
          <p:nvPr/>
        </p:nvSpPr>
        <p:spPr>
          <a:xfrm>
            <a:off x="183575" y="858568"/>
            <a:ext cx="1179046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can we apply our knowledge of percentages to different contexts?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1A2789-DE96-43EB-ACBD-EE2C579C935D}"/>
              </a:ext>
            </a:extLst>
          </p:cNvPr>
          <p:cNvSpPr/>
          <p:nvPr/>
        </p:nvSpPr>
        <p:spPr>
          <a:xfrm>
            <a:off x="-1" y="1641071"/>
            <a:ext cx="207280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>
                <a:latin typeface="Kiwi School Handwriting" panose="00000500000000000000" pitchFamily="2" charset="0"/>
              </a:rPr>
              <a:t>How can we express one quantity as a percentage of another?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0247F9-729D-42D7-B1F2-42B709C5EC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25"/>
          <a:stretch/>
        </p:blipFill>
        <p:spPr>
          <a:xfrm>
            <a:off x="2112010" y="1565223"/>
            <a:ext cx="9944664" cy="101371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068536-3C11-4ECF-9BFB-9AF3F7A8D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192" y="2656587"/>
            <a:ext cx="10020300" cy="34385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276C0CF-0279-4177-BB5A-F54AD8AD3D93}"/>
              </a:ext>
            </a:extLst>
          </p:cNvPr>
          <p:cNvSpPr/>
          <p:nvPr/>
        </p:nvSpPr>
        <p:spPr>
          <a:xfrm>
            <a:off x="2172700" y="3750613"/>
            <a:ext cx="9501804" cy="8611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4D78DE-CC7F-4EC1-ACC6-9E9CFBDFA6F5}"/>
              </a:ext>
            </a:extLst>
          </p:cNvPr>
          <p:cNvSpPr/>
          <p:nvPr/>
        </p:nvSpPr>
        <p:spPr>
          <a:xfrm>
            <a:off x="2172700" y="4766128"/>
            <a:ext cx="9501804" cy="14066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4389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203479-BE3B-454A-8744-76665883A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2195"/>
            <a:ext cx="12112988" cy="327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284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1" descr="BrainTeasers43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471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468108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1" descr="BrainTeasers43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471" y="0"/>
            <a:ext cx="887505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193650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56ACFF-D50B-48A9-A249-ED197F2AF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105322" cy="39249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97ACB1-75D1-4E0C-B5E3-43F8A2A6D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69220"/>
            <a:ext cx="11335931" cy="298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9B3885-CC8D-4225-89B6-058B7711D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090" y="519526"/>
            <a:ext cx="8271806" cy="2594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A9D7AA-7C5E-4D3C-9F64-4297A53D7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090" y="3601279"/>
            <a:ext cx="4222012" cy="218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559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221</Words>
  <Application>Microsoft Office PowerPoint</Application>
  <PresentationFormat>Widescreen</PresentationFormat>
  <Paragraphs>54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Kiwi School Handwriting</vt:lpstr>
      <vt:lpstr>Office Theme</vt:lpstr>
      <vt:lpstr>Comparing Fractions and  Percentages of Quantities</vt:lpstr>
      <vt:lpstr>Learning Intentions</vt:lpstr>
      <vt:lpstr>PowerPoint Presentation</vt:lpstr>
      <vt:lpstr>Think-Pair-Share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Fractions and  Percentages of Quantities</dc:title>
  <dc:creator>Nine Labuschagne</dc:creator>
  <cp:lastModifiedBy>Nine Labuschagne</cp:lastModifiedBy>
  <cp:revision>10</cp:revision>
  <dcterms:created xsi:type="dcterms:W3CDTF">2018-02-13T04:48:51Z</dcterms:created>
  <dcterms:modified xsi:type="dcterms:W3CDTF">2018-02-13T05:12:03Z</dcterms:modified>
</cp:coreProperties>
</file>