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9" r:id="rId1"/>
  </p:sldMasterIdLst>
  <p:sldIdLst>
    <p:sldId id="256" r:id="rId2"/>
    <p:sldId id="309" r:id="rId3"/>
    <p:sldId id="303" r:id="rId4"/>
    <p:sldId id="313" r:id="rId5"/>
    <p:sldId id="30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AIG Mason [Baldivis Secondary College]" initials="CM[SC" lastIdx="1" clrIdx="0">
    <p:extLst>
      <p:ext uri="{19B8F6BF-5375-455C-9EA6-DF929625EA0E}">
        <p15:presenceInfo xmlns:p15="http://schemas.microsoft.com/office/powerpoint/2012/main" userId="S-1-5-21-1784082018-1042323867-3467271631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A535-4162-42C6-B92E-58646EA09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CB0D1-FF05-48A0-8D5E-D0D963D1A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E1528-7604-4CC9-8947-73264C32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FFB92-5225-48A6-ACAA-D9834BD2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95DEA-36A8-4C4A-836D-0E409A58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E6F0-8698-40F0-BDE4-C2B580C1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CEB9-068F-4CD9-AF6F-4E4DA5DBD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C0EB-F2D9-4CAF-980A-E06E0F91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DBC7-DA35-4FA4-9959-56AA070F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B64B-42F8-4FE6-8655-85B96DFF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56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AB7E-794B-4A05-9B76-54FDBB99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61DB9-521B-4DF3-8688-070208CFD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62E5B-09A4-4B61-B5F1-33F51605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C3DE0-E066-4574-A54A-67722824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E27C-FBB5-4E77-BB07-87A4F417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7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43A4-1DA2-477F-A6EE-FDCBA82C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6D1F3-C0AB-48E4-98A8-AB8D41BF1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DC2D1-ECF8-4F73-A179-F2275260C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E0423-52DC-433E-9EED-EED85601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1C0D9-42DB-48A3-AAB6-0AD967D84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0641E-280D-4735-87A8-E3CC5868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34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2372-3304-4870-AFE9-D3092EC3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78BE6-0A3E-48E0-813F-0F01D8543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828DC-316F-4D19-AAA5-89E315832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03983-ADF2-4EA8-BAC3-9FC268B40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8063F-7966-4FEF-BB5A-71AA7FE08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0DD177-C419-4AB1-8F18-C72118991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0FA11-4F00-4816-B89B-4C768211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B05BA-5779-44CB-AF80-A45B463B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88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49A4-47F3-43D7-8BC5-5F3AD94A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D7D55-B051-4177-B481-E342766A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41ED4-B002-4EE5-919C-0FECEAB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C95E2-FA49-40A2-9860-2EF093511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87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5EC6A-41D3-4FD9-A9D4-AD368B3A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DDDE4-27DD-4201-A917-35F5CE6D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533A3-42C0-493D-97E3-74CFB5EE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41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DB26-A0C6-4322-8165-10966CD7A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BB704-100E-44E6-99F5-2241FFF6A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8E4C1-C2CF-4B8C-A653-7B590CDB7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E6BFF-C113-4895-B22E-B66900AB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0D0F1-8286-4ED2-94B9-0132D47F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4D17C-4985-48C2-973E-0CEEB59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12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CBC3-EECD-49E5-8837-FB2071F6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B3BE6-12F0-46B5-99EE-ED4D41D10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06863-C3C7-4E0E-9D61-6BBC6B569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7C799-2343-44D8-9C8A-5E994F2D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8DFBA-5B65-41D2-852B-0CDC7DEF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337FF-E7AA-4788-B10C-30C17077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8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5493-9A20-4DE7-80A6-806F3936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7BD87-3013-4F22-A133-7FC804702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64993-CC85-421F-B8B6-067D193D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F668F-19D9-41D7-90CB-576429C7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A40D0-3E5E-48B2-A51D-785951EA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80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F3BF82-34A7-434E-9CE0-DD7384E7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4B2BE-6D07-4643-A0AA-A1F5F4337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7E18B-E1EC-4D0C-ABDD-E3232DA5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7F3F4-0049-4493-97E5-EEA5B300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C984-C82F-4D27-AA1D-5D0BE961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8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856305-F2B2-4A79-AEA3-37E55FF5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EA2AA-3410-4671-8F35-F0D539D00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C7837-8FC2-461B-803B-2BC4D2EC0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419A3-4B29-47E0-A5E8-90D89A812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270-3EA6-466A-970C-67118BF16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09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69C9-0604-4AF3-B29E-0EA1A2AF7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525347"/>
            <a:ext cx="6801321" cy="1737360"/>
          </a:xfrm>
        </p:spPr>
        <p:txBody>
          <a:bodyPr anchor="ctr">
            <a:normAutofit/>
          </a:bodyPr>
          <a:lstStyle/>
          <a:p>
            <a:pPr algn="r"/>
            <a:r>
              <a:rPr lang="en-AU" dirty="0"/>
              <a:t>Topic: Percentages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7F932-C6D1-4403-BFC1-3FEFF087C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258" y="4525347"/>
            <a:ext cx="3258675" cy="1737360"/>
          </a:xfrm>
        </p:spPr>
        <p:txBody>
          <a:bodyPr anchor="ctr">
            <a:normAutofit/>
          </a:bodyPr>
          <a:lstStyle/>
          <a:p>
            <a:pPr algn="l"/>
            <a:r>
              <a:rPr lang="en-AU" dirty="0"/>
              <a:t>EQ: How do we find the value of items that are increased or decreased by percentage several times?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F9722-464B-4B66-984F-16C83E7BB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444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0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513C5-35C9-4D34-BF6E-A6E3B7D4472F}"/>
              </a:ext>
            </a:extLst>
          </p:cNvPr>
          <p:cNvSpPr txBox="1"/>
          <p:nvPr/>
        </p:nvSpPr>
        <p:spPr>
          <a:xfrm>
            <a:off x="659567" y="299803"/>
            <a:ext cx="1103276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i="1" dirty="0"/>
              <a:t>Always warm up so you don’t pull a braincell</a:t>
            </a:r>
          </a:p>
          <a:p>
            <a:endParaRPr lang="en-AU" sz="2400" b="1" i="1" dirty="0"/>
          </a:p>
          <a:p>
            <a:endParaRPr lang="en-AU" sz="2400" b="1" i="1" dirty="0"/>
          </a:p>
          <a:p>
            <a:endParaRPr lang="en-AU" sz="2400" b="1" i="1" dirty="0"/>
          </a:p>
          <a:p>
            <a:r>
              <a:rPr lang="en-AU" sz="2400" b="1" i="1" dirty="0"/>
              <a:t>0,2,2,2,4,5,5,6,6,6,7,7,8,9,9,9,10,11,11,11,11,11,13,13,14,15,15,15</a:t>
            </a:r>
          </a:p>
          <a:p>
            <a:endParaRPr lang="en-AU" sz="2400" b="1" i="1" dirty="0"/>
          </a:p>
          <a:p>
            <a:r>
              <a:rPr lang="en-AU" sz="2400" b="1" i="1" dirty="0"/>
              <a:t>Place the following information in a Histogram…</a:t>
            </a:r>
          </a:p>
          <a:p>
            <a:endParaRPr lang="en-AU" sz="2400" b="1" i="1" dirty="0"/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570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173682" y="1019690"/>
            <a:ext cx="11585181" cy="13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3682" y="1892569"/>
            <a:ext cx="115851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682" y="10041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7275" y="18925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737" y="224593"/>
            <a:ext cx="642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Percentages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682" y="1033573"/>
            <a:ext cx="10062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find the value of items that are increased or decreased by percentage several times?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CA67C-C3CD-47D4-90D4-FE6D9654DE41}"/>
              </a:ext>
            </a:extLst>
          </p:cNvPr>
          <p:cNvSpPr txBox="1"/>
          <p:nvPr/>
        </p:nvSpPr>
        <p:spPr>
          <a:xfrm>
            <a:off x="2600235" y="1966172"/>
            <a:ext cx="76116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Consider the following question:</a:t>
            </a:r>
          </a:p>
          <a:p>
            <a:endParaRPr lang="en-AU" dirty="0"/>
          </a:p>
          <a:p>
            <a:r>
              <a:rPr lang="en-AU" dirty="0"/>
              <a:t>Ando </a:t>
            </a:r>
            <a:r>
              <a:rPr lang="en-AU" dirty="0" err="1"/>
              <a:t>Funtano</a:t>
            </a:r>
            <a:r>
              <a:rPr lang="en-AU" dirty="0"/>
              <a:t> is in his favourite surf shop because they are having an end of year sale with everything at 35% off. Surfboards have an additional 13% off if the board is over $500. How much is a $729.00 surfboard and a $40 pair of thongs going to cost Ando during this sale?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AB4A2-217E-466F-B43C-7C683C2FEF80}"/>
              </a:ext>
            </a:extLst>
          </p:cNvPr>
          <p:cNvSpPr txBox="1"/>
          <p:nvPr/>
        </p:nvSpPr>
        <p:spPr>
          <a:xfrm>
            <a:off x="357809" y="4068417"/>
            <a:ext cx="2054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steps to solve multiple percentage problems?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062ED-3BA1-4A82-8617-473334C2AC2D}"/>
              </a:ext>
            </a:extLst>
          </p:cNvPr>
          <p:cNvSpPr txBox="1"/>
          <p:nvPr/>
        </p:nvSpPr>
        <p:spPr>
          <a:xfrm>
            <a:off x="2718392" y="3946750"/>
            <a:ext cx="8468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Please don’t write this. The steps for this problem above are on the next slide so please copy the above problem down.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3139F1-1513-4397-99BA-74AB550FD632}"/>
              </a:ext>
            </a:extLst>
          </p:cNvPr>
          <p:cNvSpPr txBox="1"/>
          <p:nvPr/>
        </p:nvSpPr>
        <p:spPr>
          <a:xfrm>
            <a:off x="359505" y="408419"/>
            <a:ext cx="84681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one: </a:t>
            </a:r>
            <a:r>
              <a:rPr lang="en-AU" dirty="0"/>
              <a:t>Find 35% of the surfboard and thongs (this is your savings from the sale)</a:t>
            </a:r>
          </a:p>
          <a:p>
            <a:r>
              <a:rPr lang="en-AU" dirty="0"/>
              <a:t>0.35 X 40 = $14</a:t>
            </a:r>
          </a:p>
          <a:p>
            <a:r>
              <a:rPr lang="en-AU" dirty="0"/>
              <a:t>0.35 X 729 = $255.15</a:t>
            </a:r>
          </a:p>
          <a:p>
            <a:endParaRPr lang="en-AU" dirty="0"/>
          </a:p>
          <a:p>
            <a:r>
              <a:rPr lang="en-AU" b="1" dirty="0"/>
              <a:t>Step Two: </a:t>
            </a:r>
            <a:r>
              <a:rPr lang="en-AU" dirty="0"/>
              <a:t>Subtract the discount from the original price. (this will find the new price of items)</a:t>
            </a:r>
          </a:p>
          <a:p>
            <a:r>
              <a:rPr lang="en-AU" dirty="0"/>
              <a:t>Thongs: $40 – $14 = $26</a:t>
            </a:r>
          </a:p>
          <a:p>
            <a:r>
              <a:rPr lang="en-AU" dirty="0"/>
              <a:t>Surfboard: $729 – $255.15 = $473.85</a:t>
            </a:r>
          </a:p>
          <a:p>
            <a:endParaRPr lang="en-AU" dirty="0"/>
          </a:p>
          <a:p>
            <a:r>
              <a:rPr lang="en-AU" b="1" dirty="0"/>
              <a:t>Step Three: </a:t>
            </a:r>
            <a:r>
              <a:rPr lang="en-AU" dirty="0"/>
              <a:t>Find 13% of the new surfboard price $473.85</a:t>
            </a:r>
          </a:p>
          <a:p>
            <a:r>
              <a:rPr lang="en-AU" dirty="0"/>
              <a:t>0.13 X 473.85= $61.6</a:t>
            </a:r>
          </a:p>
          <a:p>
            <a:endParaRPr lang="en-AU" dirty="0"/>
          </a:p>
          <a:p>
            <a:r>
              <a:rPr lang="en-AU" b="1" dirty="0"/>
              <a:t>Step 4: </a:t>
            </a:r>
            <a:r>
              <a:rPr lang="en-AU" dirty="0"/>
              <a:t>Subtract the discount from the surfboard price to find the final price.</a:t>
            </a:r>
          </a:p>
          <a:p>
            <a:r>
              <a:rPr lang="en-AU" dirty="0"/>
              <a:t>473.85 – 61.6 = $412.25</a:t>
            </a:r>
          </a:p>
          <a:p>
            <a:endParaRPr lang="en-AU" dirty="0"/>
          </a:p>
          <a:p>
            <a:r>
              <a:rPr lang="en-AU" b="1" dirty="0"/>
              <a:t>Step 5: </a:t>
            </a:r>
            <a:r>
              <a:rPr lang="en-AU" dirty="0"/>
              <a:t>Add the new thong price and surfboard prices together </a:t>
            </a:r>
          </a:p>
          <a:p>
            <a:r>
              <a:rPr lang="en-AU" dirty="0"/>
              <a:t>26 + 412.25 = $438.25 (this is a savings of 769 – 438.25 = $330.75)</a:t>
            </a:r>
          </a:p>
        </p:txBody>
      </p:sp>
    </p:spTree>
    <p:extLst>
      <p:ext uri="{BB962C8B-B14F-4D97-AF65-F5344CB8AC3E}">
        <p14:creationId xmlns:p14="http://schemas.microsoft.com/office/powerpoint/2010/main" val="115261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64B3A6-61A3-4AC3-B959-E227A1D661F9}"/>
              </a:ext>
            </a:extLst>
          </p:cNvPr>
          <p:cNvSpPr txBox="1"/>
          <p:nvPr/>
        </p:nvSpPr>
        <p:spPr>
          <a:xfrm>
            <a:off x="1113183" y="304800"/>
            <a:ext cx="954156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Jenny is buying shoes at the Rockingham shopping centre. The shoes that she is looking at cost $163. If Jenny buys two pairs of the same shoe the store will give her 15% off both pairs. If jenny buys three pairs of the same shoe the store will give 15% off each pair plus an additional 8% off each pair. How much will three pairs of shoes cost Jenny? What was her total saving?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Boxing bag cost $149. If I decrease the price by 17% then again by 24% what is the new price?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3. </a:t>
            </a:r>
            <a:r>
              <a:rPr lang="en-AU" dirty="0" err="1"/>
              <a:t>Craigo</a:t>
            </a:r>
            <a:r>
              <a:rPr lang="en-AU" dirty="0"/>
              <a:t> </a:t>
            </a:r>
            <a:r>
              <a:rPr lang="en-AU" dirty="0" err="1"/>
              <a:t>Daymango</a:t>
            </a:r>
            <a:r>
              <a:rPr lang="en-AU" dirty="0"/>
              <a:t>  is an expert painter. His latest masterpiece costs $1220. A local buyer called Ridley Barr wants to buy the painting, however </a:t>
            </a:r>
            <a:r>
              <a:rPr lang="en-AU" dirty="0" err="1"/>
              <a:t>Craigo</a:t>
            </a:r>
            <a:r>
              <a:rPr lang="en-AU" dirty="0"/>
              <a:t> increases the painting price by 61% and later by another 7%. What is the cost of the painting?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631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692</TotalTime>
  <Words>476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Topic: Percentages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Percentages</dc:title>
  <dc:creator>E4092707</dc:creator>
  <cp:lastModifiedBy>CRAIG Mason [Baldivis Secondary College]</cp:lastModifiedBy>
  <cp:revision>22</cp:revision>
  <dcterms:created xsi:type="dcterms:W3CDTF">2018-05-20T02:10:51Z</dcterms:created>
  <dcterms:modified xsi:type="dcterms:W3CDTF">2018-08-27T15:25:24Z</dcterms:modified>
</cp:coreProperties>
</file>