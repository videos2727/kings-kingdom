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handoutMasterIdLst>
    <p:handoutMasterId r:id="rId13"/>
  </p:handoutMasterIdLst>
  <p:sldIdLst>
    <p:sldId id="256" r:id="rId2"/>
    <p:sldId id="257" r:id="rId3"/>
    <p:sldId id="270" r:id="rId4"/>
    <p:sldId id="271" r:id="rId5"/>
    <p:sldId id="272" r:id="rId6"/>
    <p:sldId id="273" r:id="rId7"/>
    <p:sldId id="274" r:id="rId8"/>
    <p:sldId id="275" r:id="rId9"/>
    <p:sldId id="276" r:id="rId10"/>
    <p:sldId id="277" r:id="rId11"/>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C20E35-A176-4012-BC5E-935CFFF8708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11" autoAdjust="0"/>
    <p:restoredTop sz="76223" autoAdjust="0"/>
  </p:normalViewPr>
  <p:slideViewPr>
    <p:cSldViewPr>
      <p:cViewPr>
        <p:scale>
          <a:sx n="66" d="100"/>
          <a:sy n="66" d="100"/>
        </p:scale>
        <p:origin x="69" y="243"/>
      </p:cViewPr>
      <p:guideLst>
        <p:guide pos="3839"/>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showGuides="1">
      <p:cViewPr varScale="1">
        <p:scale>
          <a:sx n="52" d="100"/>
          <a:sy n="52" d="100"/>
        </p:scale>
        <p:origin x="2664" y="3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84AA43A-3F76-4A13-9CD6-36134EB429E3}" type="datetimeFigureOut">
              <a:rPr lang="en-US"/>
              <a:t>3/6/2021</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850423A-8BCE-448E-A97B-03A88B2B12C1}" type="slidenum">
              <a:rPr/>
              <a:t>‹#›</a:t>
            </a:fld>
            <a:endParaRPr/>
          </a:p>
        </p:txBody>
      </p:sp>
    </p:spTree>
    <p:extLst>
      <p:ext uri="{BB962C8B-B14F-4D97-AF65-F5344CB8AC3E}">
        <p14:creationId xmlns:p14="http://schemas.microsoft.com/office/powerpoint/2010/main" val="40513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674A4F-2B7A-4ECB-A400-260B2FFC03C1}" type="datetimeFigureOut">
              <a:rPr lang="en-US"/>
              <a:t>3/6/2021</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F2A70B-78F2-4DCF-B53B-C990D2FAFB8A}" type="slidenum">
              <a:rPr/>
              <a:t>‹#›</a:t>
            </a:fld>
            <a:endParaRPr/>
          </a:p>
        </p:txBody>
      </p:sp>
    </p:spTree>
    <p:extLst>
      <p:ext uri="{BB962C8B-B14F-4D97-AF65-F5344CB8AC3E}">
        <p14:creationId xmlns:p14="http://schemas.microsoft.com/office/powerpoint/2010/main" val="2411570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Give students time to write their responses. They are aiming for 1-2 paragraphs.</a:t>
            </a:r>
          </a:p>
          <a:p>
            <a:r>
              <a:rPr lang="en-AU" dirty="0"/>
              <a:t>Be aware that some students with poor literacy skills may be overwhelmed with the task and literacy teaching strategies will need to be used.</a:t>
            </a:r>
          </a:p>
          <a:p>
            <a:r>
              <a:rPr lang="en-AU" dirty="0"/>
              <a:t>One strategy is to talk about the problem with the teacher asking the question about the problem and the student responding with answers. The student can write down their response with mathematical language added after this.</a:t>
            </a:r>
          </a:p>
        </p:txBody>
      </p:sp>
      <p:sp>
        <p:nvSpPr>
          <p:cNvPr id="4" name="Slide Number Placeholder 3"/>
          <p:cNvSpPr>
            <a:spLocks noGrp="1"/>
          </p:cNvSpPr>
          <p:nvPr>
            <p:ph type="sldNum" sz="quarter" idx="5"/>
          </p:nvPr>
        </p:nvSpPr>
        <p:spPr/>
        <p:txBody>
          <a:bodyPr/>
          <a:lstStyle/>
          <a:p>
            <a:fld id="{01F2A70B-78F2-4DCF-B53B-C990D2FAFB8A}" type="slidenum">
              <a:rPr lang="en-AU" smtClean="0"/>
              <a:t>2</a:t>
            </a:fld>
            <a:endParaRPr lang="en-AU"/>
          </a:p>
        </p:txBody>
      </p:sp>
    </p:spTree>
    <p:extLst>
      <p:ext uri="{BB962C8B-B14F-4D97-AF65-F5344CB8AC3E}">
        <p14:creationId xmlns:p14="http://schemas.microsoft.com/office/powerpoint/2010/main" val="40522538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Give students time to check their work and make improvements.</a:t>
            </a:r>
          </a:p>
        </p:txBody>
      </p:sp>
      <p:sp>
        <p:nvSpPr>
          <p:cNvPr id="4" name="Slide Number Placeholder 3"/>
          <p:cNvSpPr>
            <a:spLocks noGrp="1"/>
          </p:cNvSpPr>
          <p:nvPr>
            <p:ph type="sldNum" sz="quarter" idx="5"/>
          </p:nvPr>
        </p:nvSpPr>
        <p:spPr/>
        <p:txBody>
          <a:bodyPr/>
          <a:lstStyle/>
          <a:p>
            <a:fld id="{01F2A70B-78F2-4DCF-B53B-C990D2FAFB8A}" type="slidenum">
              <a:rPr lang="en-AU" smtClean="0"/>
              <a:t>3</a:t>
            </a:fld>
            <a:endParaRPr lang="en-AU"/>
          </a:p>
        </p:txBody>
      </p:sp>
    </p:spTree>
    <p:extLst>
      <p:ext uri="{BB962C8B-B14F-4D97-AF65-F5344CB8AC3E}">
        <p14:creationId xmlns:p14="http://schemas.microsoft.com/office/powerpoint/2010/main" val="6090877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Discuss each section with the class as to how the marks are allocated on the next few slides.</a:t>
            </a:r>
          </a:p>
        </p:txBody>
      </p:sp>
      <p:sp>
        <p:nvSpPr>
          <p:cNvPr id="4" name="Slide Number Placeholder 3"/>
          <p:cNvSpPr>
            <a:spLocks noGrp="1"/>
          </p:cNvSpPr>
          <p:nvPr>
            <p:ph type="sldNum" sz="quarter" idx="5"/>
          </p:nvPr>
        </p:nvSpPr>
        <p:spPr/>
        <p:txBody>
          <a:bodyPr/>
          <a:lstStyle/>
          <a:p>
            <a:fld id="{01F2A70B-78F2-4DCF-B53B-C990D2FAFB8A}" type="slidenum">
              <a:rPr lang="en-AU" smtClean="0"/>
              <a:t>4</a:t>
            </a:fld>
            <a:endParaRPr lang="en-AU"/>
          </a:p>
        </p:txBody>
      </p:sp>
    </p:spTree>
    <p:extLst>
      <p:ext uri="{BB962C8B-B14F-4D97-AF65-F5344CB8AC3E}">
        <p14:creationId xmlns:p14="http://schemas.microsoft.com/office/powerpoint/2010/main" val="966386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Most assumptions are made. One key assumption has been left out, the number of people that require dinner. This has not been stated in the question. It needs to be defined clearly.</a:t>
            </a:r>
          </a:p>
          <a:p>
            <a:endParaRPr lang="en-AU" dirty="0"/>
          </a:p>
          <a:p>
            <a:r>
              <a:rPr lang="en-AU" dirty="0"/>
              <a:t>There are no assumptions of what is already in the kitchen like the basics, oil, salt, range of existing herbs and spices.</a:t>
            </a:r>
          </a:p>
          <a:p>
            <a:endParaRPr lang="en-AU" dirty="0"/>
          </a:p>
          <a:p>
            <a:r>
              <a:rPr lang="en-AU" dirty="0"/>
              <a:t>There is also no assumption made about how much is being earned per week or what percentage of the weekly earnings will be set aside for food. There is no gauge for what may be affordable or achievable.</a:t>
            </a:r>
          </a:p>
          <a:p>
            <a:r>
              <a:rPr lang="en-AU" dirty="0"/>
              <a:t>Discuss how a weekly income could be estimated and what would seem like a reasonable amount of income that is spent on food.</a:t>
            </a:r>
          </a:p>
        </p:txBody>
      </p:sp>
      <p:sp>
        <p:nvSpPr>
          <p:cNvPr id="4" name="Slide Number Placeholder 3"/>
          <p:cNvSpPr>
            <a:spLocks noGrp="1"/>
          </p:cNvSpPr>
          <p:nvPr>
            <p:ph type="sldNum" sz="quarter" idx="5"/>
          </p:nvPr>
        </p:nvSpPr>
        <p:spPr/>
        <p:txBody>
          <a:bodyPr/>
          <a:lstStyle/>
          <a:p>
            <a:fld id="{01F2A70B-78F2-4DCF-B53B-C990D2FAFB8A}" type="slidenum">
              <a:rPr lang="en-AU" smtClean="0"/>
              <a:t>5</a:t>
            </a:fld>
            <a:endParaRPr lang="en-AU"/>
          </a:p>
        </p:txBody>
      </p:sp>
    </p:spTree>
    <p:extLst>
      <p:ext uri="{BB962C8B-B14F-4D97-AF65-F5344CB8AC3E}">
        <p14:creationId xmlns:p14="http://schemas.microsoft.com/office/powerpoint/2010/main" val="17650894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No reason given why Coles is chosen over other grocery outlets and sources. A best buy analysis is required.</a:t>
            </a:r>
          </a:p>
        </p:txBody>
      </p:sp>
      <p:sp>
        <p:nvSpPr>
          <p:cNvPr id="4" name="Slide Number Placeholder 3"/>
          <p:cNvSpPr>
            <a:spLocks noGrp="1"/>
          </p:cNvSpPr>
          <p:nvPr>
            <p:ph type="sldNum" sz="quarter" idx="5"/>
          </p:nvPr>
        </p:nvSpPr>
        <p:spPr/>
        <p:txBody>
          <a:bodyPr/>
          <a:lstStyle/>
          <a:p>
            <a:fld id="{01F2A70B-78F2-4DCF-B53B-C990D2FAFB8A}" type="slidenum">
              <a:rPr lang="en-AU" smtClean="0"/>
              <a:t>6</a:t>
            </a:fld>
            <a:endParaRPr lang="en-AU"/>
          </a:p>
        </p:txBody>
      </p:sp>
    </p:spTree>
    <p:extLst>
      <p:ext uri="{BB962C8B-B14F-4D97-AF65-F5344CB8AC3E}">
        <p14:creationId xmlns:p14="http://schemas.microsoft.com/office/powerpoint/2010/main" val="6360640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Other calculations that can be shown:</a:t>
            </a:r>
          </a:p>
          <a:p>
            <a:pPr marL="171450" indent="-171450">
              <a:buFontTx/>
              <a:buChar char="-"/>
            </a:pPr>
            <a:r>
              <a:rPr lang="en-AU" dirty="0"/>
              <a:t>Best Buy</a:t>
            </a:r>
          </a:p>
          <a:p>
            <a:pPr marL="171450" indent="-171450">
              <a:buFontTx/>
              <a:buChar char="-"/>
            </a:pPr>
            <a:r>
              <a:rPr lang="en-AU" dirty="0"/>
              <a:t>If the number of people being fed had a value, the exact number of meals could be calculated</a:t>
            </a:r>
          </a:p>
          <a:p>
            <a:pPr marL="0" indent="0">
              <a:buFontTx/>
              <a:buNone/>
            </a:pPr>
            <a:endParaRPr lang="en-AU" dirty="0"/>
          </a:p>
          <a:p>
            <a:pPr marL="0" indent="0">
              <a:buFontTx/>
              <a:buNone/>
            </a:pPr>
            <a:r>
              <a:rPr lang="en-AU" dirty="0"/>
              <a:t>There is no discussion of what will be done with the leftover dried goods. They can be used in future meals which can mean future food bills will be less moving forward.</a:t>
            </a:r>
          </a:p>
        </p:txBody>
      </p:sp>
      <p:sp>
        <p:nvSpPr>
          <p:cNvPr id="4" name="Slide Number Placeholder 3"/>
          <p:cNvSpPr>
            <a:spLocks noGrp="1"/>
          </p:cNvSpPr>
          <p:nvPr>
            <p:ph type="sldNum" sz="quarter" idx="5"/>
          </p:nvPr>
        </p:nvSpPr>
        <p:spPr/>
        <p:txBody>
          <a:bodyPr/>
          <a:lstStyle/>
          <a:p>
            <a:fld id="{01F2A70B-78F2-4DCF-B53B-C990D2FAFB8A}" type="slidenum">
              <a:rPr lang="en-AU" smtClean="0"/>
              <a:t>7</a:t>
            </a:fld>
            <a:endParaRPr lang="en-AU"/>
          </a:p>
        </p:txBody>
      </p:sp>
    </p:spTree>
    <p:extLst>
      <p:ext uri="{BB962C8B-B14F-4D97-AF65-F5344CB8AC3E}">
        <p14:creationId xmlns:p14="http://schemas.microsoft.com/office/powerpoint/2010/main" val="29315935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AU" dirty="0"/>
              <a:t>Considers real life aspects like the working week. Again, this assumption could have been in the introduction with a hypothetical job and expected earning income as well as the hours worked.</a:t>
            </a:r>
          </a:p>
          <a:p>
            <a:pPr marL="171450" indent="-171450">
              <a:buFontTx/>
              <a:buChar char="-"/>
            </a:pPr>
            <a:r>
              <a:rPr lang="en-AU" dirty="0"/>
              <a:t>Sources of information are referenced</a:t>
            </a:r>
          </a:p>
          <a:p>
            <a:pPr marL="171450" indent="-171450">
              <a:buFontTx/>
              <a:buChar char="-"/>
            </a:pPr>
            <a:r>
              <a:rPr lang="en-AU" dirty="0"/>
              <a:t>Specific calculated values are included in the answer</a:t>
            </a:r>
          </a:p>
          <a:p>
            <a:pPr marL="0" indent="0">
              <a:buFontTx/>
              <a:buNone/>
            </a:pPr>
            <a:endParaRPr lang="en-AU" dirty="0"/>
          </a:p>
          <a:p>
            <a:pPr marL="0" indent="0">
              <a:buFontTx/>
              <a:buNone/>
            </a:pPr>
            <a:endParaRPr lang="en-AU" dirty="0"/>
          </a:p>
        </p:txBody>
      </p:sp>
      <p:sp>
        <p:nvSpPr>
          <p:cNvPr id="4" name="Slide Number Placeholder 3"/>
          <p:cNvSpPr>
            <a:spLocks noGrp="1"/>
          </p:cNvSpPr>
          <p:nvPr>
            <p:ph type="sldNum" sz="quarter" idx="5"/>
          </p:nvPr>
        </p:nvSpPr>
        <p:spPr/>
        <p:txBody>
          <a:bodyPr/>
          <a:lstStyle/>
          <a:p>
            <a:fld id="{01F2A70B-78F2-4DCF-B53B-C990D2FAFB8A}" type="slidenum">
              <a:rPr lang="en-AU" smtClean="0"/>
              <a:t>8</a:t>
            </a:fld>
            <a:endParaRPr lang="en-AU"/>
          </a:p>
        </p:txBody>
      </p:sp>
    </p:spTree>
    <p:extLst>
      <p:ext uri="{BB962C8B-B14F-4D97-AF65-F5344CB8AC3E}">
        <p14:creationId xmlns:p14="http://schemas.microsoft.com/office/powerpoint/2010/main" val="32682687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Good point</a:t>
            </a:r>
          </a:p>
          <a:p>
            <a:pPr marL="171450" indent="-171450">
              <a:buFontTx/>
              <a:buChar char="-"/>
            </a:pPr>
            <a:r>
              <a:rPr lang="en-AU" dirty="0"/>
              <a:t>Clear statement</a:t>
            </a:r>
          </a:p>
          <a:p>
            <a:pPr marL="0" indent="0">
              <a:buFontTx/>
              <a:buNone/>
            </a:pPr>
            <a:r>
              <a:rPr lang="en-AU" dirty="0"/>
              <a:t>Not so good point</a:t>
            </a:r>
          </a:p>
          <a:p>
            <a:pPr marL="0" indent="0">
              <a:buFontTx/>
              <a:buNone/>
            </a:pPr>
            <a:r>
              <a:rPr lang="en-AU" dirty="0"/>
              <a:t>- Has information in the statement that has not been supported by mathematical calculations or any detailed mention of this in the report.</a:t>
            </a:r>
          </a:p>
        </p:txBody>
      </p:sp>
      <p:sp>
        <p:nvSpPr>
          <p:cNvPr id="4" name="Slide Number Placeholder 3"/>
          <p:cNvSpPr>
            <a:spLocks noGrp="1"/>
          </p:cNvSpPr>
          <p:nvPr>
            <p:ph type="sldNum" sz="quarter" idx="5"/>
          </p:nvPr>
        </p:nvSpPr>
        <p:spPr/>
        <p:txBody>
          <a:bodyPr/>
          <a:lstStyle/>
          <a:p>
            <a:fld id="{01F2A70B-78F2-4DCF-B53B-C990D2FAFB8A}" type="slidenum">
              <a:rPr lang="en-AU" smtClean="0"/>
              <a:t>9</a:t>
            </a:fld>
            <a:endParaRPr lang="en-AU"/>
          </a:p>
        </p:txBody>
      </p:sp>
    </p:spTree>
    <p:extLst>
      <p:ext uri="{BB962C8B-B14F-4D97-AF65-F5344CB8AC3E}">
        <p14:creationId xmlns:p14="http://schemas.microsoft.com/office/powerpoint/2010/main" val="39006753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References must be included to show where information was researched from and also where numerical values have been obtained.</a:t>
            </a:r>
          </a:p>
          <a:p>
            <a:endParaRPr lang="en-AU" dirty="0"/>
          </a:p>
          <a:p>
            <a:r>
              <a:rPr lang="en-AU" dirty="0"/>
              <a:t>Obvious reference not included, Coles.</a:t>
            </a:r>
          </a:p>
          <a:p>
            <a:endParaRPr lang="en-AU" dirty="0"/>
          </a:p>
        </p:txBody>
      </p:sp>
      <p:sp>
        <p:nvSpPr>
          <p:cNvPr id="4" name="Slide Number Placeholder 3"/>
          <p:cNvSpPr>
            <a:spLocks noGrp="1"/>
          </p:cNvSpPr>
          <p:nvPr>
            <p:ph type="sldNum" sz="quarter" idx="5"/>
          </p:nvPr>
        </p:nvSpPr>
        <p:spPr/>
        <p:txBody>
          <a:bodyPr/>
          <a:lstStyle/>
          <a:p>
            <a:fld id="{01F2A70B-78F2-4DCF-B53B-C990D2FAFB8A}" type="slidenum">
              <a:rPr lang="en-AU" smtClean="0"/>
              <a:t>10</a:t>
            </a:fld>
            <a:endParaRPr lang="en-AU"/>
          </a:p>
        </p:txBody>
      </p:sp>
    </p:spTree>
    <p:extLst>
      <p:ext uri="{BB962C8B-B14F-4D97-AF65-F5344CB8AC3E}">
        <p14:creationId xmlns:p14="http://schemas.microsoft.com/office/powerpoint/2010/main" val="1685148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2413" y="1905000"/>
            <a:ext cx="9144000" cy="2667000"/>
          </a:xfrm>
        </p:spPr>
        <p:txBody>
          <a:bodyPr>
            <a:noAutofit/>
          </a:bodyPr>
          <a:lstStyle>
            <a:lvl1pPr>
              <a:defRPr sz="5400"/>
            </a:lvl1pPr>
          </a:lstStyle>
          <a:p>
            <a:r>
              <a:rPr lang="en-US"/>
              <a:t>Click to edit Master title style</a:t>
            </a:r>
            <a:endParaRPr/>
          </a:p>
        </p:txBody>
      </p:sp>
      <p:grpSp>
        <p:nvGrpSpPr>
          <p:cNvPr id="256" name="line" descr="Line graphic"/>
          <p:cNvGrpSpPr/>
          <p:nvPr/>
        </p:nvGrpSpPr>
        <p:grpSpPr bwMode="invGray">
          <a:xfrm>
            <a:off x="1584896" y="4724400"/>
            <a:ext cx="8631936" cy="64008"/>
            <a:chOff x="-4110038" y="2703513"/>
            <a:chExt cx="17394239" cy="160336"/>
          </a:xfrm>
          <a:solidFill>
            <a:schemeClr val="accent1"/>
          </a:solidFill>
        </p:grpSpPr>
        <p:sp>
          <p:nvSpPr>
            <p:cNvPr id="257"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9"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Subtitle 2"/>
          <p:cNvSpPr>
            <a:spLocks noGrp="1"/>
          </p:cNvSpPr>
          <p:nvPr>
            <p:ph type="subTitle" idx="1"/>
          </p:nvPr>
        </p:nvSpPr>
        <p:spPr>
          <a:xfrm>
            <a:off x="1522413" y="5105400"/>
            <a:ext cx="9143999" cy="1066800"/>
          </a:xfrm>
        </p:spPr>
        <p:txBody>
          <a:bodyPr/>
          <a:lstStyle>
            <a:lvl1pPr marL="0" indent="0" algn="l">
              <a:spcBef>
                <a:spcPts val="0"/>
              </a:spcBef>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674356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67" name="line" descr="Line graphic"/>
          <p:cNvGrpSpPr/>
          <p:nvPr/>
        </p:nvGrpSpPr>
        <p:grpSpPr bwMode="invGray">
          <a:xfrm>
            <a:off x="1522413" y="1514475"/>
            <a:ext cx="10569575" cy="64008"/>
            <a:chOff x="1522413" y="1514475"/>
            <a:chExt cx="10569575" cy="64008"/>
          </a:xfrm>
        </p:grpSpPr>
        <p:sp>
          <p:nvSpPr>
            <p:cNvPr id="16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idx="1"/>
          </p:nvPr>
        </p:nvSpPr>
        <p:spPr/>
        <p:txBody>
          <a:bodyPr/>
          <a:lstStyle>
            <a:lvl2pPr marL="548640">
              <a:defRPr/>
            </a:lvl2pPr>
            <a:lvl3pPr marL="777240">
              <a:defRPr/>
            </a:lvl3pPr>
            <a:lvl4pPr marL="1005840">
              <a:defRPr/>
            </a:lvl4pPr>
            <a:lvl5pPr marL="1234440">
              <a:defRPr/>
            </a:lvl5pPr>
            <a:lvl6pPr marL="1463040">
              <a:defRPr baseline="0"/>
            </a:lvl6pPr>
            <a:lvl7pPr marL="1691640">
              <a:defRPr baseline="0"/>
            </a:lvl7pPr>
            <a:lvl8pPr marL="1920240">
              <a:defRPr baseline="0"/>
            </a:lvl8pPr>
            <a:lvl9pPr marL="2148840">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9AFE8FB1-0A7A-443E-AAF7-31D4FA1AA312}" type="datetimeFigureOut">
              <a:rPr lang="en-US"/>
              <a:t>3/6/2021</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dirty="0"/>
          </a:p>
        </p:txBody>
      </p:sp>
    </p:spTree>
    <p:extLst>
      <p:ext uri="{BB962C8B-B14F-4D97-AF65-F5344CB8AC3E}">
        <p14:creationId xmlns:p14="http://schemas.microsoft.com/office/powerpoint/2010/main" val="2614472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3" y="1905000"/>
            <a:ext cx="9144000" cy="2667000"/>
          </a:xfrm>
        </p:spPr>
        <p:txBody>
          <a:bodyPr anchor="b">
            <a:noAutofit/>
          </a:bodyPr>
          <a:lstStyle>
            <a:lvl1pPr algn="l">
              <a:defRPr sz="4400" b="0" cap="none" baseline="0"/>
            </a:lvl1pPr>
          </a:lstStyle>
          <a:p>
            <a:r>
              <a:rPr lang="en-US"/>
              <a:t>Click to edit Master title style</a:t>
            </a:r>
            <a:endParaRPr/>
          </a:p>
        </p:txBody>
      </p:sp>
      <p:grpSp>
        <p:nvGrpSpPr>
          <p:cNvPr id="255" name="line" descr="Line graphic"/>
          <p:cNvGrpSpPr/>
          <p:nvPr/>
        </p:nvGrpSpPr>
        <p:grpSpPr bwMode="invGray">
          <a:xfrm>
            <a:off x="1584896" y="4724400"/>
            <a:ext cx="8631936" cy="64008"/>
            <a:chOff x="-4110038" y="2703513"/>
            <a:chExt cx="17394239" cy="160336"/>
          </a:xfrm>
          <a:solidFill>
            <a:schemeClr val="accent1"/>
          </a:solidFill>
        </p:grpSpPr>
        <p:sp>
          <p:nvSpPr>
            <p:cNvPr id="256"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7"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Text Placeholder 2"/>
          <p:cNvSpPr>
            <a:spLocks noGrp="1"/>
          </p:cNvSpPr>
          <p:nvPr>
            <p:ph type="body" idx="1"/>
          </p:nvPr>
        </p:nvSpPr>
        <p:spPr>
          <a:xfrm>
            <a:off x="1522413" y="5102525"/>
            <a:ext cx="9143999" cy="1069675"/>
          </a:xfrm>
        </p:spPr>
        <p:txBody>
          <a:bodyPr anchor="t">
            <a:normAutofit/>
          </a:bodyPr>
          <a:lstStyle>
            <a:lvl1pPr marL="0" indent="0">
              <a:spcBef>
                <a:spcPts val="0"/>
              </a:spcBef>
              <a:buNone/>
              <a:defRPr sz="2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9AFE8FB1-0A7A-443E-AAF7-31D4FA1AA312}" type="datetimeFigureOut">
              <a:rPr lang="en-US"/>
              <a:t>3/6/2021</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058797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58" name="line" descr="Line graphic"/>
          <p:cNvGrpSpPr/>
          <p:nvPr/>
        </p:nvGrpSpPr>
        <p:grpSpPr bwMode="invGray">
          <a:xfrm>
            <a:off x="1522413" y="1514475"/>
            <a:ext cx="10569575" cy="64008"/>
            <a:chOff x="1522413" y="1514475"/>
            <a:chExt cx="10569575" cy="64008"/>
          </a:xfrm>
        </p:grpSpPr>
        <p:sp>
          <p:nvSpPr>
            <p:cNvPr id="159"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sz="half" idx="1"/>
          </p:nvPr>
        </p:nvSpPr>
        <p:spPr>
          <a:xfrm>
            <a:off x="1522413" y="1905000"/>
            <a:ext cx="4419599"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46815" y="1905000"/>
            <a:ext cx="4419598"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9AFE8FB1-0A7A-443E-AAF7-31D4FA1AA312}" type="datetimeFigureOut">
              <a:rPr lang="en-US"/>
              <a:t>3/6/2021</a:t>
            </a:fld>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683294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lvl1pPr>
              <a:defRPr/>
            </a:lvl1pPr>
          </a:lstStyle>
          <a:p>
            <a:r>
              <a:rPr lang="en-US"/>
              <a:t>Click to edit Master title style</a:t>
            </a:r>
            <a:endParaRPr/>
          </a:p>
        </p:txBody>
      </p:sp>
      <p:grpSp>
        <p:nvGrpSpPr>
          <p:cNvPr id="160" name="line" descr="Line graphic"/>
          <p:cNvGrpSpPr/>
          <p:nvPr/>
        </p:nvGrpSpPr>
        <p:grpSpPr bwMode="invGray">
          <a:xfrm>
            <a:off x="1522413" y="1514475"/>
            <a:ext cx="10569575" cy="64008"/>
            <a:chOff x="1522413" y="1514475"/>
            <a:chExt cx="10569575" cy="64008"/>
          </a:xfrm>
        </p:grpSpPr>
        <p:sp>
          <p:nvSpPr>
            <p:cNvPr id="161" name="Freeform 16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6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Text Placeholder 2"/>
          <p:cNvSpPr>
            <a:spLocks noGrp="1"/>
          </p:cNvSpPr>
          <p:nvPr>
            <p:ph type="body" idx="1"/>
          </p:nvPr>
        </p:nvSpPr>
        <p:spPr>
          <a:xfrm>
            <a:off x="1522413"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819399"/>
            <a:ext cx="4416552" cy="3352801"/>
          </a:xfrm>
        </p:spPr>
        <p:txBody>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9860"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9860" y="2819399"/>
            <a:ext cx="4416552" cy="3352801"/>
          </a:xfrm>
        </p:spPr>
        <p:txBody>
          <a:bodyPr/>
          <a:lstStyle>
            <a:lvl1pPr>
              <a:defRPr sz="2400"/>
            </a:lvl1pPr>
            <a:lvl2pPr>
              <a:defRPr sz="2000"/>
            </a:lvl2pPr>
            <a:lvl3pPr>
              <a:defRPr sz="1800"/>
            </a:lvl3pPr>
            <a:lvl4pPr>
              <a:defRPr sz="1600"/>
            </a:lvl4pPr>
            <a:lvl5pPr marL="1956816">
              <a:defRPr sz="1600"/>
            </a:lvl5pPr>
            <a:lvl6pPr marL="1956816">
              <a:defRPr sz="1600"/>
            </a:lvl6pPr>
            <a:lvl7pPr marL="1956816">
              <a:defRPr sz="1600"/>
            </a:lvl7pPr>
            <a:lvl8pPr marL="1956816">
              <a:defRPr sz="1600"/>
            </a:lvl8pPr>
            <a:lvl9pPr marL="1956816">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a:p>
        </p:txBody>
      </p:sp>
      <p:sp>
        <p:nvSpPr>
          <p:cNvPr id="7" name="Date Placeholder 6"/>
          <p:cNvSpPr>
            <a:spLocks noGrp="1"/>
          </p:cNvSpPr>
          <p:nvPr>
            <p:ph type="dt" sz="half" idx="10"/>
          </p:nvPr>
        </p:nvSpPr>
        <p:spPr/>
        <p:txBody>
          <a:bodyPr/>
          <a:lstStyle/>
          <a:p>
            <a:fld id="{9AFE8FB1-0A7A-443E-AAF7-31D4FA1AA312}" type="datetimeFigureOut">
              <a:rPr lang="en-US"/>
              <a:t>3/6/2021</a:t>
            </a:fld>
            <a:endParaRPr/>
          </a:p>
        </p:txBody>
      </p:sp>
      <p:sp>
        <p:nvSpPr>
          <p:cNvPr id="9" name="Slide Number Placeholder 8"/>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182491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156" name="line" descr="Line graphic"/>
          <p:cNvGrpSpPr/>
          <p:nvPr/>
        </p:nvGrpSpPr>
        <p:grpSpPr bwMode="invGray">
          <a:xfrm>
            <a:off x="1522413" y="1514475"/>
            <a:ext cx="10569575" cy="64008"/>
            <a:chOff x="1522413" y="1514475"/>
            <a:chExt cx="10569575" cy="64008"/>
          </a:xfrm>
        </p:grpSpPr>
        <p:sp>
          <p:nvSpPr>
            <p:cNvPr id="157"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8"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9"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9AFE8FB1-0A7A-443E-AAF7-31D4FA1AA312}" type="datetimeFigureOut">
              <a:rPr lang="en-US"/>
              <a:t>3/6/2021</a:t>
            </a:fld>
            <a:endParaRPr/>
          </a:p>
        </p:txBody>
      </p:sp>
      <p:sp>
        <p:nvSpPr>
          <p:cNvPr id="5" name="Slide Number Placeholder 4"/>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531561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9AFE8FB1-0A7A-443E-AAF7-31D4FA1AA312}" type="datetimeFigureOut">
              <a:rPr lang="en-US"/>
              <a:t>3/6/2021</a:t>
            </a:fld>
            <a:endParaRPr/>
          </a:p>
        </p:txBody>
      </p:sp>
      <p:sp>
        <p:nvSpPr>
          <p:cNvPr id="4" name="Slide Number Placeholder 3"/>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405966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4" name="Text Placeholder 3"/>
          <p:cNvSpPr>
            <a:spLocks noGrp="1"/>
          </p:cNvSpPr>
          <p:nvPr>
            <p:ph type="body" sz="half" idx="2"/>
          </p:nvPr>
        </p:nvSpPr>
        <p:spPr>
          <a:xfrm>
            <a:off x="1522413" y="3429000"/>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4710022" y="1905000"/>
            <a:ext cx="5669280" cy="4038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grpSp>
        <p:nvGrpSpPr>
          <p:cNvPr id="615" name="frame" descr="Box graphic"/>
          <p:cNvGrpSpPr/>
          <p:nvPr/>
        </p:nvGrpSpPr>
        <p:grpSpPr bwMode="invGray">
          <a:xfrm>
            <a:off x="4417839" y="1630821"/>
            <a:ext cx="6291028" cy="4575885"/>
            <a:chOff x="4417839" y="1630821"/>
            <a:chExt cx="6291028" cy="4575885"/>
          </a:xfrm>
        </p:grpSpPr>
        <p:grpSp>
          <p:nvGrpSpPr>
            <p:cNvPr id="616" name="Group 615"/>
            <p:cNvGrpSpPr/>
            <p:nvPr/>
          </p:nvGrpSpPr>
          <p:grpSpPr bwMode="invGray">
            <a:xfrm>
              <a:off x="5414491" y="1630821"/>
              <a:ext cx="5294376" cy="4114800"/>
              <a:chOff x="3310555" y="716546"/>
              <a:chExt cx="5294376" cy="4114800"/>
            </a:xfrm>
          </p:grpSpPr>
          <p:grpSp>
            <p:nvGrpSpPr>
              <p:cNvPr id="768" name="Group 767"/>
              <p:cNvGrpSpPr/>
              <p:nvPr/>
            </p:nvGrpSpPr>
            <p:grpSpPr bwMode="invGray">
              <a:xfrm flipH="1">
                <a:off x="3310555" y="737968"/>
                <a:ext cx="5294376" cy="54864"/>
                <a:chOff x="1522413" y="1514475"/>
                <a:chExt cx="10569575" cy="64008"/>
              </a:xfrm>
              <a:solidFill>
                <a:schemeClr val="accent1"/>
              </a:solidFill>
            </p:grpSpPr>
            <p:sp>
              <p:nvSpPr>
                <p:cNvPr id="844" name="Freeform 84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84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9" name="Group 768"/>
              <p:cNvGrpSpPr/>
              <p:nvPr/>
            </p:nvGrpSpPr>
            <p:grpSpPr bwMode="invGray">
              <a:xfrm rot="16200000" flipH="1">
                <a:off x="6492229" y="2755658"/>
                <a:ext cx="4114800" cy="36576"/>
                <a:chOff x="1522413" y="1514475"/>
                <a:chExt cx="10569575" cy="64008"/>
              </a:xfrm>
              <a:solidFill>
                <a:schemeClr val="accent1"/>
              </a:solidFill>
            </p:grpSpPr>
            <p:sp>
              <p:nvSpPr>
                <p:cNvPr id="770" name="Freeform 76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77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7" name="Group 616"/>
            <p:cNvGrpSpPr/>
            <p:nvPr/>
          </p:nvGrpSpPr>
          <p:grpSpPr bwMode="invGray">
            <a:xfrm rot="10800000">
              <a:off x="4417839" y="2091906"/>
              <a:ext cx="5294376" cy="4114800"/>
              <a:chOff x="3310555" y="716546"/>
              <a:chExt cx="5294376" cy="4114800"/>
            </a:xfrm>
          </p:grpSpPr>
          <p:grpSp>
            <p:nvGrpSpPr>
              <p:cNvPr id="618" name="Group 617"/>
              <p:cNvGrpSpPr/>
              <p:nvPr/>
            </p:nvGrpSpPr>
            <p:grpSpPr bwMode="invGray">
              <a:xfrm flipH="1">
                <a:off x="3310555" y="737968"/>
                <a:ext cx="5294376" cy="54864"/>
                <a:chOff x="1522413" y="1514475"/>
                <a:chExt cx="10569575" cy="64008"/>
              </a:xfrm>
              <a:solidFill>
                <a:schemeClr val="accent1"/>
              </a:solidFill>
            </p:grpSpPr>
            <p:sp>
              <p:nvSpPr>
                <p:cNvPr id="694" name="Freeform 69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69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9" name="Group 618"/>
              <p:cNvGrpSpPr/>
              <p:nvPr/>
            </p:nvGrpSpPr>
            <p:grpSpPr bwMode="invGray">
              <a:xfrm rot="16200000" flipH="1">
                <a:off x="6492229" y="2755658"/>
                <a:ext cx="4114800" cy="36576"/>
                <a:chOff x="1522413" y="1514475"/>
                <a:chExt cx="10569575" cy="64008"/>
              </a:xfrm>
              <a:solidFill>
                <a:schemeClr val="accent1"/>
              </a:solidFill>
            </p:grpSpPr>
            <p:sp>
              <p:nvSpPr>
                <p:cNvPr id="620" name="Freeform 61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9AFE8FB1-0A7A-443E-AAF7-31D4FA1AA312}" type="datetimeFigureOut">
              <a:rPr lang="en-US"/>
              <a:t>3/6/2021</a:t>
            </a:fld>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962116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745838" y="1884311"/>
            <a:ext cx="5669280" cy="4041648"/>
          </a:xfrm>
          <a:solidFill>
            <a:schemeClr val="bg1"/>
          </a:solidFill>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grpSp>
        <p:nvGrpSpPr>
          <p:cNvPr id="614" name="frame" descr="Box graphic"/>
          <p:cNvGrpSpPr/>
          <p:nvPr/>
        </p:nvGrpSpPr>
        <p:grpSpPr bwMode="invGray">
          <a:xfrm flipH="1">
            <a:off x="1447500" y="1630821"/>
            <a:ext cx="6291028" cy="4575885"/>
            <a:chOff x="4417839" y="1630821"/>
            <a:chExt cx="6291028" cy="4575885"/>
          </a:xfrm>
        </p:grpSpPr>
        <p:grpSp>
          <p:nvGrpSpPr>
            <p:cNvPr id="615" name="Group 614"/>
            <p:cNvGrpSpPr/>
            <p:nvPr/>
          </p:nvGrpSpPr>
          <p:grpSpPr bwMode="invGray">
            <a:xfrm>
              <a:off x="5414491" y="1630821"/>
              <a:ext cx="5294376" cy="4114800"/>
              <a:chOff x="3310555" y="716546"/>
              <a:chExt cx="5294376" cy="4114800"/>
            </a:xfrm>
          </p:grpSpPr>
          <p:grpSp>
            <p:nvGrpSpPr>
              <p:cNvPr id="767" name="Group 766"/>
              <p:cNvGrpSpPr/>
              <p:nvPr/>
            </p:nvGrpSpPr>
            <p:grpSpPr bwMode="invGray">
              <a:xfrm flipH="1">
                <a:off x="3310555" y="737968"/>
                <a:ext cx="5294376" cy="54864"/>
                <a:chOff x="1522413" y="1514475"/>
                <a:chExt cx="10569575" cy="64008"/>
              </a:xfrm>
              <a:solidFill>
                <a:schemeClr val="accent1"/>
              </a:solidFill>
            </p:grpSpPr>
            <p:sp>
              <p:nvSpPr>
                <p:cNvPr id="843" name="Freeform 84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4" name="Freeform 84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8" name="Group 767"/>
              <p:cNvGrpSpPr/>
              <p:nvPr/>
            </p:nvGrpSpPr>
            <p:grpSpPr bwMode="invGray">
              <a:xfrm rot="16200000" flipH="1">
                <a:off x="6492229" y="2755658"/>
                <a:ext cx="4114800" cy="36576"/>
                <a:chOff x="1522413" y="1514475"/>
                <a:chExt cx="10569575" cy="64008"/>
              </a:xfrm>
              <a:solidFill>
                <a:schemeClr val="accent1"/>
              </a:solidFill>
            </p:grpSpPr>
            <p:sp>
              <p:nvSpPr>
                <p:cNvPr id="769" name="Freeform 76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0" name="Freeform 76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6" name="Group 615"/>
            <p:cNvGrpSpPr/>
            <p:nvPr/>
          </p:nvGrpSpPr>
          <p:grpSpPr bwMode="invGray">
            <a:xfrm rot="10800000">
              <a:off x="4417839" y="2091906"/>
              <a:ext cx="5294376" cy="4114800"/>
              <a:chOff x="3310555" y="716546"/>
              <a:chExt cx="5294376" cy="4114800"/>
            </a:xfrm>
          </p:grpSpPr>
          <p:grpSp>
            <p:nvGrpSpPr>
              <p:cNvPr id="617" name="Group 616"/>
              <p:cNvGrpSpPr/>
              <p:nvPr/>
            </p:nvGrpSpPr>
            <p:grpSpPr bwMode="invGray">
              <a:xfrm flipH="1">
                <a:off x="3310555" y="737968"/>
                <a:ext cx="5294376" cy="54864"/>
                <a:chOff x="1522413" y="1514475"/>
                <a:chExt cx="10569575" cy="64008"/>
              </a:xfrm>
              <a:solidFill>
                <a:schemeClr val="accent1"/>
              </a:solidFill>
            </p:grpSpPr>
            <p:sp>
              <p:nvSpPr>
                <p:cNvPr id="693" name="Freeform 69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4" name="Freeform 69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8" name="Group 617"/>
              <p:cNvGrpSpPr/>
              <p:nvPr/>
            </p:nvGrpSpPr>
            <p:grpSpPr bwMode="invGray">
              <a:xfrm rot="16200000" flipH="1">
                <a:off x="6492229" y="2755658"/>
                <a:ext cx="4114800" cy="36576"/>
                <a:chOff x="1522413" y="1514475"/>
                <a:chExt cx="10569575" cy="64008"/>
              </a:xfrm>
              <a:solidFill>
                <a:schemeClr val="accent1"/>
              </a:solidFill>
            </p:grpSpPr>
            <p:sp>
              <p:nvSpPr>
                <p:cNvPr id="619" name="Freeform 61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0" name="Freeform 61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622"/>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623"/>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624"/>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625"/>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626"/>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627"/>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628"/>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629"/>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630"/>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631"/>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632"/>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633"/>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634"/>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635"/>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636"/>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637"/>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638"/>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639"/>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640"/>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641"/>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642"/>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643"/>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644"/>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645"/>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646"/>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647"/>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648"/>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649"/>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650"/>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651"/>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652"/>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653"/>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654"/>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655"/>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656"/>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657"/>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658"/>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659"/>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660"/>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661"/>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662"/>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663"/>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664"/>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665"/>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666"/>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67"/>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68"/>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69"/>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70"/>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71"/>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72"/>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73"/>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4"/>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75"/>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76"/>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677"/>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678"/>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679"/>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680"/>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681"/>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682"/>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683"/>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684"/>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685"/>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686"/>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687"/>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688"/>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689"/>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690"/>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691"/>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4" name="Text Placeholder 3"/>
          <p:cNvSpPr>
            <a:spLocks noGrp="1"/>
          </p:cNvSpPr>
          <p:nvPr>
            <p:ph type="body" sz="half" idx="2"/>
          </p:nvPr>
        </p:nvSpPr>
        <p:spPr>
          <a:xfrm>
            <a:off x="7905959" y="3411748"/>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9AFE8FB1-0A7A-443E-AAF7-31D4FA1AA312}" type="datetimeFigureOut">
              <a:rPr lang="en-US"/>
              <a:t>3/6/2021</a:t>
            </a:fld>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3617694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7" name="line" descr="Line graphic"/>
          <p:cNvGrpSpPr/>
          <p:nvPr/>
        </p:nvGrpSpPr>
        <p:grpSpPr bwMode="invGray">
          <a:xfrm>
            <a:off x="1522413" y="1514475"/>
            <a:ext cx="10569575" cy="64008"/>
            <a:chOff x="1522413" y="1514475"/>
            <a:chExt cx="10569575" cy="64008"/>
          </a:xfrm>
        </p:grpSpPr>
        <p:sp>
          <p:nvSpPr>
            <p:cNvPr id="8" name="Freeform 7"/>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8"/>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9"/>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p:nvPr>
        </p:nvSpPr>
        <p:spPr/>
        <p:txBody>
          <a:bodyPr vert="eaVert"/>
          <a:lstStyle>
            <a:lvl5pPr>
              <a:defRPr/>
            </a:lvl5pPr>
            <a:lvl6pPr marL="1956816">
              <a:defRPr/>
            </a:lvl6pPr>
            <a:lvl7pPr marL="1956816">
              <a:defRPr/>
            </a:lvl7pPr>
            <a:lvl8pPr marL="1956816">
              <a:defRPr/>
            </a:lvl8pPr>
            <a:lvl9pPr marL="1956816">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9AFE8FB1-0A7A-443E-AAF7-31D4FA1AA312}" type="datetimeFigureOut">
              <a:rPr lang="en-US"/>
              <a:t>3/6/2021</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126793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61612" y="274639"/>
            <a:ext cx="1371600" cy="5901747"/>
          </a:xfrm>
        </p:spPr>
        <p:txBody>
          <a:bodyPr vert="eaVert"/>
          <a:lstStyle/>
          <a:p>
            <a:r>
              <a:rPr lang="en-US"/>
              <a:t>Click to edit Master title style</a:t>
            </a:r>
            <a:endParaRPr/>
          </a:p>
        </p:txBody>
      </p:sp>
      <p:grpSp>
        <p:nvGrpSpPr>
          <p:cNvPr id="7" name="line" descr="Line graphic"/>
          <p:cNvGrpSpPr/>
          <p:nvPr/>
        </p:nvGrpSpPr>
        <p:grpSpPr bwMode="invGray">
          <a:xfrm rot="5400000">
            <a:off x="6864412" y="3472598"/>
            <a:ext cx="6492240" cy="64008"/>
            <a:chOff x="1522413" y="1514475"/>
            <a:chExt cx="10569575" cy="64008"/>
          </a:xfrm>
        </p:grpSpPr>
        <p:sp>
          <p:nvSpPr>
            <p:cNvPr id="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hasCustomPrompt="1"/>
          </p:nvPr>
        </p:nvSpPr>
        <p:spPr>
          <a:xfrm>
            <a:off x="608012" y="277813"/>
            <a:ext cx="9144001" cy="5898573"/>
          </a:xfrm>
        </p:spPr>
        <p:txBody>
          <a:bodyPr vert="eaVert"/>
          <a:lstStyle>
            <a:lvl5pPr>
              <a:defRPr/>
            </a:lvl5pPr>
            <a:lvl6pPr marL="1261872" indent="0">
              <a:buNone/>
              <a:defRPr/>
            </a:lvl6pPr>
            <a:lvl7pPr>
              <a:defRPr/>
            </a:lvl7pPr>
            <a:lvl8pPr>
              <a:defRPr baseline="0"/>
            </a:lvl8pPr>
            <a:lvl9pPr>
              <a:defRPr baseline="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endParaRPr lang="en-US" dirty="0"/>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9AFE8FB1-0A7A-443E-AAF7-31D4FA1AA312}" type="datetimeFigureOut">
              <a:rPr lang="en-US"/>
              <a:t>3/6/2021</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211791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4" y="274638"/>
            <a:ext cx="9143998" cy="1020762"/>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4" y="1905000"/>
            <a:ext cx="9144000" cy="4267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22413" y="6400801"/>
            <a:ext cx="6324599" cy="276226"/>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4" name="Date Placeholder 3"/>
          <p:cNvSpPr>
            <a:spLocks noGrp="1"/>
          </p:cNvSpPr>
          <p:nvPr>
            <p:ph type="dt" sz="half" idx="2"/>
          </p:nvPr>
        </p:nvSpPr>
        <p:spPr>
          <a:xfrm>
            <a:off x="8075612" y="6400801"/>
            <a:ext cx="1243859" cy="276226"/>
          </a:xfrm>
          <a:prstGeom prst="rect">
            <a:avLst/>
          </a:prstGeom>
        </p:spPr>
        <p:txBody>
          <a:bodyPr vert="horz" lIns="91440" tIns="45720" rIns="91440" bIns="45720" rtlCol="0" anchor="ctr"/>
          <a:lstStyle>
            <a:lvl1pPr algn="r">
              <a:defRPr sz="1200">
                <a:solidFill>
                  <a:schemeClr val="tx1">
                    <a:tint val="75000"/>
                  </a:schemeClr>
                </a:solidFill>
              </a:defRPr>
            </a:lvl1pPr>
          </a:lstStyle>
          <a:p>
            <a:fld id="{9AFE8FB1-0A7A-443E-AAF7-31D4FA1AA312}" type="datetimeFigureOut">
              <a:rPr lang="en-US" smtClean="0"/>
              <a:pPr/>
              <a:t>3/6/2021</a:t>
            </a:fld>
            <a:endParaRPr lang="en-US" dirty="0"/>
          </a:p>
        </p:txBody>
      </p:sp>
      <p:sp>
        <p:nvSpPr>
          <p:cNvPr id="6" name="Slide Number Placeholder 5"/>
          <p:cNvSpPr>
            <a:spLocks noGrp="1"/>
          </p:cNvSpPr>
          <p:nvPr>
            <p:ph type="sldNum" sz="quarter" idx="4"/>
          </p:nvPr>
        </p:nvSpPr>
        <p:spPr>
          <a:xfrm>
            <a:off x="9523412" y="6400801"/>
            <a:ext cx="1143002" cy="276226"/>
          </a:xfrm>
          <a:prstGeom prst="rect">
            <a:avLst/>
          </a:prstGeom>
        </p:spPr>
        <p:txBody>
          <a:bodyPr vert="horz" lIns="91440" tIns="45720" rIns="91440" bIns="45720" rtlCol="0" anchor="ctr"/>
          <a:lstStyle>
            <a:lvl1pPr algn="r">
              <a:defRPr sz="1200">
                <a:solidFill>
                  <a:schemeClr val="tx1">
                    <a:tint val="75000"/>
                  </a:schemeClr>
                </a:solidFill>
              </a:defRPr>
            </a:lvl1pPr>
          </a:lstStyle>
          <a:p>
            <a:fld id="{25BA54BD-C84D-46CE-8B72-31BFB26ABA43}" type="slidenum">
              <a:rPr lang="en-US" smtClean="0"/>
              <a:pPr/>
              <a:t>‹#›</a:t>
            </a:fld>
            <a:endParaRPr lang="en-US"/>
          </a:p>
        </p:txBody>
      </p:sp>
    </p:spTree>
    <p:extLst>
      <p:ext uri="{BB962C8B-B14F-4D97-AF65-F5344CB8AC3E}">
        <p14:creationId xmlns:p14="http://schemas.microsoft.com/office/powerpoint/2010/main" val="5356364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76072"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804672"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332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618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904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6pPr>
      <a:lvl7pPr marL="17190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7pPr>
      <a:lvl8pPr marL="19476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8pPr>
      <a:lvl9pPr marL="21762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2413" y="1905000"/>
            <a:ext cx="9144000" cy="2667000"/>
          </a:xfrm>
        </p:spPr>
        <p:txBody>
          <a:bodyPr/>
          <a:lstStyle/>
          <a:p>
            <a:r>
              <a:rPr lang="en-US" sz="3600" dirty="0"/>
              <a:t>Topic: Mathematical Thinking Process</a:t>
            </a:r>
            <a:br>
              <a:rPr lang="en-US" sz="3600" dirty="0"/>
            </a:br>
            <a:r>
              <a:rPr lang="en-US" sz="3600" dirty="0"/>
              <a:t>EQ: How do I write a discussion section in a Mathematics Practical Application?</a:t>
            </a:r>
          </a:p>
        </p:txBody>
      </p:sp>
      <p:sp>
        <p:nvSpPr>
          <p:cNvPr id="3" name="Subtitle 2"/>
          <p:cNvSpPr>
            <a:spLocks noGrp="1"/>
          </p:cNvSpPr>
          <p:nvPr>
            <p:ph type="subTitle" idx="1"/>
          </p:nvPr>
        </p:nvSpPr>
        <p:spPr/>
        <p:txBody>
          <a:bodyPr/>
          <a:lstStyle/>
          <a:p>
            <a:r>
              <a:rPr lang="en-US" dirty="0"/>
              <a:t>Year 11 Mathematics Essentials</a:t>
            </a:r>
          </a:p>
          <a:p>
            <a:r>
              <a:rPr lang="en-US" dirty="0" err="1"/>
              <a:t>Mrs</a:t>
            </a:r>
            <a:r>
              <a:rPr lang="en-US" dirty="0"/>
              <a:t> Parlevliet</a:t>
            </a:r>
          </a:p>
        </p:txBody>
      </p:sp>
    </p:spTree>
    <p:extLst>
      <p:ext uri="{BB962C8B-B14F-4D97-AF65-F5344CB8AC3E}">
        <p14:creationId xmlns:p14="http://schemas.microsoft.com/office/powerpoint/2010/main" val="1920111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Verifying the Reasonableness of the Solution</a:t>
            </a:r>
          </a:p>
        </p:txBody>
      </p:sp>
      <p:sp>
        <p:nvSpPr>
          <p:cNvPr id="14" name="Content Placeholder 13"/>
          <p:cNvSpPr>
            <a:spLocks noGrp="1"/>
          </p:cNvSpPr>
          <p:nvPr>
            <p:ph idx="1"/>
          </p:nvPr>
        </p:nvSpPr>
        <p:spPr/>
        <p:txBody>
          <a:bodyPr/>
          <a:lstStyle/>
          <a:p>
            <a:pPr marL="0" indent="0">
              <a:buNone/>
            </a:pPr>
            <a:r>
              <a:rPr lang="en-US" dirty="0"/>
              <a:t>After completing the calculations, it’s time to give an answer to the problem you are solving in words.</a:t>
            </a:r>
          </a:p>
          <a:p>
            <a:pPr marL="0" indent="0">
              <a:buNone/>
            </a:pPr>
            <a:r>
              <a:rPr lang="en-US" dirty="0"/>
              <a:t>Thinking about the original problem your response should answer these questions:</a:t>
            </a:r>
          </a:p>
          <a:p>
            <a:r>
              <a:rPr lang="en-US" dirty="0"/>
              <a:t>Is your answer valid?</a:t>
            </a:r>
          </a:p>
          <a:p>
            <a:r>
              <a:rPr lang="en-US" dirty="0"/>
              <a:t>How does your answer solve the problem?</a:t>
            </a:r>
          </a:p>
          <a:p>
            <a:r>
              <a:rPr lang="en-US" dirty="0"/>
              <a:t>Is your answer the best way to solve the problem? If you don’t think it is, explain why.</a:t>
            </a:r>
          </a:p>
        </p:txBody>
      </p:sp>
    </p:spTree>
    <p:extLst>
      <p:ext uri="{BB962C8B-B14F-4D97-AF65-F5344CB8AC3E}">
        <p14:creationId xmlns:p14="http://schemas.microsoft.com/office/powerpoint/2010/main" val="2128536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6028A-FE4F-404F-897F-A13EFE46E75B}"/>
              </a:ext>
            </a:extLst>
          </p:cNvPr>
          <p:cNvSpPr>
            <a:spLocks noGrp="1"/>
          </p:cNvSpPr>
          <p:nvPr>
            <p:ph type="title"/>
          </p:nvPr>
        </p:nvSpPr>
        <p:spPr/>
        <p:txBody>
          <a:bodyPr/>
          <a:lstStyle/>
          <a:p>
            <a:r>
              <a:rPr lang="en-AU" dirty="0"/>
              <a:t>Communicate findings in a systematic and concise manner</a:t>
            </a:r>
          </a:p>
        </p:txBody>
      </p:sp>
      <p:sp>
        <p:nvSpPr>
          <p:cNvPr id="3" name="Content Placeholder 2">
            <a:extLst>
              <a:ext uri="{FF2B5EF4-FFF2-40B4-BE49-F238E27FC236}">
                <a16:creationId xmlns:a16="http://schemas.microsoft.com/office/drawing/2014/main" id="{381CC8F1-27E5-48BA-BF54-D2B7D90B046A}"/>
              </a:ext>
            </a:extLst>
          </p:cNvPr>
          <p:cNvSpPr>
            <a:spLocks noGrp="1"/>
          </p:cNvSpPr>
          <p:nvPr>
            <p:ph idx="1"/>
          </p:nvPr>
        </p:nvSpPr>
        <p:spPr/>
        <p:txBody>
          <a:bodyPr>
            <a:normAutofit lnSpcReduction="10000"/>
          </a:bodyPr>
          <a:lstStyle/>
          <a:p>
            <a:pPr marL="0" indent="0">
              <a:buNone/>
            </a:pPr>
            <a:r>
              <a:rPr lang="en-AU" dirty="0"/>
              <a:t>After writing your answer to the problem you have solved, critically read through all of your work and ask yourself:</a:t>
            </a:r>
          </a:p>
          <a:p>
            <a:r>
              <a:rPr lang="en-AU" dirty="0"/>
              <a:t>Have I used mathematical language and Standard Australian English in my writing?</a:t>
            </a:r>
          </a:p>
          <a:p>
            <a:r>
              <a:rPr lang="en-AU" dirty="0"/>
              <a:t>Are my tables, graphs and diagrams correctly labelled?</a:t>
            </a:r>
          </a:p>
          <a:p>
            <a:r>
              <a:rPr lang="en-AU" dirty="0"/>
              <a:t>Have I included my calculated values as specific evidence to support my answer in my discussion?</a:t>
            </a:r>
          </a:p>
          <a:p>
            <a:r>
              <a:rPr lang="en-AU" dirty="0"/>
              <a:t>Have I compared my calculated values to references as a check for reasonableness?</a:t>
            </a:r>
          </a:p>
          <a:p>
            <a:r>
              <a:rPr lang="en-AU" dirty="0"/>
              <a:t>Make the necessary changes</a:t>
            </a:r>
          </a:p>
          <a:p>
            <a:endParaRPr lang="en-AU" dirty="0"/>
          </a:p>
        </p:txBody>
      </p:sp>
    </p:spTree>
    <p:extLst>
      <p:ext uri="{BB962C8B-B14F-4D97-AF65-F5344CB8AC3E}">
        <p14:creationId xmlns:p14="http://schemas.microsoft.com/office/powerpoint/2010/main" val="2705642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1E9D1-7065-4B00-A700-8ECD5C87931C}"/>
              </a:ext>
            </a:extLst>
          </p:cNvPr>
          <p:cNvSpPr>
            <a:spLocks noGrp="1"/>
          </p:cNvSpPr>
          <p:nvPr>
            <p:ph type="title"/>
          </p:nvPr>
        </p:nvSpPr>
        <p:spPr/>
        <p:txBody>
          <a:bodyPr/>
          <a:lstStyle/>
          <a:p>
            <a:r>
              <a:rPr lang="en-AU" dirty="0"/>
              <a:t>Marking</a:t>
            </a:r>
          </a:p>
        </p:txBody>
      </p:sp>
      <p:sp>
        <p:nvSpPr>
          <p:cNvPr id="3" name="Content Placeholder 2">
            <a:extLst>
              <a:ext uri="{FF2B5EF4-FFF2-40B4-BE49-F238E27FC236}">
                <a16:creationId xmlns:a16="http://schemas.microsoft.com/office/drawing/2014/main" id="{743B8CE1-76D9-48F6-A1F7-079CE99F6768}"/>
              </a:ext>
            </a:extLst>
          </p:cNvPr>
          <p:cNvSpPr>
            <a:spLocks noGrp="1"/>
          </p:cNvSpPr>
          <p:nvPr>
            <p:ph idx="1"/>
          </p:nvPr>
        </p:nvSpPr>
        <p:spPr/>
        <p:txBody>
          <a:bodyPr>
            <a:normAutofit/>
          </a:bodyPr>
          <a:lstStyle/>
          <a:p>
            <a:pPr marL="0" indent="0">
              <a:buNone/>
            </a:pPr>
            <a:r>
              <a:rPr lang="en-AU" sz="2800" dirty="0">
                <a:latin typeface="Calibri" panose="020F0502020204030204" pitchFamily="34" charset="0"/>
                <a:cs typeface="Calibri" panose="020F0502020204030204" pitchFamily="34" charset="0"/>
              </a:rPr>
              <a:t>You will need to use the marking rubric to mark the example answer.</a:t>
            </a:r>
          </a:p>
          <a:p>
            <a:pPr marL="0" indent="0">
              <a:buNone/>
            </a:pPr>
            <a:r>
              <a:rPr lang="en-AU" sz="2800" dirty="0">
                <a:latin typeface="Calibri" panose="020F0502020204030204" pitchFamily="34" charset="0"/>
                <a:cs typeface="Calibri" panose="020F0502020204030204" pitchFamily="34" charset="0"/>
              </a:rPr>
              <a:t>We will do this together.</a:t>
            </a:r>
          </a:p>
          <a:p>
            <a:pPr marL="0" indent="0">
              <a:buNone/>
            </a:pPr>
            <a:endParaRPr lang="en-AU"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88733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BB237-C210-4EED-ACC8-871AC0FCDA18}"/>
              </a:ext>
            </a:extLst>
          </p:cNvPr>
          <p:cNvSpPr>
            <a:spLocks noGrp="1"/>
          </p:cNvSpPr>
          <p:nvPr>
            <p:ph type="title"/>
          </p:nvPr>
        </p:nvSpPr>
        <p:spPr/>
        <p:txBody>
          <a:bodyPr/>
          <a:lstStyle/>
          <a:p>
            <a:r>
              <a:rPr lang="en-AU" dirty="0"/>
              <a:t>Example Answer – Interpreting the task and identifying the mathematics</a:t>
            </a:r>
          </a:p>
        </p:txBody>
      </p:sp>
      <p:pic>
        <p:nvPicPr>
          <p:cNvPr id="5" name="Content Placeholder 4">
            <a:extLst>
              <a:ext uri="{FF2B5EF4-FFF2-40B4-BE49-F238E27FC236}">
                <a16:creationId xmlns:a16="http://schemas.microsoft.com/office/drawing/2014/main" id="{530F0491-6CAC-46AB-A726-857C9856BF3A}"/>
              </a:ext>
            </a:extLst>
          </p:cNvPr>
          <p:cNvPicPr>
            <a:picLocks noGrp="1" noChangeAspect="1"/>
          </p:cNvPicPr>
          <p:nvPr>
            <p:ph idx="1"/>
          </p:nvPr>
        </p:nvPicPr>
        <p:blipFill>
          <a:blip r:embed="rId3"/>
          <a:stretch>
            <a:fillRect/>
          </a:stretch>
        </p:blipFill>
        <p:spPr>
          <a:xfrm>
            <a:off x="943294" y="1844824"/>
            <a:ext cx="10911758" cy="4352518"/>
          </a:xfrm>
        </p:spPr>
      </p:pic>
    </p:spTree>
    <p:extLst>
      <p:ext uri="{BB962C8B-B14F-4D97-AF65-F5344CB8AC3E}">
        <p14:creationId xmlns:p14="http://schemas.microsoft.com/office/powerpoint/2010/main" val="27595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17902-E649-40F6-904A-91C564C21B28}"/>
              </a:ext>
            </a:extLst>
          </p:cNvPr>
          <p:cNvSpPr>
            <a:spLocks noGrp="1"/>
          </p:cNvSpPr>
          <p:nvPr>
            <p:ph type="title"/>
          </p:nvPr>
        </p:nvSpPr>
        <p:spPr/>
        <p:txBody>
          <a:bodyPr/>
          <a:lstStyle/>
          <a:p>
            <a:r>
              <a:rPr lang="en-AU" dirty="0"/>
              <a:t>Example Answer – Analyse information and data from a range of sources</a:t>
            </a:r>
          </a:p>
        </p:txBody>
      </p:sp>
      <p:pic>
        <p:nvPicPr>
          <p:cNvPr id="7" name="Content Placeholder 6">
            <a:extLst>
              <a:ext uri="{FF2B5EF4-FFF2-40B4-BE49-F238E27FC236}">
                <a16:creationId xmlns:a16="http://schemas.microsoft.com/office/drawing/2014/main" id="{0F4DF2BE-5272-464C-BC34-FF88BA537D98}"/>
              </a:ext>
            </a:extLst>
          </p:cNvPr>
          <p:cNvPicPr>
            <a:picLocks noGrp="1" noChangeAspect="1"/>
          </p:cNvPicPr>
          <p:nvPr>
            <p:ph idx="1"/>
          </p:nvPr>
        </p:nvPicPr>
        <p:blipFill>
          <a:blip r:embed="rId3"/>
          <a:stretch>
            <a:fillRect/>
          </a:stretch>
        </p:blipFill>
        <p:spPr>
          <a:xfrm>
            <a:off x="670544" y="1772816"/>
            <a:ext cx="11060898" cy="2592288"/>
          </a:xfrm>
        </p:spPr>
      </p:pic>
    </p:spTree>
    <p:extLst>
      <p:ext uri="{BB962C8B-B14F-4D97-AF65-F5344CB8AC3E}">
        <p14:creationId xmlns:p14="http://schemas.microsoft.com/office/powerpoint/2010/main" val="312958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BB5A2-9324-4DEF-9386-0C077477F5BE}"/>
              </a:ext>
            </a:extLst>
          </p:cNvPr>
          <p:cNvSpPr>
            <a:spLocks noGrp="1"/>
          </p:cNvSpPr>
          <p:nvPr>
            <p:ph type="title"/>
          </p:nvPr>
        </p:nvSpPr>
        <p:spPr/>
        <p:txBody>
          <a:bodyPr/>
          <a:lstStyle/>
          <a:p>
            <a:r>
              <a:rPr lang="en-AU" dirty="0"/>
              <a:t>Example Answer – Apply existing mathematical knowledge and strategies</a:t>
            </a:r>
          </a:p>
        </p:txBody>
      </p:sp>
      <p:pic>
        <p:nvPicPr>
          <p:cNvPr id="5" name="Content Placeholder 4">
            <a:extLst>
              <a:ext uri="{FF2B5EF4-FFF2-40B4-BE49-F238E27FC236}">
                <a16:creationId xmlns:a16="http://schemas.microsoft.com/office/drawing/2014/main" id="{09627389-0E8B-46E0-A9B0-CC59C6455B4A}"/>
              </a:ext>
            </a:extLst>
          </p:cNvPr>
          <p:cNvPicPr>
            <a:picLocks noGrp="1" noChangeAspect="1"/>
          </p:cNvPicPr>
          <p:nvPr>
            <p:ph idx="1"/>
          </p:nvPr>
        </p:nvPicPr>
        <p:blipFill>
          <a:blip r:embed="rId3"/>
          <a:stretch>
            <a:fillRect/>
          </a:stretch>
        </p:blipFill>
        <p:spPr>
          <a:xfrm>
            <a:off x="1522413" y="2253343"/>
            <a:ext cx="9144000" cy="3570514"/>
          </a:xfrm>
        </p:spPr>
      </p:pic>
    </p:spTree>
    <p:extLst>
      <p:ext uri="{BB962C8B-B14F-4D97-AF65-F5344CB8AC3E}">
        <p14:creationId xmlns:p14="http://schemas.microsoft.com/office/powerpoint/2010/main" val="2792160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5FC5F-2020-4010-9F13-97A93CDD9086}"/>
              </a:ext>
            </a:extLst>
          </p:cNvPr>
          <p:cNvSpPr>
            <a:spLocks noGrp="1"/>
          </p:cNvSpPr>
          <p:nvPr>
            <p:ph type="title"/>
          </p:nvPr>
        </p:nvSpPr>
        <p:spPr/>
        <p:txBody>
          <a:bodyPr/>
          <a:lstStyle/>
          <a:p>
            <a:r>
              <a:rPr lang="en-AU" dirty="0"/>
              <a:t>Example Answer – Verify reasonableness of solution</a:t>
            </a:r>
          </a:p>
        </p:txBody>
      </p:sp>
      <p:pic>
        <p:nvPicPr>
          <p:cNvPr id="5" name="Content Placeholder 4">
            <a:extLst>
              <a:ext uri="{FF2B5EF4-FFF2-40B4-BE49-F238E27FC236}">
                <a16:creationId xmlns:a16="http://schemas.microsoft.com/office/drawing/2014/main" id="{438A6FEC-70BA-4615-84F0-0C1E3257D6E8}"/>
              </a:ext>
            </a:extLst>
          </p:cNvPr>
          <p:cNvPicPr>
            <a:picLocks noGrp="1" noChangeAspect="1"/>
          </p:cNvPicPr>
          <p:nvPr>
            <p:ph idx="1"/>
          </p:nvPr>
        </p:nvPicPr>
        <p:blipFill>
          <a:blip r:embed="rId3"/>
          <a:stretch>
            <a:fillRect/>
          </a:stretch>
        </p:blipFill>
        <p:spPr>
          <a:xfrm>
            <a:off x="1845940" y="1694207"/>
            <a:ext cx="8928992" cy="4889155"/>
          </a:xfrm>
        </p:spPr>
      </p:pic>
    </p:spTree>
    <p:extLst>
      <p:ext uri="{BB962C8B-B14F-4D97-AF65-F5344CB8AC3E}">
        <p14:creationId xmlns:p14="http://schemas.microsoft.com/office/powerpoint/2010/main" val="1153238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AA205-7306-4C56-9460-F7F77D0467D5}"/>
              </a:ext>
            </a:extLst>
          </p:cNvPr>
          <p:cNvSpPr>
            <a:spLocks noGrp="1"/>
          </p:cNvSpPr>
          <p:nvPr>
            <p:ph type="title"/>
          </p:nvPr>
        </p:nvSpPr>
        <p:spPr/>
        <p:txBody>
          <a:bodyPr/>
          <a:lstStyle/>
          <a:p>
            <a:r>
              <a:rPr lang="en-AU" dirty="0"/>
              <a:t>Example Answer - Conclusion</a:t>
            </a:r>
          </a:p>
        </p:txBody>
      </p:sp>
      <p:pic>
        <p:nvPicPr>
          <p:cNvPr id="5" name="Content Placeholder 4">
            <a:extLst>
              <a:ext uri="{FF2B5EF4-FFF2-40B4-BE49-F238E27FC236}">
                <a16:creationId xmlns:a16="http://schemas.microsoft.com/office/drawing/2014/main" id="{CD60AA44-66B7-40B4-ACD1-B5BBBA9F6EEC}"/>
              </a:ext>
            </a:extLst>
          </p:cNvPr>
          <p:cNvPicPr>
            <a:picLocks noGrp="1" noChangeAspect="1"/>
          </p:cNvPicPr>
          <p:nvPr>
            <p:ph idx="1"/>
          </p:nvPr>
        </p:nvPicPr>
        <p:blipFill>
          <a:blip r:embed="rId3"/>
          <a:stretch>
            <a:fillRect/>
          </a:stretch>
        </p:blipFill>
        <p:spPr>
          <a:xfrm>
            <a:off x="1522412" y="1916832"/>
            <a:ext cx="9144000" cy="1316359"/>
          </a:xfrm>
        </p:spPr>
      </p:pic>
    </p:spTree>
    <p:extLst>
      <p:ext uri="{BB962C8B-B14F-4D97-AF65-F5344CB8AC3E}">
        <p14:creationId xmlns:p14="http://schemas.microsoft.com/office/powerpoint/2010/main" val="479900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2A319-244D-4CF1-9C1E-6E49BA486720}"/>
              </a:ext>
            </a:extLst>
          </p:cNvPr>
          <p:cNvSpPr>
            <a:spLocks noGrp="1"/>
          </p:cNvSpPr>
          <p:nvPr>
            <p:ph type="title"/>
          </p:nvPr>
        </p:nvSpPr>
        <p:spPr/>
        <p:txBody>
          <a:bodyPr/>
          <a:lstStyle/>
          <a:p>
            <a:r>
              <a:rPr lang="en-AU" dirty="0"/>
              <a:t>Example Answer - References</a:t>
            </a:r>
          </a:p>
        </p:txBody>
      </p:sp>
      <p:pic>
        <p:nvPicPr>
          <p:cNvPr id="5" name="Content Placeholder 4">
            <a:extLst>
              <a:ext uri="{FF2B5EF4-FFF2-40B4-BE49-F238E27FC236}">
                <a16:creationId xmlns:a16="http://schemas.microsoft.com/office/drawing/2014/main" id="{2B434280-14B6-4A47-AEDA-F1A4127E79C1}"/>
              </a:ext>
            </a:extLst>
          </p:cNvPr>
          <p:cNvPicPr>
            <a:picLocks noGrp="1" noChangeAspect="1"/>
          </p:cNvPicPr>
          <p:nvPr>
            <p:ph idx="1"/>
          </p:nvPr>
        </p:nvPicPr>
        <p:blipFill>
          <a:blip r:embed="rId3"/>
          <a:stretch>
            <a:fillRect/>
          </a:stretch>
        </p:blipFill>
        <p:spPr>
          <a:xfrm>
            <a:off x="2460868" y="1905000"/>
            <a:ext cx="7267090" cy="4267200"/>
          </a:xfrm>
        </p:spPr>
      </p:pic>
    </p:spTree>
    <p:extLst>
      <p:ext uri="{BB962C8B-B14F-4D97-AF65-F5344CB8AC3E}">
        <p14:creationId xmlns:p14="http://schemas.microsoft.com/office/powerpoint/2010/main" val="4033844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halkboard 16x9">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300000"/>
              </a:schemeClr>
            </a:gs>
            <a:gs pos="100000">
              <a:schemeClr val="phClr">
                <a:shade val="30000"/>
                <a:satMod val="200000"/>
              </a:schemeClr>
            </a:gs>
          </a:gsLst>
          <a:path path="circle">
            <a:fillToRect l="50000" t="50000" r="50000" b="50000"/>
          </a:path>
        </a:gradFill>
        <a:blipFill rotWithShape="1">
          <a:blip xmlns:r="http://schemas.openxmlformats.org/officeDocument/2006/relationships" r:embed="rId1">
            <a:duotone>
              <a:schemeClr val="phClr">
                <a:shade val="12000"/>
                <a:satMod val="240000"/>
              </a:schemeClr>
              <a:schemeClr val="phClr">
                <a:tint val="65000"/>
              </a:schemeClr>
            </a:duotone>
          </a:blip>
          <a:stretch/>
        </a:blipFill>
      </a:bgFillStyleLst>
    </a:fmtScheme>
  </a:themeElements>
  <a:objectDefaults>
    <a:spDef>
      <a:spPr>
        <a:ln>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nSpc>
            <a:spcPct val="90000"/>
          </a:lnSpc>
          <a:defRPr sz="2400"/>
        </a:defPPr>
      </a:lstStyle>
    </a:txDef>
  </a:objectDefaults>
  <a:extraClrSchemeLst/>
  <a:extLst>
    <a:ext uri="{05A4C25C-085E-4340-85A3-A5531E510DB2}">
      <thm15:themeFamily xmlns:thm15="http://schemas.microsoft.com/office/thememl/2012/main" name="TF00001018.potx" id="{D19C2884-2C55-4C1A-A5C2-5D03FF1F35A4}" vid="{5F7A9C6A-558C-4654-B762-2F22BC904FAE}"/>
    </a:ext>
  </a:extLst>
</a:theme>
</file>

<file path=ppt/theme/theme2.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Chalkboard education presentation (widescreen)</Template>
  <TotalTime>1658</TotalTime>
  <Words>687</Words>
  <Application>Microsoft Office PowerPoint</Application>
  <PresentationFormat>Custom</PresentationFormat>
  <Paragraphs>61</Paragraphs>
  <Slides>10</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Consolas</vt:lpstr>
      <vt:lpstr>Corbel</vt:lpstr>
      <vt:lpstr>Chalkboard 16x9</vt:lpstr>
      <vt:lpstr>Topic: Mathematical Thinking Process EQ: How do I write a discussion section in a Mathematics Practical Application?</vt:lpstr>
      <vt:lpstr>Verifying the Reasonableness of the Solution</vt:lpstr>
      <vt:lpstr>Communicate findings in a systematic and concise manner</vt:lpstr>
      <vt:lpstr>Marking</vt:lpstr>
      <vt:lpstr>Example Answer – Interpreting the task and identifying the mathematics</vt:lpstr>
      <vt:lpstr>Example Answer – Analyse information and data from a range of sources</vt:lpstr>
      <vt:lpstr>Example Answer – Apply existing mathematical knowledge and strategies</vt:lpstr>
      <vt:lpstr>Example Answer – Verify reasonableness of solution</vt:lpstr>
      <vt:lpstr>Example Answer - Conclusion</vt:lpstr>
      <vt:lpstr>Example Answer -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Magdeline Lum</dc:creator>
  <cp:lastModifiedBy>Magdeline Lum</cp:lastModifiedBy>
  <cp:revision>10</cp:revision>
  <dcterms:created xsi:type="dcterms:W3CDTF">2021-03-06T01:00:31Z</dcterms:created>
  <dcterms:modified xsi:type="dcterms:W3CDTF">2021-03-07T04:39:16Z</dcterms:modified>
</cp:coreProperties>
</file>