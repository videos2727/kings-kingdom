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312" r:id="rId3"/>
    <p:sldId id="311" r:id="rId4"/>
    <p:sldId id="309" r:id="rId5"/>
    <p:sldId id="313" r:id="rId6"/>
    <p:sldId id="29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>
      <p:cViewPr varScale="1">
        <p:scale>
          <a:sx n="88" d="100"/>
          <a:sy n="88" d="100"/>
        </p:scale>
        <p:origin x="909" y="3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1853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480741" y="4473116"/>
            <a:ext cx="38545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5m to cm   </a:t>
            </a:r>
            <a:endParaRPr lang="en-AU" dirty="0">
              <a:solidFill>
                <a:srgbClr val="00B050"/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AU" dirty="0"/>
              <a:t>780mm to cm  </a:t>
            </a:r>
            <a:endParaRPr lang="en-AU" dirty="0">
              <a:solidFill>
                <a:srgbClr val="00B050"/>
              </a:solidFill>
            </a:endParaRPr>
          </a:p>
          <a:p>
            <a:pPr marL="342900" indent="-342900">
              <a:buAutoNum type="arabicPeriod"/>
            </a:pPr>
            <a:r>
              <a:rPr lang="en-AU" dirty="0"/>
              <a:t>2.4km to cm   </a:t>
            </a:r>
          </a:p>
          <a:p>
            <a:r>
              <a:rPr lang="en-AU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233893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Change the following to the given units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5m to cm   5  </a:t>
                </a:r>
                <a:r>
                  <a:rPr lang="en-AU" dirty="0">
                    <a:solidFill>
                      <a:srgbClr val="00B050"/>
                    </a:solidFill>
                  </a:rPr>
                  <a:t>x100  =  </a:t>
                </a:r>
                <a:r>
                  <a:rPr lang="en-AU" dirty="0"/>
                  <a:t>500cm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AU" dirty="0"/>
                  <a:t>780mm to cm  780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 </a:t>
                </a:r>
                <a:r>
                  <a:rPr lang="en-AU" dirty="0"/>
                  <a:t> = 78cm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AU" dirty="0"/>
                  <a:t>2.4km to cm   </a:t>
                </a:r>
              </a:p>
              <a:p>
                <a:r>
                  <a:rPr lang="en-AU" dirty="0"/>
                  <a:t>	2.4 </a:t>
                </a:r>
                <a:r>
                  <a:rPr lang="en-AU" dirty="0">
                    <a:solidFill>
                      <a:srgbClr val="00B050"/>
                    </a:solidFill>
                  </a:rPr>
                  <a:t>x1000 </a:t>
                </a:r>
                <a:r>
                  <a:rPr lang="en-AU" dirty="0"/>
                  <a:t>= 2400 m </a:t>
                </a:r>
              </a:p>
              <a:p>
                <a:r>
                  <a:rPr lang="en-AU" dirty="0"/>
                  <a:t>	2400 </a:t>
                </a:r>
                <a:r>
                  <a:rPr lang="en-AU" dirty="0">
                    <a:solidFill>
                      <a:srgbClr val="00B050"/>
                    </a:solidFill>
                  </a:rPr>
                  <a:t> x 100 = </a:t>
                </a:r>
                <a:r>
                  <a:rPr lang="en-AU" dirty="0"/>
                  <a:t>240 000cm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741" y="4473116"/>
                <a:ext cx="3854581" cy="2031325"/>
              </a:xfrm>
              <a:prstGeom prst="rect">
                <a:avLst/>
              </a:prstGeom>
              <a:blipFill rotWithShape="1">
                <a:blip r:embed="rId3"/>
                <a:stretch>
                  <a:fillRect l="-1424" t="-1502" r="-633" b="-39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632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8376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0A596F-4A7A-46C6-BE12-07668FFC5273}"/>
              </a:ext>
            </a:extLst>
          </p:cNvPr>
          <p:cNvSpPr txBox="1"/>
          <p:nvPr/>
        </p:nvSpPr>
        <p:spPr>
          <a:xfrm>
            <a:off x="93471" y="1988840"/>
            <a:ext cx="2232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 the prefixes mean?</a:t>
            </a:r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96AF7C70-7F67-48EC-9FFB-9A7356110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123733"/>
              </p:ext>
            </p:extLst>
          </p:nvPr>
        </p:nvGraphicFramePr>
        <p:xfrm>
          <a:off x="2765884" y="2060848"/>
          <a:ext cx="6096000" cy="4485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5065779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2222651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9898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9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err="1"/>
                        <a:t>centi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One hundredth</a:t>
                      </a:r>
                    </a:p>
                    <a:p>
                      <a:pPr algn="ctr"/>
                      <a:r>
                        <a:rPr lang="en-AU" dirty="0"/>
                        <a:t>÷ by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dirty="0"/>
                        <a:t>Centimetre   </a:t>
                      </a:r>
                    </a:p>
                    <a:p>
                      <a:pPr algn="l"/>
                      <a:r>
                        <a:rPr lang="en-AU" dirty="0"/>
                        <a:t>100cm = 1m</a:t>
                      </a:r>
                    </a:p>
                    <a:p>
                      <a:pPr algn="l"/>
                      <a:r>
                        <a:rPr lang="en-AU" dirty="0"/>
                        <a:t>Centigrade </a:t>
                      </a:r>
                    </a:p>
                    <a:p>
                      <a:pPr algn="l"/>
                      <a:r>
                        <a:rPr lang="en-AU" dirty="0"/>
                        <a:t>100˚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938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milli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One thousandth</a:t>
                      </a:r>
                    </a:p>
                    <a:p>
                      <a:pPr algn="ctr"/>
                      <a:r>
                        <a:rPr lang="en-AU" dirty="0"/>
                        <a:t>÷ by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dirty="0"/>
                        <a:t>Millimetre</a:t>
                      </a:r>
                    </a:p>
                    <a:p>
                      <a:pPr algn="l"/>
                      <a:r>
                        <a:rPr lang="en-AU" dirty="0"/>
                        <a:t>1000mm = 1m</a:t>
                      </a:r>
                    </a:p>
                    <a:p>
                      <a:pPr algn="l"/>
                      <a:r>
                        <a:rPr lang="en-AU" dirty="0"/>
                        <a:t>Milligram </a:t>
                      </a:r>
                    </a:p>
                    <a:p>
                      <a:pPr algn="l"/>
                      <a:r>
                        <a:rPr lang="en-AU" dirty="0"/>
                        <a:t>1000mg = 1g</a:t>
                      </a:r>
                    </a:p>
                    <a:p>
                      <a:pPr algn="l"/>
                      <a:r>
                        <a:rPr lang="en-AU" dirty="0"/>
                        <a:t>Millilitre </a:t>
                      </a:r>
                    </a:p>
                    <a:p>
                      <a:pPr algn="l"/>
                      <a:r>
                        <a:rPr lang="en-AU" dirty="0"/>
                        <a:t>1000mL = 1L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128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kilo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One thousand</a:t>
                      </a:r>
                    </a:p>
                    <a:p>
                      <a:pPr algn="ctr"/>
                      <a:r>
                        <a:rPr lang="en-AU" dirty="0"/>
                        <a:t>x by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dirty="0"/>
                        <a:t>Kilogram </a:t>
                      </a:r>
                    </a:p>
                    <a:p>
                      <a:pPr algn="l"/>
                      <a:r>
                        <a:rPr lang="en-AU" dirty="0"/>
                        <a:t>1000g = 1kg</a:t>
                      </a:r>
                    </a:p>
                    <a:p>
                      <a:pPr algn="l"/>
                      <a:r>
                        <a:rPr lang="en-AU" dirty="0"/>
                        <a:t>Kilometre</a:t>
                      </a:r>
                    </a:p>
                    <a:p>
                      <a:pPr algn="l"/>
                      <a:r>
                        <a:rPr lang="en-AU"/>
                        <a:t>1000m = </a:t>
                      </a:r>
                      <a:r>
                        <a:rPr lang="en-AU" dirty="0"/>
                        <a:t>1km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713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265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317</Words>
  <Application>Microsoft Office PowerPoint</Application>
  <PresentationFormat>On-screen Show (4:3)</PresentationFormat>
  <Paragraphs>103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KEEN Stephanie [Baldivis Secondary College]</cp:lastModifiedBy>
  <cp:revision>24</cp:revision>
  <dcterms:created xsi:type="dcterms:W3CDTF">2014-05-14T02:58:57Z</dcterms:created>
  <dcterms:modified xsi:type="dcterms:W3CDTF">2021-09-06T14:16:12Z</dcterms:modified>
</cp:coreProperties>
</file>