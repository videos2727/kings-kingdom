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85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Measurement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we find perimeter?</a:t>
            </a:r>
          </a:p>
        </p:txBody>
      </p:sp>
    </p:spTree>
    <p:extLst>
      <p:ext uri="{BB962C8B-B14F-4D97-AF65-F5344CB8AC3E}">
        <p14:creationId xmlns:p14="http://schemas.microsoft.com/office/powerpoint/2010/main" val="4073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Perimeter is the total length around the outside of a shape.</a:t>
            </a:r>
          </a:p>
          <a:p>
            <a:endParaRPr lang="en-AU" dirty="0"/>
          </a:p>
          <a:p>
            <a:r>
              <a:rPr lang="en-AU" dirty="0"/>
              <a:t>What does total mean mathematically?</a:t>
            </a:r>
          </a:p>
          <a:p>
            <a:r>
              <a:rPr lang="en-AU" dirty="0"/>
              <a:t>We use it to find how much trimming we need around edges in houses, bathrooms , bedrooms etc or how much fencing material we need.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Perimeter</a:t>
            </a:r>
          </a:p>
        </p:txBody>
      </p:sp>
    </p:spTree>
    <p:extLst>
      <p:ext uri="{BB962C8B-B14F-4D97-AF65-F5344CB8AC3E}">
        <p14:creationId xmlns:p14="http://schemas.microsoft.com/office/powerpoint/2010/main" val="209153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Easy OLNA problems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7" t="29185" r="28167" b="14074"/>
          <a:stretch/>
        </p:blipFill>
        <p:spPr bwMode="auto">
          <a:xfrm>
            <a:off x="-19145" y="1268760"/>
            <a:ext cx="9067871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286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Make sure all of the units are the same before you add up!!!</a:t>
            </a:r>
          </a:p>
          <a:p>
            <a:endParaRPr lang="en-AU" dirty="0"/>
          </a:p>
          <a:p>
            <a:r>
              <a:rPr lang="en-AU" dirty="0"/>
              <a:t>Have a go at the quick sheet.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tricky part</a:t>
            </a:r>
          </a:p>
        </p:txBody>
      </p:sp>
    </p:spTree>
    <p:extLst>
      <p:ext uri="{BB962C8B-B14F-4D97-AF65-F5344CB8AC3E}">
        <p14:creationId xmlns:p14="http://schemas.microsoft.com/office/powerpoint/2010/main" val="1342598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53</TotalTime>
  <Words>83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Lucida Sans Unicode</vt:lpstr>
      <vt:lpstr>Verdana</vt:lpstr>
      <vt:lpstr>Wingdings 2</vt:lpstr>
      <vt:lpstr>Wingdings 3</vt:lpstr>
      <vt:lpstr>Concourse</vt:lpstr>
      <vt:lpstr>Measurement</vt:lpstr>
      <vt:lpstr>Perimeter</vt:lpstr>
      <vt:lpstr>Easy OLNA problems</vt:lpstr>
      <vt:lpstr>The tricky part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</dc:title>
  <dc:creator>MILLER Belinda</dc:creator>
  <cp:lastModifiedBy>KEEN Stephanie [Baldivis Secondary College]</cp:lastModifiedBy>
  <cp:revision>4</cp:revision>
  <dcterms:created xsi:type="dcterms:W3CDTF">2017-08-13T23:42:31Z</dcterms:created>
  <dcterms:modified xsi:type="dcterms:W3CDTF">2021-09-06T14:37:55Z</dcterms:modified>
</cp:coreProperties>
</file>