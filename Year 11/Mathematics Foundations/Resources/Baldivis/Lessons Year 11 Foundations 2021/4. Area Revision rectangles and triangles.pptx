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3" r:id="rId2"/>
    <p:sldId id="311" r:id="rId3"/>
    <p:sldId id="302" r:id="rId4"/>
    <p:sldId id="303" r:id="rId5"/>
    <p:sldId id="310" r:id="rId6"/>
    <p:sldId id="312" r:id="rId7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9" autoAdjust="0"/>
    <p:restoredTop sz="94309" autoAdjust="0"/>
  </p:normalViewPr>
  <p:slideViewPr>
    <p:cSldViewPr>
      <p:cViewPr varScale="1">
        <p:scale>
          <a:sx n="105" d="100"/>
          <a:sy n="105" d="100"/>
        </p:scale>
        <p:origin x="699" y="57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3864B-518A-E047-B9E7-AC624790CCF6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91D11-A9C5-2543-A4BE-6297951E8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1271323" y="277813"/>
            <a:ext cx="6477000" cy="122502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algn="l">
              <a:defRPr/>
            </a:pPr>
            <a:r>
              <a:rPr lang="en-AU" dirty="0"/>
              <a:t>Name </a:t>
            </a:r>
          </a:p>
          <a:p>
            <a:pPr algn="l">
              <a:defRPr/>
            </a:pPr>
            <a:r>
              <a:rPr lang="en-AU" dirty="0"/>
              <a:t>Class:</a:t>
            </a:r>
          </a:p>
          <a:p>
            <a:pPr algn="l">
              <a:defRPr/>
            </a:pPr>
            <a:r>
              <a:rPr lang="en-AU" dirty="0"/>
              <a:t>Teacher: </a:t>
            </a:r>
          </a:p>
          <a:p>
            <a:pPr algn="l">
              <a:defRPr/>
            </a:pPr>
            <a:r>
              <a:rPr lang="en-AU" dirty="0"/>
              <a:t>Term 3 Semester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6" y="3493240"/>
            <a:ext cx="2269238" cy="1891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94" y="1695979"/>
            <a:ext cx="1566612" cy="99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8901" y="4062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8901" y="8497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8661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827584" y="849734"/>
            <a:ext cx="0" cy="48652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-5541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035" y="-264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816" y="388071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</p:spTree>
    <p:extLst>
      <p:ext uri="{BB962C8B-B14F-4D97-AF65-F5344CB8AC3E}">
        <p14:creationId xmlns:p14="http://schemas.microsoft.com/office/powerpoint/2010/main" val="263524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67391" y="1408206"/>
            <a:ext cx="2249207" cy="1260588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26996" y="4525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6996" y="89601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9290" y="-8985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88461" y="885865"/>
            <a:ext cx="26272" cy="48291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-36405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957" y="-302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911" y="434349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4"/>
              <p:cNvSpPr txBox="1"/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67" y="1589962"/>
                <a:ext cx="1610768" cy="539270"/>
              </a:xfrm>
              <a:prstGeom prst="rect">
                <a:avLst/>
              </a:prstGeom>
              <a:blipFill>
                <a:blip r:embed="rId3"/>
                <a:stretch>
                  <a:fillRect l="-3774" t="-2273" b="-46591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5"/>
              <p:cNvSpPr txBox="1"/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000" dirty="0"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E36C0A"/>
                              </a:solidFill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E36C0A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000" i="1">
                          <a:solidFill>
                            <a:srgbClr val="E36C0A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4" y="2614976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3198" t="-1493" b="-44776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-15383" y="1653058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" y="2779435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Area of a triangle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0E5B56-DD15-4E40-A967-0A1794E46EB3}"/>
              </a:ext>
            </a:extLst>
          </p:cNvPr>
          <p:cNvPicPr/>
          <p:nvPr/>
        </p:nvPicPr>
        <p:blipFill rotWithShape="1">
          <a:blip r:embed="rId5"/>
          <a:srcRect l="2187" t="19366"/>
          <a:stretch/>
        </p:blipFill>
        <p:spPr bwMode="auto">
          <a:xfrm>
            <a:off x="2592769" y="2647049"/>
            <a:ext cx="2298890" cy="1304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94E622-2C12-4410-ADFB-FF8F9C5331FE}"/>
              </a:ext>
            </a:extLst>
          </p:cNvPr>
          <p:cNvSpPr txBox="1"/>
          <p:nvPr/>
        </p:nvSpPr>
        <p:spPr>
          <a:xfrm>
            <a:off x="2195737" y="849736"/>
            <a:ext cx="682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area of a shape is the amount of space exists inside a 2 dimensional space. The 3 basic shapes are;</a:t>
            </a:r>
          </a:p>
        </p:txBody>
      </p:sp>
    </p:spTree>
    <p:extLst>
      <p:ext uri="{BB962C8B-B14F-4D97-AF65-F5344CB8AC3E}">
        <p14:creationId xmlns:p14="http://schemas.microsoft.com/office/powerpoint/2010/main" val="2880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 animBg="1"/>
      <p:bldP spid="2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33" y="1298454"/>
            <a:ext cx="4910940" cy="13686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515" y="95440"/>
            <a:ext cx="259228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793604"/>
            <a:ext cx="4131124" cy="1365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851871-8573-4A03-A578-9203586AA853}"/>
              </a:ext>
            </a:extLst>
          </p:cNvPr>
          <p:cNvSpPr txBox="1"/>
          <p:nvPr/>
        </p:nvSpPr>
        <p:spPr>
          <a:xfrm>
            <a:off x="179512" y="479467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E7293-C9BA-47A2-BD5F-26CDA10F8C65}"/>
              </a:ext>
            </a:extLst>
          </p:cNvPr>
          <p:cNvSpPr/>
          <p:nvPr/>
        </p:nvSpPr>
        <p:spPr>
          <a:xfrm>
            <a:off x="5531033" y="379335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BBB4BF-93CD-47B4-82F0-3CC068E042FA}"/>
              </a:ext>
            </a:extLst>
          </p:cNvPr>
          <p:cNvSpPr/>
          <p:nvPr/>
        </p:nvSpPr>
        <p:spPr>
          <a:xfrm>
            <a:off x="4754209" y="2213943"/>
            <a:ext cx="2812249" cy="1467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53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028F89-0A9E-47E9-A8BB-6B84611F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97260"/>
            <a:ext cx="6516777" cy="1061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C7902E-1B1E-4A55-9551-3D0E7937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725187"/>
            <a:ext cx="2044605" cy="1061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D58B7-13F1-402B-A0EF-01C3A37735EA}"/>
              </a:ext>
            </a:extLst>
          </p:cNvPr>
          <p:cNvSpPr txBox="1"/>
          <p:nvPr/>
        </p:nvSpPr>
        <p:spPr>
          <a:xfrm>
            <a:off x="179512" y="42754"/>
            <a:ext cx="1584176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</p:txBody>
      </p:sp>
    </p:spTree>
    <p:extLst>
      <p:ext uri="{BB962C8B-B14F-4D97-AF65-F5344CB8AC3E}">
        <p14:creationId xmlns:p14="http://schemas.microsoft.com/office/powerpoint/2010/main" val="282651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5372"/>
            <a:ext cx="8877300" cy="3136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80" y="769268"/>
            <a:ext cx="5129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Remember your Conversion Caterpillar!</a:t>
            </a:r>
          </a:p>
        </p:txBody>
      </p:sp>
    </p:spTree>
    <p:extLst>
      <p:ext uri="{BB962C8B-B14F-4D97-AF65-F5344CB8AC3E}">
        <p14:creationId xmlns:p14="http://schemas.microsoft.com/office/powerpoint/2010/main" val="123486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109</Words>
  <Application>Microsoft Office PowerPoint</Application>
  <PresentationFormat>On-screen Show (16:10)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49</cp:revision>
  <dcterms:created xsi:type="dcterms:W3CDTF">2014-05-14T02:58:57Z</dcterms:created>
  <dcterms:modified xsi:type="dcterms:W3CDTF">2021-09-13T12:42:47Z</dcterms:modified>
</cp:coreProperties>
</file>