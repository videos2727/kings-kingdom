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62" r:id="rId4"/>
    <p:sldId id="263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85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Measurement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do we find the missing side length?</a:t>
            </a:r>
          </a:p>
        </p:txBody>
      </p:sp>
    </p:spTree>
    <p:extLst>
      <p:ext uri="{BB962C8B-B14F-4D97-AF65-F5344CB8AC3E}">
        <p14:creationId xmlns:p14="http://schemas.microsoft.com/office/powerpoint/2010/main" val="40738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Perimeter is the total length around the outside of a shape.</a:t>
            </a:r>
          </a:p>
          <a:p>
            <a:r>
              <a:rPr lang="en-AU" dirty="0"/>
              <a:t>If we know some of the measurements, we can work out the rest using reasoning.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Perimeter</a:t>
            </a:r>
          </a:p>
        </p:txBody>
      </p:sp>
    </p:spTree>
    <p:extLst>
      <p:ext uri="{BB962C8B-B14F-4D97-AF65-F5344CB8AC3E}">
        <p14:creationId xmlns:p14="http://schemas.microsoft.com/office/powerpoint/2010/main" val="209153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2372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444046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670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find the missing side length?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C37A64-C6B4-473E-9381-DFC22EEDD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060848"/>
            <a:ext cx="3551763" cy="202629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41A1BD1-9220-4377-8ACD-9812E0040597}"/>
              </a:ext>
            </a:extLst>
          </p:cNvPr>
          <p:cNvSpPr/>
          <p:nvPr/>
        </p:nvSpPr>
        <p:spPr>
          <a:xfrm>
            <a:off x="2699792" y="1916832"/>
            <a:ext cx="720073" cy="50405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noFill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1108D6-7648-45FD-966E-6105C3730C88}"/>
              </a:ext>
            </a:extLst>
          </p:cNvPr>
          <p:cNvSpPr/>
          <p:nvPr/>
        </p:nvSpPr>
        <p:spPr>
          <a:xfrm>
            <a:off x="3995936" y="2762591"/>
            <a:ext cx="720073" cy="50405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noFill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0F23C-B5C8-48B9-AC5D-80F9B0691A62}"/>
              </a:ext>
            </a:extLst>
          </p:cNvPr>
          <p:cNvSpPr txBox="1"/>
          <p:nvPr/>
        </p:nvSpPr>
        <p:spPr>
          <a:xfrm>
            <a:off x="2558309" y="4365104"/>
            <a:ext cx="3597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 + 28 = 37</a:t>
            </a:r>
          </a:p>
          <a:p>
            <a:endParaRPr lang="en-AU" dirty="0"/>
          </a:p>
          <a:p>
            <a:r>
              <a:rPr lang="en-AU" dirty="0"/>
              <a:t>? = 37m</a:t>
            </a:r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2372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444046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670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find the missing side length?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0F23C-B5C8-48B9-AC5D-80F9B0691A62}"/>
              </a:ext>
            </a:extLst>
          </p:cNvPr>
          <p:cNvSpPr txBox="1"/>
          <p:nvPr/>
        </p:nvSpPr>
        <p:spPr>
          <a:xfrm>
            <a:off x="3131840" y="5373216"/>
            <a:ext cx="1365619" cy="92333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? + 4 = 6</a:t>
            </a:r>
          </a:p>
          <a:p>
            <a:endParaRPr lang="en-AU" b="1" dirty="0"/>
          </a:p>
          <a:p>
            <a:r>
              <a:rPr lang="en-AU" b="1" dirty="0"/>
              <a:t>? = 2cm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AB82EE-E140-4DA0-A373-83C72B7D1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941435"/>
            <a:ext cx="6096000" cy="32670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51682F-5485-4461-8E45-7B5362855722}"/>
              </a:ext>
            </a:extLst>
          </p:cNvPr>
          <p:cNvSpPr txBox="1"/>
          <p:nvPr/>
        </p:nvSpPr>
        <p:spPr>
          <a:xfrm>
            <a:off x="7236296" y="3789040"/>
            <a:ext cx="8640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b="1" dirty="0"/>
              <a:t>4cm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629A50-F253-4240-941D-1B88699614CB}"/>
              </a:ext>
            </a:extLst>
          </p:cNvPr>
          <p:cNvSpPr txBox="1"/>
          <p:nvPr/>
        </p:nvSpPr>
        <p:spPr>
          <a:xfrm>
            <a:off x="4644008" y="4591200"/>
            <a:ext cx="12241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b="1" dirty="0"/>
              <a:t>12cm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2190A1-3306-4F39-9A1E-B48CA34D5ADA}"/>
              </a:ext>
            </a:extLst>
          </p:cNvPr>
          <p:cNvSpPr txBox="1"/>
          <p:nvPr/>
        </p:nvSpPr>
        <p:spPr>
          <a:xfrm>
            <a:off x="4067944" y="2852936"/>
            <a:ext cx="5760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b="1" dirty="0"/>
              <a:t>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1A1BD1-9220-4377-8ACD-9812E0040597}"/>
              </a:ext>
            </a:extLst>
          </p:cNvPr>
          <p:cNvSpPr/>
          <p:nvPr/>
        </p:nvSpPr>
        <p:spPr>
          <a:xfrm>
            <a:off x="3853008" y="2749961"/>
            <a:ext cx="720073" cy="50405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noFill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1108D6-7648-45FD-966E-6105C3730C88}"/>
              </a:ext>
            </a:extLst>
          </p:cNvPr>
          <p:cNvSpPr/>
          <p:nvPr/>
        </p:nvSpPr>
        <p:spPr>
          <a:xfrm>
            <a:off x="7212665" y="3717034"/>
            <a:ext cx="720073" cy="50405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noFill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9107458-8917-4077-88DF-BF44D80D7C0A}"/>
              </a:ext>
            </a:extLst>
          </p:cNvPr>
          <p:cNvSpPr/>
          <p:nvPr/>
        </p:nvSpPr>
        <p:spPr>
          <a:xfrm>
            <a:off x="3046891" y="2127557"/>
            <a:ext cx="806117" cy="5760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4F00F9B-C3C1-4AB4-9641-D2AA55FE636F}"/>
              </a:ext>
            </a:extLst>
          </p:cNvPr>
          <p:cNvSpPr/>
          <p:nvPr/>
        </p:nvSpPr>
        <p:spPr>
          <a:xfrm>
            <a:off x="5223773" y="3041469"/>
            <a:ext cx="806117" cy="5760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04814A-5492-42E2-9021-2DC260E27B77}"/>
              </a:ext>
            </a:extLst>
          </p:cNvPr>
          <p:cNvSpPr txBox="1"/>
          <p:nvPr/>
        </p:nvSpPr>
        <p:spPr>
          <a:xfrm>
            <a:off x="5626831" y="5373216"/>
            <a:ext cx="1537457" cy="92333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? + 3 = 12</a:t>
            </a:r>
          </a:p>
          <a:p>
            <a:endParaRPr lang="en-AU" b="1" dirty="0"/>
          </a:p>
          <a:p>
            <a:r>
              <a:rPr lang="en-AU" b="1" dirty="0"/>
              <a:t>? = 9cm</a:t>
            </a:r>
          </a:p>
        </p:txBody>
      </p:sp>
    </p:spTree>
    <p:extLst>
      <p:ext uri="{BB962C8B-B14F-4D97-AF65-F5344CB8AC3E}">
        <p14:creationId xmlns:p14="http://schemas.microsoft.com/office/powerpoint/2010/main" val="75982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Make sure all of the units are the same before you add up!!!</a:t>
            </a:r>
          </a:p>
          <a:p>
            <a:endParaRPr lang="en-AU" dirty="0"/>
          </a:p>
          <a:p>
            <a:r>
              <a:rPr lang="en-AU" dirty="0"/>
              <a:t>Have a go at the quick sheet.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tricky part</a:t>
            </a:r>
          </a:p>
        </p:txBody>
      </p:sp>
    </p:spTree>
    <p:extLst>
      <p:ext uri="{BB962C8B-B14F-4D97-AF65-F5344CB8AC3E}">
        <p14:creationId xmlns:p14="http://schemas.microsoft.com/office/powerpoint/2010/main" val="1342598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134</TotalTime>
  <Words>132</Words>
  <Application>Microsoft Office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Lucida Sans Unicode</vt:lpstr>
      <vt:lpstr>Verdana</vt:lpstr>
      <vt:lpstr>Wingdings 2</vt:lpstr>
      <vt:lpstr>Wingdings 3</vt:lpstr>
      <vt:lpstr>Concourse</vt:lpstr>
      <vt:lpstr>Measurement</vt:lpstr>
      <vt:lpstr>Perimeter</vt:lpstr>
      <vt:lpstr>PowerPoint Presentation</vt:lpstr>
      <vt:lpstr>PowerPoint Presentation</vt:lpstr>
      <vt:lpstr>The tricky part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</dc:title>
  <dc:creator>MILLER Belinda</dc:creator>
  <cp:lastModifiedBy>KEEN Stephanie [Baldivis Secondary College]</cp:lastModifiedBy>
  <cp:revision>5</cp:revision>
  <dcterms:created xsi:type="dcterms:W3CDTF">2017-08-13T23:42:31Z</dcterms:created>
  <dcterms:modified xsi:type="dcterms:W3CDTF">2021-09-06T15:58:30Z</dcterms:modified>
</cp:coreProperties>
</file>