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3" r:id="rId2"/>
    <p:sldId id="311" r:id="rId3"/>
    <p:sldId id="305" r:id="rId4"/>
    <p:sldId id="307" r:id="rId5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9" autoAdjust="0"/>
    <p:restoredTop sz="94309" autoAdjust="0"/>
  </p:normalViewPr>
  <p:slideViewPr>
    <p:cSldViewPr>
      <p:cViewPr>
        <p:scale>
          <a:sx n="105" d="100"/>
          <a:sy n="105" d="100"/>
        </p:scale>
        <p:origin x="699" y="69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3864B-518A-E047-B9E7-AC624790CCF6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91D11-A9C5-2543-A4BE-6297951E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1271323" y="277813"/>
            <a:ext cx="6477000" cy="122502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algn="l">
              <a:defRPr/>
            </a:pPr>
            <a:r>
              <a:rPr lang="en-AU" dirty="0"/>
              <a:t>Name </a:t>
            </a:r>
          </a:p>
          <a:p>
            <a:pPr algn="l">
              <a:defRPr/>
            </a:pPr>
            <a:r>
              <a:rPr lang="en-AU" dirty="0"/>
              <a:t>Class:</a:t>
            </a:r>
          </a:p>
          <a:p>
            <a:pPr algn="l">
              <a:defRPr/>
            </a:pPr>
            <a:r>
              <a:rPr lang="en-AU" dirty="0"/>
              <a:t>Teacher: </a:t>
            </a:r>
          </a:p>
          <a:p>
            <a:pPr algn="l">
              <a:defRPr/>
            </a:pPr>
            <a:r>
              <a:rPr lang="en-AU" dirty="0"/>
              <a:t>Term 3 Semester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6" y="3493240"/>
            <a:ext cx="2269238" cy="1891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94" y="1695979"/>
            <a:ext cx="1566612" cy="99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827584" y="849734"/>
            <a:ext cx="0" cy="48652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composite shapes?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A3637-D9A1-498B-85C2-9ED5CA39D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56955"/>
            <a:ext cx="3600397" cy="22258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F461B6-3450-4B2D-808D-DCE7392263FC}"/>
              </a:ext>
            </a:extLst>
          </p:cNvPr>
          <p:cNvSpPr txBox="1"/>
          <p:nvPr/>
        </p:nvSpPr>
        <p:spPr>
          <a:xfrm>
            <a:off x="4067944" y="1133793"/>
            <a:ext cx="507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This shapes can be split into two rectangles, a and b.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EB1687-EA5F-4AEC-8C2C-03EBA01112A0}"/>
              </a:ext>
            </a:extLst>
          </p:cNvPr>
          <p:cNvSpPr txBox="1"/>
          <p:nvPr/>
        </p:nvSpPr>
        <p:spPr>
          <a:xfrm>
            <a:off x="4139952" y="1629412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Area a:</a:t>
            </a:r>
          </a:p>
          <a:p>
            <a:endParaRPr lang="en-AU" sz="1600" dirty="0"/>
          </a:p>
          <a:p>
            <a:r>
              <a:rPr lang="en-AU" sz="1600" dirty="0"/>
              <a:t>6 x 2 = 12 cm</a:t>
            </a:r>
            <a:r>
              <a:rPr lang="en-AU" sz="1600" baseline="300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4A63F-D5C5-4FFA-B458-A2D93421FDF3}"/>
              </a:ext>
            </a:extLst>
          </p:cNvPr>
          <p:cNvSpPr txBox="1"/>
          <p:nvPr/>
        </p:nvSpPr>
        <p:spPr>
          <a:xfrm>
            <a:off x="4159670" y="2568482"/>
            <a:ext cx="4104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Area b:</a:t>
            </a:r>
          </a:p>
          <a:p>
            <a:endParaRPr lang="en-AU" sz="1800" dirty="0"/>
          </a:p>
          <a:p>
            <a:r>
              <a:rPr lang="en-AU" sz="1800" dirty="0"/>
              <a:t>6 x 4 = 24 cm</a:t>
            </a:r>
            <a:r>
              <a:rPr lang="en-AU" sz="1800" baseline="300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38093-26F8-41D6-8F9E-ABE8EAF9D4F0}"/>
              </a:ext>
            </a:extLst>
          </p:cNvPr>
          <p:cNvSpPr txBox="1"/>
          <p:nvPr/>
        </p:nvSpPr>
        <p:spPr>
          <a:xfrm>
            <a:off x="1259632" y="3793604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Total area = area a + area b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497201-DCC1-44FE-A212-CC69664BB694}"/>
              </a:ext>
            </a:extLst>
          </p:cNvPr>
          <p:cNvSpPr txBox="1"/>
          <p:nvPr/>
        </p:nvSpPr>
        <p:spPr>
          <a:xfrm>
            <a:off x="2231740" y="4294917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= 12 + 24</a:t>
            </a:r>
          </a:p>
          <a:p>
            <a:r>
              <a:rPr lang="en-AU" sz="1800" dirty="0"/>
              <a:t>= 36 cm</a:t>
            </a:r>
            <a:r>
              <a:rPr lang="en-AU" sz="18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524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69152" y="896012"/>
            <a:ext cx="28531" cy="48189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composite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1331640" y="985290"/>
            <a:ext cx="7443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find the area of  more complex shapes like the one below?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623440" y="2209428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071712" y="2209428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/>
          <p:nvPr/>
        </p:nvCxnSpPr>
        <p:spPr>
          <a:xfrm>
            <a:off x="2623440" y="3865612"/>
            <a:ext cx="43924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514532" y="3639450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467111" y="2288817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844850" y="2602661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872FC9-FE35-4294-A5E2-ABF31F08237A}"/>
              </a:ext>
            </a:extLst>
          </p:cNvPr>
          <p:cNvCxnSpPr>
            <a:cxnSpLocks/>
          </p:cNvCxnSpPr>
          <p:nvPr/>
        </p:nvCxnSpPr>
        <p:spPr>
          <a:xfrm>
            <a:off x="5072911" y="378335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A52A87-ACAA-49C1-B153-7C8079C72426}"/>
              </a:ext>
            </a:extLst>
          </p:cNvPr>
          <p:cNvSpPr txBox="1"/>
          <p:nvPr/>
        </p:nvSpPr>
        <p:spPr>
          <a:xfrm>
            <a:off x="5964003" y="355719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7286" y="4248613"/>
            <a:ext cx="8145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break it into it’s composite shapes. What two shapes is the above shape made up of?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841" y="2994089"/>
            <a:ext cx="1406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Rectangle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661" y="2980096"/>
            <a:ext cx="117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Triangle</a:t>
            </a:r>
          </a:p>
        </p:txBody>
      </p:sp>
    </p:spTree>
    <p:extLst>
      <p:ext uri="{BB962C8B-B14F-4D97-AF65-F5344CB8AC3E}">
        <p14:creationId xmlns:p14="http://schemas.microsoft.com/office/powerpoint/2010/main" val="12363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4" grpId="0"/>
      <p:bldP spid="27" grpId="0"/>
      <p:bldP spid="29" grpId="0"/>
      <p:bldP spid="3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composite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312907" y="983299"/>
            <a:ext cx="8858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shape below can be split into 2 pieces, a rectangle and a triangle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256387" y="1662104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364088" y="1641219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>
            <a:cxnSpLocks/>
          </p:cNvCxnSpPr>
          <p:nvPr/>
        </p:nvCxnSpPr>
        <p:spPr>
          <a:xfrm>
            <a:off x="2256387" y="3318288"/>
            <a:ext cx="24482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147479" y="3092126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059332" y="1649330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477797" y="2055337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E49279-A589-4CF6-9C32-667D55724AF9}"/>
              </a:ext>
            </a:extLst>
          </p:cNvPr>
          <p:cNvCxnSpPr>
            <a:cxnSpLocks/>
          </p:cNvCxnSpPr>
          <p:nvPr/>
        </p:nvCxnSpPr>
        <p:spPr>
          <a:xfrm>
            <a:off x="5364088" y="3361446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6F7DA5-F5A9-4D00-8FA6-287789656BEB}"/>
              </a:ext>
            </a:extLst>
          </p:cNvPr>
          <p:cNvSpPr txBox="1"/>
          <p:nvPr/>
        </p:nvSpPr>
        <p:spPr>
          <a:xfrm>
            <a:off x="6255180" y="3135284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2E578A-37EA-45FF-ABF2-96DE34DF180A}"/>
              </a:ext>
            </a:extLst>
          </p:cNvPr>
          <p:cNvCxnSpPr>
            <a:cxnSpLocks/>
          </p:cNvCxnSpPr>
          <p:nvPr/>
        </p:nvCxnSpPr>
        <p:spPr>
          <a:xfrm flipV="1">
            <a:off x="5239997" y="1590096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79C082-6E3B-48A0-A6DF-9D96634CA75E}"/>
              </a:ext>
            </a:extLst>
          </p:cNvPr>
          <p:cNvSpPr txBox="1"/>
          <p:nvPr/>
        </p:nvSpPr>
        <p:spPr>
          <a:xfrm rot="16200000">
            <a:off x="4658462" y="1996103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750C0-195D-415B-A134-C58A46F93C59}"/>
              </a:ext>
            </a:extLst>
          </p:cNvPr>
          <p:cNvSpPr txBox="1"/>
          <p:nvPr/>
        </p:nvSpPr>
        <p:spPr>
          <a:xfrm>
            <a:off x="220226" y="3407841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find the area of the whole shape, we find the area of the 2 shapes and add them together.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B32D-CECC-46E4-8A9A-F2FF75398612}"/>
              </a:ext>
            </a:extLst>
          </p:cNvPr>
          <p:cNvSpPr txBox="1"/>
          <p:nvPr/>
        </p:nvSpPr>
        <p:spPr>
          <a:xfrm>
            <a:off x="4676476" y="1911121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43BBB4-7074-4A3F-9293-A575003C263A}"/>
              </a:ext>
            </a:extLst>
          </p:cNvPr>
          <p:cNvSpPr txBox="1"/>
          <p:nvPr/>
        </p:nvSpPr>
        <p:spPr>
          <a:xfrm>
            <a:off x="1972305" y="416863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A=length  x width</a:t>
            </a:r>
          </a:p>
          <a:p>
            <a:r>
              <a:rPr lang="en-AU" sz="1800" dirty="0"/>
              <a:t>  = 7 x 15 cm</a:t>
            </a:r>
          </a:p>
          <a:p>
            <a:r>
              <a:rPr lang="en-AU" sz="1800" dirty="0"/>
              <a:t>   = 105cm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920299-28FA-4CD7-90AB-A05DDE5EFDA3}"/>
              </a:ext>
            </a:extLst>
          </p:cNvPr>
          <p:cNvSpPr txBox="1"/>
          <p:nvPr/>
        </p:nvSpPr>
        <p:spPr>
          <a:xfrm>
            <a:off x="5387108" y="4016991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A=1/2 x base  x height</a:t>
            </a:r>
          </a:p>
          <a:p>
            <a:r>
              <a:rPr lang="en-AU" sz="1800" dirty="0"/>
              <a:t>  = 0.5 x 7 x 5 cm</a:t>
            </a:r>
          </a:p>
          <a:p>
            <a:r>
              <a:rPr lang="en-AU" sz="1800" dirty="0"/>
              <a:t>   = 17.5 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A85A8-B67A-4D86-9397-E30E3EFD93A1}"/>
              </a:ext>
            </a:extLst>
          </p:cNvPr>
          <p:cNvSpPr txBox="1"/>
          <p:nvPr/>
        </p:nvSpPr>
        <p:spPr>
          <a:xfrm>
            <a:off x="3078473" y="5027939"/>
            <a:ext cx="420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Total area = area of rect. + area of triangle</a:t>
            </a:r>
          </a:p>
          <a:p>
            <a:r>
              <a:rPr lang="en-AU" sz="1800" dirty="0"/>
              <a:t>	= 105 + 17.5 = 122.5cm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3184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6" grpId="0" animBg="1"/>
      <p:bldP spid="24" grpId="0"/>
      <p:bldP spid="27" grpId="0"/>
      <p:bldP spid="18" grpId="0"/>
      <p:bldP spid="21" grpId="0"/>
      <p:bldP spid="22" grpId="0"/>
      <p:bldP spid="13" grpId="0"/>
      <p:bldP spid="14" grpId="0"/>
      <p:bldP spid="26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249</Words>
  <Application>Microsoft Office PowerPoint</Application>
  <PresentationFormat>On-screen Show (16:10)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50</cp:revision>
  <dcterms:created xsi:type="dcterms:W3CDTF">2014-05-14T02:58:57Z</dcterms:created>
  <dcterms:modified xsi:type="dcterms:W3CDTF">2021-09-13T13:19:12Z</dcterms:modified>
</cp:coreProperties>
</file>