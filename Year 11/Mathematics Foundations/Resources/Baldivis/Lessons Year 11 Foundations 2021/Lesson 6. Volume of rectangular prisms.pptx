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0" r:id="rId3"/>
    <p:sldId id="266" r:id="rId4"/>
    <p:sldId id="262" r:id="rId5"/>
    <p:sldId id="268" r:id="rId6"/>
    <p:sldId id="269" r:id="rId7"/>
    <p:sldId id="27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3" autoAdjust="0"/>
    <p:restoredTop sz="94660"/>
  </p:normalViewPr>
  <p:slideViewPr>
    <p:cSldViewPr snapToGrid="0">
      <p:cViewPr>
        <p:scale>
          <a:sx n="84" d="100"/>
          <a:sy n="84" d="100"/>
        </p:scale>
        <p:origin x="45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90E48-0B9C-4D0A-91D8-91B1D6A4D78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A06B3-E2F1-4054-B2F6-1A6E0BFAE1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38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169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9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4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137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515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173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10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A531-5241-474E-ABC6-9BF2E650E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BECF4-8225-4B37-9D8B-93B511B2E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D6C1-E4FA-4EE2-9EE7-A3A5A5EC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AB9FA-5872-4731-9D2A-B767E3E0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9457-B466-410E-B003-595AA240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0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814B-DD9B-4439-9FC8-537795F5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7BDA-C9D0-45C3-BA94-55092ECF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CB98A-5849-4175-9BD4-F8EDB195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5C03-0811-4524-9D62-DBBBAC11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413EC-9128-4CBA-909A-AE550E55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07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5675-A02E-4E18-B521-74B849C5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AC4A6-F76B-46B9-9DB3-14BEAEA8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FF54F-9C7C-417F-98FA-094677D1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646B-AA15-4BB2-A1F4-63BE08CE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F647-A43F-4372-AC3C-3A642F4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39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B5D4-C447-44BC-9299-BE6098D5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FCFA-019D-422A-8D38-01A473F7A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628AC-98DB-4CD4-8C5B-E36996059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7050-387C-4D04-98FD-D58A0F3B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84E00-525F-46DD-BD39-07BA8C3C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5699A-8AF6-4A17-B924-E1F819B3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45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7581-326A-4933-B5BC-D330E8E3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5C965-E36A-4969-BD4E-D9347A24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A261C-858A-4185-A080-5B749B945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4FA96-87C5-4DED-8155-80E7F3FD6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00324-916F-46A8-81D0-75527DA97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97527-5506-4D63-B62F-68EBF794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F04FE-977B-40C4-9500-C4D3A1FE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1ADF3-3D1C-4132-92EE-ACB2F106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99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F353-B9FC-4A9B-9880-3101354D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1330C-1A9E-4289-8011-186B9B34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2509C-383B-4B7E-BCB1-4000B7DF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D34C2-0317-4238-9194-AC74724C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11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CC260-AB30-494D-B691-C47B9F43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D4612-C0AF-4595-B6A8-D8A95232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DF54-C631-4F07-B2A8-1A4F61E8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12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537E-58FC-49B3-825A-3BAB25FA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FB93-8816-4185-AF76-6262D59F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F3B2B-BAB7-48D7-A613-1454C5A7E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C2C60-4840-4256-814F-00D8F66B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153B1-92AE-40C4-836B-F0608541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E6C4D-1889-4A0E-821D-F478E832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89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4DC1-6AA8-4DE9-8490-B30BC190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71C7F-CCED-4137-A4DA-D1AC1A09B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1789-CBA3-4637-A709-2C92FF037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BD1D6-7E3F-491A-850F-03A697E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47200-C329-4916-AAB0-03600EB0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C42ED-BE58-4649-873E-B81EC102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014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B90D3-DE95-4877-AF1F-A575BEBC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14F50-21A0-459E-BA23-328A1EC9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A918-6FF8-4B16-9D12-10AF0A37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61AB9-BFDF-499C-A6F8-E4A51307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3D19-334B-452F-8EC0-E65A3CC8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90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8EE29-C283-4E6C-B1EC-ACA209959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27DC5-3EC3-483C-9D00-F526BEEEE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D7954-2ADE-40BC-9557-674D2D99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7F6D-1789-4EB6-A9D0-2B9F537F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D904A-DE8D-40EC-9FC1-B835569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16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1001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0805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671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3BDE4-F575-4518-89EF-231F96ED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0F85-3B1F-43F8-8419-80583C000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C922-429B-438F-AB01-2344B0171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507A3-5E93-474E-884E-D2E2AC4AF1A8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66D9E-A21A-4ACE-899C-C41180AE8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C725E-C376-4548-A47A-61601EE0E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20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Volume of Rectangular Prism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Volume?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1927602" y="1596572"/>
                <a:ext cx="611801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the amount of space inside a three-dimensional object.</a:t>
                </a: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measured in cubic units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800" dirty="0">
                    <a:solidFill>
                      <a:srgbClr val="000000"/>
                    </a:solidFill>
                  </a:rPr>
                  <a:t>,</a:t>
                </a:r>
                <a:r>
                  <a:rPr lang="en-AU" sz="28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800" b="0" dirty="0">
                  <a:solidFill>
                    <a:srgbClr val="000000"/>
                  </a:solidFill>
                </a:endParaRP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602" y="1596572"/>
                <a:ext cx="6118012" cy="2677656"/>
              </a:xfrm>
              <a:prstGeom prst="rect">
                <a:avLst/>
              </a:prstGeom>
              <a:blipFill>
                <a:blip r:embed="rId3"/>
                <a:stretch>
                  <a:fillRect l="-1992" t="-2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CFFBB6-C248-4193-9539-A6CD4ADD4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36" y="1623368"/>
            <a:ext cx="3273283" cy="49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369" y="1511880"/>
            <a:ext cx="675726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Prisms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4090707" y="2551837"/>
            <a:ext cx="7909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0000"/>
                </a:solidFill>
              </a:rPr>
              <a:t>Volume = length x width x height </a:t>
            </a:r>
          </a:p>
          <a:p>
            <a:pPr algn="ctr"/>
            <a:endParaRPr lang="en-AU" sz="3600" dirty="0">
              <a:solidFill>
                <a:srgbClr val="000000"/>
              </a:solidFill>
            </a:endParaRPr>
          </a:p>
          <a:p>
            <a:pPr algn="ctr"/>
            <a:r>
              <a:rPr lang="en-AU" sz="3600" dirty="0">
                <a:solidFill>
                  <a:srgbClr val="000000"/>
                </a:solidFill>
              </a:rPr>
              <a:t>= L x W x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637D9-47E1-4DBA-8DCB-ACE3C8FC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2161257"/>
            <a:ext cx="4282376" cy="45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6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BAC62C-60BF-4219-A860-98A6C487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9" y="628890"/>
            <a:ext cx="4492827" cy="37261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L x W x H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2 x 1.5 x 2.5 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7.5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  <a:blipFill>
                <a:blip r:embed="rId4"/>
                <a:stretch>
                  <a:fillRect t="-3191" b="-7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D3A38-C20A-440C-AA35-1D280E41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608227"/>
            <a:ext cx="5186654" cy="315786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Area of Base x Height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90 x 10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900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  <a:blipFill>
                <a:blip r:embed="rId4"/>
                <a:stretch>
                  <a:fillRect t="-3397" b="-7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2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L x W x H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1 x 4 x 5 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  <a:blipFill>
                <a:blip r:embed="rId3"/>
                <a:stretch>
                  <a:fillRect t="-3191" b="-7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0BCE9AD-8855-44BE-B6DC-74DFE0083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6" y="403954"/>
            <a:ext cx="3075333" cy="45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9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CF98C-8D74-4A79-A44B-3582CF5D2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65" y="1697692"/>
            <a:ext cx="3209764" cy="3235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0B65B-2A31-4910-8A88-364394297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77" y="1697692"/>
            <a:ext cx="4600734" cy="28433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5F1CFCA-92E0-428B-8345-8A59B05B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Your Turn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96C35-4827-4A4F-8BA1-9FDED9A44371}"/>
              </a:ext>
            </a:extLst>
          </p:cNvPr>
          <p:cNvSpPr/>
          <p:nvPr/>
        </p:nvSpPr>
        <p:spPr>
          <a:xfrm>
            <a:off x="1098765" y="728013"/>
            <a:ext cx="5518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70C0"/>
                </a:solidFill>
              </a:rPr>
              <a:t>Find the Volume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99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26407-F5AF-4107-BDC4-8E12ACB7DA42}"/>
              </a:ext>
            </a:extLst>
          </p:cNvPr>
          <p:cNvSpPr/>
          <p:nvPr/>
        </p:nvSpPr>
        <p:spPr>
          <a:xfrm>
            <a:off x="3336771" y="2782669"/>
            <a:ext cx="5518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70C0"/>
                </a:solidFill>
              </a:rPr>
              <a:t>Worksheet - Freefall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148</Words>
  <Application>Microsoft Office PowerPoint</Application>
  <PresentationFormat>Widescreen</PresentationFormat>
  <Paragraphs>46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Kiwi School Handwriting</vt:lpstr>
      <vt:lpstr>Office Theme</vt:lpstr>
      <vt:lpstr>Volume of Rectangular Prism</vt:lpstr>
      <vt:lpstr>PowerPoint Presentation</vt:lpstr>
      <vt:lpstr>PowerPoint Presentation</vt:lpstr>
      <vt:lpstr>Practise</vt:lpstr>
      <vt:lpstr>Practise</vt:lpstr>
      <vt:lpstr>Practise</vt:lpstr>
      <vt:lpstr>Your Turn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of Rectangular Prims</dc:title>
  <dc:creator>Nine Labuschagne</dc:creator>
  <cp:lastModifiedBy>KEEN Stephanie [Baldivis Secondary College]</cp:lastModifiedBy>
  <cp:revision>13</cp:revision>
  <dcterms:created xsi:type="dcterms:W3CDTF">2018-03-12T12:07:34Z</dcterms:created>
  <dcterms:modified xsi:type="dcterms:W3CDTF">2021-09-13T13:27:43Z</dcterms:modified>
</cp:coreProperties>
</file>