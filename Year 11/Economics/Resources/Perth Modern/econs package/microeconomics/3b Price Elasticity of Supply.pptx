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721"/>
  </p:normalViewPr>
  <p:slideViewPr>
    <p:cSldViewPr>
      <p:cViewPr varScale="1">
        <p:scale>
          <a:sx n="108" d="100"/>
          <a:sy n="108" d="100"/>
        </p:scale>
        <p:origin x="1760" y="20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slide" Target="slides/slide4.xml"/><Relationship Id="rId4" Type="http://schemas.openxmlformats.org/officeDocument/2006/relationships/slide" Target="slides/slide3.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328166" y="1295400"/>
            <a:ext cx="6487668" cy="3152887"/>
          </a:xfrm>
          <a:prstGeom prst="rect">
            <a:avLst/>
          </a:prstGeo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p>
            <a:pPr marL="0" indent="0" algn="l" defTabSz="914400" rtl="0" eaLnBrk="1" latinLnBrk="0" hangingPunct="1">
              <a:spcBef>
                <a:spcPts val="2000"/>
              </a:spcBef>
              <a:buClr>
                <a:schemeClr val="accent1">
                  <a:lumMod val="60000"/>
                  <a:lumOff val="40000"/>
                </a:schemeClr>
              </a:buClr>
              <a:buSzPct val="110000"/>
              <a:buFont typeface="Wingdings 2" pitchFamily="18" charset="2"/>
              <a:buNone/>
            </a:pPr>
            <a:endParaRPr sz="3200" kern="1200">
              <a:solidFill>
                <a:schemeClr val="tx1">
                  <a:lumMod val="65000"/>
                  <a:lumOff val="35000"/>
                </a:schemeClr>
              </a:solidFill>
              <a:latin typeface="+mn-lt"/>
              <a:ea typeface="+mn-ea"/>
              <a:cs typeface="+mn-cs"/>
            </a:endParaRPr>
          </a:p>
        </p:txBody>
      </p:sp>
      <p:sp>
        <p:nvSpPr>
          <p:cNvPr id="2" name="Title 1"/>
          <p:cNvSpPr>
            <a:spLocks noGrp="1"/>
          </p:cNvSpPr>
          <p:nvPr>
            <p:ph type="ctrTitle"/>
          </p:nvPr>
        </p:nvSpPr>
        <p:spPr>
          <a:xfrm>
            <a:off x="1322921" y="1523999"/>
            <a:ext cx="6498158" cy="1724867"/>
          </a:xfrm>
        </p:spPr>
        <p:txBody>
          <a:bodyPr vert="horz" lIns="91440" tIns="45720" rIns="91440" bIns="45720" rtlCol="0" anchor="b" anchorCtr="0">
            <a:noAutofit/>
          </a:bodyPr>
          <a:lstStyle>
            <a:lvl1pPr marL="0" indent="0" algn="ctr" defTabSz="914400" rtl="0" eaLnBrk="1" latinLnBrk="0" hangingPunct="1">
              <a:spcBef>
                <a:spcPct val="0"/>
              </a:spcBef>
              <a:buClr>
                <a:schemeClr val="accent1">
                  <a:lumMod val="60000"/>
                  <a:lumOff val="40000"/>
                </a:schemeClr>
              </a:buClr>
              <a:buSzPct val="110000"/>
              <a:buFont typeface="Wingdings 2" pitchFamily="18" charset="2"/>
              <a:buNone/>
              <a:defRPr sz="4600" kern="1200">
                <a:solidFill>
                  <a:schemeClr val="accent1"/>
                </a:solidFill>
                <a:latin typeface="+mj-lt"/>
                <a:ea typeface="+mj-ea"/>
                <a:cs typeface="+mj-cs"/>
              </a:defRPr>
            </a:lvl1pPr>
          </a:lstStyle>
          <a:p>
            <a:r>
              <a:rPr lang="en-AU"/>
              <a:t>Click to edit Master title style</a:t>
            </a:r>
            <a:endParaRPr/>
          </a:p>
        </p:txBody>
      </p:sp>
      <p:sp>
        <p:nvSpPr>
          <p:cNvPr id="3" name="Subtitle 2"/>
          <p:cNvSpPr>
            <a:spLocks noGrp="1"/>
          </p:cNvSpPr>
          <p:nvPr>
            <p:ph type="subTitle" idx="1"/>
          </p:nvPr>
        </p:nvSpPr>
        <p:spPr>
          <a:xfrm>
            <a:off x="1322921" y="3299012"/>
            <a:ext cx="6498159" cy="916641"/>
          </a:xfrm>
        </p:spPr>
        <p:txBody>
          <a:bodyPr vert="horz" lIns="91440" tIns="45720" rIns="91440" bIns="45720" rtlCol="0">
            <a:normAutofit/>
          </a:bodyPr>
          <a:lstStyle>
            <a:lvl1pPr marL="0" indent="0" algn="ctr" defTabSz="914400" rtl="0" eaLnBrk="1" latinLnBrk="0" hangingPunct="1">
              <a:spcBef>
                <a:spcPts val="300"/>
              </a:spcBef>
              <a:buClr>
                <a:schemeClr val="accent1">
                  <a:lumMod val="60000"/>
                  <a:lumOff val="40000"/>
                </a:schemeClr>
              </a:buClr>
              <a:buSzPct val="110000"/>
              <a:buFont typeface="Wingdings 2" pitchFamily="18" charset="2"/>
              <a:buNone/>
              <a:defRPr sz="1800" kern="1200">
                <a:solidFill>
                  <a:schemeClr val="tx1">
                    <a:tint val="75000"/>
                  </a:schemeClr>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a:t>Click to edit Master subtitle style</a:t>
            </a:r>
            <a:endParaRPr dirty="0"/>
          </a:p>
        </p:txBody>
      </p:sp>
      <p:sp>
        <p:nvSpPr>
          <p:cNvPr id="4" name="Date Placeholder 3"/>
          <p:cNvSpPr>
            <a:spLocks noGrp="1"/>
          </p:cNvSpPr>
          <p:nvPr>
            <p:ph type="dt" sz="half" idx="10"/>
          </p:nvPr>
        </p:nvSpPr>
        <p:spPr/>
        <p:txBody>
          <a:bodyPr/>
          <a:lstStyle/>
          <a:p>
            <a:fld id="{573D5034-B4CF-451B-9784-28952F48FC33}" type="datetimeFigureOut">
              <a:rPr lang="en-AU" smtClean="0"/>
              <a:t>9/11/19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2668151-FFD3-4ADB-BB40-F3DF7B9F186D}" type="slidenum">
              <a:rPr lang="en-AU" smtClean="0"/>
              <a:t>‹#›</a:t>
            </a:fld>
            <a:endParaRPr lang="en-A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a:p>
        </p:txBody>
      </p:sp>
      <p:sp>
        <p:nvSpPr>
          <p:cNvPr id="3" name="Content Placeholder 2"/>
          <p:cNvSpPr>
            <a:spLocks noGrp="1"/>
          </p:cNvSpPr>
          <p:nvPr>
            <p:ph idx="1"/>
          </p:nvPr>
        </p:nvSpPr>
        <p:spPr/>
        <p:txBody>
          <a:bodyPr/>
          <a:lstStyle>
            <a:lvl5pPr>
              <a:defRPr/>
            </a:lvl5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Date Placeholder 3"/>
          <p:cNvSpPr>
            <a:spLocks noGrp="1"/>
          </p:cNvSpPr>
          <p:nvPr>
            <p:ph type="dt" sz="half" idx="10"/>
          </p:nvPr>
        </p:nvSpPr>
        <p:spPr/>
        <p:txBody>
          <a:bodyPr/>
          <a:lstStyle/>
          <a:p>
            <a:fld id="{573D5034-B4CF-451B-9784-28952F48FC33}" type="datetimeFigureOut">
              <a:rPr lang="en-AU" smtClean="0"/>
              <a:t>9/11/19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2668151-FFD3-4ADB-BB40-F3DF7B9F186D}"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363538" y="3352801"/>
            <a:ext cx="8416925" cy="1470025"/>
          </a:xfrm>
        </p:spPr>
        <p:txBody>
          <a:bodyPr/>
          <a:lstStyle/>
          <a:p>
            <a:r>
              <a:rPr lang="en-AU"/>
              <a:t>Click to edit Master title style</a:t>
            </a:r>
            <a:endParaRPr dirty="0"/>
          </a:p>
        </p:txBody>
      </p:sp>
      <p:sp>
        <p:nvSpPr>
          <p:cNvPr id="3" name="Subtitle 2"/>
          <p:cNvSpPr>
            <a:spLocks noGrp="1"/>
          </p:cNvSpPr>
          <p:nvPr>
            <p:ph type="subTitle" idx="1"/>
          </p:nvPr>
        </p:nvSpPr>
        <p:spPr>
          <a:xfrm>
            <a:off x="363538" y="4771029"/>
            <a:ext cx="8416925" cy="972671"/>
          </a:xfrm>
        </p:spPr>
        <p:txBody>
          <a:bodyPr>
            <a:normAutofit/>
          </a:bodyPr>
          <a:lstStyle>
            <a:lvl1pPr marL="0" indent="0" algn="ctr">
              <a:spcBef>
                <a:spcPts val="30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AU"/>
              <a:t>Click to edit Master subtitle style</a:t>
            </a:r>
            <a:endParaRPr dirty="0"/>
          </a:p>
        </p:txBody>
      </p:sp>
      <p:sp>
        <p:nvSpPr>
          <p:cNvPr id="4" name="Date Placeholder 3"/>
          <p:cNvSpPr>
            <a:spLocks noGrp="1"/>
          </p:cNvSpPr>
          <p:nvPr>
            <p:ph type="dt" sz="half" idx="10"/>
          </p:nvPr>
        </p:nvSpPr>
        <p:spPr/>
        <p:txBody>
          <a:bodyPr/>
          <a:lstStyle/>
          <a:p>
            <a:fld id="{573D5034-B4CF-451B-9784-28952F48FC33}" type="datetimeFigureOut">
              <a:rPr lang="en-AU" smtClean="0"/>
              <a:t>9/11/19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2668151-FFD3-4ADB-BB40-F3DF7B9F186D}" type="slidenum">
              <a:rPr lang="en-AU" smtClean="0"/>
              <a:t>‹#›</a:t>
            </a:fld>
            <a:endParaRPr lang="en-AU"/>
          </a:p>
        </p:txBody>
      </p:sp>
      <p:sp>
        <p:nvSpPr>
          <p:cNvPr id="9" name="Picture Placeholder 2"/>
          <p:cNvSpPr>
            <a:spLocks noGrp="1"/>
          </p:cNvSpPr>
          <p:nvPr>
            <p:ph type="pic" idx="13"/>
          </p:nvPr>
        </p:nvSpPr>
        <p:spPr>
          <a:xfrm>
            <a:off x="370980" y="363538"/>
            <a:ext cx="8402040" cy="2836862"/>
          </a:xfrm>
          <a:ln w="3175">
            <a:solidFill>
              <a:schemeClr val="bg1"/>
            </a:solidFill>
          </a:ln>
          <a:effectLst>
            <a:outerShdw blurRad="63500" sx="100500" sy="100500" algn="ctr"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a:t>Drag picture to placeholder or click icon to add</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9275" y="2403144"/>
            <a:ext cx="8056563" cy="1362075"/>
          </a:xfrm>
        </p:spPr>
        <p:txBody>
          <a:bodyPr anchor="b" anchorCtr="0"/>
          <a:lstStyle>
            <a:lvl1pPr algn="ctr">
              <a:defRPr sz="4600" b="0" cap="none" baseline="0"/>
            </a:lvl1pPr>
          </a:lstStyle>
          <a:p>
            <a:r>
              <a:rPr lang="en-AU"/>
              <a:t>Click to edit Master title style</a:t>
            </a:r>
            <a:endParaRPr/>
          </a:p>
        </p:txBody>
      </p:sp>
      <p:sp>
        <p:nvSpPr>
          <p:cNvPr id="3" name="Text Placeholder 2"/>
          <p:cNvSpPr>
            <a:spLocks noGrp="1"/>
          </p:cNvSpPr>
          <p:nvPr>
            <p:ph type="body" idx="1"/>
          </p:nvPr>
        </p:nvSpPr>
        <p:spPr>
          <a:xfrm>
            <a:off x="549275" y="3736005"/>
            <a:ext cx="8056563" cy="1500187"/>
          </a:xfrm>
        </p:spPr>
        <p:txBody>
          <a:bodyPr anchor="t" anchorCtr="0">
            <a:normAutofit/>
          </a:bodyPr>
          <a:lstStyle>
            <a:lvl1pPr marL="0" indent="0" algn="ctr">
              <a:spcBef>
                <a:spcPts val="300"/>
              </a:spcBef>
              <a:buNone/>
              <a:defRPr sz="18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AU"/>
              <a:t>Click to edit Master text styles</a:t>
            </a:r>
          </a:p>
        </p:txBody>
      </p:sp>
      <p:sp>
        <p:nvSpPr>
          <p:cNvPr id="4" name="Date Placeholder 3"/>
          <p:cNvSpPr>
            <a:spLocks noGrp="1"/>
          </p:cNvSpPr>
          <p:nvPr>
            <p:ph type="dt" sz="half" idx="10"/>
          </p:nvPr>
        </p:nvSpPr>
        <p:spPr/>
        <p:txBody>
          <a:bodyPr/>
          <a:lstStyle/>
          <a:p>
            <a:fld id="{573D5034-B4CF-451B-9784-28952F48FC33}" type="datetimeFigureOut">
              <a:rPr lang="en-AU" smtClean="0"/>
              <a:t>9/11/19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2668151-FFD3-4ADB-BB40-F3DF7B9F186D}"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49275" y="107576"/>
            <a:ext cx="8042276" cy="1336956"/>
          </a:xfrm>
        </p:spPr>
        <p:txBody>
          <a:bodyPr/>
          <a:lstStyle/>
          <a:p>
            <a:r>
              <a:rPr lang="en-AU"/>
              <a:t>Click to edit Master title style</a:t>
            </a:r>
            <a:endParaRPr/>
          </a:p>
        </p:txBody>
      </p:sp>
      <p:sp>
        <p:nvSpPr>
          <p:cNvPr id="3" name="Content Placeholder 2"/>
          <p:cNvSpPr>
            <a:spLocks noGrp="1"/>
          </p:cNvSpPr>
          <p:nvPr>
            <p:ph sz="half" idx="1"/>
          </p:nvPr>
        </p:nvSpPr>
        <p:spPr>
          <a:xfrm>
            <a:off x="549275"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Content Placeholder 3"/>
          <p:cNvSpPr>
            <a:spLocks noGrp="1"/>
          </p:cNvSpPr>
          <p:nvPr>
            <p:ph sz="half" idx="2"/>
          </p:nvPr>
        </p:nvSpPr>
        <p:spPr>
          <a:xfrm>
            <a:off x="4751071" y="1600201"/>
            <a:ext cx="3840480" cy="4343400"/>
          </a:xfrm>
        </p:spPr>
        <p:txBody>
          <a:bodyPr>
            <a:normAutofit/>
          </a:bodyPr>
          <a:lstStyle>
            <a:lvl1pPr>
              <a:spcBef>
                <a:spcPts val="1600"/>
              </a:spcBef>
              <a:defRPr sz="20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5" name="Date Placeholder 4"/>
          <p:cNvSpPr>
            <a:spLocks noGrp="1"/>
          </p:cNvSpPr>
          <p:nvPr>
            <p:ph type="dt" sz="half" idx="10"/>
          </p:nvPr>
        </p:nvSpPr>
        <p:spPr/>
        <p:txBody>
          <a:bodyPr/>
          <a:lstStyle/>
          <a:p>
            <a:fld id="{573D5034-B4CF-451B-9784-28952F48FC33}" type="datetimeFigureOut">
              <a:rPr lang="en-AU" smtClean="0"/>
              <a:t>9/11/19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2668151-FFD3-4ADB-BB40-F3DF7B9F186D}"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49274" y="107576"/>
            <a:ext cx="8042276" cy="1336956"/>
          </a:xfrm>
        </p:spPr>
        <p:txBody>
          <a:bodyPr/>
          <a:lstStyle>
            <a:lvl1pPr>
              <a:defRPr/>
            </a:lvl1pPr>
          </a:lstStyle>
          <a:p>
            <a:r>
              <a:rPr lang="en-AU"/>
              <a:t>Click to edit Master title style</a:t>
            </a:r>
            <a:endParaRPr/>
          </a:p>
        </p:txBody>
      </p:sp>
      <p:sp>
        <p:nvSpPr>
          <p:cNvPr id="3" name="Text Placeholder 2"/>
          <p:cNvSpPr>
            <a:spLocks noGrp="1"/>
          </p:cNvSpPr>
          <p:nvPr>
            <p:ph type="body" idx="1"/>
          </p:nvPr>
        </p:nvSpPr>
        <p:spPr>
          <a:xfrm>
            <a:off x="549274"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4" name="Content Placeholder 3"/>
          <p:cNvSpPr>
            <a:spLocks noGrp="1"/>
          </p:cNvSpPr>
          <p:nvPr>
            <p:ph sz="half" idx="2"/>
          </p:nvPr>
        </p:nvSpPr>
        <p:spPr>
          <a:xfrm>
            <a:off x="549274"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5" name="Text Placeholder 4"/>
          <p:cNvSpPr>
            <a:spLocks noGrp="1"/>
          </p:cNvSpPr>
          <p:nvPr>
            <p:ph type="body" sz="quarter" idx="3"/>
          </p:nvPr>
        </p:nvSpPr>
        <p:spPr>
          <a:xfrm>
            <a:off x="4751070" y="1453224"/>
            <a:ext cx="3840480" cy="750887"/>
          </a:xfrm>
        </p:spPr>
        <p:txBody>
          <a:bodyPr anchor="b">
            <a:noAutofit/>
          </a:bodyPr>
          <a:lstStyle>
            <a:lvl1pPr marL="0" indent="0" algn="ctr">
              <a:spcBef>
                <a:spcPts val="0"/>
              </a:spcBef>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AU"/>
              <a:t>Click to edit Master text styles</a:t>
            </a:r>
          </a:p>
        </p:txBody>
      </p:sp>
      <p:sp>
        <p:nvSpPr>
          <p:cNvPr id="6" name="Content Placeholder 5"/>
          <p:cNvSpPr>
            <a:spLocks noGrp="1"/>
          </p:cNvSpPr>
          <p:nvPr>
            <p:ph sz="quarter" idx="4"/>
          </p:nvPr>
        </p:nvSpPr>
        <p:spPr>
          <a:xfrm>
            <a:off x="4751070" y="2347415"/>
            <a:ext cx="3840480" cy="3596185"/>
          </a:xfrm>
        </p:spPr>
        <p:txBody>
          <a:bodyPr>
            <a:normAutofit/>
          </a:bodyPr>
          <a:lstStyle>
            <a:lvl1pPr>
              <a:spcBef>
                <a:spcPts val="1600"/>
              </a:spcBef>
              <a:defRPr sz="20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7" name="Date Placeholder 6"/>
          <p:cNvSpPr>
            <a:spLocks noGrp="1"/>
          </p:cNvSpPr>
          <p:nvPr>
            <p:ph type="dt" sz="half" idx="10"/>
          </p:nvPr>
        </p:nvSpPr>
        <p:spPr/>
        <p:txBody>
          <a:bodyPr/>
          <a:lstStyle/>
          <a:p>
            <a:fld id="{573D5034-B4CF-451B-9784-28952F48FC33}" type="datetimeFigureOut">
              <a:rPr lang="en-AU" smtClean="0"/>
              <a:t>9/11/19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B2668151-FFD3-4ADB-BB40-F3DF7B9F186D}"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a:p>
        </p:txBody>
      </p:sp>
      <p:sp>
        <p:nvSpPr>
          <p:cNvPr id="3" name="Date Placeholder 2"/>
          <p:cNvSpPr>
            <a:spLocks noGrp="1"/>
          </p:cNvSpPr>
          <p:nvPr>
            <p:ph type="dt" sz="half" idx="10"/>
          </p:nvPr>
        </p:nvSpPr>
        <p:spPr/>
        <p:txBody>
          <a:bodyPr/>
          <a:lstStyle/>
          <a:p>
            <a:fld id="{573D5034-B4CF-451B-9784-28952F48FC33}" type="datetimeFigureOut">
              <a:rPr lang="en-AU" smtClean="0"/>
              <a:t>9/11/19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B2668151-FFD3-4ADB-BB40-F3DF7B9F186D}"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3D5034-B4CF-451B-9784-28952F48FC33}" type="datetimeFigureOut">
              <a:rPr lang="en-AU" smtClean="0"/>
              <a:t>9/11/19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B2668151-FFD3-4ADB-BB40-F3DF7B9F186D}"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9" y="611872"/>
            <a:ext cx="3840480" cy="1162050"/>
          </a:xfrm>
        </p:spPr>
        <p:txBody>
          <a:bodyPr anchor="b"/>
          <a:lstStyle>
            <a:lvl1pPr algn="ctr">
              <a:defRPr sz="3600" b="0"/>
            </a:lvl1pPr>
          </a:lstStyle>
          <a:p>
            <a:r>
              <a:rPr lang="en-AU"/>
              <a:t>Click to edit Master title style</a:t>
            </a:r>
            <a:endParaRPr/>
          </a:p>
        </p:txBody>
      </p:sp>
      <p:sp>
        <p:nvSpPr>
          <p:cNvPr id="3" name="Content Placeholder 2"/>
          <p:cNvSpPr>
            <a:spLocks noGrp="1"/>
          </p:cNvSpPr>
          <p:nvPr>
            <p:ph idx="1"/>
          </p:nvPr>
        </p:nvSpPr>
        <p:spPr>
          <a:xfrm>
            <a:off x="4742824" y="368300"/>
            <a:ext cx="3840480" cy="5575300"/>
          </a:xfrm>
        </p:spPr>
        <p:txBody>
          <a:bodyPr>
            <a:normAutofit/>
          </a:bodyPr>
          <a:lstStyle>
            <a:lvl1pPr>
              <a:spcBef>
                <a:spcPts val="2000"/>
              </a:spcBef>
              <a:defRPr sz="2200"/>
            </a:lvl1pPr>
            <a:lvl2pPr>
              <a:defRPr sz="20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Text Placeholder 3"/>
          <p:cNvSpPr>
            <a:spLocks noGrp="1"/>
          </p:cNvSpPr>
          <p:nvPr>
            <p:ph type="body" sz="half" idx="2"/>
          </p:nvPr>
        </p:nvSpPr>
        <p:spPr>
          <a:xfrm>
            <a:off x="533399" y="1787856"/>
            <a:ext cx="3840480" cy="372015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Date Placeholder 4"/>
          <p:cNvSpPr>
            <a:spLocks noGrp="1"/>
          </p:cNvSpPr>
          <p:nvPr>
            <p:ph type="dt" sz="half" idx="10"/>
          </p:nvPr>
        </p:nvSpPr>
        <p:spPr/>
        <p:txBody>
          <a:bodyPr/>
          <a:lstStyle/>
          <a:p>
            <a:fld id="{573D5034-B4CF-451B-9784-28952F48FC33}" type="datetimeFigureOut">
              <a:rPr lang="en-AU" smtClean="0"/>
              <a:t>9/11/19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2668151-FFD3-4ADB-BB40-F3DF7B9F186D}" type="slidenum">
              <a:rPr lang="en-AU" smtClean="0"/>
              <a:t>‹#›</a:t>
            </a:fld>
            <a:endParaRPr lang="en-A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398" y="611872"/>
            <a:ext cx="4079545" cy="1162050"/>
          </a:xfrm>
        </p:spPr>
        <p:txBody>
          <a:bodyPr anchor="b"/>
          <a:lstStyle>
            <a:lvl1pPr algn="ctr">
              <a:defRPr sz="3600" b="0"/>
            </a:lvl1pPr>
          </a:lstStyle>
          <a:p>
            <a:r>
              <a:rPr lang="en-AU"/>
              <a:t>Click to edit Master title style</a:t>
            </a:r>
            <a:endParaRPr/>
          </a:p>
        </p:txBody>
      </p:sp>
      <p:sp>
        <p:nvSpPr>
          <p:cNvPr id="4" name="Text Placeholder 3"/>
          <p:cNvSpPr>
            <a:spLocks noGrp="1"/>
          </p:cNvSpPr>
          <p:nvPr>
            <p:ph type="body" sz="half" idx="2"/>
          </p:nvPr>
        </p:nvSpPr>
        <p:spPr>
          <a:xfrm>
            <a:off x="533398" y="1787856"/>
            <a:ext cx="4079545" cy="372015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AU"/>
              <a:t>Click to edit Master text styles</a:t>
            </a:r>
          </a:p>
        </p:txBody>
      </p:sp>
      <p:sp>
        <p:nvSpPr>
          <p:cNvPr id="5" name="Date Placeholder 4"/>
          <p:cNvSpPr>
            <a:spLocks noGrp="1"/>
          </p:cNvSpPr>
          <p:nvPr>
            <p:ph type="dt" sz="half" idx="10"/>
          </p:nvPr>
        </p:nvSpPr>
        <p:spPr/>
        <p:txBody>
          <a:bodyPr/>
          <a:lstStyle/>
          <a:p>
            <a:fld id="{573D5034-B4CF-451B-9784-28952F48FC33}" type="datetimeFigureOut">
              <a:rPr lang="en-AU" smtClean="0"/>
              <a:t>9/11/19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B2668151-FFD3-4ADB-BB40-F3DF7B9F186D}" type="slidenum">
              <a:rPr lang="en-AU" smtClean="0"/>
              <a:t>‹#›</a:t>
            </a:fld>
            <a:endParaRPr lang="en-AU"/>
          </a:p>
        </p:txBody>
      </p:sp>
      <p:sp>
        <p:nvSpPr>
          <p:cNvPr id="8" name="Picture Placeholder 2"/>
          <p:cNvSpPr>
            <a:spLocks noGrp="1"/>
          </p:cNvSpPr>
          <p:nvPr>
            <p:ph type="pic" idx="1"/>
          </p:nvPr>
        </p:nvSpPr>
        <p:spPr>
          <a:xfrm>
            <a:off x="5090617" y="359392"/>
            <a:ext cx="3657600" cy="5318077"/>
          </a:xfrm>
          <a:ln w="3175">
            <a:solidFill>
              <a:schemeClr val="bg1"/>
            </a:solidFill>
          </a:ln>
          <a:effectLst>
            <a:outerShdw blurRad="63500" sx="100500" sy="100500" algn="ctr" rotWithShape="0">
              <a:prstClr val="black">
                <a:alpha val="50000"/>
              </a:prstClr>
            </a:outerShdw>
          </a:effectLst>
        </p:spPr>
        <p:txBody>
          <a:bodyPr vert="horz" lIns="91440" tIns="45720" rIns="91440" bIns="45720" rtlCol="0">
            <a:normAutofit/>
          </a:bodyPr>
          <a:lstStyle>
            <a:lvl1pPr marL="0" indent="0" algn="l" defTabSz="914400" rtl="0" eaLnBrk="1" latinLnBrk="0" hangingPunct="1">
              <a:spcBef>
                <a:spcPts val="2000"/>
              </a:spcBef>
              <a:buClr>
                <a:schemeClr val="accent1">
                  <a:lumMod val="60000"/>
                  <a:lumOff val="40000"/>
                </a:schemeClr>
              </a:buClr>
              <a:buSzPct val="110000"/>
              <a:buFont typeface="Wingdings 2" pitchFamily="18" charset="2"/>
              <a:buNone/>
              <a:defRPr sz="3200" kern="1200">
                <a:solidFill>
                  <a:schemeClr val="tx1">
                    <a:lumMod val="65000"/>
                    <a:lumOff val="35000"/>
                  </a:schemeClr>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AU"/>
              <a:t>Drag picture to placeholder or click icon to add</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Date Placeholder 3"/>
          <p:cNvSpPr>
            <a:spLocks noGrp="1"/>
          </p:cNvSpPr>
          <p:nvPr>
            <p:ph type="dt" sz="half" idx="10"/>
          </p:nvPr>
        </p:nvSpPr>
        <p:spPr/>
        <p:txBody>
          <a:bodyPr/>
          <a:lstStyle/>
          <a:p>
            <a:fld id="{573D5034-B4CF-451B-9784-28952F48FC33}" type="datetimeFigureOut">
              <a:rPr lang="en-AU" smtClean="0"/>
              <a:t>9/11/19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2668151-FFD3-4ADB-BB40-F3DF7B9F186D}" type="slidenum">
              <a:rPr lang="en-AU" smtClean="0"/>
              <a:t>‹#›</a:t>
            </a:fld>
            <a:endParaRPr lang="en-AU"/>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9792" y="368301"/>
            <a:ext cx="1524000" cy="5575300"/>
          </a:xfrm>
        </p:spPr>
        <p:txBody>
          <a:bodyPr vert="eaVert"/>
          <a:lstStyle/>
          <a:p>
            <a:r>
              <a:rPr lang="en-AU"/>
              <a:t>Click to edit Master title style</a:t>
            </a:r>
            <a:endParaRPr/>
          </a:p>
        </p:txBody>
      </p:sp>
      <p:sp>
        <p:nvSpPr>
          <p:cNvPr id="3" name="Vertical Text Placeholder 2"/>
          <p:cNvSpPr>
            <a:spLocks noGrp="1"/>
          </p:cNvSpPr>
          <p:nvPr>
            <p:ph type="body" orient="vert" idx="1"/>
          </p:nvPr>
        </p:nvSpPr>
        <p:spPr>
          <a:xfrm>
            <a:off x="549274" y="368301"/>
            <a:ext cx="6689726" cy="5575300"/>
          </a:xfrm>
        </p:spPr>
        <p:txBody>
          <a:bodyPr vert="eaVert"/>
          <a:lstStyle>
            <a:lvl5pPr>
              <a:defRPr/>
            </a:lvl5p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Date Placeholder 3"/>
          <p:cNvSpPr>
            <a:spLocks noGrp="1"/>
          </p:cNvSpPr>
          <p:nvPr>
            <p:ph type="dt" sz="half" idx="10"/>
          </p:nvPr>
        </p:nvSpPr>
        <p:spPr/>
        <p:txBody>
          <a:bodyPr/>
          <a:lstStyle/>
          <a:p>
            <a:fld id="{573D5034-B4CF-451B-9784-28952F48FC33}" type="datetimeFigureOut">
              <a:rPr lang="en-AU" smtClean="0"/>
              <a:t>9/11/19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B2668151-FFD3-4ADB-BB40-F3DF7B9F186D}"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9275" y="107576"/>
            <a:ext cx="8042276" cy="1336956"/>
          </a:xfrm>
          <a:prstGeom prst="rect">
            <a:avLst/>
          </a:prstGeom>
        </p:spPr>
        <p:txBody>
          <a:bodyPr vert="horz" lIns="91440" tIns="45720" rIns="91440" bIns="45720" rtlCol="0" anchor="b" anchorCtr="0">
            <a:noAutofit/>
          </a:bodyPr>
          <a:lstStyle/>
          <a:p>
            <a:r>
              <a:rPr lang="en-AU"/>
              <a:t>Click to edit Master title style</a:t>
            </a:r>
            <a:endParaRPr/>
          </a:p>
        </p:txBody>
      </p:sp>
      <p:sp>
        <p:nvSpPr>
          <p:cNvPr id="3" name="Text Placeholder 2"/>
          <p:cNvSpPr>
            <a:spLocks noGrp="1"/>
          </p:cNvSpPr>
          <p:nvPr>
            <p:ph type="body" idx="1"/>
          </p:nvPr>
        </p:nvSpPr>
        <p:spPr>
          <a:xfrm>
            <a:off x="549275" y="1600201"/>
            <a:ext cx="8042276" cy="4343400"/>
          </a:xfrm>
          <a:prstGeom prst="rect">
            <a:avLst/>
          </a:prstGeom>
        </p:spPr>
        <p:txBody>
          <a:bodyPr vert="horz" lIns="91440" tIns="45720" rIns="91440" bIns="45720" rtlCol="0">
            <a:normAutofit/>
          </a:bodyPr>
          <a:lstStyle/>
          <a:p>
            <a:pPr lvl="0"/>
            <a:r>
              <a:rPr lang="en-AU"/>
              <a:t>Click to edit Master text styles</a:t>
            </a:r>
          </a:p>
          <a:p>
            <a:pPr lvl="1"/>
            <a:r>
              <a:rPr lang="en-AU"/>
              <a:t>Second level</a:t>
            </a:r>
          </a:p>
          <a:p>
            <a:pPr lvl="2"/>
            <a:r>
              <a:rPr lang="en-AU"/>
              <a:t>Third level</a:t>
            </a:r>
          </a:p>
          <a:p>
            <a:pPr lvl="3"/>
            <a:r>
              <a:rPr lang="en-AU"/>
              <a:t>Fourth level</a:t>
            </a:r>
          </a:p>
          <a:p>
            <a:pPr lvl="4"/>
            <a:r>
              <a:rPr lang="en-AU"/>
              <a:t>Fifth level</a:t>
            </a:r>
            <a:endParaRPr dirty="0"/>
          </a:p>
        </p:txBody>
      </p:sp>
      <p:sp>
        <p:nvSpPr>
          <p:cNvPr id="4" name="Date Placeholder 3"/>
          <p:cNvSpPr>
            <a:spLocks noGrp="1"/>
          </p:cNvSpPr>
          <p:nvPr>
            <p:ph type="dt" sz="half" idx="2"/>
          </p:nvPr>
        </p:nvSpPr>
        <p:spPr>
          <a:xfrm>
            <a:off x="5629835" y="6275668"/>
            <a:ext cx="2133600" cy="365125"/>
          </a:xfrm>
          <a:prstGeom prst="rect">
            <a:avLst/>
          </a:prstGeom>
        </p:spPr>
        <p:txBody>
          <a:bodyPr vert="horz" lIns="91440" tIns="45720" rIns="91440" bIns="45720" rtlCol="0" anchor="ctr"/>
          <a:lstStyle>
            <a:lvl1pPr algn="r">
              <a:defRPr sz="1200">
                <a:solidFill>
                  <a:schemeClr val="bg1"/>
                </a:solidFill>
              </a:defRPr>
            </a:lvl1pPr>
          </a:lstStyle>
          <a:p>
            <a:fld id="{573D5034-B4CF-451B-9784-28952F48FC33}" type="datetimeFigureOut">
              <a:rPr lang="en-AU" smtClean="0"/>
              <a:t>9/11/19</a:t>
            </a:fld>
            <a:endParaRPr lang="en-AU"/>
          </a:p>
        </p:txBody>
      </p:sp>
      <p:sp>
        <p:nvSpPr>
          <p:cNvPr id="5" name="Footer Placeholder 4"/>
          <p:cNvSpPr>
            <a:spLocks noGrp="1"/>
          </p:cNvSpPr>
          <p:nvPr>
            <p:ph type="ftr" sz="quarter" idx="3"/>
          </p:nvPr>
        </p:nvSpPr>
        <p:spPr>
          <a:xfrm>
            <a:off x="264458" y="6275668"/>
            <a:ext cx="4840941" cy="365125"/>
          </a:xfrm>
          <a:prstGeom prst="rect">
            <a:avLst/>
          </a:prstGeom>
        </p:spPr>
        <p:txBody>
          <a:bodyPr vert="horz" lIns="91440" tIns="45720" rIns="91440" bIns="45720" rtlCol="0" anchor="ctr"/>
          <a:lstStyle>
            <a:lvl1pPr algn="l">
              <a:defRPr sz="1200">
                <a:solidFill>
                  <a:schemeClr val="bg1"/>
                </a:solidFill>
              </a:defRPr>
            </a:lvl1pPr>
          </a:lstStyle>
          <a:p>
            <a:endParaRPr lang="en-AU"/>
          </a:p>
        </p:txBody>
      </p:sp>
      <p:sp>
        <p:nvSpPr>
          <p:cNvPr id="6" name="Slide Number Placeholder 5"/>
          <p:cNvSpPr>
            <a:spLocks noGrp="1"/>
          </p:cNvSpPr>
          <p:nvPr>
            <p:ph type="sldNum" sz="quarter" idx="4"/>
          </p:nvPr>
        </p:nvSpPr>
        <p:spPr>
          <a:xfrm>
            <a:off x="7897906" y="6275668"/>
            <a:ext cx="990600" cy="365125"/>
          </a:xfrm>
          <a:prstGeom prst="rect">
            <a:avLst/>
          </a:prstGeom>
        </p:spPr>
        <p:txBody>
          <a:bodyPr vert="horz" lIns="91440" tIns="45720" rIns="91440" bIns="45720" rtlCol="0" anchor="ctr"/>
          <a:lstStyle>
            <a:lvl1pPr algn="r">
              <a:defRPr sz="3600">
                <a:solidFill>
                  <a:schemeClr val="bg1"/>
                </a:solidFill>
              </a:defRPr>
            </a:lvl1pPr>
          </a:lstStyle>
          <a:p>
            <a:fld id="{B2668151-FFD3-4ADB-BB40-F3DF7B9F186D}" type="slidenum">
              <a:rPr lang="en-AU" smtClean="0"/>
              <a:t>‹#›</a:t>
            </a:fld>
            <a:endParaRPr lang="en-AU"/>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defTabSz="914400" rtl="0" eaLnBrk="1" latinLnBrk="0" hangingPunct="1">
        <a:spcBef>
          <a:spcPct val="0"/>
        </a:spcBef>
        <a:buNone/>
        <a:defRPr sz="4600" kern="1200">
          <a:solidFill>
            <a:schemeClr val="accent1"/>
          </a:solidFill>
          <a:latin typeface="+mj-lt"/>
          <a:ea typeface="+mj-ea"/>
          <a:cs typeface="+mj-cs"/>
        </a:defRPr>
      </a:lvl1pPr>
    </p:titleStyle>
    <p:bodyStyle>
      <a:lvl1pPr marL="349250" indent="-349250" algn="l" defTabSz="914400" rtl="0" eaLnBrk="1" latinLnBrk="0" hangingPunct="1">
        <a:spcBef>
          <a:spcPts val="2000"/>
        </a:spcBef>
        <a:buClr>
          <a:schemeClr val="accent1">
            <a:lumMod val="60000"/>
            <a:lumOff val="40000"/>
          </a:schemeClr>
        </a:buClr>
        <a:buSzPct val="110000"/>
        <a:buFont typeface="Wingdings 2" pitchFamily="18" charset="2"/>
        <a:buChar char=""/>
        <a:defRPr sz="2400" kern="1200">
          <a:solidFill>
            <a:schemeClr val="tx1">
              <a:lumMod val="65000"/>
              <a:lumOff val="35000"/>
            </a:schemeClr>
          </a:solidFill>
          <a:latin typeface="+mn-lt"/>
          <a:ea typeface="+mn-ea"/>
          <a:cs typeface="+mn-cs"/>
        </a:defRPr>
      </a:lvl1pPr>
      <a:lvl2pPr marL="685800" indent="-336550" algn="l" defTabSz="914400" rtl="0" eaLnBrk="1" latinLnBrk="0" hangingPunct="1">
        <a:spcBef>
          <a:spcPts val="600"/>
        </a:spcBef>
        <a:buClr>
          <a:schemeClr val="accent1">
            <a:lumMod val="75000"/>
          </a:schemeClr>
        </a:buClr>
        <a:buSzPct val="110000"/>
        <a:buFont typeface="Wingdings 2" pitchFamily="18" charset="2"/>
        <a:buChar char=""/>
        <a:defRPr sz="2200" kern="1200">
          <a:solidFill>
            <a:schemeClr val="tx1">
              <a:lumMod val="65000"/>
              <a:lumOff val="35000"/>
            </a:schemeClr>
          </a:solidFill>
          <a:latin typeface="+mn-lt"/>
          <a:ea typeface="+mn-ea"/>
          <a:cs typeface="+mn-cs"/>
        </a:defRPr>
      </a:lvl2pPr>
      <a:lvl3pPr marL="96837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2000" kern="1200">
          <a:solidFill>
            <a:schemeClr val="tx1">
              <a:lumMod val="65000"/>
              <a:lumOff val="35000"/>
            </a:schemeClr>
          </a:solidFill>
          <a:latin typeface="+mn-lt"/>
          <a:ea typeface="+mn-ea"/>
          <a:cs typeface="+mn-cs"/>
        </a:defRPr>
      </a:lvl3pPr>
      <a:lvl4pPr marL="1263650" indent="-295275" algn="l" defTabSz="914400" rtl="0" eaLnBrk="1" latinLnBrk="0" hangingPunct="1">
        <a:spcBef>
          <a:spcPts val="600"/>
        </a:spcBef>
        <a:buClr>
          <a:schemeClr val="accent1">
            <a:lumMod val="75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4pPr>
      <a:lvl5pPr marL="1546225" indent="-282575" algn="l" defTabSz="914400" rtl="0" eaLnBrk="1" latinLnBrk="0" hangingPunct="1">
        <a:spcBef>
          <a:spcPts val="600"/>
        </a:spcBef>
        <a:buClr>
          <a:schemeClr val="accent1">
            <a:lumMod val="60000"/>
            <a:lumOff val="40000"/>
          </a:schemeClr>
        </a:buClr>
        <a:buSzPct val="110000"/>
        <a:buFont typeface="Wingdings 2" pitchFamily="18" charset="2"/>
        <a:buChar char=""/>
        <a:defRPr sz="1800" kern="1200">
          <a:solidFill>
            <a:schemeClr val="tx1">
              <a:lumMod val="65000"/>
              <a:lumOff val="35000"/>
            </a:schemeClr>
          </a:solidFill>
          <a:latin typeface="+mn-lt"/>
          <a:ea typeface="+mn-ea"/>
          <a:cs typeface="+mn-cs"/>
        </a:defRPr>
      </a:lvl5pPr>
      <a:lvl6pPr marL="1828800" indent="-282575" algn="l" defTabSz="914400" rtl="0" eaLnBrk="1" latinLnBrk="0" hangingPunct="1">
        <a:spcBef>
          <a:spcPct val="20000"/>
        </a:spcBef>
        <a:buClr>
          <a:schemeClr val="accent2"/>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6pPr>
      <a:lvl7pPr marL="2117725" indent="-282575" algn="l" defTabSz="914400" rtl="0" eaLnBrk="1" latinLnBrk="0" hangingPunct="1">
        <a:spcBef>
          <a:spcPct val="20000"/>
        </a:spcBef>
        <a:buClr>
          <a:schemeClr val="accent1">
            <a:lumMod val="60000"/>
            <a:lumOff val="40000"/>
          </a:schemeClr>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7pPr>
      <a:lvl8pPr marL="2398713" indent="-282575" algn="l" defTabSz="914400" rtl="0" eaLnBrk="1" latinLnBrk="0" hangingPunct="1">
        <a:spcBef>
          <a:spcPct val="20000"/>
        </a:spcBef>
        <a:buClr>
          <a:schemeClr val="accent2"/>
        </a:buClr>
        <a:buSzPct val="110000"/>
        <a:buFont typeface="Wingdings 2" pitchFamily="18" charset="2"/>
        <a:buChar char=""/>
        <a:defRPr lang="en-US" sz="1800" kern="1200" dirty="0" smtClean="0">
          <a:solidFill>
            <a:schemeClr val="tx1">
              <a:lumMod val="65000"/>
              <a:lumOff val="35000"/>
            </a:schemeClr>
          </a:solidFill>
          <a:latin typeface="+mn-lt"/>
          <a:ea typeface="+mn-ea"/>
          <a:cs typeface="+mn-cs"/>
        </a:defRPr>
      </a:lvl8pPr>
      <a:lvl9pPr marL="2689225" indent="-282575" algn="l" defTabSz="914400" rtl="0" eaLnBrk="1" latinLnBrk="0" hangingPunct="1">
        <a:spcBef>
          <a:spcPct val="20000"/>
        </a:spcBef>
        <a:buClr>
          <a:schemeClr val="accent1">
            <a:lumMod val="60000"/>
            <a:lumOff val="40000"/>
          </a:schemeClr>
        </a:buClr>
        <a:buSzPct val="110000"/>
        <a:buFont typeface="Wingdings 2" pitchFamily="18" charset="2"/>
        <a:buChar char=""/>
        <a:defRPr lang="en-US" sz="1800" kern="120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a:t>Price Elasticity of Supply</a:t>
            </a:r>
          </a:p>
        </p:txBody>
      </p:sp>
      <p:sp>
        <p:nvSpPr>
          <p:cNvPr id="3" name="Subtitle 2"/>
          <p:cNvSpPr>
            <a:spLocks noGrp="1"/>
          </p:cNvSpPr>
          <p:nvPr>
            <p:ph type="subTitle" idx="1"/>
          </p:nvPr>
        </p:nvSpPr>
        <p:spPr/>
        <p:txBody>
          <a:bodyPr/>
          <a:lstStyle/>
          <a:p>
            <a:endParaRPr lang="en-AU"/>
          </a:p>
        </p:txBody>
      </p:sp>
    </p:spTree>
    <p:extLst>
      <p:ext uri="{BB962C8B-B14F-4D97-AF65-F5344CB8AC3E}">
        <p14:creationId xmlns:p14="http://schemas.microsoft.com/office/powerpoint/2010/main" val="4231573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Definition</a:t>
            </a:r>
          </a:p>
        </p:txBody>
      </p:sp>
      <p:sp>
        <p:nvSpPr>
          <p:cNvPr id="3" name="Content Placeholder 2"/>
          <p:cNvSpPr>
            <a:spLocks noGrp="1"/>
          </p:cNvSpPr>
          <p:nvPr>
            <p:ph idx="1"/>
          </p:nvPr>
        </p:nvSpPr>
        <p:spPr/>
        <p:txBody>
          <a:bodyPr/>
          <a:lstStyle/>
          <a:p>
            <a:r>
              <a:rPr lang="en-GB" dirty="0"/>
              <a:t>Price elasticity of supply measures the responsiveness of supply to a change in the price.</a:t>
            </a:r>
            <a:endParaRPr lang="en-AU" dirty="0"/>
          </a:p>
          <a:p>
            <a:pPr marL="0" indent="0">
              <a:buNone/>
            </a:pPr>
            <a:r>
              <a:rPr lang="en-GB" dirty="0"/>
              <a:t> </a:t>
            </a:r>
            <a:endParaRPr lang="en-AU" dirty="0"/>
          </a:p>
          <a:p>
            <a:pPr marL="0" indent="0">
              <a:buNone/>
            </a:pPr>
            <a:r>
              <a:rPr lang="en-GB" dirty="0"/>
              <a:t>Price elasticity is calculated by:-</a:t>
            </a:r>
            <a:endParaRPr lang="en-AU" dirty="0"/>
          </a:p>
          <a:p>
            <a:r>
              <a:rPr lang="en-GB" u="sng" dirty="0"/>
              <a:t>% change in quantity supply</a:t>
            </a:r>
            <a:endParaRPr lang="en-AU" dirty="0"/>
          </a:p>
          <a:p>
            <a:r>
              <a:rPr lang="en-GB" dirty="0"/>
              <a:t>% change in price</a:t>
            </a:r>
            <a:endParaRPr lang="en-AU" dirty="0"/>
          </a:p>
          <a:p>
            <a:endParaRPr lang="en-AU" dirty="0"/>
          </a:p>
        </p:txBody>
      </p:sp>
    </p:spTree>
    <p:extLst>
      <p:ext uri="{BB962C8B-B14F-4D97-AF65-F5344CB8AC3E}">
        <p14:creationId xmlns:p14="http://schemas.microsoft.com/office/powerpoint/2010/main" val="15985433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Classifying PES</a:t>
            </a:r>
          </a:p>
        </p:txBody>
      </p:sp>
      <p:sp>
        <p:nvSpPr>
          <p:cNvPr id="3" name="Content Placeholder 2"/>
          <p:cNvSpPr>
            <a:spLocks noGrp="1"/>
          </p:cNvSpPr>
          <p:nvPr>
            <p:ph idx="1"/>
          </p:nvPr>
        </p:nvSpPr>
        <p:spPr/>
        <p:txBody>
          <a:bodyPr>
            <a:normAutofit fontScale="70000" lnSpcReduction="20000"/>
          </a:bodyPr>
          <a:lstStyle/>
          <a:p>
            <a:r>
              <a:rPr lang="en-AU" dirty="0"/>
              <a:t>&gt;1: Curve goes through the vertical axis</a:t>
            </a:r>
          </a:p>
          <a:p>
            <a:r>
              <a:rPr lang="en-AU" dirty="0"/>
              <a:t>&lt;1: Curve goes through the horizontal axis</a:t>
            </a:r>
          </a:p>
          <a:p>
            <a:r>
              <a:rPr lang="en-AU" dirty="0"/>
              <a:t>Perfectly elastic -  At the price of P1, the supply curve goes on forever, therefore the supply is infinite.  However, if the price falls even by a very small %, the supply will fall to zero, an infinite change.  In international trade it is often considered that the supply of wheat is infinite.  A country can have as much as they want as long as they are prepared to pay the market price.  If they are not, they get nothing.  Thus in this example wheat has a “world supply curve”.</a:t>
            </a:r>
          </a:p>
          <a:p>
            <a:r>
              <a:rPr lang="en-AU" dirty="0"/>
              <a:t> Perfectly inelastic – </a:t>
            </a:r>
          </a:p>
          <a:p>
            <a:pPr lvl="1"/>
            <a:r>
              <a:rPr lang="en-AU" dirty="0"/>
              <a:t>In the very short run it is impossible for firms to increase their production, so no matter what happens to the price the quantity supplied will not change, thus a perfectly inelastic supply curve is vertical.</a:t>
            </a:r>
          </a:p>
          <a:p>
            <a:r>
              <a:rPr lang="en-AU" dirty="0"/>
              <a:t>unitary</a:t>
            </a:r>
          </a:p>
        </p:txBody>
      </p:sp>
    </p:spTree>
    <p:extLst>
      <p:ext uri="{BB962C8B-B14F-4D97-AF65-F5344CB8AC3E}">
        <p14:creationId xmlns:p14="http://schemas.microsoft.com/office/powerpoint/2010/main" val="3615211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Factors Affecting PES</a:t>
            </a:r>
          </a:p>
        </p:txBody>
      </p:sp>
      <p:sp>
        <p:nvSpPr>
          <p:cNvPr id="3" name="Content Placeholder 2"/>
          <p:cNvSpPr>
            <a:spLocks noGrp="1"/>
          </p:cNvSpPr>
          <p:nvPr>
            <p:ph idx="1"/>
          </p:nvPr>
        </p:nvSpPr>
        <p:spPr/>
        <p:txBody>
          <a:bodyPr>
            <a:normAutofit fontScale="70000" lnSpcReduction="20000"/>
          </a:bodyPr>
          <a:lstStyle/>
          <a:p>
            <a:r>
              <a:rPr lang="en-AU" dirty="0"/>
              <a:t>Stocks and Spare Capacity – </a:t>
            </a:r>
          </a:p>
          <a:p>
            <a:pPr lvl="1"/>
            <a:r>
              <a:rPr lang="en-AU" dirty="0"/>
              <a:t>The speed at which a firm can increase their capacity will influence the PES.  If a firm holds a number of stocks then they can respond to a rise in price by allowing the stock onto the market, thus benefiting from the higher price. In this case for a product where there is easy access supply (a lot of stock) the PES will be elastic.  However, if they use the “just-in-time” method of production, then they will not be able to increase production in the short run, the PES will </a:t>
            </a:r>
            <a:r>
              <a:rPr lang="en-AU"/>
              <a:t>be inelastic.  </a:t>
            </a:r>
            <a:endParaRPr lang="en-AU" dirty="0"/>
          </a:p>
          <a:p>
            <a:pPr marL="0" indent="0">
              <a:buNone/>
            </a:pPr>
            <a:r>
              <a:rPr lang="en-AU" dirty="0"/>
              <a:t> How much costs rise as output rises – </a:t>
            </a:r>
          </a:p>
          <a:p>
            <a:pPr lvl="1"/>
            <a:r>
              <a:rPr lang="en-AU" dirty="0"/>
              <a:t>If total costs rise significantly as producers attempt to increase supply, then producers are unlikely to raise supply and the PES will be relatively inelastic.  However, if total costs do not rise as quickly, then the producer will raise the supply levels and take advantage of the slow rising costs whilst benefiting from the higher prices, thus making more profits. </a:t>
            </a:r>
          </a:p>
          <a:p>
            <a:r>
              <a:rPr lang="en-AU" dirty="0"/>
              <a:t>Time :</a:t>
            </a:r>
          </a:p>
          <a:p>
            <a:pPr lvl="1"/>
            <a:r>
              <a:rPr lang="en-AU" dirty="0"/>
              <a:t>The amount of time that is considered will alter the PES figure.  In general the longer the time period, the more elastic the PES will be.</a:t>
            </a:r>
          </a:p>
        </p:txBody>
      </p:sp>
    </p:spTree>
    <p:extLst>
      <p:ext uri="{BB962C8B-B14F-4D97-AF65-F5344CB8AC3E}">
        <p14:creationId xmlns:p14="http://schemas.microsoft.com/office/powerpoint/2010/main" val="211224501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Breeze">
      <a:dk1>
        <a:sysClr val="windowText" lastClr="000000"/>
      </a:dk1>
      <a:lt1>
        <a:sysClr val="window" lastClr="FFFFFF"/>
      </a:lt1>
      <a:dk2>
        <a:srgbClr val="09213B"/>
      </a:dk2>
      <a:lt2>
        <a:srgbClr val="D5EDF4"/>
      </a:lt2>
      <a:accent1>
        <a:srgbClr val="2C7C9F"/>
      </a:accent1>
      <a:accent2>
        <a:srgbClr val="244A58"/>
      </a:accent2>
      <a:accent3>
        <a:srgbClr val="E2751D"/>
      </a:accent3>
      <a:accent4>
        <a:srgbClr val="FFB400"/>
      </a:accent4>
      <a:accent5>
        <a:srgbClr val="7EB606"/>
      </a:accent5>
      <a:accent6>
        <a:srgbClr val="C00000"/>
      </a:accent6>
      <a:hlink>
        <a:srgbClr val="7030A0"/>
      </a:hlink>
      <a:folHlink>
        <a:srgbClr val="00B0F0"/>
      </a:folHlink>
    </a:clrScheme>
    <a:fontScheme name="Breeze">
      <a:majorFont>
        <a:latin typeface="News Gothic MT"/>
        <a:ea typeface=""/>
        <a:cs typeface=""/>
        <a:font script="Jpan" typeface="ＭＳ Ｐゴシック"/>
      </a:majorFont>
      <a:minorFont>
        <a:latin typeface="News Gothic MT"/>
        <a:ea typeface=""/>
        <a:cs typeface=""/>
        <a:font script="Jpan" typeface="ＭＳ Ｐゴシック"/>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Breeze.thmx</Template>
  <TotalTime>97</TotalTime>
  <Words>255</Words>
  <Application>Microsoft Macintosh PowerPoint</Application>
  <PresentationFormat>On-screen Show (4:3)</PresentationFormat>
  <Paragraphs>21</Paragraphs>
  <Slides>4</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News Gothic MT</vt:lpstr>
      <vt:lpstr>Wingdings 2</vt:lpstr>
      <vt:lpstr>Breeze</vt:lpstr>
      <vt:lpstr>Price Elasticity of Supply</vt:lpstr>
      <vt:lpstr>Definition</vt:lpstr>
      <vt:lpstr>Classifying PES</vt:lpstr>
      <vt:lpstr>Factors Affecting PES</vt:lpstr>
    </vt:vector>
  </TitlesOfParts>
  <Company>Perth Modern School</Company>
  <LinksUpToDate>false</LinksUpToDate>
  <SharedDoc>false</SharedDoc>
  <HyperlinksChanged>false</HyperlinksChanged>
  <AppVersion>16.0009</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Price Elasticity of Supply</dc:title>
  <dc:creator>software</dc:creator>
  <cp:lastModifiedBy>GUIGAYOMA Jenny</cp:lastModifiedBy>
  <cp:revision>5</cp:revision>
  <dcterms:created xsi:type="dcterms:W3CDTF">2012-02-26T05:41:03Z</dcterms:created>
  <dcterms:modified xsi:type="dcterms:W3CDTF">2019-11-09T04:00:06Z</dcterms:modified>
</cp:coreProperties>
</file>