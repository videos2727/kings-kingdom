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3" r:id="rId1"/>
  </p:sldMasterIdLst>
  <p:sldIdLst>
    <p:sldId id="256" r:id="rId2"/>
    <p:sldId id="257" r:id="rId3"/>
    <p:sldId id="258" r:id="rId4"/>
    <p:sldId id="259" r:id="rId5"/>
    <p:sldId id="260" r:id="rId6"/>
    <p:sldId id="272" r:id="rId7"/>
    <p:sldId id="262" r:id="rId8"/>
    <p:sldId id="263" r:id="rId9"/>
    <p:sldId id="264" r:id="rId10"/>
    <p:sldId id="265" r:id="rId11"/>
    <p:sldId id="266" r:id="rId12"/>
    <p:sldId id="267" r:id="rId13"/>
    <p:sldId id="273" r:id="rId14"/>
    <p:sldId id="268" r:id="rId15"/>
    <p:sldId id="269" r:id="rId16"/>
    <p:sldId id="270" r:id="rId17"/>
    <p:sldId id="271" r:id="rId18"/>
    <p:sldId id="274" r:id="rId19"/>
    <p:sldId id="275" r:id="rId20"/>
    <p:sldId id="276" r:id="rId21"/>
    <p:sldId id="277" r:id="rId22"/>
  </p:sldIdLst>
  <p:sldSz cx="9144000" cy="6858000" type="screen4x3"/>
  <p:notesSz cx="6858000" cy="9144000"/>
  <p:defaultTextStyle>
    <a:defPPr>
      <a:defRPr lang="en-AU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2021" autoAdjust="0"/>
    <p:restoredTop sz="94721"/>
  </p:normalViewPr>
  <p:slideViewPr>
    <p:cSldViewPr>
      <p:cViewPr varScale="1">
        <p:scale>
          <a:sx n="108" d="100"/>
          <a:sy n="108" d="100"/>
        </p:scale>
        <p:origin x="1392" y="20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showMasterPhAnim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>
            <a:extLst>
              <a:ext uri="{FF2B5EF4-FFF2-40B4-BE49-F238E27FC236}">
                <a16:creationId xmlns:a16="http://schemas.microsoft.com/office/drawing/2014/main" id="{E94E3B5F-17AA-4F5C-818B-0D5C9EB61684}"/>
              </a:ext>
            </a:extLst>
          </p:cNvPr>
          <p:cNvGrpSpPr>
            <a:grpSpLocks/>
          </p:cNvGrpSpPr>
          <p:nvPr/>
        </p:nvGrpSpPr>
        <p:grpSpPr bwMode="auto">
          <a:xfrm>
            <a:off x="0" y="0"/>
            <a:ext cx="9159875" cy="6858000"/>
            <a:chOff x="0" y="0"/>
            <a:chExt cx="5770" cy="4320"/>
          </a:xfrm>
        </p:grpSpPr>
        <p:sp>
          <p:nvSpPr>
            <p:cNvPr id="5" name="Rectangle 3">
              <a:extLst>
                <a:ext uri="{FF2B5EF4-FFF2-40B4-BE49-F238E27FC236}">
                  <a16:creationId xmlns:a16="http://schemas.microsoft.com/office/drawing/2014/main" id="{C9B91658-6743-415C-AA12-D42F1B00593C}"/>
                </a:ext>
              </a:extLst>
            </p:cNvPr>
            <p:cNvSpPr>
              <a:spLocks noChangeArrowheads="1"/>
            </p:cNvSpPr>
            <p:nvPr userDrawn="1"/>
          </p:nvSpPr>
          <p:spPr bwMode="hidden">
            <a:xfrm>
              <a:off x="5232" y="1"/>
              <a:ext cx="528" cy="4319"/>
            </a:xfrm>
            <a:prstGeom prst="rect">
              <a:avLst/>
            </a:prstGeom>
            <a:gradFill rotWithShape="0">
              <a:gsLst>
                <a:gs pos="0">
                  <a:schemeClr val="accent2"/>
                </a:gs>
                <a:gs pos="100000">
                  <a:schemeClr val="accent2">
                    <a:gamma/>
                    <a:tint val="94118"/>
                    <a:invGamma/>
                  </a:schemeClr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AU">
                <a:latin typeface="Tahoma" charset="0"/>
              </a:endParaRPr>
            </a:p>
          </p:txBody>
        </p:sp>
        <p:sp>
          <p:nvSpPr>
            <p:cNvPr id="6" name="Rectangle 4">
              <a:extLst>
                <a:ext uri="{FF2B5EF4-FFF2-40B4-BE49-F238E27FC236}">
                  <a16:creationId xmlns:a16="http://schemas.microsoft.com/office/drawing/2014/main" id="{57C22164-8447-4C79-BFDF-B6F0BBDAC315}"/>
                </a:ext>
              </a:extLst>
            </p:cNvPr>
            <p:cNvSpPr>
              <a:spLocks noChangeArrowheads="1"/>
            </p:cNvSpPr>
            <p:nvPr userDrawn="1"/>
          </p:nvSpPr>
          <p:spPr bwMode="hidden">
            <a:xfrm>
              <a:off x="1056" y="0"/>
              <a:ext cx="192" cy="4320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2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Tahoma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charset="0"/>
                </a:defRPr>
              </a:lvl9pPr>
            </a:lstStyle>
            <a:p>
              <a:pPr eaLnBrk="1" hangingPunct="1">
                <a:defRPr/>
              </a:pPr>
              <a:endParaRPr lang="en-US" altLang="en-US"/>
            </a:p>
          </p:txBody>
        </p:sp>
        <p:sp>
          <p:nvSpPr>
            <p:cNvPr id="7" name="Rectangle 5">
              <a:extLst>
                <a:ext uri="{FF2B5EF4-FFF2-40B4-BE49-F238E27FC236}">
                  <a16:creationId xmlns:a16="http://schemas.microsoft.com/office/drawing/2014/main" id="{85DD9004-95AF-44C6-BF04-02C91EB5D596}"/>
                </a:ext>
              </a:extLst>
            </p:cNvPr>
            <p:cNvSpPr>
              <a:spLocks noChangeArrowheads="1"/>
            </p:cNvSpPr>
            <p:nvPr userDrawn="1"/>
          </p:nvSpPr>
          <p:spPr bwMode="hidden">
            <a:xfrm>
              <a:off x="1728" y="0"/>
              <a:ext cx="432" cy="4320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2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Tahoma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charset="0"/>
                </a:defRPr>
              </a:lvl9pPr>
            </a:lstStyle>
            <a:p>
              <a:pPr eaLnBrk="1" hangingPunct="1">
                <a:defRPr/>
              </a:pPr>
              <a:endParaRPr lang="en-US" altLang="en-US"/>
            </a:p>
          </p:txBody>
        </p:sp>
        <p:sp>
          <p:nvSpPr>
            <p:cNvPr id="8" name="Rectangle 6">
              <a:extLst>
                <a:ext uri="{FF2B5EF4-FFF2-40B4-BE49-F238E27FC236}">
                  <a16:creationId xmlns:a16="http://schemas.microsoft.com/office/drawing/2014/main" id="{E8F021DA-340B-4901-BE82-7850AD01E9B0}"/>
                </a:ext>
              </a:extLst>
            </p:cNvPr>
            <p:cNvSpPr>
              <a:spLocks noChangeArrowheads="1"/>
            </p:cNvSpPr>
            <p:nvPr userDrawn="1"/>
          </p:nvSpPr>
          <p:spPr bwMode="hidden">
            <a:xfrm>
              <a:off x="2256" y="0"/>
              <a:ext cx="240" cy="432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Tahoma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charset="0"/>
                </a:defRPr>
              </a:lvl9pPr>
            </a:lstStyle>
            <a:p>
              <a:pPr eaLnBrk="1" hangingPunct="1">
                <a:defRPr/>
              </a:pPr>
              <a:endParaRPr lang="en-US" altLang="en-US"/>
            </a:p>
          </p:txBody>
        </p:sp>
        <p:sp>
          <p:nvSpPr>
            <p:cNvPr id="9" name="Rectangle 7">
              <a:extLst>
                <a:ext uri="{FF2B5EF4-FFF2-40B4-BE49-F238E27FC236}">
                  <a16:creationId xmlns:a16="http://schemas.microsoft.com/office/drawing/2014/main" id="{C152E402-42F1-4F7A-B6BD-9E2EC9492110}"/>
                </a:ext>
              </a:extLst>
            </p:cNvPr>
            <p:cNvSpPr>
              <a:spLocks noChangeArrowheads="1"/>
            </p:cNvSpPr>
            <p:nvPr userDrawn="1"/>
          </p:nvSpPr>
          <p:spPr bwMode="hidden">
            <a:xfrm>
              <a:off x="1344" y="0"/>
              <a:ext cx="384" cy="4320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Tahoma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charset="0"/>
                </a:defRPr>
              </a:lvl9pPr>
            </a:lstStyle>
            <a:p>
              <a:pPr eaLnBrk="1" hangingPunct="1">
                <a:defRPr/>
              </a:pPr>
              <a:endParaRPr lang="en-US" altLang="en-US"/>
            </a:p>
          </p:txBody>
        </p:sp>
        <p:sp>
          <p:nvSpPr>
            <p:cNvPr id="10" name="Rectangle 8">
              <a:extLst>
                <a:ext uri="{FF2B5EF4-FFF2-40B4-BE49-F238E27FC236}">
                  <a16:creationId xmlns:a16="http://schemas.microsoft.com/office/drawing/2014/main" id="{0ED35A95-478B-4108-BEDF-DD0DD4EAF984}"/>
                </a:ext>
              </a:extLst>
            </p:cNvPr>
            <p:cNvSpPr>
              <a:spLocks noChangeArrowheads="1"/>
            </p:cNvSpPr>
            <p:nvPr userDrawn="1"/>
          </p:nvSpPr>
          <p:spPr bwMode="hidden">
            <a:xfrm>
              <a:off x="480" y="0"/>
              <a:ext cx="576" cy="4320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Tahoma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charset="0"/>
                </a:defRPr>
              </a:lvl9pPr>
            </a:lstStyle>
            <a:p>
              <a:pPr eaLnBrk="1" hangingPunct="1">
                <a:defRPr/>
              </a:pPr>
              <a:endParaRPr lang="en-US" altLang="en-US"/>
            </a:p>
          </p:txBody>
        </p:sp>
        <p:sp>
          <p:nvSpPr>
            <p:cNvPr id="11" name="Rectangle 9">
              <a:extLst>
                <a:ext uri="{FF2B5EF4-FFF2-40B4-BE49-F238E27FC236}">
                  <a16:creationId xmlns:a16="http://schemas.microsoft.com/office/drawing/2014/main" id="{C00A5609-0E93-4053-93A0-2DE9BD2EB032}"/>
                </a:ext>
              </a:extLst>
            </p:cNvPr>
            <p:cNvSpPr>
              <a:spLocks noChangeArrowheads="1"/>
            </p:cNvSpPr>
            <p:nvPr userDrawn="1"/>
          </p:nvSpPr>
          <p:spPr bwMode="hidden">
            <a:xfrm>
              <a:off x="288" y="0"/>
              <a:ext cx="192" cy="4320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50000">
                  <a:schemeClr val="bg2">
                    <a:gamma/>
                    <a:shade val="84706"/>
                    <a:invGamma/>
                  </a:schemeClr>
                </a:gs>
                <a:gs pos="100000">
                  <a:schemeClr val="bg2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AU">
                <a:latin typeface="Tahoma" charset="0"/>
              </a:endParaRPr>
            </a:p>
          </p:txBody>
        </p:sp>
        <p:sp>
          <p:nvSpPr>
            <p:cNvPr id="12" name="Rectangle 10">
              <a:extLst>
                <a:ext uri="{FF2B5EF4-FFF2-40B4-BE49-F238E27FC236}">
                  <a16:creationId xmlns:a16="http://schemas.microsoft.com/office/drawing/2014/main" id="{E8F37703-053B-432E-A580-BE82552234FA}"/>
                </a:ext>
              </a:extLst>
            </p:cNvPr>
            <p:cNvSpPr>
              <a:spLocks noChangeArrowheads="1"/>
            </p:cNvSpPr>
            <p:nvPr userDrawn="1"/>
          </p:nvSpPr>
          <p:spPr bwMode="hidden">
            <a:xfrm>
              <a:off x="0" y="0"/>
              <a:ext cx="288" cy="4320"/>
            </a:xfrm>
            <a:prstGeom prst="rect">
              <a:avLst/>
            </a:prstGeom>
            <a:gradFill rotWithShape="0">
              <a:gsLst>
                <a:gs pos="0">
                  <a:schemeClr val="bg2">
                    <a:gamma/>
                    <a:shade val="78824"/>
                    <a:invGamma/>
                  </a:schemeClr>
                </a:gs>
                <a:gs pos="100000">
                  <a:schemeClr val="bg2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AU">
                <a:latin typeface="Tahoma" charset="0"/>
              </a:endParaRPr>
            </a:p>
          </p:txBody>
        </p:sp>
        <p:sp>
          <p:nvSpPr>
            <p:cNvPr id="13" name="Rectangle 11">
              <a:extLst>
                <a:ext uri="{FF2B5EF4-FFF2-40B4-BE49-F238E27FC236}">
                  <a16:creationId xmlns:a16="http://schemas.microsoft.com/office/drawing/2014/main" id="{D8EB1E16-B477-475B-BB22-DB60665DD369}"/>
                </a:ext>
              </a:extLst>
            </p:cNvPr>
            <p:cNvSpPr>
              <a:spLocks noChangeArrowheads="1"/>
            </p:cNvSpPr>
            <p:nvPr userDrawn="1"/>
          </p:nvSpPr>
          <p:spPr bwMode="hidden">
            <a:xfrm>
              <a:off x="2160" y="0"/>
              <a:ext cx="240" cy="4320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Tahoma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charset="0"/>
                </a:defRPr>
              </a:lvl9pPr>
            </a:lstStyle>
            <a:p>
              <a:pPr eaLnBrk="1" hangingPunct="1">
                <a:defRPr/>
              </a:pPr>
              <a:endParaRPr lang="en-US" altLang="en-US"/>
            </a:p>
          </p:txBody>
        </p:sp>
        <p:sp>
          <p:nvSpPr>
            <p:cNvPr id="14" name="Rectangle 12">
              <a:extLst>
                <a:ext uri="{FF2B5EF4-FFF2-40B4-BE49-F238E27FC236}">
                  <a16:creationId xmlns:a16="http://schemas.microsoft.com/office/drawing/2014/main" id="{08D7BF2C-74BD-499E-B984-B3C4785594E7}"/>
                </a:ext>
              </a:extLst>
            </p:cNvPr>
            <p:cNvSpPr>
              <a:spLocks noChangeArrowheads="1"/>
            </p:cNvSpPr>
            <p:nvPr userDrawn="1"/>
          </p:nvSpPr>
          <p:spPr bwMode="hidden">
            <a:xfrm>
              <a:off x="2784" y="0"/>
              <a:ext cx="528" cy="4320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2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Tahoma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charset="0"/>
                </a:defRPr>
              </a:lvl9pPr>
            </a:lstStyle>
            <a:p>
              <a:pPr eaLnBrk="1" hangingPunct="1">
                <a:defRPr/>
              </a:pPr>
              <a:endParaRPr lang="en-US" altLang="en-US"/>
            </a:p>
          </p:txBody>
        </p:sp>
        <p:sp>
          <p:nvSpPr>
            <p:cNvPr id="15" name="Rectangle 13">
              <a:extLst>
                <a:ext uri="{FF2B5EF4-FFF2-40B4-BE49-F238E27FC236}">
                  <a16:creationId xmlns:a16="http://schemas.microsoft.com/office/drawing/2014/main" id="{5FD517C8-350E-4346-B2E7-B0E1B58FEDC7}"/>
                </a:ext>
              </a:extLst>
            </p:cNvPr>
            <p:cNvSpPr>
              <a:spLocks noChangeArrowheads="1"/>
            </p:cNvSpPr>
            <p:nvPr userDrawn="1"/>
          </p:nvSpPr>
          <p:spPr bwMode="hidden">
            <a:xfrm>
              <a:off x="1248" y="0"/>
              <a:ext cx="144" cy="4320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Tahoma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charset="0"/>
                </a:defRPr>
              </a:lvl9pPr>
            </a:lstStyle>
            <a:p>
              <a:pPr eaLnBrk="1" hangingPunct="1">
                <a:defRPr/>
              </a:pPr>
              <a:endParaRPr lang="en-US" altLang="en-US"/>
            </a:p>
          </p:txBody>
        </p:sp>
        <p:sp>
          <p:nvSpPr>
            <p:cNvPr id="16" name="Rectangle 14">
              <a:extLst>
                <a:ext uri="{FF2B5EF4-FFF2-40B4-BE49-F238E27FC236}">
                  <a16:creationId xmlns:a16="http://schemas.microsoft.com/office/drawing/2014/main" id="{279BB003-59F3-4129-A4A0-83CE8753C46F}"/>
                </a:ext>
              </a:extLst>
            </p:cNvPr>
            <p:cNvSpPr>
              <a:spLocks noChangeArrowheads="1"/>
            </p:cNvSpPr>
            <p:nvPr userDrawn="1"/>
          </p:nvSpPr>
          <p:spPr bwMode="hidden">
            <a:xfrm>
              <a:off x="3300" y="0"/>
              <a:ext cx="252" cy="4320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Tahoma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charset="0"/>
                </a:defRPr>
              </a:lvl9pPr>
            </a:lstStyle>
            <a:p>
              <a:pPr eaLnBrk="1" hangingPunct="1">
                <a:defRPr/>
              </a:pPr>
              <a:endParaRPr lang="en-US" altLang="en-US"/>
            </a:p>
          </p:txBody>
        </p:sp>
        <p:sp>
          <p:nvSpPr>
            <p:cNvPr id="17" name="Rectangle 15">
              <a:extLst>
                <a:ext uri="{FF2B5EF4-FFF2-40B4-BE49-F238E27FC236}">
                  <a16:creationId xmlns:a16="http://schemas.microsoft.com/office/drawing/2014/main" id="{E33F3C4B-5923-41CC-A85E-7F02481F55A6}"/>
                </a:ext>
              </a:extLst>
            </p:cNvPr>
            <p:cNvSpPr>
              <a:spLocks noChangeArrowheads="1"/>
            </p:cNvSpPr>
            <p:nvPr userDrawn="1"/>
          </p:nvSpPr>
          <p:spPr bwMode="hidden">
            <a:xfrm>
              <a:off x="4656" y="0"/>
              <a:ext cx="144" cy="4320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50000">
                  <a:schemeClr val="bg2">
                    <a:gamma/>
                    <a:shade val="96863"/>
                    <a:invGamma/>
                  </a:schemeClr>
                </a:gs>
                <a:gs pos="100000">
                  <a:schemeClr val="bg2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AU">
                <a:latin typeface="Tahoma" charset="0"/>
              </a:endParaRPr>
            </a:p>
          </p:txBody>
        </p:sp>
        <p:sp>
          <p:nvSpPr>
            <p:cNvPr id="18" name="Rectangle 16">
              <a:extLst>
                <a:ext uri="{FF2B5EF4-FFF2-40B4-BE49-F238E27FC236}">
                  <a16:creationId xmlns:a16="http://schemas.microsoft.com/office/drawing/2014/main" id="{E4881174-2C9E-4C5C-A0D9-1926BB757CF5}"/>
                </a:ext>
              </a:extLst>
            </p:cNvPr>
            <p:cNvSpPr>
              <a:spLocks noChangeArrowheads="1"/>
            </p:cNvSpPr>
            <p:nvPr userDrawn="1"/>
          </p:nvSpPr>
          <p:spPr bwMode="hidden">
            <a:xfrm>
              <a:off x="4608" y="0"/>
              <a:ext cx="672" cy="4320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accent2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Tahoma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charset="0"/>
                </a:defRPr>
              </a:lvl9pPr>
            </a:lstStyle>
            <a:p>
              <a:pPr eaLnBrk="1" hangingPunct="1">
                <a:defRPr/>
              </a:pPr>
              <a:endParaRPr lang="en-US" altLang="en-US"/>
            </a:p>
          </p:txBody>
        </p:sp>
        <p:sp>
          <p:nvSpPr>
            <p:cNvPr id="19" name="Rectangle 17">
              <a:extLst>
                <a:ext uri="{FF2B5EF4-FFF2-40B4-BE49-F238E27FC236}">
                  <a16:creationId xmlns:a16="http://schemas.microsoft.com/office/drawing/2014/main" id="{3A82EDB0-C108-473A-AE1B-293AF9703254}"/>
                </a:ext>
              </a:extLst>
            </p:cNvPr>
            <p:cNvSpPr>
              <a:spLocks noChangeArrowheads="1"/>
            </p:cNvSpPr>
            <p:nvPr userDrawn="1"/>
          </p:nvSpPr>
          <p:spPr bwMode="hidden">
            <a:xfrm>
              <a:off x="3504" y="0"/>
              <a:ext cx="624" cy="4320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50000">
                  <a:schemeClr val="bg1"/>
                </a:gs>
                <a:gs pos="100000">
                  <a:schemeClr val="bg2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AU">
                <a:latin typeface="Tahoma" charset="0"/>
              </a:endParaRPr>
            </a:p>
          </p:txBody>
        </p:sp>
        <p:sp>
          <p:nvSpPr>
            <p:cNvPr id="20" name="Rectangle 18">
              <a:extLst>
                <a:ext uri="{FF2B5EF4-FFF2-40B4-BE49-F238E27FC236}">
                  <a16:creationId xmlns:a16="http://schemas.microsoft.com/office/drawing/2014/main" id="{64FF0E29-D1E7-40F9-A846-CFF7DB0CC8B6}"/>
                </a:ext>
              </a:extLst>
            </p:cNvPr>
            <p:cNvSpPr>
              <a:spLocks noChangeArrowheads="1"/>
            </p:cNvSpPr>
            <p:nvPr userDrawn="1"/>
          </p:nvSpPr>
          <p:spPr bwMode="hidden">
            <a:xfrm>
              <a:off x="3840" y="0"/>
              <a:ext cx="528" cy="4320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2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Tahoma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charset="0"/>
                </a:defRPr>
              </a:lvl9pPr>
            </a:lstStyle>
            <a:p>
              <a:pPr eaLnBrk="1" hangingPunct="1">
                <a:defRPr/>
              </a:pPr>
              <a:endParaRPr lang="en-US" altLang="en-US"/>
            </a:p>
          </p:txBody>
        </p:sp>
        <p:sp>
          <p:nvSpPr>
            <p:cNvPr id="21" name="Rectangle 19">
              <a:extLst>
                <a:ext uri="{FF2B5EF4-FFF2-40B4-BE49-F238E27FC236}">
                  <a16:creationId xmlns:a16="http://schemas.microsoft.com/office/drawing/2014/main" id="{F0550E50-EA1B-48D6-BA57-5FB2AEEE8106}"/>
                </a:ext>
              </a:extLst>
            </p:cNvPr>
            <p:cNvSpPr>
              <a:spLocks noChangeArrowheads="1"/>
            </p:cNvSpPr>
            <p:nvPr userDrawn="1"/>
          </p:nvSpPr>
          <p:spPr bwMode="hidden">
            <a:xfrm>
              <a:off x="4368" y="0"/>
              <a:ext cx="240" cy="4320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50000">
                  <a:schemeClr val="bg2">
                    <a:gamma/>
                    <a:shade val="96863"/>
                    <a:invGamma/>
                  </a:schemeClr>
                </a:gs>
                <a:gs pos="100000">
                  <a:schemeClr val="bg2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AU">
                <a:latin typeface="Tahoma" charset="0"/>
              </a:endParaRPr>
            </a:p>
          </p:txBody>
        </p:sp>
        <p:sp>
          <p:nvSpPr>
            <p:cNvPr id="22" name="Rectangle 20">
              <a:extLst>
                <a:ext uri="{FF2B5EF4-FFF2-40B4-BE49-F238E27FC236}">
                  <a16:creationId xmlns:a16="http://schemas.microsoft.com/office/drawing/2014/main" id="{F4286286-96B0-41B5-A231-954A6CD44547}"/>
                </a:ext>
              </a:extLst>
            </p:cNvPr>
            <p:cNvSpPr>
              <a:spLocks noChangeArrowheads="1"/>
            </p:cNvSpPr>
            <p:nvPr userDrawn="1"/>
          </p:nvSpPr>
          <p:spPr bwMode="hidden">
            <a:xfrm>
              <a:off x="2680" y="0"/>
              <a:ext cx="152" cy="4320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Tahoma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charset="0"/>
                </a:defRPr>
              </a:lvl9pPr>
            </a:lstStyle>
            <a:p>
              <a:pPr eaLnBrk="1" hangingPunct="1">
                <a:defRPr/>
              </a:pPr>
              <a:endParaRPr lang="en-US" altLang="en-US"/>
            </a:p>
          </p:txBody>
        </p:sp>
        <p:sp>
          <p:nvSpPr>
            <p:cNvPr id="23" name="Rectangle 21">
              <a:extLst>
                <a:ext uri="{FF2B5EF4-FFF2-40B4-BE49-F238E27FC236}">
                  <a16:creationId xmlns:a16="http://schemas.microsoft.com/office/drawing/2014/main" id="{A334777F-074B-4E1A-B61C-71F51169A469}"/>
                </a:ext>
              </a:extLst>
            </p:cNvPr>
            <p:cNvSpPr>
              <a:spLocks noChangeArrowheads="1"/>
            </p:cNvSpPr>
            <p:nvPr userDrawn="1"/>
          </p:nvSpPr>
          <p:spPr bwMode="hidden">
            <a:xfrm>
              <a:off x="2366" y="0"/>
              <a:ext cx="336" cy="4320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2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Tahoma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charset="0"/>
                </a:defRPr>
              </a:lvl9pPr>
            </a:lstStyle>
            <a:p>
              <a:pPr eaLnBrk="1" hangingPunct="1">
                <a:defRPr/>
              </a:pPr>
              <a:endParaRPr lang="en-US" altLang="en-US"/>
            </a:p>
          </p:txBody>
        </p:sp>
        <p:sp>
          <p:nvSpPr>
            <p:cNvPr id="24" name="Freeform 22">
              <a:extLst>
                <a:ext uri="{FF2B5EF4-FFF2-40B4-BE49-F238E27FC236}">
                  <a16:creationId xmlns:a16="http://schemas.microsoft.com/office/drawing/2014/main" id="{758109ED-254D-4197-88AE-09B187BF56DB}"/>
                </a:ext>
              </a:extLst>
            </p:cNvPr>
            <p:cNvSpPr>
              <a:spLocks/>
            </p:cNvSpPr>
            <p:nvPr userDrawn="1"/>
          </p:nvSpPr>
          <p:spPr bwMode="hidden">
            <a:xfrm>
              <a:off x="1" y="3875"/>
              <a:ext cx="5760" cy="445"/>
            </a:xfrm>
            <a:custGeom>
              <a:avLst/>
              <a:gdLst>
                <a:gd name="T0" fmla="*/ 5700 w 5760"/>
                <a:gd name="T1" fmla="*/ 86 h 445"/>
                <a:gd name="T2" fmla="*/ 5508 w 5760"/>
                <a:gd name="T3" fmla="*/ 86 h 445"/>
                <a:gd name="T4" fmla="*/ 5454 w 5760"/>
                <a:gd name="T5" fmla="*/ 76 h 445"/>
                <a:gd name="T6" fmla="*/ 5448 w 5760"/>
                <a:gd name="T7" fmla="*/ 65 h 445"/>
                <a:gd name="T8" fmla="*/ 5442 w 5760"/>
                <a:gd name="T9" fmla="*/ 44 h 445"/>
                <a:gd name="T10" fmla="*/ 5414 w 5760"/>
                <a:gd name="T11" fmla="*/ 18 h 445"/>
                <a:gd name="T12" fmla="*/ 5332 w 5760"/>
                <a:gd name="T13" fmla="*/ 7 h 445"/>
                <a:gd name="T14" fmla="*/ 5051 w 5760"/>
                <a:gd name="T15" fmla="*/ 22 h 445"/>
                <a:gd name="T16" fmla="*/ 4986 w 5760"/>
                <a:gd name="T17" fmla="*/ 55 h 445"/>
                <a:gd name="T18" fmla="*/ 4854 w 5760"/>
                <a:gd name="T19" fmla="*/ 102 h 445"/>
                <a:gd name="T20" fmla="*/ 4740 w 5760"/>
                <a:gd name="T21" fmla="*/ 112 h 445"/>
                <a:gd name="T22" fmla="*/ 4662 w 5760"/>
                <a:gd name="T23" fmla="*/ 91 h 445"/>
                <a:gd name="T24" fmla="*/ 4598 w 5760"/>
                <a:gd name="T25" fmla="*/ 25 h 445"/>
                <a:gd name="T26" fmla="*/ 4514 w 5760"/>
                <a:gd name="T27" fmla="*/ 9 h 445"/>
                <a:gd name="T28" fmla="*/ 4410 w 5760"/>
                <a:gd name="T29" fmla="*/ 39 h 445"/>
                <a:gd name="T30" fmla="*/ 4236 w 5760"/>
                <a:gd name="T31" fmla="*/ 81 h 445"/>
                <a:gd name="T32" fmla="*/ 4020 w 5760"/>
                <a:gd name="T33" fmla="*/ 102 h 445"/>
                <a:gd name="T34" fmla="*/ 3810 w 5760"/>
                <a:gd name="T35" fmla="*/ 102 h 445"/>
                <a:gd name="T36" fmla="*/ 3654 w 5760"/>
                <a:gd name="T37" fmla="*/ 76 h 445"/>
                <a:gd name="T38" fmla="*/ 3594 w 5760"/>
                <a:gd name="T39" fmla="*/ 50 h 445"/>
                <a:gd name="T40" fmla="*/ 3528 w 5760"/>
                <a:gd name="T41" fmla="*/ 44 h 445"/>
                <a:gd name="T42" fmla="*/ 3480 w 5760"/>
                <a:gd name="T43" fmla="*/ 55 h 445"/>
                <a:gd name="T44" fmla="*/ 3420 w 5760"/>
                <a:gd name="T45" fmla="*/ 76 h 445"/>
                <a:gd name="T46" fmla="*/ 3048 w 5760"/>
                <a:gd name="T47" fmla="*/ 112 h 445"/>
                <a:gd name="T48" fmla="*/ 2844 w 5760"/>
                <a:gd name="T49" fmla="*/ 128 h 445"/>
                <a:gd name="T50" fmla="*/ 2742 w 5760"/>
                <a:gd name="T51" fmla="*/ 117 h 445"/>
                <a:gd name="T52" fmla="*/ 2710 w 5760"/>
                <a:gd name="T53" fmla="*/ 56 h 445"/>
                <a:gd name="T54" fmla="*/ 2658 w 5760"/>
                <a:gd name="T55" fmla="*/ 50 h 445"/>
                <a:gd name="T56" fmla="*/ 2558 w 5760"/>
                <a:gd name="T57" fmla="*/ 95 h 445"/>
                <a:gd name="T58" fmla="*/ 2444 w 5760"/>
                <a:gd name="T59" fmla="*/ 109 h 445"/>
                <a:gd name="T60" fmla="*/ 2322 w 5760"/>
                <a:gd name="T61" fmla="*/ 91 h 445"/>
                <a:gd name="T62" fmla="*/ 2274 w 5760"/>
                <a:gd name="T63" fmla="*/ 70 h 445"/>
                <a:gd name="T64" fmla="*/ 2185 w 5760"/>
                <a:gd name="T65" fmla="*/ 3 h 445"/>
                <a:gd name="T66" fmla="*/ 2048 w 5760"/>
                <a:gd name="T67" fmla="*/ 64 h 445"/>
                <a:gd name="T68" fmla="*/ 1794 w 5760"/>
                <a:gd name="T69" fmla="*/ 102 h 445"/>
                <a:gd name="T70" fmla="*/ 1560 w 5760"/>
                <a:gd name="T71" fmla="*/ 91 h 445"/>
                <a:gd name="T72" fmla="*/ 1482 w 5760"/>
                <a:gd name="T73" fmla="*/ 76 h 445"/>
                <a:gd name="T74" fmla="*/ 1428 w 5760"/>
                <a:gd name="T75" fmla="*/ 50 h 445"/>
                <a:gd name="T76" fmla="*/ 1374 w 5760"/>
                <a:gd name="T77" fmla="*/ 44 h 445"/>
                <a:gd name="T78" fmla="*/ 1308 w 5760"/>
                <a:gd name="T79" fmla="*/ 55 h 445"/>
                <a:gd name="T80" fmla="*/ 1140 w 5760"/>
                <a:gd name="T81" fmla="*/ 107 h 445"/>
                <a:gd name="T82" fmla="*/ 948 w 5760"/>
                <a:gd name="T83" fmla="*/ 143 h 445"/>
                <a:gd name="T84" fmla="*/ 708 w 5760"/>
                <a:gd name="T85" fmla="*/ 138 h 445"/>
                <a:gd name="T86" fmla="*/ 534 w 5760"/>
                <a:gd name="T87" fmla="*/ 96 h 445"/>
                <a:gd name="T88" fmla="*/ 444 w 5760"/>
                <a:gd name="T89" fmla="*/ 55 h 445"/>
                <a:gd name="T90" fmla="*/ 396 w 5760"/>
                <a:gd name="T91" fmla="*/ 34 h 445"/>
                <a:gd name="T92" fmla="*/ 378 w 5760"/>
                <a:gd name="T93" fmla="*/ 39 h 445"/>
                <a:gd name="T94" fmla="*/ 342 w 5760"/>
                <a:gd name="T95" fmla="*/ 70 h 445"/>
                <a:gd name="T96" fmla="*/ 288 w 5760"/>
                <a:gd name="T97" fmla="*/ 96 h 445"/>
                <a:gd name="T98" fmla="*/ 192 w 5760"/>
                <a:gd name="T99" fmla="*/ 112 h 445"/>
                <a:gd name="T100" fmla="*/ 90 w 5760"/>
                <a:gd name="T101" fmla="*/ 112 h 445"/>
                <a:gd name="T102" fmla="*/ 0 w 5760"/>
                <a:gd name="T103" fmla="*/ 96 h 445"/>
                <a:gd name="T104" fmla="*/ 5760 w 5760"/>
                <a:gd name="T105" fmla="*/ 445 h 445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</a:gdLst>
              <a:ahLst/>
              <a:cxnLst>
                <a:cxn ang="T106">
                  <a:pos x="T0" y="T1"/>
                </a:cxn>
                <a:cxn ang="T107">
                  <a:pos x="T2" y="T3"/>
                </a:cxn>
                <a:cxn ang="T108">
                  <a:pos x="T4" y="T5"/>
                </a:cxn>
                <a:cxn ang="T109">
                  <a:pos x="T6" y="T7"/>
                </a:cxn>
                <a:cxn ang="T110">
                  <a:pos x="T8" y="T9"/>
                </a:cxn>
                <a:cxn ang="T111">
                  <a:pos x="T10" y="T11"/>
                </a:cxn>
                <a:cxn ang="T112">
                  <a:pos x="T12" y="T13"/>
                </a:cxn>
                <a:cxn ang="T113">
                  <a:pos x="T14" y="T15"/>
                </a:cxn>
                <a:cxn ang="T114">
                  <a:pos x="T16" y="T17"/>
                </a:cxn>
                <a:cxn ang="T115">
                  <a:pos x="T18" y="T19"/>
                </a:cxn>
                <a:cxn ang="T116">
                  <a:pos x="T20" y="T21"/>
                </a:cxn>
                <a:cxn ang="T117">
                  <a:pos x="T22" y="T23"/>
                </a:cxn>
                <a:cxn ang="T118">
                  <a:pos x="T24" y="T25"/>
                </a:cxn>
                <a:cxn ang="T119">
                  <a:pos x="T26" y="T27"/>
                </a:cxn>
                <a:cxn ang="T120">
                  <a:pos x="T28" y="T29"/>
                </a:cxn>
                <a:cxn ang="T121">
                  <a:pos x="T30" y="T31"/>
                </a:cxn>
                <a:cxn ang="T122">
                  <a:pos x="T32" y="T33"/>
                </a:cxn>
                <a:cxn ang="T123">
                  <a:pos x="T34" y="T35"/>
                </a:cxn>
                <a:cxn ang="T124">
                  <a:pos x="T36" y="T37"/>
                </a:cxn>
                <a:cxn ang="T125">
                  <a:pos x="T38" y="T39"/>
                </a:cxn>
                <a:cxn ang="T126">
                  <a:pos x="T40" y="T41"/>
                </a:cxn>
                <a:cxn ang="T127">
                  <a:pos x="T42" y="T43"/>
                </a:cxn>
                <a:cxn ang="T128">
                  <a:pos x="T44" y="T45"/>
                </a:cxn>
                <a:cxn ang="T129">
                  <a:pos x="T46" y="T47"/>
                </a:cxn>
                <a:cxn ang="T130">
                  <a:pos x="T48" y="T49"/>
                </a:cxn>
                <a:cxn ang="T131">
                  <a:pos x="T50" y="T51"/>
                </a:cxn>
                <a:cxn ang="T132">
                  <a:pos x="T52" y="T53"/>
                </a:cxn>
                <a:cxn ang="T133">
                  <a:pos x="T54" y="T55"/>
                </a:cxn>
                <a:cxn ang="T134">
                  <a:pos x="T56" y="T57"/>
                </a:cxn>
                <a:cxn ang="T135">
                  <a:pos x="T58" y="T59"/>
                </a:cxn>
                <a:cxn ang="T136">
                  <a:pos x="T60" y="T61"/>
                </a:cxn>
                <a:cxn ang="T137">
                  <a:pos x="T62" y="T63"/>
                </a:cxn>
                <a:cxn ang="T138">
                  <a:pos x="T64" y="T65"/>
                </a:cxn>
                <a:cxn ang="T139">
                  <a:pos x="T66" y="T67"/>
                </a:cxn>
                <a:cxn ang="T140">
                  <a:pos x="T68" y="T69"/>
                </a:cxn>
                <a:cxn ang="T141">
                  <a:pos x="T70" y="T71"/>
                </a:cxn>
                <a:cxn ang="T142">
                  <a:pos x="T72" y="T73"/>
                </a:cxn>
                <a:cxn ang="T143">
                  <a:pos x="T74" y="T75"/>
                </a:cxn>
                <a:cxn ang="T144">
                  <a:pos x="T76" y="T77"/>
                </a:cxn>
                <a:cxn ang="T145">
                  <a:pos x="T78" y="T79"/>
                </a:cxn>
                <a:cxn ang="T146">
                  <a:pos x="T80" y="T81"/>
                </a:cxn>
                <a:cxn ang="T147">
                  <a:pos x="T82" y="T83"/>
                </a:cxn>
                <a:cxn ang="T148">
                  <a:pos x="T84" y="T85"/>
                </a:cxn>
                <a:cxn ang="T149">
                  <a:pos x="T86" y="T87"/>
                </a:cxn>
                <a:cxn ang="T150">
                  <a:pos x="T88" y="T89"/>
                </a:cxn>
                <a:cxn ang="T151">
                  <a:pos x="T90" y="T91"/>
                </a:cxn>
                <a:cxn ang="T152">
                  <a:pos x="T92" y="T93"/>
                </a:cxn>
                <a:cxn ang="T153">
                  <a:pos x="T94" y="T95"/>
                </a:cxn>
                <a:cxn ang="T154">
                  <a:pos x="T96" y="T97"/>
                </a:cxn>
                <a:cxn ang="T155">
                  <a:pos x="T98" y="T99"/>
                </a:cxn>
                <a:cxn ang="T156">
                  <a:pos x="T100" y="T101"/>
                </a:cxn>
                <a:cxn ang="T157">
                  <a:pos x="T102" y="T103"/>
                </a:cxn>
                <a:cxn ang="T158">
                  <a:pos x="T104" y="T105"/>
                </a:cxn>
              </a:cxnLst>
              <a:rect l="0" t="0" r="r" b="b"/>
              <a:pathLst>
                <a:path w="5760" h="445">
                  <a:moveTo>
                    <a:pt x="5760" y="445"/>
                  </a:moveTo>
                  <a:lnTo>
                    <a:pt x="5760" y="76"/>
                  </a:lnTo>
                  <a:lnTo>
                    <a:pt x="5730" y="81"/>
                  </a:lnTo>
                  <a:lnTo>
                    <a:pt x="5700" y="86"/>
                  </a:lnTo>
                  <a:lnTo>
                    <a:pt x="5646" y="91"/>
                  </a:lnTo>
                  <a:lnTo>
                    <a:pt x="5592" y="91"/>
                  </a:lnTo>
                  <a:lnTo>
                    <a:pt x="5544" y="91"/>
                  </a:lnTo>
                  <a:lnTo>
                    <a:pt x="5508" y="86"/>
                  </a:lnTo>
                  <a:lnTo>
                    <a:pt x="5490" y="86"/>
                  </a:lnTo>
                  <a:lnTo>
                    <a:pt x="5478" y="81"/>
                  </a:lnTo>
                  <a:lnTo>
                    <a:pt x="5466" y="76"/>
                  </a:lnTo>
                  <a:lnTo>
                    <a:pt x="5454" y="76"/>
                  </a:lnTo>
                  <a:lnTo>
                    <a:pt x="5454" y="70"/>
                  </a:lnTo>
                  <a:lnTo>
                    <a:pt x="5448" y="70"/>
                  </a:lnTo>
                  <a:lnTo>
                    <a:pt x="5448" y="65"/>
                  </a:lnTo>
                  <a:lnTo>
                    <a:pt x="5448" y="60"/>
                  </a:lnTo>
                  <a:lnTo>
                    <a:pt x="5448" y="55"/>
                  </a:lnTo>
                  <a:lnTo>
                    <a:pt x="5442" y="50"/>
                  </a:lnTo>
                  <a:lnTo>
                    <a:pt x="5442" y="44"/>
                  </a:lnTo>
                  <a:lnTo>
                    <a:pt x="5436" y="39"/>
                  </a:lnTo>
                  <a:lnTo>
                    <a:pt x="5424" y="34"/>
                  </a:lnTo>
                  <a:lnTo>
                    <a:pt x="5418" y="29"/>
                  </a:lnTo>
                  <a:lnTo>
                    <a:pt x="5414" y="18"/>
                  </a:lnTo>
                  <a:lnTo>
                    <a:pt x="5401" y="16"/>
                  </a:lnTo>
                  <a:lnTo>
                    <a:pt x="5386" y="10"/>
                  </a:lnTo>
                  <a:lnTo>
                    <a:pt x="5368" y="7"/>
                  </a:lnTo>
                  <a:lnTo>
                    <a:pt x="5332" y="7"/>
                  </a:lnTo>
                  <a:lnTo>
                    <a:pt x="5246" y="10"/>
                  </a:lnTo>
                  <a:lnTo>
                    <a:pt x="5144" y="7"/>
                  </a:lnTo>
                  <a:lnTo>
                    <a:pt x="5090" y="16"/>
                  </a:lnTo>
                  <a:lnTo>
                    <a:pt x="5051" y="22"/>
                  </a:lnTo>
                  <a:lnTo>
                    <a:pt x="5036" y="30"/>
                  </a:lnTo>
                  <a:lnTo>
                    <a:pt x="5022" y="39"/>
                  </a:lnTo>
                  <a:lnTo>
                    <a:pt x="5010" y="44"/>
                  </a:lnTo>
                  <a:lnTo>
                    <a:pt x="4986" y="55"/>
                  </a:lnTo>
                  <a:lnTo>
                    <a:pt x="4950" y="70"/>
                  </a:lnTo>
                  <a:lnTo>
                    <a:pt x="4920" y="86"/>
                  </a:lnTo>
                  <a:lnTo>
                    <a:pt x="4884" y="96"/>
                  </a:lnTo>
                  <a:lnTo>
                    <a:pt x="4854" y="102"/>
                  </a:lnTo>
                  <a:lnTo>
                    <a:pt x="4824" y="107"/>
                  </a:lnTo>
                  <a:lnTo>
                    <a:pt x="4794" y="112"/>
                  </a:lnTo>
                  <a:lnTo>
                    <a:pt x="4764" y="112"/>
                  </a:lnTo>
                  <a:lnTo>
                    <a:pt x="4740" y="112"/>
                  </a:lnTo>
                  <a:lnTo>
                    <a:pt x="4716" y="107"/>
                  </a:lnTo>
                  <a:lnTo>
                    <a:pt x="4698" y="102"/>
                  </a:lnTo>
                  <a:lnTo>
                    <a:pt x="4674" y="96"/>
                  </a:lnTo>
                  <a:lnTo>
                    <a:pt x="4662" y="91"/>
                  </a:lnTo>
                  <a:lnTo>
                    <a:pt x="4644" y="86"/>
                  </a:lnTo>
                  <a:lnTo>
                    <a:pt x="4631" y="66"/>
                  </a:lnTo>
                  <a:lnTo>
                    <a:pt x="4617" y="42"/>
                  </a:lnTo>
                  <a:lnTo>
                    <a:pt x="4598" y="25"/>
                  </a:lnTo>
                  <a:lnTo>
                    <a:pt x="4584" y="13"/>
                  </a:lnTo>
                  <a:lnTo>
                    <a:pt x="4565" y="4"/>
                  </a:lnTo>
                  <a:lnTo>
                    <a:pt x="4535" y="3"/>
                  </a:lnTo>
                  <a:lnTo>
                    <a:pt x="4514" y="9"/>
                  </a:lnTo>
                  <a:lnTo>
                    <a:pt x="4494" y="18"/>
                  </a:lnTo>
                  <a:lnTo>
                    <a:pt x="4471" y="23"/>
                  </a:lnTo>
                  <a:lnTo>
                    <a:pt x="4440" y="29"/>
                  </a:lnTo>
                  <a:lnTo>
                    <a:pt x="4410" y="39"/>
                  </a:lnTo>
                  <a:lnTo>
                    <a:pt x="4374" y="50"/>
                  </a:lnTo>
                  <a:lnTo>
                    <a:pt x="4332" y="60"/>
                  </a:lnTo>
                  <a:lnTo>
                    <a:pt x="4284" y="76"/>
                  </a:lnTo>
                  <a:lnTo>
                    <a:pt x="4236" y="81"/>
                  </a:lnTo>
                  <a:lnTo>
                    <a:pt x="4183" y="91"/>
                  </a:lnTo>
                  <a:lnTo>
                    <a:pt x="4128" y="96"/>
                  </a:lnTo>
                  <a:lnTo>
                    <a:pt x="4074" y="102"/>
                  </a:lnTo>
                  <a:lnTo>
                    <a:pt x="4020" y="102"/>
                  </a:lnTo>
                  <a:lnTo>
                    <a:pt x="3966" y="102"/>
                  </a:lnTo>
                  <a:lnTo>
                    <a:pt x="3912" y="102"/>
                  </a:lnTo>
                  <a:lnTo>
                    <a:pt x="3858" y="102"/>
                  </a:lnTo>
                  <a:lnTo>
                    <a:pt x="3810" y="102"/>
                  </a:lnTo>
                  <a:lnTo>
                    <a:pt x="3762" y="96"/>
                  </a:lnTo>
                  <a:lnTo>
                    <a:pt x="3726" y="91"/>
                  </a:lnTo>
                  <a:lnTo>
                    <a:pt x="3684" y="81"/>
                  </a:lnTo>
                  <a:lnTo>
                    <a:pt x="3654" y="76"/>
                  </a:lnTo>
                  <a:lnTo>
                    <a:pt x="3642" y="70"/>
                  </a:lnTo>
                  <a:lnTo>
                    <a:pt x="3630" y="65"/>
                  </a:lnTo>
                  <a:lnTo>
                    <a:pt x="3612" y="60"/>
                  </a:lnTo>
                  <a:lnTo>
                    <a:pt x="3594" y="50"/>
                  </a:lnTo>
                  <a:lnTo>
                    <a:pt x="3576" y="50"/>
                  </a:lnTo>
                  <a:lnTo>
                    <a:pt x="3558" y="44"/>
                  </a:lnTo>
                  <a:lnTo>
                    <a:pt x="3540" y="44"/>
                  </a:lnTo>
                  <a:lnTo>
                    <a:pt x="3528" y="44"/>
                  </a:lnTo>
                  <a:lnTo>
                    <a:pt x="3516" y="50"/>
                  </a:lnTo>
                  <a:lnTo>
                    <a:pt x="3504" y="50"/>
                  </a:lnTo>
                  <a:lnTo>
                    <a:pt x="3492" y="55"/>
                  </a:lnTo>
                  <a:lnTo>
                    <a:pt x="3480" y="55"/>
                  </a:lnTo>
                  <a:lnTo>
                    <a:pt x="3468" y="65"/>
                  </a:lnTo>
                  <a:lnTo>
                    <a:pt x="3456" y="70"/>
                  </a:lnTo>
                  <a:lnTo>
                    <a:pt x="3450" y="70"/>
                  </a:lnTo>
                  <a:lnTo>
                    <a:pt x="3420" y="76"/>
                  </a:lnTo>
                  <a:lnTo>
                    <a:pt x="3330" y="81"/>
                  </a:lnTo>
                  <a:lnTo>
                    <a:pt x="3204" y="91"/>
                  </a:lnTo>
                  <a:lnTo>
                    <a:pt x="3126" y="102"/>
                  </a:lnTo>
                  <a:lnTo>
                    <a:pt x="3048" y="112"/>
                  </a:lnTo>
                  <a:lnTo>
                    <a:pt x="2970" y="123"/>
                  </a:lnTo>
                  <a:lnTo>
                    <a:pt x="2904" y="128"/>
                  </a:lnTo>
                  <a:lnTo>
                    <a:pt x="2868" y="128"/>
                  </a:lnTo>
                  <a:lnTo>
                    <a:pt x="2844" y="128"/>
                  </a:lnTo>
                  <a:lnTo>
                    <a:pt x="2814" y="128"/>
                  </a:lnTo>
                  <a:lnTo>
                    <a:pt x="2790" y="128"/>
                  </a:lnTo>
                  <a:lnTo>
                    <a:pt x="2766" y="123"/>
                  </a:lnTo>
                  <a:lnTo>
                    <a:pt x="2742" y="117"/>
                  </a:lnTo>
                  <a:lnTo>
                    <a:pt x="2724" y="112"/>
                  </a:lnTo>
                  <a:lnTo>
                    <a:pt x="2706" y="107"/>
                  </a:lnTo>
                  <a:lnTo>
                    <a:pt x="2704" y="83"/>
                  </a:lnTo>
                  <a:lnTo>
                    <a:pt x="2710" y="56"/>
                  </a:lnTo>
                  <a:lnTo>
                    <a:pt x="2710" y="36"/>
                  </a:lnTo>
                  <a:lnTo>
                    <a:pt x="2696" y="25"/>
                  </a:lnTo>
                  <a:lnTo>
                    <a:pt x="2672" y="36"/>
                  </a:lnTo>
                  <a:lnTo>
                    <a:pt x="2658" y="50"/>
                  </a:lnTo>
                  <a:lnTo>
                    <a:pt x="2638" y="60"/>
                  </a:lnTo>
                  <a:lnTo>
                    <a:pt x="2614" y="76"/>
                  </a:lnTo>
                  <a:lnTo>
                    <a:pt x="2590" y="84"/>
                  </a:lnTo>
                  <a:lnTo>
                    <a:pt x="2558" y="95"/>
                  </a:lnTo>
                  <a:lnTo>
                    <a:pt x="2536" y="98"/>
                  </a:lnTo>
                  <a:lnTo>
                    <a:pt x="2508" y="102"/>
                  </a:lnTo>
                  <a:lnTo>
                    <a:pt x="2478" y="105"/>
                  </a:lnTo>
                  <a:lnTo>
                    <a:pt x="2444" y="109"/>
                  </a:lnTo>
                  <a:lnTo>
                    <a:pt x="2410" y="110"/>
                  </a:lnTo>
                  <a:lnTo>
                    <a:pt x="2374" y="107"/>
                  </a:lnTo>
                  <a:lnTo>
                    <a:pt x="2348" y="103"/>
                  </a:lnTo>
                  <a:lnTo>
                    <a:pt x="2322" y="91"/>
                  </a:lnTo>
                  <a:lnTo>
                    <a:pt x="2304" y="86"/>
                  </a:lnTo>
                  <a:lnTo>
                    <a:pt x="2292" y="81"/>
                  </a:lnTo>
                  <a:lnTo>
                    <a:pt x="2286" y="76"/>
                  </a:lnTo>
                  <a:lnTo>
                    <a:pt x="2274" y="70"/>
                  </a:lnTo>
                  <a:lnTo>
                    <a:pt x="2268" y="65"/>
                  </a:lnTo>
                  <a:lnTo>
                    <a:pt x="2246" y="18"/>
                  </a:lnTo>
                  <a:lnTo>
                    <a:pt x="2224" y="0"/>
                  </a:lnTo>
                  <a:lnTo>
                    <a:pt x="2185" y="3"/>
                  </a:lnTo>
                  <a:lnTo>
                    <a:pt x="2156" y="16"/>
                  </a:lnTo>
                  <a:lnTo>
                    <a:pt x="2126" y="22"/>
                  </a:lnTo>
                  <a:lnTo>
                    <a:pt x="2081" y="49"/>
                  </a:lnTo>
                  <a:lnTo>
                    <a:pt x="2048" y="64"/>
                  </a:lnTo>
                  <a:lnTo>
                    <a:pt x="2018" y="76"/>
                  </a:lnTo>
                  <a:lnTo>
                    <a:pt x="1986" y="96"/>
                  </a:lnTo>
                  <a:lnTo>
                    <a:pt x="1896" y="102"/>
                  </a:lnTo>
                  <a:lnTo>
                    <a:pt x="1794" y="102"/>
                  </a:lnTo>
                  <a:lnTo>
                    <a:pt x="1692" y="102"/>
                  </a:lnTo>
                  <a:lnTo>
                    <a:pt x="1644" y="102"/>
                  </a:lnTo>
                  <a:lnTo>
                    <a:pt x="1602" y="96"/>
                  </a:lnTo>
                  <a:lnTo>
                    <a:pt x="1560" y="91"/>
                  </a:lnTo>
                  <a:lnTo>
                    <a:pt x="1524" y="86"/>
                  </a:lnTo>
                  <a:lnTo>
                    <a:pt x="1506" y="86"/>
                  </a:lnTo>
                  <a:lnTo>
                    <a:pt x="1494" y="81"/>
                  </a:lnTo>
                  <a:lnTo>
                    <a:pt x="1482" y="76"/>
                  </a:lnTo>
                  <a:lnTo>
                    <a:pt x="1476" y="70"/>
                  </a:lnTo>
                  <a:lnTo>
                    <a:pt x="1458" y="65"/>
                  </a:lnTo>
                  <a:lnTo>
                    <a:pt x="1440" y="55"/>
                  </a:lnTo>
                  <a:lnTo>
                    <a:pt x="1428" y="50"/>
                  </a:lnTo>
                  <a:lnTo>
                    <a:pt x="1410" y="50"/>
                  </a:lnTo>
                  <a:lnTo>
                    <a:pt x="1398" y="44"/>
                  </a:lnTo>
                  <a:lnTo>
                    <a:pt x="1386" y="44"/>
                  </a:lnTo>
                  <a:lnTo>
                    <a:pt x="1374" y="44"/>
                  </a:lnTo>
                  <a:lnTo>
                    <a:pt x="1356" y="44"/>
                  </a:lnTo>
                  <a:lnTo>
                    <a:pt x="1344" y="44"/>
                  </a:lnTo>
                  <a:lnTo>
                    <a:pt x="1332" y="50"/>
                  </a:lnTo>
                  <a:lnTo>
                    <a:pt x="1308" y="55"/>
                  </a:lnTo>
                  <a:lnTo>
                    <a:pt x="1260" y="70"/>
                  </a:lnTo>
                  <a:lnTo>
                    <a:pt x="1218" y="86"/>
                  </a:lnTo>
                  <a:lnTo>
                    <a:pt x="1176" y="96"/>
                  </a:lnTo>
                  <a:lnTo>
                    <a:pt x="1140" y="107"/>
                  </a:lnTo>
                  <a:lnTo>
                    <a:pt x="1098" y="117"/>
                  </a:lnTo>
                  <a:lnTo>
                    <a:pt x="1062" y="128"/>
                  </a:lnTo>
                  <a:lnTo>
                    <a:pt x="1020" y="133"/>
                  </a:lnTo>
                  <a:lnTo>
                    <a:pt x="948" y="143"/>
                  </a:lnTo>
                  <a:lnTo>
                    <a:pt x="882" y="149"/>
                  </a:lnTo>
                  <a:lnTo>
                    <a:pt x="822" y="149"/>
                  </a:lnTo>
                  <a:lnTo>
                    <a:pt x="762" y="143"/>
                  </a:lnTo>
                  <a:lnTo>
                    <a:pt x="708" y="138"/>
                  </a:lnTo>
                  <a:lnTo>
                    <a:pt x="654" y="128"/>
                  </a:lnTo>
                  <a:lnTo>
                    <a:pt x="612" y="117"/>
                  </a:lnTo>
                  <a:lnTo>
                    <a:pt x="570" y="107"/>
                  </a:lnTo>
                  <a:lnTo>
                    <a:pt x="534" y="96"/>
                  </a:lnTo>
                  <a:lnTo>
                    <a:pt x="504" y="86"/>
                  </a:lnTo>
                  <a:lnTo>
                    <a:pt x="480" y="76"/>
                  </a:lnTo>
                  <a:lnTo>
                    <a:pt x="462" y="65"/>
                  </a:lnTo>
                  <a:lnTo>
                    <a:pt x="444" y="55"/>
                  </a:lnTo>
                  <a:lnTo>
                    <a:pt x="426" y="44"/>
                  </a:lnTo>
                  <a:lnTo>
                    <a:pt x="408" y="34"/>
                  </a:lnTo>
                  <a:lnTo>
                    <a:pt x="402" y="34"/>
                  </a:lnTo>
                  <a:lnTo>
                    <a:pt x="396" y="34"/>
                  </a:lnTo>
                  <a:lnTo>
                    <a:pt x="390" y="34"/>
                  </a:lnTo>
                  <a:lnTo>
                    <a:pt x="384" y="34"/>
                  </a:lnTo>
                  <a:lnTo>
                    <a:pt x="378" y="39"/>
                  </a:lnTo>
                  <a:lnTo>
                    <a:pt x="372" y="44"/>
                  </a:lnTo>
                  <a:lnTo>
                    <a:pt x="360" y="55"/>
                  </a:lnTo>
                  <a:lnTo>
                    <a:pt x="348" y="65"/>
                  </a:lnTo>
                  <a:lnTo>
                    <a:pt x="342" y="70"/>
                  </a:lnTo>
                  <a:lnTo>
                    <a:pt x="336" y="76"/>
                  </a:lnTo>
                  <a:lnTo>
                    <a:pt x="324" y="86"/>
                  </a:lnTo>
                  <a:lnTo>
                    <a:pt x="306" y="91"/>
                  </a:lnTo>
                  <a:lnTo>
                    <a:pt x="288" y="96"/>
                  </a:lnTo>
                  <a:lnTo>
                    <a:pt x="264" y="102"/>
                  </a:lnTo>
                  <a:lnTo>
                    <a:pt x="240" y="107"/>
                  </a:lnTo>
                  <a:lnTo>
                    <a:pt x="216" y="112"/>
                  </a:lnTo>
                  <a:lnTo>
                    <a:pt x="192" y="112"/>
                  </a:lnTo>
                  <a:lnTo>
                    <a:pt x="168" y="117"/>
                  </a:lnTo>
                  <a:lnTo>
                    <a:pt x="145" y="117"/>
                  </a:lnTo>
                  <a:lnTo>
                    <a:pt x="120" y="117"/>
                  </a:lnTo>
                  <a:lnTo>
                    <a:pt x="90" y="112"/>
                  </a:lnTo>
                  <a:lnTo>
                    <a:pt x="66" y="112"/>
                  </a:lnTo>
                  <a:lnTo>
                    <a:pt x="42" y="107"/>
                  </a:lnTo>
                  <a:lnTo>
                    <a:pt x="24" y="102"/>
                  </a:lnTo>
                  <a:lnTo>
                    <a:pt x="0" y="96"/>
                  </a:lnTo>
                  <a:lnTo>
                    <a:pt x="0" y="445"/>
                  </a:lnTo>
                  <a:lnTo>
                    <a:pt x="5760" y="445"/>
                  </a:lnTo>
                </a:path>
              </a:pathLst>
            </a:custGeom>
            <a:solidFill>
              <a:schemeClr val="accent2">
                <a:alpha val="50195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F11E8C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" name="Freeform 23">
              <a:extLst>
                <a:ext uri="{FF2B5EF4-FFF2-40B4-BE49-F238E27FC236}">
                  <a16:creationId xmlns:a16="http://schemas.microsoft.com/office/drawing/2014/main" id="{5F82A8F9-D46E-40BB-8CDC-227F36700442}"/>
                </a:ext>
              </a:extLst>
            </p:cNvPr>
            <p:cNvSpPr>
              <a:spLocks/>
            </p:cNvSpPr>
            <p:nvPr userDrawn="1"/>
          </p:nvSpPr>
          <p:spPr bwMode="hidden">
            <a:xfrm>
              <a:off x="0" y="3867"/>
              <a:ext cx="5770" cy="174"/>
            </a:xfrm>
            <a:custGeom>
              <a:avLst/>
              <a:gdLst>
                <a:gd name="T0" fmla="*/ 4993 w 5770"/>
                <a:gd name="T1" fmla="*/ 66 h 174"/>
                <a:gd name="T2" fmla="*/ 4771 w 5770"/>
                <a:gd name="T3" fmla="*/ 132 h 174"/>
                <a:gd name="T4" fmla="*/ 4640 w 5770"/>
                <a:gd name="T5" fmla="*/ 96 h 174"/>
                <a:gd name="T6" fmla="*/ 4598 w 5770"/>
                <a:gd name="T7" fmla="*/ 36 h 174"/>
                <a:gd name="T8" fmla="*/ 4478 w 5770"/>
                <a:gd name="T9" fmla="*/ 30 h 174"/>
                <a:gd name="T10" fmla="*/ 4186 w 5770"/>
                <a:gd name="T11" fmla="*/ 108 h 174"/>
                <a:gd name="T12" fmla="*/ 3815 w 5770"/>
                <a:gd name="T13" fmla="*/ 120 h 174"/>
                <a:gd name="T14" fmla="*/ 3617 w 5770"/>
                <a:gd name="T15" fmla="*/ 72 h 174"/>
                <a:gd name="T16" fmla="*/ 3510 w 5770"/>
                <a:gd name="T17" fmla="*/ 60 h 174"/>
                <a:gd name="T18" fmla="*/ 3336 w 5770"/>
                <a:gd name="T19" fmla="*/ 96 h 174"/>
                <a:gd name="T20" fmla="*/ 2846 w 5770"/>
                <a:gd name="T21" fmla="*/ 150 h 174"/>
                <a:gd name="T22" fmla="*/ 2703 w 5770"/>
                <a:gd name="T23" fmla="*/ 96 h 174"/>
                <a:gd name="T24" fmla="*/ 2619 w 5770"/>
                <a:gd name="T25" fmla="*/ 90 h 174"/>
                <a:gd name="T26" fmla="*/ 2416 w 5770"/>
                <a:gd name="T27" fmla="*/ 132 h 174"/>
                <a:gd name="T28" fmla="*/ 2278 w 5770"/>
                <a:gd name="T29" fmla="*/ 84 h 174"/>
                <a:gd name="T30" fmla="*/ 2151 w 5770"/>
                <a:gd name="T31" fmla="*/ 36 h 174"/>
                <a:gd name="T32" fmla="*/ 1947 w 5770"/>
                <a:gd name="T33" fmla="*/ 120 h 174"/>
                <a:gd name="T34" fmla="*/ 1525 w 5770"/>
                <a:gd name="T35" fmla="*/ 102 h 174"/>
                <a:gd name="T36" fmla="*/ 1429 w 5770"/>
                <a:gd name="T37" fmla="*/ 60 h 174"/>
                <a:gd name="T38" fmla="*/ 1333 w 5770"/>
                <a:gd name="T39" fmla="*/ 60 h 174"/>
                <a:gd name="T40" fmla="*/ 1058 w 5770"/>
                <a:gd name="T41" fmla="*/ 150 h 174"/>
                <a:gd name="T42" fmla="*/ 652 w 5770"/>
                <a:gd name="T43" fmla="*/ 150 h 174"/>
                <a:gd name="T44" fmla="*/ 442 w 5770"/>
                <a:gd name="T45" fmla="*/ 66 h 174"/>
                <a:gd name="T46" fmla="*/ 377 w 5770"/>
                <a:gd name="T47" fmla="*/ 48 h 174"/>
                <a:gd name="T48" fmla="*/ 305 w 5770"/>
                <a:gd name="T49" fmla="*/ 108 h 174"/>
                <a:gd name="T50" fmla="*/ 144 w 5770"/>
                <a:gd name="T51" fmla="*/ 138 h 174"/>
                <a:gd name="T52" fmla="*/ 0 w 5770"/>
                <a:gd name="T53" fmla="*/ 96 h 174"/>
                <a:gd name="T54" fmla="*/ 167 w 5770"/>
                <a:gd name="T55" fmla="*/ 120 h 174"/>
                <a:gd name="T56" fmla="*/ 323 w 5770"/>
                <a:gd name="T57" fmla="*/ 84 h 174"/>
                <a:gd name="T58" fmla="*/ 383 w 5770"/>
                <a:gd name="T59" fmla="*/ 24 h 174"/>
                <a:gd name="T60" fmla="*/ 460 w 5770"/>
                <a:gd name="T61" fmla="*/ 60 h 174"/>
                <a:gd name="T62" fmla="*/ 706 w 5770"/>
                <a:gd name="T63" fmla="*/ 144 h 174"/>
                <a:gd name="T64" fmla="*/ 1100 w 5770"/>
                <a:gd name="T65" fmla="*/ 120 h 174"/>
                <a:gd name="T66" fmla="*/ 1345 w 5770"/>
                <a:gd name="T67" fmla="*/ 36 h 174"/>
                <a:gd name="T68" fmla="*/ 1441 w 5770"/>
                <a:gd name="T69" fmla="*/ 48 h 174"/>
                <a:gd name="T70" fmla="*/ 1561 w 5770"/>
                <a:gd name="T71" fmla="*/ 90 h 174"/>
                <a:gd name="T72" fmla="*/ 1971 w 5770"/>
                <a:gd name="T73" fmla="*/ 96 h 174"/>
                <a:gd name="T74" fmla="*/ 2235 w 5770"/>
                <a:gd name="T75" fmla="*/ 3 h 174"/>
                <a:gd name="T76" fmla="*/ 2350 w 5770"/>
                <a:gd name="T77" fmla="*/ 102 h 174"/>
                <a:gd name="T78" fmla="*/ 2559 w 5770"/>
                <a:gd name="T79" fmla="*/ 96 h 174"/>
                <a:gd name="T80" fmla="*/ 2715 w 5770"/>
                <a:gd name="T81" fmla="*/ 24 h 174"/>
                <a:gd name="T82" fmla="*/ 2792 w 5770"/>
                <a:gd name="T83" fmla="*/ 132 h 174"/>
                <a:gd name="T84" fmla="*/ 3127 w 5770"/>
                <a:gd name="T85" fmla="*/ 102 h 174"/>
                <a:gd name="T86" fmla="*/ 3486 w 5770"/>
                <a:gd name="T87" fmla="*/ 48 h 174"/>
                <a:gd name="T88" fmla="*/ 3582 w 5770"/>
                <a:gd name="T89" fmla="*/ 42 h 174"/>
                <a:gd name="T90" fmla="*/ 3731 w 5770"/>
                <a:gd name="T91" fmla="*/ 90 h 174"/>
                <a:gd name="T92" fmla="*/ 4078 w 5770"/>
                <a:gd name="T93" fmla="*/ 102 h 174"/>
                <a:gd name="T94" fmla="*/ 4419 w 5770"/>
                <a:gd name="T95" fmla="*/ 30 h 174"/>
                <a:gd name="T96" fmla="*/ 4574 w 5770"/>
                <a:gd name="T97" fmla="*/ 6 h 174"/>
                <a:gd name="T98" fmla="*/ 4628 w 5770"/>
                <a:gd name="T99" fmla="*/ 60 h 174"/>
                <a:gd name="T100" fmla="*/ 4724 w 5770"/>
                <a:gd name="T101" fmla="*/ 108 h 174"/>
                <a:gd name="T102" fmla="*/ 4927 w 5770"/>
                <a:gd name="T103" fmla="*/ 84 h 174"/>
                <a:gd name="T104" fmla="*/ 5118 w 5770"/>
                <a:gd name="T105" fmla="*/ 14 h 174"/>
                <a:gd name="T106" fmla="*/ 5280 w 5770"/>
                <a:gd name="T107" fmla="*/ 9 h 174"/>
                <a:gd name="T108" fmla="*/ 5453 w 5770"/>
                <a:gd name="T109" fmla="*/ 36 h 174"/>
                <a:gd name="T110" fmla="*/ 5465 w 5770"/>
                <a:gd name="T111" fmla="*/ 72 h 174"/>
                <a:gd name="T112" fmla="*/ 5656 w 5770"/>
                <a:gd name="T113" fmla="*/ 90 h 174"/>
                <a:gd name="T114" fmla="*/ 5710 w 5770"/>
                <a:gd name="T115" fmla="*/ 102 h 174"/>
                <a:gd name="T116" fmla="*/ 5477 w 5770"/>
                <a:gd name="T117" fmla="*/ 90 h 174"/>
                <a:gd name="T118" fmla="*/ 5453 w 5770"/>
                <a:gd name="T119" fmla="*/ 60 h 174"/>
                <a:gd name="T120" fmla="*/ 5393 w 5770"/>
                <a:gd name="T121" fmla="*/ 30 h 174"/>
                <a:gd name="T122" fmla="*/ 5219 w 5770"/>
                <a:gd name="T123" fmla="*/ 24 h 1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5770" h="174">
                  <a:moveTo>
                    <a:pt x="5151" y="24"/>
                  </a:moveTo>
                  <a:lnTo>
                    <a:pt x="5127" y="26"/>
                  </a:lnTo>
                  <a:lnTo>
                    <a:pt x="5082" y="30"/>
                  </a:lnTo>
                  <a:lnTo>
                    <a:pt x="5049" y="38"/>
                  </a:lnTo>
                  <a:lnTo>
                    <a:pt x="5029" y="48"/>
                  </a:lnTo>
                  <a:lnTo>
                    <a:pt x="5017" y="54"/>
                  </a:lnTo>
                  <a:lnTo>
                    <a:pt x="4993" y="66"/>
                  </a:lnTo>
                  <a:lnTo>
                    <a:pt x="4957" y="84"/>
                  </a:lnTo>
                  <a:lnTo>
                    <a:pt x="4927" y="102"/>
                  </a:lnTo>
                  <a:lnTo>
                    <a:pt x="4891" y="114"/>
                  </a:lnTo>
                  <a:lnTo>
                    <a:pt x="4861" y="120"/>
                  </a:lnTo>
                  <a:lnTo>
                    <a:pt x="4831" y="126"/>
                  </a:lnTo>
                  <a:lnTo>
                    <a:pt x="4801" y="132"/>
                  </a:lnTo>
                  <a:lnTo>
                    <a:pt x="4771" y="132"/>
                  </a:lnTo>
                  <a:lnTo>
                    <a:pt x="4748" y="132"/>
                  </a:lnTo>
                  <a:lnTo>
                    <a:pt x="4724" y="126"/>
                  </a:lnTo>
                  <a:lnTo>
                    <a:pt x="4706" y="120"/>
                  </a:lnTo>
                  <a:lnTo>
                    <a:pt x="4682" y="114"/>
                  </a:lnTo>
                  <a:lnTo>
                    <a:pt x="4670" y="108"/>
                  </a:lnTo>
                  <a:lnTo>
                    <a:pt x="4652" y="102"/>
                  </a:lnTo>
                  <a:lnTo>
                    <a:pt x="4640" y="96"/>
                  </a:lnTo>
                  <a:lnTo>
                    <a:pt x="4634" y="84"/>
                  </a:lnTo>
                  <a:lnTo>
                    <a:pt x="4628" y="78"/>
                  </a:lnTo>
                  <a:lnTo>
                    <a:pt x="4622" y="66"/>
                  </a:lnTo>
                  <a:lnTo>
                    <a:pt x="4616" y="54"/>
                  </a:lnTo>
                  <a:lnTo>
                    <a:pt x="4610" y="48"/>
                  </a:lnTo>
                  <a:lnTo>
                    <a:pt x="4604" y="42"/>
                  </a:lnTo>
                  <a:lnTo>
                    <a:pt x="4598" y="36"/>
                  </a:lnTo>
                  <a:lnTo>
                    <a:pt x="4586" y="30"/>
                  </a:lnTo>
                  <a:lnTo>
                    <a:pt x="4574" y="24"/>
                  </a:lnTo>
                  <a:lnTo>
                    <a:pt x="4562" y="18"/>
                  </a:lnTo>
                  <a:lnTo>
                    <a:pt x="4544" y="18"/>
                  </a:lnTo>
                  <a:lnTo>
                    <a:pt x="4526" y="18"/>
                  </a:lnTo>
                  <a:lnTo>
                    <a:pt x="4502" y="24"/>
                  </a:lnTo>
                  <a:lnTo>
                    <a:pt x="4478" y="30"/>
                  </a:lnTo>
                  <a:lnTo>
                    <a:pt x="4449" y="36"/>
                  </a:lnTo>
                  <a:lnTo>
                    <a:pt x="4419" y="48"/>
                  </a:lnTo>
                  <a:lnTo>
                    <a:pt x="4383" y="60"/>
                  </a:lnTo>
                  <a:lnTo>
                    <a:pt x="4341" y="72"/>
                  </a:lnTo>
                  <a:lnTo>
                    <a:pt x="4287" y="90"/>
                  </a:lnTo>
                  <a:lnTo>
                    <a:pt x="4239" y="96"/>
                  </a:lnTo>
                  <a:lnTo>
                    <a:pt x="4186" y="108"/>
                  </a:lnTo>
                  <a:lnTo>
                    <a:pt x="4132" y="114"/>
                  </a:lnTo>
                  <a:lnTo>
                    <a:pt x="4078" y="120"/>
                  </a:lnTo>
                  <a:lnTo>
                    <a:pt x="4024" y="120"/>
                  </a:lnTo>
                  <a:lnTo>
                    <a:pt x="3970" y="120"/>
                  </a:lnTo>
                  <a:lnTo>
                    <a:pt x="3916" y="120"/>
                  </a:lnTo>
                  <a:lnTo>
                    <a:pt x="3863" y="120"/>
                  </a:lnTo>
                  <a:lnTo>
                    <a:pt x="3815" y="120"/>
                  </a:lnTo>
                  <a:lnTo>
                    <a:pt x="3767" y="114"/>
                  </a:lnTo>
                  <a:lnTo>
                    <a:pt x="3731" y="108"/>
                  </a:lnTo>
                  <a:lnTo>
                    <a:pt x="3689" y="96"/>
                  </a:lnTo>
                  <a:lnTo>
                    <a:pt x="3659" y="90"/>
                  </a:lnTo>
                  <a:lnTo>
                    <a:pt x="3647" y="84"/>
                  </a:lnTo>
                  <a:lnTo>
                    <a:pt x="3635" y="78"/>
                  </a:lnTo>
                  <a:lnTo>
                    <a:pt x="3617" y="72"/>
                  </a:lnTo>
                  <a:lnTo>
                    <a:pt x="3600" y="60"/>
                  </a:lnTo>
                  <a:lnTo>
                    <a:pt x="3582" y="60"/>
                  </a:lnTo>
                  <a:lnTo>
                    <a:pt x="3564" y="54"/>
                  </a:lnTo>
                  <a:lnTo>
                    <a:pt x="3546" y="54"/>
                  </a:lnTo>
                  <a:lnTo>
                    <a:pt x="3534" y="54"/>
                  </a:lnTo>
                  <a:lnTo>
                    <a:pt x="3522" y="60"/>
                  </a:lnTo>
                  <a:lnTo>
                    <a:pt x="3510" y="60"/>
                  </a:lnTo>
                  <a:lnTo>
                    <a:pt x="3498" y="66"/>
                  </a:lnTo>
                  <a:lnTo>
                    <a:pt x="3486" y="66"/>
                  </a:lnTo>
                  <a:lnTo>
                    <a:pt x="3474" y="78"/>
                  </a:lnTo>
                  <a:lnTo>
                    <a:pt x="3462" y="84"/>
                  </a:lnTo>
                  <a:lnTo>
                    <a:pt x="3456" y="84"/>
                  </a:lnTo>
                  <a:lnTo>
                    <a:pt x="3426" y="90"/>
                  </a:lnTo>
                  <a:lnTo>
                    <a:pt x="3336" y="96"/>
                  </a:lnTo>
                  <a:lnTo>
                    <a:pt x="3205" y="108"/>
                  </a:lnTo>
                  <a:lnTo>
                    <a:pt x="3127" y="120"/>
                  </a:lnTo>
                  <a:lnTo>
                    <a:pt x="3049" y="132"/>
                  </a:lnTo>
                  <a:lnTo>
                    <a:pt x="2972" y="144"/>
                  </a:lnTo>
                  <a:lnTo>
                    <a:pt x="2906" y="150"/>
                  </a:lnTo>
                  <a:lnTo>
                    <a:pt x="2870" y="150"/>
                  </a:lnTo>
                  <a:lnTo>
                    <a:pt x="2846" y="150"/>
                  </a:lnTo>
                  <a:lnTo>
                    <a:pt x="2816" y="150"/>
                  </a:lnTo>
                  <a:lnTo>
                    <a:pt x="2792" y="150"/>
                  </a:lnTo>
                  <a:lnTo>
                    <a:pt x="2768" y="144"/>
                  </a:lnTo>
                  <a:lnTo>
                    <a:pt x="2744" y="138"/>
                  </a:lnTo>
                  <a:lnTo>
                    <a:pt x="2727" y="132"/>
                  </a:lnTo>
                  <a:lnTo>
                    <a:pt x="2709" y="126"/>
                  </a:lnTo>
                  <a:lnTo>
                    <a:pt x="2703" y="96"/>
                  </a:lnTo>
                  <a:lnTo>
                    <a:pt x="2703" y="78"/>
                  </a:lnTo>
                  <a:lnTo>
                    <a:pt x="2709" y="42"/>
                  </a:lnTo>
                  <a:lnTo>
                    <a:pt x="2697" y="36"/>
                  </a:lnTo>
                  <a:lnTo>
                    <a:pt x="2673" y="42"/>
                  </a:lnTo>
                  <a:lnTo>
                    <a:pt x="2661" y="60"/>
                  </a:lnTo>
                  <a:lnTo>
                    <a:pt x="2643" y="72"/>
                  </a:lnTo>
                  <a:lnTo>
                    <a:pt x="2619" y="90"/>
                  </a:lnTo>
                  <a:lnTo>
                    <a:pt x="2595" y="102"/>
                  </a:lnTo>
                  <a:lnTo>
                    <a:pt x="2559" y="114"/>
                  </a:lnTo>
                  <a:lnTo>
                    <a:pt x="2541" y="114"/>
                  </a:lnTo>
                  <a:lnTo>
                    <a:pt x="2511" y="120"/>
                  </a:lnTo>
                  <a:lnTo>
                    <a:pt x="2481" y="126"/>
                  </a:lnTo>
                  <a:lnTo>
                    <a:pt x="2446" y="126"/>
                  </a:lnTo>
                  <a:lnTo>
                    <a:pt x="2416" y="132"/>
                  </a:lnTo>
                  <a:lnTo>
                    <a:pt x="2380" y="126"/>
                  </a:lnTo>
                  <a:lnTo>
                    <a:pt x="2350" y="120"/>
                  </a:lnTo>
                  <a:lnTo>
                    <a:pt x="2326" y="108"/>
                  </a:lnTo>
                  <a:lnTo>
                    <a:pt x="2308" y="102"/>
                  </a:lnTo>
                  <a:lnTo>
                    <a:pt x="2296" y="96"/>
                  </a:lnTo>
                  <a:lnTo>
                    <a:pt x="2290" y="90"/>
                  </a:lnTo>
                  <a:lnTo>
                    <a:pt x="2278" y="84"/>
                  </a:lnTo>
                  <a:lnTo>
                    <a:pt x="2272" y="78"/>
                  </a:lnTo>
                  <a:lnTo>
                    <a:pt x="2250" y="57"/>
                  </a:lnTo>
                  <a:lnTo>
                    <a:pt x="2243" y="35"/>
                  </a:lnTo>
                  <a:lnTo>
                    <a:pt x="2228" y="18"/>
                  </a:lnTo>
                  <a:lnTo>
                    <a:pt x="2208" y="18"/>
                  </a:lnTo>
                  <a:lnTo>
                    <a:pt x="2172" y="24"/>
                  </a:lnTo>
                  <a:lnTo>
                    <a:pt x="2151" y="36"/>
                  </a:lnTo>
                  <a:lnTo>
                    <a:pt x="2127" y="51"/>
                  </a:lnTo>
                  <a:lnTo>
                    <a:pt x="2097" y="60"/>
                  </a:lnTo>
                  <a:lnTo>
                    <a:pt x="2073" y="72"/>
                  </a:lnTo>
                  <a:lnTo>
                    <a:pt x="2046" y="87"/>
                  </a:lnTo>
                  <a:lnTo>
                    <a:pt x="2007" y="102"/>
                  </a:lnTo>
                  <a:lnTo>
                    <a:pt x="1977" y="114"/>
                  </a:lnTo>
                  <a:lnTo>
                    <a:pt x="1947" y="120"/>
                  </a:lnTo>
                  <a:lnTo>
                    <a:pt x="1895" y="120"/>
                  </a:lnTo>
                  <a:lnTo>
                    <a:pt x="1794" y="120"/>
                  </a:lnTo>
                  <a:lnTo>
                    <a:pt x="1692" y="120"/>
                  </a:lnTo>
                  <a:lnTo>
                    <a:pt x="1644" y="120"/>
                  </a:lnTo>
                  <a:lnTo>
                    <a:pt x="1602" y="114"/>
                  </a:lnTo>
                  <a:lnTo>
                    <a:pt x="1561" y="108"/>
                  </a:lnTo>
                  <a:lnTo>
                    <a:pt x="1525" y="102"/>
                  </a:lnTo>
                  <a:lnTo>
                    <a:pt x="1507" y="102"/>
                  </a:lnTo>
                  <a:lnTo>
                    <a:pt x="1495" y="96"/>
                  </a:lnTo>
                  <a:lnTo>
                    <a:pt x="1483" y="90"/>
                  </a:lnTo>
                  <a:lnTo>
                    <a:pt x="1477" y="84"/>
                  </a:lnTo>
                  <a:lnTo>
                    <a:pt x="1459" y="78"/>
                  </a:lnTo>
                  <a:lnTo>
                    <a:pt x="1441" y="66"/>
                  </a:lnTo>
                  <a:lnTo>
                    <a:pt x="1429" y="60"/>
                  </a:lnTo>
                  <a:lnTo>
                    <a:pt x="1411" y="60"/>
                  </a:lnTo>
                  <a:lnTo>
                    <a:pt x="1399" y="54"/>
                  </a:lnTo>
                  <a:lnTo>
                    <a:pt x="1387" y="54"/>
                  </a:lnTo>
                  <a:lnTo>
                    <a:pt x="1375" y="54"/>
                  </a:lnTo>
                  <a:lnTo>
                    <a:pt x="1357" y="54"/>
                  </a:lnTo>
                  <a:lnTo>
                    <a:pt x="1345" y="54"/>
                  </a:lnTo>
                  <a:lnTo>
                    <a:pt x="1333" y="60"/>
                  </a:lnTo>
                  <a:lnTo>
                    <a:pt x="1309" y="66"/>
                  </a:lnTo>
                  <a:lnTo>
                    <a:pt x="1262" y="84"/>
                  </a:lnTo>
                  <a:lnTo>
                    <a:pt x="1220" y="102"/>
                  </a:lnTo>
                  <a:lnTo>
                    <a:pt x="1178" y="114"/>
                  </a:lnTo>
                  <a:lnTo>
                    <a:pt x="1142" y="126"/>
                  </a:lnTo>
                  <a:lnTo>
                    <a:pt x="1100" y="138"/>
                  </a:lnTo>
                  <a:lnTo>
                    <a:pt x="1058" y="150"/>
                  </a:lnTo>
                  <a:lnTo>
                    <a:pt x="1016" y="156"/>
                  </a:lnTo>
                  <a:lnTo>
                    <a:pt x="945" y="168"/>
                  </a:lnTo>
                  <a:lnTo>
                    <a:pt x="879" y="174"/>
                  </a:lnTo>
                  <a:lnTo>
                    <a:pt x="819" y="174"/>
                  </a:lnTo>
                  <a:lnTo>
                    <a:pt x="759" y="168"/>
                  </a:lnTo>
                  <a:lnTo>
                    <a:pt x="706" y="162"/>
                  </a:lnTo>
                  <a:lnTo>
                    <a:pt x="652" y="150"/>
                  </a:lnTo>
                  <a:lnTo>
                    <a:pt x="610" y="138"/>
                  </a:lnTo>
                  <a:lnTo>
                    <a:pt x="568" y="126"/>
                  </a:lnTo>
                  <a:lnTo>
                    <a:pt x="532" y="114"/>
                  </a:lnTo>
                  <a:lnTo>
                    <a:pt x="502" y="102"/>
                  </a:lnTo>
                  <a:lnTo>
                    <a:pt x="478" y="90"/>
                  </a:lnTo>
                  <a:lnTo>
                    <a:pt x="460" y="78"/>
                  </a:lnTo>
                  <a:lnTo>
                    <a:pt x="442" y="66"/>
                  </a:lnTo>
                  <a:lnTo>
                    <a:pt x="425" y="54"/>
                  </a:lnTo>
                  <a:lnTo>
                    <a:pt x="407" y="42"/>
                  </a:lnTo>
                  <a:lnTo>
                    <a:pt x="401" y="42"/>
                  </a:lnTo>
                  <a:lnTo>
                    <a:pt x="395" y="42"/>
                  </a:lnTo>
                  <a:lnTo>
                    <a:pt x="389" y="42"/>
                  </a:lnTo>
                  <a:lnTo>
                    <a:pt x="383" y="42"/>
                  </a:lnTo>
                  <a:lnTo>
                    <a:pt x="377" y="48"/>
                  </a:lnTo>
                  <a:lnTo>
                    <a:pt x="371" y="54"/>
                  </a:lnTo>
                  <a:lnTo>
                    <a:pt x="359" y="66"/>
                  </a:lnTo>
                  <a:lnTo>
                    <a:pt x="347" y="78"/>
                  </a:lnTo>
                  <a:lnTo>
                    <a:pt x="341" y="84"/>
                  </a:lnTo>
                  <a:lnTo>
                    <a:pt x="335" y="90"/>
                  </a:lnTo>
                  <a:lnTo>
                    <a:pt x="323" y="102"/>
                  </a:lnTo>
                  <a:lnTo>
                    <a:pt x="305" y="108"/>
                  </a:lnTo>
                  <a:lnTo>
                    <a:pt x="287" y="114"/>
                  </a:lnTo>
                  <a:lnTo>
                    <a:pt x="263" y="120"/>
                  </a:lnTo>
                  <a:lnTo>
                    <a:pt x="239" y="126"/>
                  </a:lnTo>
                  <a:lnTo>
                    <a:pt x="215" y="132"/>
                  </a:lnTo>
                  <a:lnTo>
                    <a:pt x="191" y="132"/>
                  </a:lnTo>
                  <a:lnTo>
                    <a:pt x="167" y="138"/>
                  </a:lnTo>
                  <a:lnTo>
                    <a:pt x="144" y="138"/>
                  </a:lnTo>
                  <a:lnTo>
                    <a:pt x="120" y="138"/>
                  </a:lnTo>
                  <a:lnTo>
                    <a:pt x="90" y="132"/>
                  </a:lnTo>
                  <a:lnTo>
                    <a:pt x="66" y="132"/>
                  </a:lnTo>
                  <a:lnTo>
                    <a:pt x="42" y="126"/>
                  </a:lnTo>
                  <a:lnTo>
                    <a:pt x="24" y="120"/>
                  </a:lnTo>
                  <a:lnTo>
                    <a:pt x="0" y="114"/>
                  </a:lnTo>
                  <a:lnTo>
                    <a:pt x="0" y="96"/>
                  </a:lnTo>
                  <a:lnTo>
                    <a:pt x="24" y="102"/>
                  </a:lnTo>
                  <a:lnTo>
                    <a:pt x="42" y="108"/>
                  </a:lnTo>
                  <a:lnTo>
                    <a:pt x="66" y="114"/>
                  </a:lnTo>
                  <a:lnTo>
                    <a:pt x="90" y="114"/>
                  </a:lnTo>
                  <a:lnTo>
                    <a:pt x="120" y="120"/>
                  </a:lnTo>
                  <a:lnTo>
                    <a:pt x="144" y="120"/>
                  </a:lnTo>
                  <a:lnTo>
                    <a:pt x="167" y="120"/>
                  </a:lnTo>
                  <a:lnTo>
                    <a:pt x="191" y="114"/>
                  </a:lnTo>
                  <a:lnTo>
                    <a:pt x="215" y="114"/>
                  </a:lnTo>
                  <a:lnTo>
                    <a:pt x="239" y="108"/>
                  </a:lnTo>
                  <a:lnTo>
                    <a:pt x="263" y="102"/>
                  </a:lnTo>
                  <a:lnTo>
                    <a:pt x="287" y="96"/>
                  </a:lnTo>
                  <a:lnTo>
                    <a:pt x="305" y="90"/>
                  </a:lnTo>
                  <a:lnTo>
                    <a:pt x="323" y="84"/>
                  </a:lnTo>
                  <a:lnTo>
                    <a:pt x="335" y="72"/>
                  </a:lnTo>
                  <a:lnTo>
                    <a:pt x="341" y="66"/>
                  </a:lnTo>
                  <a:lnTo>
                    <a:pt x="347" y="60"/>
                  </a:lnTo>
                  <a:lnTo>
                    <a:pt x="359" y="48"/>
                  </a:lnTo>
                  <a:lnTo>
                    <a:pt x="371" y="36"/>
                  </a:lnTo>
                  <a:lnTo>
                    <a:pt x="377" y="30"/>
                  </a:lnTo>
                  <a:lnTo>
                    <a:pt x="383" y="24"/>
                  </a:lnTo>
                  <a:lnTo>
                    <a:pt x="389" y="24"/>
                  </a:lnTo>
                  <a:lnTo>
                    <a:pt x="395" y="24"/>
                  </a:lnTo>
                  <a:lnTo>
                    <a:pt x="401" y="24"/>
                  </a:lnTo>
                  <a:lnTo>
                    <a:pt x="407" y="24"/>
                  </a:lnTo>
                  <a:lnTo>
                    <a:pt x="425" y="36"/>
                  </a:lnTo>
                  <a:lnTo>
                    <a:pt x="442" y="48"/>
                  </a:lnTo>
                  <a:lnTo>
                    <a:pt x="460" y="60"/>
                  </a:lnTo>
                  <a:lnTo>
                    <a:pt x="478" y="72"/>
                  </a:lnTo>
                  <a:lnTo>
                    <a:pt x="502" y="84"/>
                  </a:lnTo>
                  <a:lnTo>
                    <a:pt x="532" y="96"/>
                  </a:lnTo>
                  <a:lnTo>
                    <a:pt x="568" y="108"/>
                  </a:lnTo>
                  <a:lnTo>
                    <a:pt x="610" y="120"/>
                  </a:lnTo>
                  <a:lnTo>
                    <a:pt x="652" y="132"/>
                  </a:lnTo>
                  <a:lnTo>
                    <a:pt x="706" y="144"/>
                  </a:lnTo>
                  <a:lnTo>
                    <a:pt x="759" y="150"/>
                  </a:lnTo>
                  <a:lnTo>
                    <a:pt x="819" y="156"/>
                  </a:lnTo>
                  <a:lnTo>
                    <a:pt x="879" y="156"/>
                  </a:lnTo>
                  <a:lnTo>
                    <a:pt x="945" y="150"/>
                  </a:lnTo>
                  <a:lnTo>
                    <a:pt x="1016" y="138"/>
                  </a:lnTo>
                  <a:lnTo>
                    <a:pt x="1058" y="132"/>
                  </a:lnTo>
                  <a:lnTo>
                    <a:pt x="1100" y="120"/>
                  </a:lnTo>
                  <a:lnTo>
                    <a:pt x="1142" y="108"/>
                  </a:lnTo>
                  <a:lnTo>
                    <a:pt x="1178" y="96"/>
                  </a:lnTo>
                  <a:lnTo>
                    <a:pt x="1220" y="84"/>
                  </a:lnTo>
                  <a:lnTo>
                    <a:pt x="1262" y="66"/>
                  </a:lnTo>
                  <a:lnTo>
                    <a:pt x="1309" y="48"/>
                  </a:lnTo>
                  <a:lnTo>
                    <a:pt x="1333" y="42"/>
                  </a:lnTo>
                  <a:lnTo>
                    <a:pt x="1345" y="36"/>
                  </a:lnTo>
                  <a:lnTo>
                    <a:pt x="1357" y="36"/>
                  </a:lnTo>
                  <a:lnTo>
                    <a:pt x="1375" y="36"/>
                  </a:lnTo>
                  <a:lnTo>
                    <a:pt x="1387" y="36"/>
                  </a:lnTo>
                  <a:lnTo>
                    <a:pt x="1399" y="36"/>
                  </a:lnTo>
                  <a:lnTo>
                    <a:pt x="1411" y="42"/>
                  </a:lnTo>
                  <a:lnTo>
                    <a:pt x="1429" y="42"/>
                  </a:lnTo>
                  <a:lnTo>
                    <a:pt x="1441" y="48"/>
                  </a:lnTo>
                  <a:lnTo>
                    <a:pt x="1459" y="60"/>
                  </a:lnTo>
                  <a:lnTo>
                    <a:pt x="1477" y="66"/>
                  </a:lnTo>
                  <a:lnTo>
                    <a:pt x="1483" y="72"/>
                  </a:lnTo>
                  <a:lnTo>
                    <a:pt x="1495" y="78"/>
                  </a:lnTo>
                  <a:lnTo>
                    <a:pt x="1507" y="84"/>
                  </a:lnTo>
                  <a:lnTo>
                    <a:pt x="1525" y="84"/>
                  </a:lnTo>
                  <a:lnTo>
                    <a:pt x="1561" y="90"/>
                  </a:lnTo>
                  <a:lnTo>
                    <a:pt x="1602" y="96"/>
                  </a:lnTo>
                  <a:lnTo>
                    <a:pt x="1644" y="102"/>
                  </a:lnTo>
                  <a:lnTo>
                    <a:pt x="1692" y="102"/>
                  </a:lnTo>
                  <a:lnTo>
                    <a:pt x="1794" y="102"/>
                  </a:lnTo>
                  <a:lnTo>
                    <a:pt x="1895" y="102"/>
                  </a:lnTo>
                  <a:lnTo>
                    <a:pt x="1938" y="102"/>
                  </a:lnTo>
                  <a:lnTo>
                    <a:pt x="1971" y="96"/>
                  </a:lnTo>
                  <a:lnTo>
                    <a:pt x="2019" y="77"/>
                  </a:lnTo>
                  <a:lnTo>
                    <a:pt x="2063" y="57"/>
                  </a:lnTo>
                  <a:lnTo>
                    <a:pt x="2111" y="38"/>
                  </a:lnTo>
                  <a:lnTo>
                    <a:pt x="2145" y="18"/>
                  </a:lnTo>
                  <a:lnTo>
                    <a:pt x="2172" y="9"/>
                  </a:lnTo>
                  <a:lnTo>
                    <a:pt x="2202" y="0"/>
                  </a:lnTo>
                  <a:lnTo>
                    <a:pt x="2235" y="3"/>
                  </a:lnTo>
                  <a:lnTo>
                    <a:pt x="2250" y="24"/>
                  </a:lnTo>
                  <a:lnTo>
                    <a:pt x="2262" y="51"/>
                  </a:lnTo>
                  <a:lnTo>
                    <a:pt x="2290" y="72"/>
                  </a:lnTo>
                  <a:lnTo>
                    <a:pt x="2296" y="78"/>
                  </a:lnTo>
                  <a:lnTo>
                    <a:pt x="2308" y="84"/>
                  </a:lnTo>
                  <a:lnTo>
                    <a:pt x="2326" y="90"/>
                  </a:lnTo>
                  <a:lnTo>
                    <a:pt x="2350" y="102"/>
                  </a:lnTo>
                  <a:lnTo>
                    <a:pt x="2380" y="108"/>
                  </a:lnTo>
                  <a:lnTo>
                    <a:pt x="2416" y="114"/>
                  </a:lnTo>
                  <a:lnTo>
                    <a:pt x="2446" y="108"/>
                  </a:lnTo>
                  <a:lnTo>
                    <a:pt x="2481" y="108"/>
                  </a:lnTo>
                  <a:lnTo>
                    <a:pt x="2511" y="102"/>
                  </a:lnTo>
                  <a:lnTo>
                    <a:pt x="2541" y="96"/>
                  </a:lnTo>
                  <a:lnTo>
                    <a:pt x="2559" y="96"/>
                  </a:lnTo>
                  <a:lnTo>
                    <a:pt x="2595" y="84"/>
                  </a:lnTo>
                  <a:lnTo>
                    <a:pt x="2619" y="72"/>
                  </a:lnTo>
                  <a:lnTo>
                    <a:pt x="2643" y="54"/>
                  </a:lnTo>
                  <a:lnTo>
                    <a:pt x="2661" y="42"/>
                  </a:lnTo>
                  <a:lnTo>
                    <a:pt x="2673" y="24"/>
                  </a:lnTo>
                  <a:lnTo>
                    <a:pt x="2697" y="18"/>
                  </a:lnTo>
                  <a:lnTo>
                    <a:pt x="2715" y="24"/>
                  </a:lnTo>
                  <a:lnTo>
                    <a:pt x="2715" y="48"/>
                  </a:lnTo>
                  <a:lnTo>
                    <a:pt x="2709" y="78"/>
                  </a:lnTo>
                  <a:lnTo>
                    <a:pt x="2709" y="108"/>
                  </a:lnTo>
                  <a:lnTo>
                    <a:pt x="2727" y="114"/>
                  </a:lnTo>
                  <a:lnTo>
                    <a:pt x="2744" y="120"/>
                  </a:lnTo>
                  <a:lnTo>
                    <a:pt x="2768" y="126"/>
                  </a:lnTo>
                  <a:lnTo>
                    <a:pt x="2792" y="132"/>
                  </a:lnTo>
                  <a:lnTo>
                    <a:pt x="2816" y="132"/>
                  </a:lnTo>
                  <a:lnTo>
                    <a:pt x="2846" y="132"/>
                  </a:lnTo>
                  <a:lnTo>
                    <a:pt x="2870" y="132"/>
                  </a:lnTo>
                  <a:lnTo>
                    <a:pt x="2906" y="132"/>
                  </a:lnTo>
                  <a:lnTo>
                    <a:pt x="2972" y="126"/>
                  </a:lnTo>
                  <a:lnTo>
                    <a:pt x="3049" y="114"/>
                  </a:lnTo>
                  <a:lnTo>
                    <a:pt x="3127" y="102"/>
                  </a:lnTo>
                  <a:lnTo>
                    <a:pt x="3205" y="90"/>
                  </a:lnTo>
                  <a:lnTo>
                    <a:pt x="3336" y="78"/>
                  </a:lnTo>
                  <a:lnTo>
                    <a:pt x="3426" y="72"/>
                  </a:lnTo>
                  <a:lnTo>
                    <a:pt x="3456" y="66"/>
                  </a:lnTo>
                  <a:lnTo>
                    <a:pt x="3462" y="66"/>
                  </a:lnTo>
                  <a:lnTo>
                    <a:pt x="3474" y="60"/>
                  </a:lnTo>
                  <a:lnTo>
                    <a:pt x="3486" y="48"/>
                  </a:lnTo>
                  <a:lnTo>
                    <a:pt x="3498" y="48"/>
                  </a:lnTo>
                  <a:lnTo>
                    <a:pt x="3510" y="42"/>
                  </a:lnTo>
                  <a:lnTo>
                    <a:pt x="3522" y="42"/>
                  </a:lnTo>
                  <a:lnTo>
                    <a:pt x="3534" y="36"/>
                  </a:lnTo>
                  <a:lnTo>
                    <a:pt x="3546" y="36"/>
                  </a:lnTo>
                  <a:lnTo>
                    <a:pt x="3564" y="36"/>
                  </a:lnTo>
                  <a:lnTo>
                    <a:pt x="3582" y="42"/>
                  </a:lnTo>
                  <a:lnTo>
                    <a:pt x="3600" y="42"/>
                  </a:lnTo>
                  <a:lnTo>
                    <a:pt x="3617" y="54"/>
                  </a:lnTo>
                  <a:lnTo>
                    <a:pt x="3635" y="60"/>
                  </a:lnTo>
                  <a:lnTo>
                    <a:pt x="3647" y="66"/>
                  </a:lnTo>
                  <a:lnTo>
                    <a:pt x="3659" y="72"/>
                  </a:lnTo>
                  <a:lnTo>
                    <a:pt x="3689" y="78"/>
                  </a:lnTo>
                  <a:lnTo>
                    <a:pt x="3731" y="90"/>
                  </a:lnTo>
                  <a:lnTo>
                    <a:pt x="3767" y="96"/>
                  </a:lnTo>
                  <a:lnTo>
                    <a:pt x="3815" y="102"/>
                  </a:lnTo>
                  <a:lnTo>
                    <a:pt x="3863" y="102"/>
                  </a:lnTo>
                  <a:lnTo>
                    <a:pt x="3916" y="102"/>
                  </a:lnTo>
                  <a:lnTo>
                    <a:pt x="3970" y="102"/>
                  </a:lnTo>
                  <a:lnTo>
                    <a:pt x="4024" y="102"/>
                  </a:lnTo>
                  <a:lnTo>
                    <a:pt x="4078" y="102"/>
                  </a:lnTo>
                  <a:lnTo>
                    <a:pt x="4132" y="96"/>
                  </a:lnTo>
                  <a:lnTo>
                    <a:pt x="4186" y="90"/>
                  </a:lnTo>
                  <a:lnTo>
                    <a:pt x="4239" y="78"/>
                  </a:lnTo>
                  <a:lnTo>
                    <a:pt x="4287" y="72"/>
                  </a:lnTo>
                  <a:lnTo>
                    <a:pt x="4341" y="54"/>
                  </a:lnTo>
                  <a:lnTo>
                    <a:pt x="4383" y="42"/>
                  </a:lnTo>
                  <a:lnTo>
                    <a:pt x="4419" y="30"/>
                  </a:lnTo>
                  <a:lnTo>
                    <a:pt x="4449" y="18"/>
                  </a:lnTo>
                  <a:lnTo>
                    <a:pt x="4478" y="12"/>
                  </a:lnTo>
                  <a:lnTo>
                    <a:pt x="4502" y="6"/>
                  </a:lnTo>
                  <a:lnTo>
                    <a:pt x="4526" y="0"/>
                  </a:lnTo>
                  <a:lnTo>
                    <a:pt x="4544" y="0"/>
                  </a:lnTo>
                  <a:lnTo>
                    <a:pt x="4562" y="0"/>
                  </a:lnTo>
                  <a:lnTo>
                    <a:pt x="4574" y="6"/>
                  </a:lnTo>
                  <a:lnTo>
                    <a:pt x="4586" y="12"/>
                  </a:lnTo>
                  <a:lnTo>
                    <a:pt x="4598" y="18"/>
                  </a:lnTo>
                  <a:lnTo>
                    <a:pt x="4604" y="24"/>
                  </a:lnTo>
                  <a:lnTo>
                    <a:pt x="4610" y="30"/>
                  </a:lnTo>
                  <a:lnTo>
                    <a:pt x="4616" y="36"/>
                  </a:lnTo>
                  <a:lnTo>
                    <a:pt x="4622" y="48"/>
                  </a:lnTo>
                  <a:lnTo>
                    <a:pt x="4628" y="60"/>
                  </a:lnTo>
                  <a:lnTo>
                    <a:pt x="4634" y="66"/>
                  </a:lnTo>
                  <a:lnTo>
                    <a:pt x="4640" y="78"/>
                  </a:lnTo>
                  <a:lnTo>
                    <a:pt x="4652" y="84"/>
                  </a:lnTo>
                  <a:lnTo>
                    <a:pt x="4670" y="90"/>
                  </a:lnTo>
                  <a:lnTo>
                    <a:pt x="4682" y="96"/>
                  </a:lnTo>
                  <a:lnTo>
                    <a:pt x="4706" y="102"/>
                  </a:lnTo>
                  <a:lnTo>
                    <a:pt x="4724" y="108"/>
                  </a:lnTo>
                  <a:lnTo>
                    <a:pt x="4748" y="114"/>
                  </a:lnTo>
                  <a:lnTo>
                    <a:pt x="4771" y="114"/>
                  </a:lnTo>
                  <a:lnTo>
                    <a:pt x="4801" y="114"/>
                  </a:lnTo>
                  <a:lnTo>
                    <a:pt x="4831" y="108"/>
                  </a:lnTo>
                  <a:lnTo>
                    <a:pt x="4861" y="102"/>
                  </a:lnTo>
                  <a:lnTo>
                    <a:pt x="4891" y="96"/>
                  </a:lnTo>
                  <a:lnTo>
                    <a:pt x="4927" y="84"/>
                  </a:lnTo>
                  <a:lnTo>
                    <a:pt x="4957" y="66"/>
                  </a:lnTo>
                  <a:lnTo>
                    <a:pt x="4993" y="48"/>
                  </a:lnTo>
                  <a:lnTo>
                    <a:pt x="5017" y="36"/>
                  </a:lnTo>
                  <a:lnTo>
                    <a:pt x="5029" y="30"/>
                  </a:lnTo>
                  <a:lnTo>
                    <a:pt x="5061" y="24"/>
                  </a:lnTo>
                  <a:lnTo>
                    <a:pt x="5091" y="17"/>
                  </a:lnTo>
                  <a:lnTo>
                    <a:pt x="5118" y="14"/>
                  </a:lnTo>
                  <a:lnTo>
                    <a:pt x="5145" y="9"/>
                  </a:lnTo>
                  <a:lnTo>
                    <a:pt x="5175" y="9"/>
                  </a:lnTo>
                  <a:lnTo>
                    <a:pt x="5199" y="8"/>
                  </a:lnTo>
                  <a:lnTo>
                    <a:pt x="5219" y="9"/>
                  </a:lnTo>
                  <a:lnTo>
                    <a:pt x="5238" y="9"/>
                  </a:lnTo>
                  <a:lnTo>
                    <a:pt x="5258" y="11"/>
                  </a:lnTo>
                  <a:lnTo>
                    <a:pt x="5280" y="9"/>
                  </a:lnTo>
                  <a:lnTo>
                    <a:pt x="5304" y="11"/>
                  </a:lnTo>
                  <a:lnTo>
                    <a:pt x="5327" y="8"/>
                  </a:lnTo>
                  <a:lnTo>
                    <a:pt x="5351" y="8"/>
                  </a:lnTo>
                  <a:lnTo>
                    <a:pt x="5390" y="9"/>
                  </a:lnTo>
                  <a:lnTo>
                    <a:pt x="5435" y="24"/>
                  </a:lnTo>
                  <a:lnTo>
                    <a:pt x="5447" y="30"/>
                  </a:lnTo>
                  <a:lnTo>
                    <a:pt x="5453" y="36"/>
                  </a:lnTo>
                  <a:lnTo>
                    <a:pt x="5453" y="42"/>
                  </a:lnTo>
                  <a:lnTo>
                    <a:pt x="5459" y="48"/>
                  </a:lnTo>
                  <a:lnTo>
                    <a:pt x="5459" y="54"/>
                  </a:lnTo>
                  <a:lnTo>
                    <a:pt x="5459" y="60"/>
                  </a:lnTo>
                  <a:lnTo>
                    <a:pt x="5459" y="66"/>
                  </a:lnTo>
                  <a:lnTo>
                    <a:pt x="5465" y="66"/>
                  </a:lnTo>
                  <a:lnTo>
                    <a:pt x="5465" y="72"/>
                  </a:lnTo>
                  <a:lnTo>
                    <a:pt x="5477" y="72"/>
                  </a:lnTo>
                  <a:lnTo>
                    <a:pt x="5489" y="78"/>
                  </a:lnTo>
                  <a:lnTo>
                    <a:pt x="5501" y="84"/>
                  </a:lnTo>
                  <a:lnTo>
                    <a:pt x="5519" y="84"/>
                  </a:lnTo>
                  <a:lnTo>
                    <a:pt x="5555" y="90"/>
                  </a:lnTo>
                  <a:lnTo>
                    <a:pt x="5603" y="90"/>
                  </a:lnTo>
                  <a:lnTo>
                    <a:pt x="5656" y="90"/>
                  </a:lnTo>
                  <a:lnTo>
                    <a:pt x="5710" y="84"/>
                  </a:lnTo>
                  <a:lnTo>
                    <a:pt x="5740" y="78"/>
                  </a:lnTo>
                  <a:lnTo>
                    <a:pt x="5770" y="72"/>
                  </a:lnTo>
                  <a:lnTo>
                    <a:pt x="5770" y="90"/>
                  </a:lnTo>
                  <a:lnTo>
                    <a:pt x="5770" y="90"/>
                  </a:lnTo>
                  <a:lnTo>
                    <a:pt x="5740" y="96"/>
                  </a:lnTo>
                  <a:lnTo>
                    <a:pt x="5710" y="102"/>
                  </a:lnTo>
                  <a:lnTo>
                    <a:pt x="5656" y="108"/>
                  </a:lnTo>
                  <a:lnTo>
                    <a:pt x="5603" y="108"/>
                  </a:lnTo>
                  <a:lnTo>
                    <a:pt x="5555" y="108"/>
                  </a:lnTo>
                  <a:lnTo>
                    <a:pt x="5519" y="102"/>
                  </a:lnTo>
                  <a:lnTo>
                    <a:pt x="5501" y="102"/>
                  </a:lnTo>
                  <a:lnTo>
                    <a:pt x="5489" y="96"/>
                  </a:lnTo>
                  <a:lnTo>
                    <a:pt x="5477" y="90"/>
                  </a:lnTo>
                  <a:lnTo>
                    <a:pt x="5465" y="90"/>
                  </a:lnTo>
                  <a:lnTo>
                    <a:pt x="5465" y="84"/>
                  </a:lnTo>
                  <a:lnTo>
                    <a:pt x="5459" y="84"/>
                  </a:lnTo>
                  <a:lnTo>
                    <a:pt x="5459" y="78"/>
                  </a:lnTo>
                  <a:lnTo>
                    <a:pt x="5459" y="72"/>
                  </a:lnTo>
                  <a:lnTo>
                    <a:pt x="5459" y="66"/>
                  </a:lnTo>
                  <a:lnTo>
                    <a:pt x="5453" y="60"/>
                  </a:lnTo>
                  <a:lnTo>
                    <a:pt x="5453" y="54"/>
                  </a:lnTo>
                  <a:lnTo>
                    <a:pt x="5447" y="48"/>
                  </a:lnTo>
                  <a:lnTo>
                    <a:pt x="5435" y="42"/>
                  </a:lnTo>
                  <a:lnTo>
                    <a:pt x="5429" y="36"/>
                  </a:lnTo>
                  <a:lnTo>
                    <a:pt x="5423" y="36"/>
                  </a:lnTo>
                  <a:lnTo>
                    <a:pt x="5405" y="30"/>
                  </a:lnTo>
                  <a:lnTo>
                    <a:pt x="5393" y="30"/>
                  </a:lnTo>
                  <a:lnTo>
                    <a:pt x="5370" y="23"/>
                  </a:lnTo>
                  <a:lnTo>
                    <a:pt x="5346" y="24"/>
                  </a:lnTo>
                  <a:lnTo>
                    <a:pt x="5325" y="27"/>
                  </a:lnTo>
                  <a:lnTo>
                    <a:pt x="5298" y="29"/>
                  </a:lnTo>
                  <a:lnTo>
                    <a:pt x="5270" y="29"/>
                  </a:lnTo>
                  <a:lnTo>
                    <a:pt x="5247" y="26"/>
                  </a:lnTo>
                  <a:lnTo>
                    <a:pt x="5219" y="24"/>
                  </a:lnTo>
                  <a:lnTo>
                    <a:pt x="5199" y="21"/>
                  </a:lnTo>
                  <a:lnTo>
                    <a:pt x="5174" y="24"/>
                  </a:lnTo>
                </a:path>
              </a:pathLst>
            </a:custGeom>
            <a:gradFill rotWithShape="0">
              <a:gsLst>
                <a:gs pos="0">
                  <a:schemeClr val="accent2"/>
                </a:gs>
                <a:gs pos="50000">
                  <a:schemeClr val="accent2">
                    <a:gamma/>
                    <a:tint val="96863"/>
                    <a:invGamma/>
                  </a:schemeClr>
                </a:gs>
                <a:gs pos="100000">
                  <a:schemeClr val="accent2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>
                <a:defRPr/>
              </a:pPr>
              <a:endParaRPr lang="en-AU">
                <a:latin typeface="Tahoma" charset="0"/>
              </a:endParaRPr>
            </a:p>
          </p:txBody>
        </p:sp>
      </p:grpSp>
      <p:sp>
        <p:nvSpPr>
          <p:cNvPr id="14360" name="Rectangle 24"/>
          <p:cNvSpPr>
            <a:spLocks noGrp="1" noChangeArrowheads="1"/>
          </p:cNvSpPr>
          <p:nvPr>
            <p:ph type="ctrTitle" sz="quarter"/>
          </p:nvPr>
        </p:nvSpPr>
        <p:spPr>
          <a:xfrm>
            <a:off x="685800" y="1600200"/>
            <a:ext cx="7772400" cy="1828800"/>
          </a:xfrm>
        </p:spPr>
        <p:txBody>
          <a:bodyPr/>
          <a:lstStyle>
            <a:lvl1pPr>
              <a:defRPr sz="4800"/>
            </a:lvl1pPr>
          </a:lstStyle>
          <a:p>
            <a:pPr lvl="0"/>
            <a:r>
              <a:rPr lang="en-AU" noProof="0"/>
              <a:t>Click to edit Master title style</a:t>
            </a:r>
          </a:p>
        </p:txBody>
      </p:sp>
      <p:sp>
        <p:nvSpPr>
          <p:cNvPr id="14361" name="Rectangle 25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/>
            </a:lvl1pPr>
          </a:lstStyle>
          <a:p>
            <a:pPr lvl="0"/>
            <a:r>
              <a:rPr lang="en-AU" noProof="0"/>
              <a:t>Click to edit Master subtitle style</a:t>
            </a:r>
          </a:p>
        </p:txBody>
      </p:sp>
      <p:sp>
        <p:nvSpPr>
          <p:cNvPr id="26" name="Rectangle 26">
            <a:extLst>
              <a:ext uri="{FF2B5EF4-FFF2-40B4-BE49-F238E27FC236}">
                <a16:creationId xmlns:a16="http://schemas.microsoft.com/office/drawing/2014/main" id="{1B569296-1359-4B50-9B11-D4DEC6D50A06}"/>
              </a:ext>
            </a:extLst>
          </p:cNvPr>
          <p:cNvSpPr>
            <a:spLocks noGrp="1" noChangeArrowheads="1"/>
          </p:cNvSpPr>
          <p:nvPr>
            <p:ph type="dt" sz="quarter" idx="10"/>
          </p:nvPr>
        </p:nvSpPr>
        <p:spPr>
          <a:xfrm>
            <a:off x="457200" y="6243638"/>
            <a:ext cx="21336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AU"/>
          </a:p>
        </p:txBody>
      </p:sp>
      <p:sp>
        <p:nvSpPr>
          <p:cNvPr id="27" name="Rectangle 27">
            <a:extLst>
              <a:ext uri="{FF2B5EF4-FFF2-40B4-BE49-F238E27FC236}">
                <a16:creationId xmlns:a16="http://schemas.microsoft.com/office/drawing/2014/main" id="{CECA75F2-1400-4B83-AFB0-D1DA60DED14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AU"/>
          </a:p>
        </p:txBody>
      </p:sp>
      <p:sp>
        <p:nvSpPr>
          <p:cNvPr id="28" name="Rectangle 28">
            <a:extLst>
              <a:ext uri="{FF2B5EF4-FFF2-40B4-BE49-F238E27FC236}">
                <a16:creationId xmlns:a16="http://schemas.microsoft.com/office/drawing/2014/main" id="{4B806331-8223-40AC-802A-497B55E96E2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1DDDF84-3FDF-4D13-BD79-173A6F61BAF6}" type="slidenum">
              <a:rPr lang="en-AU" altLang="en-US"/>
              <a:pPr/>
              <a:t>‹#›</a:t>
            </a:fld>
            <a:endParaRPr lang="en-AU" altLang="en-US"/>
          </a:p>
        </p:txBody>
      </p:sp>
    </p:spTree>
    <p:extLst>
      <p:ext uri="{BB962C8B-B14F-4D97-AF65-F5344CB8AC3E}">
        <p14:creationId xmlns:p14="http://schemas.microsoft.com/office/powerpoint/2010/main" val="36015777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Rectangle 26">
            <a:extLst>
              <a:ext uri="{FF2B5EF4-FFF2-40B4-BE49-F238E27FC236}">
                <a16:creationId xmlns:a16="http://schemas.microsoft.com/office/drawing/2014/main" id="{0FF64236-1F45-43E8-8B10-8B5217FD8507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AU"/>
          </a:p>
        </p:txBody>
      </p:sp>
      <p:sp>
        <p:nvSpPr>
          <p:cNvPr id="5" name="Rectangle 27">
            <a:extLst>
              <a:ext uri="{FF2B5EF4-FFF2-40B4-BE49-F238E27FC236}">
                <a16:creationId xmlns:a16="http://schemas.microsoft.com/office/drawing/2014/main" id="{D73417CE-C900-406D-A581-1BAEA201934A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8386B04-004F-4A0A-B782-F63A74ADB79D}" type="slidenum">
              <a:rPr lang="en-AU" altLang="en-US"/>
              <a:pPr/>
              <a:t>‹#›</a:t>
            </a:fld>
            <a:endParaRPr lang="en-AU" altLang="en-US"/>
          </a:p>
        </p:txBody>
      </p:sp>
      <p:sp>
        <p:nvSpPr>
          <p:cNvPr id="6" name="Rectangle 28">
            <a:extLst>
              <a:ext uri="{FF2B5EF4-FFF2-40B4-BE49-F238E27FC236}">
                <a16:creationId xmlns:a16="http://schemas.microsoft.com/office/drawing/2014/main" id="{52AA5A05-4721-443A-B3C1-F93F64CE6DDC}"/>
              </a:ext>
            </a:extLst>
          </p:cNvPr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9533077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26">
            <a:extLst>
              <a:ext uri="{FF2B5EF4-FFF2-40B4-BE49-F238E27FC236}">
                <a16:creationId xmlns:a16="http://schemas.microsoft.com/office/drawing/2014/main" id="{03ECBCE6-EDD4-49EE-AD7B-7561134B6EC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AU"/>
          </a:p>
        </p:txBody>
      </p:sp>
      <p:sp>
        <p:nvSpPr>
          <p:cNvPr id="5" name="Rectangle 27">
            <a:extLst>
              <a:ext uri="{FF2B5EF4-FFF2-40B4-BE49-F238E27FC236}">
                <a16:creationId xmlns:a16="http://schemas.microsoft.com/office/drawing/2014/main" id="{2039D515-6044-4764-A9F7-53D70A33082B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1CA54BB-6B3D-43CF-94B2-461B4A633AA5}" type="slidenum">
              <a:rPr lang="en-AU" altLang="en-US"/>
              <a:pPr/>
              <a:t>‹#›</a:t>
            </a:fld>
            <a:endParaRPr lang="en-AU" altLang="en-US"/>
          </a:p>
        </p:txBody>
      </p:sp>
      <p:sp>
        <p:nvSpPr>
          <p:cNvPr id="6" name="Rectangle 28">
            <a:extLst>
              <a:ext uri="{FF2B5EF4-FFF2-40B4-BE49-F238E27FC236}">
                <a16:creationId xmlns:a16="http://schemas.microsoft.com/office/drawing/2014/main" id="{022158AD-C44F-4651-9BDD-8718B87CBDD5}"/>
              </a:ext>
            </a:extLst>
          </p:cNvPr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7287570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307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307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Rectangle 26">
            <a:extLst>
              <a:ext uri="{FF2B5EF4-FFF2-40B4-BE49-F238E27FC236}">
                <a16:creationId xmlns:a16="http://schemas.microsoft.com/office/drawing/2014/main" id="{EE5B3D35-4A30-41A2-92DF-57063A85193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AU"/>
          </a:p>
        </p:txBody>
      </p:sp>
      <p:sp>
        <p:nvSpPr>
          <p:cNvPr id="6" name="Rectangle 27">
            <a:extLst>
              <a:ext uri="{FF2B5EF4-FFF2-40B4-BE49-F238E27FC236}">
                <a16:creationId xmlns:a16="http://schemas.microsoft.com/office/drawing/2014/main" id="{744D647C-9C99-4DC0-8F91-FC39730A5D35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329F4C6-EECE-450E-B242-CE6996C0EB21}" type="slidenum">
              <a:rPr lang="en-AU" altLang="en-US"/>
              <a:pPr/>
              <a:t>‹#›</a:t>
            </a:fld>
            <a:endParaRPr lang="en-AU" altLang="en-US"/>
          </a:p>
        </p:txBody>
      </p:sp>
      <p:sp>
        <p:nvSpPr>
          <p:cNvPr id="7" name="Rectangle 28">
            <a:extLst>
              <a:ext uri="{FF2B5EF4-FFF2-40B4-BE49-F238E27FC236}">
                <a16:creationId xmlns:a16="http://schemas.microsoft.com/office/drawing/2014/main" id="{E3FE34B0-102E-4ED7-8C31-FAF50A529D04}"/>
              </a:ext>
            </a:extLst>
          </p:cNvPr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2477556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Rectangle 26">
            <a:extLst>
              <a:ext uri="{FF2B5EF4-FFF2-40B4-BE49-F238E27FC236}">
                <a16:creationId xmlns:a16="http://schemas.microsoft.com/office/drawing/2014/main" id="{DB157F2C-4D41-459E-8569-86F42C0E383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AU"/>
          </a:p>
        </p:txBody>
      </p:sp>
      <p:sp>
        <p:nvSpPr>
          <p:cNvPr id="8" name="Rectangle 27">
            <a:extLst>
              <a:ext uri="{FF2B5EF4-FFF2-40B4-BE49-F238E27FC236}">
                <a16:creationId xmlns:a16="http://schemas.microsoft.com/office/drawing/2014/main" id="{A4CB33E7-4F97-438B-A9E7-C5BAD45AB547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2F67306-CCA1-4105-9CDC-81E3A6B7510B}" type="slidenum">
              <a:rPr lang="en-AU" altLang="en-US"/>
              <a:pPr/>
              <a:t>‹#›</a:t>
            </a:fld>
            <a:endParaRPr lang="en-AU" altLang="en-US"/>
          </a:p>
        </p:txBody>
      </p:sp>
      <p:sp>
        <p:nvSpPr>
          <p:cNvPr id="9" name="Rectangle 28">
            <a:extLst>
              <a:ext uri="{FF2B5EF4-FFF2-40B4-BE49-F238E27FC236}">
                <a16:creationId xmlns:a16="http://schemas.microsoft.com/office/drawing/2014/main" id="{FF6C8ECF-0529-44B1-8D8E-308A9F6503C2}"/>
              </a:ext>
            </a:extLst>
          </p:cNvPr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02734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Rectangle 26">
            <a:extLst>
              <a:ext uri="{FF2B5EF4-FFF2-40B4-BE49-F238E27FC236}">
                <a16:creationId xmlns:a16="http://schemas.microsoft.com/office/drawing/2014/main" id="{FC8CCF3F-2D2D-4059-82B5-D4F7DA5C4D6D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AU"/>
          </a:p>
        </p:txBody>
      </p:sp>
      <p:sp>
        <p:nvSpPr>
          <p:cNvPr id="4" name="Rectangle 27">
            <a:extLst>
              <a:ext uri="{FF2B5EF4-FFF2-40B4-BE49-F238E27FC236}">
                <a16:creationId xmlns:a16="http://schemas.microsoft.com/office/drawing/2014/main" id="{F1E87CDF-C05C-4651-B876-7F07E19E9FA4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41ED9FB-20B8-40E2-805A-6E7D980AAABB}" type="slidenum">
              <a:rPr lang="en-AU" altLang="en-US"/>
              <a:pPr/>
              <a:t>‹#›</a:t>
            </a:fld>
            <a:endParaRPr lang="en-AU" altLang="en-US"/>
          </a:p>
        </p:txBody>
      </p:sp>
      <p:sp>
        <p:nvSpPr>
          <p:cNvPr id="5" name="Rectangle 28">
            <a:extLst>
              <a:ext uri="{FF2B5EF4-FFF2-40B4-BE49-F238E27FC236}">
                <a16:creationId xmlns:a16="http://schemas.microsoft.com/office/drawing/2014/main" id="{447CBDCD-7D9E-411C-8407-AC99DC1157C4}"/>
              </a:ext>
            </a:extLst>
          </p:cNvPr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9543402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6">
            <a:extLst>
              <a:ext uri="{FF2B5EF4-FFF2-40B4-BE49-F238E27FC236}">
                <a16:creationId xmlns:a16="http://schemas.microsoft.com/office/drawing/2014/main" id="{9B81694D-DA6B-46D5-B324-BC74F3664E02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AU"/>
          </a:p>
        </p:txBody>
      </p:sp>
      <p:sp>
        <p:nvSpPr>
          <p:cNvPr id="3" name="Rectangle 27">
            <a:extLst>
              <a:ext uri="{FF2B5EF4-FFF2-40B4-BE49-F238E27FC236}">
                <a16:creationId xmlns:a16="http://schemas.microsoft.com/office/drawing/2014/main" id="{AF5930AC-0B1A-48B3-8C35-67C7B50AC863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B17D6DE-E1BD-452D-AA25-DD157BDA41E1}" type="slidenum">
              <a:rPr lang="en-AU" altLang="en-US"/>
              <a:pPr/>
              <a:t>‹#›</a:t>
            </a:fld>
            <a:endParaRPr lang="en-AU" altLang="en-US"/>
          </a:p>
        </p:txBody>
      </p:sp>
      <p:sp>
        <p:nvSpPr>
          <p:cNvPr id="4" name="Rectangle 28">
            <a:extLst>
              <a:ext uri="{FF2B5EF4-FFF2-40B4-BE49-F238E27FC236}">
                <a16:creationId xmlns:a16="http://schemas.microsoft.com/office/drawing/2014/main" id="{F558A38B-413D-4651-BC49-492BE5CBC4D4}"/>
              </a:ext>
            </a:extLst>
          </p:cNvPr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7660951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26">
            <a:extLst>
              <a:ext uri="{FF2B5EF4-FFF2-40B4-BE49-F238E27FC236}">
                <a16:creationId xmlns:a16="http://schemas.microsoft.com/office/drawing/2014/main" id="{04F3DACD-91B7-48D6-96EA-F2C8392A73E1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AU"/>
          </a:p>
        </p:txBody>
      </p:sp>
      <p:sp>
        <p:nvSpPr>
          <p:cNvPr id="6" name="Rectangle 27">
            <a:extLst>
              <a:ext uri="{FF2B5EF4-FFF2-40B4-BE49-F238E27FC236}">
                <a16:creationId xmlns:a16="http://schemas.microsoft.com/office/drawing/2014/main" id="{B867958D-547A-4272-BC06-8F226206AB37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6E7D6679-BA3D-48F1-925B-0AC17FBF7F12}" type="slidenum">
              <a:rPr lang="en-AU" altLang="en-US"/>
              <a:pPr/>
              <a:t>‹#›</a:t>
            </a:fld>
            <a:endParaRPr lang="en-AU" altLang="en-US"/>
          </a:p>
        </p:txBody>
      </p:sp>
      <p:sp>
        <p:nvSpPr>
          <p:cNvPr id="7" name="Rectangle 28">
            <a:extLst>
              <a:ext uri="{FF2B5EF4-FFF2-40B4-BE49-F238E27FC236}">
                <a16:creationId xmlns:a16="http://schemas.microsoft.com/office/drawing/2014/main" id="{900D694A-FA8D-4123-AF7A-92F557C6A9EA}"/>
              </a:ext>
            </a:extLst>
          </p:cNvPr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4024483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AU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26">
            <a:extLst>
              <a:ext uri="{FF2B5EF4-FFF2-40B4-BE49-F238E27FC236}">
                <a16:creationId xmlns:a16="http://schemas.microsoft.com/office/drawing/2014/main" id="{E0CF14D4-9F59-4636-8237-9E9E7C9E5A8C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AU"/>
          </a:p>
        </p:txBody>
      </p:sp>
      <p:sp>
        <p:nvSpPr>
          <p:cNvPr id="6" name="Rectangle 27">
            <a:extLst>
              <a:ext uri="{FF2B5EF4-FFF2-40B4-BE49-F238E27FC236}">
                <a16:creationId xmlns:a16="http://schemas.microsoft.com/office/drawing/2014/main" id="{E94F68F6-2879-4BB8-981A-D31C89B00D35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4EA1950-5F0C-41E7-B622-01C86DA11FBA}" type="slidenum">
              <a:rPr lang="en-AU" altLang="en-US"/>
              <a:pPr/>
              <a:t>‹#›</a:t>
            </a:fld>
            <a:endParaRPr lang="en-AU" altLang="en-US"/>
          </a:p>
        </p:txBody>
      </p:sp>
      <p:sp>
        <p:nvSpPr>
          <p:cNvPr id="7" name="Rectangle 28">
            <a:extLst>
              <a:ext uri="{FF2B5EF4-FFF2-40B4-BE49-F238E27FC236}">
                <a16:creationId xmlns:a16="http://schemas.microsoft.com/office/drawing/2014/main" id="{116E4F17-4438-4523-9372-E1D40D21E744}"/>
              </a:ext>
            </a:extLst>
          </p:cNvPr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9963476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Rectangle 26">
            <a:extLst>
              <a:ext uri="{FF2B5EF4-FFF2-40B4-BE49-F238E27FC236}">
                <a16:creationId xmlns:a16="http://schemas.microsoft.com/office/drawing/2014/main" id="{D649C943-2B7F-47B5-AD1E-CFD1DA5DD3AF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AU"/>
          </a:p>
        </p:txBody>
      </p:sp>
      <p:sp>
        <p:nvSpPr>
          <p:cNvPr id="5" name="Rectangle 27">
            <a:extLst>
              <a:ext uri="{FF2B5EF4-FFF2-40B4-BE49-F238E27FC236}">
                <a16:creationId xmlns:a16="http://schemas.microsoft.com/office/drawing/2014/main" id="{4BBA2545-F169-452F-B0A0-7A87C3E2F4B8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A83C5DA-0CB0-4482-926B-E3C145976A41}" type="slidenum">
              <a:rPr lang="en-AU" altLang="en-US"/>
              <a:pPr/>
              <a:t>‹#›</a:t>
            </a:fld>
            <a:endParaRPr lang="en-AU" altLang="en-US"/>
          </a:p>
        </p:txBody>
      </p:sp>
      <p:sp>
        <p:nvSpPr>
          <p:cNvPr id="6" name="Rectangle 28">
            <a:extLst>
              <a:ext uri="{FF2B5EF4-FFF2-40B4-BE49-F238E27FC236}">
                <a16:creationId xmlns:a16="http://schemas.microsoft.com/office/drawing/2014/main" id="{76D1BB54-1E44-4B68-95F6-6C5316F8A1E6}"/>
              </a:ext>
            </a:extLst>
          </p:cNvPr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5230002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7813"/>
            <a:ext cx="2057400" cy="5853112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7813"/>
            <a:ext cx="6019800" cy="585311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Rectangle 26">
            <a:extLst>
              <a:ext uri="{FF2B5EF4-FFF2-40B4-BE49-F238E27FC236}">
                <a16:creationId xmlns:a16="http://schemas.microsoft.com/office/drawing/2014/main" id="{45B6EDF3-1331-4F84-B15D-5C33E88C71C1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AU"/>
          </a:p>
        </p:txBody>
      </p:sp>
      <p:sp>
        <p:nvSpPr>
          <p:cNvPr id="5" name="Rectangle 27">
            <a:extLst>
              <a:ext uri="{FF2B5EF4-FFF2-40B4-BE49-F238E27FC236}">
                <a16:creationId xmlns:a16="http://schemas.microsoft.com/office/drawing/2014/main" id="{B16E7004-E7DF-40F0-BB3E-03D56338CFB4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12B50F1-86A2-4E5E-97CC-5493C69C99BB}" type="slidenum">
              <a:rPr lang="en-AU" altLang="en-US"/>
              <a:pPr/>
              <a:t>‹#›</a:t>
            </a:fld>
            <a:endParaRPr lang="en-AU" altLang="en-US"/>
          </a:p>
        </p:txBody>
      </p:sp>
      <p:sp>
        <p:nvSpPr>
          <p:cNvPr id="6" name="Rectangle 28">
            <a:extLst>
              <a:ext uri="{FF2B5EF4-FFF2-40B4-BE49-F238E27FC236}">
                <a16:creationId xmlns:a16="http://schemas.microsoft.com/office/drawing/2014/main" id="{84401552-DB53-45C2-BAAB-413A9854C808}"/>
              </a:ext>
            </a:extLst>
          </p:cNvPr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2655852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6" name="Group 2">
            <a:extLst>
              <a:ext uri="{FF2B5EF4-FFF2-40B4-BE49-F238E27FC236}">
                <a16:creationId xmlns:a16="http://schemas.microsoft.com/office/drawing/2014/main" id="{98013048-D953-4CA8-B9AF-804707333910}"/>
              </a:ext>
            </a:extLst>
          </p:cNvPr>
          <p:cNvGrpSpPr>
            <a:grpSpLocks/>
          </p:cNvGrpSpPr>
          <p:nvPr/>
        </p:nvGrpSpPr>
        <p:grpSpPr bwMode="auto">
          <a:xfrm>
            <a:off x="0" y="0"/>
            <a:ext cx="9159875" cy="6858000"/>
            <a:chOff x="0" y="0"/>
            <a:chExt cx="5770" cy="4320"/>
          </a:xfrm>
        </p:grpSpPr>
        <p:sp>
          <p:nvSpPr>
            <p:cNvPr id="13315" name="Rectangle 3">
              <a:extLst>
                <a:ext uri="{FF2B5EF4-FFF2-40B4-BE49-F238E27FC236}">
                  <a16:creationId xmlns:a16="http://schemas.microsoft.com/office/drawing/2014/main" id="{47B29FE5-9938-44A5-9131-A1E43CBF8A5B}"/>
                </a:ext>
              </a:extLst>
            </p:cNvPr>
            <p:cNvSpPr>
              <a:spLocks noChangeArrowheads="1"/>
            </p:cNvSpPr>
            <p:nvPr userDrawn="1"/>
          </p:nvSpPr>
          <p:spPr bwMode="hidden">
            <a:xfrm>
              <a:off x="5232" y="1"/>
              <a:ext cx="528" cy="4319"/>
            </a:xfrm>
            <a:prstGeom prst="rect">
              <a:avLst/>
            </a:prstGeom>
            <a:gradFill rotWithShape="0">
              <a:gsLst>
                <a:gs pos="0">
                  <a:schemeClr val="accent2"/>
                </a:gs>
                <a:gs pos="100000">
                  <a:schemeClr val="accent2">
                    <a:gamma/>
                    <a:tint val="94118"/>
                    <a:invGamma/>
                  </a:schemeClr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AU">
                <a:latin typeface="Tahoma" charset="0"/>
              </a:endParaRPr>
            </a:p>
          </p:txBody>
        </p:sp>
        <p:sp>
          <p:nvSpPr>
            <p:cNvPr id="1033" name="Rectangle 4">
              <a:extLst>
                <a:ext uri="{FF2B5EF4-FFF2-40B4-BE49-F238E27FC236}">
                  <a16:creationId xmlns:a16="http://schemas.microsoft.com/office/drawing/2014/main" id="{20B8743A-C514-4AFE-A8E1-B941DE204516}"/>
                </a:ext>
              </a:extLst>
            </p:cNvPr>
            <p:cNvSpPr>
              <a:spLocks noChangeArrowheads="1"/>
            </p:cNvSpPr>
            <p:nvPr userDrawn="1"/>
          </p:nvSpPr>
          <p:spPr bwMode="hidden">
            <a:xfrm>
              <a:off x="1056" y="0"/>
              <a:ext cx="192" cy="4320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2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Tahoma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charset="0"/>
                </a:defRPr>
              </a:lvl9pPr>
            </a:lstStyle>
            <a:p>
              <a:pPr eaLnBrk="1" hangingPunct="1">
                <a:defRPr/>
              </a:pPr>
              <a:endParaRPr lang="en-US" altLang="en-US"/>
            </a:p>
          </p:txBody>
        </p:sp>
        <p:sp>
          <p:nvSpPr>
            <p:cNvPr id="1034" name="Rectangle 5">
              <a:extLst>
                <a:ext uri="{FF2B5EF4-FFF2-40B4-BE49-F238E27FC236}">
                  <a16:creationId xmlns:a16="http://schemas.microsoft.com/office/drawing/2014/main" id="{4BC21D18-7067-4483-B2D9-AC6F3E8879BB}"/>
                </a:ext>
              </a:extLst>
            </p:cNvPr>
            <p:cNvSpPr>
              <a:spLocks noChangeArrowheads="1"/>
            </p:cNvSpPr>
            <p:nvPr userDrawn="1"/>
          </p:nvSpPr>
          <p:spPr bwMode="hidden">
            <a:xfrm>
              <a:off x="1728" y="0"/>
              <a:ext cx="432" cy="4320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2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Tahoma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charset="0"/>
                </a:defRPr>
              </a:lvl9pPr>
            </a:lstStyle>
            <a:p>
              <a:pPr eaLnBrk="1" hangingPunct="1">
                <a:defRPr/>
              </a:pPr>
              <a:endParaRPr lang="en-US" altLang="en-US"/>
            </a:p>
          </p:txBody>
        </p:sp>
        <p:sp>
          <p:nvSpPr>
            <p:cNvPr id="1035" name="Rectangle 6">
              <a:extLst>
                <a:ext uri="{FF2B5EF4-FFF2-40B4-BE49-F238E27FC236}">
                  <a16:creationId xmlns:a16="http://schemas.microsoft.com/office/drawing/2014/main" id="{A7A5812E-4AC0-47A8-AB60-56520E3A260C}"/>
                </a:ext>
              </a:extLst>
            </p:cNvPr>
            <p:cNvSpPr>
              <a:spLocks noChangeArrowheads="1"/>
            </p:cNvSpPr>
            <p:nvPr userDrawn="1"/>
          </p:nvSpPr>
          <p:spPr bwMode="hidden">
            <a:xfrm>
              <a:off x="2256" y="0"/>
              <a:ext cx="240" cy="432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Tahoma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charset="0"/>
                </a:defRPr>
              </a:lvl9pPr>
            </a:lstStyle>
            <a:p>
              <a:pPr eaLnBrk="1" hangingPunct="1">
                <a:defRPr/>
              </a:pPr>
              <a:endParaRPr lang="en-US" altLang="en-US"/>
            </a:p>
          </p:txBody>
        </p:sp>
        <p:sp>
          <p:nvSpPr>
            <p:cNvPr id="1036" name="Rectangle 7">
              <a:extLst>
                <a:ext uri="{FF2B5EF4-FFF2-40B4-BE49-F238E27FC236}">
                  <a16:creationId xmlns:a16="http://schemas.microsoft.com/office/drawing/2014/main" id="{05822BC0-3286-4F0E-BE1B-37299A65B377}"/>
                </a:ext>
              </a:extLst>
            </p:cNvPr>
            <p:cNvSpPr>
              <a:spLocks noChangeArrowheads="1"/>
            </p:cNvSpPr>
            <p:nvPr userDrawn="1"/>
          </p:nvSpPr>
          <p:spPr bwMode="hidden">
            <a:xfrm>
              <a:off x="1344" y="0"/>
              <a:ext cx="384" cy="4320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Tahoma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charset="0"/>
                </a:defRPr>
              </a:lvl9pPr>
            </a:lstStyle>
            <a:p>
              <a:pPr eaLnBrk="1" hangingPunct="1">
                <a:defRPr/>
              </a:pPr>
              <a:endParaRPr lang="en-US" altLang="en-US"/>
            </a:p>
          </p:txBody>
        </p:sp>
        <p:sp>
          <p:nvSpPr>
            <p:cNvPr id="1037" name="Rectangle 8">
              <a:extLst>
                <a:ext uri="{FF2B5EF4-FFF2-40B4-BE49-F238E27FC236}">
                  <a16:creationId xmlns:a16="http://schemas.microsoft.com/office/drawing/2014/main" id="{7BD41417-95F0-42AE-A9CA-1A8CDEB3E148}"/>
                </a:ext>
              </a:extLst>
            </p:cNvPr>
            <p:cNvSpPr>
              <a:spLocks noChangeArrowheads="1"/>
            </p:cNvSpPr>
            <p:nvPr userDrawn="1"/>
          </p:nvSpPr>
          <p:spPr bwMode="hidden">
            <a:xfrm>
              <a:off x="480" y="0"/>
              <a:ext cx="576" cy="4320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Tahoma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charset="0"/>
                </a:defRPr>
              </a:lvl9pPr>
            </a:lstStyle>
            <a:p>
              <a:pPr eaLnBrk="1" hangingPunct="1">
                <a:defRPr/>
              </a:pPr>
              <a:endParaRPr lang="en-US" altLang="en-US"/>
            </a:p>
          </p:txBody>
        </p:sp>
        <p:sp>
          <p:nvSpPr>
            <p:cNvPr id="13321" name="Rectangle 9">
              <a:extLst>
                <a:ext uri="{FF2B5EF4-FFF2-40B4-BE49-F238E27FC236}">
                  <a16:creationId xmlns:a16="http://schemas.microsoft.com/office/drawing/2014/main" id="{24957F90-DBF2-4031-9C5E-6E439C60305C}"/>
                </a:ext>
              </a:extLst>
            </p:cNvPr>
            <p:cNvSpPr>
              <a:spLocks noChangeArrowheads="1"/>
            </p:cNvSpPr>
            <p:nvPr userDrawn="1"/>
          </p:nvSpPr>
          <p:spPr bwMode="hidden">
            <a:xfrm>
              <a:off x="288" y="0"/>
              <a:ext cx="192" cy="4320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50000">
                  <a:schemeClr val="bg2">
                    <a:gamma/>
                    <a:shade val="84706"/>
                    <a:invGamma/>
                  </a:schemeClr>
                </a:gs>
                <a:gs pos="100000">
                  <a:schemeClr val="bg2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AU">
                <a:latin typeface="Tahoma" charset="0"/>
              </a:endParaRPr>
            </a:p>
          </p:txBody>
        </p:sp>
        <p:sp>
          <p:nvSpPr>
            <p:cNvPr id="13322" name="Rectangle 10">
              <a:extLst>
                <a:ext uri="{FF2B5EF4-FFF2-40B4-BE49-F238E27FC236}">
                  <a16:creationId xmlns:a16="http://schemas.microsoft.com/office/drawing/2014/main" id="{0FC081C9-6AEC-4F02-827D-9A1D0F7CC2BF}"/>
                </a:ext>
              </a:extLst>
            </p:cNvPr>
            <p:cNvSpPr>
              <a:spLocks noChangeArrowheads="1"/>
            </p:cNvSpPr>
            <p:nvPr userDrawn="1"/>
          </p:nvSpPr>
          <p:spPr bwMode="hidden">
            <a:xfrm>
              <a:off x="0" y="0"/>
              <a:ext cx="288" cy="4320"/>
            </a:xfrm>
            <a:prstGeom prst="rect">
              <a:avLst/>
            </a:prstGeom>
            <a:gradFill rotWithShape="0">
              <a:gsLst>
                <a:gs pos="0">
                  <a:schemeClr val="bg2">
                    <a:gamma/>
                    <a:shade val="78824"/>
                    <a:invGamma/>
                  </a:schemeClr>
                </a:gs>
                <a:gs pos="100000">
                  <a:schemeClr val="bg2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AU">
                <a:latin typeface="Tahoma" charset="0"/>
              </a:endParaRPr>
            </a:p>
          </p:txBody>
        </p:sp>
        <p:sp>
          <p:nvSpPr>
            <p:cNvPr id="1040" name="Rectangle 11">
              <a:extLst>
                <a:ext uri="{FF2B5EF4-FFF2-40B4-BE49-F238E27FC236}">
                  <a16:creationId xmlns:a16="http://schemas.microsoft.com/office/drawing/2014/main" id="{993B0EA7-5B93-4B7F-8889-13665D0692DF}"/>
                </a:ext>
              </a:extLst>
            </p:cNvPr>
            <p:cNvSpPr>
              <a:spLocks noChangeArrowheads="1"/>
            </p:cNvSpPr>
            <p:nvPr userDrawn="1"/>
          </p:nvSpPr>
          <p:spPr bwMode="hidden">
            <a:xfrm>
              <a:off x="2160" y="0"/>
              <a:ext cx="240" cy="4320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Tahoma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charset="0"/>
                </a:defRPr>
              </a:lvl9pPr>
            </a:lstStyle>
            <a:p>
              <a:pPr eaLnBrk="1" hangingPunct="1">
                <a:defRPr/>
              </a:pPr>
              <a:endParaRPr lang="en-US" altLang="en-US"/>
            </a:p>
          </p:txBody>
        </p:sp>
        <p:sp>
          <p:nvSpPr>
            <p:cNvPr id="1041" name="Rectangle 12">
              <a:extLst>
                <a:ext uri="{FF2B5EF4-FFF2-40B4-BE49-F238E27FC236}">
                  <a16:creationId xmlns:a16="http://schemas.microsoft.com/office/drawing/2014/main" id="{76C72A89-ED24-4E75-950B-DA4293182547}"/>
                </a:ext>
              </a:extLst>
            </p:cNvPr>
            <p:cNvSpPr>
              <a:spLocks noChangeArrowheads="1"/>
            </p:cNvSpPr>
            <p:nvPr userDrawn="1"/>
          </p:nvSpPr>
          <p:spPr bwMode="hidden">
            <a:xfrm>
              <a:off x="2784" y="0"/>
              <a:ext cx="528" cy="4320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2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Tahoma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charset="0"/>
                </a:defRPr>
              </a:lvl9pPr>
            </a:lstStyle>
            <a:p>
              <a:pPr eaLnBrk="1" hangingPunct="1">
                <a:defRPr/>
              </a:pPr>
              <a:endParaRPr lang="en-US" altLang="en-US"/>
            </a:p>
          </p:txBody>
        </p:sp>
        <p:sp>
          <p:nvSpPr>
            <p:cNvPr id="1042" name="Rectangle 13">
              <a:extLst>
                <a:ext uri="{FF2B5EF4-FFF2-40B4-BE49-F238E27FC236}">
                  <a16:creationId xmlns:a16="http://schemas.microsoft.com/office/drawing/2014/main" id="{5CB63887-434C-491B-A8B2-2EE834B131A1}"/>
                </a:ext>
              </a:extLst>
            </p:cNvPr>
            <p:cNvSpPr>
              <a:spLocks noChangeArrowheads="1"/>
            </p:cNvSpPr>
            <p:nvPr userDrawn="1"/>
          </p:nvSpPr>
          <p:spPr bwMode="hidden">
            <a:xfrm>
              <a:off x="1248" y="0"/>
              <a:ext cx="144" cy="4320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Tahoma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charset="0"/>
                </a:defRPr>
              </a:lvl9pPr>
            </a:lstStyle>
            <a:p>
              <a:pPr eaLnBrk="1" hangingPunct="1">
                <a:defRPr/>
              </a:pPr>
              <a:endParaRPr lang="en-US" altLang="en-US"/>
            </a:p>
          </p:txBody>
        </p:sp>
        <p:sp>
          <p:nvSpPr>
            <p:cNvPr id="1043" name="Rectangle 14">
              <a:extLst>
                <a:ext uri="{FF2B5EF4-FFF2-40B4-BE49-F238E27FC236}">
                  <a16:creationId xmlns:a16="http://schemas.microsoft.com/office/drawing/2014/main" id="{3846EB50-6CC4-43A5-8EF6-156E1E5F3C32}"/>
                </a:ext>
              </a:extLst>
            </p:cNvPr>
            <p:cNvSpPr>
              <a:spLocks noChangeArrowheads="1"/>
            </p:cNvSpPr>
            <p:nvPr userDrawn="1"/>
          </p:nvSpPr>
          <p:spPr bwMode="hidden">
            <a:xfrm>
              <a:off x="3300" y="0"/>
              <a:ext cx="252" cy="4320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Tahoma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charset="0"/>
                </a:defRPr>
              </a:lvl9pPr>
            </a:lstStyle>
            <a:p>
              <a:pPr eaLnBrk="1" hangingPunct="1">
                <a:defRPr/>
              </a:pPr>
              <a:endParaRPr lang="en-US" altLang="en-US"/>
            </a:p>
          </p:txBody>
        </p:sp>
        <p:sp>
          <p:nvSpPr>
            <p:cNvPr id="13327" name="Rectangle 15">
              <a:extLst>
                <a:ext uri="{FF2B5EF4-FFF2-40B4-BE49-F238E27FC236}">
                  <a16:creationId xmlns:a16="http://schemas.microsoft.com/office/drawing/2014/main" id="{9174AD43-8509-489C-8B8E-C40484E3A040}"/>
                </a:ext>
              </a:extLst>
            </p:cNvPr>
            <p:cNvSpPr>
              <a:spLocks noChangeArrowheads="1"/>
            </p:cNvSpPr>
            <p:nvPr userDrawn="1"/>
          </p:nvSpPr>
          <p:spPr bwMode="hidden">
            <a:xfrm>
              <a:off x="4656" y="0"/>
              <a:ext cx="144" cy="4320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50000">
                  <a:schemeClr val="bg2">
                    <a:gamma/>
                    <a:shade val="96863"/>
                    <a:invGamma/>
                  </a:schemeClr>
                </a:gs>
                <a:gs pos="100000">
                  <a:schemeClr val="bg2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AU">
                <a:latin typeface="Tahoma" charset="0"/>
              </a:endParaRPr>
            </a:p>
          </p:txBody>
        </p:sp>
        <p:sp>
          <p:nvSpPr>
            <p:cNvPr id="1045" name="Rectangle 16">
              <a:extLst>
                <a:ext uri="{FF2B5EF4-FFF2-40B4-BE49-F238E27FC236}">
                  <a16:creationId xmlns:a16="http://schemas.microsoft.com/office/drawing/2014/main" id="{1E66A2F0-E79E-49E8-B4A9-8FC31A7F710E}"/>
                </a:ext>
              </a:extLst>
            </p:cNvPr>
            <p:cNvSpPr>
              <a:spLocks noChangeArrowheads="1"/>
            </p:cNvSpPr>
            <p:nvPr userDrawn="1"/>
          </p:nvSpPr>
          <p:spPr bwMode="hidden">
            <a:xfrm>
              <a:off x="4608" y="0"/>
              <a:ext cx="672" cy="4320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accent2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Tahoma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charset="0"/>
                </a:defRPr>
              </a:lvl9pPr>
            </a:lstStyle>
            <a:p>
              <a:pPr eaLnBrk="1" hangingPunct="1">
                <a:defRPr/>
              </a:pPr>
              <a:endParaRPr lang="en-US" altLang="en-US"/>
            </a:p>
          </p:txBody>
        </p:sp>
        <p:sp>
          <p:nvSpPr>
            <p:cNvPr id="13329" name="Rectangle 17">
              <a:extLst>
                <a:ext uri="{FF2B5EF4-FFF2-40B4-BE49-F238E27FC236}">
                  <a16:creationId xmlns:a16="http://schemas.microsoft.com/office/drawing/2014/main" id="{0754CC27-B057-4665-8B0A-82DE9EB1324B}"/>
                </a:ext>
              </a:extLst>
            </p:cNvPr>
            <p:cNvSpPr>
              <a:spLocks noChangeArrowheads="1"/>
            </p:cNvSpPr>
            <p:nvPr userDrawn="1"/>
          </p:nvSpPr>
          <p:spPr bwMode="hidden">
            <a:xfrm>
              <a:off x="3504" y="0"/>
              <a:ext cx="624" cy="4320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50000">
                  <a:schemeClr val="bg1"/>
                </a:gs>
                <a:gs pos="100000">
                  <a:schemeClr val="bg2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AU">
                <a:latin typeface="Tahoma" charset="0"/>
              </a:endParaRPr>
            </a:p>
          </p:txBody>
        </p:sp>
        <p:sp>
          <p:nvSpPr>
            <p:cNvPr id="1047" name="Rectangle 18">
              <a:extLst>
                <a:ext uri="{FF2B5EF4-FFF2-40B4-BE49-F238E27FC236}">
                  <a16:creationId xmlns:a16="http://schemas.microsoft.com/office/drawing/2014/main" id="{C57E04D7-6AA2-46AF-AE15-C3C1B0D1AC10}"/>
                </a:ext>
              </a:extLst>
            </p:cNvPr>
            <p:cNvSpPr>
              <a:spLocks noChangeArrowheads="1"/>
            </p:cNvSpPr>
            <p:nvPr userDrawn="1"/>
          </p:nvSpPr>
          <p:spPr bwMode="hidden">
            <a:xfrm>
              <a:off x="3840" y="0"/>
              <a:ext cx="528" cy="4320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2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Tahoma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charset="0"/>
                </a:defRPr>
              </a:lvl9pPr>
            </a:lstStyle>
            <a:p>
              <a:pPr eaLnBrk="1" hangingPunct="1">
                <a:defRPr/>
              </a:pPr>
              <a:endParaRPr lang="en-US" altLang="en-US"/>
            </a:p>
          </p:txBody>
        </p:sp>
        <p:sp>
          <p:nvSpPr>
            <p:cNvPr id="13331" name="Rectangle 19">
              <a:extLst>
                <a:ext uri="{FF2B5EF4-FFF2-40B4-BE49-F238E27FC236}">
                  <a16:creationId xmlns:a16="http://schemas.microsoft.com/office/drawing/2014/main" id="{AF0E39F1-65C3-4FE5-B0A6-7D4BE0CEC7AA}"/>
                </a:ext>
              </a:extLst>
            </p:cNvPr>
            <p:cNvSpPr>
              <a:spLocks noChangeArrowheads="1"/>
            </p:cNvSpPr>
            <p:nvPr userDrawn="1"/>
          </p:nvSpPr>
          <p:spPr bwMode="hidden">
            <a:xfrm>
              <a:off x="4368" y="0"/>
              <a:ext cx="240" cy="4320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50000">
                  <a:schemeClr val="bg2">
                    <a:gamma/>
                    <a:shade val="96863"/>
                    <a:invGamma/>
                  </a:schemeClr>
                </a:gs>
                <a:gs pos="100000">
                  <a:schemeClr val="bg2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AU">
                <a:latin typeface="Tahoma" charset="0"/>
              </a:endParaRPr>
            </a:p>
          </p:txBody>
        </p:sp>
        <p:sp>
          <p:nvSpPr>
            <p:cNvPr id="1049" name="Rectangle 20">
              <a:extLst>
                <a:ext uri="{FF2B5EF4-FFF2-40B4-BE49-F238E27FC236}">
                  <a16:creationId xmlns:a16="http://schemas.microsoft.com/office/drawing/2014/main" id="{62C9925B-913D-46F6-AB11-FF919662E025}"/>
                </a:ext>
              </a:extLst>
            </p:cNvPr>
            <p:cNvSpPr>
              <a:spLocks noChangeArrowheads="1"/>
            </p:cNvSpPr>
            <p:nvPr userDrawn="1"/>
          </p:nvSpPr>
          <p:spPr bwMode="hidden">
            <a:xfrm>
              <a:off x="2680" y="0"/>
              <a:ext cx="152" cy="4320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Tahoma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charset="0"/>
                </a:defRPr>
              </a:lvl9pPr>
            </a:lstStyle>
            <a:p>
              <a:pPr eaLnBrk="1" hangingPunct="1">
                <a:defRPr/>
              </a:pPr>
              <a:endParaRPr lang="en-US" altLang="en-US"/>
            </a:p>
          </p:txBody>
        </p:sp>
        <p:sp>
          <p:nvSpPr>
            <p:cNvPr id="1050" name="Rectangle 21">
              <a:extLst>
                <a:ext uri="{FF2B5EF4-FFF2-40B4-BE49-F238E27FC236}">
                  <a16:creationId xmlns:a16="http://schemas.microsoft.com/office/drawing/2014/main" id="{077C8B89-2531-4017-AA41-46AE16FB9B3E}"/>
                </a:ext>
              </a:extLst>
            </p:cNvPr>
            <p:cNvSpPr>
              <a:spLocks noChangeArrowheads="1"/>
            </p:cNvSpPr>
            <p:nvPr userDrawn="1"/>
          </p:nvSpPr>
          <p:spPr bwMode="hidden">
            <a:xfrm>
              <a:off x="2366" y="0"/>
              <a:ext cx="336" cy="4320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2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Tahoma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charset="0"/>
                </a:defRPr>
              </a:lvl9pPr>
            </a:lstStyle>
            <a:p>
              <a:pPr eaLnBrk="1" hangingPunct="1">
                <a:defRPr/>
              </a:pPr>
              <a:endParaRPr lang="en-US" altLang="en-US"/>
            </a:p>
          </p:txBody>
        </p:sp>
        <p:sp>
          <p:nvSpPr>
            <p:cNvPr id="1051" name="Freeform 22">
              <a:extLst>
                <a:ext uri="{FF2B5EF4-FFF2-40B4-BE49-F238E27FC236}">
                  <a16:creationId xmlns:a16="http://schemas.microsoft.com/office/drawing/2014/main" id="{06DB707E-7D34-4F1D-A4D9-906D998EDFA8}"/>
                </a:ext>
              </a:extLst>
            </p:cNvPr>
            <p:cNvSpPr>
              <a:spLocks/>
            </p:cNvSpPr>
            <p:nvPr userDrawn="1"/>
          </p:nvSpPr>
          <p:spPr bwMode="hidden">
            <a:xfrm>
              <a:off x="1" y="3875"/>
              <a:ext cx="5760" cy="445"/>
            </a:xfrm>
            <a:custGeom>
              <a:avLst/>
              <a:gdLst>
                <a:gd name="T0" fmla="*/ 5700 w 5760"/>
                <a:gd name="T1" fmla="*/ 86 h 445"/>
                <a:gd name="T2" fmla="*/ 5508 w 5760"/>
                <a:gd name="T3" fmla="*/ 86 h 445"/>
                <a:gd name="T4" fmla="*/ 5454 w 5760"/>
                <a:gd name="T5" fmla="*/ 76 h 445"/>
                <a:gd name="T6" fmla="*/ 5448 w 5760"/>
                <a:gd name="T7" fmla="*/ 65 h 445"/>
                <a:gd name="T8" fmla="*/ 5442 w 5760"/>
                <a:gd name="T9" fmla="*/ 44 h 445"/>
                <a:gd name="T10" fmla="*/ 5414 w 5760"/>
                <a:gd name="T11" fmla="*/ 18 h 445"/>
                <a:gd name="T12" fmla="*/ 5332 w 5760"/>
                <a:gd name="T13" fmla="*/ 7 h 445"/>
                <a:gd name="T14" fmla="*/ 5051 w 5760"/>
                <a:gd name="T15" fmla="*/ 22 h 445"/>
                <a:gd name="T16" fmla="*/ 4986 w 5760"/>
                <a:gd name="T17" fmla="*/ 55 h 445"/>
                <a:gd name="T18" fmla="*/ 4854 w 5760"/>
                <a:gd name="T19" fmla="*/ 102 h 445"/>
                <a:gd name="T20" fmla="*/ 4740 w 5760"/>
                <a:gd name="T21" fmla="*/ 112 h 445"/>
                <a:gd name="T22" fmla="*/ 4662 w 5760"/>
                <a:gd name="T23" fmla="*/ 91 h 445"/>
                <a:gd name="T24" fmla="*/ 4598 w 5760"/>
                <a:gd name="T25" fmla="*/ 25 h 445"/>
                <a:gd name="T26" fmla="*/ 4514 w 5760"/>
                <a:gd name="T27" fmla="*/ 9 h 445"/>
                <a:gd name="T28" fmla="*/ 4410 w 5760"/>
                <a:gd name="T29" fmla="*/ 39 h 445"/>
                <a:gd name="T30" fmla="*/ 4236 w 5760"/>
                <a:gd name="T31" fmla="*/ 81 h 445"/>
                <a:gd name="T32" fmla="*/ 4020 w 5760"/>
                <a:gd name="T33" fmla="*/ 102 h 445"/>
                <a:gd name="T34" fmla="*/ 3810 w 5760"/>
                <a:gd name="T35" fmla="*/ 102 h 445"/>
                <a:gd name="T36" fmla="*/ 3654 w 5760"/>
                <a:gd name="T37" fmla="*/ 76 h 445"/>
                <a:gd name="T38" fmla="*/ 3594 w 5760"/>
                <a:gd name="T39" fmla="*/ 50 h 445"/>
                <a:gd name="T40" fmla="*/ 3528 w 5760"/>
                <a:gd name="T41" fmla="*/ 44 h 445"/>
                <a:gd name="T42" fmla="*/ 3480 w 5760"/>
                <a:gd name="T43" fmla="*/ 55 h 445"/>
                <a:gd name="T44" fmla="*/ 3420 w 5760"/>
                <a:gd name="T45" fmla="*/ 76 h 445"/>
                <a:gd name="T46" fmla="*/ 3048 w 5760"/>
                <a:gd name="T47" fmla="*/ 112 h 445"/>
                <a:gd name="T48" fmla="*/ 2844 w 5760"/>
                <a:gd name="T49" fmla="*/ 128 h 445"/>
                <a:gd name="T50" fmla="*/ 2742 w 5760"/>
                <a:gd name="T51" fmla="*/ 117 h 445"/>
                <a:gd name="T52" fmla="*/ 2710 w 5760"/>
                <a:gd name="T53" fmla="*/ 56 h 445"/>
                <a:gd name="T54" fmla="*/ 2658 w 5760"/>
                <a:gd name="T55" fmla="*/ 50 h 445"/>
                <a:gd name="T56" fmla="*/ 2558 w 5760"/>
                <a:gd name="T57" fmla="*/ 95 h 445"/>
                <a:gd name="T58" fmla="*/ 2444 w 5760"/>
                <a:gd name="T59" fmla="*/ 109 h 445"/>
                <a:gd name="T60" fmla="*/ 2322 w 5760"/>
                <a:gd name="T61" fmla="*/ 91 h 445"/>
                <a:gd name="T62" fmla="*/ 2274 w 5760"/>
                <a:gd name="T63" fmla="*/ 70 h 445"/>
                <a:gd name="T64" fmla="*/ 2185 w 5760"/>
                <a:gd name="T65" fmla="*/ 3 h 445"/>
                <a:gd name="T66" fmla="*/ 2048 w 5760"/>
                <a:gd name="T67" fmla="*/ 64 h 445"/>
                <a:gd name="T68" fmla="*/ 1794 w 5760"/>
                <a:gd name="T69" fmla="*/ 102 h 445"/>
                <a:gd name="T70" fmla="*/ 1560 w 5760"/>
                <a:gd name="T71" fmla="*/ 91 h 445"/>
                <a:gd name="T72" fmla="*/ 1482 w 5760"/>
                <a:gd name="T73" fmla="*/ 76 h 445"/>
                <a:gd name="T74" fmla="*/ 1428 w 5760"/>
                <a:gd name="T75" fmla="*/ 50 h 445"/>
                <a:gd name="T76" fmla="*/ 1374 w 5760"/>
                <a:gd name="T77" fmla="*/ 44 h 445"/>
                <a:gd name="T78" fmla="*/ 1308 w 5760"/>
                <a:gd name="T79" fmla="*/ 55 h 445"/>
                <a:gd name="T80" fmla="*/ 1140 w 5760"/>
                <a:gd name="T81" fmla="*/ 107 h 445"/>
                <a:gd name="T82" fmla="*/ 948 w 5760"/>
                <a:gd name="T83" fmla="*/ 143 h 445"/>
                <a:gd name="T84" fmla="*/ 708 w 5760"/>
                <a:gd name="T85" fmla="*/ 138 h 445"/>
                <a:gd name="T86" fmla="*/ 534 w 5760"/>
                <a:gd name="T87" fmla="*/ 96 h 445"/>
                <a:gd name="T88" fmla="*/ 444 w 5760"/>
                <a:gd name="T89" fmla="*/ 55 h 445"/>
                <a:gd name="T90" fmla="*/ 396 w 5760"/>
                <a:gd name="T91" fmla="*/ 34 h 445"/>
                <a:gd name="T92" fmla="*/ 378 w 5760"/>
                <a:gd name="T93" fmla="*/ 39 h 445"/>
                <a:gd name="T94" fmla="*/ 342 w 5760"/>
                <a:gd name="T95" fmla="*/ 70 h 445"/>
                <a:gd name="T96" fmla="*/ 288 w 5760"/>
                <a:gd name="T97" fmla="*/ 96 h 445"/>
                <a:gd name="T98" fmla="*/ 192 w 5760"/>
                <a:gd name="T99" fmla="*/ 112 h 445"/>
                <a:gd name="T100" fmla="*/ 90 w 5760"/>
                <a:gd name="T101" fmla="*/ 112 h 445"/>
                <a:gd name="T102" fmla="*/ 0 w 5760"/>
                <a:gd name="T103" fmla="*/ 96 h 445"/>
                <a:gd name="T104" fmla="*/ 5760 w 5760"/>
                <a:gd name="T105" fmla="*/ 445 h 445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</a:gdLst>
              <a:ahLst/>
              <a:cxnLst>
                <a:cxn ang="T106">
                  <a:pos x="T0" y="T1"/>
                </a:cxn>
                <a:cxn ang="T107">
                  <a:pos x="T2" y="T3"/>
                </a:cxn>
                <a:cxn ang="T108">
                  <a:pos x="T4" y="T5"/>
                </a:cxn>
                <a:cxn ang="T109">
                  <a:pos x="T6" y="T7"/>
                </a:cxn>
                <a:cxn ang="T110">
                  <a:pos x="T8" y="T9"/>
                </a:cxn>
                <a:cxn ang="T111">
                  <a:pos x="T10" y="T11"/>
                </a:cxn>
                <a:cxn ang="T112">
                  <a:pos x="T12" y="T13"/>
                </a:cxn>
                <a:cxn ang="T113">
                  <a:pos x="T14" y="T15"/>
                </a:cxn>
                <a:cxn ang="T114">
                  <a:pos x="T16" y="T17"/>
                </a:cxn>
                <a:cxn ang="T115">
                  <a:pos x="T18" y="T19"/>
                </a:cxn>
                <a:cxn ang="T116">
                  <a:pos x="T20" y="T21"/>
                </a:cxn>
                <a:cxn ang="T117">
                  <a:pos x="T22" y="T23"/>
                </a:cxn>
                <a:cxn ang="T118">
                  <a:pos x="T24" y="T25"/>
                </a:cxn>
                <a:cxn ang="T119">
                  <a:pos x="T26" y="T27"/>
                </a:cxn>
                <a:cxn ang="T120">
                  <a:pos x="T28" y="T29"/>
                </a:cxn>
                <a:cxn ang="T121">
                  <a:pos x="T30" y="T31"/>
                </a:cxn>
                <a:cxn ang="T122">
                  <a:pos x="T32" y="T33"/>
                </a:cxn>
                <a:cxn ang="T123">
                  <a:pos x="T34" y="T35"/>
                </a:cxn>
                <a:cxn ang="T124">
                  <a:pos x="T36" y="T37"/>
                </a:cxn>
                <a:cxn ang="T125">
                  <a:pos x="T38" y="T39"/>
                </a:cxn>
                <a:cxn ang="T126">
                  <a:pos x="T40" y="T41"/>
                </a:cxn>
                <a:cxn ang="T127">
                  <a:pos x="T42" y="T43"/>
                </a:cxn>
                <a:cxn ang="T128">
                  <a:pos x="T44" y="T45"/>
                </a:cxn>
                <a:cxn ang="T129">
                  <a:pos x="T46" y="T47"/>
                </a:cxn>
                <a:cxn ang="T130">
                  <a:pos x="T48" y="T49"/>
                </a:cxn>
                <a:cxn ang="T131">
                  <a:pos x="T50" y="T51"/>
                </a:cxn>
                <a:cxn ang="T132">
                  <a:pos x="T52" y="T53"/>
                </a:cxn>
                <a:cxn ang="T133">
                  <a:pos x="T54" y="T55"/>
                </a:cxn>
                <a:cxn ang="T134">
                  <a:pos x="T56" y="T57"/>
                </a:cxn>
                <a:cxn ang="T135">
                  <a:pos x="T58" y="T59"/>
                </a:cxn>
                <a:cxn ang="T136">
                  <a:pos x="T60" y="T61"/>
                </a:cxn>
                <a:cxn ang="T137">
                  <a:pos x="T62" y="T63"/>
                </a:cxn>
                <a:cxn ang="T138">
                  <a:pos x="T64" y="T65"/>
                </a:cxn>
                <a:cxn ang="T139">
                  <a:pos x="T66" y="T67"/>
                </a:cxn>
                <a:cxn ang="T140">
                  <a:pos x="T68" y="T69"/>
                </a:cxn>
                <a:cxn ang="T141">
                  <a:pos x="T70" y="T71"/>
                </a:cxn>
                <a:cxn ang="T142">
                  <a:pos x="T72" y="T73"/>
                </a:cxn>
                <a:cxn ang="T143">
                  <a:pos x="T74" y="T75"/>
                </a:cxn>
                <a:cxn ang="T144">
                  <a:pos x="T76" y="T77"/>
                </a:cxn>
                <a:cxn ang="T145">
                  <a:pos x="T78" y="T79"/>
                </a:cxn>
                <a:cxn ang="T146">
                  <a:pos x="T80" y="T81"/>
                </a:cxn>
                <a:cxn ang="T147">
                  <a:pos x="T82" y="T83"/>
                </a:cxn>
                <a:cxn ang="T148">
                  <a:pos x="T84" y="T85"/>
                </a:cxn>
                <a:cxn ang="T149">
                  <a:pos x="T86" y="T87"/>
                </a:cxn>
                <a:cxn ang="T150">
                  <a:pos x="T88" y="T89"/>
                </a:cxn>
                <a:cxn ang="T151">
                  <a:pos x="T90" y="T91"/>
                </a:cxn>
                <a:cxn ang="T152">
                  <a:pos x="T92" y="T93"/>
                </a:cxn>
                <a:cxn ang="T153">
                  <a:pos x="T94" y="T95"/>
                </a:cxn>
                <a:cxn ang="T154">
                  <a:pos x="T96" y="T97"/>
                </a:cxn>
                <a:cxn ang="T155">
                  <a:pos x="T98" y="T99"/>
                </a:cxn>
                <a:cxn ang="T156">
                  <a:pos x="T100" y="T101"/>
                </a:cxn>
                <a:cxn ang="T157">
                  <a:pos x="T102" y="T103"/>
                </a:cxn>
                <a:cxn ang="T158">
                  <a:pos x="T104" y="T105"/>
                </a:cxn>
              </a:cxnLst>
              <a:rect l="0" t="0" r="r" b="b"/>
              <a:pathLst>
                <a:path w="5760" h="445">
                  <a:moveTo>
                    <a:pt x="5760" y="445"/>
                  </a:moveTo>
                  <a:lnTo>
                    <a:pt x="5760" y="76"/>
                  </a:lnTo>
                  <a:lnTo>
                    <a:pt x="5730" y="81"/>
                  </a:lnTo>
                  <a:lnTo>
                    <a:pt x="5700" y="86"/>
                  </a:lnTo>
                  <a:lnTo>
                    <a:pt x="5646" y="91"/>
                  </a:lnTo>
                  <a:lnTo>
                    <a:pt x="5592" y="91"/>
                  </a:lnTo>
                  <a:lnTo>
                    <a:pt x="5544" y="91"/>
                  </a:lnTo>
                  <a:lnTo>
                    <a:pt x="5508" y="86"/>
                  </a:lnTo>
                  <a:lnTo>
                    <a:pt x="5490" y="86"/>
                  </a:lnTo>
                  <a:lnTo>
                    <a:pt x="5478" y="81"/>
                  </a:lnTo>
                  <a:lnTo>
                    <a:pt x="5466" y="76"/>
                  </a:lnTo>
                  <a:lnTo>
                    <a:pt x="5454" y="76"/>
                  </a:lnTo>
                  <a:lnTo>
                    <a:pt x="5454" y="70"/>
                  </a:lnTo>
                  <a:lnTo>
                    <a:pt x="5448" y="70"/>
                  </a:lnTo>
                  <a:lnTo>
                    <a:pt x="5448" y="65"/>
                  </a:lnTo>
                  <a:lnTo>
                    <a:pt x="5448" y="60"/>
                  </a:lnTo>
                  <a:lnTo>
                    <a:pt x="5448" y="55"/>
                  </a:lnTo>
                  <a:lnTo>
                    <a:pt x="5442" y="50"/>
                  </a:lnTo>
                  <a:lnTo>
                    <a:pt x="5442" y="44"/>
                  </a:lnTo>
                  <a:lnTo>
                    <a:pt x="5436" y="39"/>
                  </a:lnTo>
                  <a:lnTo>
                    <a:pt x="5424" y="34"/>
                  </a:lnTo>
                  <a:lnTo>
                    <a:pt x="5418" y="29"/>
                  </a:lnTo>
                  <a:lnTo>
                    <a:pt x="5414" y="18"/>
                  </a:lnTo>
                  <a:lnTo>
                    <a:pt x="5401" y="16"/>
                  </a:lnTo>
                  <a:lnTo>
                    <a:pt x="5386" y="10"/>
                  </a:lnTo>
                  <a:lnTo>
                    <a:pt x="5368" y="7"/>
                  </a:lnTo>
                  <a:lnTo>
                    <a:pt x="5332" y="7"/>
                  </a:lnTo>
                  <a:lnTo>
                    <a:pt x="5246" y="10"/>
                  </a:lnTo>
                  <a:lnTo>
                    <a:pt x="5144" y="7"/>
                  </a:lnTo>
                  <a:lnTo>
                    <a:pt x="5090" y="16"/>
                  </a:lnTo>
                  <a:lnTo>
                    <a:pt x="5051" y="22"/>
                  </a:lnTo>
                  <a:lnTo>
                    <a:pt x="5036" y="30"/>
                  </a:lnTo>
                  <a:lnTo>
                    <a:pt x="5022" y="39"/>
                  </a:lnTo>
                  <a:lnTo>
                    <a:pt x="5010" y="44"/>
                  </a:lnTo>
                  <a:lnTo>
                    <a:pt x="4986" y="55"/>
                  </a:lnTo>
                  <a:lnTo>
                    <a:pt x="4950" y="70"/>
                  </a:lnTo>
                  <a:lnTo>
                    <a:pt x="4920" y="86"/>
                  </a:lnTo>
                  <a:lnTo>
                    <a:pt x="4884" y="96"/>
                  </a:lnTo>
                  <a:lnTo>
                    <a:pt x="4854" y="102"/>
                  </a:lnTo>
                  <a:lnTo>
                    <a:pt x="4824" y="107"/>
                  </a:lnTo>
                  <a:lnTo>
                    <a:pt x="4794" y="112"/>
                  </a:lnTo>
                  <a:lnTo>
                    <a:pt x="4764" y="112"/>
                  </a:lnTo>
                  <a:lnTo>
                    <a:pt x="4740" y="112"/>
                  </a:lnTo>
                  <a:lnTo>
                    <a:pt x="4716" y="107"/>
                  </a:lnTo>
                  <a:lnTo>
                    <a:pt x="4698" y="102"/>
                  </a:lnTo>
                  <a:lnTo>
                    <a:pt x="4674" y="96"/>
                  </a:lnTo>
                  <a:lnTo>
                    <a:pt x="4662" y="91"/>
                  </a:lnTo>
                  <a:lnTo>
                    <a:pt x="4644" y="86"/>
                  </a:lnTo>
                  <a:lnTo>
                    <a:pt x="4631" y="66"/>
                  </a:lnTo>
                  <a:lnTo>
                    <a:pt x="4617" y="42"/>
                  </a:lnTo>
                  <a:lnTo>
                    <a:pt x="4598" y="25"/>
                  </a:lnTo>
                  <a:lnTo>
                    <a:pt x="4584" y="13"/>
                  </a:lnTo>
                  <a:lnTo>
                    <a:pt x="4565" y="4"/>
                  </a:lnTo>
                  <a:lnTo>
                    <a:pt x="4535" y="3"/>
                  </a:lnTo>
                  <a:lnTo>
                    <a:pt x="4514" y="9"/>
                  </a:lnTo>
                  <a:lnTo>
                    <a:pt x="4494" y="18"/>
                  </a:lnTo>
                  <a:lnTo>
                    <a:pt x="4471" y="23"/>
                  </a:lnTo>
                  <a:lnTo>
                    <a:pt x="4440" y="29"/>
                  </a:lnTo>
                  <a:lnTo>
                    <a:pt x="4410" y="39"/>
                  </a:lnTo>
                  <a:lnTo>
                    <a:pt x="4374" y="50"/>
                  </a:lnTo>
                  <a:lnTo>
                    <a:pt x="4332" y="60"/>
                  </a:lnTo>
                  <a:lnTo>
                    <a:pt x="4284" y="76"/>
                  </a:lnTo>
                  <a:lnTo>
                    <a:pt x="4236" y="81"/>
                  </a:lnTo>
                  <a:lnTo>
                    <a:pt x="4183" y="91"/>
                  </a:lnTo>
                  <a:lnTo>
                    <a:pt x="4128" y="96"/>
                  </a:lnTo>
                  <a:lnTo>
                    <a:pt x="4074" y="102"/>
                  </a:lnTo>
                  <a:lnTo>
                    <a:pt x="4020" y="102"/>
                  </a:lnTo>
                  <a:lnTo>
                    <a:pt x="3966" y="102"/>
                  </a:lnTo>
                  <a:lnTo>
                    <a:pt x="3912" y="102"/>
                  </a:lnTo>
                  <a:lnTo>
                    <a:pt x="3858" y="102"/>
                  </a:lnTo>
                  <a:lnTo>
                    <a:pt x="3810" y="102"/>
                  </a:lnTo>
                  <a:lnTo>
                    <a:pt x="3762" y="96"/>
                  </a:lnTo>
                  <a:lnTo>
                    <a:pt x="3726" y="91"/>
                  </a:lnTo>
                  <a:lnTo>
                    <a:pt x="3684" y="81"/>
                  </a:lnTo>
                  <a:lnTo>
                    <a:pt x="3654" y="76"/>
                  </a:lnTo>
                  <a:lnTo>
                    <a:pt x="3642" y="70"/>
                  </a:lnTo>
                  <a:lnTo>
                    <a:pt x="3630" y="65"/>
                  </a:lnTo>
                  <a:lnTo>
                    <a:pt x="3612" y="60"/>
                  </a:lnTo>
                  <a:lnTo>
                    <a:pt x="3594" y="50"/>
                  </a:lnTo>
                  <a:lnTo>
                    <a:pt x="3576" y="50"/>
                  </a:lnTo>
                  <a:lnTo>
                    <a:pt x="3558" y="44"/>
                  </a:lnTo>
                  <a:lnTo>
                    <a:pt x="3540" y="44"/>
                  </a:lnTo>
                  <a:lnTo>
                    <a:pt x="3528" y="44"/>
                  </a:lnTo>
                  <a:lnTo>
                    <a:pt x="3516" y="50"/>
                  </a:lnTo>
                  <a:lnTo>
                    <a:pt x="3504" y="50"/>
                  </a:lnTo>
                  <a:lnTo>
                    <a:pt x="3492" y="55"/>
                  </a:lnTo>
                  <a:lnTo>
                    <a:pt x="3480" y="55"/>
                  </a:lnTo>
                  <a:lnTo>
                    <a:pt x="3468" y="65"/>
                  </a:lnTo>
                  <a:lnTo>
                    <a:pt x="3456" y="70"/>
                  </a:lnTo>
                  <a:lnTo>
                    <a:pt x="3450" y="70"/>
                  </a:lnTo>
                  <a:lnTo>
                    <a:pt x="3420" y="76"/>
                  </a:lnTo>
                  <a:lnTo>
                    <a:pt x="3330" y="81"/>
                  </a:lnTo>
                  <a:lnTo>
                    <a:pt x="3204" y="91"/>
                  </a:lnTo>
                  <a:lnTo>
                    <a:pt x="3126" y="102"/>
                  </a:lnTo>
                  <a:lnTo>
                    <a:pt x="3048" y="112"/>
                  </a:lnTo>
                  <a:lnTo>
                    <a:pt x="2970" y="123"/>
                  </a:lnTo>
                  <a:lnTo>
                    <a:pt x="2904" y="128"/>
                  </a:lnTo>
                  <a:lnTo>
                    <a:pt x="2868" y="128"/>
                  </a:lnTo>
                  <a:lnTo>
                    <a:pt x="2844" y="128"/>
                  </a:lnTo>
                  <a:lnTo>
                    <a:pt x="2814" y="128"/>
                  </a:lnTo>
                  <a:lnTo>
                    <a:pt x="2790" y="128"/>
                  </a:lnTo>
                  <a:lnTo>
                    <a:pt x="2766" y="123"/>
                  </a:lnTo>
                  <a:lnTo>
                    <a:pt x="2742" y="117"/>
                  </a:lnTo>
                  <a:lnTo>
                    <a:pt x="2724" y="112"/>
                  </a:lnTo>
                  <a:lnTo>
                    <a:pt x="2706" y="107"/>
                  </a:lnTo>
                  <a:lnTo>
                    <a:pt x="2704" y="83"/>
                  </a:lnTo>
                  <a:lnTo>
                    <a:pt x="2710" y="56"/>
                  </a:lnTo>
                  <a:lnTo>
                    <a:pt x="2710" y="36"/>
                  </a:lnTo>
                  <a:lnTo>
                    <a:pt x="2696" y="25"/>
                  </a:lnTo>
                  <a:lnTo>
                    <a:pt x="2672" y="36"/>
                  </a:lnTo>
                  <a:lnTo>
                    <a:pt x="2658" y="50"/>
                  </a:lnTo>
                  <a:lnTo>
                    <a:pt x="2638" y="60"/>
                  </a:lnTo>
                  <a:lnTo>
                    <a:pt x="2614" y="76"/>
                  </a:lnTo>
                  <a:lnTo>
                    <a:pt x="2590" y="84"/>
                  </a:lnTo>
                  <a:lnTo>
                    <a:pt x="2558" y="95"/>
                  </a:lnTo>
                  <a:lnTo>
                    <a:pt x="2536" y="98"/>
                  </a:lnTo>
                  <a:lnTo>
                    <a:pt x="2508" y="102"/>
                  </a:lnTo>
                  <a:lnTo>
                    <a:pt x="2478" y="105"/>
                  </a:lnTo>
                  <a:lnTo>
                    <a:pt x="2444" y="109"/>
                  </a:lnTo>
                  <a:lnTo>
                    <a:pt x="2410" y="110"/>
                  </a:lnTo>
                  <a:lnTo>
                    <a:pt x="2374" y="107"/>
                  </a:lnTo>
                  <a:lnTo>
                    <a:pt x="2348" y="103"/>
                  </a:lnTo>
                  <a:lnTo>
                    <a:pt x="2322" y="91"/>
                  </a:lnTo>
                  <a:lnTo>
                    <a:pt x="2304" y="86"/>
                  </a:lnTo>
                  <a:lnTo>
                    <a:pt x="2292" y="81"/>
                  </a:lnTo>
                  <a:lnTo>
                    <a:pt x="2286" y="76"/>
                  </a:lnTo>
                  <a:lnTo>
                    <a:pt x="2274" y="70"/>
                  </a:lnTo>
                  <a:lnTo>
                    <a:pt x="2268" y="65"/>
                  </a:lnTo>
                  <a:lnTo>
                    <a:pt x="2246" y="18"/>
                  </a:lnTo>
                  <a:lnTo>
                    <a:pt x="2224" y="0"/>
                  </a:lnTo>
                  <a:lnTo>
                    <a:pt x="2185" y="3"/>
                  </a:lnTo>
                  <a:lnTo>
                    <a:pt x="2156" y="16"/>
                  </a:lnTo>
                  <a:lnTo>
                    <a:pt x="2126" y="22"/>
                  </a:lnTo>
                  <a:lnTo>
                    <a:pt x="2081" y="49"/>
                  </a:lnTo>
                  <a:lnTo>
                    <a:pt x="2048" y="64"/>
                  </a:lnTo>
                  <a:lnTo>
                    <a:pt x="2018" y="76"/>
                  </a:lnTo>
                  <a:lnTo>
                    <a:pt x="1986" y="96"/>
                  </a:lnTo>
                  <a:lnTo>
                    <a:pt x="1896" y="102"/>
                  </a:lnTo>
                  <a:lnTo>
                    <a:pt x="1794" y="102"/>
                  </a:lnTo>
                  <a:lnTo>
                    <a:pt x="1692" y="102"/>
                  </a:lnTo>
                  <a:lnTo>
                    <a:pt x="1644" y="102"/>
                  </a:lnTo>
                  <a:lnTo>
                    <a:pt x="1602" y="96"/>
                  </a:lnTo>
                  <a:lnTo>
                    <a:pt x="1560" y="91"/>
                  </a:lnTo>
                  <a:lnTo>
                    <a:pt x="1524" y="86"/>
                  </a:lnTo>
                  <a:lnTo>
                    <a:pt x="1506" y="86"/>
                  </a:lnTo>
                  <a:lnTo>
                    <a:pt x="1494" y="81"/>
                  </a:lnTo>
                  <a:lnTo>
                    <a:pt x="1482" y="76"/>
                  </a:lnTo>
                  <a:lnTo>
                    <a:pt x="1476" y="70"/>
                  </a:lnTo>
                  <a:lnTo>
                    <a:pt x="1458" y="65"/>
                  </a:lnTo>
                  <a:lnTo>
                    <a:pt x="1440" y="55"/>
                  </a:lnTo>
                  <a:lnTo>
                    <a:pt x="1428" y="50"/>
                  </a:lnTo>
                  <a:lnTo>
                    <a:pt x="1410" y="50"/>
                  </a:lnTo>
                  <a:lnTo>
                    <a:pt x="1398" y="44"/>
                  </a:lnTo>
                  <a:lnTo>
                    <a:pt x="1386" y="44"/>
                  </a:lnTo>
                  <a:lnTo>
                    <a:pt x="1374" y="44"/>
                  </a:lnTo>
                  <a:lnTo>
                    <a:pt x="1356" y="44"/>
                  </a:lnTo>
                  <a:lnTo>
                    <a:pt x="1344" y="44"/>
                  </a:lnTo>
                  <a:lnTo>
                    <a:pt x="1332" y="50"/>
                  </a:lnTo>
                  <a:lnTo>
                    <a:pt x="1308" y="55"/>
                  </a:lnTo>
                  <a:lnTo>
                    <a:pt x="1260" y="70"/>
                  </a:lnTo>
                  <a:lnTo>
                    <a:pt x="1218" y="86"/>
                  </a:lnTo>
                  <a:lnTo>
                    <a:pt x="1176" y="96"/>
                  </a:lnTo>
                  <a:lnTo>
                    <a:pt x="1140" y="107"/>
                  </a:lnTo>
                  <a:lnTo>
                    <a:pt x="1098" y="117"/>
                  </a:lnTo>
                  <a:lnTo>
                    <a:pt x="1062" y="128"/>
                  </a:lnTo>
                  <a:lnTo>
                    <a:pt x="1020" y="133"/>
                  </a:lnTo>
                  <a:lnTo>
                    <a:pt x="948" y="143"/>
                  </a:lnTo>
                  <a:lnTo>
                    <a:pt x="882" y="149"/>
                  </a:lnTo>
                  <a:lnTo>
                    <a:pt x="822" y="149"/>
                  </a:lnTo>
                  <a:lnTo>
                    <a:pt x="762" y="143"/>
                  </a:lnTo>
                  <a:lnTo>
                    <a:pt x="708" y="138"/>
                  </a:lnTo>
                  <a:lnTo>
                    <a:pt x="654" y="128"/>
                  </a:lnTo>
                  <a:lnTo>
                    <a:pt x="612" y="117"/>
                  </a:lnTo>
                  <a:lnTo>
                    <a:pt x="570" y="107"/>
                  </a:lnTo>
                  <a:lnTo>
                    <a:pt x="534" y="96"/>
                  </a:lnTo>
                  <a:lnTo>
                    <a:pt x="504" y="86"/>
                  </a:lnTo>
                  <a:lnTo>
                    <a:pt x="480" y="76"/>
                  </a:lnTo>
                  <a:lnTo>
                    <a:pt x="462" y="65"/>
                  </a:lnTo>
                  <a:lnTo>
                    <a:pt x="444" y="55"/>
                  </a:lnTo>
                  <a:lnTo>
                    <a:pt x="426" y="44"/>
                  </a:lnTo>
                  <a:lnTo>
                    <a:pt x="408" y="34"/>
                  </a:lnTo>
                  <a:lnTo>
                    <a:pt x="402" y="34"/>
                  </a:lnTo>
                  <a:lnTo>
                    <a:pt x="396" y="34"/>
                  </a:lnTo>
                  <a:lnTo>
                    <a:pt x="390" y="34"/>
                  </a:lnTo>
                  <a:lnTo>
                    <a:pt x="384" y="34"/>
                  </a:lnTo>
                  <a:lnTo>
                    <a:pt x="378" y="39"/>
                  </a:lnTo>
                  <a:lnTo>
                    <a:pt x="372" y="44"/>
                  </a:lnTo>
                  <a:lnTo>
                    <a:pt x="360" y="55"/>
                  </a:lnTo>
                  <a:lnTo>
                    <a:pt x="348" y="65"/>
                  </a:lnTo>
                  <a:lnTo>
                    <a:pt x="342" y="70"/>
                  </a:lnTo>
                  <a:lnTo>
                    <a:pt x="336" y="76"/>
                  </a:lnTo>
                  <a:lnTo>
                    <a:pt x="324" y="86"/>
                  </a:lnTo>
                  <a:lnTo>
                    <a:pt x="306" y="91"/>
                  </a:lnTo>
                  <a:lnTo>
                    <a:pt x="288" y="96"/>
                  </a:lnTo>
                  <a:lnTo>
                    <a:pt x="264" y="102"/>
                  </a:lnTo>
                  <a:lnTo>
                    <a:pt x="240" y="107"/>
                  </a:lnTo>
                  <a:lnTo>
                    <a:pt x="216" y="112"/>
                  </a:lnTo>
                  <a:lnTo>
                    <a:pt x="192" y="112"/>
                  </a:lnTo>
                  <a:lnTo>
                    <a:pt x="168" y="117"/>
                  </a:lnTo>
                  <a:lnTo>
                    <a:pt x="145" y="117"/>
                  </a:lnTo>
                  <a:lnTo>
                    <a:pt x="120" y="117"/>
                  </a:lnTo>
                  <a:lnTo>
                    <a:pt x="90" y="112"/>
                  </a:lnTo>
                  <a:lnTo>
                    <a:pt x="66" y="112"/>
                  </a:lnTo>
                  <a:lnTo>
                    <a:pt x="42" y="107"/>
                  </a:lnTo>
                  <a:lnTo>
                    <a:pt x="24" y="102"/>
                  </a:lnTo>
                  <a:lnTo>
                    <a:pt x="0" y="96"/>
                  </a:lnTo>
                  <a:lnTo>
                    <a:pt x="0" y="445"/>
                  </a:lnTo>
                  <a:lnTo>
                    <a:pt x="5760" y="445"/>
                  </a:lnTo>
                </a:path>
              </a:pathLst>
            </a:custGeom>
            <a:solidFill>
              <a:schemeClr val="accent2">
                <a:alpha val="50195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F11E8C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335" name="Freeform 23">
              <a:extLst>
                <a:ext uri="{FF2B5EF4-FFF2-40B4-BE49-F238E27FC236}">
                  <a16:creationId xmlns:a16="http://schemas.microsoft.com/office/drawing/2014/main" id="{7E3CD810-2C9B-4208-8431-A05C4BE34841}"/>
                </a:ext>
              </a:extLst>
            </p:cNvPr>
            <p:cNvSpPr>
              <a:spLocks/>
            </p:cNvSpPr>
            <p:nvPr userDrawn="1"/>
          </p:nvSpPr>
          <p:spPr bwMode="hidden">
            <a:xfrm>
              <a:off x="0" y="3867"/>
              <a:ext cx="5770" cy="174"/>
            </a:xfrm>
            <a:custGeom>
              <a:avLst/>
              <a:gdLst>
                <a:gd name="T0" fmla="*/ 4993 w 5770"/>
                <a:gd name="T1" fmla="*/ 66 h 174"/>
                <a:gd name="T2" fmla="*/ 4771 w 5770"/>
                <a:gd name="T3" fmla="*/ 132 h 174"/>
                <a:gd name="T4" fmla="*/ 4640 w 5770"/>
                <a:gd name="T5" fmla="*/ 96 h 174"/>
                <a:gd name="T6" fmla="*/ 4598 w 5770"/>
                <a:gd name="T7" fmla="*/ 36 h 174"/>
                <a:gd name="T8" fmla="*/ 4478 w 5770"/>
                <a:gd name="T9" fmla="*/ 30 h 174"/>
                <a:gd name="T10" fmla="*/ 4186 w 5770"/>
                <a:gd name="T11" fmla="*/ 108 h 174"/>
                <a:gd name="T12" fmla="*/ 3815 w 5770"/>
                <a:gd name="T13" fmla="*/ 120 h 174"/>
                <a:gd name="T14" fmla="*/ 3617 w 5770"/>
                <a:gd name="T15" fmla="*/ 72 h 174"/>
                <a:gd name="T16" fmla="*/ 3510 w 5770"/>
                <a:gd name="T17" fmla="*/ 60 h 174"/>
                <a:gd name="T18" fmla="*/ 3336 w 5770"/>
                <a:gd name="T19" fmla="*/ 96 h 174"/>
                <a:gd name="T20" fmla="*/ 2846 w 5770"/>
                <a:gd name="T21" fmla="*/ 150 h 174"/>
                <a:gd name="T22" fmla="*/ 2703 w 5770"/>
                <a:gd name="T23" fmla="*/ 96 h 174"/>
                <a:gd name="T24" fmla="*/ 2619 w 5770"/>
                <a:gd name="T25" fmla="*/ 90 h 174"/>
                <a:gd name="T26" fmla="*/ 2416 w 5770"/>
                <a:gd name="T27" fmla="*/ 132 h 174"/>
                <a:gd name="T28" fmla="*/ 2278 w 5770"/>
                <a:gd name="T29" fmla="*/ 84 h 174"/>
                <a:gd name="T30" fmla="*/ 2151 w 5770"/>
                <a:gd name="T31" fmla="*/ 36 h 174"/>
                <a:gd name="T32" fmla="*/ 1947 w 5770"/>
                <a:gd name="T33" fmla="*/ 120 h 174"/>
                <a:gd name="T34" fmla="*/ 1525 w 5770"/>
                <a:gd name="T35" fmla="*/ 102 h 174"/>
                <a:gd name="T36" fmla="*/ 1429 w 5770"/>
                <a:gd name="T37" fmla="*/ 60 h 174"/>
                <a:gd name="T38" fmla="*/ 1333 w 5770"/>
                <a:gd name="T39" fmla="*/ 60 h 174"/>
                <a:gd name="T40" fmla="*/ 1058 w 5770"/>
                <a:gd name="T41" fmla="*/ 150 h 174"/>
                <a:gd name="T42" fmla="*/ 652 w 5770"/>
                <a:gd name="T43" fmla="*/ 150 h 174"/>
                <a:gd name="T44" fmla="*/ 442 w 5770"/>
                <a:gd name="T45" fmla="*/ 66 h 174"/>
                <a:gd name="T46" fmla="*/ 377 w 5770"/>
                <a:gd name="T47" fmla="*/ 48 h 174"/>
                <a:gd name="T48" fmla="*/ 305 w 5770"/>
                <a:gd name="T49" fmla="*/ 108 h 174"/>
                <a:gd name="T50" fmla="*/ 144 w 5770"/>
                <a:gd name="T51" fmla="*/ 138 h 174"/>
                <a:gd name="T52" fmla="*/ 0 w 5770"/>
                <a:gd name="T53" fmla="*/ 96 h 174"/>
                <a:gd name="T54" fmla="*/ 167 w 5770"/>
                <a:gd name="T55" fmla="*/ 120 h 174"/>
                <a:gd name="T56" fmla="*/ 323 w 5770"/>
                <a:gd name="T57" fmla="*/ 84 h 174"/>
                <a:gd name="T58" fmla="*/ 383 w 5770"/>
                <a:gd name="T59" fmla="*/ 24 h 174"/>
                <a:gd name="T60" fmla="*/ 460 w 5770"/>
                <a:gd name="T61" fmla="*/ 60 h 174"/>
                <a:gd name="T62" fmla="*/ 706 w 5770"/>
                <a:gd name="T63" fmla="*/ 144 h 174"/>
                <a:gd name="T64" fmla="*/ 1100 w 5770"/>
                <a:gd name="T65" fmla="*/ 120 h 174"/>
                <a:gd name="T66" fmla="*/ 1345 w 5770"/>
                <a:gd name="T67" fmla="*/ 36 h 174"/>
                <a:gd name="T68" fmla="*/ 1441 w 5770"/>
                <a:gd name="T69" fmla="*/ 48 h 174"/>
                <a:gd name="T70" fmla="*/ 1561 w 5770"/>
                <a:gd name="T71" fmla="*/ 90 h 174"/>
                <a:gd name="T72" fmla="*/ 1971 w 5770"/>
                <a:gd name="T73" fmla="*/ 96 h 174"/>
                <a:gd name="T74" fmla="*/ 2235 w 5770"/>
                <a:gd name="T75" fmla="*/ 3 h 174"/>
                <a:gd name="T76" fmla="*/ 2350 w 5770"/>
                <a:gd name="T77" fmla="*/ 102 h 174"/>
                <a:gd name="T78" fmla="*/ 2559 w 5770"/>
                <a:gd name="T79" fmla="*/ 96 h 174"/>
                <a:gd name="T80" fmla="*/ 2715 w 5770"/>
                <a:gd name="T81" fmla="*/ 24 h 174"/>
                <a:gd name="T82" fmla="*/ 2792 w 5770"/>
                <a:gd name="T83" fmla="*/ 132 h 174"/>
                <a:gd name="T84" fmla="*/ 3127 w 5770"/>
                <a:gd name="T85" fmla="*/ 102 h 174"/>
                <a:gd name="T86" fmla="*/ 3486 w 5770"/>
                <a:gd name="T87" fmla="*/ 48 h 174"/>
                <a:gd name="T88" fmla="*/ 3582 w 5770"/>
                <a:gd name="T89" fmla="*/ 42 h 174"/>
                <a:gd name="T90" fmla="*/ 3731 w 5770"/>
                <a:gd name="T91" fmla="*/ 90 h 174"/>
                <a:gd name="T92" fmla="*/ 4078 w 5770"/>
                <a:gd name="T93" fmla="*/ 102 h 174"/>
                <a:gd name="T94" fmla="*/ 4419 w 5770"/>
                <a:gd name="T95" fmla="*/ 30 h 174"/>
                <a:gd name="T96" fmla="*/ 4574 w 5770"/>
                <a:gd name="T97" fmla="*/ 6 h 174"/>
                <a:gd name="T98" fmla="*/ 4628 w 5770"/>
                <a:gd name="T99" fmla="*/ 60 h 174"/>
                <a:gd name="T100" fmla="*/ 4724 w 5770"/>
                <a:gd name="T101" fmla="*/ 108 h 174"/>
                <a:gd name="T102" fmla="*/ 4927 w 5770"/>
                <a:gd name="T103" fmla="*/ 84 h 174"/>
                <a:gd name="T104" fmla="*/ 5118 w 5770"/>
                <a:gd name="T105" fmla="*/ 14 h 174"/>
                <a:gd name="T106" fmla="*/ 5280 w 5770"/>
                <a:gd name="T107" fmla="*/ 9 h 174"/>
                <a:gd name="T108" fmla="*/ 5453 w 5770"/>
                <a:gd name="T109" fmla="*/ 36 h 174"/>
                <a:gd name="T110" fmla="*/ 5465 w 5770"/>
                <a:gd name="T111" fmla="*/ 72 h 174"/>
                <a:gd name="T112" fmla="*/ 5656 w 5770"/>
                <a:gd name="T113" fmla="*/ 90 h 174"/>
                <a:gd name="T114" fmla="*/ 5710 w 5770"/>
                <a:gd name="T115" fmla="*/ 102 h 174"/>
                <a:gd name="T116" fmla="*/ 5477 w 5770"/>
                <a:gd name="T117" fmla="*/ 90 h 174"/>
                <a:gd name="T118" fmla="*/ 5453 w 5770"/>
                <a:gd name="T119" fmla="*/ 60 h 174"/>
                <a:gd name="T120" fmla="*/ 5393 w 5770"/>
                <a:gd name="T121" fmla="*/ 30 h 174"/>
                <a:gd name="T122" fmla="*/ 5219 w 5770"/>
                <a:gd name="T123" fmla="*/ 24 h 1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5770" h="174">
                  <a:moveTo>
                    <a:pt x="5151" y="24"/>
                  </a:moveTo>
                  <a:lnTo>
                    <a:pt x="5127" y="26"/>
                  </a:lnTo>
                  <a:lnTo>
                    <a:pt x="5082" y="30"/>
                  </a:lnTo>
                  <a:lnTo>
                    <a:pt x="5049" y="38"/>
                  </a:lnTo>
                  <a:lnTo>
                    <a:pt x="5029" y="48"/>
                  </a:lnTo>
                  <a:lnTo>
                    <a:pt x="5017" y="54"/>
                  </a:lnTo>
                  <a:lnTo>
                    <a:pt x="4993" y="66"/>
                  </a:lnTo>
                  <a:lnTo>
                    <a:pt x="4957" y="84"/>
                  </a:lnTo>
                  <a:lnTo>
                    <a:pt x="4927" y="102"/>
                  </a:lnTo>
                  <a:lnTo>
                    <a:pt x="4891" y="114"/>
                  </a:lnTo>
                  <a:lnTo>
                    <a:pt x="4861" y="120"/>
                  </a:lnTo>
                  <a:lnTo>
                    <a:pt x="4831" y="126"/>
                  </a:lnTo>
                  <a:lnTo>
                    <a:pt x="4801" y="132"/>
                  </a:lnTo>
                  <a:lnTo>
                    <a:pt x="4771" y="132"/>
                  </a:lnTo>
                  <a:lnTo>
                    <a:pt x="4748" y="132"/>
                  </a:lnTo>
                  <a:lnTo>
                    <a:pt x="4724" y="126"/>
                  </a:lnTo>
                  <a:lnTo>
                    <a:pt x="4706" y="120"/>
                  </a:lnTo>
                  <a:lnTo>
                    <a:pt x="4682" y="114"/>
                  </a:lnTo>
                  <a:lnTo>
                    <a:pt x="4670" y="108"/>
                  </a:lnTo>
                  <a:lnTo>
                    <a:pt x="4652" y="102"/>
                  </a:lnTo>
                  <a:lnTo>
                    <a:pt x="4640" y="96"/>
                  </a:lnTo>
                  <a:lnTo>
                    <a:pt x="4634" y="84"/>
                  </a:lnTo>
                  <a:lnTo>
                    <a:pt x="4628" y="78"/>
                  </a:lnTo>
                  <a:lnTo>
                    <a:pt x="4622" y="66"/>
                  </a:lnTo>
                  <a:lnTo>
                    <a:pt x="4616" y="54"/>
                  </a:lnTo>
                  <a:lnTo>
                    <a:pt x="4610" y="48"/>
                  </a:lnTo>
                  <a:lnTo>
                    <a:pt x="4604" y="42"/>
                  </a:lnTo>
                  <a:lnTo>
                    <a:pt x="4598" y="36"/>
                  </a:lnTo>
                  <a:lnTo>
                    <a:pt x="4586" y="30"/>
                  </a:lnTo>
                  <a:lnTo>
                    <a:pt x="4574" y="24"/>
                  </a:lnTo>
                  <a:lnTo>
                    <a:pt x="4562" y="18"/>
                  </a:lnTo>
                  <a:lnTo>
                    <a:pt x="4544" y="18"/>
                  </a:lnTo>
                  <a:lnTo>
                    <a:pt x="4526" y="18"/>
                  </a:lnTo>
                  <a:lnTo>
                    <a:pt x="4502" y="24"/>
                  </a:lnTo>
                  <a:lnTo>
                    <a:pt x="4478" y="30"/>
                  </a:lnTo>
                  <a:lnTo>
                    <a:pt x="4449" y="36"/>
                  </a:lnTo>
                  <a:lnTo>
                    <a:pt x="4419" y="48"/>
                  </a:lnTo>
                  <a:lnTo>
                    <a:pt x="4383" y="60"/>
                  </a:lnTo>
                  <a:lnTo>
                    <a:pt x="4341" y="72"/>
                  </a:lnTo>
                  <a:lnTo>
                    <a:pt x="4287" y="90"/>
                  </a:lnTo>
                  <a:lnTo>
                    <a:pt x="4239" y="96"/>
                  </a:lnTo>
                  <a:lnTo>
                    <a:pt x="4186" y="108"/>
                  </a:lnTo>
                  <a:lnTo>
                    <a:pt x="4132" y="114"/>
                  </a:lnTo>
                  <a:lnTo>
                    <a:pt x="4078" y="120"/>
                  </a:lnTo>
                  <a:lnTo>
                    <a:pt x="4024" y="120"/>
                  </a:lnTo>
                  <a:lnTo>
                    <a:pt x="3970" y="120"/>
                  </a:lnTo>
                  <a:lnTo>
                    <a:pt x="3916" y="120"/>
                  </a:lnTo>
                  <a:lnTo>
                    <a:pt x="3863" y="120"/>
                  </a:lnTo>
                  <a:lnTo>
                    <a:pt x="3815" y="120"/>
                  </a:lnTo>
                  <a:lnTo>
                    <a:pt x="3767" y="114"/>
                  </a:lnTo>
                  <a:lnTo>
                    <a:pt x="3731" y="108"/>
                  </a:lnTo>
                  <a:lnTo>
                    <a:pt x="3689" y="96"/>
                  </a:lnTo>
                  <a:lnTo>
                    <a:pt x="3659" y="90"/>
                  </a:lnTo>
                  <a:lnTo>
                    <a:pt x="3647" y="84"/>
                  </a:lnTo>
                  <a:lnTo>
                    <a:pt x="3635" y="78"/>
                  </a:lnTo>
                  <a:lnTo>
                    <a:pt x="3617" y="72"/>
                  </a:lnTo>
                  <a:lnTo>
                    <a:pt x="3600" y="60"/>
                  </a:lnTo>
                  <a:lnTo>
                    <a:pt x="3582" y="60"/>
                  </a:lnTo>
                  <a:lnTo>
                    <a:pt x="3564" y="54"/>
                  </a:lnTo>
                  <a:lnTo>
                    <a:pt x="3546" y="54"/>
                  </a:lnTo>
                  <a:lnTo>
                    <a:pt x="3534" y="54"/>
                  </a:lnTo>
                  <a:lnTo>
                    <a:pt x="3522" y="60"/>
                  </a:lnTo>
                  <a:lnTo>
                    <a:pt x="3510" y="60"/>
                  </a:lnTo>
                  <a:lnTo>
                    <a:pt x="3498" y="66"/>
                  </a:lnTo>
                  <a:lnTo>
                    <a:pt x="3486" y="66"/>
                  </a:lnTo>
                  <a:lnTo>
                    <a:pt x="3474" y="78"/>
                  </a:lnTo>
                  <a:lnTo>
                    <a:pt x="3462" y="84"/>
                  </a:lnTo>
                  <a:lnTo>
                    <a:pt x="3456" y="84"/>
                  </a:lnTo>
                  <a:lnTo>
                    <a:pt x="3426" y="90"/>
                  </a:lnTo>
                  <a:lnTo>
                    <a:pt x="3336" y="96"/>
                  </a:lnTo>
                  <a:lnTo>
                    <a:pt x="3205" y="108"/>
                  </a:lnTo>
                  <a:lnTo>
                    <a:pt x="3127" y="120"/>
                  </a:lnTo>
                  <a:lnTo>
                    <a:pt x="3049" y="132"/>
                  </a:lnTo>
                  <a:lnTo>
                    <a:pt x="2972" y="144"/>
                  </a:lnTo>
                  <a:lnTo>
                    <a:pt x="2906" y="150"/>
                  </a:lnTo>
                  <a:lnTo>
                    <a:pt x="2870" y="150"/>
                  </a:lnTo>
                  <a:lnTo>
                    <a:pt x="2846" y="150"/>
                  </a:lnTo>
                  <a:lnTo>
                    <a:pt x="2816" y="150"/>
                  </a:lnTo>
                  <a:lnTo>
                    <a:pt x="2792" y="150"/>
                  </a:lnTo>
                  <a:lnTo>
                    <a:pt x="2768" y="144"/>
                  </a:lnTo>
                  <a:lnTo>
                    <a:pt x="2744" y="138"/>
                  </a:lnTo>
                  <a:lnTo>
                    <a:pt x="2727" y="132"/>
                  </a:lnTo>
                  <a:lnTo>
                    <a:pt x="2709" y="126"/>
                  </a:lnTo>
                  <a:lnTo>
                    <a:pt x="2703" y="96"/>
                  </a:lnTo>
                  <a:lnTo>
                    <a:pt x="2703" y="78"/>
                  </a:lnTo>
                  <a:lnTo>
                    <a:pt x="2709" y="42"/>
                  </a:lnTo>
                  <a:lnTo>
                    <a:pt x="2697" y="36"/>
                  </a:lnTo>
                  <a:lnTo>
                    <a:pt x="2673" y="42"/>
                  </a:lnTo>
                  <a:lnTo>
                    <a:pt x="2661" y="60"/>
                  </a:lnTo>
                  <a:lnTo>
                    <a:pt x="2643" y="72"/>
                  </a:lnTo>
                  <a:lnTo>
                    <a:pt x="2619" y="90"/>
                  </a:lnTo>
                  <a:lnTo>
                    <a:pt x="2595" y="102"/>
                  </a:lnTo>
                  <a:lnTo>
                    <a:pt x="2559" y="114"/>
                  </a:lnTo>
                  <a:lnTo>
                    <a:pt x="2541" y="114"/>
                  </a:lnTo>
                  <a:lnTo>
                    <a:pt x="2511" y="120"/>
                  </a:lnTo>
                  <a:lnTo>
                    <a:pt x="2481" y="126"/>
                  </a:lnTo>
                  <a:lnTo>
                    <a:pt x="2446" y="126"/>
                  </a:lnTo>
                  <a:lnTo>
                    <a:pt x="2416" y="132"/>
                  </a:lnTo>
                  <a:lnTo>
                    <a:pt x="2380" y="126"/>
                  </a:lnTo>
                  <a:lnTo>
                    <a:pt x="2350" y="120"/>
                  </a:lnTo>
                  <a:lnTo>
                    <a:pt x="2326" y="108"/>
                  </a:lnTo>
                  <a:lnTo>
                    <a:pt x="2308" y="102"/>
                  </a:lnTo>
                  <a:lnTo>
                    <a:pt x="2296" y="96"/>
                  </a:lnTo>
                  <a:lnTo>
                    <a:pt x="2290" y="90"/>
                  </a:lnTo>
                  <a:lnTo>
                    <a:pt x="2278" y="84"/>
                  </a:lnTo>
                  <a:lnTo>
                    <a:pt x="2272" y="78"/>
                  </a:lnTo>
                  <a:lnTo>
                    <a:pt x="2250" y="57"/>
                  </a:lnTo>
                  <a:lnTo>
                    <a:pt x="2243" y="35"/>
                  </a:lnTo>
                  <a:lnTo>
                    <a:pt x="2228" y="18"/>
                  </a:lnTo>
                  <a:lnTo>
                    <a:pt x="2208" y="18"/>
                  </a:lnTo>
                  <a:lnTo>
                    <a:pt x="2172" y="24"/>
                  </a:lnTo>
                  <a:lnTo>
                    <a:pt x="2151" y="36"/>
                  </a:lnTo>
                  <a:lnTo>
                    <a:pt x="2127" y="51"/>
                  </a:lnTo>
                  <a:lnTo>
                    <a:pt x="2097" y="60"/>
                  </a:lnTo>
                  <a:lnTo>
                    <a:pt x="2073" y="72"/>
                  </a:lnTo>
                  <a:lnTo>
                    <a:pt x="2046" y="87"/>
                  </a:lnTo>
                  <a:lnTo>
                    <a:pt x="2007" y="102"/>
                  </a:lnTo>
                  <a:lnTo>
                    <a:pt x="1977" y="114"/>
                  </a:lnTo>
                  <a:lnTo>
                    <a:pt x="1947" y="120"/>
                  </a:lnTo>
                  <a:lnTo>
                    <a:pt x="1895" y="120"/>
                  </a:lnTo>
                  <a:lnTo>
                    <a:pt x="1794" y="120"/>
                  </a:lnTo>
                  <a:lnTo>
                    <a:pt x="1692" y="120"/>
                  </a:lnTo>
                  <a:lnTo>
                    <a:pt x="1644" y="120"/>
                  </a:lnTo>
                  <a:lnTo>
                    <a:pt x="1602" y="114"/>
                  </a:lnTo>
                  <a:lnTo>
                    <a:pt x="1561" y="108"/>
                  </a:lnTo>
                  <a:lnTo>
                    <a:pt x="1525" y="102"/>
                  </a:lnTo>
                  <a:lnTo>
                    <a:pt x="1507" y="102"/>
                  </a:lnTo>
                  <a:lnTo>
                    <a:pt x="1495" y="96"/>
                  </a:lnTo>
                  <a:lnTo>
                    <a:pt x="1483" y="90"/>
                  </a:lnTo>
                  <a:lnTo>
                    <a:pt x="1477" y="84"/>
                  </a:lnTo>
                  <a:lnTo>
                    <a:pt x="1459" y="78"/>
                  </a:lnTo>
                  <a:lnTo>
                    <a:pt x="1441" y="66"/>
                  </a:lnTo>
                  <a:lnTo>
                    <a:pt x="1429" y="60"/>
                  </a:lnTo>
                  <a:lnTo>
                    <a:pt x="1411" y="60"/>
                  </a:lnTo>
                  <a:lnTo>
                    <a:pt x="1399" y="54"/>
                  </a:lnTo>
                  <a:lnTo>
                    <a:pt x="1387" y="54"/>
                  </a:lnTo>
                  <a:lnTo>
                    <a:pt x="1375" y="54"/>
                  </a:lnTo>
                  <a:lnTo>
                    <a:pt x="1357" y="54"/>
                  </a:lnTo>
                  <a:lnTo>
                    <a:pt x="1345" y="54"/>
                  </a:lnTo>
                  <a:lnTo>
                    <a:pt x="1333" y="60"/>
                  </a:lnTo>
                  <a:lnTo>
                    <a:pt x="1309" y="66"/>
                  </a:lnTo>
                  <a:lnTo>
                    <a:pt x="1262" y="84"/>
                  </a:lnTo>
                  <a:lnTo>
                    <a:pt x="1220" y="102"/>
                  </a:lnTo>
                  <a:lnTo>
                    <a:pt x="1178" y="114"/>
                  </a:lnTo>
                  <a:lnTo>
                    <a:pt x="1142" y="126"/>
                  </a:lnTo>
                  <a:lnTo>
                    <a:pt x="1100" y="138"/>
                  </a:lnTo>
                  <a:lnTo>
                    <a:pt x="1058" y="150"/>
                  </a:lnTo>
                  <a:lnTo>
                    <a:pt x="1016" y="156"/>
                  </a:lnTo>
                  <a:lnTo>
                    <a:pt x="945" y="168"/>
                  </a:lnTo>
                  <a:lnTo>
                    <a:pt x="879" y="174"/>
                  </a:lnTo>
                  <a:lnTo>
                    <a:pt x="819" y="174"/>
                  </a:lnTo>
                  <a:lnTo>
                    <a:pt x="759" y="168"/>
                  </a:lnTo>
                  <a:lnTo>
                    <a:pt x="706" y="162"/>
                  </a:lnTo>
                  <a:lnTo>
                    <a:pt x="652" y="150"/>
                  </a:lnTo>
                  <a:lnTo>
                    <a:pt x="610" y="138"/>
                  </a:lnTo>
                  <a:lnTo>
                    <a:pt x="568" y="126"/>
                  </a:lnTo>
                  <a:lnTo>
                    <a:pt x="532" y="114"/>
                  </a:lnTo>
                  <a:lnTo>
                    <a:pt x="502" y="102"/>
                  </a:lnTo>
                  <a:lnTo>
                    <a:pt x="478" y="90"/>
                  </a:lnTo>
                  <a:lnTo>
                    <a:pt x="460" y="78"/>
                  </a:lnTo>
                  <a:lnTo>
                    <a:pt x="442" y="66"/>
                  </a:lnTo>
                  <a:lnTo>
                    <a:pt x="425" y="54"/>
                  </a:lnTo>
                  <a:lnTo>
                    <a:pt x="407" y="42"/>
                  </a:lnTo>
                  <a:lnTo>
                    <a:pt x="401" y="42"/>
                  </a:lnTo>
                  <a:lnTo>
                    <a:pt x="395" y="42"/>
                  </a:lnTo>
                  <a:lnTo>
                    <a:pt x="389" y="42"/>
                  </a:lnTo>
                  <a:lnTo>
                    <a:pt x="383" y="42"/>
                  </a:lnTo>
                  <a:lnTo>
                    <a:pt x="377" y="48"/>
                  </a:lnTo>
                  <a:lnTo>
                    <a:pt x="371" y="54"/>
                  </a:lnTo>
                  <a:lnTo>
                    <a:pt x="359" y="66"/>
                  </a:lnTo>
                  <a:lnTo>
                    <a:pt x="347" y="78"/>
                  </a:lnTo>
                  <a:lnTo>
                    <a:pt x="341" y="84"/>
                  </a:lnTo>
                  <a:lnTo>
                    <a:pt x="335" y="90"/>
                  </a:lnTo>
                  <a:lnTo>
                    <a:pt x="323" y="102"/>
                  </a:lnTo>
                  <a:lnTo>
                    <a:pt x="305" y="108"/>
                  </a:lnTo>
                  <a:lnTo>
                    <a:pt x="287" y="114"/>
                  </a:lnTo>
                  <a:lnTo>
                    <a:pt x="263" y="120"/>
                  </a:lnTo>
                  <a:lnTo>
                    <a:pt x="239" y="126"/>
                  </a:lnTo>
                  <a:lnTo>
                    <a:pt x="215" y="132"/>
                  </a:lnTo>
                  <a:lnTo>
                    <a:pt x="191" y="132"/>
                  </a:lnTo>
                  <a:lnTo>
                    <a:pt x="167" y="138"/>
                  </a:lnTo>
                  <a:lnTo>
                    <a:pt x="144" y="138"/>
                  </a:lnTo>
                  <a:lnTo>
                    <a:pt x="120" y="138"/>
                  </a:lnTo>
                  <a:lnTo>
                    <a:pt x="90" y="132"/>
                  </a:lnTo>
                  <a:lnTo>
                    <a:pt x="66" y="132"/>
                  </a:lnTo>
                  <a:lnTo>
                    <a:pt x="42" y="126"/>
                  </a:lnTo>
                  <a:lnTo>
                    <a:pt x="24" y="120"/>
                  </a:lnTo>
                  <a:lnTo>
                    <a:pt x="0" y="114"/>
                  </a:lnTo>
                  <a:lnTo>
                    <a:pt x="0" y="96"/>
                  </a:lnTo>
                  <a:lnTo>
                    <a:pt x="24" y="102"/>
                  </a:lnTo>
                  <a:lnTo>
                    <a:pt x="42" y="108"/>
                  </a:lnTo>
                  <a:lnTo>
                    <a:pt x="66" y="114"/>
                  </a:lnTo>
                  <a:lnTo>
                    <a:pt x="90" y="114"/>
                  </a:lnTo>
                  <a:lnTo>
                    <a:pt x="120" y="120"/>
                  </a:lnTo>
                  <a:lnTo>
                    <a:pt x="144" y="120"/>
                  </a:lnTo>
                  <a:lnTo>
                    <a:pt x="167" y="120"/>
                  </a:lnTo>
                  <a:lnTo>
                    <a:pt x="191" y="114"/>
                  </a:lnTo>
                  <a:lnTo>
                    <a:pt x="215" y="114"/>
                  </a:lnTo>
                  <a:lnTo>
                    <a:pt x="239" y="108"/>
                  </a:lnTo>
                  <a:lnTo>
                    <a:pt x="263" y="102"/>
                  </a:lnTo>
                  <a:lnTo>
                    <a:pt x="287" y="96"/>
                  </a:lnTo>
                  <a:lnTo>
                    <a:pt x="305" y="90"/>
                  </a:lnTo>
                  <a:lnTo>
                    <a:pt x="323" y="84"/>
                  </a:lnTo>
                  <a:lnTo>
                    <a:pt x="335" y="72"/>
                  </a:lnTo>
                  <a:lnTo>
                    <a:pt x="341" y="66"/>
                  </a:lnTo>
                  <a:lnTo>
                    <a:pt x="347" y="60"/>
                  </a:lnTo>
                  <a:lnTo>
                    <a:pt x="359" y="48"/>
                  </a:lnTo>
                  <a:lnTo>
                    <a:pt x="371" y="36"/>
                  </a:lnTo>
                  <a:lnTo>
                    <a:pt x="377" y="30"/>
                  </a:lnTo>
                  <a:lnTo>
                    <a:pt x="383" y="24"/>
                  </a:lnTo>
                  <a:lnTo>
                    <a:pt x="389" y="24"/>
                  </a:lnTo>
                  <a:lnTo>
                    <a:pt x="395" y="24"/>
                  </a:lnTo>
                  <a:lnTo>
                    <a:pt x="401" y="24"/>
                  </a:lnTo>
                  <a:lnTo>
                    <a:pt x="407" y="24"/>
                  </a:lnTo>
                  <a:lnTo>
                    <a:pt x="425" y="36"/>
                  </a:lnTo>
                  <a:lnTo>
                    <a:pt x="442" y="48"/>
                  </a:lnTo>
                  <a:lnTo>
                    <a:pt x="460" y="60"/>
                  </a:lnTo>
                  <a:lnTo>
                    <a:pt x="478" y="72"/>
                  </a:lnTo>
                  <a:lnTo>
                    <a:pt x="502" y="84"/>
                  </a:lnTo>
                  <a:lnTo>
                    <a:pt x="532" y="96"/>
                  </a:lnTo>
                  <a:lnTo>
                    <a:pt x="568" y="108"/>
                  </a:lnTo>
                  <a:lnTo>
                    <a:pt x="610" y="120"/>
                  </a:lnTo>
                  <a:lnTo>
                    <a:pt x="652" y="132"/>
                  </a:lnTo>
                  <a:lnTo>
                    <a:pt x="706" y="144"/>
                  </a:lnTo>
                  <a:lnTo>
                    <a:pt x="759" y="150"/>
                  </a:lnTo>
                  <a:lnTo>
                    <a:pt x="819" y="156"/>
                  </a:lnTo>
                  <a:lnTo>
                    <a:pt x="879" y="156"/>
                  </a:lnTo>
                  <a:lnTo>
                    <a:pt x="945" y="150"/>
                  </a:lnTo>
                  <a:lnTo>
                    <a:pt x="1016" y="138"/>
                  </a:lnTo>
                  <a:lnTo>
                    <a:pt x="1058" y="132"/>
                  </a:lnTo>
                  <a:lnTo>
                    <a:pt x="1100" y="120"/>
                  </a:lnTo>
                  <a:lnTo>
                    <a:pt x="1142" y="108"/>
                  </a:lnTo>
                  <a:lnTo>
                    <a:pt x="1178" y="96"/>
                  </a:lnTo>
                  <a:lnTo>
                    <a:pt x="1220" y="84"/>
                  </a:lnTo>
                  <a:lnTo>
                    <a:pt x="1262" y="66"/>
                  </a:lnTo>
                  <a:lnTo>
                    <a:pt x="1309" y="48"/>
                  </a:lnTo>
                  <a:lnTo>
                    <a:pt x="1333" y="42"/>
                  </a:lnTo>
                  <a:lnTo>
                    <a:pt x="1345" y="36"/>
                  </a:lnTo>
                  <a:lnTo>
                    <a:pt x="1357" y="36"/>
                  </a:lnTo>
                  <a:lnTo>
                    <a:pt x="1375" y="36"/>
                  </a:lnTo>
                  <a:lnTo>
                    <a:pt x="1387" y="36"/>
                  </a:lnTo>
                  <a:lnTo>
                    <a:pt x="1399" y="36"/>
                  </a:lnTo>
                  <a:lnTo>
                    <a:pt x="1411" y="42"/>
                  </a:lnTo>
                  <a:lnTo>
                    <a:pt x="1429" y="42"/>
                  </a:lnTo>
                  <a:lnTo>
                    <a:pt x="1441" y="48"/>
                  </a:lnTo>
                  <a:lnTo>
                    <a:pt x="1459" y="60"/>
                  </a:lnTo>
                  <a:lnTo>
                    <a:pt x="1477" y="66"/>
                  </a:lnTo>
                  <a:lnTo>
                    <a:pt x="1483" y="72"/>
                  </a:lnTo>
                  <a:lnTo>
                    <a:pt x="1495" y="78"/>
                  </a:lnTo>
                  <a:lnTo>
                    <a:pt x="1507" y="84"/>
                  </a:lnTo>
                  <a:lnTo>
                    <a:pt x="1525" y="84"/>
                  </a:lnTo>
                  <a:lnTo>
                    <a:pt x="1561" y="90"/>
                  </a:lnTo>
                  <a:lnTo>
                    <a:pt x="1602" y="96"/>
                  </a:lnTo>
                  <a:lnTo>
                    <a:pt x="1644" y="102"/>
                  </a:lnTo>
                  <a:lnTo>
                    <a:pt x="1692" y="102"/>
                  </a:lnTo>
                  <a:lnTo>
                    <a:pt x="1794" y="102"/>
                  </a:lnTo>
                  <a:lnTo>
                    <a:pt x="1895" y="102"/>
                  </a:lnTo>
                  <a:lnTo>
                    <a:pt x="1938" y="102"/>
                  </a:lnTo>
                  <a:lnTo>
                    <a:pt x="1971" y="96"/>
                  </a:lnTo>
                  <a:lnTo>
                    <a:pt x="2019" y="77"/>
                  </a:lnTo>
                  <a:lnTo>
                    <a:pt x="2063" y="57"/>
                  </a:lnTo>
                  <a:lnTo>
                    <a:pt x="2111" y="38"/>
                  </a:lnTo>
                  <a:lnTo>
                    <a:pt x="2145" y="18"/>
                  </a:lnTo>
                  <a:lnTo>
                    <a:pt x="2172" y="9"/>
                  </a:lnTo>
                  <a:lnTo>
                    <a:pt x="2202" y="0"/>
                  </a:lnTo>
                  <a:lnTo>
                    <a:pt x="2235" y="3"/>
                  </a:lnTo>
                  <a:lnTo>
                    <a:pt x="2250" y="24"/>
                  </a:lnTo>
                  <a:lnTo>
                    <a:pt x="2262" y="51"/>
                  </a:lnTo>
                  <a:lnTo>
                    <a:pt x="2290" y="72"/>
                  </a:lnTo>
                  <a:lnTo>
                    <a:pt x="2296" y="78"/>
                  </a:lnTo>
                  <a:lnTo>
                    <a:pt x="2308" y="84"/>
                  </a:lnTo>
                  <a:lnTo>
                    <a:pt x="2326" y="90"/>
                  </a:lnTo>
                  <a:lnTo>
                    <a:pt x="2350" y="102"/>
                  </a:lnTo>
                  <a:lnTo>
                    <a:pt x="2380" y="108"/>
                  </a:lnTo>
                  <a:lnTo>
                    <a:pt x="2416" y="114"/>
                  </a:lnTo>
                  <a:lnTo>
                    <a:pt x="2446" y="108"/>
                  </a:lnTo>
                  <a:lnTo>
                    <a:pt x="2481" y="108"/>
                  </a:lnTo>
                  <a:lnTo>
                    <a:pt x="2511" y="102"/>
                  </a:lnTo>
                  <a:lnTo>
                    <a:pt x="2541" y="96"/>
                  </a:lnTo>
                  <a:lnTo>
                    <a:pt x="2559" y="96"/>
                  </a:lnTo>
                  <a:lnTo>
                    <a:pt x="2595" y="84"/>
                  </a:lnTo>
                  <a:lnTo>
                    <a:pt x="2619" y="72"/>
                  </a:lnTo>
                  <a:lnTo>
                    <a:pt x="2643" y="54"/>
                  </a:lnTo>
                  <a:lnTo>
                    <a:pt x="2661" y="42"/>
                  </a:lnTo>
                  <a:lnTo>
                    <a:pt x="2673" y="24"/>
                  </a:lnTo>
                  <a:lnTo>
                    <a:pt x="2697" y="18"/>
                  </a:lnTo>
                  <a:lnTo>
                    <a:pt x="2715" y="24"/>
                  </a:lnTo>
                  <a:lnTo>
                    <a:pt x="2715" y="48"/>
                  </a:lnTo>
                  <a:lnTo>
                    <a:pt x="2709" y="78"/>
                  </a:lnTo>
                  <a:lnTo>
                    <a:pt x="2709" y="108"/>
                  </a:lnTo>
                  <a:lnTo>
                    <a:pt x="2727" y="114"/>
                  </a:lnTo>
                  <a:lnTo>
                    <a:pt x="2744" y="120"/>
                  </a:lnTo>
                  <a:lnTo>
                    <a:pt x="2768" y="126"/>
                  </a:lnTo>
                  <a:lnTo>
                    <a:pt x="2792" y="132"/>
                  </a:lnTo>
                  <a:lnTo>
                    <a:pt x="2816" y="132"/>
                  </a:lnTo>
                  <a:lnTo>
                    <a:pt x="2846" y="132"/>
                  </a:lnTo>
                  <a:lnTo>
                    <a:pt x="2870" y="132"/>
                  </a:lnTo>
                  <a:lnTo>
                    <a:pt x="2906" y="132"/>
                  </a:lnTo>
                  <a:lnTo>
                    <a:pt x="2972" y="126"/>
                  </a:lnTo>
                  <a:lnTo>
                    <a:pt x="3049" y="114"/>
                  </a:lnTo>
                  <a:lnTo>
                    <a:pt x="3127" y="102"/>
                  </a:lnTo>
                  <a:lnTo>
                    <a:pt x="3205" y="90"/>
                  </a:lnTo>
                  <a:lnTo>
                    <a:pt x="3336" y="78"/>
                  </a:lnTo>
                  <a:lnTo>
                    <a:pt x="3426" y="72"/>
                  </a:lnTo>
                  <a:lnTo>
                    <a:pt x="3456" y="66"/>
                  </a:lnTo>
                  <a:lnTo>
                    <a:pt x="3462" y="66"/>
                  </a:lnTo>
                  <a:lnTo>
                    <a:pt x="3474" y="60"/>
                  </a:lnTo>
                  <a:lnTo>
                    <a:pt x="3486" y="48"/>
                  </a:lnTo>
                  <a:lnTo>
                    <a:pt x="3498" y="48"/>
                  </a:lnTo>
                  <a:lnTo>
                    <a:pt x="3510" y="42"/>
                  </a:lnTo>
                  <a:lnTo>
                    <a:pt x="3522" y="42"/>
                  </a:lnTo>
                  <a:lnTo>
                    <a:pt x="3534" y="36"/>
                  </a:lnTo>
                  <a:lnTo>
                    <a:pt x="3546" y="36"/>
                  </a:lnTo>
                  <a:lnTo>
                    <a:pt x="3564" y="36"/>
                  </a:lnTo>
                  <a:lnTo>
                    <a:pt x="3582" y="42"/>
                  </a:lnTo>
                  <a:lnTo>
                    <a:pt x="3600" y="42"/>
                  </a:lnTo>
                  <a:lnTo>
                    <a:pt x="3617" y="54"/>
                  </a:lnTo>
                  <a:lnTo>
                    <a:pt x="3635" y="60"/>
                  </a:lnTo>
                  <a:lnTo>
                    <a:pt x="3647" y="66"/>
                  </a:lnTo>
                  <a:lnTo>
                    <a:pt x="3659" y="72"/>
                  </a:lnTo>
                  <a:lnTo>
                    <a:pt x="3689" y="78"/>
                  </a:lnTo>
                  <a:lnTo>
                    <a:pt x="3731" y="90"/>
                  </a:lnTo>
                  <a:lnTo>
                    <a:pt x="3767" y="96"/>
                  </a:lnTo>
                  <a:lnTo>
                    <a:pt x="3815" y="102"/>
                  </a:lnTo>
                  <a:lnTo>
                    <a:pt x="3863" y="102"/>
                  </a:lnTo>
                  <a:lnTo>
                    <a:pt x="3916" y="102"/>
                  </a:lnTo>
                  <a:lnTo>
                    <a:pt x="3970" y="102"/>
                  </a:lnTo>
                  <a:lnTo>
                    <a:pt x="4024" y="102"/>
                  </a:lnTo>
                  <a:lnTo>
                    <a:pt x="4078" y="102"/>
                  </a:lnTo>
                  <a:lnTo>
                    <a:pt x="4132" y="96"/>
                  </a:lnTo>
                  <a:lnTo>
                    <a:pt x="4186" y="90"/>
                  </a:lnTo>
                  <a:lnTo>
                    <a:pt x="4239" y="78"/>
                  </a:lnTo>
                  <a:lnTo>
                    <a:pt x="4287" y="72"/>
                  </a:lnTo>
                  <a:lnTo>
                    <a:pt x="4341" y="54"/>
                  </a:lnTo>
                  <a:lnTo>
                    <a:pt x="4383" y="42"/>
                  </a:lnTo>
                  <a:lnTo>
                    <a:pt x="4419" y="30"/>
                  </a:lnTo>
                  <a:lnTo>
                    <a:pt x="4449" y="18"/>
                  </a:lnTo>
                  <a:lnTo>
                    <a:pt x="4478" y="12"/>
                  </a:lnTo>
                  <a:lnTo>
                    <a:pt x="4502" y="6"/>
                  </a:lnTo>
                  <a:lnTo>
                    <a:pt x="4526" y="0"/>
                  </a:lnTo>
                  <a:lnTo>
                    <a:pt x="4544" y="0"/>
                  </a:lnTo>
                  <a:lnTo>
                    <a:pt x="4562" y="0"/>
                  </a:lnTo>
                  <a:lnTo>
                    <a:pt x="4574" y="6"/>
                  </a:lnTo>
                  <a:lnTo>
                    <a:pt x="4586" y="12"/>
                  </a:lnTo>
                  <a:lnTo>
                    <a:pt x="4598" y="18"/>
                  </a:lnTo>
                  <a:lnTo>
                    <a:pt x="4604" y="24"/>
                  </a:lnTo>
                  <a:lnTo>
                    <a:pt x="4610" y="30"/>
                  </a:lnTo>
                  <a:lnTo>
                    <a:pt x="4616" y="36"/>
                  </a:lnTo>
                  <a:lnTo>
                    <a:pt x="4622" y="48"/>
                  </a:lnTo>
                  <a:lnTo>
                    <a:pt x="4628" y="60"/>
                  </a:lnTo>
                  <a:lnTo>
                    <a:pt x="4634" y="66"/>
                  </a:lnTo>
                  <a:lnTo>
                    <a:pt x="4640" y="78"/>
                  </a:lnTo>
                  <a:lnTo>
                    <a:pt x="4652" y="84"/>
                  </a:lnTo>
                  <a:lnTo>
                    <a:pt x="4670" y="90"/>
                  </a:lnTo>
                  <a:lnTo>
                    <a:pt x="4682" y="96"/>
                  </a:lnTo>
                  <a:lnTo>
                    <a:pt x="4706" y="102"/>
                  </a:lnTo>
                  <a:lnTo>
                    <a:pt x="4724" y="108"/>
                  </a:lnTo>
                  <a:lnTo>
                    <a:pt x="4748" y="114"/>
                  </a:lnTo>
                  <a:lnTo>
                    <a:pt x="4771" y="114"/>
                  </a:lnTo>
                  <a:lnTo>
                    <a:pt x="4801" y="114"/>
                  </a:lnTo>
                  <a:lnTo>
                    <a:pt x="4831" y="108"/>
                  </a:lnTo>
                  <a:lnTo>
                    <a:pt x="4861" y="102"/>
                  </a:lnTo>
                  <a:lnTo>
                    <a:pt x="4891" y="96"/>
                  </a:lnTo>
                  <a:lnTo>
                    <a:pt x="4927" y="84"/>
                  </a:lnTo>
                  <a:lnTo>
                    <a:pt x="4957" y="66"/>
                  </a:lnTo>
                  <a:lnTo>
                    <a:pt x="4993" y="48"/>
                  </a:lnTo>
                  <a:lnTo>
                    <a:pt x="5017" y="36"/>
                  </a:lnTo>
                  <a:lnTo>
                    <a:pt x="5029" y="30"/>
                  </a:lnTo>
                  <a:lnTo>
                    <a:pt x="5061" y="24"/>
                  </a:lnTo>
                  <a:lnTo>
                    <a:pt x="5091" y="17"/>
                  </a:lnTo>
                  <a:lnTo>
                    <a:pt x="5118" y="14"/>
                  </a:lnTo>
                  <a:lnTo>
                    <a:pt x="5145" y="9"/>
                  </a:lnTo>
                  <a:lnTo>
                    <a:pt x="5175" y="9"/>
                  </a:lnTo>
                  <a:lnTo>
                    <a:pt x="5199" y="8"/>
                  </a:lnTo>
                  <a:lnTo>
                    <a:pt x="5219" y="9"/>
                  </a:lnTo>
                  <a:lnTo>
                    <a:pt x="5238" y="9"/>
                  </a:lnTo>
                  <a:lnTo>
                    <a:pt x="5258" y="11"/>
                  </a:lnTo>
                  <a:lnTo>
                    <a:pt x="5280" y="9"/>
                  </a:lnTo>
                  <a:lnTo>
                    <a:pt x="5304" y="11"/>
                  </a:lnTo>
                  <a:lnTo>
                    <a:pt x="5327" y="8"/>
                  </a:lnTo>
                  <a:lnTo>
                    <a:pt x="5351" y="8"/>
                  </a:lnTo>
                  <a:lnTo>
                    <a:pt x="5390" y="9"/>
                  </a:lnTo>
                  <a:lnTo>
                    <a:pt x="5435" y="24"/>
                  </a:lnTo>
                  <a:lnTo>
                    <a:pt x="5447" y="30"/>
                  </a:lnTo>
                  <a:lnTo>
                    <a:pt x="5453" y="36"/>
                  </a:lnTo>
                  <a:lnTo>
                    <a:pt x="5453" y="42"/>
                  </a:lnTo>
                  <a:lnTo>
                    <a:pt x="5459" y="48"/>
                  </a:lnTo>
                  <a:lnTo>
                    <a:pt x="5459" y="54"/>
                  </a:lnTo>
                  <a:lnTo>
                    <a:pt x="5459" y="60"/>
                  </a:lnTo>
                  <a:lnTo>
                    <a:pt x="5459" y="66"/>
                  </a:lnTo>
                  <a:lnTo>
                    <a:pt x="5465" y="66"/>
                  </a:lnTo>
                  <a:lnTo>
                    <a:pt x="5465" y="72"/>
                  </a:lnTo>
                  <a:lnTo>
                    <a:pt x="5477" y="72"/>
                  </a:lnTo>
                  <a:lnTo>
                    <a:pt x="5489" y="78"/>
                  </a:lnTo>
                  <a:lnTo>
                    <a:pt x="5501" y="84"/>
                  </a:lnTo>
                  <a:lnTo>
                    <a:pt x="5519" y="84"/>
                  </a:lnTo>
                  <a:lnTo>
                    <a:pt x="5555" y="90"/>
                  </a:lnTo>
                  <a:lnTo>
                    <a:pt x="5603" y="90"/>
                  </a:lnTo>
                  <a:lnTo>
                    <a:pt x="5656" y="90"/>
                  </a:lnTo>
                  <a:lnTo>
                    <a:pt x="5710" y="84"/>
                  </a:lnTo>
                  <a:lnTo>
                    <a:pt x="5740" y="78"/>
                  </a:lnTo>
                  <a:lnTo>
                    <a:pt x="5770" y="72"/>
                  </a:lnTo>
                  <a:lnTo>
                    <a:pt x="5770" y="90"/>
                  </a:lnTo>
                  <a:lnTo>
                    <a:pt x="5770" y="90"/>
                  </a:lnTo>
                  <a:lnTo>
                    <a:pt x="5740" y="96"/>
                  </a:lnTo>
                  <a:lnTo>
                    <a:pt x="5710" y="102"/>
                  </a:lnTo>
                  <a:lnTo>
                    <a:pt x="5656" y="108"/>
                  </a:lnTo>
                  <a:lnTo>
                    <a:pt x="5603" y="108"/>
                  </a:lnTo>
                  <a:lnTo>
                    <a:pt x="5555" y="108"/>
                  </a:lnTo>
                  <a:lnTo>
                    <a:pt x="5519" y="102"/>
                  </a:lnTo>
                  <a:lnTo>
                    <a:pt x="5501" y="102"/>
                  </a:lnTo>
                  <a:lnTo>
                    <a:pt x="5489" y="96"/>
                  </a:lnTo>
                  <a:lnTo>
                    <a:pt x="5477" y="90"/>
                  </a:lnTo>
                  <a:lnTo>
                    <a:pt x="5465" y="90"/>
                  </a:lnTo>
                  <a:lnTo>
                    <a:pt x="5465" y="84"/>
                  </a:lnTo>
                  <a:lnTo>
                    <a:pt x="5459" y="84"/>
                  </a:lnTo>
                  <a:lnTo>
                    <a:pt x="5459" y="78"/>
                  </a:lnTo>
                  <a:lnTo>
                    <a:pt x="5459" y="72"/>
                  </a:lnTo>
                  <a:lnTo>
                    <a:pt x="5459" y="66"/>
                  </a:lnTo>
                  <a:lnTo>
                    <a:pt x="5453" y="60"/>
                  </a:lnTo>
                  <a:lnTo>
                    <a:pt x="5453" y="54"/>
                  </a:lnTo>
                  <a:lnTo>
                    <a:pt x="5447" y="48"/>
                  </a:lnTo>
                  <a:lnTo>
                    <a:pt x="5435" y="42"/>
                  </a:lnTo>
                  <a:lnTo>
                    <a:pt x="5429" y="36"/>
                  </a:lnTo>
                  <a:lnTo>
                    <a:pt x="5423" y="36"/>
                  </a:lnTo>
                  <a:lnTo>
                    <a:pt x="5405" y="30"/>
                  </a:lnTo>
                  <a:lnTo>
                    <a:pt x="5393" y="30"/>
                  </a:lnTo>
                  <a:lnTo>
                    <a:pt x="5370" y="23"/>
                  </a:lnTo>
                  <a:lnTo>
                    <a:pt x="5346" y="24"/>
                  </a:lnTo>
                  <a:lnTo>
                    <a:pt x="5325" y="27"/>
                  </a:lnTo>
                  <a:lnTo>
                    <a:pt x="5298" y="29"/>
                  </a:lnTo>
                  <a:lnTo>
                    <a:pt x="5270" y="29"/>
                  </a:lnTo>
                  <a:lnTo>
                    <a:pt x="5247" y="26"/>
                  </a:lnTo>
                  <a:lnTo>
                    <a:pt x="5219" y="24"/>
                  </a:lnTo>
                  <a:lnTo>
                    <a:pt x="5199" y="21"/>
                  </a:lnTo>
                  <a:lnTo>
                    <a:pt x="5174" y="24"/>
                  </a:lnTo>
                </a:path>
              </a:pathLst>
            </a:custGeom>
            <a:gradFill rotWithShape="0">
              <a:gsLst>
                <a:gs pos="0">
                  <a:schemeClr val="accent2"/>
                </a:gs>
                <a:gs pos="50000">
                  <a:schemeClr val="accent2">
                    <a:gamma/>
                    <a:tint val="96863"/>
                    <a:invGamma/>
                  </a:schemeClr>
                </a:gs>
                <a:gs pos="100000">
                  <a:schemeClr val="accent2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>
                <a:defRPr/>
              </a:pPr>
              <a:endParaRPr lang="en-AU">
                <a:latin typeface="Tahoma" charset="0"/>
              </a:endParaRPr>
            </a:p>
          </p:txBody>
        </p:sp>
      </p:grpSp>
      <p:sp>
        <p:nvSpPr>
          <p:cNvPr id="13336" name="Rectangle 24">
            <a:extLst>
              <a:ext uri="{FF2B5EF4-FFF2-40B4-BE49-F238E27FC236}">
                <a16:creationId xmlns:a16="http://schemas.microsoft.com/office/drawing/2014/main" id="{C5B53AB2-049A-4705-A91A-629F80D0580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7813"/>
            <a:ext cx="8229600" cy="11398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1" compatLnSpc="1">
            <a:prstTxWarp prst="textNoShape">
              <a:avLst/>
            </a:prstTxWarp>
          </a:bodyPr>
          <a:lstStyle/>
          <a:p>
            <a:pPr lvl="0"/>
            <a:r>
              <a:rPr lang="en-AU"/>
              <a:t>Click to edit Master title style</a:t>
            </a:r>
          </a:p>
        </p:txBody>
      </p:sp>
      <p:sp>
        <p:nvSpPr>
          <p:cNvPr id="13337" name="Rectangle 25">
            <a:extLst>
              <a:ext uri="{FF2B5EF4-FFF2-40B4-BE49-F238E27FC236}">
                <a16:creationId xmlns:a16="http://schemas.microsoft.com/office/drawing/2014/main" id="{554CFF3D-E290-4968-95EB-E1275FB82DB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30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AU"/>
              <a:t>Click to edit Master text styles</a:t>
            </a:r>
          </a:p>
          <a:p>
            <a:pPr lvl="1"/>
            <a:r>
              <a:rPr lang="en-AU"/>
              <a:t>Second level</a:t>
            </a:r>
          </a:p>
          <a:p>
            <a:pPr lvl="2"/>
            <a:r>
              <a:rPr lang="en-AU"/>
              <a:t>Third level</a:t>
            </a:r>
          </a:p>
          <a:p>
            <a:pPr lvl="3"/>
            <a:r>
              <a:rPr lang="en-AU"/>
              <a:t>Fourth level</a:t>
            </a:r>
          </a:p>
          <a:p>
            <a:pPr lvl="4"/>
            <a:r>
              <a:rPr lang="en-AU"/>
              <a:t>Fifth level</a:t>
            </a:r>
          </a:p>
        </p:txBody>
      </p:sp>
      <p:sp>
        <p:nvSpPr>
          <p:cNvPr id="13338" name="Rectangle 26">
            <a:extLst>
              <a:ext uri="{FF2B5EF4-FFF2-40B4-BE49-F238E27FC236}">
                <a16:creationId xmlns:a16="http://schemas.microsoft.com/office/drawing/2014/main" id="{A6F7FD94-F7F5-4539-BD73-B450F90C49F4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000">
                <a:effectLst>
                  <a:outerShdw blurRad="38100" dist="38100" dir="2700000" algn="tl">
                    <a:srgbClr val="000000"/>
                  </a:outerShdw>
                </a:effectLst>
                <a:latin typeface="Tahoma" charset="0"/>
              </a:defRPr>
            </a:lvl1pPr>
          </a:lstStyle>
          <a:p>
            <a:pPr>
              <a:defRPr/>
            </a:pPr>
            <a:endParaRPr lang="en-AU"/>
          </a:p>
        </p:txBody>
      </p:sp>
      <p:sp>
        <p:nvSpPr>
          <p:cNvPr id="13339" name="Rectangle 27">
            <a:extLst>
              <a:ext uri="{FF2B5EF4-FFF2-40B4-BE49-F238E27FC236}">
                <a16:creationId xmlns:a16="http://schemas.microsoft.com/office/drawing/2014/main" id="{56C45A26-8983-49BD-A4B4-49BB075BFABA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3638"/>
            <a:ext cx="2133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000">
                <a:effectLst>
                  <a:outerShdw blurRad="38100" dist="38100" dir="2700000" algn="tl">
                    <a:srgbClr val="000000"/>
                  </a:outerShdw>
                </a:effectLst>
              </a:defRPr>
            </a:lvl1pPr>
          </a:lstStyle>
          <a:p>
            <a:fld id="{09384F01-1D6A-480D-8FF3-E1D7C544EC73}" type="slidenum">
              <a:rPr lang="en-AU" altLang="en-US"/>
              <a:pPr/>
              <a:t>‹#›</a:t>
            </a:fld>
            <a:endParaRPr lang="en-AU" altLang="en-US"/>
          </a:p>
        </p:txBody>
      </p:sp>
      <p:sp>
        <p:nvSpPr>
          <p:cNvPr id="13340" name="Rectangle 28">
            <a:extLst>
              <a:ext uri="{FF2B5EF4-FFF2-40B4-BE49-F238E27FC236}">
                <a16:creationId xmlns:a16="http://schemas.microsoft.com/office/drawing/2014/main" id="{865AC40B-7B49-4A84-A871-930567AB4537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8400"/>
            <a:ext cx="2133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000">
                <a:effectLst>
                  <a:outerShdw blurRad="38100" dist="38100" dir="2700000" algn="tl">
                    <a:srgbClr val="000000"/>
                  </a:outerShdw>
                </a:effectLst>
                <a:latin typeface="Tahoma" charset="0"/>
              </a:defRPr>
            </a:lvl1pPr>
          </a:lstStyle>
          <a:p>
            <a:pPr>
              <a:defRPr/>
            </a:pPr>
            <a:endParaRPr lang="en-AU"/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83748" r:id="rId1"/>
    <p:sldLayoutId id="2147483738" r:id="rId2"/>
    <p:sldLayoutId id="2147483739" r:id="rId3"/>
    <p:sldLayoutId id="2147483740" r:id="rId4"/>
    <p:sldLayoutId id="2147483741" r:id="rId5"/>
    <p:sldLayoutId id="2147483742" r:id="rId6"/>
    <p:sldLayoutId id="2147483743" r:id="rId7"/>
    <p:sldLayoutId id="2147483744" r:id="rId8"/>
    <p:sldLayoutId id="2147483745" r:id="rId9"/>
    <p:sldLayoutId id="2147483746" r:id="rId10"/>
    <p:sldLayoutId id="2147483747" r:id="rId11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133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133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3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2000"/>
                                        <p:tgtEl>
                                          <p:spTgt spid="1333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3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2000"/>
                                        <p:tgtEl>
                                          <p:spTgt spid="1333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3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2000"/>
                                        <p:tgtEl>
                                          <p:spTgt spid="1333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3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2000"/>
                                        <p:tgtEl>
                                          <p:spTgt spid="1333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336" grpId="0"/>
      <p:bldP spid="13337" grpId="0" build="p">
        <p:tmplLst>
          <p:tmpl lvl="1">
            <p:tnLst>
              <p:par>
                <p:cTn presetID="10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333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2000"/>
                        <p:tgtEl>
                          <p:spTgt spid="13337"/>
                        </p:tgtEl>
                      </p:cBhvr>
                    </p:animEffect>
                  </p:childTnLst>
                </p:cTn>
              </p:par>
            </p:tnLst>
          </p:tmpl>
          <p:tmpl lvl="2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333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2000"/>
                        <p:tgtEl>
                          <p:spTgt spid="13337"/>
                        </p:tgtEl>
                      </p:cBhvr>
                    </p:animEffect>
                  </p:childTnLst>
                </p:cTn>
              </p:par>
            </p:tnLst>
          </p:tmpl>
          <p:tmpl lvl="3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333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2000"/>
                        <p:tgtEl>
                          <p:spTgt spid="13337"/>
                        </p:tgtEl>
                      </p:cBhvr>
                    </p:animEffect>
                  </p:childTnLst>
                </p:cTn>
              </p:par>
            </p:tnLst>
          </p:tmpl>
          <p:tmpl lvl="4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333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2000"/>
                        <p:tgtEl>
                          <p:spTgt spid="13337"/>
                        </p:tgtEl>
                      </p:cBhvr>
                    </p:animEffect>
                  </p:childTnLst>
                </p:cTn>
              </p:par>
            </p:tnLst>
          </p:tmpl>
          <p:tmpl lvl="5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333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2000"/>
                        <p:tgtEl>
                          <p:spTgt spid="13337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  <p:txStyles>
    <p:titleStyle>
      <a:lvl1pPr algn="ctr" rtl="0" eaLnBrk="0" fontAlgn="base" hangingPunct="0">
        <a:spcBef>
          <a:spcPct val="0"/>
        </a:spcBef>
        <a:spcAft>
          <a:spcPct val="0"/>
        </a:spcAft>
        <a:defRPr sz="42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2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ahoma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2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ahoma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2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ahoma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2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ahoma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2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ahoma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2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ahoma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2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ahoma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2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ahoma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80000"/>
        <a:buFont typeface="Wingdings" panose="05000000000000000000" pitchFamily="2" charset="2"/>
        <a:buChar char="l"/>
        <a:defRPr sz="32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panose="05000000000000000000" pitchFamily="2" charset="2"/>
        <a:buChar char="l"/>
        <a:defRPr sz="28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80000"/>
        <a:buFont typeface="Wingdings" panose="05000000000000000000" pitchFamily="2" charset="2"/>
        <a:buChar char="l"/>
        <a:defRPr sz="24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80000"/>
        <a:buFont typeface="Wingdings" panose="05000000000000000000" pitchFamily="2" charset="2"/>
        <a:buChar char="l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80000"/>
        <a:buFont typeface="Wingdings" panose="05000000000000000000" pitchFamily="2" charset="2"/>
        <a:buChar char="l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tx1"/>
        </a:buClr>
        <a:buSzPct val="80000"/>
        <a:buFont typeface="Wingdings" pitchFamily="2" charset="2"/>
        <a:buChar char="l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tx1"/>
        </a:buClr>
        <a:buSzPct val="80000"/>
        <a:buFont typeface="Wingdings" pitchFamily="2" charset="2"/>
        <a:buChar char="l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tx1"/>
        </a:buClr>
        <a:buSzPct val="80000"/>
        <a:buFont typeface="Wingdings" pitchFamily="2" charset="2"/>
        <a:buChar char="l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tx1"/>
        </a:buClr>
        <a:buSzPct val="80000"/>
        <a:buFont typeface="Wingdings" pitchFamily="2" charset="2"/>
        <a:buChar char="l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568126C8-FFB7-4C51-87D9-E77F8071832E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AU"/>
              <a:t>Demand &amp; Supply</a:t>
            </a:r>
            <a:br>
              <a:rPr lang="en-AU"/>
            </a:br>
            <a:r>
              <a:rPr lang="en-AU"/>
              <a:t>Market Equilibrium</a:t>
            </a:r>
          </a:p>
        </p:txBody>
      </p:sp>
      <p:sp>
        <p:nvSpPr>
          <p:cNvPr id="2051" name="Rectangle 3">
            <a:extLst>
              <a:ext uri="{FF2B5EF4-FFF2-40B4-BE49-F238E27FC236}">
                <a16:creationId xmlns:a16="http://schemas.microsoft.com/office/drawing/2014/main" id="{166BC88D-62DE-4AAF-B227-2C2AAFEE58F7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AU"/>
              <a:t>Mrs Reilly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F0A226D4-26EA-43AF-A066-18E1CDC880A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AU"/>
              <a:t>Terminology</a:t>
            </a:r>
          </a:p>
        </p:txBody>
      </p:sp>
      <p:sp>
        <p:nvSpPr>
          <p:cNvPr id="3075" name="Rectangle 3">
            <a:extLst>
              <a:ext uri="{FF2B5EF4-FFF2-40B4-BE49-F238E27FC236}">
                <a16:creationId xmlns:a16="http://schemas.microsoft.com/office/drawing/2014/main" id="{C8B2082E-ABA6-47F7-83BF-F638C6932D8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AU"/>
              <a:t>In this section you will be expected to use the correct terminology.  </a:t>
            </a:r>
          </a:p>
          <a:p>
            <a:pPr eaLnBrk="1" hangingPunct="1">
              <a:defRPr/>
            </a:pPr>
            <a:r>
              <a:rPr lang="en-AU"/>
              <a:t>Refer to your Course Outline</a:t>
            </a:r>
          </a:p>
          <a:p>
            <a:pPr eaLnBrk="1" hangingPunct="1">
              <a:defRPr/>
            </a:pPr>
            <a:r>
              <a:rPr lang="en-AU"/>
              <a:t>Note also, definitions are critical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>
            <a:extLst>
              <a:ext uri="{FF2B5EF4-FFF2-40B4-BE49-F238E27FC236}">
                <a16:creationId xmlns:a16="http://schemas.microsoft.com/office/drawing/2014/main" id="{87704AB8-D306-44D8-95B3-2B60B41C965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AU"/>
              <a:t>Demand - definition</a:t>
            </a:r>
          </a:p>
        </p:txBody>
      </p:sp>
      <p:sp>
        <p:nvSpPr>
          <p:cNvPr id="4099" name="Rectangle 3">
            <a:extLst>
              <a:ext uri="{FF2B5EF4-FFF2-40B4-BE49-F238E27FC236}">
                <a16:creationId xmlns:a16="http://schemas.microsoft.com/office/drawing/2014/main" id="{CC3926C4-524A-4536-8FF5-F925E31F00F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AU"/>
              <a:t>Demand is the </a:t>
            </a:r>
            <a:r>
              <a:rPr lang="en-AU" i="1"/>
              <a:t>quantity</a:t>
            </a:r>
            <a:r>
              <a:rPr lang="en-AU"/>
              <a:t> demanded of a </a:t>
            </a:r>
            <a:r>
              <a:rPr lang="en-AU" i="1"/>
              <a:t>good or service</a:t>
            </a:r>
            <a:r>
              <a:rPr lang="en-AU"/>
              <a:t> that a </a:t>
            </a:r>
            <a:r>
              <a:rPr lang="en-AU" i="1"/>
              <a:t>consumer</a:t>
            </a:r>
            <a:r>
              <a:rPr lang="en-AU"/>
              <a:t> is </a:t>
            </a:r>
            <a:r>
              <a:rPr lang="en-AU" i="1"/>
              <a:t>willing and able</a:t>
            </a:r>
            <a:r>
              <a:rPr lang="en-AU"/>
              <a:t> to buy at a given </a:t>
            </a:r>
            <a:r>
              <a:rPr lang="en-AU" i="1"/>
              <a:t>price</a:t>
            </a:r>
            <a:r>
              <a:rPr lang="en-AU"/>
              <a:t>, per period of </a:t>
            </a:r>
            <a:r>
              <a:rPr lang="en-AU" i="1"/>
              <a:t>time,</a:t>
            </a:r>
            <a:r>
              <a:rPr lang="en-AU" dirty="0"/>
              <a:t> </a:t>
            </a:r>
            <a:r>
              <a:rPr lang="en-AU" i="1"/>
              <a:t>ceteris paribus</a:t>
            </a:r>
            <a:r>
              <a:rPr lang="en-AU" dirty="0"/>
              <a:t>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16123194-9EA5-4CBD-8B98-6BF4209B199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AU"/>
              <a:t>Schedule and Curve</a:t>
            </a:r>
          </a:p>
        </p:txBody>
      </p:sp>
      <p:sp>
        <p:nvSpPr>
          <p:cNvPr id="5123" name="Rectangle 3">
            <a:extLst>
              <a:ext uri="{FF2B5EF4-FFF2-40B4-BE49-F238E27FC236}">
                <a16:creationId xmlns:a16="http://schemas.microsoft.com/office/drawing/2014/main" id="{8F51EB79-6B19-4411-B897-54B0E84100A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AU"/>
              <a:t>A demand schedule is a table of information used to create a demand curve.</a:t>
            </a:r>
          </a:p>
          <a:p>
            <a:pPr eaLnBrk="1" hangingPunct="1">
              <a:defRPr/>
            </a:pPr>
            <a:r>
              <a:rPr lang="en-AU"/>
              <a:t>A demand curve is the graph that depicts the table</a:t>
            </a:r>
          </a:p>
          <a:p>
            <a:pPr eaLnBrk="1" hangingPunct="1">
              <a:defRPr/>
            </a:pPr>
            <a:r>
              <a:rPr lang="en-AU"/>
              <a:t>Axis – get this right</a:t>
            </a:r>
          </a:p>
          <a:p>
            <a:pPr eaLnBrk="1" hangingPunct="1">
              <a:defRPr/>
            </a:pPr>
            <a:r>
              <a:rPr lang="en-AU"/>
              <a:t>Title and scale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3D8BF243-516D-4BE0-ABC5-A91CCBB5A00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AU"/>
              <a:t>Law of Demand</a:t>
            </a:r>
          </a:p>
        </p:txBody>
      </p:sp>
      <p:sp>
        <p:nvSpPr>
          <p:cNvPr id="6147" name="Rectangle 3">
            <a:extLst>
              <a:ext uri="{FF2B5EF4-FFF2-40B4-BE49-F238E27FC236}">
                <a16:creationId xmlns:a16="http://schemas.microsoft.com/office/drawing/2014/main" id="{3169C89A-A2C3-4F79-89A1-27AA798EEE6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AU"/>
              <a:t>States….</a:t>
            </a:r>
          </a:p>
          <a:p>
            <a:pPr eaLnBrk="1" hangingPunct="1">
              <a:defRPr/>
            </a:pPr>
            <a:r>
              <a:rPr lang="en-AU"/>
              <a:t>Relationship between price and quantity</a:t>
            </a:r>
          </a:p>
          <a:p>
            <a:pPr eaLnBrk="1" hangingPunct="1">
              <a:defRPr/>
            </a:pPr>
            <a:r>
              <a:rPr lang="en-AU"/>
              <a:t>Individual Demand Curve</a:t>
            </a:r>
          </a:p>
          <a:p>
            <a:pPr eaLnBrk="1" hangingPunct="1">
              <a:defRPr/>
            </a:pPr>
            <a:r>
              <a:rPr lang="en-AU"/>
              <a:t>Market Demand Curve</a:t>
            </a:r>
            <a:endParaRPr lang="en-AU">
              <a:ea typeface="Tahoma"/>
              <a:cs typeface="Tahoma"/>
            </a:endParaRPr>
          </a:p>
          <a:p>
            <a:pPr eaLnBrk="1" hangingPunct="1">
              <a:defRPr/>
            </a:pPr>
            <a:endParaRPr lang="en-AU" dirty="0">
              <a:ea typeface="Tahoma"/>
              <a:cs typeface="Tahoma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>
            <a:extLst>
              <a:ext uri="{FF2B5EF4-FFF2-40B4-BE49-F238E27FC236}">
                <a16:creationId xmlns:a16="http://schemas.microsoft.com/office/drawing/2014/main" id="{5F4FAFBF-CCCC-4AC1-B1DC-626E1DBD9C7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AU"/>
              <a:t>Consumer Surplus</a:t>
            </a:r>
          </a:p>
        </p:txBody>
      </p:sp>
      <p:sp>
        <p:nvSpPr>
          <p:cNvPr id="25603" name="Rectangle 3">
            <a:extLst>
              <a:ext uri="{FF2B5EF4-FFF2-40B4-BE49-F238E27FC236}">
                <a16:creationId xmlns:a16="http://schemas.microsoft.com/office/drawing/2014/main" id="{2E9A28EE-BB9C-4B0B-9793-5F7E9EA593C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AU"/>
              <a:t>Define</a:t>
            </a:r>
          </a:p>
          <a:p>
            <a:pPr eaLnBrk="1" hangingPunct="1">
              <a:defRPr/>
            </a:pPr>
            <a:r>
              <a:rPr lang="en-AU"/>
              <a:t>Draw</a:t>
            </a:r>
          </a:p>
          <a:p>
            <a:pPr eaLnBrk="1" hangingPunct="1">
              <a:defRPr/>
            </a:pPr>
            <a:endParaRPr lang="en-AU" dirty="0">
              <a:ea typeface="Tahoma"/>
              <a:cs typeface="Tahoma"/>
            </a:endParaRPr>
          </a:p>
          <a:p>
            <a:pPr eaLnBrk="1" hangingPunct="1">
              <a:defRPr/>
            </a:pPr>
            <a:r>
              <a:rPr lang="en-AU">
                <a:ea typeface="Tahoma"/>
                <a:cs typeface="Tahoma"/>
              </a:rPr>
              <a:t>This will be used much more later in the course.</a:t>
            </a:r>
            <a:endParaRPr lang="en-AU" dirty="0">
              <a:ea typeface="Tahoma"/>
              <a:cs typeface="Tahoma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>
            <a:extLst>
              <a:ext uri="{FF2B5EF4-FFF2-40B4-BE49-F238E27FC236}">
                <a16:creationId xmlns:a16="http://schemas.microsoft.com/office/drawing/2014/main" id="{B087DC24-954E-46C0-9F7F-C8D42D067FB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AU"/>
              <a:t>The Importance of Price</a:t>
            </a:r>
          </a:p>
        </p:txBody>
      </p:sp>
      <p:sp>
        <p:nvSpPr>
          <p:cNvPr id="15363" name="Rectangle 3">
            <a:extLst>
              <a:ext uri="{FF2B5EF4-FFF2-40B4-BE49-F238E27FC236}">
                <a16:creationId xmlns:a16="http://schemas.microsoft.com/office/drawing/2014/main" id="{ED8F40E5-1B16-4D9E-94AB-507327A2B40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AU"/>
              <a:t>Price changes quantity demand</a:t>
            </a:r>
          </a:p>
          <a:p>
            <a:pPr eaLnBrk="1" hangingPunct="1">
              <a:defRPr/>
            </a:pPr>
            <a:r>
              <a:rPr lang="en-AU" i="1"/>
              <a:t>Movement along</a:t>
            </a:r>
            <a:r>
              <a:rPr lang="en-AU"/>
              <a:t> the Demand curve</a:t>
            </a:r>
          </a:p>
          <a:p>
            <a:pPr eaLnBrk="1" hangingPunct="1">
              <a:defRPr/>
            </a:pPr>
            <a:r>
              <a:rPr lang="en-AU" i="1"/>
              <a:t>Expansion</a:t>
            </a:r>
          </a:p>
          <a:p>
            <a:pPr eaLnBrk="1" hangingPunct="1">
              <a:defRPr/>
            </a:pPr>
            <a:r>
              <a:rPr lang="en-AU" i="1"/>
              <a:t>Contraction</a:t>
            </a:r>
          </a:p>
          <a:p>
            <a:pPr eaLnBrk="1" hangingPunct="1">
              <a:defRPr/>
            </a:pPr>
            <a:r>
              <a:rPr lang="en-AU"/>
              <a:t>PRICE AND ONLY PRICE OF THE PRODUCT WILL LEAD TO A MOVEMENT ALONG - ALL OTHER FACTORS WILL LEAD TO A SHIFT….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>
            <a:extLst>
              <a:ext uri="{FF2B5EF4-FFF2-40B4-BE49-F238E27FC236}">
                <a16:creationId xmlns:a16="http://schemas.microsoft.com/office/drawing/2014/main" id="{C8AFBD24-26AB-4845-9541-CEDF16F01C2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AU"/>
              <a:t>Non-Price Factors</a:t>
            </a:r>
          </a:p>
        </p:txBody>
      </p:sp>
      <p:sp>
        <p:nvSpPr>
          <p:cNvPr id="16387" name="Rectangle 3">
            <a:extLst>
              <a:ext uri="{FF2B5EF4-FFF2-40B4-BE49-F238E27FC236}">
                <a16:creationId xmlns:a16="http://schemas.microsoft.com/office/drawing/2014/main" id="{305D414D-9795-49C4-AB1A-9C9205A6408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AU" dirty="0"/>
              <a:t>Income – most important</a:t>
            </a:r>
          </a:p>
          <a:p>
            <a:pPr eaLnBrk="1" hangingPunct="1">
              <a:defRPr/>
            </a:pPr>
            <a:r>
              <a:rPr lang="en-AU" dirty="0"/>
              <a:t>Taste and Preferences</a:t>
            </a:r>
          </a:p>
          <a:p>
            <a:pPr lvl="1" eaLnBrk="1" hangingPunct="1">
              <a:defRPr/>
            </a:pPr>
            <a:r>
              <a:rPr lang="en-AU" dirty="0"/>
              <a:t>Include seasons</a:t>
            </a:r>
          </a:p>
          <a:p>
            <a:pPr eaLnBrk="1" hangingPunct="1">
              <a:defRPr/>
            </a:pPr>
            <a:r>
              <a:rPr lang="en-AU" dirty="0"/>
              <a:t>Demographics</a:t>
            </a:r>
          </a:p>
          <a:p>
            <a:pPr eaLnBrk="1" hangingPunct="1">
              <a:defRPr/>
            </a:pPr>
            <a:r>
              <a:rPr lang="en-AU" dirty="0"/>
              <a:t>Price and Availability of related goods</a:t>
            </a:r>
          </a:p>
          <a:p>
            <a:pPr lvl="1" eaLnBrk="1" hangingPunct="1">
              <a:defRPr/>
            </a:pPr>
            <a:r>
              <a:rPr lang="en-AU" dirty="0"/>
              <a:t>C</a:t>
            </a:r>
          </a:p>
          <a:p>
            <a:pPr lvl="1" eaLnBrk="1" hangingPunct="1">
              <a:defRPr/>
            </a:pPr>
            <a:r>
              <a:rPr lang="en-AU" dirty="0"/>
              <a:t>S</a:t>
            </a:r>
          </a:p>
          <a:p>
            <a:pPr eaLnBrk="1" hangingPunct="1">
              <a:defRPr/>
            </a:pPr>
            <a:r>
              <a:rPr lang="en-AU" dirty="0"/>
              <a:t>Expectation of Future prices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>
            <a:extLst>
              <a:ext uri="{FF2B5EF4-FFF2-40B4-BE49-F238E27FC236}">
                <a16:creationId xmlns:a16="http://schemas.microsoft.com/office/drawing/2014/main" id="{33597605-07BA-430F-8B90-C5D21CD9654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AU"/>
              <a:t>Non-price factors </a:t>
            </a:r>
          </a:p>
        </p:txBody>
      </p:sp>
      <p:sp>
        <p:nvSpPr>
          <p:cNvPr id="17411" name="Rectangle 3">
            <a:extLst>
              <a:ext uri="{FF2B5EF4-FFF2-40B4-BE49-F238E27FC236}">
                <a16:creationId xmlns:a16="http://schemas.microsoft.com/office/drawing/2014/main" id="{B8EB172C-0D13-4007-B404-AFABAD16165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AU" i="1"/>
              <a:t>Shift</a:t>
            </a:r>
            <a:r>
              <a:rPr lang="en-AU"/>
              <a:t> of the Demand curve</a:t>
            </a:r>
          </a:p>
          <a:p>
            <a:pPr eaLnBrk="1" hangingPunct="1">
              <a:defRPr/>
            </a:pPr>
            <a:r>
              <a:rPr lang="en-AU" i="1"/>
              <a:t>Increase</a:t>
            </a:r>
          </a:p>
          <a:p>
            <a:pPr eaLnBrk="1" hangingPunct="1">
              <a:defRPr/>
            </a:pPr>
            <a:r>
              <a:rPr lang="en-AU" i="1"/>
              <a:t>Decrease</a:t>
            </a:r>
          </a:p>
          <a:p>
            <a:pPr eaLnBrk="1" hangingPunct="1">
              <a:defRPr/>
            </a:pPr>
            <a:r>
              <a:rPr lang="en-AU"/>
              <a:t>Price remains the same, but quantity varies</a:t>
            </a:r>
          </a:p>
          <a:p>
            <a:pPr eaLnBrk="1" hangingPunct="1">
              <a:defRPr/>
            </a:pPr>
            <a:r>
              <a:rPr lang="en-AU"/>
              <a:t>“At any given price…..” 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>
            <a:extLst>
              <a:ext uri="{FF2B5EF4-FFF2-40B4-BE49-F238E27FC236}">
                <a16:creationId xmlns:a16="http://schemas.microsoft.com/office/drawing/2014/main" id="{DC55175E-FCD2-425B-B95E-3603A2D7071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AU"/>
              <a:t>Supply Definition</a:t>
            </a:r>
          </a:p>
        </p:txBody>
      </p:sp>
      <p:sp>
        <p:nvSpPr>
          <p:cNvPr id="18435" name="Rectangle 3">
            <a:extLst>
              <a:ext uri="{FF2B5EF4-FFF2-40B4-BE49-F238E27FC236}">
                <a16:creationId xmlns:a16="http://schemas.microsoft.com/office/drawing/2014/main" id="{41B59A44-3189-49BC-9C52-A528E801056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AU" dirty="0"/>
              <a:t>Supply is the </a:t>
            </a:r>
            <a:r>
              <a:rPr lang="en-AU" i="1" dirty="0"/>
              <a:t>quantity</a:t>
            </a:r>
            <a:r>
              <a:rPr lang="en-AU"/>
              <a:t> supplied of </a:t>
            </a:r>
            <a:r>
              <a:rPr lang="en-AU" i="1" dirty="0"/>
              <a:t>goods and services</a:t>
            </a:r>
            <a:r>
              <a:rPr lang="en-AU" dirty="0"/>
              <a:t> that </a:t>
            </a:r>
            <a:r>
              <a:rPr lang="en-AU" i="1" dirty="0"/>
              <a:t>producers</a:t>
            </a:r>
            <a:r>
              <a:rPr lang="en-AU" dirty="0"/>
              <a:t> are </a:t>
            </a:r>
            <a:r>
              <a:rPr lang="en-AU" i="1" dirty="0"/>
              <a:t>willing and able</a:t>
            </a:r>
            <a:r>
              <a:rPr lang="en-AU" dirty="0"/>
              <a:t> to supply at a given </a:t>
            </a:r>
            <a:r>
              <a:rPr lang="en-AU" i="1" dirty="0"/>
              <a:t>price</a:t>
            </a:r>
            <a:r>
              <a:rPr lang="en-AU" dirty="0"/>
              <a:t>, per period of </a:t>
            </a:r>
            <a:r>
              <a:rPr lang="en-AU" i="1" dirty="0"/>
              <a:t>time</a:t>
            </a:r>
            <a:r>
              <a:rPr lang="en-AU" dirty="0"/>
              <a:t>, </a:t>
            </a:r>
            <a:r>
              <a:rPr lang="en-AU" i="1" dirty="0"/>
              <a:t>ceteris paribus</a:t>
            </a:r>
            <a:r>
              <a:rPr lang="en-AU" dirty="0"/>
              <a:t>.</a:t>
            </a:r>
          </a:p>
          <a:p>
            <a:pPr eaLnBrk="1" hangingPunct="1">
              <a:defRPr/>
            </a:pPr>
            <a:r>
              <a:rPr lang="en-AU" dirty="0"/>
              <a:t>Schedules and curves are the same as for D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>
            <a:extLst>
              <a:ext uri="{FF2B5EF4-FFF2-40B4-BE49-F238E27FC236}">
                <a16:creationId xmlns:a16="http://schemas.microsoft.com/office/drawing/2014/main" id="{DD23C483-5E81-48C6-B88E-C564D532C16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AU"/>
              <a:t>Law of Supply </a:t>
            </a:r>
          </a:p>
        </p:txBody>
      </p:sp>
      <p:sp>
        <p:nvSpPr>
          <p:cNvPr id="19459" name="Rectangle 3">
            <a:extLst>
              <a:ext uri="{FF2B5EF4-FFF2-40B4-BE49-F238E27FC236}">
                <a16:creationId xmlns:a16="http://schemas.microsoft.com/office/drawing/2014/main" id="{6EB2BCDB-F687-4494-8F5E-7FDED7224A3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AU"/>
              <a:t>States</a:t>
            </a:r>
          </a:p>
          <a:p>
            <a:pPr eaLnBrk="1" hangingPunct="1">
              <a:defRPr/>
            </a:pPr>
            <a:r>
              <a:rPr lang="en-AU"/>
              <a:t>Relationship between Price and Quantity</a:t>
            </a:r>
            <a:endParaRPr lang="en-AU">
              <a:ea typeface="Tahoma"/>
              <a:cs typeface="Tahoma"/>
            </a:endParaRPr>
          </a:p>
          <a:p>
            <a:pPr eaLnBrk="1" hangingPunct="1">
              <a:defRPr/>
            </a:pPr>
            <a:r>
              <a:rPr lang="en-AU"/>
              <a:t>Individual supply curve</a:t>
            </a:r>
          </a:p>
          <a:p>
            <a:pPr eaLnBrk="1" hangingPunct="1">
              <a:defRPr/>
            </a:pPr>
            <a:r>
              <a:rPr lang="en-AU"/>
              <a:t>Market supply curve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>
            <a:extLst>
              <a:ext uri="{FF2B5EF4-FFF2-40B4-BE49-F238E27FC236}">
                <a16:creationId xmlns:a16="http://schemas.microsoft.com/office/drawing/2014/main" id="{900726AB-5262-4A82-B957-B39CB0D583D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AU"/>
              <a:t>Importance of Price</a:t>
            </a:r>
          </a:p>
        </p:txBody>
      </p:sp>
      <p:sp>
        <p:nvSpPr>
          <p:cNvPr id="20483" name="Rectangle 3">
            <a:extLst>
              <a:ext uri="{FF2B5EF4-FFF2-40B4-BE49-F238E27FC236}">
                <a16:creationId xmlns:a16="http://schemas.microsoft.com/office/drawing/2014/main" id="{DF780EB3-419F-4F50-9C35-524400B176F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AU"/>
              <a:t>Price changes affects quantity supplied</a:t>
            </a:r>
          </a:p>
          <a:p>
            <a:pPr eaLnBrk="1" hangingPunct="1">
              <a:defRPr/>
            </a:pPr>
            <a:r>
              <a:rPr lang="en-AU" i="1"/>
              <a:t>Movement along </a:t>
            </a:r>
            <a:r>
              <a:rPr lang="en-AU"/>
              <a:t>the Supply curve</a:t>
            </a:r>
            <a:endParaRPr lang="en-AU">
              <a:ea typeface="Tahoma"/>
              <a:cs typeface="Tahoma"/>
            </a:endParaRPr>
          </a:p>
          <a:p>
            <a:pPr eaLnBrk="1" hangingPunct="1">
              <a:defRPr/>
            </a:pPr>
            <a:r>
              <a:rPr lang="en-AU"/>
              <a:t>Expansion</a:t>
            </a:r>
          </a:p>
          <a:p>
            <a:pPr eaLnBrk="1" hangingPunct="1">
              <a:defRPr/>
            </a:pPr>
            <a:r>
              <a:rPr lang="en-AU"/>
              <a:t>Contraction</a:t>
            </a:r>
          </a:p>
          <a:p>
            <a:pPr eaLnBrk="1" hangingPunct="1">
              <a:defRPr/>
            </a:pPr>
            <a:r>
              <a:rPr lang="en-AU"/>
              <a:t>PRICE AND ONLY PRICE OF THE PRODUCT WILL LEAD TO A MOVEMENT ALONG THE SUPPLY CURVE, ALL OTHER FACTORS WILL LEAD TO A SHIFT…..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>
            <a:extLst>
              <a:ext uri="{FF2B5EF4-FFF2-40B4-BE49-F238E27FC236}">
                <a16:creationId xmlns:a16="http://schemas.microsoft.com/office/drawing/2014/main" id="{671DAB0F-A134-491C-97ED-03DAEECCA7C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AU"/>
              <a:t>Producers Surplus</a:t>
            </a:r>
          </a:p>
        </p:txBody>
      </p:sp>
      <p:sp>
        <p:nvSpPr>
          <p:cNvPr id="26627" name="Rectangle 3">
            <a:extLst>
              <a:ext uri="{FF2B5EF4-FFF2-40B4-BE49-F238E27FC236}">
                <a16:creationId xmlns:a16="http://schemas.microsoft.com/office/drawing/2014/main" id="{79CC3DD2-79F1-4F96-AC3B-BE3BA42D0DB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AU"/>
              <a:t>Define</a:t>
            </a:r>
          </a:p>
          <a:p>
            <a:pPr eaLnBrk="1" hangingPunct="1">
              <a:defRPr/>
            </a:pPr>
            <a:r>
              <a:rPr lang="en-AU"/>
              <a:t>Draw</a:t>
            </a:r>
          </a:p>
          <a:p>
            <a:pPr eaLnBrk="1" hangingPunct="1">
              <a:defRPr/>
            </a:pPr>
            <a:endParaRPr lang="en-AU" dirty="0">
              <a:ea typeface="Tahoma"/>
              <a:cs typeface="Tahoma"/>
            </a:endParaRPr>
          </a:p>
          <a:p>
            <a:pPr eaLnBrk="1" hangingPunct="1">
              <a:defRPr/>
            </a:pPr>
            <a:r>
              <a:rPr lang="en-AU">
                <a:ea typeface="Tahoma"/>
                <a:cs typeface="Tahoma"/>
              </a:rPr>
              <a:t>We will go into this much more later in the Unit.</a:t>
            </a:r>
            <a:endParaRPr lang="en-AU" dirty="0">
              <a:ea typeface="Tahoma"/>
              <a:cs typeface="Tahoma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>
            <a:extLst>
              <a:ext uri="{FF2B5EF4-FFF2-40B4-BE49-F238E27FC236}">
                <a16:creationId xmlns:a16="http://schemas.microsoft.com/office/drawing/2014/main" id="{77533846-38E7-4565-A0EC-CBCCAD3E84B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AU"/>
              <a:t>Non-Price Factors</a:t>
            </a:r>
          </a:p>
        </p:txBody>
      </p:sp>
      <p:sp>
        <p:nvSpPr>
          <p:cNvPr id="21507" name="Rectangle 3">
            <a:extLst>
              <a:ext uri="{FF2B5EF4-FFF2-40B4-BE49-F238E27FC236}">
                <a16:creationId xmlns:a16="http://schemas.microsoft.com/office/drawing/2014/main" id="{1BB0F81D-B37F-4500-A37F-007FBB56937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AU"/>
              <a:t>Factors of production</a:t>
            </a:r>
          </a:p>
          <a:p>
            <a:pPr eaLnBrk="1" hangingPunct="1">
              <a:defRPr/>
            </a:pPr>
            <a:r>
              <a:rPr lang="en-AU"/>
              <a:t>Cost of production</a:t>
            </a:r>
          </a:p>
          <a:p>
            <a:pPr eaLnBrk="1" hangingPunct="1">
              <a:defRPr/>
            </a:pPr>
            <a:r>
              <a:rPr lang="en-AU"/>
              <a:t>Expected future prices</a:t>
            </a:r>
          </a:p>
          <a:p>
            <a:pPr eaLnBrk="1" hangingPunct="1">
              <a:defRPr/>
            </a:pPr>
            <a:r>
              <a:rPr lang="en-AU"/>
              <a:t>Number of suppliers in the market place</a:t>
            </a:r>
          </a:p>
          <a:p>
            <a:pPr eaLnBrk="1" hangingPunct="1">
              <a:defRPr/>
            </a:pPr>
            <a:r>
              <a:rPr lang="en-AU"/>
              <a:t>technology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>
            <a:extLst>
              <a:ext uri="{FF2B5EF4-FFF2-40B4-BE49-F238E27FC236}">
                <a16:creationId xmlns:a16="http://schemas.microsoft.com/office/drawing/2014/main" id="{79C7AA30-BEDD-4F61-9855-27D894509A3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AU"/>
              <a:t>Non-Price Factors</a:t>
            </a:r>
          </a:p>
        </p:txBody>
      </p:sp>
      <p:sp>
        <p:nvSpPr>
          <p:cNvPr id="22531" name="Rectangle 3">
            <a:extLst>
              <a:ext uri="{FF2B5EF4-FFF2-40B4-BE49-F238E27FC236}">
                <a16:creationId xmlns:a16="http://schemas.microsoft.com/office/drawing/2014/main" id="{9ECE4498-EB82-41C5-9E4A-26DF7B713AB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AU"/>
              <a:t>Shift of the supply curve</a:t>
            </a:r>
          </a:p>
          <a:p>
            <a:pPr eaLnBrk="1" hangingPunct="1">
              <a:defRPr/>
            </a:pPr>
            <a:r>
              <a:rPr lang="en-AU"/>
              <a:t>Increase</a:t>
            </a:r>
          </a:p>
          <a:p>
            <a:pPr eaLnBrk="1" hangingPunct="1">
              <a:defRPr/>
            </a:pPr>
            <a:r>
              <a:rPr lang="en-AU"/>
              <a:t>Decrease</a:t>
            </a:r>
          </a:p>
          <a:p>
            <a:pPr eaLnBrk="1" hangingPunct="1">
              <a:defRPr/>
            </a:pPr>
            <a:r>
              <a:rPr lang="en-AU"/>
              <a:t>Price remains the same</a:t>
            </a:r>
          </a:p>
          <a:p>
            <a:pPr eaLnBrk="1" hangingPunct="1">
              <a:defRPr/>
            </a:pPr>
            <a:r>
              <a:rPr lang="en-AU"/>
              <a:t>‘At any given price…..’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>
            <a:extLst>
              <a:ext uri="{FF2B5EF4-FFF2-40B4-BE49-F238E27FC236}">
                <a16:creationId xmlns:a16="http://schemas.microsoft.com/office/drawing/2014/main" id="{01FF4DE7-9E8A-45AE-9171-7F9559C6B10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AU"/>
              <a:t>Activities</a:t>
            </a:r>
          </a:p>
        </p:txBody>
      </p:sp>
      <p:sp>
        <p:nvSpPr>
          <p:cNvPr id="23555" name="Rectangle 3">
            <a:extLst>
              <a:ext uri="{FF2B5EF4-FFF2-40B4-BE49-F238E27FC236}">
                <a16:creationId xmlns:a16="http://schemas.microsoft.com/office/drawing/2014/main" id="{2373E720-C818-486A-855B-45751DC56E3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AU" dirty="0"/>
              <a:t>If there was a flood in Queensland – what would happen to the supply of bananas?</a:t>
            </a:r>
          </a:p>
          <a:p>
            <a:pPr eaLnBrk="1" hangingPunct="1">
              <a:defRPr/>
            </a:pPr>
            <a:r>
              <a:rPr lang="en-AU" dirty="0"/>
              <a:t>If there was a surplus of carpenters, what would happen to the supply of tables?</a:t>
            </a:r>
          </a:p>
          <a:p>
            <a:pPr eaLnBrk="1" hangingPunct="1">
              <a:defRPr/>
            </a:pPr>
            <a:r>
              <a:rPr lang="en-AU" dirty="0"/>
              <a:t>If the price rose on </a:t>
            </a:r>
            <a:r>
              <a:rPr lang="en-AU" dirty="0" err="1"/>
              <a:t>ipads</a:t>
            </a:r>
            <a:r>
              <a:rPr lang="en-AU" dirty="0"/>
              <a:t>, what would happen to the quantity of </a:t>
            </a:r>
            <a:r>
              <a:rPr lang="en-AU" dirty="0" err="1"/>
              <a:t>ipads</a:t>
            </a:r>
            <a:r>
              <a:rPr lang="en-AU" dirty="0"/>
              <a:t>?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>
            <a:extLst>
              <a:ext uri="{FF2B5EF4-FFF2-40B4-BE49-F238E27FC236}">
                <a16:creationId xmlns:a16="http://schemas.microsoft.com/office/drawing/2014/main" id="{60D6A13D-F4A6-4B4F-BD79-38A6799105E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AU"/>
              <a:t>Market Equlibrium</a:t>
            </a:r>
          </a:p>
        </p:txBody>
      </p:sp>
      <p:sp>
        <p:nvSpPr>
          <p:cNvPr id="24579" name="Rectangle 3">
            <a:extLst>
              <a:ext uri="{FF2B5EF4-FFF2-40B4-BE49-F238E27FC236}">
                <a16:creationId xmlns:a16="http://schemas.microsoft.com/office/drawing/2014/main" id="{EA29B68B-D332-4E52-ADF8-54D9EF09512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AU"/>
              <a:t>When demand and supply are drawn together, an equilibrium is present.</a:t>
            </a:r>
          </a:p>
          <a:p>
            <a:pPr eaLnBrk="1" hangingPunct="1">
              <a:defRPr/>
            </a:pPr>
            <a:r>
              <a:rPr lang="en-AU"/>
              <a:t>Draw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>
            <a:extLst>
              <a:ext uri="{FF2B5EF4-FFF2-40B4-BE49-F238E27FC236}">
                <a16:creationId xmlns:a16="http://schemas.microsoft.com/office/drawing/2014/main" id="{58EC2390-64AA-4D7B-A31E-2C5ED9CDA4A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AU"/>
              <a:t>Price is too high or too low</a:t>
            </a:r>
          </a:p>
        </p:txBody>
      </p:sp>
      <p:sp>
        <p:nvSpPr>
          <p:cNvPr id="27651" name="Rectangle 3">
            <a:extLst>
              <a:ext uri="{FF2B5EF4-FFF2-40B4-BE49-F238E27FC236}">
                <a16:creationId xmlns:a16="http://schemas.microsoft.com/office/drawing/2014/main" id="{F7546921-D591-459A-B3C1-FFA40164D1F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AU" dirty="0"/>
              <a:t>Surplus</a:t>
            </a:r>
          </a:p>
          <a:p>
            <a:pPr eaLnBrk="1" hangingPunct="1">
              <a:defRPr/>
            </a:pPr>
            <a:r>
              <a:rPr lang="en-AU" dirty="0"/>
              <a:t>How does the market clear</a:t>
            </a:r>
          </a:p>
          <a:p>
            <a:pPr eaLnBrk="1" hangingPunct="1">
              <a:defRPr/>
            </a:pPr>
            <a:r>
              <a:rPr lang="en-AU" dirty="0"/>
              <a:t>Shortage</a:t>
            </a:r>
          </a:p>
          <a:p>
            <a:pPr eaLnBrk="1" hangingPunct="1">
              <a:defRPr/>
            </a:pPr>
            <a:r>
              <a:rPr lang="en-AU" dirty="0"/>
              <a:t>How does the market clear</a:t>
            </a:r>
          </a:p>
          <a:p>
            <a:pPr eaLnBrk="1" hangingPunct="1">
              <a:defRPr/>
            </a:pPr>
            <a:r>
              <a:rPr lang="en-AU" dirty="0"/>
              <a:t>Market Forces</a:t>
            </a:r>
          </a:p>
          <a:p>
            <a:pPr eaLnBrk="1" hangingPunct="1">
              <a:defRPr/>
            </a:pPr>
            <a:r>
              <a:rPr lang="en-AU" dirty="0"/>
              <a:t>The Invisible Hand</a:t>
            </a:r>
          </a:p>
          <a:p>
            <a:pPr eaLnBrk="1" hangingPunct="1">
              <a:defRPr/>
            </a:pPr>
            <a:endParaRPr lang="en-AU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>
            <a:extLst>
              <a:ext uri="{FF2B5EF4-FFF2-40B4-BE49-F238E27FC236}">
                <a16:creationId xmlns:a16="http://schemas.microsoft.com/office/drawing/2014/main" id="{29C13688-4550-4D13-BBB5-05E3EEAC4F1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AU"/>
              <a:t>Shifts in the Demand Curve</a:t>
            </a:r>
          </a:p>
        </p:txBody>
      </p:sp>
      <p:sp>
        <p:nvSpPr>
          <p:cNvPr id="28675" name="Rectangle 3">
            <a:extLst>
              <a:ext uri="{FF2B5EF4-FFF2-40B4-BE49-F238E27FC236}">
                <a16:creationId xmlns:a16="http://schemas.microsoft.com/office/drawing/2014/main" id="{EFA8EC94-C744-45CB-94B5-21D2314C5F4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  <a:defRPr/>
            </a:pPr>
            <a:r>
              <a:rPr lang="en-AU"/>
              <a:t>Whenever a factor affecting demand (other than price) changes, the demand curve will shift.  You are interested in:</a:t>
            </a:r>
          </a:p>
          <a:p>
            <a:pPr lvl="1" eaLnBrk="1" hangingPunct="1">
              <a:lnSpc>
                <a:spcPct val="90000"/>
              </a:lnSpc>
              <a:defRPr/>
            </a:pPr>
            <a:r>
              <a:rPr lang="en-AU"/>
              <a:t>What has caused the shift</a:t>
            </a:r>
          </a:p>
          <a:p>
            <a:pPr lvl="1" eaLnBrk="1" hangingPunct="1">
              <a:lnSpc>
                <a:spcPct val="90000"/>
              </a:lnSpc>
              <a:defRPr/>
            </a:pPr>
            <a:r>
              <a:rPr lang="en-AU"/>
              <a:t>What affect this has on price and quantity</a:t>
            </a:r>
          </a:p>
          <a:p>
            <a:pPr eaLnBrk="1" hangingPunct="1">
              <a:lnSpc>
                <a:spcPct val="90000"/>
              </a:lnSpc>
              <a:defRPr/>
            </a:pPr>
            <a:r>
              <a:rPr lang="en-AU"/>
              <a:t>Increase in demand</a:t>
            </a:r>
          </a:p>
          <a:p>
            <a:pPr eaLnBrk="1" hangingPunct="1">
              <a:lnSpc>
                <a:spcPct val="90000"/>
              </a:lnSpc>
              <a:defRPr/>
            </a:pPr>
            <a:r>
              <a:rPr lang="en-AU"/>
              <a:t>Example and diagram</a:t>
            </a:r>
          </a:p>
          <a:p>
            <a:pPr eaLnBrk="1" hangingPunct="1">
              <a:lnSpc>
                <a:spcPct val="90000"/>
              </a:lnSpc>
              <a:defRPr/>
            </a:pPr>
            <a:r>
              <a:rPr lang="en-AU"/>
              <a:t>Decrease in demand</a:t>
            </a:r>
          </a:p>
          <a:p>
            <a:pPr eaLnBrk="1" hangingPunct="1">
              <a:lnSpc>
                <a:spcPct val="90000"/>
              </a:lnSpc>
              <a:defRPr/>
            </a:pPr>
            <a:r>
              <a:rPr lang="en-AU"/>
              <a:t>Example and diagram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>
            <a:extLst>
              <a:ext uri="{FF2B5EF4-FFF2-40B4-BE49-F238E27FC236}">
                <a16:creationId xmlns:a16="http://schemas.microsoft.com/office/drawing/2014/main" id="{F7CC3C57-3CB1-4C3A-9AD7-A5740765193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AU"/>
              <a:t>Shifts in the Supply Curve</a:t>
            </a:r>
          </a:p>
        </p:txBody>
      </p:sp>
      <p:sp>
        <p:nvSpPr>
          <p:cNvPr id="29699" name="Rectangle 3">
            <a:extLst>
              <a:ext uri="{FF2B5EF4-FFF2-40B4-BE49-F238E27FC236}">
                <a16:creationId xmlns:a16="http://schemas.microsoft.com/office/drawing/2014/main" id="{F6C9C6A7-A2DB-4D2D-AC73-3B543D26B77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600200"/>
            <a:ext cx="8291513" cy="4708525"/>
          </a:xfrm>
        </p:spPr>
        <p:txBody>
          <a:bodyPr/>
          <a:lstStyle/>
          <a:p>
            <a:pPr eaLnBrk="1" hangingPunct="1">
              <a:lnSpc>
                <a:spcPct val="90000"/>
              </a:lnSpc>
              <a:defRPr/>
            </a:pPr>
            <a:r>
              <a:rPr lang="en-AU"/>
              <a:t>Whenever a factor affecting supply (other than price) changes, the supply curve will shift. You are interested in:</a:t>
            </a:r>
          </a:p>
          <a:p>
            <a:pPr lvl="1" eaLnBrk="1" hangingPunct="1">
              <a:lnSpc>
                <a:spcPct val="90000"/>
              </a:lnSpc>
              <a:defRPr/>
            </a:pPr>
            <a:r>
              <a:rPr lang="en-AU"/>
              <a:t>What caused the curve to shift</a:t>
            </a:r>
          </a:p>
          <a:p>
            <a:pPr lvl="1" eaLnBrk="1" hangingPunct="1">
              <a:lnSpc>
                <a:spcPct val="90000"/>
              </a:lnSpc>
              <a:defRPr/>
            </a:pPr>
            <a:r>
              <a:rPr lang="en-AU"/>
              <a:t>What affect this will have on price and quantity</a:t>
            </a:r>
          </a:p>
          <a:p>
            <a:pPr lvl="1" eaLnBrk="1" hangingPunct="1">
              <a:lnSpc>
                <a:spcPct val="90000"/>
              </a:lnSpc>
              <a:defRPr/>
            </a:pPr>
            <a:r>
              <a:rPr lang="en-AU"/>
              <a:t>Increase in Supply</a:t>
            </a:r>
          </a:p>
          <a:p>
            <a:pPr lvl="1" eaLnBrk="1" hangingPunct="1">
              <a:lnSpc>
                <a:spcPct val="90000"/>
              </a:lnSpc>
              <a:defRPr/>
            </a:pPr>
            <a:r>
              <a:rPr lang="en-AU"/>
              <a:t>Example and diagram</a:t>
            </a:r>
          </a:p>
          <a:p>
            <a:pPr lvl="1" eaLnBrk="1" hangingPunct="1">
              <a:lnSpc>
                <a:spcPct val="90000"/>
              </a:lnSpc>
              <a:defRPr/>
            </a:pPr>
            <a:r>
              <a:rPr lang="en-AU"/>
              <a:t>Decrease in Supply</a:t>
            </a:r>
          </a:p>
          <a:p>
            <a:pPr lvl="1" eaLnBrk="1" hangingPunct="1">
              <a:lnSpc>
                <a:spcPct val="90000"/>
              </a:lnSpc>
              <a:defRPr/>
            </a:pPr>
            <a:r>
              <a:rPr lang="en-AU"/>
              <a:t>Example and diagram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>
            <a:extLst>
              <a:ext uri="{FF2B5EF4-FFF2-40B4-BE49-F238E27FC236}">
                <a16:creationId xmlns:a16="http://schemas.microsoft.com/office/drawing/2014/main" id="{20D7EB45-1361-4DB8-A061-9736F921981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AU"/>
              <a:t>Simultaneous Shifts</a:t>
            </a:r>
          </a:p>
        </p:txBody>
      </p:sp>
      <p:sp>
        <p:nvSpPr>
          <p:cNvPr id="30723" name="Rectangle 3">
            <a:extLst>
              <a:ext uri="{FF2B5EF4-FFF2-40B4-BE49-F238E27FC236}">
                <a16:creationId xmlns:a16="http://schemas.microsoft.com/office/drawing/2014/main" id="{6861ED72-5A92-4438-AFCA-1BC5846C697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AU" dirty="0"/>
              <a:t>Examples…..</a:t>
            </a:r>
          </a:p>
          <a:p>
            <a:pPr eaLnBrk="1" hangingPunct="1">
              <a:defRPr/>
            </a:pPr>
            <a:endParaRPr lang="en-AU" dirty="0"/>
          </a:p>
          <a:p>
            <a:pPr eaLnBrk="1" hangingPunct="1">
              <a:defRPr/>
            </a:pPr>
            <a:r>
              <a:rPr lang="en-AU"/>
              <a:t>Look at the guidance and hints on CONNECT</a:t>
            </a:r>
            <a:endParaRPr lang="en-AU">
              <a:ea typeface="Tahoma"/>
              <a:cs typeface="Tahom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urtain Call">
  <a:themeElements>
    <a:clrScheme name="Curtain Call 1">
      <a:dk1>
        <a:srgbClr val="602000"/>
      </a:dk1>
      <a:lt1>
        <a:srgbClr val="FFFFFF"/>
      </a:lt1>
      <a:dk2>
        <a:srgbClr val="800000"/>
      </a:dk2>
      <a:lt2>
        <a:srgbClr val="FFFFCC"/>
      </a:lt2>
      <a:accent1>
        <a:srgbClr val="FF3300"/>
      </a:accent1>
      <a:accent2>
        <a:srgbClr val="000000"/>
      </a:accent2>
      <a:accent3>
        <a:srgbClr val="C0AAAA"/>
      </a:accent3>
      <a:accent4>
        <a:srgbClr val="DADADA"/>
      </a:accent4>
      <a:accent5>
        <a:srgbClr val="FFADAA"/>
      </a:accent5>
      <a:accent6>
        <a:srgbClr val="000000"/>
      </a:accent6>
      <a:hlink>
        <a:srgbClr val="EBF25A"/>
      </a:hlink>
      <a:folHlink>
        <a:srgbClr val="F2AA68"/>
      </a:folHlink>
    </a:clrScheme>
    <a:fontScheme name="Curtain Call">
      <a:majorFont>
        <a:latin typeface="Tahoma"/>
        <a:ea typeface=""/>
        <a:cs typeface=""/>
      </a:majorFont>
      <a:minorFont>
        <a:latin typeface="Tahom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Curtain Call 1">
        <a:dk1>
          <a:srgbClr val="602000"/>
        </a:dk1>
        <a:lt1>
          <a:srgbClr val="FFFFFF"/>
        </a:lt1>
        <a:dk2>
          <a:srgbClr val="800000"/>
        </a:dk2>
        <a:lt2>
          <a:srgbClr val="FFFFCC"/>
        </a:lt2>
        <a:accent1>
          <a:srgbClr val="FF3300"/>
        </a:accent1>
        <a:accent2>
          <a:srgbClr val="000000"/>
        </a:accent2>
        <a:accent3>
          <a:srgbClr val="C0AAAA"/>
        </a:accent3>
        <a:accent4>
          <a:srgbClr val="DADADA"/>
        </a:accent4>
        <a:accent5>
          <a:srgbClr val="FFADAA"/>
        </a:accent5>
        <a:accent6>
          <a:srgbClr val="000000"/>
        </a:accent6>
        <a:hlink>
          <a:srgbClr val="EBF25A"/>
        </a:hlink>
        <a:folHlink>
          <a:srgbClr val="F2AA68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urtain Call 2">
        <a:dk1>
          <a:srgbClr val="000066"/>
        </a:dk1>
        <a:lt1>
          <a:srgbClr val="FFFFFF"/>
        </a:lt1>
        <a:dk2>
          <a:srgbClr val="000099"/>
        </a:dk2>
        <a:lt2>
          <a:srgbClr val="D8F6F8"/>
        </a:lt2>
        <a:accent1>
          <a:srgbClr val="0099FF"/>
        </a:accent1>
        <a:accent2>
          <a:srgbClr val="00003A"/>
        </a:accent2>
        <a:accent3>
          <a:srgbClr val="AAAACA"/>
        </a:accent3>
        <a:accent4>
          <a:srgbClr val="DADADA"/>
        </a:accent4>
        <a:accent5>
          <a:srgbClr val="AACAFF"/>
        </a:accent5>
        <a:accent6>
          <a:srgbClr val="000034"/>
        </a:accent6>
        <a:hlink>
          <a:srgbClr val="DDD925"/>
        </a:hlink>
        <a:folHlink>
          <a:srgbClr val="72C67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urtain Call 3">
        <a:dk1>
          <a:srgbClr val="4C3D57"/>
        </a:dk1>
        <a:lt1>
          <a:srgbClr val="FFFFFF"/>
        </a:lt1>
        <a:dk2>
          <a:srgbClr val="660066"/>
        </a:dk2>
        <a:lt2>
          <a:srgbClr val="FDFBE3"/>
        </a:lt2>
        <a:accent1>
          <a:srgbClr val="976C9E"/>
        </a:accent1>
        <a:accent2>
          <a:srgbClr val="1E1822"/>
        </a:accent2>
        <a:accent3>
          <a:srgbClr val="B8AAB8"/>
        </a:accent3>
        <a:accent4>
          <a:srgbClr val="DADADA"/>
        </a:accent4>
        <a:accent5>
          <a:srgbClr val="C9BACC"/>
        </a:accent5>
        <a:accent6>
          <a:srgbClr val="1A151E"/>
        </a:accent6>
        <a:hlink>
          <a:srgbClr val="D8C460"/>
        </a:hlink>
        <a:folHlink>
          <a:srgbClr val="C3C2BD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urtain Call 4">
        <a:dk1>
          <a:srgbClr val="334D3F"/>
        </a:dk1>
        <a:lt1>
          <a:srgbClr val="FFFFFF"/>
        </a:lt1>
        <a:dk2>
          <a:srgbClr val="008000"/>
        </a:dk2>
        <a:lt2>
          <a:srgbClr val="D3F1DB"/>
        </a:lt2>
        <a:accent1>
          <a:srgbClr val="4A6D84"/>
        </a:accent1>
        <a:accent2>
          <a:srgbClr val="213329"/>
        </a:accent2>
        <a:accent3>
          <a:srgbClr val="AAC0AA"/>
        </a:accent3>
        <a:accent4>
          <a:srgbClr val="DADADA"/>
        </a:accent4>
        <a:accent5>
          <a:srgbClr val="B1BAC2"/>
        </a:accent5>
        <a:accent6>
          <a:srgbClr val="1D2D24"/>
        </a:accent6>
        <a:hlink>
          <a:srgbClr val="F0B100"/>
        </a:hlink>
        <a:folHlink>
          <a:srgbClr val="C3710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urtain Call 5">
        <a:dk1>
          <a:srgbClr val="566858"/>
        </a:dk1>
        <a:lt1>
          <a:srgbClr val="FFFFFF"/>
        </a:lt1>
        <a:dk2>
          <a:srgbClr val="6D8771"/>
        </a:dk2>
        <a:lt2>
          <a:srgbClr val="ECECB2"/>
        </a:lt2>
        <a:accent1>
          <a:srgbClr val="76A571"/>
        </a:accent1>
        <a:accent2>
          <a:srgbClr val="465648"/>
        </a:accent2>
        <a:accent3>
          <a:srgbClr val="BAC3BB"/>
        </a:accent3>
        <a:accent4>
          <a:srgbClr val="DADADA"/>
        </a:accent4>
        <a:accent5>
          <a:srgbClr val="BDCFBB"/>
        </a:accent5>
        <a:accent6>
          <a:srgbClr val="3F4D40"/>
        </a:accent6>
        <a:hlink>
          <a:srgbClr val="FFDC0B"/>
        </a:hlink>
        <a:folHlink>
          <a:srgbClr val="FC991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urtain Call 6">
        <a:dk1>
          <a:srgbClr val="0A6866"/>
        </a:dk1>
        <a:lt1>
          <a:srgbClr val="FFFFFF"/>
        </a:lt1>
        <a:dk2>
          <a:srgbClr val="0D8784"/>
        </a:dk2>
        <a:lt2>
          <a:srgbClr val="B8DEC6"/>
        </a:lt2>
        <a:accent1>
          <a:srgbClr val="3C7652"/>
        </a:accent1>
        <a:accent2>
          <a:srgbClr val="005250"/>
        </a:accent2>
        <a:accent3>
          <a:srgbClr val="AAC3C2"/>
        </a:accent3>
        <a:accent4>
          <a:srgbClr val="DADADA"/>
        </a:accent4>
        <a:accent5>
          <a:srgbClr val="AFBDB3"/>
        </a:accent5>
        <a:accent6>
          <a:srgbClr val="004948"/>
        </a:accent6>
        <a:hlink>
          <a:srgbClr val="00E0A5"/>
        </a:hlink>
        <a:folHlink>
          <a:srgbClr val="00CC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urtain Call 7">
        <a:dk1>
          <a:srgbClr val="50688C"/>
        </a:dk1>
        <a:lt1>
          <a:srgbClr val="FFFFFF"/>
        </a:lt1>
        <a:dk2>
          <a:srgbClr val="6E87AC"/>
        </a:dk2>
        <a:lt2>
          <a:srgbClr val="FFFFFF"/>
        </a:lt2>
        <a:accent1>
          <a:srgbClr val="376EA5"/>
        </a:accent1>
        <a:accent2>
          <a:srgbClr val="445876"/>
        </a:accent2>
        <a:accent3>
          <a:srgbClr val="BAC3D2"/>
        </a:accent3>
        <a:accent4>
          <a:srgbClr val="DADADA"/>
        </a:accent4>
        <a:accent5>
          <a:srgbClr val="AEBACF"/>
        </a:accent5>
        <a:accent6>
          <a:srgbClr val="3D4F6A"/>
        </a:accent6>
        <a:hlink>
          <a:srgbClr val="66CCFF"/>
        </a:hlink>
        <a:folHlink>
          <a:srgbClr val="CCCC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urtain Call 8">
        <a:dk1>
          <a:srgbClr val="000000"/>
        </a:dk1>
        <a:lt1>
          <a:srgbClr val="DDDCC5"/>
        </a:lt1>
        <a:dk2>
          <a:srgbClr val="000000"/>
        </a:dk2>
        <a:lt2>
          <a:srgbClr val="C9C6A5"/>
        </a:lt2>
        <a:accent1>
          <a:srgbClr val="C0C0C0"/>
        </a:accent1>
        <a:accent2>
          <a:srgbClr val="B0AC90"/>
        </a:accent2>
        <a:accent3>
          <a:srgbClr val="EBEBDF"/>
        </a:accent3>
        <a:accent4>
          <a:srgbClr val="000000"/>
        </a:accent4>
        <a:accent5>
          <a:srgbClr val="DCDCDC"/>
        </a:accent5>
        <a:accent6>
          <a:srgbClr val="9F9B82"/>
        </a:accent6>
        <a:hlink>
          <a:srgbClr val="666699"/>
        </a:hlink>
        <a:folHlink>
          <a:srgbClr val="905C8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rtain Call 9">
        <a:dk1>
          <a:srgbClr val="000000"/>
        </a:dk1>
        <a:lt1>
          <a:srgbClr val="FFFFFF"/>
        </a:lt1>
        <a:dk2>
          <a:srgbClr val="000099"/>
        </a:dk2>
        <a:lt2>
          <a:srgbClr val="DDDDDD"/>
        </a:lt2>
        <a:accent1>
          <a:srgbClr val="C6D4D4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DFE6E6"/>
        </a:accent5>
        <a:accent6>
          <a:srgbClr val="AEAEAE"/>
        </a:accent6>
        <a:hlink>
          <a:srgbClr val="6600FF"/>
        </a:hlink>
        <a:folHlink>
          <a:srgbClr val="9900CC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Curtain Call</Template>
  <TotalTime>342</TotalTime>
  <Words>516</Words>
  <Application>Microsoft Macintosh PowerPoint</Application>
  <PresentationFormat>On-screen Show (4:3)</PresentationFormat>
  <Paragraphs>109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Tahoma</vt:lpstr>
      <vt:lpstr>Wingdings</vt:lpstr>
      <vt:lpstr>Curtain Call</vt:lpstr>
      <vt:lpstr>Demand &amp; Supply Market Equilibrium</vt:lpstr>
      <vt:lpstr>Terminology</vt:lpstr>
      <vt:lpstr>Demand - definition</vt:lpstr>
      <vt:lpstr>Schedule and Curve</vt:lpstr>
      <vt:lpstr>Law of Demand</vt:lpstr>
      <vt:lpstr>Consumer Surplus</vt:lpstr>
      <vt:lpstr>The Importance of Price</vt:lpstr>
      <vt:lpstr>Non-Price Factors</vt:lpstr>
      <vt:lpstr>Non-price factors </vt:lpstr>
      <vt:lpstr>Supply Definition</vt:lpstr>
      <vt:lpstr>Law of Supply </vt:lpstr>
      <vt:lpstr>Importance of Price</vt:lpstr>
      <vt:lpstr>Producers Surplus</vt:lpstr>
      <vt:lpstr>Non-Price Factors</vt:lpstr>
      <vt:lpstr>Non-Price Factors</vt:lpstr>
      <vt:lpstr>Activities</vt:lpstr>
      <vt:lpstr>Market Equlibrium</vt:lpstr>
      <vt:lpstr>Price is too high or too low</vt:lpstr>
      <vt:lpstr>Shifts in the Demand Curve</vt:lpstr>
      <vt:lpstr>Shifts in the Supply Curve</vt:lpstr>
      <vt:lpstr>Simultaneous Shifts</vt:lpstr>
    </vt:vector>
  </TitlesOfParts>
  <Company>DET</Company>
  <LinksUpToDate>false</LinksUpToDate>
  <SharedDoc>false</SharedDoc>
  <HyperlinksChanged>false</HyperlinksChanged>
  <AppVersion>16.0009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Demand &amp; Supply Market Equilibrium</dc:title>
  <dc:creator>DET</dc:creator>
  <cp:lastModifiedBy>GUIGAYOMA Jenny</cp:lastModifiedBy>
  <cp:revision>38</cp:revision>
  <dcterms:created xsi:type="dcterms:W3CDTF">2012-02-12T01:37:16Z</dcterms:created>
  <dcterms:modified xsi:type="dcterms:W3CDTF">2019-11-09T03:59:15Z</dcterms:modified>
</cp:coreProperties>
</file>