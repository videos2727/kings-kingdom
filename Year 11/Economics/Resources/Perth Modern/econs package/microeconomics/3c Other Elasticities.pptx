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5" r:id="rId1"/>
  </p:sldMasterIdLst>
  <p:sldIdLst>
    <p:sldId id="256" r:id="rId2"/>
    <p:sldId id="257" r:id="rId3"/>
    <p:sldId id="258" r:id="rId4"/>
    <p:sldId id="259" r:id="rId5"/>
    <p:sldId id="260" r:id="rId6"/>
    <p:sldId id="261" r:id="rId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721"/>
  </p:normalViewPr>
  <p:slideViewPr>
    <p:cSldViewPr>
      <p:cViewPr varScale="1">
        <p:scale>
          <a:sx n="108" d="100"/>
          <a:sy n="108" d="100"/>
        </p:scale>
        <p:origin x="1760" y="20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Overlay-FullBackground.jpg"/>
          <p:cNvPicPr>
            <a:picLocks noChangeAspect="1"/>
          </p:cNvPicPr>
          <p:nvPr/>
        </p:nvPicPr>
        <p:blipFill>
          <a:blip r:embed="rId2"/>
          <a:srcRect t="50000"/>
          <a:stretch>
            <a:fillRect/>
          </a:stretch>
        </p:blipFill>
        <p:spPr>
          <a:xfrm>
            <a:off x="0" y="3429000"/>
            <a:ext cx="9144000" cy="3429000"/>
          </a:xfrm>
          <a:prstGeom prst="rect">
            <a:avLst/>
          </a:prstGeom>
        </p:spPr>
      </p:pic>
      <p:sp>
        <p:nvSpPr>
          <p:cNvPr id="2" name="Title 1"/>
          <p:cNvSpPr>
            <a:spLocks noGrp="1"/>
          </p:cNvSpPr>
          <p:nvPr>
            <p:ph type="ctrTitle"/>
          </p:nvPr>
        </p:nvSpPr>
        <p:spPr>
          <a:xfrm>
            <a:off x="779463" y="1918447"/>
            <a:ext cx="7583488" cy="1470025"/>
          </a:xfrm>
        </p:spPr>
        <p:txBody>
          <a:bodyPr anchor="b" anchorCtr="0"/>
          <a:lstStyle/>
          <a:p>
            <a:r>
              <a:rPr lang="en-AU"/>
              <a:t>Click to edit Master title style</a:t>
            </a:r>
            <a:endParaRPr/>
          </a:p>
        </p:txBody>
      </p:sp>
      <p:sp>
        <p:nvSpPr>
          <p:cNvPr id="3" name="Subtitle 2"/>
          <p:cNvSpPr>
            <a:spLocks noGrp="1"/>
          </p:cNvSpPr>
          <p:nvPr>
            <p:ph type="subTitle" idx="1"/>
          </p:nvPr>
        </p:nvSpPr>
        <p:spPr>
          <a:xfrm>
            <a:off x="779463" y="3478306"/>
            <a:ext cx="7583487" cy="1752600"/>
          </a:xfrm>
        </p:spPr>
        <p:txBody>
          <a:bodyPr>
            <a:normAutofit/>
          </a:bodyPr>
          <a:lstStyle>
            <a:lvl1pPr marL="0" indent="0" algn="ctr">
              <a:spcBef>
                <a:spcPts val="600"/>
              </a:spcBef>
              <a:buNone/>
              <a:defRPr sz="1800">
                <a:solidFill>
                  <a:schemeClr val="bg2"/>
                </a:solidFill>
                <a:effectLst>
                  <a:outerShdw blurRad="63500" dir="2700000" algn="tl" rotWithShape="0">
                    <a:schemeClr val="tx1">
                      <a:alpha val="40000"/>
                    </a:scheme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AU"/>
              <a:t>Click to edit Master subtitle style</a:t>
            </a:r>
            <a:endParaRPr dirty="0"/>
          </a:p>
        </p:txBody>
      </p:sp>
      <p:sp>
        <p:nvSpPr>
          <p:cNvPr id="4" name="Date Placeholder 3"/>
          <p:cNvSpPr>
            <a:spLocks noGrp="1"/>
          </p:cNvSpPr>
          <p:nvPr>
            <p:ph type="dt" sz="half" idx="10"/>
          </p:nvPr>
        </p:nvSpPr>
        <p:spPr/>
        <p:txBody>
          <a:bodyPr/>
          <a:lstStyle/>
          <a:p>
            <a:fld id="{1341A7F2-05ED-4F93-8AC2-ABAE967C08CA}" type="datetimeFigureOut">
              <a:rPr lang="en-AU" smtClean="0"/>
              <a:t>9/11/19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9D2C864-9362-43C7-A136-D9C41D93A96D}" type="slidenum">
              <a:rPr lang="en-US" smtClean="0"/>
              <a:t>‹#›</a:t>
            </a:fld>
            <a:endParaRPr lang="en-US"/>
          </a:p>
        </p:txBody>
      </p:sp>
      <p:pic>
        <p:nvPicPr>
          <p:cNvPr id="7" name="Picture 6" descr="overlay-ruleShadow.png"/>
          <p:cNvPicPr>
            <a:picLocks noChangeAspect="1"/>
          </p:cNvPicPr>
          <p:nvPr/>
        </p:nvPicPr>
        <p:blipFill>
          <a:blip r:embed="rId3"/>
          <a:stretch>
            <a:fillRect/>
          </a:stretch>
        </p:blipFill>
        <p:spPr>
          <a:xfrm>
            <a:off x="0" y="3303984"/>
            <a:ext cx="9144000" cy="125016"/>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8" name="Picture 7" descr="overlay-ruleShadow.png"/>
          <p:cNvPicPr>
            <a:picLocks noChangeAspect="1"/>
          </p:cNvPicPr>
          <p:nvPr/>
        </p:nvPicPr>
        <p:blipFill>
          <a:blip r:embed="rId2"/>
          <a:stretch>
            <a:fillRect/>
          </a:stretch>
        </p:blipFill>
        <p:spPr>
          <a:xfrm>
            <a:off x="0" y="1307592"/>
            <a:ext cx="9144000" cy="125016"/>
          </a:xfrm>
          <a:prstGeom prst="rect">
            <a:avLst/>
          </a:prstGeom>
        </p:spPr>
      </p:pic>
      <p:pic>
        <p:nvPicPr>
          <p:cNvPr id="7" name="Picture 6" descr="Overlay-FullBackground.jpg"/>
          <p:cNvPicPr>
            <a:picLocks noChangeAspect="1"/>
          </p:cNvPicPr>
          <p:nvPr/>
        </p:nvPicPr>
        <p:blipFill>
          <a:blip r:embed="rId3"/>
          <a:srcRect t="23333"/>
          <a:stretch>
            <a:fillRect/>
          </a:stretch>
        </p:blipFill>
        <p:spPr>
          <a:xfrm>
            <a:off x="0" y="1425388"/>
            <a:ext cx="9144000" cy="5432612"/>
          </a:xfrm>
          <a:prstGeom prst="rect">
            <a:avLst/>
          </a:prstGeom>
        </p:spPr>
      </p:pic>
      <p:sp>
        <p:nvSpPr>
          <p:cNvPr id="2" name="Title 1"/>
          <p:cNvSpPr>
            <a:spLocks noGrp="1"/>
          </p:cNvSpPr>
          <p:nvPr>
            <p:ph type="title"/>
          </p:nvPr>
        </p:nvSpPr>
        <p:spPr/>
        <p:txBody>
          <a:bodyPr/>
          <a:lstStyle/>
          <a:p>
            <a:r>
              <a:rPr lang="en-AU"/>
              <a:t>Click to edit Master title style</a:t>
            </a:r>
            <a:endParaRPr/>
          </a:p>
        </p:txBody>
      </p:sp>
      <p:sp>
        <p:nvSpPr>
          <p:cNvPr id="3" name="Content Placeholder 2"/>
          <p:cNvSpPr>
            <a:spLocks noGrp="1"/>
          </p:cNvSpPr>
          <p:nvPr>
            <p:ph idx="1"/>
          </p:nvPr>
        </p:nvSpPr>
        <p:spPr/>
        <p:txBody>
          <a:bodyPr/>
          <a:lstStyle>
            <a:lvl5pPr>
              <a:defRPr/>
            </a:lvl5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dirty="0"/>
          </a:p>
        </p:txBody>
      </p:sp>
      <p:sp>
        <p:nvSpPr>
          <p:cNvPr id="4" name="Date Placeholder 3"/>
          <p:cNvSpPr>
            <a:spLocks noGrp="1"/>
          </p:cNvSpPr>
          <p:nvPr>
            <p:ph type="dt" sz="half" idx="10"/>
          </p:nvPr>
        </p:nvSpPr>
        <p:spPr/>
        <p:txBody>
          <a:bodyPr/>
          <a:lstStyle/>
          <a:p>
            <a:fld id="{1341A7F2-05ED-4F93-8AC2-ABAE967C08CA}" type="datetimeFigureOut">
              <a:rPr lang="en-AU" smtClean="0"/>
              <a:t>9/11/19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F6A55269-5060-4E6E-8CF2-FB3BD356AC5A}" type="slidenum">
              <a:rPr lang="en-AU" smtClean="0"/>
              <a:t>‹#›</a:t>
            </a:fld>
            <a:endParaRPr lang="en-A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pic>
        <p:nvPicPr>
          <p:cNvPr id="8" name="Picture 7" descr="Overlay-FullBackground.jpg"/>
          <p:cNvPicPr>
            <a:picLocks noChangeAspect="1"/>
          </p:cNvPicPr>
          <p:nvPr/>
        </p:nvPicPr>
        <p:blipFill>
          <a:blip r:embed="rId2"/>
          <a:srcRect t="50000"/>
          <a:stretch>
            <a:fillRect/>
          </a:stretch>
        </p:blipFill>
        <p:spPr>
          <a:xfrm>
            <a:off x="0" y="3429000"/>
            <a:ext cx="9144000" cy="3429000"/>
          </a:xfrm>
          <a:prstGeom prst="rect">
            <a:avLst/>
          </a:prstGeom>
        </p:spPr>
      </p:pic>
      <p:sp>
        <p:nvSpPr>
          <p:cNvPr id="2" name="Title 1"/>
          <p:cNvSpPr>
            <a:spLocks noGrp="1"/>
          </p:cNvSpPr>
          <p:nvPr>
            <p:ph type="ctrTitle"/>
          </p:nvPr>
        </p:nvSpPr>
        <p:spPr>
          <a:xfrm>
            <a:off x="779463" y="789081"/>
            <a:ext cx="7583488" cy="1470025"/>
          </a:xfrm>
        </p:spPr>
        <p:txBody>
          <a:bodyPr anchor="ctr" anchorCtr="0"/>
          <a:lstStyle/>
          <a:p>
            <a:r>
              <a:rPr lang="en-AU"/>
              <a:t>Click to edit Master title style</a:t>
            </a:r>
            <a:endParaRPr/>
          </a:p>
        </p:txBody>
      </p:sp>
      <p:sp>
        <p:nvSpPr>
          <p:cNvPr id="3" name="Subtitle 2"/>
          <p:cNvSpPr>
            <a:spLocks noGrp="1"/>
          </p:cNvSpPr>
          <p:nvPr>
            <p:ph type="subTitle" idx="1"/>
          </p:nvPr>
        </p:nvSpPr>
        <p:spPr>
          <a:xfrm>
            <a:off x="779463" y="4724400"/>
            <a:ext cx="7583487" cy="1385047"/>
          </a:xfrm>
        </p:spPr>
        <p:txBody>
          <a:bodyPr anchor="ctr" anchorCtr="0">
            <a:normAutofit/>
          </a:bodyPr>
          <a:lstStyle>
            <a:lvl1pPr marL="0" indent="0" algn="ctr">
              <a:spcBef>
                <a:spcPts val="300"/>
              </a:spcBef>
              <a:buNone/>
              <a:defRPr sz="1800">
                <a:solidFill>
                  <a:schemeClr val="bg2"/>
                </a:solidFill>
                <a:effectLst>
                  <a:outerShdw blurRad="63500" dir="2700000" algn="tl" rotWithShape="0">
                    <a:schemeClr val="tx1">
                      <a:alpha val="40000"/>
                    </a:scheme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AU"/>
              <a:t>Click to edit Master subtitle style</a:t>
            </a:r>
            <a:endParaRPr dirty="0"/>
          </a:p>
        </p:txBody>
      </p:sp>
      <p:sp>
        <p:nvSpPr>
          <p:cNvPr id="4" name="Date Placeholder 3"/>
          <p:cNvSpPr>
            <a:spLocks noGrp="1"/>
          </p:cNvSpPr>
          <p:nvPr>
            <p:ph type="dt" sz="half" idx="10"/>
          </p:nvPr>
        </p:nvSpPr>
        <p:spPr/>
        <p:txBody>
          <a:bodyPr/>
          <a:lstStyle/>
          <a:p>
            <a:fld id="{1341A7F2-05ED-4F93-8AC2-ABAE967C08CA}" type="datetimeFigureOut">
              <a:rPr lang="en-AU" smtClean="0"/>
              <a:t>9/11/19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F6A55269-5060-4E6E-8CF2-FB3BD356AC5A}" type="slidenum">
              <a:rPr lang="en-AU" smtClean="0"/>
              <a:t>‹#›</a:t>
            </a:fld>
            <a:endParaRPr lang="en-AU"/>
          </a:p>
        </p:txBody>
      </p:sp>
      <p:pic>
        <p:nvPicPr>
          <p:cNvPr id="7" name="Picture 6" descr="overlay-ruleShadow.png"/>
          <p:cNvPicPr>
            <a:picLocks noChangeAspect="1"/>
          </p:cNvPicPr>
          <p:nvPr/>
        </p:nvPicPr>
        <p:blipFill>
          <a:blip r:embed="rId3"/>
          <a:stretch>
            <a:fillRect/>
          </a:stretch>
        </p:blipFill>
        <p:spPr>
          <a:xfrm>
            <a:off x="0" y="3303984"/>
            <a:ext cx="9144000" cy="125016"/>
          </a:xfrm>
          <a:prstGeom prst="rect">
            <a:avLst/>
          </a:prstGeom>
        </p:spPr>
      </p:pic>
      <p:sp>
        <p:nvSpPr>
          <p:cNvPr id="10" name="Picture Placeholder 9"/>
          <p:cNvSpPr>
            <a:spLocks noGrp="1"/>
          </p:cNvSpPr>
          <p:nvPr>
            <p:ph type="pic" sz="quarter" idx="13"/>
          </p:nvPr>
        </p:nvSpPr>
        <p:spPr>
          <a:xfrm>
            <a:off x="3677371" y="2564085"/>
            <a:ext cx="1789259" cy="1729830"/>
          </a:xfrm>
          <a:prstGeom prst="ellipse">
            <a:avLst/>
          </a:prstGeom>
          <a:noFill/>
          <a:ln w="127000">
            <a:solidFill>
              <a:schemeClr val="tx2"/>
            </a:solidFill>
          </a:ln>
          <a:effectLst>
            <a:innerShdw blurRad="101600" dist="76200" dir="13500000">
              <a:prstClr val="black">
                <a:alpha val="57000"/>
              </a:prstClr>
            </a:innerShdw>
          </a:effectLst>
        </p:spPr>
        <p:txBody>
          <a:bodyPr>
            <a:normAutofit/>
          </a:bodyPr>
          <a:lstStyle>
            <a:lvl1pPr marL="0" indent="0" algn="ctr">
              <a:buNone/>
              <a:defRPr sz="1600">
                <a:solidFill>
                  <a:schemeClr val="tx1"/>
                </a:solidFill>
              </a:defRPr>
            </a:lvl1pPr>
          </a:lstStyle>
          <a:p>
            <a:r>
              <a:rPr lang="en-AU"/>
              <a:t>Drag picture to placeholder or click icon to add</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8" name="Picture 7" descr="overlay-ruleShadow.png"/>
          <p:cNvPicPr>
            <a:picLocks noChangeAspect="1"/>
          </p:cNvPicPr>
          <p:nvPr/>
        </p:nvPicPr>
        <p:blipFill>
          <a:blip r:embed="rId2"/>
          <a:stretch>
            <a:fillRect/>
          </a:stretch>
        </p:blipFill>
        <p:spPr>
          <a:xfrm>
            <a:off x="0" y="4446984"/>
            <a:ext cx="9144000" cy="125016"/>
          </a:xfrm>
          <a:prstGeom prst="rect">
            <a:avLst/>
          </a:prstGeom>
        </p:spPr>
      </p:pic>
      <p:pic>
        <p:nvPicPr>
          <p:cNvPr id="7" name="Picture 6" descr="Overlay-FullBackground.jpg"/>
          <p:cNvPicPr>
            <a:picLocks noChangeAspect="1"/>
          </p:cNvPicPr>
          <p:nvPr/>
        </p:nvPicPr>
        <p:blipFill>
          <a:blip r:embed="rId3"/>
          <a:srcRect t="66667"/>
          <a:stretch>
            <a:fillRect/>
          </a:stretch>
        </p:blipFill>
        <p:spPr>
          <a:xfrm>
            <a:off x="0" y="4572000"/>
            <a:ext cx="9144000" cy="2286000"/>
          </a:xfrm>
          <a:prstGeom prst="rect">
            <a:avLst/>
          </a:prstGeom>
        </p:spPr>
      </p:pic>
      <p:sp>
        <p:nvSpPr>
          <p:cNvPr id="2" name="Title 1"/>
          <p:cNvSpPr>
            <a:spLocks noGrp="1"/>
          </p:cNvSpPr>
          <p:nvPr>
            <p:ph type="title"/>
          </p:nvPr>
        </p:nvSpPr>
        <p:spPr>
          <a:xfrm>
            <a:off x="779463" y="2971800"/>
            <a:ext cx="7583487" cy="1362075"/>
          </a:xfrm>
        </p:spPr>
        <p:txBody>
          <a:bodyPr vert="horz" lIns="91440" tIns="45720" rIns="91440" bIns="45720" rtlCol="0" anchor="b" anchorCtr="0">
            <a:noAutofit/>
          </a:bodyPr>
          <a:lstStyle>
            <a:lvl1pPr algn="ctr" defTabSz="914400" rtl="0" eaLnBrk="1" latinLnBrk="0" hangingPunct="1">
              <a:spcBef>
                <a:spcPct val="0"/>
              </a:spcBef>
              <a:buNone/>
              <a:defRPr sz="4800" kern="1200">
                <a:solidFill>
                  <a:schemeClr val="tx1"/>
                </a:solidFill>
                <a:effectLst>
                  <a:outerShdw blurRad="50800" dist="12700" dir="2700000" sx="100500" sy="100500" algn="tl" rotWithShape="0">
                    <a:prstClr val="black">
                      <a:alpha val="60000"/>
                    </a:prstClr>
                  </a:outerShdw>
                </a:effectLst>
                <a:latin typeface="+mj-lt"/>
                <a:ea typeface="+mj-ea"/>
                <a:cs typeface="+mj-cs"/>
              </a:defRPr>
            </a:lvl1pPr>
          </a:lstStyle>
          <a:p>
            <a:r>
              <a:rPr lang="en-AU"/>
              <a:t>Click to edit Master title style</a:t>
            </a:r>
            <a:endParaRPr/>
          </a:p>
        </p:txBody>
      </p:sp>
      <p:sp>
        <p:nvSpPr>
          <p:cNvPr id="3" name="Text Placeholder 2"/>
          <p:cNvSpPr>
            <a:spLocks noGrp="1"/>
          </p:cNvSpPr>
          <p:nvPr>
            <p:ph type="body" idx="1"/>
          </p:nvPr>
        </p:nvSpPr>
        <p:spPr>
          <a:xfrm>
            <a:off x="779463" y="4724400"/>
            <a:ext cx="7583487" cy="1398494"/>
          </a:xfrm>
        </p:spPr>
        <p:txBody>
          <a:bodyPr vert="horz" lIns="91440" tIns="45720" rIns="91440" bIns="45720" rtlCol="0">
            <a:normAutofit/>
          </a:bodyPr>
          <a:lstStyle>
            <a:lvl1pPr marL="0" indent="0" algn="ctr" defTabSz="914400" rtl="0" eaLnBrk="1" latinLnBrk="0" hangingPunct="1">
              <a:spcBef>
                <a:spcPts val="300"/>
              </a:spcBef>
              <a:buFont typeface="Calisto MT" pitchFamily="18" charset="0"/>
              <a:buNone/>
              <a:defRPr sz="1800" kern="1200">
                <a:solidFill>
                  <a:schemeClr val="bg2"/>
                </a:solidFill>
                <a:effectLst>
                  <a:outerShdw blurRad="63500" dir="2700000" algn="tl" rotWithShape="0">
                    <a:schemeClr val="tx1">
                      <a:alpha val="40000"/>
                    </a:schemeClr>
                  </a:outerShdw>
                </a:effectLst>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AU"/>
              <a:t>Click to edit Master text styles</a:t>
            </a:r>
          </a:p>
        </p:txBody>
      </p:sp>
      <p:sp>
        <p:nvSpPr>
          <p:cNvPr id="4" name="Date Placeholder 3"/>
          <p:cNvSpPr>
            <a:spLocks noGrp="1"/>
          </p:cNvSpPr>
          <p:nvPr>
            <p:ph type="dt" sz="half" idx="10"/>
          </p:nvPr>
        </p:nvSpPr>
        <p:spPr/>
        <p:txBody>
          <a:bodyPr/>
          <a:lstStyle/>
          <a:p>
            <a:fld id="{1341A7F2-05ED-4F93-8AC2-ABAE967C08CA}" type="datetimeFigureOut">
              <a:rPr lang="en-AU" smtClean="0"/>
              <a:t>9/11/19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F6A55269-5060-4E6E-8CF2-FB3BD356AC5A}" type="slidenum">
              <a:rPr lang="en-AU" smtClean="0"/>
              <a:t>‹#›</a:t>
            </a:fld>
            <a:endParaRPr lang="en-A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overlay-ruleShadow.png"/>
          <p:cNvPicPr>
            <a:picLocks noChangeAspect="1"/>
          </p:cNvPicPr>
          <p:nvPr/>
        </p:nvPicPr>
        <p:blipFill>
          <a:blip r:embed="rId2"/>
          <a:stretch>
            <a:fillRect/>
          </a:stretch>
        </p:blipFill>
        <p:spPr>
          <a:xfrm>
            <a:off x="0" y="1307592"/>
            <a:ext cx="9144000" cy="125016"/>
          </a:xfrm>
          <a:prstGeom prst="rect">
            <a:avLst/>
          </a:prstGeom>
        </p:spPr>
      </p:pic>
      <p:pic>
        <p:nvPicPr>
          <p:cNvPr id="11" name="Picture 10" descr="Overlay-FullBackground.jpg"/>
          <p:cNvPicPr>
            <a:picLocks noChangeAspect="1"/>
          </p:cNvPicPr>
          <p:nvPr/>
        </p:nvPicPr>
        <p:blipFill>
          <a:blip r:embed="rId3"/>
          <a:srcRect t="23333"/>
          <a:stretch>
            <a:fillRect/>
          </a:stretch>
        </p:blipFill>
        <p:spPr>
          <a:xfrm>
            <a:off x="0" y="1425388"/>
            <a:ext cx="9144000" cy="5432612"/>
          </a:xfrm>
          <a:prstGeom prst="rect">
            <a:avLst/>
          </a:prstGeom>
        </p:spPr>
      </p:pic>
      <p:sp>
        <p:nvSpPr>
          <p:cNvPr id="2" name="Title 1"/>
          <p:cNvSpPr>
            <a:spLocks noGrp="1"/>
          </p:cNvSpPr>
          <p:nvPr>
            <p:ph type="title"/>
          </p:nvPr>
        </p:nvSpPr>
        <p:spPr>
          <a:xfrm>
            <a:off x="779463" y="62753"/>
            <a:ext cx="7583488" cy="1283167"/>
          </a:xfrm>
        </p:spPr>
        <p:txBody>
          <a:bodyPr/>
          <a:lstStyle/>
          <a:p>
            <a:r>
              <a:rPr lang="en-AU"/>
              <a:t>Click to edit Master title style</a:t>
            </a:r>
            <a:endParaRPr/>
          </a:p>
        </p:txBody>
      </p:sp>
      <p:sp>
        <p:nvSpPr>
          <p:cNvPr id="3" name="Content Placeholder 2"/>
          <p:cNvSpPr>
            <a:spLocks noGrp="1"/>
          </p:cNvSpPr>
          <p:nvPr>
            <p:ph sz="half" idx="1"/>
          </p:nvPr>
        </p:nvSpPr>
        <p:spPr>
          <a:xfrm>
            <a:off x="779463" y="1828800"/>
            <a:ext cx="3566160" cy="4297363"/>
          </a:xfrm>
        </p:spPr>
        <p:txBody>
          <a:bodyPr>
            <a:normAutofit/>
          </a:bodyPr>
          <a:lstStyle>
            <a:lvl1pPr>
              <a:defRPr sz="20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dirty="0"/>
          </a:p>
        </p:txBody>
      </p:sp>
      <p:sp>
        <p:nvSpPr>
          <p:cNvPr id="4" name="Content Placeholder 3"/>
          <p:cNvSpPr>
            <a:spLocks noGrp="1"/>
          </p:cNvSpPr>
          <p:nvPr>
            <p:ph sz="half" idx="2"/>
          </p:nvPr>
        </p:nvSpPr>
        <p:spPr>
          <a:xfrm>
            <a:off x="4796791" y="1828800"/>
            <a:ext cx="3566160" cy="4297363"/>
          </a:xfrm>
        </p:spPr>
        <p:txBody>
          <a:bodyPr>
            <a:normAutofit/>
          </a:bodyPr>
          <a:lstStyle>
            <a:lvl1pPr>
              <a:defRPr sz="20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dirty="0"/>
          </a:p>
        </p:txBody>
      </p:sp>
      <p:sp>
        <p:nvSpPr>
          <p:cNvPr id="5" name="Date Placeholder 4"/>
          <p:cNvSpPr>
            <a:spLocks noGrp="1"/>
          </p:cNvSpPr>
          <p:nvPr>
            <p:ph type="dt" sz="half" idx="10"/>
          </p:nvPr>
        </p:nvSpPr>
        <p:spPr/>
        <p:txBody>
          <a:bodyPr/>
          <a:lstStyle/>
          <a:p>
            <a:fld id="{1341A7F2-05ED-4F93-8AC2-ABAE967C08CA}" type="datetimeFigureOut">
              <a:rPr lang="en-AU" smtClean="0"/>
              <a:t>9/11/19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F6A55269-5060-4E6E-8CF2-FB3BD356AC5A}" type="slidenum">
              <a:rPr lang="en-AU" smtClean="0"/>
              <a:t>‹#›</a:t>
            </a:fld>
            <a:endParaRPr lang="en-A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2" name="Picture 11" descr="overlay-ruleShadow.png"/>
          <p:cNvPicPr>
            <a:picLocks noChangeAspect="1"/>
          </p:cNvPicPr>
          <p:nvPr/>
        </p:nvPicPr>
        <p:blipFill>
          <a:blip r:embed="rId2"/>
          <a:stretch>
            <a:fillRect/>
          </a:stretch>
        </p:blipFill>
        <p:spPr>
          <a:xfrm>
            <a:off x="0" y="1307592"/>
            <a:ext cx="9144000" cy="125016"/>
          </a:xfrm>
          <a:prstGeom prst="rect">
            <a:avLst/>
          </a:prstGeom>
        </p:spPr>
      </p:pic>
      <p:pic>
        <p:nvPicPr>
          <p:cNvPr id="13" name="Picture 12" descr="Overlay-FullBackground.jpg"/>
          <p:cNvPicPr>
            <a:picLocks noChangeAspect="1"/>
          </p:cNvPicPr>
          <p:nvPr/>
        </p:nvPicPr>
        <p:blipFill>
          <a:blip r:embed="rId3"/>
          <a:srcRect t="23333"/>
          <a:stretch>
            <a:fillRect/>
          </a:stretch>
        </p:blipFill>
        <p:spPr>
          <a:xfrm>
            <a:off x="0" y="1425388"/>
            <a:ext cx="9144000" cy="5432612"/>
          </a:xfrm>
          <a:prstGeom prst="rect">
            <a:avLst/>
          </a:prstGeom>
        </p:spPr>
      </p:pic>
      <p:sp>
        <p:nvSpPr>
          <p:cNvPr id="2" name="Title 1"/>
          <p:cNvSpPr>
            <a:spLocks noGrp="1"/>
          </p:cNvSpPr>
          <p:nvPr>
            <p:ph type="title"/>
          </p:nvPr>
        </p:nvSpPr>
        <p:spPr>
          <a:xfrm>
            <a:off x="779463" y="62753"/>
            <a:ext cx="7583488" cy="1283167"/>
          </a:xfrm>
        </p:spPr>
        <p:txBody>
          <a:bodyPr/>
          <a:lstStyle>
            <a:lvl1pPr>
              <a:defRPr/>
            </a:lvl1pPr>
          </a:lstStyle>
          <a:p>
            <a:r>
              <a:rPr lang="en-AU"/>
              <a:t>Click to edit Master title style</a:t>
            </a:r>
            <a:endParaRPr/>
          </a:p>
        </p:txBody>
      </p:sp>
      <p:sp>
        <p:nvSpPr>
          <p:cNvPr id="3" name="Text Placeholder 2"/>
          <p:cNvSpPr>
            <a:spLocks noGrp="1"/>
          </p:cNvSpPr>
          <p:nvPr>
            <p:ph type="body" idx="1"/>
          </p:nvPr>
        </p:nvSpPr>
        <p:spPr>
          <a:xfrm>
            <a:off x="779463" y="1524000"/>
            <a:ext cx="3566160" cy="838200"/>
          </a:xfrm>
        </p:spPr>
        <p:txBody>
          <a:bodyPr anchor="ctr" anchorCtr="0">
            <a:noAutofit/>
          </a:bodyPr>
          <a:lstStyle>
            <a:lvl1pPr marL="0" indent="0" algn="ctr">
              <a:spcBef>
                <a:spcPct val="0"/>
              </a:spcBef>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a:t>Click to edit Master text styles</a:t>
            </a:r>
          </a:p>
        </p:txBody>
      </p:sp>
      <p:sp>
        <p:nvSpPr>
          <p:cNvPr id="4" name="Content Placeholder 3"/>
          <p:cNvSpPr>
            <a:spLocks noGrp="1"/>
          </p:cNvSpPr>
          <p:nvPr>
            <p:ph sz="half" idx="2"/>
          </p:nvPr>
        </p:nvSpPr>
        <p:spPr>
          <a:xfrm>
            <a:off x="779463" y="2393576"/>
            <a:ext cx="3566160" cy="3732585"/>
          </a:xfrm>
        </p:spPr>
        <p:txBody>
          <a:bodyPr>
            <a:normAutofit/>
          </a:bodyPr>
          <a:lstStyle>
            <a:lvl1pPr>
              <a:defRPr sz="20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dirty="0"/>
          </a:p>
        </p:txBody>
      </p:sp>
      <p:sp>
        <p:nvSpPr>
          <p:cNvPr id="5" name="Text Placeholder 4"/>
          <p:cNvSpPr>
            <a:spLocks noGrp="1"/>
          </p:cNvSpPr>
          <p:nvPr>
            <p:ph type="body" sz="quarter" idx="3"/>
          </p:nvPr>
        </p:nvSpPr>
        <p:spPr>
          <a:xfrm>
            <a:off x="4796791" y="1524000"/>
            <a:ext cx="3566160" cy="838200"/>
          </a:xfrm>
        </p:spPr>
        <p:txBody>
          <a:bodyPr anchor="ctr" anchorCtr="0">
            <a:noAutofit/>
          </a:bodyPr>
          <a:lstStyle>
            <a:lvl1pPr marL="0" indent="0" algn="ctr">
              <a:spcBef>
                <a:spcPct val="0"/>
              </a:spcBef>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a:t>Click to edit Master text styles</a:t>
            </a:r>
          </a:p>
        </p:txBody>
      </p:sp>
      <p:sp>
        <p:nvSpPr>
          <p:cNvPr id="6" name="Content Placeholder 5"/>
          <p:cNvSpPr>
            <a:spLocks noGrp="1"/>
          </p:cNvSpPr>
          <p:nvPr>
            <p:ph sz="quarter" idx="4"/>
          </p:nvPr>
        </p:nvSpPr>
        <p:spPr>
          <a:xfrm>
            <a:off x="4796791" y="2393576"/>
            <a:ext cx="3566160" cy="3732585"/>
          </a:xfrm>
        </p:spPr>
        <p:txBody>
          <a:bodyPr>
            <a:normAutofit/>
          </a:bodyPr>
          <a:lstStyle>
            <a:lvl1pPr>
              <a:defRPr sz="20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dirty="0"/>
          </a:p>
        </p:txBody>
      </p:sp>
      <p:sp>
        <p:nvSpPr>
          <p:cNvPr id="7" name="Date Placeholder 6"/>
          <p:cNvSpPr>
            <a:spLocks noGrp="1"/>
          </p:cNvSpPr>
          <p:nvPr>
            <p:ph type="dt" sz="half" idx="10"/>
          </p:nvPr>
        </p:nvSpPr>
        <p:spPr/>
        <p:txBody>
          <a:bodyPr/>
          <a:lstStyle/>
          <a:p>
            <a:fld id="{1341A7F2-05ED-4F93-8AC2-ABAE967C08CA}" type="datetimeFigureOut">
              <a:rPr lang="en-AU" smtClean="0"/>
              <a:t>9/11/19</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F6A55269-5060-4E6E-8CF2-FB3BD356AC5A}" type="slidenum">
              <a:rPr lang="en-AU" smtClean="0"/>
              <a:t>‹#›</a:t>
            </a:fld>
            <a:endParaRPr lang="en-A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overlay-ruleShadow.png"/>
          <p:cNvPicPr>
            <a:picLocks noChangeAspect="1"/>
          </p:cNvPicPr>
          <p:nvPr/>
        </p:nvPicPr>
        <p:blipFill>
          <a:blip r:embed="rId2"/>
          <a:stretch>
            <a:fillRect/>
          </a:stretch>
        </p:blipFill>
        <p:spPr>
          <a:xfrm>
            <a:off x="0" y="1307592"/>
            <a:ext cx="9144000" cy="125016"/>
          </a:xfrm>
          <a:prstGeom prst="rect">
            <a:avLst/>
          </a:prstGeom>
        </p:spPr>
      </p:pic>
      <p:sp>
        <p:nvSpPr>
          <p:cNvPr id="2" name="Title 1"/>
          <p:cNvSpPr>
            <a:spLocks noGrp="1"/>
          </p:cNvSpPr>
          <p:nvPr>
            <p:ph type="title"/>
          </p:nvPr>
        </p:nvSpPr>
        <p:spPr/>
        <p:txBody>
          <a:bodyPr/>
          <a:lstStyle/>
          <a:p>
            <a:r>
              <a:rPr lang="en-AU"/>
              <a:t>Click to edit Master title style</a:t>
            </a:r>
            <a:endParaRPr/>
          </a:p>
        </p:txBody>
      </p:sp>
      <p:sp>
        <p:nvSpPr>
          <p:cNvPr id="3" name="Date Placeholder 2"/>
          <p:cNvSpPr>
            <a:spLocks noGrp="1"/>
          </p:cNvSpPr>
          <p:nvPr>
            <p:ph type="dt" sz="half" idx="10"/>
          </p:nvPr>
        </p:nvSpPr>
        <p:spPr/>
        <p:txBody>
          <a:bodyPr/>
          <a:lstStyle/>
          <a:p>
            <a:fld id="{1341A7F2-05ED-4F93-8AC2-ABAE967C08CA}" type="datetimeFigureOut">
              <a:rPr lang="en-AU" smtClean="0"/>
              <a:t>9/11/19</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F6A55269-5060-4E6E-8CF2-FB3BD356AC5A}" type="slidenum">
              <a:rPr lang="en-AU" smtClean="0"/>
              <a:t>‹#›</a:t>
            </a:fld>
            <a:endParaRPr lang="en-AU"/>
          </a:p>
        </p:txBody>
      </p:sp>
      <p:pic>
        <p:nvPicPr>
          <p:cNvPr id="10" name="Picture 9" descr="Overlay-FullBackground.jpg"/>
          <p:cNvPicPr>
            <a:picLocks noChangeAspect="1"/>
          </p:cNvPicPr>
          <p:nvPr/>
        </p:nvPicPr>
        <p:blipFill>
          <a:blip r:embed="rId3"/>
          <a:srcRect t="21046"/>
          <a:stretch>
            <a:fillRect/>
          </a:stretch>
        </p:blipFill>
        <p:spPr>
          <a:xfrm>
            <a:off x="0" y="1447800"/>
            <a:ext cx="9144000" cy="5414682"/>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Overlay-FullBackground.jpg"/>
          <p:cNvPicPr>
            <a:picLocks noChangeAspect="1"/>
          </p:cNvPicPr>
          <p:nvPr/>
        </p:nvPicPr>
        <p:blipFill>
          <a:blip r:embed="rId2"/>
          <a:stretch>
            <a:fillRect/>
          </a:stretch>
        </p:blipFill>
        <p:spPr>
          <a:xfrm>
            <a:off x="0" y="4482"/>
            <a:ext cx="9144000" cy="6858000"/>
          </a:xfrm>
          <a:prstGeom prst="rect">
            <a:avLst/>
          </a:prstGeom>
          <a:noFill/>
          <a:ln>
            <a:noFill/>
          </a:ln>
        </p:spPr>
      </p:pic>
      <p:sp>
        <p:nvSpPr>
          <p:cNvPr id="2" name="Date Placeholder 1"/>
          <p:cNvSpPr>
            <a:spLocks noGrp="1"/>
          </p:cNvSpPr>
          <p:nvPr>
            <p:ph type="dt" sz="half" idx="10"/>
          </p:nvPr>
        </p:nvSpPr>
        <p:spPr/>
        <p:txBody>
          <a:bodyPr/>
          <a:lstStyle/>
          <a:p>
            <a:fld id="{1341A7F2-05ED-4F93-8AC2-ABAE967C08CA}" type="datetimeFigureOut">
              <a:rPr lang="en-AU" smtClean="0"/>
              <a:t>9/11/19</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F6A55269-5060-4E6E-8CF2-FB3BD356AC5A}" type="slidenum">
              <a:rPr lang="en-AU" smtClean="0"/>
              <a:t>‹#›</a:t>
            </a:fld>
            <a:endParaRPr lang="en-A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Overlay-FullBackground.jpg"/>
          <p:cNvPicPr>
            <a:picLocks noChangeAspect="1"/>
          </p:cNvPicPr>
          <p:nvPr/>
        </p:nvPicPr>
        <p:blipFill>
          <a:blip r:embed="rId2"/>
          <a:srcRect l="50000"/>
          <a:stretch>
            <a:fillRect/>
          </a:stretch>
        </p:blipFill>
        <p:spPr>
          <a:xfrm>
            <a:off x="4572000" y="4482"/>
            <a:ext cx="4572000" cy="6858000"/>
          </a:xfrm>
          <a:prstGeom prst="rect">
            <a:avLst/>
          </a:prstGeom>
          <a:noFill/>
          <a:ln>
            <a:noFill/>
          </a:ln>
        </p:spPr>
      </p:pic>
      <p:sp>
        <p:nvSpPr>
          <p:cNvPr id="2" name="Title 1"/>
          <p:cNvSpPr>
            <a:spLocks noGrp="1"/>
          </p:cNvSpPr>
          <p:nvPr>
            <p:ph type="title"/>
          </p:nvPr>
        </p:nvSpPr>
        <p:spPr>
          <a:xfrm>
            <a:off x="301752" y="273049"/>
            <a:ext cx="3962400" cy="1690221"/>
          </a:xfrm>
        </p:spPr>
        <p:txBody>
          <a:bodyPr vert="horz" lIns="91440" tIns="45720" rIns="91440" bIns="45720" rtlCol="0" anchor="b" anchorCtr="0">
            <a:noAutofit/>
          </a:bodyPr>
          <a:lstStyle>
            <a:lvl1pPr marL="0" algn="ctr" defTabSz="914400" rtl="0" eaLnBrk="1" latinLnBrk="0" hangingPunct="1">
              <a:spcBef>
                <a:spcPct val="0"/>
              </a:spcBef>
              <a:defRPr sz="3600" kern="1200">
                <a:solidFill>
                  <a:schemeClr val="tx1"/>
                </a:solidFill>
                <a:effectLst>
                  <a:outerShdw blurRad="50800" dist="12700" dir="2700000" sx="100500" sy="100500" algn="tl" rotWithShape="0">
                    <a:prstClr val="black">
                      <a:alpha val="60000"/>
                    </a:prstClr>
                  </a:outerShdw>
                </a:effectLst>
                <a:latin typeface="+mj-lt"/>
                <a:ea typeface="+mj-ea"/>
                <a:cs typeface="+mj-cs"/>
              </a:defRPr>
            </a:lvl1pPr>
          </a:lstStyle>
          <a:p>
            <a:r>
              <a:rPr lang="en-AU"/>
              <a:t>Click to edit Master title style</a:t>
            </a:r>
            <a:endParaRPr/>
          </a:p>
        </p:txBody>
      </p:sp>
      <p:sp>
        <p:nvSpPr>
          <p:cNvPr id="3" name="Content Placeholder 2"/>
          <p:cNvSpPr>
            <a:spLocks noGrp="1"/>
          </p:cNvSpPr>
          <p:nvPr>
            <p:ph idx="1"/>
          </p:nvPr>
        </p:nvSpPr>
        <p:spPr>
          <a:xfrm>
            <a:off x="4866401" y="273050"/>
            <a:ext cx="3959352" cy="5853113"/>
          </a:xfrm>
        </p:spPr>
        <p:txBody>
          <a:bodyPr>
            <a:normAutofit/>
          </a:bodyPr>
          <a:lstStyle>
            <a:lvl1pPr>
              <a:defRPr sz="24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dirty="0"/>
          </a:p>
        </p:txBody>
      </p:sp>
      <p:sp>
        <p:nvSpPr>
          <p:cNvPr id="4" name="Text Placeholder 3"/>
          <p:cNvSpPr>
            <a:spLocks noGrp="1"/>
          </p:cNvSpPr>
          <p:nvPr>
            <p:ph type="body" sz="half" idx="2"/>
          </p:nvPr>
        </p:nvSpPr>
        <p:spPr>
          <a:xfrm>
            <a:off x="301752" y="1975104"/>
            <a:ext cx="3962400" cy="3200401"/>
          </a:xfrm>
          <a:effectLst>
            <a:outerShdw blurRad="50800" dist="38100" dir="2700000" algn="tl" rotWithShape="0">
              <a:prstClr val="black">
                <a:alpha val="40000"/>
              </a:prstClr>
            </a:outerShdw>
          </a:effectLst>
        </p:spPr>
        <p:txBody>
          <a:bodyPr vert="horz" lIns="91440" tIns="45720" rIns="91440" bIns="45720" rtlCol="0" anchor="t" anchorCtr="0">
            <a:normAutofit/>
          </a:bodyPr>
          <a:lstStyle>
            <a:lvl1pPr marL="0" indent="0" algn="ctr" defTabSz="914400" rtl="0" eaLnBrk="1" latinLnBrk="0" hangingPunct="1">
              <a:lnSpc>
                <a:spcPct val="110000"/>
              </a:lnSpc>
              <a:spcBef>
                <a:spcPts val="600"/>
              </a:spcBef>
              <a:buNone/>
              <a:defRPr sz="1800" kern="1200">
                <a:solidFill>
                  <a:schemeClr val="tx1"/>
                </a:solidFill>
                <a:effectLst>
                  <a:outerShdw blurRad="38100" dist="12700" dir="2700000" algn="tl" rotWithShape="0">
                    <a:prstClr val="black">
                      <a:alpha val="60000"/>
                    </a:prstClr>
                  </a:outerShdw>
                </a:effectLst>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a:t>Click to edit Master text styles</a:t>
            </a:r>
          </a:p>
        </p:txBody>
      </p:sp>
      <p:sp>
        <p:nvSpPr>
          <p:cNvPr id="5" name="Date Placeholder 4"/>
          <p:cNvSpPr>
            <a:spLocks noGrp="1"/>
          </p:cNvSpPr>
          <p:nvPr>
            <p:ph type="dt" sz="half" idx="10"/>
          </p:nvPr>
        </p:nvSpPr>
        <p:spPr>
          <a:xfrm>
            <a:off x="2667000" y="6356350"/>
            <a:ext cx="1622612" cy="365125"/>
          </a:xfrm>
          <a:effectLst>
            <a:outerShdw blurRad="50800" dist="38100" dir="2700000" algn="tl" rotWithShape="0">
              <a:prstClr val="black">
                <a:alpha val="40000"/>
              </a:prstClr>
            </a:outerShdw>
          </a:effectLst>
        </p:spPr>
        <p:txBody>
          <a:bodyPr vert="horz" lIns="91440" tIns="45720" rIns="91440" bIns="45720" rtlCol="0" anchor="ctr"/>
          <a:lstStyle>
            <a:lvl1pPr marL="0" algn="r" defTabSz="914400" rtl="0" eaLnBrk="1" latinLnBrk="0" hangingPunct="1">
              <a:defRPr sz="1200" kern="1200">
                <a:solidFill>
                  <a:schemeClr val="tx1"/>
                </a:solidFill>
                <a:effectLst>
                  <a:outerShdw blurRad="38100" dist="12700" dir="2700000" algn="tl" rotWithShape="0">
                    <a:prstClr val="black">
                      <a:alpha val="60000"/>
                    </a:prstClr>
                  </a:outerShdw>
                </a:effectLst>
                <a:latin typeface="+mn-lt"/>
                <a:ea typeface="+mn-ea"/>
                <a:cs typeface="+mn-cs"/>
              </a:defRPr>
            </a:lvl1pPr>
          </a:lstStyle>
          <a:p>
            <a:fld id="{1341A7F2-05ED-4F93-8AC2-ABAE967C08CA}" type="datetimeFigureOut">
              <a:rPr lang="en-AU" smtClean="0"/>
              <a:t>9/11/19</a:t>
            </a:fld>
            <a:endParaRPr lang="en-AU"/>
          </a:p>
        </p:txBody>
      </p:sp>
      <p:sp>
        <p:nvSpPr>
          <p:cNvPr id="6" name="Footer Placeholder 5"/>
          <p:cNvSpPr>
            <a:spLocks noGrp="1"/>
          </p:cNvSpPr>
          <p:nvPr>
            <p:ph type="ftr" sz="quarter" idx="11"/>
          </p:nvPr>
        </p:nvSpPr>
        <p:spPr>
          <a:xfrm>
            <a:off x="242047" y="6356350"/>
            <a:ext cx="1891553" cy="365125"/>
          </a:xfrm>
          <a:effectLst>
            <a:outerShdw blurRad="50800" dist="38100" dir="2700000" algn="tl" rotWithShape="0">
              <a:prstClr val="black">
                <a:alpha val="40000"/>
              </a:prstClr>
            </a:outerShdw>
          </a:effectLst>
        </p:spPr>
        <p:txBody>
          <a:bodyPr vert="horz" lIns="91440" tIns="45720" rIns="91440" bIns="45720" rtlCol="0" anchor="ctr"/>
          <a:lstStyle>
            <a:lvl1pPr marL="0" algn="l" defTabSz="914400" rtl="0" eaLnBrk="1" latinLnBrk="0" hangingPunct="1">
              <a:defRPr sz="1200" kern="1200">
                <a:solidFill>
                  <a:schemeClr val="tx1"/>
                </a:solidFill>
                <a:effectLst>
                  <a:outerShdw blurRad="38100" dist="12700" dir="2700000" algn="tl" rotWithShape="0">
                    <a:prstClr val="black">
                      <a:alpha val="60000"/>
                    </a:prstClr>
                  </a:outerShdw>
                </a:effectLst>
                <a:latin typeface="+mn-lt"/>
                <a:ea typeface="+mn-ea"/>
                <a:cs typeface="+mn-cs"/>
              </a:defRPr>
            </a:lvl1pPr>
          </a:lstStyle>
          <a:p>
            <a:endParaRPr lang="en-AU"/>
          </a:p>
        </p:txBody>
      </p:sp>
      <p:sp>
        <p:nvSpPr>
          <p:cNvPr id="7" name="Slide Number Placeholder 6"/>
          <p:cNvSpPr>
            <a:spLocks noGrp="1"/>
          </p:cNvSpPr>
          <p:nvPr>
            <p:ph type="sldNum" sz="quarter" idx="12"/>
          </p:nvPr>
        </p:nvSpPr>
        <p:spPr>
          <a:xfrm>
            <a:off x="1892808" y="5748338"/>
            <a:ext cx="762000" cy="576262"/>
          </a:xfrm>
        </p:spPr>
        <p:txBody>
          <a:bodyPr vert="horz" lIns="91440" tIns="45720" rIns="91440" bIns="45720" rtlCol="0" anchor="ctr">
            <a:noAutofit/>
          </a:bodyPr>
          <a:lstStyle>
            <a:lvl1pPr marL="0" algn="ctr" defTabSz="914400" rtl="0" eaLnBrk="1" latinLnBrk="0" hangingPunct="1">
              <a:spcBef>
                <a:spcPct val="0"/>
              </a:spcBef>
              <a:defRPr sz="3600" kern="1200">
                <a:solidFill>
                  <a:schemeClr val="tx1"/>
                </a:solidFill>
                <a:effectLst>
                  <a:outerShdw blurRad="50800" dist="12700" dir="2700000" sx="100500" sy="100500" algn="tl" rotWithShape="0">
                    <a:prstClr val="black">
                      <a:alpha val="60000"/>
                    </a:prstClr>
                  </a:outerShdw>
                </a:effectLst>
                <a:latin typeface="+mj-lt"/>
                <a:ea typeface="+mj-ea"/>
                <a:cs typeface="+mj-cs"/>
              </a:defRPr>
            </a:lvl1pPr>
          </a:lstStyle>
          <a:p>
            <a:fld id="{B9D2C864-9362-43C7-A136-D9C41D93A96D}" type="slidenum">
              <a:rPr lang="en-US" smtClean="0"/>
              <a:t>‹#›</a:t>
            </a:fld>
            <a:endParaRPr lang="en-US"/>
          </a:p>
        </p:txBody>
      </p:sp>
      <p:pic>
        <p:nvPicPr>
          <p:cNvPr id="10" name="Picture 9" descr="overlay-ruleShadow.png"/>
          <p:cNvPicPr>
            <a:picLocks noChangeAspect="1"/>
          </p:cNvPicPr>
          <p:nvPr/>
        </p:nvPicPr>
        <p:blipFill>
          <a:blip r:embed="rId3"/>
          <a:srcRect r="25031"/>
          <a:stretch>
            <a:fillRect/>
          </a:stretch>
        </p:blipFill>
        <p:spPr>
          <a:xfrm rot="16200000">
            <a:off x="1086391" y="3365075"/>
            <a:ext cx="6855164" cy="125016"/>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Overlay-FullBackground.jpg"/>
          <p:cNvPicPr>
            <a:picLocks noChangeAspect="1"/>
          </p:cNvPicPr>
          <p:nvPr/>
        </p:nvPicPr>
        <p:blipFill>
          <a:blip r:embed="rId2"/>
          <a:srcRect l="50000"/>
          <a:stretch>
            <a:fillRect/>
          </a:stretch>
        </p:blipFill>
        <p:spPr>
          <a:xfrm>
            <a:off x="4572000" y="4482"/>
            <a:ext cx="4572000" cy="6858000"/>
          </a:xfrm>
          <a:prstGeom prst="rect">
            <a:avLst/>
          </a:prstGeom>
          <a:noFill/>
          <a:ln>
            <a:noFill/>
          </a:ln>
        </p:spPr>
      </p:pic>
      <p:pic>
        <p:nvPicPr>
          <p:cNvPr id="9" name="Picture 8" descr="overlay-ruleShadow.png"/>
          <p:cNvPicPr>
            <a:picLocks noChangeAspect="1"/>
          </p:cNvPicPr>
          <p:nvPr/>
        </p:nvPicPr>
        <p:blipFill>
          <a:blip r:embed="rId3"/>
          <a:srcRect r="25031"/>
          <a:stretch>
            <a:fillRect/>
          </a:stretch>
        </p:blipFill>
        <p:spPr>
          <a:xfrm rot="16200000">
            <a:off x="1086391" y="3365075"/>
            <a:ext cx="6855164" cy="125016"/>
          </a:xfrm>
          <a:prstGeom prst="rect">
            <a:avLst/>
          </a:prstGeom>
        </p:spPr>
      </p:pic>
      <p:sp>
        <p:nvSpPr>
          <p:cNvPr id="2" name="Title 1"/>
          <p:cNvSpPr>
            <a:spLocks noGrp="1"/>
          </p:cNvSpPr>
          <p:nvPr>
            <p:ph type="title"/>
          </p:nvPr>
        </p:nvSpPr>
        <p:spPr>
          <a:xfrm>
            <a:off x="301752" y="274320"/>
            <a:ext cx="3959352" cy="1691640"/>
          </a:xfrm>
        </p:spPr>
        <p:txBody>
          <a:bodyPr vert="horz" lIns="91440" tIns="45720" rIns="91440" bIns="45720" rtlCol="0" anchor="b" anchorCtr="0">
            <a:noAutofit/>
          </a:bodyPr>
          <a:lstStyle>
            <a:lvl1pPr marL="0" algn="ctr" defTabSz="914400" rtl="0" eaLnBrk="1" latinLnBrk="0" hangingPunct="1">
              <a:spcBef>
                <a:spcPct val="0"/>
              </a:spcBef>
              <a:buNone/>
              <a:defRPr sz="3600" kern="1200">
                <a:solidFill>
                  <a:schemeClr val="tx1"/>
                </a:solidFill>
                <a:effectLst>
                  <a:outerShdw blurRad="50800" dist="12700" dir="2700000" sx="100500" sy="100500" algn="tl" rotWithShape="0">
                    <a:prstClr val="black">
                      <a:alpha val="60000"/>
                    </a:prstClr>
                  </a:outerShdw>
                </a:effectLst>
                <a:latin typeface="+mj-lt"/>
                <a:ea typeface="+mj-ea"/>
                <a:cs typeface="+mj-cs"/>
              </a:defRPr>
            </a:lvl1pPr>
          </a:lstStyle>
          <a:p>
            <a:r>
              <a:rPr lang="en-AU"/>
              <a:t>Click to edit Master title style</a:t>
            </a:r>
            <a:endParaRPr/>
          </a:p>
        </p:txBody>
      </p:sp>
      <p:sp>
        <p:nvSpPr>
          <p:cNvPr id="3" name="Picture Placeholder 2"/>
          <p:cNvSpPr>
            <a:spLocks noGrp="1"/>
          </p:cNvSpPr>
          <p:nvPr>
            <p:ph type="pic" idx="1"/>
          </p:nvPr>
        </p:nvSpPr>
        <p:spPr>
          <a:xfrm>
            <a:off x="4864608" y="264907"/>
            <a:ext cx="3959352" cy="6328186"/>
          </a:xfrm>
          <a:solidFill>
            <a:schemeClr val="tx1">
              <a:lumMod val="50000"/>
            </a:schemeClr>
          </a:solidFill>
          <a:effectLst>
            <a:outerShdw blurRad="50800" dir="2700000" algn="tl" rotWithShape="0">
              <a:schemeClr val="tx1">
                <a:alpha val="40000"/>
              </a:schemeClr>
            </a:outerShdw>
          </a:effectLst>
        </p:spPr>
        <p:txBody>
          <a:bodyPr>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AU"/>
              <a:t>Drag picture to placeholder or click icon to add</a:t>
            </a:r>
            <a:endParaRPr/>
          </a:p>
        </p:txBody>
      </p:sp>
      <p:sp>
        <p:nvSpPr>
          <p:cNvPr id="4" name="Text Placeholder 3"/>
          <p:cNvSpPr>
            <a:spLocks noGrp="1"/>
          </p:cNvSpPr>
          <p:nvPr>
            <p:ph type="body" sz="half" idx="2"/>
          </p:nvPr>
        </p:nvSpPr>
        <p:spPr>
          <a:xfrm>
            <a:off x="301752" y="1970801"/>
            <a:ext cx="3959352" cy="3200400"/>
          </a:xfrm>
          <a:effectLst>
            <a:outerShdw blurRad="50800" dist="38100" dir="2700000" algn="tl" rotWithShape="0">
              <a:prstClr val="black">
                <a:alpha val="40000"/>
              </a:prstClr>
            </a:outerShdw>
          </a:effectLst>
        </p:spPr>
        <p:txBody>
          <a:bodyPr vert="horz" lIns="91440" tIns="45720" rIns="91440" bIns="45720" rtlCol="0" anchor="t" anchorCtr="0">
            <a:normAutofit/>
          </a:bodyPr>
          <a:lstStyle>
            <a:lvl1pPr marL="0" indent="0" algn="ctr">
              <a:lnSpc>
                <a:spcPct val="110000"/>
              </a:lnSpc>
              <a:spcBef>
                <a:spcPts val="600"/>
              </a:spcBef>
              <a:buNone/>
              <a:defRPr sz="1800" kern="1200">
                <a:solidFill>
                  <a:schemeClr val="tx1"/>
                </a:solidFill>
                <a:effectLst>
                  <a:outerShdw blurRad="38100" dist="12700" dir="2700000" algn="tl" rotWithShape="0">
                    <a:prstClr val="black">
                      <a:alpha val="60000"/>
                    </a:prstClr>
                  </a:outerShdw>
                </a:effectLst>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lgn="ctr" defTabSz="914400" rtl="0" eaLnBrk="1" latinLnBrk="0" hangingPunct="1">
              <a:lnSpc>
                <a:spcPct val="110000"/>
              </a:lnSpc>
              <a:spcBef>
                <a:spcPts val="2000"/>
              </a:spcBef>
              <a:buFont typeface="Calisto MT" pitchFamily="18" charset="0"/>
              <a:buNone/>
            </a:pPr>
            <a:r>
              <a:rPr lang="en-AU"/>
              <a:t>Click to edit Master text styles</a:t>
            </a:r>
          </a:p>
        </p:txBody>
      </p:sp>
      <p:sp>
        <p:nvSpPr>
          <p:cNvPr id="5" name="Date Placeholder 4"/>
          <p:cNvSpPr>
            <a:spLocks noGrp="1"/>
          </p:cNvSpPr>
          <p:nvPr>
            <p:ph type="dt" sz="half" idx="10"/>
          </p:nvPr>
        </p:nvSpPr>
        <p:spPr>
          <a:xfrm>
            <a:off x="2670048" y="6356350"/>
            <a:ext cx="1627632" cy="365125"/>
          </a:xfrm>
          <a:effectLst>
            <a:outerShdw blurRad="50800" dist="38100" dir="2700000" algn="tl" rotWithShape="0">
              <a:prstClr val="black">
                <a:alpha val="40000"/>
              </a:prstClr>
            </a:outerShdw>
          </a:effectLst>
        </p:spPr>
        <p:txBody>
          <a:bodyPr vert="horz" lIns="91440" tIns="45720" rIns="91440" bIns="45720" rtlCol="0" anchor="ctr"/>
          <a:lstStyle>
            <a:lvl1pPr marL="0" algn="r" defTabSz="914400" rtl="0" eaLnBrk="1" latinLnBrk="0" hangingPunct="1">
              <a:defRPr sz="1200" kern="1200">
                <a:solidFill>
                  <a:schemeClr val="tx1"/>
                </a:solidFill>
                <a:effectLst>
                  <a:outerShdw blurRad="38100" dist="12700" dir="2700000" algn="tl" rotWithShape="0">
                    <a:prstClr val="black">
                      <a:alpha val="60000"/>
                    </a:prstClr>
                  </a:outerShdw>
                </a:effectLst>
                <a:latin typeface="+mn-lt"/>
                <a:ea typeface="+mn-ea"/>
                <a:cs typeface="+mn-cs"/>
              </a:defRPr>
            </a:lvl1pPr>
          </a:lstStyle>
          <a:p>
            <a:fld id="{1341A7F2-05ED-4F93-8AC2-ABAE967C08CA}" type="datetimeFigureOut">
              <a:rPr lang="en-AU" smtClean="0"/>
              <a:t>9/11/19</a:t>
            </a:fld>
            <a:endParaRPr lang="en-AU"/>
          </a:p>
        </p:txBody>
      </p:sp>
      <p:sp>
        <p:nvSpPr>
          <p:cNvPr id="6" name="Footer Placeholder 5"/>
          <p:cNvSpPr>
            <a:spLocks noGrp="1"/>
          </p:cNvSpPr>
          <p:nvPr>
            <p:ph type="ftr" sz="quarter" idx="11"/>
          </p:nvPr>
        </p:nvSpPr>
        <p:spPr>
          <a:xfrm>
            <a:off x="242047" y="6356350"/>
            <a:ext cx="1892808" cy="365125"/>
          </a:xfrm>
          <a:effectLst>
            <a:outerShdw blurRad="50800" dist="38100" dir="2700000" algn="tl" rotWithShape="0">
              <a:prstClr val="black">
                <a:alpha val="40000"/>
              </a:prstClr>
            </a:outerShdw>
          </a:effectLst>
        </p:spPr>
        <p:txBody>
          <a:bodyPr vert="horz" lIns="91440" tIns="45720" rIns="91440" bIns="45720" rtlCol="0" anchor="ctr"/>
          <a:lstStyle>
            <a:lvl1pPr marL="0" algn="l" defTabSz="914400" rtl="0" eaLnBrk="1" latinLnBrk="0" hangingPunct="1">
              <a:defRPr sz="1200" kern="1200">
                <a:solidFill>
                  <a:schemeClr val="tx1"/>
                </a:solidFill>
                <a:effectLst>
                  <a:outerShdw blurRad="38100" dist="12700" dir="2700000" algn="tl" rotWithShape="0">
                    <a:prstClr val="black">
                      <a:alpha val="60000"/>
                    </a:prstClr>
                  </a:outerShdw>
                </a:effectLst>
                <a:latin typeface="+mn-lt"/>
                <a:ea typeface="+mn-ea"/>
                <a:cs typeface="+mn-cs"/>
              </a:defRPr>
            </a:lvl1pPr>
          </a:lstStyle>
          <a:p>
            <a:endParaRPr lang="en-AU"/>
          </a:p>
        </p:txBody>
      </p:sp>
      <p:sp>
        <p:nvSpPr>
          <p:cNvPr id="7" name="Slide Number Placeholder 6"/>
          <p:cNvSpPr>
            <a:spLocks noGrp="1"/>
          </p:cNvSpPr>
          <p:nvPr>
            <p:ph type="sldNum" sz="quarter" idx="12"/>
          </p:nvPr>
        </p:nvSpPr>
        <p:spPr>
          <a:xfrm>
            <a:off x="1892808" y="5738129"/>
            <a:ext cx="758952" cy="576072"/>
          </a:xfrm>
        </p:spPr>
        <p:txBody>
          <a:bodyPr vert="horz" lIns="91440" tIns="45720" rIns="91440" bIns="45720" rtlCol="0" anchor="ctr">
            <a:noAutofit/>
          </a:bodyPr>
          <a:lstStyle>
            <a:lvl1pPr marL="0" algn="ctr" defTabSz="914400" rtl="0" eaLnBrk="1" latinLnBrk="0" hangingPunct="1">
              <a:spcBef>
                <a:spcPct val="0"/>
              </a:spcBef>
              <a:defRPr sz="3600" kern="1200">
                <a:solidFill>
                  <a:schemeClr val="tx1"/>
                </a:solidFill>
                <a:effectLst>
                  <a:outerShdw blurRad="50800" dist="12700" dir="2700000" sx="100500" sy="100500" algn="tl" rotWithShape="0">
                    <a:prstClr val="black">
                      <a:alpha val="60000"/>
                    </a:prstClr>
                  </a:outerShdw>
                </a:effectLst>
                <a:latin typeface="+mj-lt"/>
                <a:ea typeface="+mj-ea"/>
                <a:cs typeface="+mj-cs"/>
              </a:defRPr>
            </a:lvl1pPr>
          </a:lstStyle>
          <a:p>
            <a:fld id="{F6A55269-5060-4E6E-8CF2-FB3BD356AC5A}" type="slidenum">
              <a:rPr lang="en-AU" smtClean="0"/>
              <a:t>‹#›</a:t>
            </a:fld>
            <a:endParaRPr lang="en-A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pic>
        <p:nvPicPr>
          <p:cNvPr id="8" name="Picture 7" descr="Overlay-FullBackground.jpg"/>
          <p:cNvPicPr>
            <a:picLocks noChangeAspect="1"/>
          </p:cNvPicPr>
          <p:nvPr/>
        </p:nvPicPr>
        <p:blipFill>
          <a:blip r:embed="rId2"/>
          <a:stretch>
            <a:fillRect/>
          </a:stretch>
        </p:blipFill>
        <p:spPr>
          <a:xfrm>
            <a:off x="0" y="4482"/>
            <a:ext cx="9144000" cy="6858000"/>
          </a:xfrm>
          <a:prstGeom prst="rect">
            <a:avLst/>
          </a:prstGeom>
          <a:noFill/>
          <a:ln>
            <a:noFill/>
          </a:ln>
        </p:spPr>
      </p:pic>
      <p:sp>
        <p:nvSpPr>
          <p:cNvPr id="2" name="Title 1"/>
          <p:cNvSpPr>
            <a:spLocks noGrp="1"/>
          </p:cNvSpPr>
          <p:nvPr>
            <p:ph type="title"/>
          </p:nvPr>
        </p:nvSpPr>
        <p:spPr>
          <a:xfrm>
            <a:off x="762000" y="4038600"/>
            <a:ext cx="7620000" cy="990600"/>
          </a:xfrm>
        </p:spPr>
        <p:txBody>
          <a:bodyPr vert="horz" lIns="91440" tIns="45720" rIns="91440" bIns="45720" rtlCol="0" anchor="b" anchorCtr="0">
            <a:normAutofit/>
          </a:bodyPr>
          <a:lstStyle>
            <a:lvl1pPr algn="ctr">
              <a:defRPr sz="3600" kern="1200">
                <a:solidFill>
                  <a:schemeClr val="bg2"/>
                </a:solidFill>
                <a:effectLst>
                  <a:outerShdw blurRad="63500" dir="2700000" algn="tl" rotWithShape="0">
                    <a:schemeClr val="tx1">
                      <a:alpha val="40000"/>
                    </a:schemeClr>
                  </a:outerShdw>
                </a:effectLst>
                <a:latin typeface="+mj-lt"/>
                <a:ea typeface="+mn-ea"/>
                <a:cs typeface="+mn-cs"/>
              </a:defRPr>
            </a:lvl1pPr>
          </a:lstStyle>
          <a:p>
            <a:pPr marL="0" lvl="0" indent="0" algn="l" defTabSz="914400" rtl="0" eaLnBrk="1" latinLnBrk="0" hangingPunct="1">
              <a:spcBef>
                <a:spcPts val="2000"/>
              </a:spcBef>
              <a:buFont typeface="Calisto MT" pitchFamily="18" charset="0"/>
              <a:buNone/>
            </a:pPr>
            <a:r>
              <a:rPr lang="en-AU"/>
              <a:t>Click to edit Master title style</a:t>
            </a:r>
            <a:endParaRPr/>
          </a:p>
        </p:txBody>
      </p:sp>
      <p:sp>
        <p:nvSpPr>
          <p:cNvPr id="3" name="Picture Placeholder 2"/>
          <p:cNvSpPr>
            <a:spLocks noGrp="1"/>
          </p:cNvSpPr>
          <p:nvPr>
            <p:ph type="pic" idx="1"/>
          </p:nvPr>
        </p:nvSpPr>
        <p:spPr>
          <a:xfrm>
            <a:off x="342900" y="265176"/>
            <a:ext cx="8458200" cy="3697224"/>
          </a:xfrm>
          <a:solidFill>
            <a:schemeClr val="tx1">
              <a:lumMod val="50000"/>
            </a:schemeClr>
          </a:solidFill>
          <a:effectLst>
            <a:outerShdw blurRad="50800" dir="2700000" algn="tl" rotWithShape="0">
              <a:schemeClr val="tx1">
                <a:alpha val="40000"/>
              </a:schemeClr>
            </a:outerShdw>
          </a:effectLst>
        </p:spPr>
        <p:txBody>
          <a:bodyPr vert="horz" lIns="91440" tIns="45720" rIns="91440" bIns="45720" rtlCol="0">
            <a:normAutofit/>
          </a:bodyPr>
          <a:lstStyle>
            <a:lvl1pPr marL="0" indent="0" algn="ctr" defTabSz="914400" rtl="0" eaLnBrk="1" latinLnBrk="0" hangingPunct="1">
              <a:spcBef>
                <a:spcPts val="2000"/>
              </a:spcBef>
              <a:buFont typeface="Calisto MT" pitchFamily="18" charset="0"/>
              <a:buNone/>
              <a:defRPr sz="2400" kern="1200">
                <a:solidFill>
                  <a:schemeClr val="bg2"/>
                </a:solidFill>
                <a:effectLst>
                  <a:outerShdw blurRad="63500" dir="2700000" algn="tl" rotWithShape="0">
                    <a:schemeClr val="tx1">
                      <a:alpha val="40000"/>
                    </a:schemeClr>
                  </a:outerShdw>
                </a:effectLst>
                <a:latin typeface="+mn-lt"/>
                <a:ea typeface="+mn-ea"/>
                <a:cs typeface="+mn-cs"/>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AU"/>
              <a:t>Drag picture to placeholder or click icon to add</a:t>
            </a:r>
            <a:endParaRPr/>
          </a:p>
        </p:txBody>
      </p:sp>
      <p:sp>
        <p:nvSpPr>
          <p:cNvPr id="4" name="Text Placeholder 3"/>
          <p:cNvSpPr>
            <a:spLocks noGrp="1"/>
          </p:cNvSpPr>
          <p:nvPr>
            <p:ph type="body" sz="half" idx="2"/>
          </p:nvPr>
        </p:nvSpPr>
        <p:spPr>
          <a:xfrm>
            <a:off x="762000" y="5042647"/>
            <a:ext cx="7620000" cy="1129553"/>
          </a:xfrm>
        </p:spPr>
        <p:txBody>
          <a:bodyPr>
            <a:normAutofit/>
          </a:bodyPr>
          <a:lstStyle>
            <a:lvl1pPr marL="0" indent="0" algn="ctr">
              <a:lnSpc>
                <a:spcPct val="110000"/>
              </a:lnSpc>
              <a:spcBef>
                <a:spcPts val="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a:t>Click to edit Master text styles</a:t>
            </a:r>
          </a:p>
        </p:txBody>
      </p:sp>
      <p:sp>
        <p:nvSpPr>
          <p:cNvPr id="5" name="Date Placeholder 4"/>
          <p:cNvSpPr>
            <a:spLocks noGrp="1"/>
          </p:cNvSpPr>
          <p:nvPr>
            <p:ph type="dt" sz="half" idx="10"/>
          </p:nvPr>
        </p:nvSpPr>
        <p:spPr/>
        <p:txBody>
          <a:bodyPr/>
          <a:lstStyle/>
          <a:p>
            <a:fld id="{1341A7F2-05ED-4F93-8AC2-ABAE967C08CA}" type="datetimeFigureOut">
              <a:rPr lang="en-AU" smtClean="0"/>
              <a:t>9/11/19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F6A55269-5060-4E6E-8CF2-FB3BD356AC5A}" type="slidenum">
              <a:rPr lang="en-AU" smtClean="0"/>
              <a:t>‹#›</a:t>
            </a:fld>
            <a:endParaRPr lang="en-AU"/>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losing">
    <p:spTree>
      <p:nvGrpSpPr>
        <p:cNvPr id="1" name=""/>
        <p:cNvGrpSpPr/>
        <p:nvPr/>
      </p:nvGrpSpPr>
      <p:grpSpPr>
        <a:xfrm>
          <a:off x="0" y="0"/>
          <a:ext cx="0" cy="0"/>
          <a:chOff x="0" y="0"/>
          <a:chExt cx="0" cy="0"/>
        </a:xfrm>
      </p:grpSpPr>
      <p:sp>
        <p:nvSpPr>
          <p:cNvPr id="3" name="Date Placeholder 2"/>
          <p:cNvSpPr>
            <a:spLocks noGrp="1"/>
          </p:cNvSpPr>
          <p:nvPr>
            <p:ph type="dt" sz="half" idx="10"/>
          </p:nvPr>
        </p:nvSpPr>
        <p:spPr>
          <a:effectLst>
            <a:outerShdw blurRad="50800" dist="38100" dir="2700000" algn="tl" rotWithShape="0">
              <a:prstClr val="black">
                <a:alpha val="40000"/>
              </a:prstClr>
            </a:outerShdw>
          </a:effectLst>
        </p:spPr>
        <p:txBody>
          <a:bodyPr/>
          <a:lstStyle>
            <a:lvl1pPr>
              <a:defRPr>
                <a:solidFill>
                  <a:schemeClr val="tx1"/>
                </a:solidFill>
                <a:effectLst>
                  <a:outerShdw blurRad="38100" dist="12700" dir="2700000" algn="tl" rotWithShape="0">
                    <a:prstClr val="black">
                      <a:alpha val="60000"/>
                    </a:prstClr>
                  </a:outerShdw>
                </a:effectLst>
              </a:defRPr>
            </a:lvl1pPr>
          </a:lstStyle>
          <a:p>
            <a:fld id="{1341A7F2-05ED-4F93-8AC2-ABAE967C08CA}" type="datetimeFigureOut">
              <a:rPr lang="en-AU" smtClean="0"/>
              <a:t>9/11/19</a:t>
            </a:fld>
            <a:endParaRPr lang="en-AU"/>
          </a:p>
        </p:txBody>
      </p:sp>
      <p:sp>
        <p:nvSpPr>
          <p:cNvPr id="4" name="Footer Placeholder 3"/>
          <p:cNvSpPr>
            <a:spLocks noGrp="1"/>
          </p:cNvSpPr>
          <p:nvPr>
            <p:ph type="ftr" sz="quarter" idx="11"/>
          </p:nvPr>
        </p:nvSpPr>
        <p:spPr>
          <a:effectLst>
            <a:outerShdw blurRad="50800" dist="38100" dir="2700000" algn="tl" rotWithShape="0">
              <a:prstClr val="black">
                <a:alpha val="40000"/>
              </a:prstClr>
            </a:outerShdw>
          </a:effectLst>
        </p:spPr>
        <p:txBody>
          <a:bodyPr/>
          <a:lstStyle>
            <a:lvl1pPr>
              <a:defRPr>
                <a:solidFill>
                  <a:schemeClr val="tx1"/>
                </a:solidFill>
                <a:effectLst>
                  <a:outerShdw blurRad="38100" dist="12700" dir="2700000" algn="tl" rotWithShape="0">
                    <a:prstClr val="black">
                      <a:alpha val="60000"/>
                    </a:prstClr>
                  </a:outerShdw>
                </a:effectLst>
              </a:defRPr>
            </a:lvl1pPr>
          </a:lstStyle>
          <a:p>
            <a:endParaRPr lang="en-AU"/>
          </a:p>
        </p:txBody>
      </p:sp>
      <p:sp>
        <p:nvSpPr>
          <p:cNvPr id="5" name="Slide Number Placeholder 4"/>
          <p:cNvSpPr>
            <a:spLocks noGrp="1"/>
          </p:cNvSpPr>
          <p:nvPr>
            <p:ph type="sldNum" sz="quarter" idx="12"/>
          </p:nvPr>
        </p:nvSpPr>
        <p:spPr>
          <a:effectLst>
            <a:outerShdw blurRad="50800" dist="38100" dir="2700000" algn="tl" rotWithShape="0">
              <a:prstClr val="black">
                <a:alpha val="40000"/>
              </a:prstClr>
            </a:outerShdw>
          </a:effectLst>
        </p:spPr>
        <p:txBody>
          <a:bodyPr/>
          <a:lstStyle>
            <a:lvl1pPr>
              <a:defRPr>
                <a:solidFill>
                  <a:schemeClr val="tx1"/>
                </a:solidFill>
                <a:effectLst>
                  <a:outerShdw blurRad="38100" dist="12700" dir="2700000" algn="tl" rotWithShape="0">
                    <a:prstClr val="black">
                      <a:alpha val="60000"/>
                    </a:prstClr>
                  </a:outerShdw>
                </a:effectLst>
              </a:defRPr>
            </a:lvl1pPr>
          </a:lstStyle>
          <a:p>
            <a:fld id="{F6A55269-5060-4E6E-8CF2-FB3BD356AC5A}" type="slidenum">
              <a:rPr lang="en-AU" smtClean="0"/>
              <a:t>‹#›</a:t>
            </a:fld>
            <a:endParaRPr lang="en-AU"/>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overlay-ruleShadow.png"/>
          <p:cNvPicPr>
            <a:picLocks noChangeAspect="1"/>
          </p:cNvPicPr>
          <p:nvPr/>
        </p:nvPicPr>
        <p:blipFill>
          <a:blip r:embed="rId2"/>
          <a:stretch>
            <a:fillRect/>
          </a:stretch>
        </p:blipFill>
        <p:spPr>
          <a:xfrm>
            <a:off x="0" y="1307592"/>
            <a:ext cx="9144000" cy="125016"/>
          </a:xfrm>
          <a:prstGeom prst="rect">
            <a:avLst/>
          </a:prstGeom>
        </p:spPr>
      </p:pic>
      <p:pic>
        <p:nvPicPr>
          <p:cNvPr id="8" name="Picture 7" descr="Overlay-FullBackground.jpg"/>
          <p:cNvPicPr>
            <a:picLocks noChangeAspect="1"/>
          </p:cNvPicPr>
          <p:nvPr/>
        </p:nvPicPr>
        <p:blipFill>
          <a:blip r:embed="rId3"/>
          <a:srcRect t="23333"/>
          <a:stretch>
            <a:fillRect/>
          </a:stretch>
        </p:blipFill>
        <p:spPr>
          <a:xfrm>
            <a:off x="0" y="1425388"/>
            <a:ext cx="9144000" cy="5432612"/>
          </a:xfrm>
          <a:prstGeom prst="rect">
            <a:avLst/>
          </a:prstGeom>
        </p:spPr>
      </p:pic>
      <p:sp>
        <p:nvSpPr>
          <p:cNvPr id="2" name="Title 1"/>
          <p:cNvSpPr>
            <a:spLocks noGrp="1"/>
          </p:cNvSpPr>
          <p:nvPr>
            <p:ph type="title"/>
          </p:nvPr>
        </p:nvSpPr>
        <p:spPr/>
        <p:txBody>
          <a:bodyPr/>
          <a:lstStyle/>
          <a:p>
            <a:r>
              <a:rPr lang="en-AU"/>
              <a:t>Click to edit Master title style</a:t>
            </a:r>
            <a:endParaRPr/>
          </a:p>
        </p:txBody>
      </p:sp>
      <p:sp>
        <p:nvSpPr>
          <p:cNvPr id="3" name="Vertical Text Placeholder 2"/>
          <p:cNvSpPr>
            <a:spLocks noGrp="1"/>
          </p:cNvSpPr>
          <p:nvPr>
            <p:ph type="body" orient="vert" idx="1"/>
          </p:nvPr>
        </p:nvSpPr>
        <p:spPr/>
        <p:txBody>
          <a:bodyPr vert="eaVert"/>
          <a:lstStyle>
            <a:lvl5pPr>
              <a:defRPr/>
            </a:lvl5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dirty="0"/>
          </a:p>
        </p:txBody>
      </p:sp>
      <p:sp>
        <p:nvSpPr>
          <p:cNvPr id="4" name="Date Placeholder 3"/>
          <p:cNvSpPr>
            <a:spLocks noGrp="1"/>
          </p:cNvSpPr>
          <p:nvPr>
            <p:ph type="dt" sz="half" idx="10"/>
          </p:nvPr>
        </p:nvSpPr>
        <p:spPr/>
        <p:txBody>
          <a:bodyPr/>
          <a:lstStyle/>
          <a:p>
            <a:fld id="{1341A7F2-05ED-4F93-8AC2-ABAE967C08CA}" type="datetimeFigureOut">
              <a:rPr lang="en-AU" smtClean="0"/>
              <a:t>9/11/19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F6A55269-5060-4E6E-8CF2-FB3BD356AC5A}" type="slidenum">
              <a:rPr lang="en-AU" smtClean="0"/>
              <a:t>‹#›</a:t>
            </a:fld>
            <a:endParaRPr lang="en-AU"/>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Overlay-FullBackground.jpg"/>
          <p:cNvPicPr>
            <a:picLocks noChangeAspect="1"/>
          </p:cNvPicPr>
          <p:nvPr/>
        </p:nvPicPr>
        <p:blipFill>
          <a:blip r:embed="rId2"/>
          <a:srcRect r="14719"/>
          <a:stretch>
            <a:fillRect/>
          </a:stretch>
        </p:blipFill>
        <p:spPr>
          <a:xfrm>
            <a:off x="0" y="4482"/>
            <a:ext cx="7798112" cy="6858000"/>
          </a:xfrm>
          <a:prstGeom prst="rect">
            <a:avLst/>
          </a:prstGeom>
          <a:noFill/>
          <a:ln>
            <a:noFill/>
          </a:ln>
        </p:spPr>
      </p:pic>
      <p:sp>
        <p:nvSpPr>
          <p:cNvPr id="2" name="Vertical Title 1"/>
          <p:cNvSpPr>
            <a:spLocks noGrp="1"/>
          </p:cNvSpPr>
          <p:nvPr>
            <p:ph type="title" orient="vert"/>
          </p:nvPr>
        </p:nvSpPr>
        <p:spPr>
          <a:xfrm>
            <a:off x="7848600" y="457200"/>
            <a:ext cx="1219200" cy="5668963"/>
          </a:xfrm>
        </p:spPr>
        <p:txBody>
          <a:bodyPr vert="eaVert">
            <a:normAutofit/>
          </a:bodyPr>
          <a:lstStyle/>
          <a:p>
            <a:r>
              <a:rPr lang="en-AU"/>
              <a:t>Click to edit Master title style</a:t>
            </a:r>
            <a:endParaRPr/>
          </a:p>
        </p:txBody>
      </p:sp>
      <p:sp>
        <p:nvSpPr>
          <p:cNvPr id="3" name="Vertical Text Placeholder 2"/>
          <p:cNvSpPr>
            <a:spLocks noGrp="1"/>
          </p:cNvSpPr>
          <p:nvPr>
            <p:ph type="body" orient="vert" idx="1"/>
          </p:nvPr>
        </p:nvSpPr>
        <p:spPr>
          <a:xfrm>
            <a:off x="779462" y="457200"/>
            <a:ext cx="6383337" cy="5668963"/>
          </a:xfrm>
        </p:spPr>
        <p:txBody>
          <a:bodyPr vert="eaVert"/>
          <a:lstStyle>
            <a:lvl5pPr>
              <a:defRPr/>
            </a:lvl5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dirty="0"/>
          </a:p>
        </p:txBody>
      </p:sp>
      <p:sp>
        <p:nvSpPr>
          <p:cNvPr id="4" name="Date Placeholder 3"/>
          <p:cNvSpPr>
            <a:spLocks noGrp="1"/>
          </p:cNvSpPr>
          <p:nvPr>
            <p:ph type="dt" sz="half" idx="10"/>
          </p:nvPr>
        </p:nvSpPr>
        <p:spPr>
          <a:xfrm>
            <a:off x="7924800" y="6356350"/>
            <a:ext cx="1066800" cy="365125"/>
          </a:xfrm>
          <a:effectLst>
            <a:outerShdw blurRad="50800" dist="38100" dir="2700000" algn="tl" rotWithShape="0">
              <a:prstClr val="black">
                <a:alpha val="40000"/>
              </a:prstClr>
            </a:outerShdw>
          </a:effectLst>
        </p:spPr>
        <p:txBody>
          <a:bodyPr vert="horz" lIns="91440" tIns="45720" rIns="91440" bIns="45720" rtlCol="0" anchor="ctr"/>
          <a:lstStyle>
            <a:lvl1pPr marL="0" algn="r" defTabSz="914400" rtl="0" eaLnBrk="1" latinLnBrk="0" hangingPunct="1">
              <a:defRPr sz="1200" kern="1200">
                <a:solidFill>
                  <a:schemeClr val="tx1"/>
                </a:solidFill>
                <a:effectLst>
                  <a:outerShdw blurRad="38100" dist="12700" dir="2700000" algn="tl" rotWithShape="0">
                    <a:prstClr val="black">
                      <a:alpha val="60000"/>
                    </a:prstClr>
                  </a:outerShdw>
                </a:effectLst>
                <a:latin typeface="+mn-lt"/>
                <a:ea typeface="+mn-ea"/>
                <a:cs typeface="+mn-cs"/>
              </a:defRPr>
            </a:lvl1pPr>
          </a:lstStyle>
          <a:p>
            <a:fld id="{1341A7F2-05ED-4F93-8AC2-ABAE967C08CA}" type="datetimeFigureOut">
              <a:rPr lang="en-AU" smtClean="0"/>
              <a:t>9/11/19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F6A55269-5060-4E6E-8CF2-FB3BD356AC5A}" type="slidenum">
              <a:rPr lang="en-AU" smtClean="0"/>
              <a:t>‹#›</a:t>
            </a:fld>
            <a:endParaRPr lang="en-AU"/>
          </a:p>
        </p:txBody>
      </p:sp>
      <p:pic>
        <p:nvPicPr>
          <p:cNvPr id="10" name="Picture 9" descr="overlay-ruleShadow.png"/>
          <p:cNvPicPr>
            <a:picLocks noChangeAspect="1"/>
          </p:cNvPicPr>
          <p:nvPr/>
        </p:nvPicPr>
        <p:blipFill>
          <a:blip r:embed="rId3"/>
          <a:srcRect r="25031"/>
          <a:stretch>
            <a:fillRect/>
          </a:stretch>
        </p:blipFill>
        <p:spPr>
          <a:xfrm rot="5400000" flipH="1">
            <a:off x="4421262" y="3365075"/>
            <a:ext cx="6855164" cy="125016"/>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79463" y="62753"/>
            <a:ext cx="7583488" cy="1283167"/>
          </a:xfrm>
          <a:prstGeom prst="rect">
            <a:avLst/>
          </a:prstGeom>
        </p:spPr>
        <p:txBody>
          <a:bodyPr vert="horz" lIns="91440" tIns="45720" rIns="91440" bIns="45720" rtlCol="0" anchor="ctr">
            <a:noAutofit/>
          </a:bodyPr>
          <a:lstStyle/>
          <a:p>
            <a:r>
              <a:rPr lang="en-AU"/>
              <a:t>Click to edit Master title style</a:t>
            </a:r>
            <a:endParaRPr/>
          </a:p>
        </p:txBody>
      </p:sp>
      <p:sp>
        <p:nvSpPr>
          <p:cNvPr id="3" name="Text Placeholder 2"/>
          <p:cNvSpPr>
            <a:spLocks noGrp="1"/>
          </p:cNvSpPr>
          <p:nvPr>
            <p:ph type="body" idx="1"/>
          </p:nvPr>
        </p:nvSpPr>
        <p:spPr>
          <a:xfrm>
            <a:off x="779463" y="1828800"/>
            <a:ext cx="7583488" cy="4297363"/>
          </a:xfrm>
          <a:prstGeom prst="rect">
            <a:avLst/>
          </a:prstGeom>
        </p:spPr>
        <p:txBody>
          <a:bodyPr vert="horz" lIns="91440" tIns="45720" rIns="91440" bIns="45720" rtlCol="0">
            <a:normAutofit/>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dirty="0"/>
          </a:p>
        </p:txBody>
      </p:sp>
      <p:sp>
        <p:nvSpPr>
          <p:cNvPr id="4" name="Date Placeholder 3"/>
          <p:cNvSpPr>
            <a:spLocks noGrp="1"/>
          </p:cNvSpPr>
          <p:nvPr>
            <p:ph type="dt" sz="half" idx="2"/>
          </p:nvPr>
        </p:nvSpPr>
        <p:spPr>
          <a:xfrm>
            <a:off x="6732494" y="6356350"/>
            <a:ext cx="2133600" cy="365125"/>
          </a:xfrm>
          <a:prstGeom prst="rect">
            <a:avLst/>
          </a:prstGeom>
        </p:spPr>
        <p:txBody>
          <a:bodyPr vert="horz" lIns="91440" tIns="45720" rIns="91440" bIns="45720" rtlCol="0" anchor="ctr"/>
          <a:lstStyle>
            <a:lvl1pPr algn="r">
              <a:defRPr sz="1200">
                <a:solidFill>
                  <a:schemeClr val="bg2"/>
                </a:solidFill>
                <a:effectLst>
                  <a:outerShdw blurRad="63500" dir="2700000" algn="tl" rotWithShape="0">
                    <a:schemeClr val="tx1">
                      <a:alpha val="40000"/>
                    </a:schemeClr>
                  </a:outerShdw>
                </a:effectLst>
              </a:defRPr>
            </a:lvl1pPr>
          </a:lstStyle>
          <a:p>
            <a:fld id="{1341A7F2-05ED-4F93-8AC2-ABAE967C08CA}" type="datetimeFigureOut">
              <a:rPr lang="en-AU" smtClean="0"/>
              <a:t>9/11/19</a:t>
            </a:fld>
            <a:endParaRPr lang="en-AU"/>
          </a:p>
        </p:txBody>
      </p:sp>
      <p:sp>
        <p:nvSpPr>
          <p:cNvPr id="5" name="Footer Placeholder 4"/>
          <p:cNvSpPr>
            <a:spLocks noGrp="1"/>
          </p:cNvSpPr>
          <p:nvPr>
            <p:ph type="ftr" sz="quarter" idx="3"/>
          </p:nvPr>
        </p:nvSpPr>
        <p:spPr>
          <a:xfrm>
            <a:off x="242047" y="6356350"/>
            <a:ext cx="2895600" cy="365125"/>
          </a:xfrm>
          <a:prstGeom prst="rect">
            <a:avLst/>
          </a:prstGeom>
        </p:spPr>
        <p:txBody>
          <a:bodyPr vert="horz" lIns="91440" tIns="45720" rIns="91440" bIns="45720" rtlCol="0" anchor="ctr"/>
          <a:lstStyle>
            <a:lvl1pPr algn="l">
              <a:defRPr sz="1200">
                <a:solidFill>
                  <a:schemeClr val="bg2"/>
                </a:solidFill>
                <a:effectLst>
                  <a:outerShdw blurRad="63500" dir="2700000" algn="tl" rotWithShape="0">
                    <a:schemeClr val="tx1">
                      <a:alpha val="40000"/>
                    </a:schemeClr>
                  </a:outerShdw>
                </a:effectLst>
              </a:defRPr>
            </a:lvl1pPr>
          </a:lstStyle>
          <a:p>
            <a:endParaRPr lang="en-AU"/>
          </a:p>
        </p:txBody>
      </p:sp>
      <p:sp>
        <p:nvSpPr>
          <p:cNvPr id="6" name="Slide Number Placeholder 5"/>
          <p:cNvSpPr>
            <a:spLocks noGrp="1"/>
          </p:cNvSpPr>
          <p:nvPr>
            <p:ph type="sldNum" sz="quarter" idx="4"/>
          </p:nvPr>
        </p:nvSpPr>
        <p:spPr>
          <a:xfrm>
            <a:off x="4267200" y="6356350"/>
            <a:ext cx="609600" cy="365125"/>
          </a:xfrm>
          <a:prstGeom prst="rect">
            <a:avLst/>
          </a:prstGeom>
        </p:spPr>
        <p:txBody>
          <a:bodyPr vert="horz" lIns="91440" tIns="45720" rIns="91440" bIns="45720" rtlCol="0" anchor="ctr"/>
          <a:lstStyle>
            <a:lvl1pPr algn="ctr">
              <a:defRPr sz="1200">
                <a:solidFill>
                  <a:schemeClr val="bg2"/>
                </a:solidFill>
                <a:effectLst>
                  <a:outerShdw blurRad="63500" dir="2700000" algn="tl" rotWithShape="0">
                    <a:schemeClr val="tx1">
                      <a:alpha val="40000"/>
                    </a:schemeClr>
                  </a:outerShdw>
                </a:effectLst>
              </a:defRPr>
            </a:lvl1pPr>
          </a:lstStyle>
          <a:p>
            <a:fld id="{F6A55269-5060-4E6E-8CF2-FB3BD356AC5A}" type="slidenum">
              <a:rPr lang="en-AU" smtClean="0"/>
              <a:t>‹#›</a:t>
            </a:fld>
            <a:endParaRPr lang="en-AU"/>
          </a:p>
        </p:txBody>
      </p:sp>
    </p:spTree>
  </p:cSld>
  <p:clrMap bg1="dk1" tx1="lt1" bg2="dk2" tx2="lt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 id="2147483728" r:id="rId13"/>
    <p:sldLayoutId id="2147483729" r:id="rId14"/>
  </p:sldLayoutIdLst>
  <p:txStyles>
    <p:titleStyle>
      <a:lvl1pPr algn="ctr" defTabSz="914400" rtl="0" eaLnBrk="1" latinLnBrk="0" hangingPunct="1">
        <a:spcBef>
          <a:spcPct val="0"/>
        </a:spcBef>
        <a:buNone/>
        <a:defRPr sz="4800" kern="1200">
          <a:solidFill>
            <a:schemeClr val="tx1"/>
          </a:solidFill>
          <a:effectLst>
            <a:outerShdw blurRad="50800" dist="12700" dir="2700000" sx="100500" sy="100500" algn="tl" rotWithShape="0">
              <a:prstClr val="black">
                <a:alpha val="60000"/>
              </a:prstClr>
            </a:outerShdw>
          </a:effectLst>
          <a:latin typeface="+mj-lt"/>
          <a:ea typeface="+mj-ea"/>
          <a:cs typeface="+mj-cs"/>
        </a:defRPr>
      </a:lvl1pPr>
    </p:titleStyle>
    <p:bodyStyle>
      <a:lvl1pPr marL="282575" indent="-282575" algn="l" defTabSz="914400" rtl="0" eaLnBrk="1" latinLnBrk="0" hangingPunct="1">
        <a:spcBef>
          <a:spcPts val="2000"/>
        </a:spcBef>
        <a:buFont typeface="Calisto MT" pitchFamily="18" charset="0"/>
        <a:buChar char="•"/>
        <a:defRPr sz="2400" kern="1200">
          <a:solidFill>
            <a:schemeClr val="bg2"/>
          </a:solidFill>
          <a:effectLst>
            <a:outerShdw blurRad="63500" dir="2700000" algn="tl" rotWithShape="0">
              <a:schemeClr val="tx1">
                <a:alpha val="40000"/>
              </a:schemeClr>
            </a:outerShdw>
          </a:effectLst>
          <a:latin typeface="+mn-lt"/>
          <a:ea typeface="+mn-ea"/>
          <a:cs typeface="+mn-cs"/>
        </a:defRPr>
      </a:lvl1pPr>
      <a:lvl2pPr marL="577850" indent="-295275" algn="l" defTabSz="914400" rtl="0" eaLnBrk="1" latinLnBrk="0" hangingPunct="1">
        <a:spcBef>
          <a:spcPts val="600"/>
        </a:spcBef>
        <a:buClr>
          <a:schemeClr val="bg2">
            <a:lumMod val="60000"/>
            <a:lumOff val="40000"/>
          </a:schemeClr>
        </a:buClr>
        <a:buFont typeface="Calisto MT" pitchFamily="18" charset="0"/>
        <a:buChar char="•"/>
        <a:defRPr sz="2200" kern="1200">
          <a:solidFill>
            <a:schemeClr val="bg2"/>
          </a:solidFill>
          <a:effectLst>
            <a:outerShdw blurRad="63500" dir="2700000" algn="tl" rotWithShape="0">
              <a:schemeClr val="tx1">
                <a:alpha val="40000"/>
              </a:schemeClr>
            </a:outerShdw>
          </a:effectLst>
          <a:latin typeface="+mn-lt"/>
          <a:ea typeface="+mn-ea"/>
          <a:cs typeface="+mn-cs"/>
        </a:defRPr>
      </a:lvl2pPr>
      <a:lvl3pPr marL="860425" indent="-282575" algn="l" defTabSz="914400" rtl="0" eaLnBrk="1" latinLnBrk="0" hangingPunct="1">
        <a:spcBef>
          <a:spcPts val="600"/>
        </a:spcBef>
        <a:buFont typeface="Calisto MT" pitchFamily="18" charset="0"/>
        <a:buChar char="•"/>
        <a:defRPr sz="2000" kern="1200">
          <a:solidFill>
            <a:schemeClr val="bg2"/>
          </a:solidFill>
          <a:effectLst>
            <a:outerShdw blurRad="63500" dir="2700000" algn="tl" rotWithShape="0">
              <a:schemeClr val="tx1">
                <a:alpha val="40000"/>
              </a:schemeClr>
            </a:outerShdw>
          </a:effectLst>
          <a:latin typeface="+mn-lt"/>
          <a:ea typeface="+mn-ea"/>
          <a:cs typeface="+mn-cs"/>
        </a:defRPr>
      </a:lvl3pPr>
      <a:lvl4pPr marL="1143000" indent="-282575" algn="l" defTabSz="914400" rtl="0" eaLnBrk="1" latinLnBrk="0" hangingPunct="1">
        <a:spcBef>
          <a:spcPts val="600"/>
        </a:spcBef>
        <a:buClr>
          <a:schemeClr val="bg2">
            <a:lumMod val="60000"/>
            <a:lumOff val="40000"/>
          </a:schemeClr>
        </a:buClr>
        <a:buFont typeface="Calisto MT" pitchFamily="18" charset="0"/>
        <a:buChar char="•"/>
        <a:defRPr sz="1800" kern="1200">
          <a:solidFill>
            <a:schemeClr val="bg2"/>
          </a:solidFill>
          <a:effectLst>
            <a:outerShdw blurRad="63500" dir="2700000" algn="tl" rotWithShape="0">
              <a:schemeClr val="tx1">
                <a:alpha val="40000"/>
              </a:schemeClr>
            </a:outerShdw>
          </a:effectLst>
          <a:latin typeface="+mn-lt"/>
          <a:ea typeface="+mn-ea"/>
          <a:cs typeface="+mn-cs"/>
        </a:defRPr>
      </a:lvl4pPr>
      <a:lvl5pPr marL="1425575" indent="-282575" algn="l" defTabSz="914400" rtl="0" eaLnBrk="1" latinLnBrk="0" hangingPunct="1">
        <a:spcBef>
          <a:spcPts val="600"/>
        </a:spcBef>
        <a:buFont typeface="Calisto MT" pitchFamily="18" charset="0"/>
        <a:buChar char="•"/>
        <a:defRPr sz="1800" kern="1200">
          <a:solidFill>
            <a:schemeClr val="bg2"/>
          </a:solidFill>
          <a:effectLst>
            <a:outerShdw blurRad="63500" dir="2700000" algn="tl" rotWithShape="0">
              <a:schemeClr val="tx1">
                <a:alpha val="40000"/>
              </a:schemeClr>
            </a:outerShdw>
          </a:effectLst>
          <a:latin typeface="+mn-lt"/>
          <a:ea typeface="+mn-ea"/>
          <a:cs typeface="+mn-cs"/>
        </a:defRPr>
      </a:lvl5pPr>
      <a:lvl6pPr marL="1711325" indent="-280988" algn="l" defTabSz="914400" rtl="0" eaLnBrk="1" latinLnBrk="0" hangingPunct="1">
        <a:spcBef>
          <a:spcPct val="20000"/>
        </a:spcBef>
        <a:buClr>
          <a:schemeClr val="bg2">
            <a:lumMod val="60000"/>
            <a:lumOff val="40000"/>
          </a:schemeClr>
        </a:buClr>
        <a:buFont typeface="Arial" pitchFamily="34" charset="0"/>
        <a:buChar char="•"/>
        <a:defRPr lang="en-US" sz="1800" kern="1200" dirty="0" smtClean="0">
          <a:solidFill>
            <a:schemeClr val="bg2"/>
          </a:solidFill>
          <a:effectLst>
            <a:outerShdw blurRad="63500" dir="2700000" algn="tl" rotWithShape="0">
              <a:schemeClr val="tx1">
                <a:alpha val="40000"/>
              </a:schemeClr>
            </a:outerShdw>
          </a:effectLst>
          <a:latin typeface="+mn-lt"/>
          <a:ea typeface="+mn-ea"/>
          <a:cs typeface="+mn-cs"/>
        </a:defRPr>
      </a:lvl6pPr>
      <a:lvl7pPr marL="2000250" indent="-280988" algn="l" defTabSz="914400" rtl="0" eaLnBrk="1" latinLnBrk="0" hangingPunct="1">
        <a:spcBef>
          <a:spcPct val="20000"/>
        </a:spcBef>
        <a:buFont typeface="Arial" pitchFamily="34" charset="0"/>
        <a:buChar char="•"/>
        <a:defRPr lang="en-US" sz="1800" kern="1200" dirty="0" smtClean="0">
          <a:solidFill>
            <a:schemeClr val="bg2"/>
          </a:solidFill>
          <a:effectLst>
            <a:outerShdw blurRad="63500" dir="2700000" algn="tl" rotWithShape="0">
              <a:schemeClr val="tx1">
                <a:alpha val="40000"/>
              </a:schemeClr>
            </a:outerShdw>
          </a:effectLst>
          <a:latin typeface="+mn-lt"/>
          <a:ea typeface="+mn-ea"/>
          <a:cs typeface="+mn-cs"/>
        </a:defRPr>
      </a:lvl7pPr>
      <a:lvl8pPr marL="2290763" indent="-280988" algn="l" defTabSz="914400" rtl="0" eaLnBrk="1" latinLnBrk="0" hangingPunct="1">
        <a:spcBef>
          <a:spcPct val="20000"/>
        </a:spcBef>
        <a:buClr>
          <a:schemeClr val="bg2">
            <a:lumMod val="60000"/>
            <a:lumOff val="40000"/>
          </a:schemeClr>
        </a:buClr>
        <a:buFont typeface="Arial" pitchFamily="34" charset="0"/>
        <a:buChar char="•"/>
        <a:defRPr lang="en-US" sz="1800" kern="1200" dirty="0" smtClean="0">
          <a:solidFill>
            <a:schemeClr val="bg2"/>
          </a:solidFill>
          <a:effectLst>
            <a:outerShdw blurRad="63500" dir="2700000" algn="tl" rotWithShape="0">
              <a:schemeClr val="tx1">
                <a:alpha val="40000"/>
              </a:schemeClr>
            </a:outerShdw>
          </a:effectLst>
          <a:latin typeface="+mn-lt"/>
          <a:ea typeface="+mn-ea"/>
          <a:cs typeface="+mn-cs"/>
        </a:defRPr>
      </a:lvl8pPr>
      <a:lvl9pPr marL="2571750" indent="-280988" algn="l" defTabSz="914400" rtl="0" eaLnBrk="1" latinLnBrk="0" hangingPunct="1">
        <a:spcBef>
          <a:spcPct val="20000"/>
        </a:spcBef>
        <a:buFont typeface="Arial" pitchFamily="34" charset="0"/>
        <a:buChar char="•"/>
        <a:defRPr lang="en-US" sz="1800" kern="1200" dirty="0">
          <a:solidFill>
            <a:schemeClr val="bg2"/>
          </a:solidFill>
          <a:effectLst>
            <a:outerShdw blurRad="63500" dir="2700000" algn="tl" rotWithShape="0">
              <a:schemeClr val="tx1">
                <a:alpha val="40000"/>
              </a:schemeClr>
            </a:outerShdw>
          </a:effectLst>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a:t>Other </a:t>
            </a:r>
            <a:r>
              <a:rPr lang="en-AU" dirty="0" err="1"/>
              <a:t>Elasticities</a:t>
            </a:r>
            <a:endParaRPr lang="en-AU" dirty="0"/>
          </a:p>
        </p:txBody>
      </p:sp>
      <p:sp>
        <p:nvSpPr>
          <p:cNvPr id="3" name="Subtitle 2"/>
          <p:cNvSpPr>
            <a:spLocks noGrp="1"/>
          </p:cNvSpPr>
          <p:nvPr>
            <p:ph type="subTitle" idx="1"/>
          </p:nvPr>
        </p:nvSpPr>
        <p:spPr/>
        <p:txBody>
          <a:bodyPr/>
          <a:lstStyle/>
          <a:p>
            <a:r>
              <a:rPr lang="en-AU" dirty="0"/>
              <a:t>Mrs Reilly</a:t>
            </a:r>
          </a:p>
        </p:txBody>
      </p:sp>
    </p:spTree>
    <p:extLst>
      <p:ext uri="{BB962C8B-B14F-4D97-AF65-F5344CB8AC3E}">
        <p14:creationId xmlns:p14="http://schemas.microsoft.com/office/powerpoint/2010/main" val="42131621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Income Elasticity of Demand</a:t>
            </a:r>
          </a:p>
        </p:txBody>
      </p:sp>
      <p:sp>
        <p:nvSpPr>
          <p:cNvPr id="3" name="Content Placeholder 2"/>
          <p:cNvSpPr>
            <a:spLocks noGrp="1"/>
          </p:cNvSpPr>
          <p:nvPr>
            <p:ph idx="1"/>
          </p:nvPr>
        </p:nvSpPr>
        <p:spPr/>
        <p:txBody>
          <a:bodyPr>
            <a:normAutofit/>
          </a:bodyPr>
          <a:lstStyle/>
          <a:p>
            <a:r>
              <a:rPr lang="en-GB" dirty="0"/>
              <a:t>Income elasticity of demand measures the responsiveness of demand to a change in the overall spending power of consumers.  This is comparative to inflation (i.e. real incomes).</a:t>
            </a:r>
            <a:endParaRPr lang="en-AU" dirty="0"/>
          </a:p>
          <a:p>
            <a:pPr marL="0" indent="0">
              <a:buNone/>
            </a:pPr>
            <a:r>
              <a:rPr lang="en-GB" dirty="0"/>
              <a:t> </a:t>
            </a:r>
            <a:endParaRPr lang="en-AU" dirty="0"/>
          </a:p>
          <a:p>
            <a:pPr marL="0" indent="0">
              <a:buNone/>
            </a:pPr>
            <a:r>
              <a:rPr lang="en-GB" dirty="0"/>
              <a:t>Income elasticity is calculated by:-</a:t>
            </a:r>
            <a:endParaRPr lang="en-AU" dirty="0"/>
          </a:p>
          <a:p>
            <a:r>
              <a:rPr lang="en-GB" u="sng" dirty="0"/>
              <a:t>% change in quantity demanded</a:t>
            </a:r>
            <a:endParaRPr lang="en-AU" dirty="0"/>
          </a:p>
          <a:p>
            <a:r>
              <a:rPr lang="en-GB" dirty="0"/>
              <a:t>% change in real income</a:t>
            </a:r>
            <a:endParaRPr lang="en-AU" dirty="0"/>
          </a:p>
          <a:p>
            <a:endParaRPr lang="en-AU" dirty="0"/>
          </a:p>
        </p:txBody>
      </p:sp>
    </p:spTree>
    <p:extLst>
      <p:ext uri="{BB962C8B-B14F-4D97-AF65-F5344CB8AC3E}">
        <p14:creationId xmlns:p14="http://schemas.microsoft.com/office/powerpoint/2010/main" val="35063122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9463" y="188640"/>
            <a:ext cx="7583488" cy="1512168"/>
          </a:xfrm>
        </p:spPr>
        <p:txBody>
          <a:bodyPr>
            <a:normAutofit fontScale="90000"/>
          </a:bodyPr>
          <a:lstStyle/>
          <a:p>
            <a:r>
              <a:rPr lang="en-GB" b="1" dirty="0"/>
              <a:t>Classifying Income Elasticity</a:t>
            </a:r>
            <a:endParaRPr lang="en-AU" dirty="0"/>
          </a:p>
        </p:txBody>
      </p:sp>
      <p:sp>
        <p:nvSpPr>
          <p:cNvPr id="3" name="Content Placeholder 2"/>
          <p:cNvSpPr>
            <a:spLocks noGrp="1"/>
          </p:cNvSpPr>
          <p:nvPr>
            <p:ph idx="1"/>
          </p:nvPr>
        </p:nvSpPr>
        <p:spPr>
          <a:xfrm>
            <a:off x="457200" y="1268760"/>
            <a:ext cx="8435280" cy="5112568"/>
          </a:xfrm>
        </p:spPr>
        <p:txBody>
          <a:bodyPr>
            <a:noAutofit/>
          </a:bodyPr>
          <a:lstStyle/>
          <a:p>
            <a:r>
              <a:rPr lang="en-GB" sz="1800" b="1" dirty="0"/>
              <a:t>Normal Goods:</a:t>
            </a:r>
            <a:endParaRPr lang="en-AU" sz="1800" dirty="0"/>
          </a:p>
          <a:p>
            <a:pPr lvl="1"/>
            <a:r>
              <a:rPr lang="en-GB" sz="1800" dirty="0"/>
              <a:t>As real income increases the demand for normal goods will also increase.  This means that normal goods will have a positive income elasticity that is a low number. An example of a normal good is petrol.  If real incomes rise, people feel they can use their cars more, therefore the demand for petrol will increase.</a:t>
            </a:r>
            <a:endParaRPr lang="en-AU" sz="1800" dirty="0"/>
          </a:p>
          <a:p>
            <a:r>
              <a:rPr lang="en-GB" sz="1800" dirty="0"/>
              <a:t> </a:t>
            </a:r>
            <a:r>
              <a:rPr lang="en-GB" sz="1800" b="1" dirty="0"/>
              <a:t>Luxury Goods:</a:t>
            </a:r>
            <a:endParaRPr lang="en-AU" sz="1800" dirty="0"/>
          </a:p>
          <a:p>
            <a:pPr lvl="1"/>
            <a:r>
              <a:rPr lang="en-GB" sz="1800" dirty="0"/>
              <a:t>Luxury goods also have a positive income elasticity.  However, unlike normal goods, the income elasticity figure will be a higher number.  The demand for luxury goods will grow at a faster rate than the increase in real income that created the change in demand.  This responsiveness will also apply in reverse.  As a result the demand for luxury goods tend to be more volatile than that of a normal good during a typical trade cycle.</a:t>
            </a:r>
            <a:endParaRPr lang="en-AU" sz="1800" dirty="0"/>
          </a:p>
          <a:p>
            <a:r>
              <a:rPr lang="en-GB" sz="1800" b="1" dirty="0"/>
              <a:t>Inferior Goods:</a:t>
            </a:r>
            <a:endParaRPr lang="en-AU" sz="1800" dirty="0"/>
          </a:p>
          <a:p>
            <a:pPr lvl="1"/>
            <a:r>
              <a:rPr lang="en-GB" sz="1800" dirty="0"/>
              <a:t>Inferior goods have a negative income elasticity.  So people buy less of these products or services when they are better off.  And more when they hit on hard times.  They are cheap substitutes for the products they would like to buy like "no frills" baked beans.</a:t>
            </a:r>
            <a:endParaRPr lang="en-AU" sz="1800" dirty="0"/>
          </a:p>
          <a:p>
            <a:endParaRPr lang="en-AU" sz="1800" dirty="0"/>
          </a:p>
        </p:txBody>
      </p:sp>
    </p:spTree>
    <p:extLst>
      <p:ext uri="{BB962C8B-B14F-4D97-AF65-F5344CB8AC3E}">
        <p14:creationId xmlns:p14="http://schemas.microsoft.com/office/powerpoint/2010/main" val="26905005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Cross Elasticity of Demand</a:t>
            </a:r>
          </a:p>
        </p:txBody>
      </p:sp>
      <p:sp>
        <p:nvSpPr>
          <p:cNvPr id="3" name="Content Placeholder 2"/>
          <p:cNvSpPr>
            <a:spLocks noGrp="1"/>
          </p:cNvSpPr>
          <p:nvPr>
            <p:ph idx="1"/>
          </p:nvPr>
        </p:nvSpPr>
        <p:spPr/>
        <p:txBody>
          <a:bodyPr>
            <a:normAutofit/>
          </a:bodyPr>
          <a:lstStyle/>
          <a:p>
            <a:r>
              <a:rPr lang="en-GB" dirty="0"/>
              <a:t>Cross elasticity of demand measures the responsiveness of demand of one product to a change in the price of a related product.</a:t>
            </a:r>
            <a:endParaRPr lang="en-AU" dirty="0"/>
          </a:p>
          <a:p>
            <a:pPr marL="0" indent="0">
              <a:buNone/>
            </a:pPr>
            <a:r>
              <a:rPr lang="en-GB" dirty="0"/>
              <a:t> </a:t>
            </a:r>
            <a:endParaRPr lang="en-AU" dirty="0"/>
          </a:p>
          <a:p>
            <a:pPr marL="0" indent="0">
              <a:buNone/>
            </a:pPr>
            <a:r>
              <a:rPr lang="en-GB" dirty="0"/>
              <a:t>Cross elasticity is calculated by:-</a:t>
            </a:r>
            <a:endParaRPr lang="en-AU" dirty="0"/>
          </a:p>
          <a:p>
            <a:r>
              <a:rPr lang="en-GB" u="sng" dirty="0"/>
              <a:t>% change in quantity demanded of Product A</a:t>
            </a:r>
            <a:endParaRPr lang="en-AU" dirty="0"/>
          </a:p>
          <a:p>
            <a:r>
              <a:rPr lang="en-GB" dirty="0"/>
              <a:t>% change in price of Product B</a:t>
            </a:r>
            <a:endParaRPr lang="en-AU" dirty="0"/>
          </a:p>
          <a:p>
            <a:endParaRPr lang="en-AU" dirty="0"/>
          </a:p>
        </p:txBody>
      </p:sp>
    </p:spTree>
    <p:extLst>
      <p:ext uri="{BB962C8B-B14F-4D97-AF65-F5344CB8AC3E}">
        <p14:creationId xmlns:p14="http://schemas.microsoft.com/office/powerpoint/2010/main" val="11793295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Classifying Cross Ed</a:t>
            </a:r>
          </a:p>
        </p:txBody>
      </p:sp>
      <p:sp>
        <p:nvSpPr>
          <p:cNvPr id="3" name="Content Placeholder 2"/>
          <p:cNvSpPr>
            <a:spLocks noGrp="1"/>
          </p:cNvSpPr>
          <p:nvPr>
            <p:ph idx="1"/>
          </p:nvPr>
        </p:nvSpPr>
        <p:spPr/>
        <p:txBody>
          <a:bodyPr/>
          <a:lstStyle/>
          <a:p>
            <a:r>
              <a:rPr lang="en-AU" dirty="0"/>
              <a:t>Complements</a:t>
            </a:r>
          </a:p>
          <a:p>
            <a:pPr lvl="1"/>
            <a:r>
              <a:rPr lang="en-AU" dirty="0"/>
              <a:t>Negative XED</a:t>
            </a:r>
          </a:p>
          <a:p>
            <a:pPr lvl="1"/>
            <a:r>
              <a:rPr lang="en-AU" dirty="0"/>
              <a:t>&lt;1</a:t>
            </a:r>
          </a:p>
          <a:p>
            <a:pPr lvl="1"/>
            <a:r>
              <a:rPr lang="en-AU" dirty="0"/>
              <a:t>&gt;1</a:t>
            </a:r>
          </a:p>
          <a:p>
            <a:r>
              <a:rPr lang="en-AU" dirty="0"/>
              <a:t>Substitutes</a:t>
            </a:r>
          </a:p>
          <a:p>
            <a:pPr lvl="1"/>
            <a:r>
              <a:rPr lang="en-AU" dirty="0"/>
              <a:t>Positive XED</a:t>
            </a:r>
          </a:p>
          <a:p>
            <a:pPr lvl="1"/>
            <a:r>
              <a:rPr lang="en-AU" dirty="0"/>
              <a:t>&lt;1</a:t>
            </a:r>
          </a:p>
          <a:p>
            <a:pPr lvl="1"/>
            <a:r>
              <a:rPr lang="en-AU"/>
              <a:t>&gt;1</a:t>
            </a:r>
            <a:endParaRPr lang="en-AU" dirty="0"/>
          </a:p>
        </p:txBody>
      </p:sp>
    </p:spTree>
    <p:extLst>
      <p:ext uri="{BB962C8B-B14F-4D97-AF65-F5344CB8AC3E}">
        <p14:creationId xmlns:p14="http://schemas.microsoft.com/office/powerpoint/2010/main" val="41961453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Business Relevancy</a:t>
            </a:r>
          </a:p>
        </p:txBody>
      </p:sp>
      <p:sp>
        <p:nvSpPr>
          <p:cNvPr id="3" name="Content Placeholder 2"/>
          <p:cNvSpPr>
            <a:spLocks noGrp="1"/>
          </p:cNvSpPr>
          <p:nvPr>
            <p:ph idx="1"/>
          </p:nvPr>
        </p:nvSpPr>
        <p:spPr/>
        <p:txBody>
          <a:bodyPr/>
          <a:lstStyle/>
          <a:p>
            <a:r>
              <a:rPr lang="en-AU" dirty="0"/>
              <a:t>Income Elasticity</a:t>
            </a:r>
          </a:p>
          <a:p>
            <a:pPr lvl="1"/>
            <a:r>
              <a:rPr lang="en-AU" dirty="0"/>
              <a:t>Change in incomes usually come from Boom or Trough phases of the BTC</a:t>
            </a:r>
          </a:p>
          <a:p>
            <a:pPr lvl="1"/>
            <a:r>
              <a:rPr lang="en-AU"/>
              <a:t>So……</a:t>
            </a:r>
          </a:p>
        </p:txBody>
      </p:sp>
    </p:spTree>
    <p:extLst>
      <p:ext uri="{BB962C8B-B14F-4D97-AF65-F5344CB8AC3E}">
        <p14:creationId xmlns:p14="http://schemas.microsoft.com/office/powerpoint/2010/main" val="3143581542"/>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Precedent">
  <a:themeElements>
    <a:clrScheme name="Precedent">
      <a:dk1>
        <a:srgbClr val="921F07"/>
      </a:dk1>
      <a:lt1>
        <a:sysClr val="window" lastClr="FFFFFF"/>
      </a:lt1>
      <a:dk2>
        <a:srgbClr val="333333"/>
      </a:dk2>
      <a:lt2>
        <a:srgbClr val="E5E5D3"/>
      </a:lt2>
      <a:accent1>
        <a:srgbClr val="993232"/>
      </a:accent1>
      <a:accent2>
        <a:srgbClr val="9B6C34"/>
      </a:accent2>
      <a:accent3>
        <a:srgbClr val="736C5D"/>
      </a:accent3>
      <a:accent4>
        <a:srgbClr val="C9972B"/>
      </a:accent4>
      <a:accent5>
        <a:srgbClr val="C95F2B"/>
      </a:accent5>
      <a:accent6>
        <a:srgbClr val="8F7A05"/>
      </a:accent6>
      <a:hlink>
        <a:srgbClr val="933926"/>
      </a:hlink>
      <a:folHlink>
        <a:srgbClr val="916019"/>
      </a:folHlink>
    </a:clrScheme>
    <a:fontScheme name="Precedent">
      <a:majorFont>
        <a:latin typeface="Perpetua Titling MT"/>
        <a:ea typeface=""/>
        <a:cs typeface=""/>
        <a:font script="Jpan" typeface="ＭＳ Ｐ明朝"/>
      </a:majorFont>
      <a:minorFont>
        <a:latin typeface="Calisto MT"/>
        <a:ea typeface=""/>
        <a:cs typeface=""/>
        <a:font script="Jpan" typeface="ＭＳ Ｐ明朝"/>
      </a:minorFont>
    </a:fontScheme>
    <a:fmtScheme name="Precedent">
      <a:fillStyleLst>
        <a:solidFill>
          <a:schemeClr val="phClr"/>
        </a:solidFill>
        <a:gradFill rotWithShape="1">
          <a:gsLst>
            <a:gs pos="0">
              <a:schemeClr val="phClr">
                <a:tint val="100000"/>
                <a:shade val="90000"/>
                <a:satMod val="135000"/>
              </a:schemeClr>
            </a:gs>
            <a:gs pos="100000">
              <a:schemeClr val="phClr">
                <a:tint val="100000"/>
                <a:shade val="30000"/>
                <a:satMod val="135000"/>
              </a:schemeClr>
            </a:gs>
          </a:gsLst>
          <a:path path="circle">
            <a:fillToRect l="70000" t="10000" b="70000"/>
          </a:path>
        </a:gradFill>
        <a:blipFill rotWithShape="1">
          <a:blip xmlns:r="http://schemas.openxmlformats.org/officeDocument/2006/relationships" r:embed="rId1">
            <a:duotone>
              <a:schemeClr val="phClr">
                <a:shade val="10000"/>
                <a:satMod val="135000"/>
              </a:schemeClr>
              <a:schemeClr val="phClr">
                <a:satMod val="150000"/>
                <a:lumMod val="110000"/>
              </a:schemeClr>
            </a:duotone>
          </a:blip>
          <a:stretch/>
        </a:blipFill>
      </a:fillStyleLst>
      <a:lnStyleLst>
        <a:ln w="12700" cap="flat" cmpd="sng" algn="ctr">
          <a:solidFill>
            <a:schemeClr val="phClr">
              <a:shade val="95000"/>
              <a:satMod val="105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a:effectStyle>
        <a:effectStyle>
          <a:effectLst>
            <a:innerShdw blurRad="127000" dist="38100" dir="13200000">
              <a:srgbClr val="000000">
                <a:alpha val="75000"/>
              </a:srgbClr>
            </a:innerShdw>
            <a:outerShdw blurRad="38100" dist="12700" dir="1800000" sx="101000" sy="101000" rotWithShape="0">
              <a:srgbClr val="000000">
                <a:alpha val="40000"/>
              </a:srgbClr>
            </a:outerShdw>
            <a:reflection blurRad="127000" stA="25000" endPos="30000" dist="12700" dir="5400000" sy="-100000" rotWithShape="0"/>
          </a:effectLst>
          <a:scene3d>
            <a:camera prst="orthographicFront">
              <a:rot lat="0" lon="0" rev="0"/>
            </a:camera>
            <a:lightRig rig="twoPt" dir="t">
              <a:rot lat="0" lon="0" rev="1200000"/>
            </a:lightRig>
          </a:scene3d>
          <a:sp3d>
            <a:bevelT w="0" h="0"/>
          </a:sp3d>
        </a:effectStyle>
      </a:effectStyleLst>
      <a:bgFillStyleLst>
        <a:solidFill>
          <a:schemeClr val="phClr"/>
        </a:solidFill>
        <a:gradFill rotWithShape="1">
          <a:gsLst>
            <a:gs pos="0">
              <a:schemeClr val="phClr">
                <a:tint val="100000"/>
                <a:shade val="90000"/>
                <a:satMod val="135000"/>
              </a:schemeClr>
            </a:gs>
            <a:gs pos="100000">
              <a:schemeClr val="phClr">
                <a:shade val="30000"/>
                <a:satMod val="150000"/>
              </a:schemeClr>
            </a:gs>
          </a:gsLst>
          <a:path path="circle">
            <a:fillToRect t="10000" r="70000" b="70000"/>
          </a:path>
        </a:gradFill>
        <a:blipFill rotWithShape="1">
          <a:blip xmlns:r="http://schemas.openxmlformats.org/officeDocument/2006/relationships" r:embed="rId2">
            <a:duotone>
              <a:schemeClr val="phClr">
                <a:shade val="10000"/>
                <a:satMod val="130000"/>
                <a:lumMod val="80000"/>
              </a:schemeClr>
              <a:schemeClr val="phClr">
                <a:satMod val="150000"/>
                <a:lumMod val="11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Precedent.thmx</Template>
  <TotalTime>52</TotalTime>
  <Words>171</Words>
  <Application>Microsoft Macintosh PowerPoint</Application>
  <PresentationFormat>On-screen Show (4:3)</PresentationFormat>
  <Paragraphs>34</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Calisto MT</vt:lpstr>
      <vt:lpstr>Perpetua Titling MT</vt:lpstr>
      <vt:lpstr>Precedent</vt:lpstr>
      <vt:lpstr>Other Elasticities</vt:lpstr>
      <vt:lpstr>Income Elasticity of Demand</vt:lpstr>
      <vt:lpstr>Classifying Income Elasticity</vt:lpstr>
      <vt:lpstr>Cross Elasticity of Demand</vt:lpstr>
      <vt:lpstr>Classifying Cross Ed</vt:lpstr>
      <vt:lpstr>Business Relevancy</vt:lpstr>
    </vt:vector>
  </TitlesOfParts>
  <Company>Perth Modern School</Company>
  <LinksUpToDate>false</LinksUpToDate>
  <SharedDoc>false</SharedDoc>
  <HyperlinksChanged>false</HyperlinksChanged>
  <AppVersion>16.0009</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Other Elasticities</dc:title>
  <dc:creator>software</dc:creator>
  <cp:lastModifiedBy>GUIGAYOMA Jenny</cp:lastModifiedBy>
  <cp:revision>4</cp:revision>
  <dcterms:created xsi:type="dcterms:W3CDTF">2012-02-26T05:34:24Z</dcterms:created>
  <dcterms:modified xsi:type="dcterms:W3CDTF">2019-11-09T03:59:58Z</dcterms:modified>
</cp:coreProperties>
</file>