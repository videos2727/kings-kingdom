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7" r:id="rId7"/>
    <p:sldId id="260" r:id="rId8"/>
    <p:sldId id="271" r:id="rId9"/>
    <p:sldId id="272" r:id="rId10"/>
    <p:sldId id="273" r:id="rId11"/>
    <p:sldId id="274" r:id="rId12"/>
    <p:sldId id="268" r:id="rId13"/>
    <p:sldId id="269" r:id="rId14"/>
    <p:sldId id="270" r:id="rId15"/>
    <p:sldId id="275" r:id="rId16"/>
    <p:sldId id="278" r:id="rId17"/>
    <p:sldId id="279" r:id="rId18"/>
    <p:sldId id="280" r:id="rId19"/>
    <p:sldId id="276" r:id="rId20"/>
    <p:sldId id="281" r:id="rId21"/>
    <p:sldId id="282" r:id="rId22"/>
    <p:sldId id="283" r:id="rId23"/>
    <p:sldId id="284" r:id="rId24"/>
    <p:sldId id="277" r:id="rId25"/>
    <p:sldId id="285" r:id="rId26"/>
    <p:sldId id="261" r:id="rId27"/>
    <p:sldId id="262" r:id="rId28"/>
    <p:sldId id="286" r:id="rId29"/>
    <p:sldId id="306" r:id="rId30"/>
    <p:sldId id="302" r:id="rId31"/>
    <p:sldId id="303" r:id="rId32"/>
    <p:sldId id="287" r:id="rId33"/>
    <p:sldId id="304" r:id="rId34"/>
    <p:sldId id="305" r:id="rId35"/>
    <p:sldId id="313" r:id="rId36"/>
    <p:sldId id="307" r:id="rId37"/>
    <p:sldId id="308" r:id="rId38"/>
    <p:sldId id="314" r:id="rId39"/>
    <p:sldId id="309" r:id="rId40"/>
    <p:sldId id="288" r:id="rId41"/>
    <p:sldId id="289" r:id="rId42"/>
    <p:sldId id="290" r:id="rId43"/>
    <p:sldId id="315" r:id="rId44"/>
    <p:sldId id="291" r:id="rId45"/>
    <p:sldId id="292" r:id="rId46"/>
    <p:sldId id="293" r:id="rId47"/>
    <p:sldId id="316" r:id="rId48"/>
    <p:sldId id="294" r:id="rId49"/>
    <p:sldId id="295" r:id="rId50"/>
    <p:sldId id="296" r:id="rId51"/>
    <p:sldId id="298" r:id="rId52"/>
    <p:sldId id="297" r:id="rId53"/>
    <p:sldId id="299" r:id="rId54"/>
    <p:sldId id="300" r:id="rId55"/>
    <p:sldId id="317" r:id="rId56"/>
    <p:sldId id="318" r:id="rId57"/>
    <p:sldId id="319" r:id="rId58"/>
    <p:sldId id="324" r:id="rId59"/>
    <p:sldId id="320" r:id="rId60"/>
    <p:sldId id="322" r:id="rId61"/>
    <p:sldId id="323" r:id="rId62"/>
    <p:sldId id="321" r:id="rId63"/>
    <p:sldId id="301" r:id="rId64"/>
    <p:sldId id="263" r:id="rId65"/>
    <p:sldId id="264" r:id="rId66"/>
    <p:sldId id="265" r:id="rId67"/>
    <p:sldId id="266"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5" d="100"/>
          <a:sy n="45" d="100"/>
        </p:scale>
        <p:origin x="58" y="9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F44CA6-22A2-460C-85D8-26FD33EAE0AB}"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B7665B46-0780-459E-9046-ACCC8817C8A2}">
      <dgm:prSet phldrT="[Text]"/>
      <dgm:spPr/>
      <dgm:t>
        <a:bodyPr/>
        <a:lstStyle/>
        <a:p>
          <a:r>
            <a:rPr lang="en-US" b="1" dirty="0" smtClean="0"/>
            <a:t>Pituitary Gland </a:t>
          </a:r>
          <a:endParaRPr lang="en-US" b="1" dirty="0"/>
        </a:p>
      </dgm:t>
    </dgm:pt>
    <dgm:pt modelId="{8D1D47F5-FD0D-4B09-A8F2-3353944D9D06}" type="parTrans" cxnId="{A0EA36A6-243B-46EF-9540-F1B2F0F4944A}">
      <dgm:prSet/>
      <dgm:spPr/>
      <dgm:t>
        <a:bodyPr/>
        <a:lstStyle/>
        <a:p>
          <a:endParaRPr lang="en-US"/>
        </a:p>
      </dgm:t>
    </dgm:pt>
    <dgm:pt modelId="{BDBBE25B-1EA1-4D19-9B94-C4C7DD1142F7}" type="sibTrans" cxnId="{A0EA36A6-243B-46EF-9540-F1B2F0F4944A}">
      <dgm:prSet/>
      <dgm:spPr/>
      <dgm:t>
        <a:bodyPr/>
        <a:lstStyle/>
        <a:p>
          <a:endParaRPr lang="en-US"/>
        </a:p>
      </dgm:t>
    </dgm:pt>
    <dgm:pt modelId="{727CADB8-C4B6-4600-90A7-73F48187D7CF}">
      <dgm:prSet phldrT="[Text]"/>
      <dgm:spPr/>
      <dgm:t>
        <a:bodyPr/>
        <a:lstStyle/>
        <a:p>
          <a:r>
            <a:rPr lang="en-US" b="1" dirty="0" smtClean="0"/>
            <a:t>Follicle Stimulating Hormone </a:t>
          </a:r>
          <a:endParaRPr lang="en-US" b="1" dirty="0"/>
        </a:p>
      </dgm:t>
    </dgm:pt>
    <dgm:pt modelId="{76A01626-7B9A-44B4-9AC5-3643EC8B7245}" type="parTrans" cxnId="{BEF57283-BD03-4C68-AD4E-B7205AF8382E}">
      <dgm:prSet/>
      <dgm:spPr/>
      <dgm:t>
        <a:bodyPr/>
        <a:lstStyle/>
        <a:p>
          <a:endParaRPr lang="en-US" b="1"/>
        </a:p>
      </dgm:t>
    </dgm:pt>
    <dgm:pt modelId="{0EE09719-8BE4-4F1B-BC3B-7B4C3980890B}" type="sibTrans" cxnId="{BEF57283-BD03-4C68-AD4E-B7205AF8382E}">
      <dgm:prSet/>
      <dgm:spPr/>
      <dgm:t>
        <a:bodyPr/>
        <a:lstStyle/>
        <a:p>
          <a:endParaRPr lang="en-US"/>
        </a:p>
      </dgm:t>
    </dgm:pt>
    <dgm:pt modelId="{33E671D8-C166-4BA9-B2B9-AE1916D1E9DF}">
      <dgm:prSet phldrT="[Text]"/>
      <dgm:spPr/>
      <dgm:t>
        <a:bodyPr/>
        <a:lstStyle/>
        <a:p>
          <a:r>
            <a:rPr lang="en-US" b="1" dirty="0" smtClean="0"/>
            <a:t>Luteinising Hormone </a:t>
          </a:r>
          <a:endParaRPr lang="en-US" b="1" dirty="0"/>
        </a:p>
      </dgm:t>
    </dgm:pt>
    <dgm:pt modelId="{5AF2C8C8-9DE3-480F-A00A-AFA9F9D72B4A}" type="parTrans" cxnId="{50F8C087-4DC9-4C66-9A86-8013FC52C179}">
      <dgm:prSet/>
      <dgm:spPr/>
      <dgm:t>
        <a:bodyPr/>
        <a:lstStyle/>
        <a:p>
          <a:endParaRPr lang="en-US" b="1"/>
        </a:p>
      </dgm:t>
    </dgm:pt>
    <dgm:pt modelId="{2700A881-2F65-4C3F-8A2D-38E968A4586E}" type="sibTrans" cxnId="{50F8C087-4DC9-4C66-9A86-8013FC52C179}">
      <dgm:prSet/>
      <dgm:spPr/>
      <dgm:t>
        <a:bodyPr/>
        <a:lstStyle/>
        <a:p>
          <a:endParaRPr lang="en-US"/>
        </a:p>
      </dgm:t>
    </dgm:pt>
    <dgm:pt modelId="{7071B405-19BF-49A8-9C4A-643F710C6C01}">
      <dgm:prSet/>
      <dgm:spPr/>
      <dgm:t>
        <a:bodyPr/>
        <a:lstStyle/>
        <a:p>
          <a:r>
            <a:rPr lang="en-US" b="1" dirty="0" smtClean="0"/>
            <a:t>Seminiferous Tubules </a:t>
          </a:r>
          <a:endParaRPr lang="en-US" b="1" dirty="0"/>
        </a:p>
      </dgm:t>
    </dgm:pt>
    <dgm:pt modelId="{356DE49A-4465-44BA-BA84-B5547BB7696F}" type="parTrans" cxnId="{D02C08F2-95DC-4525-81F3-24D74089154D}">
      <dgm:prSet/>
      <dgm:spPr/>
      <dgm:t>
        <a:bodyPr/>
        <a:lstStyle/>
        <a:p>
          <a:endParaRPr lang="en-US" b="1"/>
        </a:p>
      </dgm:t>
    </dgm:pt>
    <dgm:pt modelId="{1E19A8E1-F502-4684-9AA3-7C858B8EAC0C}" type="sibTrans" cxnId="{D02C08F2-95DC-4525-81F3-24D74089154D}">
      <dgm:prSet/>
      <dgm:spPr/>
      <dgm:t>
        <a:bodyPr/>
        <a:lstStyle/>
        <a:p>
          <a:endParaRPr lang="en-US"/>
        </a:p>
      </dgm:t>
    </dgm:pt>
    <dgm:pt modelId="{B70B95F4-183C-496C-84F8-AE0ADCEE651D}">
      <dgm:prSet/>
      <dgm:spPr/>
      <dgm:t>
        <a:bodyPr/>
        <a:lstStyle/>
        <a:p>
          <a:r>
            <a:rPr lang="en-US" b="1" dirty="0" smtClean="0"/>
            <a:t>Spermatogenesis </a:t>
          </a:r>
          <a:endParaRPr lang="en-US" b="1" dirty="0"/>
        </a:p>
      </dgm:t>
    </dgm:pt>
    <dgm:pt modelId="{608FD238-0A8F-474F-8D64-5EDE619104E3}" type="parTrans" cxnId="{0A2CAE91-36A6-4976-9787-5BFDE1628B81}">
      <dgm:prSet/>
      <dgm:spPr/>
      <dgm:t>
        <a:bodyPr/>
        <a:lstStyle/>
        <a:p>
          <a:endParaRPr lang="en-US" b="1"/>
        </a:p>
      </dgm:t>
    </dgm:pt>
    <dgm:pt modelId="{2EDC752A-C0D4-47C5-A734-F01056959663}" type="sibTrans" cxnId="{0A2CAE91-36A6-4976-9787-5BFDE1628B81}">
      <dgm:prSet/>
      <dgm:spPr/>
      <dgm:t>
        <a:bodyPr/>
        <a:lstStyle/>
        <a:p>
          <a:endParaRPr lang="en-US"/>
        </a:p>
      </dgm:t>
    </dgm:pt>
    <dgm:pt modelId="{33CF6B85-3A0F-4F41-89A3-C5F151DCB43C}">
      <dgm:prSet/>
      <dgm:spPr/>
      <dgm:t>
        <a:bodyPr/>
        <a:lstStyle/>
        <a:p>
          <a:r>
            <a:rPr lang="en-US" b="1" dirty="0" smtClean="0"/>
            <a:t>Interstitial cells of testes </a:t>
          </a:r>
          <a:endParaRPr lang="en-US" b="1" dirty="0"/>
        </a:p>
      </dgm:t>
    </dgm:pt>
    <dgm:pt modelId="{F237075E-1F9D-4C2A-A791-C32B753E467C}" type="parTrans" cxnId="{7D2EA0F7-B053-4CC1-B20C-1736ADC5DCD7}">
      <dgm:prSet/>
      <dgm:spPr/>
      <dgm:t>
        <a:bodyPr/>
        <a:lstStyle/>
        <a:p>
          <a:endParaRPr lang="en-US" b="1"/>
        </a:p>
      </dgm:t>
    </dgm:pt>
    <dgm:pt modelId="{EC289245-4AD0-4937-B6AB-E3ABCD7147D9}" type="sibTrans" cxnId="{7D2EA0F7-B053-4CC1-B20C-1736ADC5DCD7}">
      <dgm:prSet/>
      <dgm:spPr/>
      <dgm:t>
        <a:bodyPr/>
        <a:lstStyle/>
        <a:p>
          <a:endParaRPr lang="en-US"/>
        </a:p>
      </dgm:t>
    </dgm:pt>
    <dgm:pt modelId="{6B4895F1-90A6-48C9-9358-6E3888CC4521}">
      <dgm:prSet/>
      <dgm:spPr/>
      <dgm:t>
        <a:bodyPr/>
        <a:lstStyle/>
        <a:p>
          <a:r>
            <a:rPr lang="en-US" b="1" dirty="0" smtClean="0"/>
            <a:t>Testosterone </a:t>
          </a:r>
          <a:endParaRPr lang="en-US" b="1" dirty="0"/>
        </a:p>
      </dgm:t>
    </dgm:pt>
    <dgm:pt modelId="{DB42C9A3-5995-4E51-BB18-C81496151888}" type="parTrans" cxnId="{6B11D23D-9DF7-4216-9D1E-E67C96BC9B07}">
      <dgm:prSet/>
      <dgm:spPr/>
      <dgm:t>
        <a:bodyPr/>
        <a:lstStyle/>
        <a:p>
          <a:endParaRPr lang="en-US" b="1"/>
        </a:p>
      </dgm:t>
    </dgm:pt>
    <dgm:pt modelId="{EC286E7E-75FE-4907-922A-92DD071AFCC6}" type="sibTrans" cxnId="{6B11D23D-9DF7-4216-9D1E-E67C96BC9B07}">
      <dgm:prSet/>
      <dgm:spPr/>
      <dgm:t>
        <a:bodyPr/>
        <a:lstStyle/>
        <a:p>
          <a:endParaRPr lang="en-US"/>
        </a:p>
      </dgm:t>
    </dgm:pt>
    <dgm:pt modelId="{E4D10C26-E14D-4A5D-B78E-F272CB68344E}">
      <dgm:prSet/>
      <dgm:spPr/>
      <dgm:t>
        <a:bodyPr/>
        <a:lstStyle/>
        <a:p>
          <a:r>
            <a:rPr lang="en-US" b="1" dirty="0" smtClean="0"/>
            <a:t>Development of immature sperm cells </a:t>
          </a:r>
          <a:endParaRPr lang="en-US" b="1" dirty="0"/>
        </a:p>
      </dgm:t>
    </dgm:pt>
    <dgm:pt modelId="{102718CE-1A4B-4013-8132-6BF76981FAE3}" type="parTrans" cxnId="{0FA3BB6D-B51B-472F-8577-F36DFDE204F1}">
      <dgm:prSet/>
      <dgm:spPr/>
      <dgm:t>
        <a:bodyPr/>
        <a:lstStyle/>
        <a:p>
          <a:endParaRPr lang="en-US" b="1"/>
        </a:p>
      </dgm:t>
    </dgm:pt>
    <dgm:pt modelId="{3596FD23-D553-428F-8321-7290E3E08ADA}" type="sibTrans" cxnId="{0FA3BB6D-B51B-472F-8577-F36DFDE204F1}">
      <dgm:prSet/>
      <dgm:spPr/>
      <dgm:t>
        <a:bodyPr/>
        <a:lstStyle/>
        <a:p>
          <a:endParaRPr lang="en-US"/>
        </a:p>
      </dgm:t>
    </dgm:pt>
    <dgm:pt modelId="{680CA3B1-D7EB-41E8-A631-C2EA2819869E}">
      <dgm:prSet/>
      <dgm:spPr/>
      <dgm:t>
        <a:bodyPr/>
        <a:lstStyle/>
        <a:p>
          <a:r>
            <a:rPr lang="en-US" b="1" dirty="0" smtClean="0"/>
            <a:t>Maintenance of male reproductive organs </a:t>
          </a:r>
          <a:endParaRPr lang="en-US" b="1" dirty="0"/>
        </a:p>
      </dgm:t>
    </dgm:pt>
    <dgm:pt modelId="{D82348C7-094A-40B5-B307-2659012BE43C}" type="parTrans" cxnId="{DA99FC13-9840-4165-953A-FFFE562B3622}">
      <dgm:prSet/>
      <dgm:spPr/>
      <dgm:t>
        <a:bodyPr/>
        <a:lstStyle/>
        <a:p>
          <a:endParaRPr lang="en-US" b="1"/>
        </a:p>
      </dgm:t>
    </dgm:pt>
    <dgm:pt modelId="{9D01C7A4-3BAA-4AB8-8B09-AFBD5467BE6A}" type="sibTrans" cxnId="{DA99FC13-9840-4165-953A-FFFE562B3622}">
      <dgm:prSet/>
      <dgm:spPr/>
      <dgm:t>
        <a:bodyPr/>
        <a:lstStyle/>
        <a:p>
          <a:endParaRPr lang="en-US"/>
        </a:p>
      </dgm:t>
    </dgm:pt>
    <dgm:pt modelId="{E1889F22-044A-4841-9CA0-7145AB40466B}">
      <dgm:prSet/>
      <dgm:spPr/>
      <dgm:t>
        <a:bodyPr/>
        <a:lstStyle/>
        <a:p>
          <a:r>
            <a:rPr lang="en-US" b="1" dirty="0" smtClean="0"/>
            <a:t>Sex drive </a:t>
          </a:r>
          <a:endParaRPr lang="en-US" b="1" dirty="0"/>
        </a:p>
      </dgm:t>
    </dgm:pt>
    <dgm:pt modelId="{6AB4B1C3-4BD5-4D6D-80E6-AB46C17085C0}" type="parTrans" cxnId="{2EE785DF-EB11-4213-9D13-1FF4D37E77B1}">
      <dgm:prSet/>
      <dgm:spPr/>
      <dgm:t>
        <a:bodyPr/>
        <a:lstStyle/>
        <a:p>
          <a:endParaRPr lang="en-US" b="1"/>
        </a:p>
      </dgm:t>
    </dgm:pt>
    <dgm:pt modelId="{36B6477D-039F-4274-95AA-B931F9F17B66}" type="sibTrans" cxnId="{2EE785DF-EB11-4213-9D13-1FF4D37E77B1}">
      <dgm:prSet/>
      <dgm:spPr/>
      <dgm:t>
        <a:bodyPr/>
        <a:lstStyle/>
        <a:p>
          <a:endParaRPr lang="en-US"/>
        </a:p>
      </dgm:t>
    </dgm:pt>
    <dgm:pt modelId="{E9537274-455A-440B-BBF7-538A3C707C7E}">
      <dgm:prSet/>
      <dgm:spPr>
        <a:solidFill>
          <a:schemeClr val="accent6">
            <a:lumMod val="60000"/>
            <a:lumOff val="40000"/>
          </a:schemeClr>
        </a:solidFill>
        <a:ln>
          <a:solidFill>
            <a:schemeClr val="accent6">
              <a:lumMod val="60000"/>
              <a:lumOff val="40000"/>
            </a:schemeClr>
          </a:solidFill>
        </a:ln>
      </dgm:spPr>
      <dgm:t>
        <a:bodyPr/>
        <a:lstStyle/>
        <a:p>
          <a:endParaRPr lang="en-US" b="1"/>
        </a:p>
      </dgm:t>
    </dgm:pt>
    <dgm:pt modelId="{DC734720-330C-4706-AAEE-F4530697E719}" type="parTrans" cxnId="{A547B203-0365-4341-B1F4-FEC2649A884B}">
      <dgm:prSet/>
      <dgm:spPr/>
      <dgm:t>
        <a:bodyPr/>
        <a:lstStyle/>
        <a:p>
          <a:endParaRPr lang="en-US" b="1"/>
        </a:p>
      </dgm:t>
    </dgm:pt>
    <dgm:pt modelId="{AC17EF97-0AA9-461F-831F-03644CF0BB96}" type="sibTrans" cxnId="{A547B203-0365-4341-B1F4-FEC2649A884B}">
      <dgm:prSet/>
      <dgm:spPr/>
      <dgm:t>
        <a:bodyPr/>
        <a:lstStyle/>
        <a:p>
          <a:endParaRPr lang="en-US"/>
        </a:p>
      </dgm:t>
    </dgm:pt>
    <dgm:pt modelId="{77E47B06-E333-4F21-AF82-9CC6DF57BE44}" type="pres">
      <dgm:prSet presAssocID="{9AF44CA6-22A2-460C-85D8-26FD33EAE0AB}" presName="hierChild1" presStyleCnt="0">
        <dgm:presLayoutVars>
          <dgm:orgChart val="1"/>
          <dgm:chPref val="1"/>
          <dgm:dir/>
          <dgm:animOne val="branch"/>
          <dgm:animLvl val="lvl"/>
          <dgm:resizeHandles/>
        </dgm:presLayoutVars>
      </dgm:prSet>
      <dgm:spPr/>
      <dgm:t>
        <a:bodyPr/>
        <a:lstStyle/>
        <a:p>
          <a:endParaRPr lang="en-US"/>
        </a:p>
      </dgm:t>
    </dgm:pt>
    <dgm:pt modelId="{9F1D3868-2360-44BB-A5AC-C641B89FD777}" type="pres">
      <dgm:prSet presAssocID="{B7665B46-0780-459E-9046-ACCC8817C8A2}" presName="hierRoot1" presStyleCnt="0">
        <dgm:presLayoutVars>
          <dgm:hierBranch val="init"/>
        </dgm:presLayoutVars>
      </dgm:prSet>
      <dgm:spPr/>
    </dgm:pt>
    <dgm:pt modelId="{19D36AE7-022C-49CB-88CD-478B7047C05A}" type="pres">
      <dgm:prSet presAssocID="{B7665B46-0780-459E-9046-ACCC8817C8A2}" presName="rootComposite1" presStyleCnt="0"/>
      <dgm:spPr/>
    </dgm:pt>
    <dgm:pt modelId="{FFB730B6-DB65-45F4-B32B-BCCF580800A2}" type="pres">
      <dgm:prSet presAssocID="{B7665B46-0780-459E-9046-ACCC8817C8A2}" presName="rootText1" presStyleLbl="node0" presStyleIdx="0" presStyleCnt="1">
        <dgm:presLayoutVars>
          <dgm:chPref val="3"/>
        </dgm:presLayoutVars>
      </dgm:prSet>
      <dgm:spPr/>
      <dgm:t>
        <a:bodyPr/>
        <a:lstStyle/>
        <a:p>
          <a:endParaRPr lang="en-US"/>
        </a:p>
      </dgm:t>
    </dgm:pt>
    <dgm:pt modelId="{6F2A8374-9A45-47F6-A5E4-2CA9A97A73AA}" type="pres">
      <dgm:prSet presAssocID="{B7665B46-0780-459E-9046-ACCC8817C8A2}" presName="rootConnector1" presStyleLbl="node1" presStyleIdx="0" presStyleCnt="0"/>
      <dgm:spPr/>
      <dgm:t>
        <a:bodyPr/>
        <a:lstStyle/>
        <a:p>
          <a:endParaRPr lang="en-US"/>
        </a:p>
      </dgm:t>
    </dgm:pt>
    <dgm:pt modelId="{9D9FCBFD-359E-4DFB-AA0A-6D8949945FCF}" type="pres">
      <dgm:prSet presAssocID="{B7665B46-0780-459E-9046-ACCC8817C8A2}" presName="hierChild2" presStyleCnt="0"/>
      <dgm:spPr/>
    </dgm:pt>
    <dgm:pt modelId="{BAAEB108-DA7D-47BB-98FC-0F2BF54C027D}" type="pres">
      <dgm:prSet presAssocID="{76A01626-7B9A-44B4-9AC5-3643EC8B7245}" presName="Name37" presStyleLbl="parChTrans1D2" presStyleIdx="0" presStyleCnt="3"/>
      <dgm:spPr/>
      <dgm:t>
        <a:bodyPr/>
        <a:lstStyle/>
        <a:p>
          <a:endParaRPr lang="en-US"/>
        </a:p>
      </dgm:t>
    </dgm:pt>
    <dgm:pt modelId="{0F7E9653-17E4-44DF-8575-61482ED6AE63}" type="pres">
      <dgm:prSet presAssocID="{727CADB8-C4B6-4600-90A7-73F48187D7CF}" presName="hierRoot2" presStyleCnt="0">
        <dgm:presLayoutVars>
          <dgm:hierBranch/>
        </dgm:presLayoutVars>
      </dgm:prSet>
      <dgm:spPr/>
    </dgm:pt>
    <dgm:pt modelId="{B3B1B2DF-546D-4E12-B429-4A3E8E512469}" type="pres">
      <dgm:prSet presAssocID="{727CADB8-C4B6-4600-90A7-73F48187D7CF}" presName="rootComposite" presStyleCnt="0"/>
      <dgm:spPr/>
    </dgm:pt>
    <dgm:pt modelId="{C52D26AD-A42A-4F52-981E-821BBFFFD8F7}" type="pres">
      <dgm:prSet presAssocID="{727CADB8-C4B6-4600-90A7-73F48187D7CF}" presName="rootText" presStyleLbl="node2" presStyleIdx="0" presStyleCnt="3">
        <dgm:presLayoutVars>
          <dgm:chPref val="3"/>
        </dgm:presLayoutVars>
      </dgm:prSet>
      <dgm:spPr/>
      <dgm:t>
        <a:bodyPr/>
        <a:lstStyle/>
        <a:p>
          <a:endParaRPr lang="en-US"/>
        </a:p>
      </dgm:t>
    </dgm:pt>
    <dgm:pt modelId="{31A8592F-5A0E-499E-897B-3BB4140E16C9}" type="pres">
      <dgm:prSet presAssocID="{727CADB8-C4B6-4600-90A7-73F48187D7CF}" presName="rootConnector" presStyleLbl="node2" presStyleIdx="0" presStyleCnt="3"/>
      <dgm:spPr/>
      <dgm:t>
        <a:bodyPr/>
        <a:lstStyle/>
        <a:p>
          <a:endParaRPr lang="en-US"/>
        </a:p>
      </dgm:t>
    </dgm:pt>
    <dgm:pt modelId="{32EDB8A4-46D7-47F2-BC4D-0C8AE5F089D0}" type="pres">
      <dgm:prSet presAssocID="{727CADB8-C4B6-4600-90A7-73F48187D7CF}" presName="hierChild4" presStyleCnt="0"/>
      <dgm:spPr/>
    </dgm:pt>
    <dgm:pt modelId="{6E7209BD-723B-4632-9C3B-A53B512617CA}" type="pres">
      <dgm:prSet presAssocID="{356DE49A-4465-44BA-BA84-B5547BB7696F}" presName="Name35" presStyleLbl="parChTrans1D3" presStyleIdx="0" presStyleCnt="2"/>
      <dgm:spPr/>
      <dgm:t>
        <a:bodyPr/>
        <a:lstStyle/>
        <a:p>
          <a:endParaRPr lang="en-US"/>
        </a:p>
      </dgm:t>
    </dgm:pt>
    <dgm:pt modelId="{D58ED965-42C7-4936-877E-DFD44F9FC4F9}" type="pres">
      <dgm:prSet presAssocID="{7071B405-19BF-49A8-9C4A-643F710C6C01}" presName="hierRoot2" presStyleCnt="0">
        <dgm:presLayoutVars>
          <dgm:hierBranch/>
        </dgm:presLayoutVars>
      </dgm:prSet>
      <dgm:spPr/>
    </dgm:pt>
    <dgm:pt modelId="{3AEA3260-A8A3-4D30-9BFF-54097DCF29FD}" type="pres">
      <dgm:prSet presAssocID="{7071B405-19BF-49A8-9C4A-643F710C6C01}" presName="rootComposite" presStyleCnt="0"/>
      <dgm:spPr/>
    </dgm:pt>
    <dgm:pt modelId="{0CAE81EE-AA00-4E06-8821-98A143F97B54}" type="pres">
      <dgm:prSet presAssocID="{7071B405-19BF-49A8-9C4A-643F710C6C01}" presName="rootText" presStyleLbl="node3" presStyleIdx="0" presStyleCnt="2">
        <dgm:presLayoutVars>
          <dgm:chPref val="3"/>
        </dgm:presLayoutVars>
      </dgm:prSet>
      <dgm:spPr/>
      <dgm:t>
        <a:bodyPr/>
        <a:lstStyle/>
        <a:p>
          <a:endParaRPr lang="en-US"/>
        </a:p>
      </dgm:t>
    </dgm:pt>
    <dgm:pt modelId="{CE88580A-7093-49DE-8BFB-8B02BF0D3EEC}" type="pres">
      <dgm:prSet presAssocID="{7071B405-19BF-49A8-9C4A-643F710C6C01}" presName="rootConnector" presStyleLbl="node3" presStyleIdx="0" presStyleCnt="2"/>
      <dgm:spPr/>
      <dgm:t>
        <a:bodyPr/>
        <a:lstStyle/>
        <a:p>
          <a:endParaRPr lang="en-US"/>
        </a:p>
      </dgm:t>
    </dgm:pt>
    <dgm:pt modelId="{6C09A8FD-7C6D-4446-9C4F-99D72690F309}" type="pres">
      <dgm:prSet presAssocID="{7071B405-19BF-49A8-9C4A-643F710C6C01}" presName="hierChild4" presStyleCnt="0"/>
      <dgm:spPr/>
    </dgm:pt>
    <dgm:pt modelId="{A6C5158F-B4CF-4879-BBFA-188CE6CB07F8}" type="pres">
      <dgm:prSet presAssocID="{608FD238-0A8F-474F-8D64-5EDE619104E3}" presName="Name35" presStyleLbl="parChTrans1D4" presStyleIdx="0" presStyleCnt="5"/>
      <dgm:spPr/>
      <dgm:t>
        <a:bodyPr/>
        <a:lstStyle/>
        <a:p>
          <a:endParaRPr lang="en-US"/>
        </a:p>
      </dgm:t>
    </dgm:pt>
    <dgm:pt modelId="{EC68B0F1-A53B-453F-8243-B614B49860BE}" type="pres">
      <dgm:prSet presAssocID="{B70B95F4-183C-496C-84F8-AE0ADCEE651D}" presName="hierRoot2" presStyleCnt="0">
        <dgm:presLayoutVars>
          <dgm:hierBranch/>
        </dgm:presLayoutVars>
      </dgm:prSet>
      <dgm:spPr/>
    </dgm:pt>
    <dgm:pt modelId="{EDCA65D8-B726-4115-ACF3-0D3B4389EF42}" type="pres">
      <dgm:prSet presAssocID="{B70B95F4-183C-496C-84F8-AE0ADCEE651D}" presName="rootComposite" presStyleCnt="0"/>
      <dgm:spPr/>
    </dgm:pt>
    <dgm:pt modelId="{5104FAD0-63E4-495C-A501-CA203036220A}" type="pres">
      <dgm:prSet presAssocID="{B70B95F4-183C-496C-84F8-AE0ADCEE651D}" presName="rootText" presStyleLbl="node4" presStyleIdx="0" presStyleCnt="5">
        <dgm:presLayoutVars>
          <dgm:chPref val="3"/>
        </dgm:presLayoutVars>
      </dgm:prSet>
      <dgm:spPr/>
      <dgm:t>
        <a:bodyPr/>
        <a:lstStyle/>
        <a:p>
          <a:endParaRPr lang="en-US"/>
        </a:p>
      </dgm:t>
    </dgm:pt>
    <dgm:pt modelId="{2239F144-B2FB-4AFE-8CD8-7D2905F8B140}" type="pres">
      <dgm:prSet presAssocID="{B70B95F4-183C-496C-84F8-AE0ADCEE651D}" presName="rootConnector" presStyleLbl="node4" presStyleIdx="0" presStyleCnt="5"/>
      <dgm:spPr/>
      <dgm:t>
        <a:bodyPr/>
        <a:lstStyle/>
        <a:p>
          <a:endParaRPr lang="en-US"/>
        </a:p>
      </dgm:t>
    </dgm:pt>
    <dgm:pt modelId="{E531376D-0252-43FF-B009-E2AEFFBC54D2}" type="pres">
      <dgm:prSet presAssocID="{B70B95F4-183C-496C-84F8-AE0ADCEE651D}" presName="hierChild4" presStyleCnt="0"/>
      <dgm:spPr/>
    </dgm:pt>
    <dgm:pt modelId="{5C710068-74A8-4A65-8581-0D74EC56546D}" type="pres">
      <dgm:prSet presAssocID="{B70B95F4-183C-496C-84F8-AE0ADCEE651D}" presName="hierChild5" presStyleCnt="0"/>
      <dgm:spPr/>
    </dgm:pt>
    <dgm:pt modelId="{475B73CB-275D-46F5-8137-340A7AE9CB50}" type="pres">
      <dgm:prSet presAssocID="{7071B405-19BF-49A8-9C4A-643F710C6C01}" presName="hierChild5" presStyleCnt="0"/>
      <dgm:spPr/>
    </dgm:pt>
    <dgm:pt modelId="{B409EB70-DE0A-4FEC-82BD-4297A8259E10}" type="pres">
      <dgm:prSet presAssocID="{727CADB8-C4B6-4600-90A7-73F48187D7CF}" presName="hierChild5" presStyleCnt="0"/>
      <dgm:spPr/>
    </dgm:pt>
    <dgm:pt modelId="{6929290B-C06F-4DA9-9D95-0AB5E5F89CD9}" type="pres">
      <dgm:prSet presAssocID="{DC734720-330C-4706-AAEE-F4530697E719}" presName="Name37" presStyleLbl="parChTrans1D2" presStyleIdx="1" presStyleCnt="3"/>
      <dgm:spPr/>
      <dgm:t>
        <a:bodyPr/>
        <a:lstStyle/>
        <a:p>
          <a:endParaRPr lang="en-US"/>
        </a:p>
      </dgm:t>
    </dgm:pt>
    <dgm:pt modelId="{4EDE4B8B-29A6-4E8D-9D00-51AF18A33864}" type="pres">
      <dgm:prSet presAssocID="{E9537274-455A-440B-BBF7-538A3C707C7E}" presName="hierRoot2" presStyleCnt="0">
        <dgm:presLayoutVars>
          <dgm:hierBranch val="init"/>
        </dgm:presLayoutVars>
      </dgm:prSet>
      <dgm:spPr/>
    </dgm:pt>
    <dgm:pt modelId="{77E5E831-F371-4018-B395-9DBFABAC3EB6}" type="pres">
      <dgm:prSet presAssocID="{E9537274-455A-440B-BBF7-538A3C707C7E}" presName="rootComposite" presStyleCnt="0"/>
      <dgm:spPr/>
    </dgm:pt>
    <dgm:pt modelId="{85289A34-F4E3-4896-9467-121AB7A5CB3B}" type="pres">
      <dgm:prSet presAssocID="{E9537274-455A-440B-BBF7-538A3C707C7E}" presName="rootText" presStyleLbl="node2" presStyleIdx="1" presStyleCnt="3">
        <dgm:presLayoutVars>
          <dgm:chPref val="3"/>
        </dgm:presLayoutVars>
      </dgm:prSet>
      <dgm:spPr/>
      <dgm:t>
        <a:bodyPr/>
        <a:lstStyle/>
        <a:p>
          <a:endParaRPr lang="en-US"/>
        </a:p>
      </dgm:t>
    </dgm:pt>
    <dgm:pt modelId="{BEA379EE-8D0F-44F5-863D-0FD690CD399C}" type="pres">
      <dgm:prSet presAssocID="{E9537274-455A-440B-BBF7-538A3C707C7E}" presName="rootConnector" presStyleLbl="node2" presStyleIdx="1" presStyleCnt="3"/>
      <dgm:spPr/>
      <dgm:t>
        <a:bodyPr/>
        <a:lstStyle/>
        <a:p>
          <a:endParaRPr lang="en-US"/>
        </a:p>
      </dgm:t>
    </dgm:pt>
    <dgm:pt modelId="{461B9091-6B36-4AE7-BBDC-35FD040F5896}" type="pres">
      <dgm:prSet presAssocID="{E9537274-455A-440B-BBF7-538A3C707C7E}" presName="hierChild4" presStyleCnt="0"/>
      <dgm:spPr/>
    </dgm:pt>
    <dgm:pt modelId="{EC0C608E-48B3-48B8-886A-49EA58531FCB}" type="pres">
      <dgm:prSet presAssocID="{E9537274-455A-440B-BBF7-538A3C707C7E}" presName="hierChild5" presStyleCnt="0"/>
      <dgm:spPr/>
    </dgm:pt>
    <dgm:pt modelId="{7B318E2A-0ED1-4EA6-874D-9BEF672CC8CB}" type="pres">
      <dgm:prSet presAssocID="{5AF2C8C8-9DE3-480F-A00A-AFA9F9D72B4A}" presName="Name37" presStyleLbl="parChTrans1D2" presStyleIdx="2" presStyleCnt="3"/>
      <dgm:spPr/>
      <dgm:t>
        <a:bodyPr/>
        <a:lstStyle/>
        <a:p>
          <a:endParaRPr lang="en-US"/>
        </a:p>
      </dgm:t>
    </dgm:pt>
    <dgm:pt modelId="{0BE71C64-EF8E-4A03-8494-C3E5289B14DC}" type="pres">
      <dgm:prSet presAssocID="{33E671D8-C166-4BA9-B2B9-AE1916D1E9DF}" presName="hierRoot2" presStyleCnt="0">
        <dgm:presLayoutVars>
          <dgm:hierBranch val="init"/>
        </dgm:presLayoutVars>
      </dgm:prSet>
      <dgm:spPr/>
    </dgm:pt>
    <dgm:pt modelId="{F4BF166D-8C4B-472B-96AE-33A1F880B8D9}" type="pres">
      <dgm:prSet presAssocID="{33E671D8-C166-4BA9-B2B9-AE1916D1E9DF}" presName="rootComposite" presStyleCnt="0"/>
      <dgm:spPr/>
    </dgm:pt>
    <dgm:pt modelId="{63139F11-7C1C-4BB5-91CE-5A89DA3EB99A}" type="pres">
      <dgm:prSet presAssocID="{33E671D8-C166-4BA9-B2B9-AE1916D1E9DF}" presName="rootText" presStyleLbl="node2" presStyleIdx="2" presStyleCnt="3">
        <dgm:presLayoutVars>
          <dgm:chPref val="3"/>
        </dgm:presLayoutVars>
      </dgm:prSet>
      <dgm:spPr/>
      <dgm:t>
        <a:bodyPr/>
        <a:lstStyle/>
        <a:p>
          <a:endParaRPr lang="en-US"/>
        </a:p>
      </dgm:t>
    </dgm:pt>
    <dgm:pt modelId="{850BD718-C3AC-431C-B08A-2E1F8F5FD052}" type="pres">
      <dgm:prSet presAssocID="{33E671D8-C166-4BA9-B2B9-AE1916D1E9DF}" presName="rootConnector" presStyleLbl="node2" presStyleIdx="2" presStyleCnt="3"/>
      <dgm:spPr/>
      <dgm:t>
        <a:bodyPr/>
        <a:lstStyle/>
        <a:p>
          <a:endParaRPr lang="en-US"/>
        </a:p>
      </dgm:t>
    </dgm:pt>
    <dgm:pt modelId="{889DB3B9-33DF-4D0C-BA0F-6E611E2CAB3A}" type="pres">
      <dgm:prSet presAssocID="{33E671D8-C166-4BA9-B2B9-AE1916D1E9DF}" presName="hierChild4" presStyleCnt="0"/>
      <dgm:spPr/>
    </dgm:pt>
    <dgm:pt modelId="{517FB065-64CC-4045-9BA1-B858E3155040}" type="pres">
      <dgm:prSet presAssocID="{F237075E-1F9D-4C2A-A791-C32B753E467C}" presName="Name37" presStyleLbl="parChTrans1D3" presStyleIdx="1" presStyleCnt="2"/>
      <dgm:spPr/>
      <dgm:t>
        <a:bodyPr/>
        <a:lstStyle/>
        <a:p>
          <a:endParaRPr lang="en-US"/>
        </a:p>
      </dgm:t>
    </dgm:pt>
    <dgm:pt modelId="{2701F28B-A375-43CD-8345-25CC0765A5C1}" type="pres">
      <dgm:prSet presAssocID="{33CF6B85-3A0F-4F41-89A3-C5F151DCB43C}" presName="hierRoot2" presStyleCnt="0">
        <dgm:presLayoutVars>
          <dgm:hierBranch/>
        </dgm:presLayoutVars>
      </dgm:prSet>
      <dgm:spPr/>
    </dgm:pt>
    <dgm:pt modelId="{BC75DAA4-0356-44FD-B0E4-4AFA0280F538}" type="pres">
      <dgm:prSet presAssocID="{33CF6B85-3A0F-4F41-89A3-C5F151DCB43C}" presName="rootComposite" presStyleCnt="0"/>
      <dgm:spPr/>
    </dgm:pt>
    <dgm:pt modelId="{B91C7DEC-1BB5-4219-A5F1-F84F2A450371}" type="pres">
      <dgm:prSet presAssocID="{33CF6B85-3A0F-4F41-89A3-C5F151DCB43C}" presName="rootText" presStyleLbl="node3" presStyleIdx="1" presStyleCnt="2">
        <dgm:presLayoutVars>
          <dgm:chPref val="3"/>
        </dgm:presLayoutVars>
      </dgm:prSet>
      <dgm:spPr/>
      <dgm:t>
        <a:bodyPr/>
        <a:lstStyle/>
        <a:p>
          <a:endParaRPr lang="en-US"/>
        </a:p>
      </dgm:t>
    </dgm:pt>
    <dgm:pt modelId="{50D6FBD3-F631-4414-996F-2A0FFDFCE081}" type="pres">
      <dgm:prSet presAssocID="{33CF6B85-3A0F-4F41-89A3-C5F151DCB43C}" presName="rootConnector" presStyleLbl="node3" presStyleIdx="1" presStyleCnt="2"/>
      <dgm:spPr/>
      <dgm:t>
        <a:bodyPr/>
        <a:lstStyle/>
        <a:p>
          <a:endParaRPr lang="en-US"/>
        </a:p>
      </dgm:t>
    </dgm:pt>
    <dgm:pt modelId="{9AF417D2-F607-4C2B-BE4B-BFC97B9B2DB0}" type="pres">
      <dgm:prSet presAssocID="{33CF6B85-3A0F-4F41-89A3-C5F151DCB43C}" presName="hierChild4" presStyleCnt="0"/>
      <dgm:spPr/>
    </dgm:pt>
    <dgm:pt modelId="{15C5985C-68E2-4D09-8D59-94E11DBFB08F}" type="pres">
      <dgm:prSet presAssocID="{DB42C9A3-5995-4E51-BB18-C81496151888}" presName="Name35" presStyleLbl="parChTrans1D4" presStyleIdx="1" presStyleCnt="5"/>
      <dgm:spPr/>
      <dgm:t>
        <a:bodyPr/>
        <a:lstStyle/>
        <a:p>
          <a:endParaRPr lang="en-US"/>
        </a:p>
      </dgm:t>
    </dgm:pt>
    <dgm:pt modelId="{C5C8DD28-41EE-4D8D-BF92-975D8FDA22B3}" type="pres">
      <dgm:prSet presAssocID="{6B4895F1-90A6-48C9-9358-6E3888CC4521}" presName="hierRoot2" presStyleCnt="0">
        <dgm:presLayoutVars>
          <dgm:hierBranch/>
        </dgm:presLayoutVars>
      </dgm:prSet>
      <dgm:spPr/>
    </dgm:pt>
    <dgm:pt modelId="{7FA26332-55BB-4B3A-B664-6C2C23B5918B}" type="pres">
      <dgm:prSet presAssocID="{6B4895F1-90A6-48C9-9358-6E3888CC4521}" presName="rootComposite" presStyleCnt="0"/>
      <dgm:spPr/>
    </dgm:pt>
    <dgm:pt modelId="{921831C8-8CF1-45C6-8689-7E73EC96D534}" type="pres">
      <dgm:prSet presAssocID="{6B4895F1-90A6-48C9-9358-6E3888CC4521}" presName="rootText" presStyleLbl="node4" presStyleIdx="1" presStyleCnt="5">
        <dgm:presLayoutVars>
          <dgm:chPref val="3"/>
        </dgm:presLayoutVars>
      </dgm:prSet>
      <dgm:spPr/>
      <dgm:t>
        <a:bodyPr/>
        <a:lstStyle/>
        <a:p>
          <a:endParaRPr lang="en-US"/>
        </a:p>
      </dgm:t>
    </dgm:pt>
    <dgm:pt modelId="{0DA19622-CE7A-4291-9F9F-393433AEB1B9}" type="pres">
      <dgm:prSet presAssocID="{6B4895F1-90A6-48C9-9358-6E3888CC4521}" presName="rootConnector" presStyleLbl="node4" presStyleIdx="1" presStyleCnt="5"/>
      <dgm:spPr/>
      <dgm:t>
        <a:bodyPr/>
        <a:lstStyle/>
        <a:p>
          <a:endParaRPr lang="en-US"/>
        </a:p>
      </dgm:t>
    </dgm:pt>
    <dgm:pt modelId="{C00102B0-6E3B-4647-B1A1-955E05CB714E}" type="pres">
      <dgm:prSet presAssocID="{6B4895F1-90A6-48C9-9358-6E3888CC4521}" presName="hierChild4" presStyleCnt="0"/>
      <dgm:spPr/>
    </dgm:pt>
    <dgm:pt modelId="{2A1BA036-14E8-4EB2-A88F-1BA584078DFF}" type="pres">
      <dgm:prSet presAssocID="{102718CE-1A4B-4013-8132-6BF76981FAE3}" presName="Name35" presStyleLbl="parChTrans1D4" presStyleIdx="2" presStyleCnt="5"/>
      <dgm:spPr/>
      <dgm:t>
        <a:bodyPr/>
        <a:lstStyle/>
        <a:p>
          <a:endParaRPr lang="en-US"/>
        </a:p>
      </dgm:t>
    </dgm:pt>
    <dgm:pt modelId="{82097AD2-6EB2-4D40-A823-D388141792D4}" type="pres">
      <dgm:prSet presAssocID="{E4D10C26-E14D-4A5D-B78E-F272CB68344E}" presName="hierRoot2" presStyleCnt="0">
        <dgm:presLayoutVars>
          <dgm:hierBranch val="init"/>
        </dgm:presLayoutVars>
      </dgm:prSet>
      <dgm:spPr/>
    </dgm:pt>
    <dgm:pt modelId="{4C47F077-1EB1-45E8-9B84-0DCD6CA31269}" type="pres">
      <dgm:prSet presAssocID="{E4D10C26-E14D-4A5D-B78E-F272CB68344E}" presName="rootComposite" presStyleCnt="0"/>
      <dgm:spPr/>
    </dgm:pt>
    <dgm:pt modelId="{1A8981FC-A2DE-4FE2-A59D-279447ABCCDE}" type="pres">
      <dgm:prSet presAssocID="{E4D10C26-E14D-4A5D-B78E-F272CB68344E}" presName="rootText" presStyleLbl="node4" presStyleIdx="2" presStyleCnt="5">
        <dgm:presLayoutVars>
          <dgm:chPref val="3"/>
        </dgm:presLayoutVars>
      </dgm:prSet>
      <dgm:spPr/>
      <dgm:t>
        <a:bodyPr/>
        <a:lstStyle/>
        <a:p>
          <a:endParaRPr lang="en-US"/>
        </a:p>
      </dgm:t>
    </dgm:pt>
    <dgm:pt modelId="{41144D99-CB15-436D-90EC-94CC616936C3}" type="pres">
      <dgm:prSet presAssocID="{E4D10C26-E14D-4A5D-B78E-F272CB68344E}" presName="rootConnector" presStyleLbl="node4" presStyleIdx="2" presStyleCnt="5"/>
      <dgm:spPr/>
      <dgm:t>
        <a:bodyPr/>
        <a:lstStyle/>
        <a:p>
          <a:endParaRPr lang="en-US"/>
        </a:p>
      </dgm:t>
    </dgm:pt>
    <dgm:pt modelId="{F9A74F2B-C505-4EE5-B56E-6C6083CE1D9D}" type="pres">
      <dgm:prSet presAssocID="{E4D10C26-E14D-4A5D-B78E-F272CB68344E}" presName="hierChild4" presStyleCnt="0"/>
      <dgm:spPr/>
    </dgm:pt>
    <dgm:pt modelId="{ECB1A0E1-8E29-4A87-BC45-C9CE6E7260A0}" type="pres">
      <dgm:prSet presAssocID="{E4D10C26-E14D-4A5D-B78E-F272CB68344E}" presName="hierChild5" presStyleCnt="0"/>
      <dgm:spPr/>
    </dgm:pt>
    <dgm:pt modelId="{6059D9E3-11C3-48DE-BF4B-8C89AD95CB2D}" type="pres">
      <dgm:prSet presAssocID="{D82348C7-094A-40B5-B307-2659012BE43C}" presName="Name35" presStyleLbl="parChTrans1D4" presStyleIdx="3" presStyleCnt="5"/>
      <dgm:spPr/>
      <dgm:t>
        <a:bodyPr/>
        <a:lstStyle/>
        <a:p>
          <a:endParaRPr lang="en-US"/>
        </a:p>
      </dgm:t>
    </dgm:pt>
    <dgm:pt modelId="{52F527F4-E6DD-43FA-BAEA-FAD3BE3AC0B0}" type="pres">
      <dgm:prSet presAssocID="{680CA3B1-D7EB-41E8-A631-C2EA2819869E}" presName="hierRoot2" presStyleCnt="0">
        <dgm:presLayoutVars>
          <dgm:hierBranch val="init"/>
        </dgm:presLayoutVars>
      </dgm:prSet>
      <dgm:spPr/>
    </dgm:pt>
    <dgm:pt modelId="{69A461BE-C971-453F-8036-B29E8EB9015D}" type="pres">
      <dgm:prSet presAssocID="{680CA3B1-D7EB-41E8-A631-C2EA2819869E}" presName="rootComposite" presStyleCnt="0"/>
      <dgm:spPr/>
    </dgm:pt>
    <dgm:pt modelId="{7C332A64-F6B2-4374-881B-9704A8689B10}" type="pres">
      <dgm:prSet presAssocID="{680CA3B1-D7EB-41E8-A631-C2EA2819869E}" presName="rootText" presStyleLbl="node4" presStyleIdx="3" presStyleCnt="5">
        <dgm:presLayoutVars>
          <dgm:chPref val="3"/>
        </dgm:presLayoutVars>
      </dgm:prSet>
      <dgm:spPr/>
      <dgm:t>
        <a:bodyPr/>
        <a:lstStyle/>
        <a:p>
          <a:endParaRPr lang="en-US"/>
        </a:p>
      </dgm:t>
    </dgm:pt>
    <dgm:pt modelId="{3D24977E-C8C9-49AE-AF3D-145591015B2D}" type="pres">
      <dgm:prSet presAssocID="{680CA3B1-D7EB-41E8-A631-C2EA2819869E}" presName="rootConnector" presStyleLbl="node4" presStyleIdx="3" presStyleCnt="5"/>
      <dgm:spPr/>
      <dgm:t>
        <a:bodyPr/>
        <a:lstStyle/>
        <a:p>
          <a:endParaRPr lang="en-US"/>
        </a:p>
      </dgm:t>
    </dgm:pt>
    <dgm:pt modelId="{697CF07F-1900-46F4-B419-21F06F1D7C93}" type="pres">
      <dgm:prSet presAssocID="{680CA3B1-D7EB-41E8-A631-C2EA2819869E}" presName="hierChild4" presStyleCnt="0"/>
      <dgm:spPr/>
    </dgm:pt>
    <dgm:pt modelId="{DD3D1951-EC84-425B-A07A-691D35708377}" type="pres">
      <dgm:prSet presAssocID="{680CA3B1-D7EB-41E8-A631-C2EA2819869E}" presName="hierChild5" presStyleCnt="0"/>
      <dgm:spPr/>
    </dgm:pt>
    <dgm:pt modelId="{B8DBFA5E-3B84-49C8-A854-83253AB1B7A6}" type="pres">
      <dgm:prSet presAssocID="{6AB4B1C3-4BD5-4D6D-80E6-AB46C17085C0}" presName="Name35" presStyleLbl="parChTrans1D4" presStyleIdx="4" presStyleCnt="5"/>
      <dgm:spPr/>
      <dgm:t>
        <a:bodyPr/>
        <a:lstStyle/>
        <a:p>
          <a:endParaRPr lang="en-US"/>
        </a:p>
      </dgm:t>
    </dgm:pt>
    <dgm:pt modelId="{534B5FC1-7125-4C18-A7E1-317996C7C6C8}" type="pres">
      <dgm:prSet presAssocID="{E1889F22-044A-4841-9CA0-7145AB40466B}" presName="hierRoot2" presStyleCnt="0">
        <dgm:presLayoutVars>
          <dgm:hierBranch val="init"/>
        </dgm:presLayoutVars>
      </dgm:prSet>
      <dgm:spPr/>
    </dgm:pt>
    <dgm:pt modelId="{18733E1C-B0B5-4E4B-A84D-7F2CB397C1E8}" type="pres">
      <dgm:prSet presAssocID="{E1889F22-044A-4841-9CA0-7145AB40466B}" presName="rootComposite" presStyleCnt="0"/>
      <dgm:spPr/>
    </dgm:pt>
    <dgm:pt modelId="{F4EAD1C0-8AB3-4F1D-830C-935CC3A33003}" type="pres">
      <dgm:prSet presAssocID="{E1889F22-044A-4841-9CA0-7145AB40466B}" presName="rootText" presStyleLbl="node4" presStyleIdx="4" presStyleCnt="5">
        <dgm:presLayoutVars>
          <dgm:chPref val="3"/>
        </dgm:presLayoutVars>
      </dgm:prSet>
      <dgm:spPr/>
      <dgm:t>
        <a:bodyPr/>
        <a:lstStyle/>
        <a:p>
          <a:endParaRPr lang="en-US"/>
        </a:p>
      </dgm:t>
    </dgm:pt>
    <dgm:pt modelId="{86B99501-B187-473E-81F1-71065DAB2A51}" type="pres">
      <dgm:prSet presAssocID="{E1889F22-044A-4841-9CA0-7145AB40466B}" presName="rootConnector" presStyleLbl="node4" presStyleIdx="4" presStyleCnt="5"/>
      <dgm:spPr/>
      <dgm:t>
        <a:bodyPr/>
        <a:lstStyle/>
        <a:p>
          <a:endParaRPr lang="en-US"/>
        </a:p>
      </dgm:t>
    </dgm:pt>
    <dgm:pt modelId="{BB8F6D6D-A59B-432D-84E0-B59BF5B30335}" type="pres">
      <dgm:prSet presAssocID="{E1889F22-044A-4841-9CA0-7145AB40466B}" presName="hierChild4" presStyleCnt="0"/>
      <dgm:spPr/>
    </dgm:pt>
    <dgm:pt modelId="{E7D4E9E8-6AF9-4244-A41F-5E0B3AD9947D}" type="pres">
      <dgm:prSet presAssocID="{E1889F22-044A-4841-9CA0-7145AB40466B}" presName="hierChild5" presStyleCnt="0"/>
      <dgm:spPr/>
    </dgm:pt>
    <dgm:pt modelId="{618EE314-16BF-4479-8DE6-C37CDB5B83A7}" type="pres">
      <dgm:prSet presAssocID="{6B4895F1-90A6-48C9-9358-6E3888CC4521}" presName="hierChild5" presStyleCnt="0"/>
      <dgm:spPr/>
    </dgm:pt>
    <dgm:pt modelId="{3D156F0A-8C6B-43B1-B3D6-0D5D5F003019}" type="pres">
      <dgm:prSet presAssocID="{33CF6B85-3A0F-4F41-89A3-C5F151DCB43C}" presName="hierChild5" presStyleCnt="0"/>
      <dgm:spPr/>
    </dgm:pt>
    <dgm:pt modelId="{0C1EB71E-DEC7-4362-92F6-1AD5B08276B5}" type="pres">
      <dgm:prSet presAssocID="{33E671D8-C166-4BA9-B2B9-AE1916D1E9DF}" presName="hierChild5" presStyleCnt="0"/>
      <dgm:spPr/>
    </dgm:pt>
    <dgm:pt modelId="{EA9986A7-D6D8-49E2-9DEE-710C054E0055}" type="pres">
      <dgm:prSet presAssocID="{B7665B46-0780-459E-9046-ACCC8817C8A2}" presName="hierChild3" presStyleCnt="0"/>
      <dgm:spPr/>
    </dgm:pt>
  </dgm:ptLst>
  <dgm:cxnLst>
    <dgm:cxn modelId="{D02C08F2-95DC-4525-81F3-24D74089154D}" srcId="{727CADB8-C4B6-4600-90A7-73F48187D7CF}" destId="{7071B405-19BF-49A8-9C4A-643F710C6C01}" srcOrd="0" destOrd="0" parTransId="{356DE49A-4465-44BA-BA84-B5547BB7696F}" sibTransId="{1E19A8E1-F502-4684-9AA3-7C858B8EAC0C}"/>
    <dgm:cxn modelId="{ACD94502-18AD-4820-8194-DFB906D35F34}" type="presOf" srcId="{B7665B46-0780-459E-9046-ACCC8817C8A2}" destId="{FFB730B6-DB65-45F4-B32B-BCCF580800A2}" srcOrd="0" destOrd="0" presId="urn:microsoft.com/office/officeart/2005/8/layout/orgChart1"/>
    <dgm:cxn modelId="{5755ADFE-5757-43F8-86CD-0211D7932B32}" type="presOf" srcId="{E4D10C26-E14D-4A5D-B78E-F272CB68344E}" destId="{1A8981FC-A2DE-4FE2-A59D-279447ABCCDE}" srcOrd="0" destOrd="0" presId="urn:microsoft.com/office/officeart/2005/8/layout/orgChart1"/>
    <dgm:cxn modelId="{7603CE6D-3144-4A02-9B88-E57A7CF86F04}" type="presOf" srcId="{727CADB8-C4B6-4600-90A7-73F48187D7CF}" destId="{C52D26AD-A42A-4F52-981E-821BBFFFD8F7}" srcOrd="0" destOrd="0" presId="urn:microsoft.com/office/officeart/2005/8/layout/orgChart1"/>
    <dgm:cxn modelId="{90D29257-1F62-4651-A163-45180A44E274}" type="presOf" srcId="{102718CE-1A4B-4013-8132-6BF76981FAE3}" destId="{2A1BA036-14E8-4EB2-A88F-1BA584078DFF}" srcOrd="0" destOrd="0" presId="urn:microsoft.com/office/officeart/2005/8/layout/orgChart1"/>
    <dgm:cxn modelId="{0C1E69A2-BDDD-45A8-B6AB-B67A42BC3802}" type="presOf" srcId="{76A01626-7B9A-44B4-9AC5-3643EC8B7245}" destId="{BAAEB108-DA7D-47BB-98FC-0F2BF54C027D}" srcOrd="0" destOrd="0" presId="urn:microsoft.com/office/officeart/2005/8/layout/orgChart1"/>
    <dgm:cxn modelId="{408D7EFE-0D95-4E5E-858E-2DA3672D2994}" type="presOf" srcId="{DC734720-330C-4706-AAEE-F4530697E719}" destId="{6929290B-C06F-4DA9-9D95-0AB5E5F89CD9}" srcOrd="0" destOrd="0" presId="urn:microsoft.com/office/officeart/2005/8/layout/orgChart1"/>
    <dgm:cxn modelId="{A547B203-0365-4341-B1F4-FEC2649A884B}" srcId="{B7665B46-0780-459E-9046-ACCC8817C8A2}" destId="{E9537274-455A-440B-BBF7-538A3C707C7E}" srcOrd="1" destOrd="0" parTransId="{DC734720-330C-4706-AAEE-F4530697E719}" sibTransId="{AC17EF97-0AA9-461F-831F-03644CF0BB96}"/>
    <dgm:cxn modelId="{A0EA36A6-243B-46EF-9540-F1B2F0F4944A}" srcId="{9AF44CA6-22A2-460C-85D8-26FD33EAE0AB}" destId="{B7665B46-0780-459E-9046-ACCC8817C8A2}" srcOrd="0" destOrd="0" parTransId="{8D1D47F5-FD0D-4B09-A8F2-3353944D9D06}" sibTransId="{BDBBE25B-1EA1-4D19-9B94-C4C7DD1142F7}"/>
    <dgm:cxn modelId="{BDB59A92-E83A-49A5-B731-C0D477AB70EA}" type="presOf" srcId="{33E671D8-C166-4BA9-B2B9-AE1916D1E9DF}" destId="{63139F11-7C1C-4BB5-91CE-5A89DA3EB99A}" srcOrd="0" destOrd="0" presId="urn:microsoft.com/office/officeart/2005/8/layout/orgChart1"/>
    <dgm:cxn modelId="{096ED77E-9C0F-4A17-AB51-558D094F171B}" type="presOf" srcId="{E1889F22-044A-4841-9CA0-7145AB40466B}" destId="{F4EAD1C0-8AB3-4F1D-830C-935CC3A33003}" srcOrd="0" destOrd="0" presId="urn:microsoft.com/office/officeart/2005/8/layout/orgChart1"/>
    <dgm:cxn modelId="{43B2EAA4-32D5-4745-AE2E-3EF2FFF58EED}" type="presOf" srcId="{5AF2C8C8-9DE3-480F-A00A-AFA9F9D72B4A}" destId="{7B318E2A-0ED1-4EA6-874D-9BEF672CC8CB}" srcOrd="0" destOrd="0" presId="urn:microsoft.com/office/officeart/2005/8/layout/orgChart1"/>
    <dgm:cxn modelId="{7D2EA0F7-B053-4CC1-B20C-1736ADC5DCD7}" srcId="{33E671D8-C166-4BA9-B2B9-AE1916D1E9DF}" destId="{33CF6B85-3A0F-4F41-89A3-C5F151DCB43C}" srcOrd="0" destOrd="0" parTransId="{F237075E-1F9D-4C2A-A791-C32B753E467C}" sibTransId="{EC289245-4AD0-4937-B6AB-E3ABCD7147D9}"/>
    <dgm:cxn modelId="{772B32E9-6331-4FA9-AC18-91C1D1D5FBB3}" type="presOf" srcId="{E9537274-455A-440B-BBF7-538A3C707C7E}" destId="{BEA379EE-8D0F-44F5-863D-0FD690CD399C}" srcOrd="1" destOrd="0" presId="urn:microsoft.com/office/officeart/2005/8/layout/orgChart1"/>
    <dgm:cxn modelId="{7C5FF8B9-0DA7-4D8F-A132-2BE8D2C8C502}" type="presOf" srcId="{33CF6B85-3A0F-4F41-89A3-C5F151DCB43C}" destId="{B91C7DEC-1BB5-4219-A5F1-F84F2A450371}" srcOrd="0" destOrd="0" presId="urn:microsoft.com/office/officeart/2005/8/layout/orgChart1"/>
    <dgm:cxn modelId="{6065C689-038B-47D4-A7F7-469E45921171}" type="presOf" srcId="{6AB4B1C3-4BD5-4D6D-80E6-AB46C17085C0}" destId="{B8DBFA5E-3B84-49C8-A854-83253AB1B7A6}" srcOrd="0" destOrd="0" presId="urn:microsoft.com/office/officeart/2005/8/layout/orgChart1"/>
    <dgm:cxn modelId="{0A2CAE91-36A6-4976-9787-5BFDE1628B81}" srcId="{7071B405-19BF-49A8-9C4A-643F710C6C01}" destId="{B70B95F4-183C-496C-84F8-AE0ADCEE651D}" srcOrd="0" destOrd="0" parTransId="{608FD238-0A8F-474F-8D64-5EDE619104E3}" sibTransId="{2EDC752A-C0D4-47C5-A734-F01056959663}"/>
    <dgm:cxn modelId="{07E072DF-AD0D-429C-8C0C-E07AB0AAC76C}" type="presOf" srcId="{E4D10C26-E14D-4A5D-B78E-F272CB68344E}" destId="{41144D99-CB15-436D-90EC-94CC616936C3}" srcOrd="1" destOrd="0" presId="urn:microsoft.com/office/officeart/2005/8/layout/orgChart1"/>
    <dgm:cxn modelId="{C30B15E5-BC18-47E9-8B47-1CCF41FB6A86}" type="presOf" srcId="{727CADB8-C4B6-4600-90A7-73F48187D7CF}" destId="{31A8592F-5A0E-499E-897B-3BB4140E16C9}" srcOrd="1" destOrd="0" presId="urn:microsoft.com/office/officeart/2005/8/layout/orgChart1"/>
    <dgm:cxn modelId="{8104166B-94BD-4CB9-9076-511DAD308D83}" type="presOf" srcId="{E9537274-455A-440B-BBF7-538A3C707C7E}" destId="{85289A34-F4E3-4896-9467-121AB7A5CB3B}" srcOrd="0" destOrd="0" presId="urn:microsoft.com/office/officeart/2005/8/layout/orgChart1"/>
    <dgm:cxn modelId="{6B11D23D-9DF7-4216-9D1E-E67C96BC9B07}" srcId="{33CF6B85-3A0F-4F41-89A3-C5F151DCB43C}" destId="{6B4895F1-90A6-48C9-9358-6E3888CC4521}" srcOrd="0" destOrd="0" parTransId="{DB42C9A3-5995-4E51-BB18-C81496151888}" sibTransId="{EC286E7E-75FE-4907-922A-92DD071AFCC6}"/>
    <dgm:cxn modelId="{F037FC72-2FAC-451C-9176-F8EEDC6E6095}" type="presOf" srcId="{B70B95F4-183C-496C-84F8-AE0ADCEE651D}" destId="{2239F144-B2FB-4AFE-8CD8-7D2905F8B140}" srcOrd="1" destOrd="0" presId="urn:microsoft.com/office/officeart/2005/8/layout/orgChart1"/>
    <dgm:cxn modelId="{C70C05A7-4B7D-4AD5-859B-3B0B3204D37C}" type="presOf" srcId="{7071B405-19BF-49A8-9C4A-643F710C6C01}" destId="{0CAE81EE-AA00-4E06-8821-98A143F97B54}" srcOrd="0" destOrd="0" presId="urn:microsoft.com/office/officeart/2005/8/layout/orgChart1"/>
    <dgm:cxn modelId="{09074919-3FC4-4A0D-9F9A-8364945A720A}" type="presOf" srcId="{356DE49A-4465-44BA-BA84-B5547BB7696F}" destId="{6E7209BD-723B-4632-9C3B-A53B512617CA}" srcOrd="0" destOrd="0" presId="urn:microsoft.com/office/officeart/2005/8/layout/orgChart1"/>
    <dgm:cxn modelId="{DA99FC13-9840-4165-953A-FFFE562B3622}" srcId="{6B4895F1-90A6-48C9-9358-6E3888CC4521}" destId="{680CA3B1-D7EB-41E8-A631-C2EA2819869E}" srcOrd="1" destOrd="0" parTransId="{D82348C7-094A-40B5-B307-2659012BE43C}" sibTransId="{9D01C7A4-3BAA-4AB8-8B09-AFBD5467BE6A}"/>
    <dgm:cxn modelId="{3B931D40-E308-4F28-9254-44C9AF271214}" type="presOf" srcId="{DB42C9A3-5995-4E51-BB18-C81496151888}" destId="{15C5985C-68E2-4D09-8D59-94E11DBFB08F}" srcOrd="0" destOrd="0" presId="urn:microsoft.com/office/officeart/2005/8/layout/orgChart1"/>
    <dgm:cxn modelId="{BEF57283-BD03-4C68-AD4E-B7205AF8382E}" srcId="{B7665B46-0780-459E-9046-ACCC8817C8A2}" destId="{727CADB8-C4B6-4600-90A7-73F48187D7CF}" srcOrd="0" destOrd="0" parTransId="{76A01626-7B9A-44B4-9AC5-3643EC8B7245}" sibTransId="{0EE09719-8BE4-4F1B-BC3B-7B4C3980890B}"/>
    <dgm:cxn modelId="{A3BDC675-E264-442E-B4CC-FD413B272F7E}" type="presOf" srcId="{33CF6B85-3A0F-4F41-89A3-C5F151DCB43C}" destId="{50D6FBD3-F631-4414-996F-2A0FFDFCE081}" srcOrd="1" destOrd="0" presId="urn:microsoft.com/office/officeart/2005/8/layout/orgChart1"/>
    <dgm:cxn modelId="{D3D5B67D-CF88-4137-87D8-466E79BF2CAF}" type="presOf" srcId="{E1889F22-044A-4841-9CA0-7145AB40466B}" destId="{86B99501-B187-473E-81F1-71065DAB2A51}" srcOrd="1" destOrd="0" presId="urn:microsoft.com/office/officeart/2005/8/layout/orgChart1"/>
    <dgm:cxn modelId="{4172CE52-D8A2-41A4-88E2-608C633F23F1}" type="presOf" srcId="{33E671D8-C166-4BA9-B2B9-AE1916D1E9DF}" destId="{850BD718-C3AC-431C-B08A-2E1F8F5FD052}" srcOrd="1" destOrd="0" presId="urn:microsoft.com/office/officeart/2005/8/layout/orgChart1"/>
    <dgm:cxn modelId="{5C450083-DDAD-44A5-AE73-822200D630CC}" type="presOf" srcId="{F237075E-1F9D-4C2A-A791-C32B753E467C}" destId="{517FB065-64CC-4045-9BA1-B858E3155040}" srcOrd="0" destOrd="0" presId="urn:microsoft.com/office/officeart/2005/8/layout/orgChart1"/>
    <dgm:cxn modelId="{D0D155EF-B542-4CAA-B8A4-EAAD53C1B8E1}" type="presOf" srcId="{6B4895F1-90A6-48C9-9358-6E3888CC4521}" destId="{921831C8-8CF1-45C6-8689-7E73EC96D534}" srcOrd="0" destOrd="0" presId="urn:microsoft.com/office/officeart/2005/8/layout/orgChart1"/>
    <dgm:cxn modelId="{90A4BE1B-A06A-4C53-B227-CC73762988CF}" type="presOf" srcId="{680CA3B1-D7EB-41E8-A631-C2EA2819869E}" destId="{3D24977E-C8C9-49AE-AF3D-145591015B2D}" srcOrd="1" destOrd="0" presId="urn:microsoft.com/office/officeart/2005/8/layout/orgChart1"/>
    <dgm:cxn modelId="{3A92DE75-8833-40C4-9DF2-E3CC1919D397}" type="presOf" srcId="{7071B405-19BF-49A8-9C4A-643F710C6C01}" destId="{CE88580A-7093-49DE-8BFB-8B02BF0D3EEC}" srcOrd="1" destOrd="0" presId="urn:microsoft.com/office/officeart/2005/8/layout/orgChart1"/>
    <dgm:cxn modelId="{0281C6F0-8C76-488D-8BAD-94547A7F9B60}" type="presOf" srcId="{B7665B46-0780-459E-9046-ACCC8817C8A2}" destId="{6F2A8374-9A45-47F6-A5E4-2CA9A97A73AA}" srcOrd="1" destOrd="0" presId="urn:microsoft.com/office/officeart/2005/8/layout/orgChart1"/>
    <dgm:cxn modelId="{717E74C3-DB09-4F18-AA4D-6C32377ED416}" type="presOf" srcId="{6B4895F1-90A6-48C9-9358-6E3888CC4521}" destId="{0DA19622-CE7A-4291-9F9F-393433AEB1B9}" srcOrd="1" destOrd="0" presId="urn:microsoft.com/office/officeart/2005/8/layout/orgChart1"/>
    <dgm:cxn modelId="{0FA3BB6D-B51B-472F-8577-F36DFDE204F1}" srcId="{6B4895F1-90A6-48C9-9358-6E3888CC4521}" destId="{E4D10C26-E14D-4A5D-B78E-F272CB68344E}" srcOrd="0" destOrd="0" parTransId="{102718CE-1A4B-4013-8132-6BF76981FAE3}" sibTransId="{3596FD23-D553-428F-8321-7290E3E08ADA}"/>
    <dgm:cxn modelId="{04E4787E-60F3-41BB-B053-0C75047B0A57}" type="presOf" srcId="{B70B95F4-183C-496C-84F8-AE0ADCEE651D}" destId="{5104FAD0-63E4-495C-A501-CA203036220A}" srcOrd="0" destOrd="0" presId="urn:microsoft.com/office/officeart/2005/8/layout/orgChart1"/>
    <dgm:cxn modelId="{AAC996E4-685A-46D0-8E05-32DEDBE9547F}" type="presOf" srcId="{680CA3B1-D7EB-41E8-A631-C2EA2819869E}" destId="{7C332A64-F6B2-4374-881B-9704A8689B10}" srcOrd="0" destOrd="0" presId="urn:microsoft.com/office/officeart/2005/8/layout/orgChart1"/>
    <dgm:cxn modelId="{C887B512-CCB3-43A9-A193-874D1D1956F1}" type="presOf" srcId="{608FD238-0A8F-474F-8D64-5EDE619104E3}" destId="{A6C5158F-B4CF-4879-BBFA-188CE6CB07F8}" srcOrd="0" destOrd="0" presId="urn:microsoft.com/office/officeart/2005/8/layout/orgChart1"/>
    <dgm:cxn modelId="{69C83B20-90FC-43C8-9CA6-209087D225B3}" type="presOf" srcId="{D82348C7-094A-40B5-B307-2659012BE43C}" destId="{6059D9E3-11C3-48DE-BF4B-8C89AD95CB2D}" srcOrd="0" destOrd="0" presId="urn:microsoft.com/office/officeart/2005/8/layout/orgChart1"/>
    <dgm:cxn modelId="{50F8C087-4DC9-4C66-9A86-8013FC52C179}" srcId="{B7665B46-0780-459E-9046-ACCC8817C8A2}" destId="{33E671D8-C166-4BA9-B2B9-AE1916D1E9DF}" srcOrd="2" destOrd="0" parTransId="{5AF2C8C8-9DE3-480F-A00A-AFA9F9D72B4A}" sibTransId="{2700A881-2F65-4C3F-8A2D-38E968A4586E}"/>
    <dgm:cxn modelId="{831219AD-375A-4E8B-AAFD-3A881ED70AF8}" type="presOf" srcId="{9AF44CA6-22A2-460C-85D8-26FD33EAE0AB}" destId="{77E47B06-E333-4F21-AF82-9CC6DF57BE44}" srcOrd="0" destOrd="0" presId="urn:microsoft.com/office/officeart/2005/8/layout/orgChart1"/>
    <dgm:cxn modelId="{2EE785DF-EB11-4213-9D13-1FF4D37E77B1}" srcId="{6B4895F1-90A6-48C9-9358-6E3888CC4521}" destId="{E1889F22-044A-4841-9CA0-7145AB40466B}" srcOrd="2" destOrd="0" parTransId="{6AB4B1C3-4BD5-4D6D-80E6-AB46C17085C0}" sibTransId="{36B6477D-039F-4274-95AA-B931F9F17B66}"/>
    <dgm:cxn modelId="{3FFDE951-46DD-4100-885D-FEACDC22C5B5}" type="presParOf" srcId="{77E47B06-E333-4F21-AF82-9CC6DF57BE44}" destId="{9F1D3868-2360-44BB-A5AC-C641B89FD777}" srcOrd="0" destOrd="0" presId="urn:microsoft.com/office/officeart/2005/8/layout/orgChart1"/>
    <dgm:cxn modelId="{89AFEDF7-351F-45DC-AF57-4597701E5C25}" type="presParOf" srcId="{9F1D3868-2360-44BB-A5AC-C641B89FD777}" destId="{19D36AE7-022C-49CB-88CD-478B7047C05A}" srcOrd="0" destOrd="0" presId="urn:microsoft.com/office/officeart/2005/8/layout/orgChart1"/>
    <dgm:cxn modelId="{220D5C58-42B9-4FF1-B283-D1FC8C7099B1}" type="presParOf" srcId="{19D36AE7-022C-49CB-88CD-478B7047C05A}" destId="{FFB730B6-DB65-45F4-B32B-BCCF580800A2}" srcOrd="0" destOrd="0" presId="urn:microsoft.com/office/officeart/2005/8/layout/orgChart1"/>
    <dgm:cxn modelId="{71D94AEE-05D8-4A2A-91F2-E32D71CF23D6}" type="presParOf" srcId="{19D36AE7-022C-49CB-88CD-478B7047C05A}" destId="{6F2A8374-9A45-47F6-A5E4-2CA9A97A73AA}" srcOrd="1" destOrd="0" presId="urn:microsoft.com/office/officeart/2005/8/layout/orgChart1"/>
    <dgm:cxn modelId="{CAEF2E4E-CB03-4C5A-92D3-C8C2C7D20CFC}" type="presParOf" srcId="{9F1D3868-2360-44BB-A5AC-C641B89FD777}" destId="{9D9FCBFD-359E-4DFB-AA0A-6D8949945FCF}" srcOrd="1" destOrd="0" presId="urn:microsoft.com/office/officeart/2005/8/layout/orgChart1"/>
    <dgm:cxn modelId="{5D4B686E-ECD9-4EF7-935B-6B14B8F70A11}" type="presParOf" srcId="{9D9FCBFD-359E-4DFB-AA0A-6D8949945FCF}" destId="{BAAEB108-DA7D-47BB-98FC-0F2BF54C027D}" srcOrd="0" destOrd="0" presId="urn:microsoft.com/office/officeart/2005/8/layout/orgChart1"/>
    <dgm:cxn modelId="{DAC057C6-5C4D-4F95-80A5-742713FB12C9}" type="presParOf" srcId="{9D9FCBFD-359E-4DFB-AA0A-6D8949945FCF}" destId="{0F7E9653-17E4-44DF-8575-61482ED6AE63}" srcOrd="1" destOrd="0" presId="urn:microsoft.com/office/officeart/2005/8/layout/orgChart1"/>
    <dgm:cxn modelId="{1CE92936-F17B-4BCB-BDBA-3D0014F5182A}" type="presParOf" srcId="{0F7E9653-17E4-44DF-8575-61482ED6AE63}" destId="{B3B1B2DF-546D-4E12-B429-4A3E8E512469}" srcOrd="0" destOrd="0" presId="urn:microsoft.com/office/officeart/2005/8/layout/orgChart1"/>
    <dgm:cxn modelId="{8EBA803F-8049-408B-B624-A214E2DDE0BD}" type="presParOf" srcId="{B3B1B2DF-546D-4E12-B429-4A3E8E512469}" destId="{C52D26AD-A42A-4F52-981E-821BBFFFD8F7}" srcOrd="0" destOrd="0" presId="urn:microsoft.com/office/officeart/2005/8/layout/orgChart1"/>
    <dgm:cxn modelId="{E227B0A5-14A2-42F0-8025-6E2D41D8A276}" type="presParOf" srcId="{B3B1B2DF-546D-4E12-B429-4A3E8E512469}" destId="{31A8592F-5A0E-499E-897B-3BB4140E16C9}" srcOrd="1" destOrd="0" presId="urn:microsoft.com/office/officeart/2005/8/layout/orgChart1"/>
    <dgm:cxn modelId="{C8BD458B-444E-4AFC-B000-BCEB0A81224D}" type="presParOf" srcId="{0F7E9653-17E4-44DF-8575-61482ED6AE63}" destId="{32EDB8A4-46D7-47F2-BC4D-0C8AE5F089D0}" srcOrd="1" destOrd="0" presId="urn:microsoft.com/office/officeart/2005/8/layout/orgChart1"/>
    <dgm:cxn modelId="{1038FA40-B470-49D9-8524-1F91BA33A5F5}" type="presParOf" srcId="{32EDB8A4-46D7-47F2-BC4D-0C8AE5F089D0}" destId="{6E7209BD-723B-4632-9C3B-A53B512617CA}" srcOrd="0" destOrd="0" presId="urn:microsoft.com/office/officeart/2005/8/layout/orgChart1"/>
    <dgm:cxn modelId="{FB4FE410-42A5-4FD8-9CC3-EDEA4DDAACBC}" type="presParOf" srcId="{32EDB8A4-46D7-47F2-BC4D-0C8AE5F089D0}" destId="{D58ED965-42C7-4936-877E-DFD44F9FC4F9}" srcOrd="1" destOrd="0" presId="urn:microsoft.com/office/officeart/2005/8/layout/orgChart1"/>
    <dgm:cxn modelId="{CC4CD576-7BB4-47CB-B53E-26B6300E8761}" type="presParOf" srcId="{D58ED965-42C7-4936-877E-DFD44F9FC4F9}" destId="{3AEA3260-A8A3-4D30-9BFF-54097DCF29FD}" srcOrd="0" destOrd="0" presId="urn:microsoft.com/office/officeart/2005/8/layout/orgChart1"/>
    <dgm:cxn modelId="{F6067A76-C60E-4DA8-ADF5-0E59D1AF6C45}" type="presParOf" srcId="{3AEA3260-A8A3-4D30-9BFF-54097DCF29FD}" destId="{0CAE81EE-AA00-4E06-8821-98A143F97B54}" srcOrd="0" destOrd="0" presId="urn:microsoft.com/office/officeart/2005/8/layout/orgChart1"/>
    <dgm:cxn modelId="{BF1223D3-B548-400A-92E1-93C53875655E}" type="presParOf" srcId="{3AEA3260-A8A3-4D30-9BFF-54097DCF29FD}" destId="{CE88580A-7093-49DE-8BFB-8B02BF0D3EEC}" srcOrd="1" destOrd="0" presId="urn:microsoft.com/office/officeart/2005/8/layout/orgChart1"/>
    <dgm:cxn modelId="{5B6F37D8-A4E6-48B4-96F5-D43AF2954515}" type="presParOf" srcId="{D58ED965-42C7-4936-877E-DFD44F9FC4F9}" destId="{6C09A8FD-7C6D-4446-9C4F-99D72690F309}" srcOrd="1" destOrd="0" presId="urn:microsoft.com/office/officeart/2005/8/layout/orgChart1"/>
    <dgm:cxn modelId="{5491D6B1-026C-43D4-BA7A-C3C66F65BB42}" type="presParOf" srcId="{6C09A8FD-7C6D-4446-9C4F-99D72690F309}" destId="{A6C5158F-B4CF-4879-BBFA-188CE6CB07F8}" srcOrd="0" destOrd="0" presId="urn:microsoft.com/office/officeart/2005/8/layout/orgChart1"/>
    <dgm:cxn modelId="{41DACB33-3C6F-451C-8DC6-EB93C1413E16}" type="presParOf" srcId="{6C09A8FD-7C6D-4446-9C4F-99D72690F309}" destId="{EC68B0F1-A53B-453F-8243-B614B49860BE}" srcOrd="1" destOrd="0" presId="urn:microsoft.com/office/officeart/2005/8/layout/orgChart1"/>
    <dgm:cxn modelId="{F8B2526B-68DA-4521-A2F4-79A17D711E7A}" type="presParOf" srcId="{EC68B0F1-A53B-453F-8243-B614B49860BE}" destId="{EDCA65D8-B726-4115-ACF3-0D3B4389EF42}" srcOrd="0" destOrd="0" presId="urn:microsoft.com/office/officeart/2005/8/layout/orgChart1"/>
    <dgm:cxn modelId="{E776CCA3-BBA0-493A-AC9E-265DE67428D1}" type="presParOf" srcId="{EDCA65D8-B726-4115-ACF3-0D3B4389EF42}" destId="{5104FAD0-63E4-495C-A501-CA203036220A}" srcOrd="0" destOrd="0" presId="urn:microsoft.com/office/officeart/2005/8/layout/orgChart1"/>
    <dgm:cxn modelId="{48B66EB5-6A92-45A9-B41B-E23A44D53DF7}" type="presParOf" srcId="{EDCA65D8-B726-4115-ACF3-0D3B4389EF42}" destId="{2239F144-B2FB-4AFE-8CD8-7D2905F8B140}" srcOrd="1" destOrd="0" presId="urn:microsoft.com/office/officeart/2005/8/layout/orgChart1"/>
    <dgm:cxn modelId="{F6A61015-35D7-4911-A43F-4F3C43FA5DA3}" type="presParOf" srcId="{EC68B0F1-A53B-453F-8243-B614B49860BE}" destId="{E531376D-0252-43FF-B009-E2AEFFBC54D2}" srcOrd="1" destOrd="0" presId="urn:microsoft.com/office/officeart/2005/8/layout/orgChart1"/>
    <dgm:cxn modelId="{32D46512-23CA-4D04-A069-B053D6ADFC7B}" type="presParOf" srcId="{EC68B0F1-A53B-453F-8243-B614B49860BE}" destId="{5C710068-74A8-4A65-8581-0D74EC56546D}" srcOrd="2" destOrd="0" presId="urn:microsoft.com/office/officeart/2005/8/layout/orgChart1"/>
    <dgm:cxn modelId="{1E6D8425-FC06-41AE-9637-AD164964FB2D}" type="presParOf" srcId="{D58ED965-42C7-4936-877E-DFD44F9FC4F9}" destId="{475B73CB-275D-46F5-8137-340A7AE9CB50}" srcOrd="2" destOrd="0" presId="urn:microsoft.com/office/officeart/2005/8/layout/orgChart1"/>
    <dgm:cxn modelId="{EC080D6C-954E-4BF3-8E84-7F29098A2C0C}" type="presParOf" srcId="{0F7E9653-17E4-44DF-8575-61482ED6AE63}" destId="{B409EB70-DE0A-4FEC-82BD-4297A8259E10}" srcOrd="2" destOrd="0" presId="urn:microsoft.com/office/officeart/2005/8/layout/orgChart1"/>
    <dgm:cxn modelId="{889B889A-87BE-4F6A-B8B7-71BCFD67A727}" type="presParOf" srcId="{9D9FCBFD-359E-4DFB-AA0A-6D8949945FCF}" destId="{6929290B-C06F-4DA9-9D95-0AB5E5F89CD9}" srcOrd="2" destOrd="0" presId="urn:microsoft.com/office/officeart/2005/8/layout/orgChart1"/>
    <dgm:cxn modelId="{9A9BA878-F642-4DF4-858B-D635530836CA}" type="presParOf" srcId="{9D9FCBFD-359E-4DFB-AA0A-6D8949945FCF}" destId="{4EDE4B8B-29A6-4E8D-9D00-51AF18A33864}" srcOrd="3" destOrd="0" presId="urn:microsoft.com/office/officeart/2005/8/layout/orgChart1"/>
    <dgm:cxn modelId="{E184EBA3-1066-4A3B-874F-D1D0F430283A}" type="presParOf" srcId="{4EDE4B8B-29A6-4E8D-9D00-51AF18A33864}" destId="{77E5E831-F371-4018-B395-9DBFABAC3EB6}" srcOrd="0" destOrd="0" presId="urn:microsoft.com/office/officeart/2005/8/layout/orgChart1"/>
    <dgm:cxn modelId="{0647405B-EBD7-41D8-85AD-CF35B2B45FBC}" type="presParOf" srcId="{77E5E831-F371-4018-B395-9DBFABAC3EB6}" destId="{85289A34-F4E3-4896-9467-121AB7A5CB3B}" srcOrd="0" destOrd="0" presId="urn:microsoft.com/office/officeart/2005/8/layout/orgChart1"/>
    <dgm:cxn modelId="{56DF7405-277A-44B6-8906-DC8B0FCADE7E}" type="presParOf" srcId="{77E5E831-F371-4018-B395-9DBFABAC3EB6}" destId="{BEA379EE-8D0F-44F5-863D-0FD690CD399C}" srcOrd="1" destOrd="0" presId="urn:microsoft.com/office/officeart/2005/8/layout/orgChart1"/>
    <dgm:cxn modelId="{05ECC798-A080-4A26-AA32-674F06EC8B5D}" type="presParOf" srcId="{4EDE4B8B-29A6-4E8D-9D00-51AF18A33864}" destId="{461B9091-6B36-4AE7-BBDC-35FD040F5896}" srcOrd="1" destOrd="0" presId="urn:microsoft.com/office/officeart/2005/8/layout/orgChart1"/>
    <dgm:cxn modelId="{D3107C1A-01B8-482C-857C-EC8B2FF374E1}" type="presParOf" srcId="{4EDE4B8B-29A6-4E8D-9D00-51AF18A33864}" destId="{EC0C608E-48B3-48B8-886A-49EA58531FCB}" srcOrd="2" destOrd="0" presId="urn:microsoft.com/office/officeart/2005/8/layout/orgChart1"/>
    <dgm:cxn modelId="{43B045B6-52E7-4FEA-89AA-4C5909E311EB}" type="presParOf" srcId="{9D9FCBFD-359E-4DFB-AA0A-6D8949945FCF}" destId="{7B318E2A-0ED1-4EA6-874D-9BEF672CC8CB}" srcOrd="4" destOrd="0" presId="urn:microsoft.com/office/officeart/2005/8/layout/orgChart1"/>
    <dgm:cxn modelId="{4B0F4FD9-14CE-42BD-96B4-86FF405317B4}" type="presParOf" srcId="{9D9FCBFD-359E-4DFB-AA0A-6D8949945FCF}" destId="{0BE71C64-EF8E-4A03-8494-C3E5289B14DC}" srcOrd="5" destOrd="0" presId="urn:microsoft.com/office/officeart/2005/8/layout/orgChart1"/>
    <dgm:cxn modelId="{8772E334-3433-4856-97B4-A766B8075568}" type="presParOf" srcId="{0BE71C64-EF8E-4A03-8494-C3E5289B14DC}" destId="{F4BF166D-8C4B-472B-96AE-33A1F880B8D9}" srcOrd="0" destOrd="0" presId="urn:microsoft.com/office/officeart/2005/8/layout/orgChart1"/>
    <dgm:cxn modelId="{30B30B2C-D7DD-4A7C-88C4-50507F16DD91}" type="presParOf" srcId="{F4BF166D-8C4B-472B-96AE-33A1F880B8D9}" destId="{63139F11-7C1C-4BB5-91CE-5A89DA3EB99A}" srcOrd="0" destOrd="0" presId="urn:microsoft.com/office/officeart/2005/8/layout/orgChart1"/>
    <dgm:cxn modelId="{27E055EC-1BF3-40F3-B0EB-AB0F32338222}" type="presParOf" srcId="{F4BF166D-8C4B-472B-96AE-33A1F880B8D9}" destId="{850BD718-C3AC-431C-B08A-2E1F8F5FD052}" srcOrd="1" destOrd="0" presId="urn:microsoft.com/office/officeart/2005/8/layout/orgChart1"/>
    <dgm:cxn modelId="{1FC8DDEB-278F-4C3A-904D-2344CF7FA504}" type="presParOf" srcId="{0BE71C64-EF8E-4A03-8494-C3E5289B14DC}" destId="{889DB3B9-33DF-4D0C-BA0F-6E611E2CAB3A}" srcOrd="1" destOrd="0" presId="urn:microsoft.com/office/officeart/2005/8/layout/orgChart1"/>
    <dgm:cxn modelId="{CF574CF3-3022-4C7A-8509-3C25A4593195}" type="presParOf" srcId="{889DB3B9-33DF-4D0C-BA0F-6E611E2CAB3A}" destId="{517FB065-64CC-4045-9BA1-B858E3155040}" srcOrd="0" destOrd="0" presId="urn:microsoft.com/office/officeart/2005/8/layout/orgChart1"/>
    <dgm:cxn modelId="{C4DFACA2-73EB-4E63-A48E-32F265004CBE}" type="presParOf" srcId="{889DB3B9-33DF-4D0C-BA0F-6E611E2CAB3A}" destId="{2701F28B-A375-43CD-8345-25CC0765A5C1}" srcOrd="1" destOrd="0" presId="urn:microsoft.com/office/officeart/2005/8/layout/orgChart1"/>
    <dgm:cxn modelId="{DE95BD02-2E62-4C83-BC8D-61DDB1600D64}" type="presParOf" srcId="{2701F28B-A375-43CD-8345-25CC0765A5C1}" destId="{BC75DAA4-0356-44FD-B0E4-4AFA0280F538}" srcOrd="0" destOrd="0" presId="urn:microsoft.com/office/officeart/2005/8/layout/orgChart1"/>
    <dgm:cxn modelId="{C8865344-F03A-4715-96FC-0EFFDC14FF32}" type="presParOf" srcId="{BC75DAA4-0356-44FD-B0E4-4AFA0280F538}" destId="{B91C7DEC-1BB5-4219-A5F1-F84F2A450371}" srcOrd="0" destOrd="0" presId="urn:microsoft.com/office/officeart/2005/8/layout/orgChart1"/>
    <dgm:cxn modelId="{2B922AB0-051C-4024-88EF-56D2B59774D6}" type="presParOf" srcId="{BC75DAA4-0356-44FD-B0E4-4AFA0280F538}" destId="{50D6FBD3-F631-4414-996F-2A0FFDFCE081}" srcOrd="1" destOrd="0" presId="urn:microsoft.com/office/officeart/2005/8/layout/orgChart1"/>
    <dgm:cxn modelId="{370F3CF0-F221-478A-B453-BBEB881AEC8B}" type="presParOf" srcId="{2701F28B-A375-43CD-8345-25CC0765A5C1}" destId="{9AF417D2-F607-4C2B-BE4B-BFC97B9B2DB0}" srcOrd="1" destOrd="0" presId="urn:microsoft.com/office/officeart/2005/8/layout/orgChart1"/>
    <dgm:cxn modelId="{564CC256-BC90-4A06-8FA6-7E957D43A5DB}" type="presParOf" srcId="{9AF417D2-F607-4C2B-BE4B-BFC97B9B2DB0}" destId="{15C5985C-68E2-4D09-8D59-94E11DBFB08F}" srcOrd="0" destOrd="0" presId="urn:microsoft.com/office/officeart/2005/8/layout/orgChart1"/>
    <dgm:cxn modelId="{76B2BE12-D507-4BA9-8F8E-1F200A2EF0C0}" type="presParOf" srcId="{9AF417D2-F607-4C2B-BE4B-BFC97B9B2DB0}" destId="{C5C8DD28-41EE-4D8D-BF92-975D8FDA22B3}" srcOrd="1" destOrd="0" presId="urn:microsoft.com/office/officeart/2005/8/layout/orgChart1"/>
    <dgm:cxn modelId="{F98F2C67-DBC2-42A8-84C9-7BF84A9A92FE}" type="presParOf" srcId="{C5C8DD28-41EE-4D8D-BF92-975D8FDA22B3}" destId="{7FA26332-55BB-4B3A-B664-6C2C23B5918B}" srcOrd="0" destOrd="0" presId="urn:microsoft.com/office/officeart/2005/8/layout/orgChart1"/>
    <dgm:cxn modelId="{C6A5C411-D745-412C-9F77-AE2099F84208}" type="presParOf" srcId="{7FA26332-55BB-4B3A-B664-6C2C23B5918B}" destId="{921831C8-8CF1-45C6-8689-7E73EC96D534}" srcOrd="0" destOrd="0" presId="urn:microsoft.com/office/officeart/2005/8/layout/orgChart1"/>
    <dgm:cxn modelId="{E558A273-4F5C-4AD5-BE20-17F23B610EF2}" type="presParOf" srcId="{7FA26332-55BB-4B3A-B664-6C2C23B5918B}" destId="{0DA19622-CE7A-4291-9F9F-393433AEB1B9}" srcOrd="1" destOrd="0" presId="urn:microsoft.com/office/officeart/2005/8/layout/orgChart1"/>
    <dgm:cxn modelId="{4E362CAE-ADBE-44D1-898C-EC2BA4465898}" type="presParOf" srcId="{C5C8DD28-41EE-4D8D-BF92-975D8FDA22B3}" destId="{C00102B0-6E3B-4647-B1A1-955E05CB714E}" srcOrd="1" destOrd="0" presId="urn:microsoft.com/office/officeart/2005/8/layout/orgChart1"/>
    <dgm:cxn modelId="{3993E64E-D0AC-4BE4-9115-DF1B1944BC2A}" type="presParOf" srcId="{C00102B0-6E3B-4647-B1A1-955E05CB714E}" destId="{2A1BA036-14E8-4EB2-A88F-1BA584078DFF}" srcOrd="0" destOrd="0" presId="urn:microsoft.com/office/officeart/2005/8/layout/orgChart1"/>
    <dgm:cxn modelId="{C4CAC0E1-EB32-48A1-83D8-59862EEF3C24}" type="presParOf" srcId="{C00102B0-6E3B-4647-B1A1-955E05CB714E}" destId="{82097AD2-6EB2-4D40-A823-D388141792D4}" srcOrd="1" destOrd="0" presId="urn:microsoft.com/office/officeart/2005/8/layout/orgChart1"/>
    <dgm:cxn modelId="{5E61B00A-82C4-4163-AA43-6B4AFFA97CD1}" type="presParOf" srcId="{82097AD2-6EB2-4D40-A823-D388141792D4}" destId="{4C47F077-1EB1-45E8-9B84-0DCD6CA31269}" srcOrd="0" destOrd="0" presId="urn:microsoft.com/office/officeart/2005/8/layout/orgChart1"/>
    <dgm:cxn modelId="{AFA08490-AF20-48F9-B900-6CA6D248D251}" type="presParOf" srcId="{4C47F077-1EB1-45E8-9B84-0DCD6CA31269}" destId="{1A8981FC-A2DE-4FE2-A59D-279447ABCCDE}" srcOrd="0" destOrd="0" presId="urn:microsoft.com/office/officeart/2005/8/layout/orgChart1"/>
    <dgm:cxn modelId="{395EDB03-DB75-4EC7-972F-90D3576E3212}" type="presParOf" srcId="{4C47F077-1EB1-45E8-9B84-0DCD6CA31269}" destId="{41144D99-CB15-436D-90EC-94CC616936C3}" srcOrd="1" destOrd="0" presId="urn:microsoft.com/office/officeart/2005/8/layout/orgChart1"/>
    <dgm:cxn modelId="{8ED5DE59-5F7E-454C-AE18-B31F4FF8F711}" type="presParOf" srcId="{82097AD2-6EB2-4D40-A823-D388141792D4}" destId="{F9A74F2B-C505-4EE5-B56E-6C6083CE1D9D}" srcOrd="1" destOrd="0" presId="urn:microsoft.com/office/officeart/2005/8/layout/orgChart1"/>
    <dgm:cxn modelId="{FE7ECF3C-2743-4530-BDA4-842CF6F95670}" type="presParOf" srcId="{82097AD2-6EB2-4D40-A823-D388141792D4}" destId="{ECB1A0E1-8E29-4A87-BC45-C9CE6E7260A0}" srcOrd="2" destOrd="0" presId="urn:microsoft.com/office/officeart/2005/8/layout/orgChart1"/>
    <dgm:cxn modelId="{F16E6E37-C8D1-4201-AE13-9F415FB5ACA4}" type="presParOf" srcId="{C00102B0-6E3B-4647-B1A1-955E05CB714E}" destId="{6059D9E3-11C3-48DE-BF4B-8C89AD95CB2D}" srcOrd="2" destOrd="0" presId="urn:microsoft.com/office/officeart/2005/8/layout/orgChart1"/>
    <dgm:cxn modelId="{EDCB6840-7275-4088-8F70-5B4EFCBCADFE}" type="presParOf" srcId="{C00102B0-6E3B-4647-B1A1-955E05CB714E}" destId="{52F527F4-E6DD-43FA-BAEA-FAD3BE3AC0B0}" srcOrd="3" destOrd="0" presId="urn:microsoft.com/office/officeart/2005/8/layout/orgChart1"/>
    <dgm:cxn modelId="{2CCE3B69-ED20-438A-AE82-2E792B425DE2}" type="presParOf" srcId="{52F527F4-E6DD-43FA-BAEA-FAD3BE3AC0B0}" destId="{69A461BE-C971-453F-8036-B29E8EB9015D}" srcOrd="0" destOrd="0" presId="urn:microsoft.com/office/officeart/2005/8/layout/orgChart1"/>
    <dgm:cxn modelId="{A72BD28D-0F09-4A63-A60C-62F4EAD9D835}" type="presParOf" srcId="{69A461BE-C971-453F-8036-B29E8EB9015D}" destId="{7C332A64-F6B2-4374-881B-9704A8689B10}" srcOrd="0" destOrd="0" presId="urn:microsoft.com/office/officeart/2005/8/layout/orgChart1"/>
    <dgm:cxn modelId="{D9104E4E-FA52-49EA-870E-0EACE6214AAF}" type="presParOf" srcId="{69A461BE-C971-453F-8036-B29E8EB9015D}" destId="{3D24977E-C8C9-49AE-AF3D-145591015B2D}" srcOrd="1" destOrd="0" presId="urn:microsoft.com/office/officeart/2005/8/layout/orgChart1"/>
    <dgm:cxn modelId="{353C7013-438C-4403-BF01-8258825A4DD0}" type="presParOf" srcId="{52F527F4-E6DD-43FA-BAEA-FAD3BE3AC0B0}" destId="{697CF07F-1900-46F4-B419-21F06F1D7C93}" srcOrd="1" destOrd="0" presId="urn:microsoft.com/office/officeart/2005/8/layout/orgChart1"/>
    <dgm:cxn modelId="{3F0C2602-75AA-41DA-9360-6A526889FB57}" type="presParOf" srcId="{52F527F4-E6DD-43FA-BAEA-FAD3BE3AC0B0}" destId="{DD3D1951-EC84-425B-A07A-691D35708377}" srcOrd="2" destOrd="0" presId="urn:microsoft.com/office/officeart/2005/8/layout/orgChart1"/>
    <dgm:cxn modelId="{977A378B-1DCA-487D-8B9E-0C179FC742FB}" type="presParOf" srcId="{C00102B0-6E3B-4647-B1A1-955E05CB714E}" destId="{B8DBFA5E-3B84-49C8-A854-83253AB1B7A6}" srcOrd="4" destOrd="0" presId="urn:microsoft.com/office/officeart/2005/8/layout/orgChart1"/>
    <dgm:cxn modelId="{C857D114-2314-404E-B34C-485445A47592}" type="presParOf" srcId="{C00102B0-6E3B-4647-B1A1-955E05CB714E}" destId="{534B5FC1-7125-4C18-A7E1-317996C7C6C8}" srcOrd="5" destOrd="0" presId="urn:microsoft.com/office/officeart/2005/8/layout/orgChart1"/>
    <dgm:cxn modelId="{07F05921-6F73-4492-BB3F-8A049317056C}" type="presParOf" srcId="{534B5FC1-7125-4C18-A7E1-317996C7C6C8}" destId="{18733E1C-B0B5-4E4B-A84D-7F2CB397C1E8}" srcOrd="0" destOrd="0" presId="urn:microsoft.com/office/officeart/2005/8/layout/orgChart1"/>
    <dgm:cxn modelId="{06E96453-06B3-4298-A828-6B6EA244EBE6}" type="presParOf" srcId="{18733E1C-B0B5-4E4B-A84D-7F2CB397C1E8}" destId="{F4EAD1C0-8AB3-4F1D-830C-935CC3A33003}" srcOrd="0" destOrd="0" presId="urn:microsoft.com/office/officeart/2005/8/layout/orgChart1"/>
    <dgm:cxn modelId="{CD82F2CD-7230-44DC-8678-778F3E7FD1F7}" type="presParOf" srcId="{18733E1C-B0B5-4E4B-A84D-7F2CB397C1E8}" destId="{86B99501-B187-473E-81F1-71065DAB2A51}" srcOrd="1" destOrd="0" presId="urn:microsoft.com/office/officeart/2005/8/layout/orgChart1"/>
    <dgm:cxn modelId="{2257EB41-5FAF-4626-A0BA-FCBBEE2B1721}" type="presParOf" srcId="{534B5FC1-7125-4C18-A7E1-317996C7C6C8}" destId="{BB8F6D6D-A59B-432D-84E0-B59BF5B30335}" srcOrd="1" destOrd="0" presId="urn:microsoft.com/office/officeart/2005/8/layout/orgChart1"/>
    <dgm:cxn modelId="{444CDE5C-FCC0-447C-8A44-9FF8FE036BFD}" type="presParOf" srcId="{534B5FC1-7125-4C18-A7E1-317996C7C6C8}" destId="{E7D4E9E8-6AF9-4244-A41F-5E0B3AD9947D}" srcOrd="2" destOrd="0" presId="urn:microsoft.com/office/officeart/2005/8/layout/orgChart1"/>
    <dgm:cxn modelId="{D0D7E9B6-C622-4FD4-AA75-85C6DB0DD038}" type="presParOf" srcId="{C5C8DD28-41EE-4D8D-BF92-975D8FDA22B3}" destId="{618EE314-16BF-4479-8DE6-C37CDB5B83A7}" srcOrd="2" destOrd="0" presId="urn:microsoft.com/office/officeart/2005/8/layout/orgChart1"/>
    <dgm:cxn modelId="{B16412ED-B03A-4244-8A7D-03C03B7F2B46}" type="presParOf" srcId="{2701F28B-A375-43CD-8345-25CC0765A5C1}" destId="{3D156F0A-8C6B-43B1-B3D6-0D5D5F003019}" srcOrd="2" destOrd="0" presId="urn:microsoft.com/office/officeart/2005/8/layout/orgChart1"/>
    <dgm:cxn modelId="{99AC5C99-4628-42A2-9845-D85071549310}" type="presParOf" srcId="{0BE71C64-EF8E-4A03-8494-C3E5289B14DC}" destId="{0C1EB71E-DEC7-4362-92F6-1AD5B08276B5}" srcOrd="2" destOrd="0" presId="urn:microsoft.com/office/officeart/2005/8/layout/orgChart1"/>
    <dgm:cxn modelId="{23458A7C-492E-4C03-8C6C-EDFA84A3AC11}" type="presParOf" srcId="{9F1D3868-2360-44BB-A5AC-C641B89FD777}" destId="{EA9986A7-D6D8-49E2-9DEE-710C054E005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DBFA5E-3B84-49C8-A854-83253AB1B7A6}">
      <dsp:nvSpPr>
        <dsp:cNvPr id="0" name=""/>
        <dsp:cNvSpPr/>
      </dsp:nvSpPr>
      <dsp:spPr>
        <a:xfrm>
          <a:off x="5335931" y="4828553"/>
          <a:ext cx="2209308" cy="383433"/>
        </a:xfrm>
        <a:custGeom>
          <a:avLst/>
          <a:gdLst/>
          <a:ahLst/>
          <a:cxnLst/>
          <a:rect l="0" t="0" r="0" b="0"/>
          <a:pathLst>
            <a:path>
              <a:moveTo>
                <a:pt x="0" y="0"/>
              </a:moveTo>
              <a:lnTo>
                <a:pt x="0" y="191716"/>
              </a:lnTo>
              <a:lnTo>
                <a:pt x="2209308" y="191716"/>
              </a:lnTo>
              <a:lnTo>
                <a:pt x="2209308" y="38343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59D9E3-11C3-48DE-BF4B-8C89AD95CB2D}">
      <dsp:nvSpPr>
        <dsp:cNvPr id="0" name=""/>
        <dsp:cNvSpPr/>
      </dsp:nvSpPr>
      <dsp:spPr>
        <a:xfrm>
          <a:off x="5290211" y="4828553"/>
          <a:ext cx="91440" cy="383433"/>
        </a:xfrm>
        <a:custGeom>
          <a:avLst/>
          <a:gdLst/>
          <a:ahLst/>
          <a:cxnLst/>
          <a:rect l="0" t="0" r="0" b="0"/>
          <a:pathLst>
            <a:path>
              <a:moveTo>
                <a:pt x="45720" y="0"/>
              </a:moveTo>
              <a:lnTo>
                <a:pt x="45720" y="38343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1BA036-14E8-4EB2-A88F-1BA584078DFF}">
      <dsp:nvSpPr>
        <dsp:cNvPr id="0" name=""/>
        <dsp:cNvSpPr/>
      </dsp:nvSpPr>
      <dsp:spPr>
        <a:xfrm>
          <a:off x="3126623" y="4828553"/>
          <a:ext cx="2209308" cy="383433"/>
        </a:xfrm>
        <a:custGeom>
          <a:avLst/>
          <a:gdLst/>
          <a:ahLst/>
          <a:cxnLst/>
          <a:rect l="0" t="0" r="0" b="0"/>
          <a:pathLst>
            <a:path>
              <a:moveTo>
                <a:pt x="2209308" y="0"/>
              </a:moveTo>
              <a:lnTo>
                <a:pt x="2209308" y="191716"/>
              </a:lnTo>
              <a:lnTo>
                <a:pt x="0" y="191716"/>
              </a:lnTo>
              <a:lnTo>
                <a:pt x="0" y="38343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C5985C-68E2-4D09-8D59-94E11DBFB08F}">
      <dsp:nvSpPr>
        <dsp:cNvPr id="0" name=""/>
        <dsp:cNvSpPr/>
      </dsp:nvSpPr>
      <dsp:spPr>
        <a:xfrm>
          <a:off x="5290211" y="3532182"/>
          <a:ext cx="91440" cy="383433"/>
        </a:xfrm>
        <a:custGeom>
          <a:avLst/>
          <a:gdLst/>
          <a:ahLst/>
          <a:cxnLst/>
          <a:rect l="0" t="0" r="0" b="0"/>
          <a:pathLst>
            <a:path>
              <a:moveTo>
                <a:pt x="45720" y="0"/>
              </a:moveTo>
              <a:lnTo>
                <a:pt x="45720" y="38343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7FB065-64CC-4045-9BA1-B858E3155040}">
      <dsp:nvSpPr>
        <dsp:cNvPr id="0" name=""/>
        <dsp:cNvSpPr/>
      </dsp:nvSpPr>
      <dsp:spPr>
        <a:xfrm>
          <a:off x="5290211" y="2235811"/>
          <a:ext cx="91440" cy="383433"/>
        </a:xfrm>
        <a:custGeom>
          <a:avLst/>
          <a:gdLst/>
          <a:ahLst/>
          <a:cxnLst/>
          <a:rect l="0" t="0" r="0" b="0"/>
          <a:pathLst>
            <a:path>
              <a:moveTo>
                <a:pt x="45720" y="0"/>
              </a:moveTo>
              <a:lnTo>
                <a:pt x="45720" y="38343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318E2A-0ED1-4EA6-874D-9BEF672CC8CB}">
      <dsp:nvSpPr>
        <dsp:cNvPr id="0" name=""/>
        <dsp:cNvSpPr/>
      </dsp:nvSpPr>
      <dsp:spPr>
        <a:xfrm>
          <a:off x="3126623" y="939440"/>
          <a:ext cx="2209308" cy="383433"/>
        </a:xfrm>
        <a:custGeom>
          <a:avLst/>
          <a:gdLst/>
          <a:ahLst/>
          <a:cxnLst/>
          <a:rect l="0" t="0" r="0" b="0"/>
          <a:pathLst>
            <a:path>
              <a:moveTo>
                <a:pt x="0" y="0"/>
              </a:moveTo>
              <a:lnTo>
                <a:pt x="0" y="191716"/>
              </a:lnTo>
              <a:lnTo>
                <a:pt x="2209308" y="191716"/>
              </a:lnTo>
              <a:lnTo>
                <a:pt x="2209308" y="38343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29290B-C06F-4DA9-9D95-0AB5E5F89CD9}">
      <dsp:nvSpPr>
        <dsp:cNvPr id="0" name=""/>
        <dsp:cNvSpPr/>
      </dsp:nvSpPr>
      <dsp:spPr>
        <a:xfrm>
          <a:off x="3080903" y="939440"/>
          <a:ext cx="91440" cy="383433"/>
        </a:xfrm>
        <a:custGeom>
          <a:avLst/>
          <a:gdLst/>
          <a:ahLst/>
          <a:cxnLst/>
          <a:rect l="0" t="0" r="0" b="0"/>
          <a:pathLst>
            <a:path>
              <a:moveTo>
                <a:pt x="45720" y="0"/>
              </a:moveTo>
              <a:lnTo>
                <a:pt x="45720" y="38343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C5158F-B4CF-4879-BBFA-188CE6CB07F8}">
      <dsp:nvSpPr>
        <dsp:cNvPr id="0" name=""/>
        <dsp:cNvSpPr/>
      </dsp:nvSpPr>
      <dsp:spPr>
        <a:xfrm>
          <a:off x="871594" y="3532182"/>
          <a:ext cx="91440" cy="383433"/>
        </a:xfrm>
        <a:custGeom>
          <a:avLst/>
          <a:gdLst/>
          <a:ahLst/>
          <a:cxnLst/>
          <a:rect l="0" t="0" r="0" b="0"/>
          <a:pathLst>
            <a:path>
              <a:moveTo>
                <a:pt x="45720" y="0"/>
              </a:moveTo>
              <a:lnTo>
                <a:pt x="45720" y="38343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7209BD-723B-4632-9C3B-A53B512617CA}">
      <dsp:nvSpPr>
        <dsp:cNvPr id="0" name=""/>
        <dsp:cNvSpPr/>
      </dsp:nvSpPr>
      <dsp:spPr>
        <a:xfrm>
          <a:off x="871594" y="2235811"/>
          <a:ext cx="91440" cy="383433"/>
        </a:xfrm>
        <a:custGeom>
          <a:avLst/>
          <a:gdLst/>
          <a:ahLst/>
          <a:cxnLst/>
          <a:rect l="0" t="0" r="0" b="0"/>
          <a:pathLst>
            <a:path>
              <a:moveTo>
                <a:pt x="45720" y="0"/>
              </a:moveTo>
              <a:lnTo>
                <a:pt x="45720" y="38343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AEB108-DA7D-47BB-98FC-0F2BF54C027D}">
      <dsp:nvSpPr>
        <dsp:cNvPr id="0" name=""/>
        <dsp:cNvSpPr/>
      </dsp:nvSpPr>
      <dsp:spPr>
        <a:xfrm>
          <a:off x="917314" y="939440"/>
          <a:ext cx="2209308" cy="383433"/>
        </a:xfrm>
        <a:custGeom>
          <a:avLst/>
          <a:gdLst/>
          <a:ahLst/>
          <a:cxnLst/>
          <a:rect l="0" t="0" r="0" b="0"/>
          <a:pathLst>
            <a:path>
              <a:moveTo>
                <a:pt x="2209308" y="0"/>
              </a:moveTo>
              <a:lnTo>
                <a:pt x="2209308" y="191716"/>
              </a:lnTo>
              <a:lnTo>
                <a:pt x="0" y="191716"/>
              </a:lnTo>
              <a:lnTo>
                <a:pt x="0" y="38343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B730B6-DB65-45F4-B32B-BCCF580800A2}">
      <dsp:nvSpPr>
        <dsp:cNvPr id="0" name=""/>
        <dsp:cNvSpPr/>
      </dsp:nvSpPr>
      <dsp:spPr>
        <a:xfrm>
          <a:off x="2213685" y="26502"/>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Pituitary Gland </a:t>
          </a:r>
          <a:endParaRPr lang="en-US" sz="1800" b="1" kern="1200" dirty="0"/>
        </a:p>
      </dsp:txBody>
      <dsp:txXfrm>
        <a:off x="2213685" y="26502"/>
        <a:ext cx="1825874" cy="912937"/>
      </dsp:txXfrm>
    </dsp:sp>
    <dsp:sp modelId="{C52D26AD-A42A-4F52-981E-821BBFFFD8F7}">
      <dsp:nvSpPr>
        <dsp:cNvPr id="0" name=""/>
        <dsp:cNvSpPr/>
      </dsp:nvSpPr>
      <dsp:spPr>
        <a:xfrm>
          <a:off x="4377" y="1322873"/>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Follicle Stimulating Hormone </a:t>
          </a:r>
          <a:endParaRPr lang="en-US" sz="1800" b="1" kern="1200" dirty="0"/>
        </a:p>
      </dsp:txBody>
      <dsp:txXfrm>
        <a:off x="4377" y="1322873"/>
        <a:ext cx="1825874" cy="912937"/>
      </dsp:txXfrm>
    </dsp:sp>
    <dsp:sp modelId="{0CAE81EE-AA00-4E06-8821-98A143F97B54}">
      <dsp:nvSpPr>
        <dsp:cNvPr id="0" name=""/>
        <dsp:cNvSpPr/>
      </dsp:nvSpPr>
      <dsp:spPr>
        <a:xfrm>
          <a:off x="4377" y="2619244"/>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Seminiferous Tubules </a:t>
          </a:r>
          <a:endParaRPr lang="en-US" sz="1800" b="1" kern="1200" dirty="0"/>
        </a:p>
      </dsp:txBody>
      <dsp:txXfrm>
        <a:off x="4377" y="2619244"/>
        <a:ext cx="1825874" cy="912937"/>
      </dsp:txXfrm>
    </dsp:sp>
    <dsp:sp modelId="{5104FAD0-63E4-495C-A501-CA203036220A}">
      <dsp:nvSpPr>
        <dsp:cNvPr id="0" name=""/>
        <dsp:cNvSpPr/>
      </dsp:nvSpPr>
      <dsp:spPr>
        <a:xfrm>
          <a:off x="4377" y="3915615"/>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Spermatogenesis </a:t>
          </a:r>
          <a:endParaRPr lang="en-US" sz="1800" b="1" kern="1200" dirty="0"/>
        </a:p>
      </dsp:txBody>
      <dsp:txXfrm>
        <a:off x="4377" y="3915615"/>
        <a:ext cx="1825874" cy="912937"/>
      </dsp:txXfrm>
    </dsp:sp>
    <dsp:sp modelId="{85289A34-F4E3-4896-9467-121AB7A5CB3B}">
      <dsp:nvSpPr>
        <dsp:cNvPr id="0" name=""/>
        <dsp:cNvSpPr/>
      </dsp:nvSpPr>
      <dsp:spPr>
        <a:xfrm>
          <a:off x="2213685" y="1322873"/>
          <a:ext cx="1825874" cy="912937"/>
        </a:xfrm>
        <a:prstGeom prst="rect">
          <a:avLst/>
        </a:prstGeom>
        <a:solidFill>
          <a:schemeClr val="accent6">
            <a:lumMod val="60000"/>
            <a:lumOff val="40000"/>
          </a:schemeClr>
        </a:solidFill>
        <a:ln w="12700" cap="flat" cmpd="sng" algn="ctr">
          <a:solidFill>
            <a:schemeClr val="accent6">
              <a:lumMod val="60000"/>
              <a:lum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endParaRPr lang="en-US" sz="1800" b="1" kern="1200"/>
        </a:p>
      </dsp:txBody>
      <dsp:txXfrm>
        <a:off x="2213685" y="1322873"/>
        <a:ext cx="1825874" cy="912937"/>
      </dsp:txXfrm>
    </dsp:sp>
    <dsp:sp modelId="{63139F11-7C1C-4BB5-91CE-5A89DA3EB99A}">
      <dsp:nvSpPr>
        <dsp:cNvPr id="0" name=""/>
        <dsp:cNvSpPr/>
      </dsp:nvSpPr>
      <dsp:spPr>
        <a:xfrm>
          <a:off x="4422994" y="1322873"/>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Luteinising Hormone </a:t>
          </a:r>
          <a:endParaRPr lang="en-US" sz="1800" b="1" kern="1200" dirty="0"/>
        </a:p>
      </dsp:txBody>
      <dsp:txXfrm>
        <a:off x="4422994" y="1322873"/>
        <a:ext cx="1825874" cy="912937"/>
      </dsp:txXfrm>
    </dsp:sp>
    <dsp:sp modelId="{B91C7DEC-1BB5-4219-A5F1-F84F2A450371}">
      <dsp:nvSpPr>
        <dsp:cNvPr id="0" name=""/>
        <dsp:cNvSpPr/>
      </dsp:nvSpPr>
      <dsp:spPr>
        <a:xfrm>
          <a:off x="4422994" y="2619244"/>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Interstitial cells of testes </a:t>
          </a:r>
          <a:endParaRPr lang="en-US" sz="1800" b="1" kern="1200" dirty="0"/>
        </a:p>
      </dsp:txBody>
      <dsp:txXfrm>
        <a:off x="4422994" y="2619244"/>
        <a:ext cx="1825874" cy="912937"/>
      </dsp:txXfrm>
    </dsp:sp>
    <dsp:sp modelId="{921831C8-8CF1-45C6-8689-7E73EC96D534}">
      <dsp:nvSpPr>
        <dsp:cNvPr id="0" name=""/>
        <dsp:cNvSpPr/>
      </dsp:nvSpPr>
      <dsp:spPr>
        <a:xfrm>
          <a:off x="4422994" y="3915615"/>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Testosterone </a:t>
          </a:r>
          <a:endParaRPr lang="en-US" sz="1800" b="1" kern="1200" dirty="0"/>
        </a:p>
      </dsp:txBody>
      <dsp:txXfrm>
        <a:off x="4422994" y="3915615"/>
        <a:ext cx="1825874" cy="912937"/>
      </dsp:txXfrm>
    </dsp:sp>
    <dsp:sp modelId="{1A8981FC-A2DE-4FE2-A59D-279447ABCCDE}">
      <dsp:nvSpPr>
        <dsp:cNvPr id="0" name=""/>
        <dsp:cNvSpPr/>
      </dsp:nvSpPr>
      <dsp:spPr>
        <a:xfrm>
          <a:off x="2213685" y="5211986"/>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Development of immature sperm cells </a:t>
          </a:r>
          <a:endParaRPr lang="en-US" sz="1800" b="1" kern="1200" dirty="0"/>
        </a:p>
      </dsp:txBody>
      <dsp:txXfrm>
        <a:off x="2213685" y="5211986"/>
        <a:ext cx="1825874" cy="912937"/>
      </dsp:txXfrm>
    </dsp:sp>
    <dsp:sp modelId="{7C332A64-F6B2-4374-881B-9704A8689B10}">
      <dsp:nvSpPr>
        <dsp:cNvPr id="0" name=""/>
        <dsp:cNvSpPr/>
      </dsp:nvSpPr>
      <dsp:spPr>
        <a:xfrm>
          <a:off x="4422994" y="5211986"/>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Maintenance of male reproductive organs </a:t>
          </a:r>
          <a:endParaRPr lang="en-US" sz="1800" b="1" kern="1200" dirty="0"/>
        </a:p>
      </dsp:txBody>
      <dsp:txXfrm>
        <a:off x="4422994" y="5211986"/>
        <a:ext cx="1825874" cy="912937"/>
      </dsp:txXfrm>
    </dsp:sp>
    <dsp:sp modelId="{F4EAD1C0-8AB3-4F1D-830C-935CC3A33003}">
      <dsp:nvSpPr>
        <dsp:cNvPr id="0" name=""/>
        <dsp:cNvSpPr/>
      </dsp:nvSpPr>
      <dsp:spPr>
        <a:xfrm>
          <a:off x="6632302" y="5211986"/>
          <a:ext cx="1825874" cy="91293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t>Sex drive </a:t>
          </a:r>
          <a:endParaRPr lang="en-US" sz="1800" b="1" kern="1200" dirty="0"/>
        </a:p>
      </dsp:txBody>
      <dsp:txXfrm>
        <a:off x="6632302" y="5211986"/>
        <a:ext cx="1825874" cy="91293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18/08/2022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18/08/2022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18/08/2022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18/08/2022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18/08/2022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18/08/2022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18/08/2022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18/08/2022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18/08/2022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18/08/2022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18/08/2022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18/08/2022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18/08/2022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18/08/2022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18/08/2022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Human Reproduction</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#18</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p:txBody>
          <a:bodyPr/>
          <a:lstStyle/>
          <a:p>
            <a:r>
              <a:rPr lang="en-AU" dirty="0"/>
              <a:t>the production of offspring is facilitated by the structure and function of the male and female reproductive systems in producing and delivering gametes for fertilisation and providing for the developing embryo and </a:t>
            </a:r>
            <a:r>
              <a:rPr lang="en-AU" dirty="0" smtClean="0"/>
              <a:t>foetus</a:t>
            </a:r>
          </a:p>
          <a:p>
            <a:r>
              <a:rPr lang="en-AU" dirty="0"/>
              <a:t>human gametes are produced through spermatogenesis and oogenesis, which are specific forms of meiosis, but varying </a:t>
            </a:r>
            <a:r>
              <a:rPr lang="en-AU" dirty="0" smtClean="0"/>
              <a:t>significantly </a:t>
            </a:r>
            <a:r>
              <a:rPr lang="en-AU" dirty="0"/>
              <a:t>in process and </a:t>
            </a:r>
            <a:r>
              <a:rPr lang="en-AU" dirty="0" smtClean="0"/>
              <a:t>products</a:t>
            </a:r>
          </a:p>
          <a:p>
            <a:r>
              <a:rPr lang="en-AU" dirty="0"/>
              <a:t>both male and female reproductive systems are regulated by hormones, including the regulation of the menstrual and ovarian cycles</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a:xfrm>
            <a:off x="598515" y="1825624"/>
            <a:ext cx="11022677" cy="4708179"/>
          </a:xfrm>
        </p:spPr>
        <p:txBody>
          <a:bodyPr>
            <a:normAutofit/>
          </a:bodyPr>
          <a:lstStyle/>
          <a:p>
            <a:r>
              <a:rPr lang="en-AU" dirty="0"/>
              <a:t>To describe the structure of the male reproductive system </a:t>
            </a:r>
            <a:endParaRPr lang="en-AU" dirty="0" smtClean="0"/>
          </a:p>
          <a:p>
            <a:r>
              <a:rPr lang="en-AU" dirty="0" smtClean="0"/>
              <a:t>To </a:t>
            </a:r>
            <a:r>
              <a:rPr lang="en-AU" dirty="0"/>
              <a:t>consolidate understanding of the male reproductive system </a:t>
            </a:r>
            <a:endParaRPr lang="en-AU" dirty="0" smtClean="0"/>
          </a:p>
          <a:p>
            <a:r>
              <a:rPr lang="en-AU" dirty="0"/>
              <a:t>To describe the structure of the female reproductive </a:t>
            </a:r>
            <a:r>
              <a:rPr lang="en-AU" dirty="0" smtClean="0"/>
              <a:t>system</a:t>
            </a:r>
          </a:p>
          <a:p>
            <a:r>
              <a:rPr lang="en-AU" dirty="0"/>
              <a:t>To explore the process of gamete production </a:t>
            </a:r>
          </a:p>
          <a:p>
            <a:r>
              <a:rPr lang="en-AU" dirty="0"/>
              <a:t>To explore the process of ova production </a:t>
            </a:r>
          </a:p>
          <a:p>
            <a:r>
              <a:rPr lang="en-AU" dirty="0"/>
              <a:t>To explore the process of hormone control in the reproductive system </a:t>
            </a:r>
          </a:p>
          <a:p>
            <a:r>
              <a:rPr lang="en-AU" dirty="0"/>
              <a:t>To explore the processes of menstrual and ovarian cycles </a:t>
            </a:r>
          </a:p>
          <a:p>
            <a:r>
              <a:rPr lang="en-AU" dirty="0"/>
              <a:t>To summarise the structure of the reproductive systems and different reproductive hormones and systems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a:xfrm>
            <a:off x="482138" y="1690688"/>
            <a:ext cx="11272058" cy="4646794"/>
          </a:xfrm>
        </p:spPr>
        <p:txBody>
          <a:bodyPr/>
          <a:lstStyle/>
          <a:p>
            <a:r>
              <a:rPr lang="en-AU" dirty="0" smtClean="0"/>
              <a:t>identify </a:t>
            </a:r>
            <a:r>
              <a:rPr lang="en-AU" dirty="0"/>
              <a:t>structures located in the male reproductive system </a:t>
            </a:r>
          </a:p>
          <a:p>
            <a:r>
              <a:rPr lang="en-AU" dirty="0" smtClean="0"/>
              <a:t>describe </a:t>
            </a:r>
            <a:r>
              <a:rPr lang="en-AU" dirty="0"/>
              <a:t>the structures that make up the male reproductive system </a:t>
            </a:r>
          </a:p>
          <a:p>
            <a:r>
              <a:rPr lang="en-AU" dirty="0" smtClean="0"/>
              <a:t>explain </a:t>
            </a:r>
            <a:r>
              <a:rPr lang="en-AU" dirty="0"/>
              <a:t>the function of the male reproductive system and its components </a:t>
            </a:r>
            <a:endParaRPr lang="en-AU" dirty="0" smtClean="0"/>
          </a:p>
          <a:p>
            <a:r>
              <a:rPr lang="en-AU" dirty="0" smtClean="0"/>
              <a:t>identify </a:t>
            </a:r>
            <a:r>
              <a:rPr lang="en-AU" dirty="0"/>
              <a:t>structures located in the female reproductive system </a:t>
            </a:r>
          </a:p>
          <a:p>
            <a:r>
              <a:rPr lang="en-AU" dirty="0" smtClean="0"/>
              <a:t>describe </a:t>
            </a:r>
            <a:r>
              <a:rPr lang="en-AU" dirty="0"/>
              <a:t>the structures that make up the female reproductive system </a:t>
            </a:r>
          </a:p>
          <a:p>
            <a:r>
              <a:rPr lang="en-AU" dirty="0" smtClean="0"/>
              <a:t>explain </a:t>
            </a:r>
            <a:r>
              <a:rPr lang="en-AU" dirty="0"/>
              <a:t>the function of the female reproductive system and its </a:t>
            </a:r>
            <a:r>
              <a:rPr lang="en-AU" dirty="0" smtClean="0"/>
              <a:t>components</a:t>
            </a:r>
          </a:p>
          <a:p>
            <a:r>
              <a:rPr lang="en-AU" dirty="0" smtClean="0"/>
              <a:t>differentiate </a:t>
            </a:r>
            <a:r>
              <a:rPr lang="en-AU" dirty="0"/>
              <a:t>between gametogenesis, spermatogenesis and oogenesis </a:t>
            </a:r>
          </a:p>
          <a:p>
            <a:r>
              <a:rPr lang="en-AU" dirty="0" smtClean="0"/>
              <a:t>describe </a:t>
            </a:r>
            <a:r>
              <a:rPr lang="en-AU" dirty="0"/>
              <a:t>the process of sperm production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draw </a:t>
            </a:r>
            <a:r>
              <a:rPr lang="en-AU" dirty="0"/>
              <a:t>the annotated diagram of Spermatogenesis Figure 11.8 (pg. 281) </a:t>
            </a:r>
          </a:p>
          <a:p>
            <a:r>
              <a:rPr lang="en-AU" dirty="0" smtClean="0"/>
              <a:t>describe </a:t>
            </a:r>
            <a:r>
              <a:rPr lang="en-AU" dirty="0"/>
              <a:t>the process of ova production </a:t>
            </a:r>
          </a:p>
          <a:p>
            <a:r>
              <a:rPr lang="en-AU" dirty="0" smtClean="0"/>
              <a:t>draw </a:t>
            </a:r>
            <a:r>
              <a:rPr lang="en-AU" dirty="0"/>
              <a:t>the annotated diagram of Oogenesis Figure 11.13 (pg. 284) </a:t>
            </a:r>
            <a:endParaRPr lang="en-AU" dirty="0" smtClean="0"/>
          </a:p>
          <a:p>
            <a:r>
              <a:rPr lang="en-AU" dirty="0" smtClean="0"/>
              <a:t>describe </a:t>
            </a:r>
            <a:r>
              <a:rPr lang="en-AU" dirty="0"/>
              <a:t>the different types of reproductive hormones and their purposes </a:t>
            </a:r>
          </a:p>
          <a:p>
            <a:r>
              <a:rPr lang="en-AU" dirty="0" smtClean="0"/>
              <a:t>explain </a:t>
            </a:r>
            <a:r>
              <a:rPr lang="en-AU" dirty="0"/>
              <a:t>the events that take place during the ovarian cycle </a:t>
            </a:r>
          </a:p>
          <a:p>
            <a:r>
              <a:rPr lang="en-AU" dirty="0" smtClean="0"/>
              <a:t>explain </a:t>
            </a:r>
            <a:r>
              <a:rPr lang="en-AU" dirty="0"/>
              <a:t>the events that take place during the menstrual cycle </a:t>
            </a:r>
          </a:p>
          <a:p>
            <a:r>
              <a:rPr lang="en-AU" dirty="0" smtClean="0"/>
              <a:t>describe </a:t>
            </a:r>
            <a:r>
              <a:rPr lang="en-AU" dirty="0"/>
              <a:t>the process of puberty and its effects on the development of secondary sexual characteristics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7093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55815" y="1690687"/>
            <a:ext cx="11398134" cy="4859741"/>
          </a:xfrm>
        </p:spPr>
        <p:txBody>
          <a:bodyPr/>
          <a:lstStyle/>
          <a:p>
            <a:r>
              <a:rPr lang="en-AU" sz="3200" b="1" dirty="0"/>
              <a:t>Zygote</a:t>
            </a:r>
            <a:r>
              <a:rPr lang="en-AU" sz="3200" dirty="0"/>
              <a:t>: the fertilised egg from which a new individual develops </a:t>
            </a:r>
            <a:endParaRPr lang="en-AU" sz="3200" dirty="0" smtClean="0"/>
          </a:p>
          <a:p>
            <a:endParaRPr lang="en-AU" sz="3200" dirty="0"/>
          </a:p>
          <a:p>
            <a:r>
              <a:rPr lang="en-AU" sz="3200" b="1" dirty="0"/>
              <a:t>Testes</a:t>
            </a:r>
            <a:r>
              <a:rPr lang="en-AU" sz="3200" dirty="0"/>
              <a:t>: the male sex organs that produce sperm and the hormone </a:t>
            </a:r>
            <a:r>
              <a:rPr lang="en-AU" sz="3200" dirty="0" smtClean="0"/>
              <a:t>testosterone</a:t>
            </a:r>
          </a:p>
          <a:p>
            <a:endParaRPr lang="en-AU" sz="3200" dirty="0"/>
          </a:p>
          <a:p>
            <a:r>
              <a:rPr lang="en-AU" sz="3200" b="1" dirty="0"/>
              <a:t>Sperm</a:t>
            </a:r>
            <a:r>
              <a:rPr lang="en-AU" sz="3200" dirty="0"/>
              <a:t>: male </a:t>
            </a:r>
            <a:r>
              <a:rPr lang="en-AU" sz="3200" dirty="0" smtClean="0"/>
              <a:t>gametes</a:t>
            </a:r>
          </a:p>
          <a:p>
            <a:pPr marL="0" indent="0">
              <a:buNone/>
            </a:pPr>
            <a:r>
              <a:rPr lang="en-AU" sz="3200" dirty="0" smtClean="0"/>
              <a:t> </a:t>
            </a:r>
            <a:endParaRPr lang="en-AU" sz="3200" dirty="0"/>
          </a:p>
          <a:p>
            <a:r>
              <a:rPr lang="en-AU" sz="3200" b="1" dirty="0"/>
              <a:t>Scrotum</a:t>
            </a:r>
            <a:r>
              <a:rPr lang="en-AU" sz="3200" dirty="0"/>
              <a:t>: the pouch outside the abdominal cavity in which the testes are located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Lobule</a:t>
            </a:r>
            <a:r>
              <a:rPr lang="en-AU" sz="3200" dirty="0"/>
              <a:t>: a compartment within the testis that contains the seminiferous tubules </a:t>
            </a:r>
            <a:endParaRPr lang="en-AU" sz="3200" dirty="0" smtClean="0"/>
          </a:p>
          <a:p>
            <a:endParaRPr lang="en-AU" sz="3200" dirty="0"/>
          </a:p>
          <a:p>
            <a:r>
              <a:rPr lang="en-AU" sz="3200" b="1" dirty="0"/>
              <a:t>Seminiferous tubules</a:t>
            </a:r>
            <a:r>
              <a:rPr lang="en-AU" sz="3200" dirty="0"/>
              <a:t>: a tightly coiled duct, located in the testis, where sperm are produced </a:t>
            </a:r>
            <a:endParaRPr lang="en-AU" sz="3200" dirty="0" smtClean="0"/>
          </a:p>
          <a:p>
            <a:endParaRPr lang="en-AU" sz="3200" dirty="0"/>
          </a:p>
          <a:p>
            <a:r>
              <a:rPr lang="en-AU" sz="3200" b="1" dirty="0"/>
              <a:t>Epididymis</a:t>
            </a:r>
            <a:r>
              <a:rPr lang="en-AU" sz="3200" dirty="0"/>
              <a:t>: a highly folded tubule behind each tubule each testis in which the sperm mature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3440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Interstitial cells</a:t>
            </a:r>
            <a:r>
              <a:rPr lang="en-AU" sz="3200" dirty="0"/>
              <a:t>: cells located in the mature testis; they secrete testosterone </a:t>
            </a:r>
            <a:endParaRPr lang="en-AU" sz="3200" dirty="0" smtClean="0"/>
          </a:p>
          <a:p>
            <a:endParaRPr lang="en-AU" sz="3200" dirty="0"/>
          </a:p>
          <a:p>
            <a:r>
              <a:rPr lang="en-AU" sz="3200" b="1" dirty="0"/>
              <a:t>Vas deferens</a:t>
            </a:r>
            <a:r>
              <a:rPr lang="en-AU" sz="3200" dirty="0"/>
              <a:t>: the tube that carries the sperm away from the testis; also called the sperm </a:t>
            </a:r>
            <a:r>
              <a:rPr lang="en-AU" sz="3200" dirty="0" smtClean="0"/>
              <a:t>duct</a:t>
            </a:r>
          </a:p>
          <a:p>
            <a:endParaRPr lang="en-AU" sz="3200" dirty="0"/>
          </a:p>
          <a:p>
            <a:r>
              <a:rPr lang="en-AU" sz="3200" b="1" dirty="0"/>
              <a:t>Urethra</a:t>
            </a:r>
            <a:r>
              <a:rPr lang="en-AU" sz="3200" dirty="0"/>
              <a:t>: the duct that carries urine from the bladder to the exterior; in males it also carries semen</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2420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48887" y="1825625"/>
            <a:ext cx="10904913" cy="4351338"/>
          </a:xfrm>
        </p:spPr>
        <p:txBody>
          <a:bodyPr>
            <a:noAutofit/>
          </a:bodyPr>
          <a:lstStyle/>
          <a:p>
            <a:r>
              <a:rPr lang="en-AU" sz="3200" b="1" dirty="0"/>
              <a:t>Semen</a:t>
            </a:r>
            <a:r>
              <a:rPr lang="en-AU" sz="3200" dirty="0"/>
              <a:t>: the liquid that nourishes and aids the transport of sperm; also called seminal fluid </a:t>
            </a:r>
            <a:endParaRPr lang="en-AU" sz="3200" dirty="0" smtClean="0"/>
          </a:p>
          <a:p>
            <a:endParaRPr lang="en-AU" sz="3200" dirty="0"/>
          </a:p>
          <a:p>
            <a:r>
              <a:rPr lang="en-AU" sz="3200" b="1" dirty="0"/>
              <a:t>Seminal vesicles</a:t>
            </a:r>
            <a:r>
              <a:rPr lang="en-AU" sz="3200" dirty="0"/>
              <a:t>: a pair of pouch-like organs that secrete a thick fluid which is a major part of semen </a:t>
            </a:r>
            <a:endParaRPr lang="en-AU" sz="3200" dirty="0" smtClean="0"/>
          </a:p>
          <a:p>
            <a:endParaRPr lang="en-AU" sz="3200" dirty="0"/>
          </a:p>
          <a:p>
            <a:r>
              <a:rPr lang="en-AU" sz="3200" b="1" dirty="0"/>
              <a:t>Prostate gland</a:t>
            </a:r>
            <a:r>
              <a:rPr lang="en-AU" sz="3200" dirty="0"/>
              <a:t>: a gland that surrounds the urethra just below the bladder; it secretes a fluid that becomes part of the semen</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0622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55814" y="1479665"/>
            <a:ext cx="11364884" cy="5004261"/>
          </a:xfrm>
        </p:spPr>
        <p:txBody>
          <a:bodyPr>
            <a:normAutofit lnSpcReduction="10000"/>
          </a:bodyPr>
          <a:lstStyle/>
          <a:p>
            <a:r>
              <a:rPr lang="en-AU" sz="3200" b="1" dirty="0"/>
              <a:t>Bulbo-urethral glands</a:t>
            </a:r>
            <a:r>
              <a:rPr lang="en-AU" sz="3200" dirty="0"/>
              <a:t>: one of a pair of small yellow glands that secretes a lubricating fluid into the </a:t>
            </a:r>
            <a:r>
              <a:rPr lang="en-AU" sz="3200" dirty="0" smtClean="0"/>
              <a:t>urethra</a:t>
            </a:r>
          </a:p>
          <a:p>
            <a:endParaRPr lang="en-AU" sz="3200" dirty="0"/>
          </a:p>
          <a:p>
            <a:r>
              <a:rPr lang="en-AU" sz="3200" b="1" dirty="0"/>
              <a:t>Erectile tissue</a:t>
            </a:r>
            <a:r>
              <a:rPr lang="en-AU" sz="3200" dirty="0"/>
              <a:t>: spongy tissue in the penis that fills with blood to produce an erection </a:t>
            </a:r>
            <a:endParaRPr lang="en-AU" sz="3200" dirty="0" smtClean="0"/>
          </a:p>
          <a:p>
            <a:endParaRPr lang="en-AU" sz="3200" dirty="0"/>
          </a:p>
          <a:p>
            <a:r>
              <a:rPr lang="en-AU" sz="3200" b="1" dirty="0"/>
              <a:t>Ovaries</a:t>
            </a:r>
            <a:r>
              <a:rPr lang="en-AU" sz="3200" dirty="0"/>
              <a:t>: the organs in which the female gametes, the ova (eggs) are produced </a:t>
            </a:r>
            <a:endParaRPr lang="en-AU" sz="3200" dirty="0" smtClean="0"/>
          </a:p>
          <a:p>
            <a:endParaRPr lang="en-AU" sz="3200" dirty="0"/>
          </a:p>
          <a:p>
            <a:r>
              <a:rPr lang="en-AU" sz="3200" b="1" dirty="0"/>
              <a:t>Ova</a:t>
            </a:r>
            <a:r>
              <a:rPr lang="en-AU" sz="3200" dirty="0"/>
              <a:t>: mature egg cells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6629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605442" y="1690688"/>
            <a:ext cx="11098877" cy="4776614"/>
          </a:xfrm>
        </p:spPr>
        <p:txBody>
          <a:bodyPr>
            <a:normAutofit/>
          </a:bodyPr>
          <a:lstStyle/>
          <a:p>
            <a:r>
              <a:rPr lang="en-AU" sz="3200" b="1" dirty="0"/>
              <a:t>Stroma</a:t>
            </a:r>
            <a:r>
              <a:rPr lang="en-AU" sz="3200" dirty="0"/>
              <a:t>: connective tissue in the ovary </a:t>
            </a:r>
            <a:endParaRPr lang="en-AU" sz="3200" dirty="0" smtClean="0"/>
          </a:p>
          <a:p>
            <a:endParaRPr lang="en-AU" sz="3200" dirty="0"/>
          </a:p>
          <a:p>
            <a:r>
              <a:rPr lang="en-AU" sz="3200" b="1" dirty="0"/>
              <a:t>Germ cells</a:t>
            </a:r>
            <a:r>
              <a:rPr lang="en-AU" sz="3200" dirty="0"/>
              <a:t>: cells in the ovary that are able to develop into ova </a:t>
            </a:r>
            <a:endParaRPr lang="en-AU" sz="3200" dirty="0" smtClean="0"/>
          </a:p>
          <a:p>
            <a:endParaRPr lang="en-AU" sz="3200" dirty="0"/>
          </a:p>
          <a:p>
            <a:r>
              <a:rPr lang="en-AU" sz="3200" b="1" dirty="0"/>
              <a:t>Follicle</a:t>
            </a:r>
            <a:r>
              <a:rPr lang="en-AU" sz="3200" dirty="0"/>
              <a:t>: a small secretory sac or gland </a:t>
            </a:r>
            <a:endParaRPr lang="en-AU" sz="3200" dirty="0" smtClean="0"/>
          </a:p>
          <a:p>
            <a:endParaRPr lang="en-AU" sz="3200" dirty="0"/>
          </a:p>
          <a:p>
            <a:r>
              <a:rPr lang="en-AU" sz="3200" b="1" dirty="0"/>
              <a:t>Uterine tube</a:t>
            </a:r>
            <a:r>
              <a:rPr lang="en-AU" sz="3200" dirty="0"/>
              <a:t>: the tube that carries the eggs from the ovaries to the uterus; also called a fallopian tube or oviduct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9499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32261" y="1825624"/>
            <a:ext cx="11355185" cy="4708179"/>
          </a:xfrm>
        </p:spPr>
        <p:txBody>
          <a:bodyPr>
            <a:normAutofit/>
          </a:bodyPr>
          <a:lstStyle/>
          <a:p>
            <a:r>
              <a:rPr lang="en-AU" sz="3200" b="1" dirty="0"/>
              <a:t>Fimbriae</a:t>
            </a:r>
            <a:r>
              <a:rPr lang="en-AU" sz="3200" dirty="0"/>
              <a:t>: the finger-like projections of the uterine tube </a:t>
            </a:r>
            <a:endParaRPr lang="en-AU" sz="3200" dirty="0" smtClean="0"/>
          </a:p>
          <a:p>
            <a:endParaRPr lang="en-AU" sz="3200" dirty="0"/>
          </a:p>
          <a:p>
            <a:r>
              <a:rPr lang="en-AU" sz="3200" b="1" dirty="0"/>
              <a:t>Endometrium</a:t>
            </a:r>
            <a:r>
              <a:rPr lang="en-AU" sz="3200" dirty="0"/>
              <a:t>: the soft mucous membrane lining the uterus </a:t>
            </a:r>
            <a:endParaRPr lang="en-AU" sz="3200" dirty="0" smtClean="0"/>
          </a:p>
          <a:p>
            <a:endParaRPr lang="en-AU" sz="3200" dirty="0"/>
          </a:p>
          <a:p>
            <a:r>
              <a:rPr lang="en-AU" sz="3200" b="1" dirty="0"/>
              <a:t>Cervix</a:t>
            </a:r>
            <a:r>
              <a:rPr lang="en-AU" sz="3200" dirty="0"/>
              <a:t>: the neck of the uterus, leading into the vagina </a:t>
            </a:r>
            <a:endParaRPr lang="en-AU" sz="3200" dirty="0" smtClean="0"/>
          </a:p>
          <a:p>
            <a:endParaRPr lang="en-AU" sz="3200" dirty="0"/>
          </a:p>
          <a:p>
            <a:r>
              <a:rPr lang="en-AU" sz="3200" b="1" dirty="0"/>
              <a:t>Vagina</a:t>
            </a:r>
            <a:r>
              <a:rPr lang="en-AU" sz="3200" dirty="0"/>
              <a:t>: the canal leading from the uterus to the exterior of the female body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0963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32509" y="1825624"/>
            <a:ext cx="11405062" cy="4708179"/>
          </a:xfrm>
        </p:spPr>
        <p:txBody>
          <a:bodyPr>
            <a:normAutofit lnSpcReduction="10000"/>
          </a:bodyPr>
          <a:lstStyle/>
          <a:p>
            <a:r>
              <a:rPr lang="en-AU" sz="3200" b="1" dirty="0"/>
              <a:t>Hymen</a:t>
            </a:r>
            <a:r>
              <a:rPr lang="en-AU" sz="3200" dirty="0"/>
              <a:t>: the fold of tissue that covers the external opening of the vagina </a:t>
            </a:r>
            <a:endParaRPr lang="en-AU" sz="3200" dirty="0" smtClean="0"/>
          </a:p>
          <a:p>
            <a:endParaRPr lang="en-AU" sz="3200" dirty="0"/>
          </a:p>
          <a:p>
            <a:r>
              <a:rPr lang="en-AU" sz="3200" b="1" dirty="0"/>
              <a:t>Vulva</a:t>
            </a:r>
            <a:r>
              <a:rPr lang="en-AU" sz="3200" dirty="0"/>
              <a:t>: female external genitalia </a:t>
            </a:r>
            <a:endParaRPr lang="en-AU" sz="3200" dirty="0" smtClean="0"/>
          </a:p>
          <a:p>
            <a:endParaRPr lang="en-AU" sz="3200" dirty="0"/>
          </a:p>
          <a:p>
            <a:r>
              <a:rPr lang="en-AU" sz="3200" b="1" dirty="0"/>
              <a:t>Labia majora and minora</a:t>
            </a:r>
            <a:r>
              <a:rPr lang="en-AU" sz="3200" dirty="0"/>
              <a:t>: the fleshy folds of skin lining the opening to the vagina and urethra </a:t>
            </a:r>
            <a:endParaRPr lang="en-AU" sz="3200" dirty="0" smtClean="0"/>
          </a:p>
          <a:p>
            <a:endParaRPr lang="en-AU" sz="3200" dirty="0"/>
          </a:p>
          <a:p>
            <a:r>
              <a:rPr lang="en-AU" sz="3200" b="1" dirty="0"/>
              <a:t>Clitoris</a:t>
            </a:r>
            <a:r>
              <a:rPr lang="en-AU" sz="3200" dirty="0"/>
              <a:t>: the erectile organ of the female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5262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299257" y="1825625"/>
            <a:ext cx="11604567" cy="4741430"/>
          </a:xfrm>
        </p:spPr>
        <p:txBody>
          <a:bodyPr/>
          <a:lstStyle/>
          <a:p>
            <a:r>
              <a:rPr lang="en-AU" b="1" dirty="0"/>
              <a:t>Gametogenesis</a:t>
            </a:r>
            <a:r>
              <a:rPr lang="en-AU" dirty="0"/>
              <a:t>: the formation and development of the gametes </a:t>
            </a:r>
            <a:endParaRPr lang="en-AU" dirty="0" smtClean="0"/>
          </a:p>
          <a:p>
            <a:endParaRPr lang="en-AU" dirty="0"/>
          </a:p>
          <a:p>
            <a:r>
              <a:rPr lang="en-AU" b="1" dirty="0"/>
              <a:t>Spermatogenesis</a:t>
            </a:r>
            <a:r>
              <a:rPr lang="en-AU" dirty="0"/>
              <a:t>: the formation and development of the spermatozoa </a:t>
            </a:r>
            <a:endParaRPr lang="en-AU" dirty="0" smtClean="0"/>
          </a:p>
          <a:p>
            <a:endParaRPr lang="en-AU" dirty="0"/>
          </a:p>
          <a:p>
            <a:r>
              <a:rPr lang="en-AU" b="1" dirty="0"/>
              <a:t>Oogenesis</a:t>
            </a:r>
            <a:r>
              <a:rPr lang="en-AU" dirty="0"/>
              <a:t>: the formation and development of the ovum within the </a:t>
            </a:r>
            <a:r>
              <a:rPr lang="en-AU" dirty="0" smtClean="0"/>
              <a:t>ovary</a:t>
            </a:r>
          </a:p>
          <a:p>
            <a:endParaRPr lang="en-AU" dirty="0" smtClean="0"/>
          </a:p>
          <a:p>
            <a:r>
              <a:rPr lang="en-AU" b="1" dirty="0" smtClean="0"/>
              <a:t>Spermatogonia</a:t>
            </a:r>
            <a:r>
              <a:rPr lang="en-AU" dirty="0"/>
              <a:t>: immature cells lining the seminiferous tubules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4370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sz="3200" b="1" dirty="0"/>
              <a:t>Primary Spermatocytes</a:t>
            </a:r>
            <a:r>
              <a:rPr lang="en-AU" sz="3200" dirty="0"/>
              <a:t>: diploid cells that undergo the first division of meiosis to produce secondary spermatocytes </a:t>
            </a:r>
            <a:endParaRPr lang="en-AU" sz="3200" dirty="0" smtClean="0"/>
          </a:p>
          <a:p>
            <a:endParaRPr lang="en-AU" sz="3200" dirty="0"/>
          </a:p>
          <a:p>
            <a:r>
              <a:rPr lang="en-AU" sz="3200" b="1" dirty="0"/>
              <a:t>Secondary Spermatocytes</a:t>
            </a:r>
            <a:r>
              <a:rPr lang="en-AU" sz="3200" dirty="0"/>
              <a:t>: haploid cells that undergo the second division of meiosis to produce spermatids </a:t>
            </a:r>
            <a:endParaRPr lang="en-AU" sz="3200" dirty="0" smtClean="0"/>
          </a:p>
          <a:p>
            <a:endParaRPr lang="en-AU" sz="3200" dirty="0"/>
          </a:p>
          <a:p>
            <a:r>
              <a:rPr lang="en-AU" sz="3200" b="1" dirty="0"/>
              <a:t>Spermatids</a:t>
            </a:r>
            <a:r>
              <a:rPr lang="en-AU" sz="3200" dirty="0"/>
              <a:t>: haploid cells produced from spermatogonia by meiosis; they mature to form spermatozoa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8234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49135" y="1512916"/>
            <a:ext cx="11504814" cy="5037513"/>
          </a:xfrm>
        </p:spPr>
        <p:txBody>
          <a:bodyPr>
            <a:normAutofit/>
          </a:bodyPr>
          <a:lstStyle/>
          <a:p>
            <a:r>
              <a:rPr lang="en-AU" sz="3200" b="1" dirty="0"/>
              <a:t>Oogonia</a:t>
            </a:r>
            <a:r>
              <a:rPr lang="en-AU" sz="3200" dirty="0"/>
              <a:t>: the cells in the ovaries that produce primary oocytes by mitosis </a:t>
            </a:r>
            <a:endParaRPr lang="en-AU" sz="3200" dirty="0" smtClean="0"/>
          </a:p>
          <a:p>
            <a:endParaRPr lang="en-AU" sz="2400" dirty="0"/>
          </a:p>
          <a:p>
            <a:r>
              <a:rPr lang="en-AU" sz="3200" b="1" dirty="0"/>
              <a:t>Primary oocytes</a:t>
            </a:r>
            <a:r>
              <a:rPr lang="en-AU" sz="3200" dirty="0"/>
              <a:t>: diploid cells in the ovary that undergo meiosis to produce haploid secondary oocytes </a:t>
            </a:r>
            <a:endParaRPr lang="en-AU" sz="3200" dirty="0" smtClean="0"/>
          </a:p>
          <a:p>
            <a:endParaRPr lang="en-AU" sz="2400" dirty="0"/>
          </a:p>
          <a:p>
            <a:r>
              <a:rPr lang="en-AU" sz="3200" b="1" dirty="0"/>
              <a:t>Primary follicle</a:t>
            </a:r>
            <a:r>
              <a:rPr lang="en-AU" sz="3200" dirty="0"/>
              <a:t>: a dormant egg within the </a:t>
            </a:r>
            <a:r>
              <a:rPr lang="en-AU" sz="3200" dirty="0" smtClean="0"/>
              <a:t>ovary</a:t>
            </a:r>
          </a:p>
          <a:p>
            <a:endParaRPr lang="en-AU" sz="3200" dirty="0"/>
          </a:p>
          <a:p>
            <a:r>
              <a:rPr lang="en-AU" sz="3200" b="1" dirty="0"/>
              <a:t>Secondary oocyte</a:t>
            </a:r>
            <a:r>
              <a:rPr lang="en-AU" sz="3200" dirty="0"/>
              <a:t>: haploid cells that undergo meiosis to produce ova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8599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282633" y="1825625"/>
            <a:ext cx="11604567" cy="4791306"/>
          </a:xfrm>
        </p:spPr>
        <p:txBody>
          <a:bodyPr>
            <a:normAutofit/>
          </a:bodyPr>
          <a:lstStyle/>
          <a:p>
            <a:r>
              <a:rPr lang="en-AU" sz="3200" b="1" dirty="0"/>
              <a:t>First polar body</a:t>
            </a:r>
            <a:r>
              <a:rPr lang="en-AU" sz="3200" dirty="0"/>
              <a:t>: the smaller of two unequal cells formed when the primary oocyte divides during the first division of meiosis </a:t>
            </a:r>
            <a:endParaRPr lang="en-AU" sz="3200" dirty="0" smtClean="0"/>
          </a:p>
          <a:p>
            <a:endParaRPr lang="en-AU" sz="3200" dirty="0"/>
          </a:p>
          <a:p>
            <a:r>
              <a:rPr lang="en-AU" sz="3200" b="1" dirty="0"/>
              <a:t>Polar body</a:t>
            </a:r>
            <a:r>
              <a:rPr lang="en-AU" sz="3200" dirty="0"/>
              <a:t>: a haploid cell produced during oogenesis that contains a nucleus and very little cytoplasm </a:t>
            </a:r>
            <a:endParaRPr lang="en-AU" sz="3200" dirty="0" smtClean="0"/>
          </a:p>
          <a:p>
            <a:endParaRPr lang="en-AU" sz="3200" dirty="0"/>
          </a:p>
          <a:p>
            <a:r>
              <a:rPr lang="en-AU" sz="3200" b="1" dirty="0"/>
              <a:t>Second polar body</a:t>
            </a:r>
            <a:r>
              <a:rPr lang="en-AU" sz="3200" dirty="0"/>
              <a:t>: a polar body formed during the second stage of meiosis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5825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Endocrine gland</a:t>
            </a:r>
            <a:r>
              <a:rPr lang="en-AU" sz="3200" dirty="0"/>
              <a:t>: a gland that secretes hormones directly into adjacent tissues. </a:t>
            </a:r>
            <a:endParaRPr lang="en-AU" sz="3200" dirty="0" smtClean="0"/>
          </a:p>
          <a:p>
            <a:endParaRPr lang="en-AU" sz="3200" dirty="0"/>
          </a:p>
          <a:p>
            <a:r>
              <a:rPr lang="en-AU" sz="3200" b="1" dirty="0"/>
              <a:t>Hormone</a:t>
            </a:r>
            <a:r>
              <a:rPr lang="en-AU" sz="3200" dirty="0"/>
              <a:t>: a chemical secreted by an endocrine gland, often carried in the blood; it affects the functioning of a cell or organ </a:t>
            </a:r>
            <a:endParaRPr lang="en-AU" sz="3200" dirty="0" smtClean="0"/>
          </a:p>
          <a:p>
            <a:endParaRPr lang="en-AU" sz="3200" dirty="0"/>
          </a:p>
          <a:p>
            <a:r>
              <a:rPr lang="en-AU" sz="3200" b="1" dirty="0"/>
              <a:t>Pituitary gland</a:t>
            </a:r>
            <a:r>
              <a:rPr lang="en-AU" sz="3200" dirty="0"/>
              <a:t>: an endocrine gland located below the brain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4598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Gonadotropic hormone</a:t>
            </a:r>
            <a:r>
              <a:rPr lang="en-AU" sz="3200" dirty="0"/>
              <a:t>: hormones that affect the sex </a:t>
            </a:r>
            <a:r>
              <a:rPr lang="en-AU" sz="3200" dirty="0" smtClean="0"/>
              <a:t>organs</a:t>
            </a:r>
          </a:p>
          <a:p>
            <a:endParaRPr lang="en-AU" sz="3200" dirty="0"/>
          </a:p>
          <a:p>
            <a:r>
              <a:rPr lang="en-AU" sz="3200" b="1" dirty="0"/>
              <a:t>Follicle-stimulating hormone</a:t>
            </a:r>
            <a:r>
              <a:rPr lang="en-AU" sz="3200" dirty="0"/>
              <a:t>: a hormone that stimulates the development of a follicle in the ovary </a:t>
            </a:r>
            <a:endParaRPr lang="en-AU" sz="3200" dirty="0" smtClean="0"/>
          </a:p>
          <a:p>
            <a:endParaRPr lang="en-AU" sz="3200" dirty="0"/>
          </a:p>
          <a:p>
            <a:r>
              <a:rPr lang="en-AU" sz="3200" b="1" dirty="0"/>
              <a:t>Oestrogen</a:t>
            </a:r>
            <a:r>
              <a:rPr lang="en-AU" sz="3200" dirty="0"/>
              <a:t>: a general name for a female sex hormone; it develops or maintains female reproductive structures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4681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48887" y="1825624"/>
            <a:ext cx="11421688" cy="4758055"/>
          </a:xfrm>
        </p:spPr>
        <p:txBody>
          <a:bodyPr>
            <a:normAutofit/>
          </a:bodyPr>
          <a:lstStyle/>
          <a:p>
            <a:r>
              <a:rPr lang="en-AU" sz="3200" b="1" dirty="0"/>
              <a:t>Luteinising hormone</a:t>
            </a:r>
            <a:r>
              <a:rPr lang="en-AU" sz="3200" dirty="0"/>
              <a:t>: a hormone that promotes final maturation of the ovarian follicle and formation of the corpus </a:t>
            </a:r>
            <a:r>
              <a:rPr lang="en-AU" sz="3200" dirty="0" smtClean="0"/>
              <a:t>luteum</a:t>
            </a:r>
          </a:p>
          <a:p>
            <a:endParaRPr lang="en-AU" sz="3200" dirty="0"/>
          </a:p>
          <a:p>
            <a:r>
              <a:rPr lang="en-AU" sz="3200" b="1" dirty="0"/>
              <a:t>Progesterone</a:t>
            </a:r>
            <a:r>
              <a:rPr lang="en-AU" sz="3200" dirty="0"/>
              <a:t>: a female sex hormone produced by the ovaries; it helps prepare the uterine lining for a fertilised egg and the mammary glands for milk secretion </a:t>
            </a:r>
            <a:endParaRPr lang="en-AU" sz="3200" dirty="0" smtClean="0"/>
          </a:p>
          <a:p>
            <a:endParaRPr lang="en-AU" sz="3200" dirty="0"/>
          </a:p>
          <a:p>
            <a:r>
              <a:rPr lang="en-AU" sz="3200" b="1" dirty="0"/>
              <a:t>Prolactin</a:t>
            </a:r>
            <a:r>
              <a:rPr lang="en-AU" sz="3200" dirty="0"/>
              <a:t>: a hormone that promotes milk production during and after pregnancy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622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65759" y="1825624"/>
            <a:ext cx="11604567" cy="4824557"/>
          </a:xfrm>
        </p:spPr>
        <p:txBody>
          <a:bodyPr>
            <a:normAutofit/>
          </a:bodyPr>
          <a:lstStyle/>
          <a:p>
            <a:r>
              <a:rPr lang="en-AU" sz="3200" b="1" dirty="0"/>
              <a:t>Oxytocin</a:t>
            </a:r>
            <a:r>
              <a:rPr lang="en-AU" sz="3200" dirty="0"/>
              <a:t>: a hormone produced by the hypothalamus and released by the pituitary gland that has a role in childbirth and lactation </a:t>
            </a:r>
            <a:endParaRPr lang="en-AU" sz="3200" dirty="0" smtClean="0"/>
          </a:p>
          <a:p>
            <a:endParaRPr lang="en-AU" sz="3200" dirty="0"/>
          </a:p>
          <a:p>
            <a:r>
              <a:rPr lang="en-AU" sz="3200" b="1" dirty="0"/>
              <a:t>Ovarian cycle</a:t>
            </a:r>
            <a:r>
              <a:rPr lang="en-AU" sz="3200" dirty="0"/>
              <a:t>: the regular series of events that take place within an ovary of a non-pregnant female, associated with the maturation of an egg </a:t>
            </a:r>
            <a:endParaRPr lang="en-AU" sz="3200" dirty="0" smtClean="0"/>
          </a:p>
          <a:p>
            <a:endParaRPr lang="en-AU" sz="3200" dirty="0"/>
          </a:p>
          <a:p>
            <a:r>
              <a:rPr lang="en-AU" sz="3200" b="1" dirty="0"/>
              <a:t>Puberty</a:t>
            </a:r>
            <a:r>
              <a:rPr lang="en-AU" sz="3200" dirty="0"/>
              <a:t>: the period during which a person becomes sexually mature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6433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Secondary follicle</a:t>
            </a:r>
            <a:r>
              <a:rPr lang="en-AU" sz="3200" dirty="0"/>
              <a:t>: a previously dormant (primary) follicle that has begun to develop </a:t>
            </a:r>
            <a:endParaRPr lang="en-AU" sz="3200" dirty="0" smtClean="0"/>
          </a:p>
          <a:p>
            <a:endParaRPr lang="en-AU" sz="3200" dirty="0"/>
          </a:p>
          <a:p>
            <a:r>
              <a:rPr lang="en-AU" sz="3200" b="1" dirty="0"/>
              <a:t>Mature follicle</a:t>
            </a:r>
            <a:r>
              <a:rPr lang="en-AU" sz="3200" dirty="0"/>
              <a:t>: a fluid-filled structure in the ovary; it contains an immature egg and its surrounding tissues </a:t>
            </a:r>
            <a:endParaRPr lang="en-AU" sz="3200" dirty="0" smtClean="0"/>
          </a:p>
          <a:p>
            <a:endParaRPr lang="en-AU" sz="3200" dirty="0"/>
          </a:p>
          <a:p>
            <a:r>
              <a:rPr lang="en-AU" sz="3200" b="1" dirty="0"/>
              <a:t>Corpus luteum</a:t>
            </a:r>
            <a:r>
              <a:rPr lang="en-AU" sz="3200" dirty="0"/>
              <a:t>: the temporary endocrine gland that forms in the ovary after the release of an egg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9958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Corpus albicans</a:t>
            </a:r>
            <a:r>
              <a:rPr lang="en-AU" sz="3200" dirty="0"/>
              <a:t>: a fibrous mass of scar tissue left on the ovary after the corpus luteum degenerates </a:t>
            </a:r>
            <a:endParaRPr lang="en-AU" sz="3200" dirty="0" smtClean="0"/>
          </a:p>
          <a:p>
            <a:endParaRPr lang="en-AU" sz="3200" dirty="0"/>
          </a:p>
          <a:p>
            <a:r>
              <a:rPr lang="en-AU" sz="3200" b="1" dirty="0"/>
              <a:t>Human chorionic gonadotropin</a:t>
            </a:r>
            <a:r>
              <a:rPr lang="en-AU" sz="3200" dirty="0"/>
              <a:t>: a hormone produced by the placenta during pregnancy </a:t>
            </a:r>
            <a:endParaRPr lang="en-AU" sz="3200" dirty="0" smtClean="0"/>
          </a:p>
          <a:p>
            <a:endParaRPr lang="en-AU" sz="3200" dirty="0"/>
          </a:p>
          <a:p>
            <a:r>
              <a:rPr lang="en-AU" sz="3200" b="1" dirty="0"/>
              <a:t>Menstrual cycle</a:t>
            </a:r>
            <a:r>
              <a:rPr lang="en-AU" sz="3200" dirty="0"/>
              <a:t>: the regular series of changes that take place in the walls of the uterus of a non-pregnant female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087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Menstruation</a:t>
            </a:r>
            <a:r>
              <a:rPr lang="en-AU" sz="3200" dirty="0"/>
              <a:t>: the periodic discharge of blood and tissue fluid due to the breakdown of the lining of the </a:t>
            </a:r>
            <a:r>
              <a:rPr lang="en-AU" sz="3200" dirty="0" smtClean="0"/>
              <a:t>uterus</a:t>
            </a:r>
          </a:p>
          <a:p>
            <a:endParaRPr lang="en-AU" sz="3200" dirty="0"/>
          </a:p>
          <a:p>
            <a:r>
              <a:rPr lang="en-AU" sz="3200" b="1" dirty="0"/>
              <a:t>Menopause</a:t>
            </a:r>
            <a:r>
              <a:rPr lang="en-AU" sz="3200" dirty="0"/>
              <a:t>: cessation of menstruation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8104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Zygote </a:t>
            </a:r>
            <a:endParaRPr lang="en-AU" sz="6000" b="1" dirty="0"/>
          </a:p>
        </p:txBody>
      </p:sp>
      <p:sp>
        <p:nvSpPr>
          <p:cNvPr id="3" name="Content Placeholder 2"/>
          <p:cNvSpPr>
            <a:spLocks noGrp="1"/>
          </p:cNvSpPr>
          <p:nvPr>
            <p:ph idx="1"/>
          </p:nvPr>
        </p:nvSpPr>
        <p:spPr/>
        <p:txBody>
          <a:bodyPr/>
          <a:lstStyle/>
          <a:p>
            <a:r>
              <a:rPr lang="en-AU" dirty="0" smtClean="0"/>
              <a:t>Humans reproduce sexually, joining the male and female sex cells to produce a single cell (zygote) that develops to produce a new individual.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Male Reproductive System </a:t>
            </a:r>
            <a:endParaRPr lang="en-AU" sz="6000" b="1" dirty="0"/>
          </a:p>
        </p:txBody>
      </p:sp>
      <p:sp>
        <p:nvSpPr>
          <p:cNvPr id="3" name="Content Placeholder 2"/>
          <p:cNvSpPr>
            <a:spLocks noGrp="1"/>
          </p:cNvSpPr>
          <p:nvPr>
            <p:ph idx="1"/>
          </p:nvPr>
        </p:nvSpPr>
        <p:spPr/>
        <p:txBody>
          <a:bodyPr>
            <a:normAutofit/>
          </a:bodyPr>
          <a:lstStyle/>
          <a:p>
            <a:r>
              <a:rPr lang="en-AU" sz="3200" dirty="0" smtClean="0"/>
              <a:t>The male gonads consist of 2 testicles (testes), where the male gametes (spermatozoa) are produced. </a:t>
            </a:r>
          </a:p>
          <a:p>
            <a:endParaRPr lang="en-AU" sz="3200" dirty="0"/>
          </a:p>
          <a:p>
            <a:r>
              <a:rPr lang="en-AU" sz="3200" dirty="0" smtClean="0"/>
              <a:t>The testes are supported by the scrotum. </a:t>
            </a:r>
          </a:p>
          <a:p>
            <a:endParaRPr lang="en-AU" sz="3200" dirty="0"/>
          </a:p>
          <a:p>
            <a:r>
              <a:rPr lang="en-AU" sz="3200" dirty="0" smtClean="0"/>
              <a:t>Sperm requires to be cooler than normal body temperature, hence the location of the scrotum and testes outside of the body cavity.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Male Reproductive System </a:t>
            </a:r>
            <a:endParaRPr lang="en-AU" sz="6000" b="1" dirty="0"/>
          </a:p>
        </p:txBody>
      </p:sp>
      <p:sp>
        <p:nvSpPr>
          <p:cNvPr id="3" name="Content Placeholder 2"/>
          <p:cNvSpPr>
            <a:spLocks noGrp="1"/>
          </p:cNvSpPr>
          <p:nvPr>
            <p:ph idx="1"/>
          </p:nvPr>
        </p:nvSpPr>
        <p:spPr/>
        <p:txBody>
          <a:bodyPr>
            <a:normAutofit/>
          </a:bodyPr>
          <a:lstStyle/>
          <a:p>
            <a:r>
              <a:rPr lang="en-AU" sz="3200" dirty="0" smtClean="0"/>
              <a:t>Each testis are divided into between 200 and 300 lobules filled with fine tubes called seminiferous tubules. They are lined with cells that produce sperm. </a:t>
            </a:r>
          </a:p>
          <a:p>
            <a:endParaRPr lang="en-AU" sz="3200" dirty="0"/>
          </a:p>
          <a:p>
            <a:r>
              <a:rPr lang="en-AU" sz="3200" dirty="0" smtClean="0"/>
              <a:t>The tubules join to form a short, straight tubule which eventually joins into ducts. The ducts leave the testis and enter a structure called the epididymis. Between the seminiferous tubules are clusters of interstitial cells that secrete testosterone.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8539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58921" y="117429"/>
            <a:ext cx="7155045" cy="6632779"/>
          </a:xfrm>
          <a:prstGeom prst="rect">
            <a:avLst/>
          </a:prstGeom>
        </p:spPr>
      </p:pic>
    </p:spTree>
    <p:extLst>
      <p:ext uri="{BB962C8B-B14F-4D97-AF65-F5344CB8AC3E}">
        <p14:creationId xmlns:p14="http://schemas.microsoft.com/office/powerpoint/2010/main" val="3482061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Male Reproductive System </a:t>
            </a:r>
            <a:endParaRPr lang="en-AU" sz="6000" b="1" dirty="0"/>
          </a:p>
        </p:txBody>
      </p:sp>
      <p:sp>
        <p:nvSpPr>
          <p:cNvPr id="3" name="Content Placeholder 2"/>
          <p:cNvSpPr>
            <a:spLocks noGrp="1"/>
          </p:cNvSpPr>
          <p:nvPr>
            <p:ph idx="1"/>
          </p:nvPr>
        </p:nvSpPr>
        <p:spPr/>
        <p:txBody>
          <a:bodyPr>
            <a:normAutofit/>
          </a:bodyPr>
          <a:lstStyle/>
          <a:p>
            <a:pPr marL="0" indent="0">
              <a:buNone/>
            </a:pPr>
            <a:r>
              <a:rPr lang="en-AU" sz="3200" dirty="0" smtClean="0"/>
              <a:t>The epididymis is a high folded (SA:VOL) tubule that fits against the rear surface of each testis. The tubules of the epididymis continues to become the vas deferens, which carries the sperm away from the testis. </a:t>
            </a:r>
            <a:endParaRPr lang="en-AU" sz="3200" dirty="0"/>
          </a:p>
          <a:p>
            <a:pPr marL="0" indent="0">
              <a:buNone/>
            </a:pPr>
            <a:endParaRPr lang="en-AU" sz="3200" dirty="0" smtClean="0"/>
          </a:p>
          <a:p>
            <a:pPr marL="0" indent="0">
              <a:buNone/>
            </a:pPr>
            <a:r>
              <a:rPr lang="en-AU" sz="3200" dirty="0" smtClean="0"/>
              <a:t>The vas deferens extends upwards from the testis, looping behind the bladder. Under the bladder, the two vas deferentia (plural form), one from each testis, join the urethra.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0141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Male Reproductive System </a:t>
            </a:r>
            <a:endParaRPr lang="en-AU" sz="6000" b="1" dirty="0"/>
          </a:p>
        </p:txBody>
      </p:sp>
      <p:sp>
        <p:nvSpPr>
          <p:cNvPr id="3" name="Content Placeholder 2"/>
          <p:cNvSpPr>
            <a:spLocks noGrp="1"/>
          </p:cNvSpPr>
          <p:nvPr>
            <p:ph idx="1"/>
          </p:nvPr>
        </p:nvSpPr>
        <p:spPr/>
        <p:txBody>
          <a:bodyPr>
            <a:normAutofit/>
          </a:bodyPr>
          <a:lstStyle/>
          <a:p>
            <a:r>
              <a:rPr lang="en-AU" sz="3200" dirty="0" smtClean="0"/>
              <a:t>For transfer into a female’s body, and to reach the egg for fertilisation, the sperm must be in a liquid. This liquid (semen), nourishes and aids the transport of sperm. </a:t>
            </a:r>
          </a:p>
          <a:p>
            <a:endParaRPr lang="en-AU" sz="3200" dirty="0"/>
          </a:p>
          <a:p>
            <a:r>
              <a:rPr lang="en-AU" sz="3200" dirty="0" smtClean="0"/>
              <a:t>The semen nourishes and aids the transport of sperm. It is a mixture of secretions from three glands- the seminal vesicles, the prostate gland and the bulbo-urethral gland.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1541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204147" y="274469"/>
            <a:ext cx="9899282" cy="6313416"/>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2381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Male Reproductive System </a:t>
            </a:r>
            <a:endParaRPr lang="en-AU" sz="6000" b="1" dirty="0"/>
          </a:p>
        </p:txBody>
      </p:sp>
      <p:sp>
        <p:nvSpPr>
          <p:cNvPr id="3" name="Content Placeholder 2"/>
          <p:cNvSpPr>
            <a:spLocks noGrp="1"/>
          </p:cNvSpPr>
          <p:nvPr>
            <p:ph idx="1"/>
          </p:nvPr>
        </p:nvSpPr>
        <p:spPr/>
        <p:txBody>
          <a:bodyPr>
            <a:normAutofit/>
          </a:bodyPr>
          <a:lstStyle/>
          <a:p>
            <a:r>
              <a:rPr lang="en-AU" sz="3200" dirty="0" smtClean="0"/>
              <a:t>The urethra carries sperm and semen through the penis to a lit-like opening at the tip. In reproduction, the penis is used o transfer sperm to the vagina of the female. </a:t>
            </a:r>
          </a:p>
          <a:p>
            <a:endParaRPr lang="en-AU" sz="3200" dirty="0"/>
          </a:p>
          <a:p>
            <a:r>
              <a:rPr lang="en-AU" sz="3200" dirty="0" smtClean="0"/>
              <a:t>The penis contains connective tissue that has a very rich blood supply. This erectile tissue has a large number of sponge-like spaces, which fill with blood during sexual arousal (erection).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49518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Female Reproductive System </a:t>
            </a:r>
            <a:endParaRPr lang="en-AU" sz="6000" b="1" dirty="0"/>
          </a:p>
        </p:txBody>
      </p:sp>
      <p:sp>
        <p:nvSpPr>
          <p:cNvPr id="3" name="Content Placeholder 2"/>
          <p:cNvSpPr>
            <a:spLocks noGrp="1"/>
          </p:cNvSpPr>
          <p:nvPr>
            <p:ph idx="1"/>
          </p:nvPr>
        </p:nvSpPr>
        <p:spPr/>
        <p:txBody>
          <a:bodyPr>
            <a:normAutofit/>
          </a:bodyPr>
          <a:lstStyle/>
          <a:p>
            <a:r>
              <a:rPr lang="en-AU" sz="3200" dirty="0" smtClean="0"/>
              <a:t>The primary sex organs (gonads) of the female are the two ovaries. </a:t>
            </a:r>
          </a:p>
          <a:p>
            <a:endParaRPr lang="en-AU" sz="3200" dirty="0"/>
          </a:p>
          <a:p>
            <a:r>
              <a:rPr lang="en-AU" sz="3200" dirty="0" smtClean="0"/>
              <a:t>Each ovary is composed of a mass of connective tissue called the stroma. This is surrounded by a layer of cells containing numerous germ cells, each enclosed in a follicle.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5161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5287" y="581025"/>
            <a:ext cx="11401425" cy="5695950"/>
          </a:xfrm>
          <a:prstGeom prst="rect">
            <a:avLst/>
          </a:prstGeom>
        </p:spPr>
      </p:pic>
    </p:spTree>
    <p:extLst>
      <p:ext uri="{BB962C8B-B14F-4D97-AF65-F5344CB8AC3E}">
        <p14:creationId xmlns:p14="http://schemas.microsoft.com/office/powerpoint/2010/main" val="3892064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Female Reproductive System </a:t>
            </a:r>
            <a:endParaRPr lang="en-AU" sz="6000" b="1" dirty="0"/>
          </a:p>
        </p:txBody>
      </p:sp>
      <p:sp>
        <p:nvSpPr>
          <p:cNvPr id="3" name="Content Placeholder 2"/>
          <p:cNvSpPr>
            <a:spLocks noGrp="1"/>
          </p:cNvSpPr>
          <p:nvPr>
            <p:ph idx="1"/>
          </p:nvPr>
        </p:nvSpPr>
        <p:spPr/>
        <p:txBody>
          <a:bodyPr>
            <a:normAutofit/>
          </a:bodyPr>
          <a:lstStyle/>
          <a:p>
            <a:r>
              <a:rPr lang="en-AU" sz="3200" dirty="0" smtClean="0"/>
              <a:t>As a follicle matures, it moves to the surface of the ovary and ruptures, expelling an egg into the uterine tube. </a:t>
            </a:r>
          </a:p>
          <a:p>
            <a:endParaRPr lang="en-AU" sz="3200" dirty="0"/>
          </a:p>
          <a:p>
            <a:r>
              <a:rPr lang="en-AU" sz="3200" dirty="0" smtClean="0"/>
              <a:t>Projections called fimbriae help to guide the egg into the uterine tube. Contraction of smooth muscles in the wall of the uterine tube also aids the movement of the egg.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5978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Female Reproductive System </a:t>
            </a:r>
            <a:endParaRPr lang="en-AU" sz="6000" b="1" dirty="0"/>
          </a:p>
        </p:txBody>
      </p:sp>
      <p:sp>
        <p:nvSpPr>
          <p:cNvPr id="3" name="Content Placeholder 2"/>
          <p:cNvSpPr>
            <a:spLocks noGrp="1"/>
          </p:cNvSpPr>
          <p:nvPr>
            <p:ph idx="1"/>
          </p:nvPr>
        </p:nvSpPr>
        <p:spPr/>
        <p:txBody>
          <a:bodyPr>
            <a:normAutofit/>
          </a:bodyPr>
          <a:lstStyle/>
          <a:p>
            <a:r>
              <a:rPr lang="en-AU" sz="3200" dirty="0" smtClean="0"/>
              <a:t>The uterus is a hollow organ situated behind the urinary bladder and in front of the rectum. </a:t>
            </a:r>
          </a:p>
          <a:p>
            <a:endParaRPr lang="en-AU" sz="3200" dirty="0"/>
          </a:p>
          <a:p>
            <a:r>
              <a:rPr lang="en-AU" sz="3200" dirty="0" smtClean="0"/>
              <a:t>At the lower end of the uterus is the cervix, which protrudes into the vagina. The external opening of the vagina is partially covered by a fold of tissue called the hymen.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3578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3312" y="148695"/>
            <a:ext cx="9365464" cy="6556905"/>
          </a:xfrm>
          <a:prstGeom prst="rect">
            <a:avLst/>
          </a:prstGeom>
        </p:spPr>
      </p:pic>
    </p:spTree>
    <p:extLst>
      <p:ext uri="{BB962C8B-B14F-4D97-AF65-F5344CB8AC3E}">
        <p14:creationId xmlns:p14="http://schemas.microsoft.com/office/powerpoint/2010/main" val="3602914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Female Reproductive System </a:t>
            </a:r>
            <a:endParaRPr lang="en-AU" sz="6000" b="1" dirty="0"/>
          </a:p>
        </p:txBody>
      </p:sp>
      <p:sp>
        <p:nvSpPr>
          <p:cNvPr id="3" name="Content Placeholder 2"/>
          <p:cNvSpPr>
            <a:spLocks noGrp="1"/>
          </p:cNvSpPr>
          <p:nvPr>
            <p:ph idx="1"/>
          </p:nvPr>
        </p:nvSpPr>
        <p:spPr/>
        <p:txBody>
          <a:bodyPr>
            <a:normAutofit/>
          </a:bodyPr>
          <a:lstStyle/>
          <a:p>
            <a:r>
              <a:rPr lang="en-AU" sz="3200" dirty="0" smtClean="0"/>
              <a:t>The vagina opens to the exterior in a region termed the vulva, which is made up of three external genital organs: </a:t>
            </a:r>
          </a:p>
          <a:p>
            <a:pPr lvl="1"/>
            <a:r>
              <a:rPr lang="en-AU" sz="3200" dirty="0" smtClean="0"/>
              <a:t>Labia majora: two fleshy folds of skin, containing a large number of glands that produce oily secretions. </a:t>
            </a:r>
          </a:p>
          <a:p>
            <a:pPr lvl="1"/>
            <a:r>
              <a:rPr lang="en-AU" sz="3200" dirty="0" smtClean="0"/>
              <a:t>Labia minora: two smaller folds of skin that surround the space into which the urethra and vagina open </a:t>
            </a:r>
          </a:p>
          <a:p>
            <a:pPr lvl="1"/>
            <a:r>
              <a:rPr lang="en-AU" sz="3200" dirty="0" smtClean="0"/>
              <a:t>Clitoris: contains erectile tissue, blood vessels and nerves. It is very sensitive to touch.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25666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Gamete Production </a:t>
            </a:r>
            <a:endParaRPr lang="en-AU" sz="6000" b="1" dirty="0"/>
          </a:p>
        </p:txBody>
      </p:sp>
      <p:sp>
        <p:nvSpPr>
          <p:cNvPr id="3" name="Content Placeholder 2"/>
          <p:cNvSpPr>
            <a:spLocks noGrp="1"/>
          </p:cNvSpPr>
          <p:nvPr>
            <p:ph idx="1"/>
          </p:nvPr>
        </p:nvSpPr>
        <p:spPr/>
        <p:txBody>
          <a:bodyPr/>
          <a:lstStyle/>
          <a:p>
            <a:r>
              <a:rPr lang="en-AU" dirty="0" smtClean="0"/>
              <a:t>Gamete development, from meiosis to mature gametes is called gametogenesis. There are two types (spermatogenesis and oogenesis).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48161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699" y="500062"/>
            <a:ext cx="6155267" cy="1325563"/>
          </a:xfrm>
        </p:spPr>
        <p:txBody>
          <a:bodyPr>
            <a:normAutofit/>
          </a:bodyPr>
          <a:lstStyle/>
          <a:p>
            <a:r>
              <a:rPr lang="en-AU" sz="6000" b="1" dirty="0" smtClean="0"/>
              <a:t>Spermatogenesis </a:t>
            </a:r>
            <a:endParaRPr lang="en-AU" sz="6000" b="1" dirty="0"/>
          </a:p>
        </p:txBody>
      </p:sp>
      <p:sp>
        <p:nvSpPr>
          <p:cNvPr id="3" name="Content Placeholder 2"/>
          <p:cNvSpPr>
            <a:spLocks noGrp="1"/>
          </p:cNvSpPr>
          <p:nvPr>
            <p:ph idx="1"/>
          </p:nvPr>
        </p:nvSpPr>
        <p:spPr>
          <a:xfrm>
            <a:off x="838200" y="1825625"/>
            <a:ext cx="4291149" cy="4351338"/>
          </a:xfrm>
        </p:spPr>
        <p:txBody>
          <a:bodyPr/>
          <a:lstStyle/>
          <a:p>
            <a:r>
              <a:rPr lang="en-AU" dirty="0" smtClean="0"/>
              <a:t>Occurs inside the seminiferous tubules of each testis. </a:t>
            </a:r>
          </a:p>
          <a:p>
            <a:endParaRPr lang="en-AU" dirty="0"/>
          </a:p>
          <a:p>
            <a:r>
              <a:rPr lang="en-AU" dirty="0" smtClean="0"/>
              <a:t>At puberty, the spermatogonia begin dividing via mitosis, providing a continuous source of new cells for the production of new sperm.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5643697" y="500062"/>
            <a:ext cx="6323695" cy="5814484"/>
          </a:xfrm>
          <a:prstGeom prst="rect">
            <a:avLst/>
          </a:prstGeom>
        </p:spPr>
      </p:pic>
    </p:spTree>
    <p:extLst>
      <p:ext uri="{BB962C8B-B14F-4D97-AF65-F5344CB8AC3E}">
        <p14:creationId xmlns:p14="http://schemas.microsoft.com/office/powerpoint/2010/main" val="3093010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Spermatocytes </a:t>
            </a:r>
            <a:endParaRPr lang="en-AU" sz="6000" b="1" dirty="0"/>
          </a:p>
        </p:txBody>
      </p:sp>
      <p:sp>
        <p:nvSpPr>
          <p:cNvPr id="3" name="Content Placeholder 2"/>
          <p:cNvSpPr>
            <a:spLocks noGrp="1"/>
          </p:cNvSpPr>
          <p:nvPr>
            <p:ph idx="1"/>
          </p:nvPr>
        </p:nvSpPr>
        <p:spPr>
          <a:xfrm>
            <a:off x="470263" y="1825624"/>
            <a:ext cx="11355977" cy="4731929"/>
          </a:xfrm>
        </p:spPr>
        <p:txBody>
          <a:bodyPr>
            <a:normAutofit/>
          </a:bodyPr>
          <a:lstStyle/>
          <a:p>
            <a:r>
              <a:rPr lang="en-AU" dirty="0" smtClean="0"/>
              <a:t>Some of these daughter cells from the spermatogonia are pushed inward, where they undergo a period of growth. These enlarged cells are called primary spermatocytes. </a:t>
            </a:r>
          </a:p>
          <a:p>
            <a:endParaRPr lang="en-AU" dirty="0"/>
          </a:p>
          <a:p>
            <a:r>
              <a:rPr lang="en-AU" dirty="0" smtClean="0"/>
              <a:t>They are diploid and undergo the first stage of meiosis to produce secondary spermatocytes. These cells are haploid. The second stage of meiosis divides each secondary spermatocyte into two spermatids. </a:t>
            </a:r>
          </a:p>
          <a:p>
            <a:endParaRPr lang="en-AU" dirty="0"/>
          </a:p>
          <a:p>
            <a:r>
              <a:rPr lang="en-AU" dirty="0" smtClean="0"/>
              <a:t>The final stage of spermatogenesis is when the spermatids mature into spermatozoa.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79726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376272"/>
            <a:ext cx="12214016" cy="6172574"/>
          </a:xfrm>
          <a:prstGeom prst="rect">
            <a:avLst/>
          </a:prstGeom>
        </p:spPr>
      </p:pic>
    </p:spTree>
    <p:extLst>
      <p:ext uri="{BB962C8B-B14F-4D97-AF65-F5344CB8AC3E}">
        <p14:creationId xmlns:p14="http://schemas.microsoft.com/office/powerpoint/2010/main" val="13499921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Production of ova </a:t>
            </a:r>
            <a:endParaRPr lang="en-AU" sz="6000" b="1" dirty="0"/>
          </a:p>
        </p:txBody>
      </p:sp>
      <p:sp>
        <p:nvSpPr>
          <p:cNvPr id="3" name="Content Placeholder 2"/>
          <p:cNvSpPr>
            <a:spLocks noGrp="1"/>
          </p:cNvSpPr>
          <p:nvPr>
            <p:ph idx="1"/>
          </p:nvPr>
        </p:nvSpPr>
        <p:spPr/>
        <p:txBody>
          <a:bodyPr/>
          <a:lstStyle/>
          <a:p>
            <a:r>
              <a:rPr lang="en-AU" dirty="0" smtClean="0"/>
              <a:t>The production of ova within the ovaries is called oogenesis. </a:t>
            </a:r>
          </a:p>
          <a:p>
            <a:endParaRPr lang="en-AU" dirty="0"/>
          </a:p>
          <a:p>
            <a:r>
              <a:rPr lang="en-AU" dirty="0" smtClean="0"/>
              <a:t>Before birth, millions of egg mother cells (Oogonia) develop in the ovaries. These cells are diploid and divide by mitosis to produce the cells that will eventually develop into ova. </a:t>
            </a:r>
          </a:p>
          <a:p>
            <a:endParaRPr lang="en-AU" dirty="0"/>
          </a:p>
          <a:p>
            <a:r>
              <a:rPr lang="en-AU" dirty="0" smtClean="0"/>
              <a:t>At birth, each ovary contains several thousand Oogonia, which have undergone a growth phase to become primary oocytes.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4831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Oocytes </a:t>
            </a:r>
            <a:endParaRPr lang="en-AU" sz="6000" b="1" dirty="0"/>
          </a:p>
        </p:txBody>
      </p:sp>
      <p:sp>
        <p:nvSpPr>
          <p:cNvPr id="3" name="Content Placeholder 2"/>
          <p:cNvSpPr>
            <a:spLocks noGrp="1"/>
          </p:cNvSpPr>
          <p:nvPr>
            <p:ph idx="1"/>
          </p:nvPr>
        </p:nvSpPr>
        <p:spPr/>
        <p:txBody>
          <a:bodyPr/>
          <a:lstStyle/>
          <a:p>
            <a:r>
              <a:rPr lang="en-AU" dirty="0" smtClean="0"/>
              <a:t>The primary oocytes begin prophase of the first meiotic division and is surrounded by a single layer of cells (primary follicle), but then stop until puberty. As a follicle matures, the primary oocyte contained within it completes the stages of the first meiotic division. </a:t>
            </a:r>
          </a:p>
          <a:p>
            <a:endParaRPr lang="en-AU" dirty="0"/>
          </a:p>
          <a:p>
            <a:r>
              <a:rPr lang="en-AU" dirty="0" smtClean="0"/>
              <a:t>The two haploid cells are different sizes. The larger one (secondary oocyte) receives half the number of chromosomes, but nearly all the cytoplasm. The smaller one (first polar body) receives the other half of the chromosomes but very little cytoplasm.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4164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Secondary Oocyte </a:t>
            </a:r>
            <a:endParaRPr lang="en-AU" sz="6000" b="1" dirty="0"/>
          </a:p>
        </p:txBody>
      </p:sp>
      <p:sp>
        <p:nvSpPr>
          <p:cNvPr id="3" name="Content Placeholder 2"/>
          <p:cNvSpPr>
            <a:spLocks noGrp="1"/>
          </p:cNvSpPr>
          <p:nvPr>
            <p:ph idx="1"/>
          </p:nvPr>
        </p:nvSpPr>
        <p:spPr>
          <a:xfrm>
            <a:off x="838200" y="1573077"/>
            <a:ext cx="10515600" cy="4958352"/>
          </a:xfrm>
        </p:spPr>
        <p:txBody>
          <a:bodyPr/>
          <a:lstStyle/>
          <a:p>
            <a:r>
              <a:rPr lang="en-AU" dirty="0" smtClean="0"/>
              <a:t>It immediately commences the second division of meiosis but stops at metaphase. At this stage ovulation occurs; the follicle ruptures, expelling the secondary oocyte along with its polar body. </a:t>
            </a:r>
          </a:p>
          <a:p>
            <a:endParaRPr lang="en-AU" dirty="0"/>
          </a:p>
          <a:p>
            <a:r>
              <a:rPr lang="en-AU" dirty="0" smtClean="0"/>
              <a:t>The secondary oocyte enters the uterine tube and, if penetrated by a sperm, meiosis is quickly completed. This second meiotic division also produces two haploid cells of unequal size. The large one becomes a mature egg and the smaller one becomes the second polar body. </a:t>
            </a:r>
          </a:p>
          <a:p>
            <a:endParaRPr lang="en-AU" dirty="0"/>
          </a:p>
          <a:p>
            <a:r>
              <a:rPr lang="en-AU" dirty="0" smtClean="0"/>
              <a:t>All polar bodies disintegrate. So in females, oogenesis produces a single ovum from each primary oocyte.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4108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60023" y="34836"/>
            <a:ext cx="7243532" cy="6798233"/>
          </a:xfrm>
          <a:prstGeom prst="rect">
            <a:avLst/>
          </a:prstGeom>
        </p:spPr>
      </p:pic>
    </p:spTree>
    <p:extLst>
      <p:ext uri="{BB962C8B-B14F-4D97-AF65-F5344CB8AC3E}">
        <p14:creationId xmlns:p14="http://schemas.microsoft.com/office/powerpoint/2010/main" val="29361968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Hormones </a:t>
            </a:r>
            <a:endParaRPr lang="en-AU" sz="6000" b="1" dirty="0"/>
          </a:p>
        </p:txBody>
      </p:sp>
      <p:sp>
        <p:nvSpPr>
          <p:cNvPr id="3" name="Content Placeholder 2"/>
          <p:cNvSpPr>
            <a:spLocks noGrp="1"/>
          </p:cNvSpPr>
          <p:nvPr>
            <p:ph idx="1"/>
          </p:nvPr>
        </p:nvSpPr>
        <p:spPr>
          <a:xfrm>
            <a:off x="838200" y="1558834"/>
            <a:ext cx="10515600" cy="4981303"/>
          </a:xfrm>
        </p:spPr>
        <p:txBody>
          <a:bodyPr>
            <a:normAutofit/>
          </a:bodyPr>
          <a:lstStyle/>
          <a:p>
            <a:r>
              <a:rPr lang="en-AU" dirty="0" smtClean="0"/>
              <a:t>The menstrual and ovarian cycles, and other features of the human reproductive system, depend on the endocrine glands for their regulation and control. </a:t>
            </a:r>
          </a:p>
          <a:p>
            <a:endParaRPr lang="en-AU" dirty="0"/>
          </a:p>
          <a:p>
            <a:r>
              <a:rPr lang="en-AU" dirty="0" smtClean="0"/>
              <a:t>These glands release secretions called hormones into the extracellular fluid that surrounds the cells. The secretion then passes into the capillaries for transport to the target organ. </a:t>
            </a:r>
          </a:p>
          <a:p>
            <a:endParaRPr lang="en-AU" dirty="0"/>
          </a:p>
          <a:p>
            <a:r>
              <a:rPr lang="en-AU" dirty="0" smtClean="0"/>
              <a:t>The main target organs involved in reproductive processes are the testes and ovaries.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88278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Reproductive Hormones </a:t>
            </a:r>
            <a:endParaRPr lang="en-AU" sz="6000" b="1" dirty="0"/>
          </a:p>
        </p:txBody>
      </p:sp>
      <p:sp>
        <p:nvSpPr>
          <p:cNvPr id="3" name="Content Placeholder 2"/>
          <p:cNvSpPr>
            <a:spLocks noGrp="1"/>
          </p:cNvSpPr>
          <p:nvPr>
            <p:ph idx="1"/>
          </p:nvPr>
        </p:nvSpPr>
        <p:spPr/>
        <p:txBody>
          <a:bodyPr/>
          <a:lstStyle/>
          <a:p>
            <a:r>
              <a:rPr lang="en-AU" dirty="0" smtClean="0"/>
              <a:t>The pituitary gland is a small organ located at the base of the brain. </a:t>
            </a:r>
          </a:p>
          <a:p>
            <a:endParaRPr lang="en-AU" dirty="0"/>
          </a:p>
          <a:p>
            <a:r>
              <a:rPr lang="en-AU" dirty="0" smtClean="0"/>
              <a:t>Two hormones secreted by the pituitary affect the gonads and are thus called gonadotropic hormones. </a:t>
            </a:r>
          </a:p>
          <a:p>
            <a:endParaRPr lang="en-AU" dirty="0"/>
          </a:p>
          <a:p>
            <a:r>
              <a:rPr lang="en-AU" dirty="0" smtClean="0"/>
              <a:t>They are the …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03732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7977"/>
            <a:ext cx="10515600" cy="5488986"/>
          </a:xfrm>
        </p:spPr>
        <p:txBody>
          <a:bodyPr/>
          <a:lstStyle/>
          <a:p>
            <a:r>
              <a:rPr lang="en-AU" b="1" dirty="0" smtClean="0"/>
              <a:t>Follicle-stimulating hormone </a:t>
            </a:r>
            <a:r>
              <a:rPr lang="en-AU" dirty="0" smtClean="0"/>
              <a:t>(FSH) which stimulates the development and maturation of the ovarian follicle in females. During its development, the ovarian follicle secretes oestrogen. Secretion of FSH is reduced as the level of oestrogen increases in the blood. </a:t>
            </a:r>
          </a:p>
          <a:p>
            <a:endParaRPr lang="en-AU" dirty="0"/>
          </a:p>
          <a:p>
            <a:endParaRPr lang="en-AU" dirty="0" smtClean="0"/>
          </a:p>
          <a:p>
            <a:r>
              <a:rPr lang="en-AU" b="1" dirty="0" smtClean="0"/>
              <a:t>Luteinising hormone </a:t>
            </a:r>
            <a:r>
              <a:rPr lang="en-AU" dirty="0" smtClean="0"/>
              <a:t>(LH) promotes the final maturation of the ovarian follicle, ovulation, and the formation of the corpus luteum. The corpus luteum secretes another ovarian hormone, progesterone, as well as oestrogen. There is a gradual reduction in the production of LH as the level of progesterone in the blood increases.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81834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More hormones </a:t>
            </a:r>
            <a:endParaRPr lang="en-AU" sz="6000" b="1" dirty="0"/>
          </a:p>
        </p:txBody>
      </p:sp>
      <p:sp>
        <p:nvSpPr>
          <p:cNvPr id="3" name="Content Placeholder 2"/>
          <p:cNvSpPr>
            <a:spLocks noGrp="1"/>
          </p:cNvSpPr>
          <p:nvPr>
            <p:ph idx="1"/>
          </p:nvPr>
        </p:nvSpPr>
        <p:spPr/>
        <p:txBody>
          <a:bodyPr/>
          <a:lstStyle/>
          <a:p>
            <a:r>
              <a:rPr lang="en-AU" dirty="0" smtClean="0"/>
              <a:t>The pituitary gland also releases prolactin and oxytocin. </a:t>
            </a:r>
          </a:p>
          <a:p>
            <a:endParaRPr lang="en-AU" dirty="0"/>
          </a:p>
          <a:p>
            <a:r>
              <a:rPr lang="en-AU" dirty="0" smtClean="0"/>
              <a:t>Prolactin has a direct effect on the breasts of women, and is involved in the preparation and maintenance of milk production. </a:t>
            </a:r>
          </a:p>
          <a:p>
            <a:endParaRPr lang="en-AU" dirty="0"/>
          </a:p>
          <a:p>
            <a:r>
              <a:rPr lang="en-AU" dirty="0" smtClean="0"/>
              <a:t>Oxytocin causes uterine contains, promotes the movement of breast milk in the breast, and has a role of sperm and the production of testosterone in the testes.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57209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021261813"/>
              </p:ext>
            </p:extLst>
          </p:nvPr>
        </p:nvGraphicFramePr>
        <p:xfrm>
          <a:off x="2431868" y="355463"/>
          <a:ext cx="8462555" cy="61514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5381896" y="1524000"/>
            <a:ext cx="400595" cy="369332"/>
          </a:xfrm>
          <a:prstGeom prst="rect">
            <a:avLst/>
          </a:prstGeom>
          <a:solidFill>
            <a:schemeClr val="accent6">
              <a:lumMod val="60000"/>
              <a:lumOff val="40000"/>
            </a:schemeClr>
          </a:solidFill>
          <a:ln>
            <a:solidFill>
              <a:schemeClr val="accent6">
                <a:lumMod val="60000"/>
                <a:lumOff val="40000"/>
              </a:schemeClr>
            </a:solidFill>
          </a:ln>
        </p:spPr>
        <p:txBody>
          <a:bodyPr wrap="square" rtlCol="0">
            <a:spAutoFit/>
          </a:bodyPr>
          <a:lstStyle/>
          <a:p>
            <a:endParaRPr lang="en-AU" dirty="0"/>
          </a:p>
        </p:txBody>
      </p:sp>
    </p:spTree>
    <p:extLst>
      <p:ext uri="{BB962C8B-B14F-4D97-AF65-F5344CB8AC3E}">
        <p14:creationId xmlns:p14="http://schemas.microsoft.com/office/powerpoint/2010/main" val="33824217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Ovarian Cycle </a:t>
            </a:r>
            <a:endParaRPr lang="en-AU" sz="6000" b="1" dirty="0"/>
          </a:p>
        </p:txBody>
      </p:sp>
      <p:sp>
        <p:nvSpPr>
          <p:cNvPr id="3" name="Content Placeholder 2"/>
          <p:cNvSpPr>
            <a:spLocks noGrp="1"/>
          </p:cNvSpPr>
          <p:nvPr>
            <p:ph idx="1"/>
          </p:nvPr>
        </p:nvSpPr>
        <p:spPr/>
        <p:txBody>
          <a:bodyPr/>
          <a:lstStyle/>
          <a:p>
            <a:r>
              <a:rPr lang="en-AU" dirty="0" smtClean="0"/>
              <a:t>Includes the maturation of an egg and its release into a uterine tube. The length of the ovarian cycle is highly variable, depending on the individual and other circumstances. </a:t>
            </a:r>
          </a:p>
          <a:p>
            <a:r>
              <a:rPr lang="en-AU" dirty="0" smtClean="0"/>
              <a:t>Only 30% of women fall into the ‘average’ of 28 days per cycle. </a:t>
            </a:r>
          </a:p>
          <a:p>
            <a:endParaRPr lang="en-AU" dirty="0"/>
          </a:p>
          <a:p>
            <a:r>
              <a:rPr lang="en-AU" dirty="0" smtClean="0"/>
              <a:t>When a female matures sexually at puberty, some of the primary follicles which contain a primary oocyte undergo further development. During the first half of the ovarian cycle the levels of FSH and LH slowly increase prompting the growth and maturation of follicles over a 10-14 day period.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94467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695132051"/>
              </p:ext>
            </p:extLst>
          </p:nvPr>
        </p:nvGraphicFramePr>
        <p:xfrm>
          <a:off x="367936" y="676094"/>
          <a:ext cx="11588932" cy="5706347"/>
        </p:xfrm>
        <a:graphic>
          <a:graphicData uri="http://schemas.openxmlformats.org/drawingml/2006/table">
            <a:tbl>
              <a:tblPr firstRow="1" bandRow="1">
                <a:tableStyleId>{5C22544A-7EE6-4342-B048-85BDC9FD1C3A}</a:tableStyleId>
              </a:tblPr>
              <a:tblGrid>
                <a:gridCol w="1460865">
                  <a:extLst>
                    <a:ext uri="{9D8B030D-6E8A-4147-A177-3AD203B41FA5}">
                      <a16:colId xmlns:a16="http://schemas.microsoft.com/office/drawing/2014/main" val="2995276578"/>
                    </a:ext>
                  </a:extLst>
                </a:gridCol>
                <a:gridCol w="10128067">
                  <a:extLst>
                    <a:ext uri="{9D8B030D-6E8A-4147-A177-3AD203B41FA5}">
                      <a16:colId xmlns:a16="http://schemas.microsoft.com/office/drawing/2014/main" val="1164405253"/>
                    </a:ext>
                  </a:extLst>
                </a:gridCol>
              </a:tblGrid>
              <a:tr h="673735">
                <a:tc>
                  <a:txBody>
                    <a:bodyPr/>
                    <a:lstStyle/>
                    <a:p>
                      <a:pPr algn="l"/>
                      <a:r>
                        <a:rPr lang="en-AU" sz="2400" dirty="0" smtClean="0">
                          <a:solidFill>
                            <a:schemeClr val="tx1"/>
                          </a:solidFill>
                        </a:rPr>
                        <a:t>Step </a:t>
                      </a:r>
                      <a:endParaRPr lang="en-AU" sz="2400" dirty="0">
                        <a:solidFill>
                          <a:schemeClr val="tx1"/>
                        </a:solidFill>
                      </a:endParaRPr>
                    </a:p>
                  </a:txBody>
                  <a:tcPr/>
                </a:tc>
                <a:tc>
                  <a:txBody>
                    <a:bodyPr/>
                    <a:lstStyle/>
                    <a:p>
                      <a:pPr algn="l"/>
                      <a:r>
                        <a:rPr lang="en-AU" sz="2400" dirty="0" smtClean="0">
                          <a:solidFill>
                            <a:schemeClr val="tx1"/>
                          </a:solidFill>
                        </a:rPr>
                        <a:t>Event(s) in follicle development </a:t>
                      </a:r>
                      <a:endParaRPr lang="en-AU" sz="2400" dirty="0">
                        <a:solidFill>
                          <a:schemeClr val="tx1"/>
                        </a:solidFill>
                      </a:endParaRPr>
                    </a:p>
                  </a:txBody>
                  <a:tcPr/>
                </a:tc>
                <a:extLst>
                  <a:ext uri="{0D108BD9-81ED-4DB2-BD59-A6C34878D82A}">
                    <a16:rowId xmlns:a16="http://schemas.microsoft.com/office/drawing/2014/main" val="2453725121"/>
                  </a:ext>
                </a:extLst>
              </a:tr>
              <a:tr h="1258153">
                <a:tc>
                  <a:txBody>
                    <a:bodyPr/>
                    <a:lstStyle/>
                    <a:p>
                      <a:pPr algn="ctr"/>
                      <a:r>
                        <a:rPr lang="en-AU" sz="2400" dirty="0" smtClean="0"/>
                        <a:t>1</a:t>
                      </a:r>
                      <a:endParaRPr lang="en-AU" sz="2400" dirty="0"/>
                    </a:p>
                  </a:txBody>
                  <a:tcPr/>
                </a:tc>
                <a:tc>
                  <a:txBody>
                    <a:bodyPr/>
                    <a:lstStyle/>
                    <a:p>
                      <a:r>
                        <a:rPr lang="en-AU" sz="2400" dirty="0" smtClean="0"/>
                        <a:t>Cells forming the wall of the primary follicle</a:t>
                      </a:r>
                      <a:r>
                        <a:rPr lang="en-AU" sz="2400" baseline="0" dirty="0" smtClean="0"/>
                        <a:t> begin to enlarge and divide, creating a layer of cells around the developing oocyte. </a:t>
                      </a:r>
                      <a:endParaRPr lang="en-AU" sz="2400" dirty="0"/>
                    </a:p>
                  </a:txBody>
                  <a:tcPr/>
                </a:tc>
                <a:extLst>
                  <a:ext uri="{0D108BD9-81ED-4DB2-BD59-A6C34878D82A}">
                    <a16:rowId xmlns:a16="http://schemas.microsoft.com/office/drawing/2014/main" val="3186704649"/>
                  </a:ext>
                </a:extLst>
              </a:tr>
              <a:tr h="1258153">
                <a:tc>
                  <a:txBody>
                    <a:bodyPr/>
                    <a:lstStyle/>
                    <a:p>
                      <a:pPr algn="ctr"/>
                      <a:r>
                        <a:rPr lang="en-AU" sz="2400" dirty="0" smtClean="0"/>
                        <a:t>2</a:t>
                      </a:r>
                      <a:endParaRPr lang="en-AU" sz="2400" dirty="0"/>
                    </a:p>
                  </a:txBody>
                  <a:tcPr/>
                </a:tc>
                <a:tc>
                  <a:txBody>
                    <a:bodyPr/>
                    <a:lstStyle/>
                    <a:p>
                      <a:r>
                        <a:rPr lang="en-AU" sz="2400" dirty="0" smtClean="0"/>
                        <a:t>Secretions from these cells create a fluid-filled space that gradually forces the oocyte to the edge of the follicle. It</a:t>
                      </a:r>
                      <a:r>
                        <a:rPr lang="en-AU" sz="2400" baseline="0" dirty="0" smtClean="0"/>
                        <a:t> is now referred to as a secondary follicle. </a:t>
                      </a:r>
                      <a:endParaRPr lang="en-AU" sz="2400" dirty="0"/>
                    </a:p>
                  </a:txBody>
                  <a:tcPr/>
                </a:tc>
                <a:extLst>
                  <a:ext uri="{0D108BD9-81ED-4DB2-BD59-A6C34878D82A}">
                    <a16:rowId xmlns:a16="http://schemas.microsoft.com/office/drawing/2014/main" val="4037593490"/>
                  </a:ext>
                </a:extLst>
              </a:tr>
              <a:tr h="1258153">
                <a:tc>
                  <a:txBody>
                    <a:bodyPr/>
                    <a:lstStyle/>
                    <a:p>
                      <a:pPr algn="ctr"/>
                      <a:r>
                        <a:rPr lang="en-AU" sz="2400" dirty="0" smtClean="0"/>
                        <a:t>3</a:t>
                      </a:r>
                      <a:endParaRPr lang="en-AU" sz="2400" dirty="0"/>
                    </a:p>
                  </a:txBody>
                  <a:tcPr/>
                </a:tc>
                <a:tc>
                  <a:txBody>
                    <a:bodyPr/>
                    <a:lstStyle/>
                    <a:p>
                      <a:r>
                        <a:rPr lang="en-AU" sz="2400" dirty="0" smtClean="0"/>
                        <a:t>As more fluid accumulates within the follicle,</a:t>
                      </a:r>
                      <a:r>
                        <a:rPr lang="en-AU" sz="2400" baseline="0" dirty="0" smtClean="0"/>
                        <a:t> it continues to enlarge and gradually moves towards the surface of the ovary.</a:t>
                      </a:r>
                      <a:endParaRPr lang="en-AU" sz="2400" dirty="0"/>
                    </a:p>
                  </a:txBody>
                  <a:tcPr/>
                </a:tc>
                <a:extLst>
                  <a:ext uri="{0D108BD9-81ED-4DB2-BD59-A6C34878D82A}">
                    <a16:rowId xmlns:a16="http://schemas.microsoft.com/office/drawing/2014/main" val="1758568529"/>
                  </a:ext>
                </a:extLst>
              </a:tr>
              <a:tr h="1258153">
                <a:tc>
                  <a:txBody>
                    <a:bodyPr/>
                    <a:lstStyle/>
                    <a:p>
                      <a:pPr algn="ctr"/>
                      <a:r>
                        <a:rPr lang="en-AU" sz="2400" dirty="0" smtClean="0"/>
                        <a:t>4</a:t>
                      </a:r>
                      <a:endParaRPr lang="en-AU" sz="2400" dirty="0"/>
                    </a:p>
                  </a:txBody>
                  <a:tcPr/>
                </a:tc>
                <a:tc>
                  <a:txBody>
                    <a:bodyPr/>
                    <a:lstStyle/>
                    <a:p>
                      <a:r>
                        <a:rPr lang="en-AU" sz="2400" dirty="0" smtClean="0"/>
                        <a:t>On reaching the surface, it produces a bulge that looks like a swollen blister on the surface of the ovary. At this</a:t>
                      </a:r>
                      <a:r>
                        <a:rPr lang="en-AU" sz="2400" baseline="0" dirty="0" smtClean="0"/>
                        <a:t> stage it is referred to as a mature follicle. </a:t>
                      </a:r>
                      <a:endParaRPr lang="en-AU" sz="2400" dirty="0"/>
                    </a:p>
                  </a:txBody>
                  <a:tcPr/>
                </a:tc>
                <a:extLst>
                  <a:ext uri="{0D108BD9-81ED-4DB2-BD59-A6C34878D82A}">
                    <a16:rowId xmlns:a16="http://schemas.microsoft.com/office/drawing/2014/main" val="2618043900"/>
                  </a:ext>
                </a:extLst>
              </a:tr>
            </a:tbl>
          </a:graphicData>
        </a:graphic>
      </p:graphicFrame>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9956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Ovulation </a:t>
            </a:r>
            <a:endParaRPr lang="en-AU" sz="6000" b="1" dirty="0"/>
          </a:p>
        </p:txBody>
      </p:sp>
      <p:sp>
        <p:nvSpPr>
          <p:cNvPr id="3" name="Content Placeholder 2"/>
          <p:cNvSpPr>
            <a:spLocks noGrp="1"/>
          </p:cNvSpPr>
          <p:nvPr>
            <p:ph idx="1"/>
          </p:nvPr>
        </p:nvSpPr>
        <p:spPr>
          <a:xfrm>
            <a:off x="838200" y="1825624"/>
            <a:ext cx="10515600" cy="4662261"/>
          </a:xfrm>
        </p:spPr>
        <p:txBody>
          <a:bodyPr>
            <a:normAutofit/>
          </a:bodyPr>
          <a:lstStyle/>
          <a:p>
            <a:r>
              <a:rPr lang="en-AU" dirty="0" smtClean="0"/>
              <a:t>At ovulation, the mature follicle bursts and expels the oocyte. The open end of the uterine tube is like a funnel over the ovary. </a:t>
            </a:r>
          </a:p>
          <a:p>
            <a:endParaRPr lang="en-AU" dirty="0"/>
          </a:p>
          <a:p>
            <a:r>
              <a:rPr lang="en-AU" dirty="0" smtClean="0"/>
              <a:t>Following ovulation, the ruptured follicle collapses and the blood within forms a clot. The clot is gradually absorbed by the remaining follicle cells, which enlarge and change colour to form the corpus luteum. </a:t>
            </a:r>
          </a:p>
          <a:p>
            <a:endParaRPr lang="en-AU" dirty="0"/>
          </a:p>
          <a:p>
            <a:r>
              <a:rPr lang="en-AU" dirty="0" smtClean="0"/>
              <a:t>The corpus luteum secretes oestrogen and progesterone (development of the lining of the uterus)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45131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Ovulation continued. </a:t>
            </a:r>
            <a:endParaRPr lang="en-AU" sz="6000" b="1" dirty="0"/>
          </a:p>
        </p:txBody>
      </p:sp>
      <p:sp>
        <p:nvSpPr>
          <p:cNvPr id="3" name="Content Placeholder 2"/>
          <p:cNvSpPr>
            <a:spLocks noGrp="1"/>
          </p:cNvSpPr>
          <p:nvPr>
            <p:ph idx="1"/>
          </p:nvPr>
        </p:nvSpPr>
        <p:spPr/>
        <p:txBody>
          <a:bodyPr/>
          <a:lstStyle/>
          <a:p>
            <a:r>
              <a:rPr lang="en-AU" dirty="0" smtClean="0"/>
              <a:t>If fertilisation has not occurred, the corpus luteum reaches its maximum development about 8 to 10 days after ovulation. It then begins to degenerate into a fibrous mass of scar tissue, the corpus albicans, which eventually disappears. </a:t>
            </a:r>
          </a:p>
          <a:p>
            <a:endParaRPr lang="en-AU" dirty="0"/>
          </a:p>
          <a:p>
            <a:r>
              <a:rPr lang="en-AU" dirty="0" smtClean="0"/>
              <a:t>The corpus luteum continues to develop and the ovarian cycles cease. The corpus luteum is maintained by human chorionic gonadotropin, a hormone produced by the developing placenta in a pregnant woman.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64665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Ovulation continued. </a:t>
            </a:r>
            <a:endParaRPr lang="en-AU" sz="6000" b="1" dirty="0"/>
          </a:p>
        </p:txBody>
      </p:sp>
      <p:sp>
        <p:nvSpPr>
          <p:cNvPr id="3" name="Content Placeholder 2"/>
          <p:cNvSpPr>
            <a:spLocks noGrp="1"/>
          </p:cNvSpPr>
          <p:nvPr>
            <p:ph idx="1"/>
          </p:nvPr>
        </p:nvSpPr>
        <p:spPr/>
        <p:txBody>
          <a:bodyPr/>
          <a:lstStyle/>
          <a:p>
            <a:r>
              <a:rPr lang="en-AU" dirty="0" smtClean="0"/>
              <a:t>Once the placenta is able to secrete oestrogen and progesterone by itself, the corpus luteum begins to degenerate.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8565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0788" y="290240"/>
            <a:ext cx="11576412" cy="6400221"/>
          </a:xfrm>
          <a:prstGeom prst="rect">
            <a:avLst/>
          </a:prstGeom>
        </p:spPr>
      </p:pic>
    </p:spTree>
    <p:extLst>
      <p:ext uri="{BB962C8B-B14F-4D97-AF65-F5344CB8AC3E}">
        <p14:creationId xmlns:p14="http://schemas.microsoft.com/office/powerpoint/2010/main" val="12857376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Menstrual Cycle </a:t>
            </a:r>
            <a:endParaRPr lang="en-AU" sz="6000" b="1" dirty="0"/>
          </a:p>
        </p:txBody>
      </p:sp>
      <p:sp>
        <p:nvSpPr>
          <p:cNvPr id="3" name="Content Placeholder 2"/>
          <p:cNvSpPr>
            <a:spLocks noGrp="1"/>
          </p:cNvSpPr>
          <p:nvPr>
            <p:ph idx="1"/>
          </p:nvPr>
        </p:nvSpPr>
        <p:spPr/>
        <p:txBody>
          <a:bodyPr/>
          <a:lstStyle/>
          <a:p>
            <a:r>
              <a:rPr lang="en-AU" dirty="0" smtClean="0"/>
              <a:t>While the ovarian cycle is occurring, the uterus and, to a lesser extent, the vagina also go through a series of changes called the menstrual cycle. </a:t>
            </a:r>
            <a:endParaRPr lang="en-AU" dirty="0" smtClean="0"/>
          </a:p>
          <a:p>
            <a:endParaRPr lang="en-AU" dirty="0"/>
          </a:p>
          <a:p>
            <a:r>
              <a:rPr lang="en-AU" dirty="0" smtClean="0"/>
              <a:t>A female’s first menstruation is called menarche and marks the commencement of puberty. From that time on, she will have a menstrual cycle about once a month (minus pregnancy) until she hits menopause (about 45-55) </a:t>
            </a:r>
          </a:p>
          <a:p>
            <a:endParaRPr lang="en-AU" dirty="0"/>
          </a:p>
          <a:p>
            <a:endParaRPr lang="en-AU" dirty="0" smtClean="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77930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15538" y="660263"/>
            <a:ext cx="11917379" cy="5541827"/>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97297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347219" y="203427"/>
            <a:ext cx="5448437" cy="6414900"/>
          </a:xfrm>
          <a:prstGeom prst="rect">
            <a:avLst/>
          </a:prstGeom>
        </p:spPr>
      </p:pic>
    </p:spTree>
    <p:extLst>
      <p:ext uri="{BB962C8B-B14F-4D97-AF65-F5344CB8AC3E}">
        <p14:creationId xmlns:p14="http://schemas.microsoft.com/office/powerpoint/2010/main" val="30341692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 y="365125"/>
            <a:ext cx="12026537" cy="1325563"/>
          </a:xfrm>
        </p:spPr>
        <p:txBody>
          <a:bodyPr>
            <a:normAutofit fontScale="90000"/>
          </a:bodyPr>
          <a:lstStyle/>
          <a:p>
            <a:pPr algn="ctr"/>
            <a:r>
              <a:rPr lang="en-AU" sz="6000" b="1" dirty="0" smtClean="0"/>
              <a:t>Puberty and the development of secondary sexual characteristics </a:t>
            </a:r>
            <a:endParaRPr lang="en-AU" sz="6000" b="1" dirty="0"/>
          </a:p>
        </p:txBody>
      </p:sp>
      <p:sp>
        <p:nvSpPr>
          <p:cNvPr id="3" name="Content Placeholder 2"/>
          <p:cNvSpPr>
            <a:spLocks noGrp="1"/>
          </p:cNvSpPr>
          <p:nvPr>
            <p:ph idx="1"/>
          </p:nvPr>
        </p:nvSpPr>
        <p:spPr/>
        <p:txBody>
          <a:bodyPr/>
          <a:lstStyle/>
          <a:p>
            <a:r>
              <a:rPr lang="en-AU" dirty="0" smtClean="0"/>
              <a:t>The secretion of sex hormones at puberty brings about the development of secondary sexual characteristics- those characteristics associated with a person’s sex but not directly involved in reproduction e.g. breasts, broadening of hips, body hair, deposition of fat, lengthening of vocal cords (males).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49606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936634892"/>
              </p:ext>
            </p:extLst>
          </p:nvPr>
        </p:nvGraphicFramePr>
        <p:xfrm>
          <a:off x="211138" y="82021"/>
          <a:ext cx="11726862" cy="6710488"/>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090862">
                  <a:extLst>
                    <a:ext uri="{9D8B030D-6E8A-4147-A177-3AD203B41FA5}">
                      <a16:colId xmlns:a16="http://schemas.microsoft.com/office/drawing/2014/main" val="1939439694"/>
                    </a:ext>
                  </a:extLst>
                </a:gridCol>
                <a:gridCol w="3048000">
                  <a:extLst>
                    <a:ext uri="{9D8B030D-6E8A-4147-A177-3AD203B41FA5}">
                      <a16:colId xmlns:a16="http://schemas.microsoft.com/office/drawing/2014/main" val="3339338923"/>
                    </a:ext>
                  </a:extLst>
                </a:gridCol>
                <a:gridCol w="5588000">
                  <a:extLst>
                    <a:ext uri="{9D8B030D-6E8A-4147-A177-3AD203B41FA5}">
                      <a16:colId xmlns:a16="http://schemas.microsoft.com/office/drawing/2014/main" val="3474631556"/>
                    </a:ext>
                  </a:extLst>
                </a:gridCol>
              </a:tblGrid>
              <a:tr h="458643">
                <a:tc>
                  <a:txBody>
                    <a:bodyPr/>
                    <a:lstStyle/>
                    <a:p>
                      <a:pPr algn="ctr"/>
                      <a:r>
                        <a:rPr lang="en-AU" dirty="0" smtClean="0">
                          <a:solidFill>
                            <a:schemeClr val="tx1"/>
                          </a:solidFill>
                        </a:rPr>
                        <a:t>Hormone</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AU" dirty="0" smtClean="0">
                          <a:solidFill>
                            <a:schemeClr val="tx1"/>
                          </a:solidFill>
                        </a:rPr>
                        <a:t>Target Organ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AU" dirty="0" smtClean="0">
                          <a:solidFill>
                            <a:schemeClr val="tx1"/>
                          </a:solidFill>
                        </a:rPr>
                        <a:t>Effect</a:t>
                      </a:r>
                      <a:r>
                        <a:rPr lang="en-AU" baseline="0" dirty="0" smtClean="0">
                          <a:solidFill>
                            <a:schemeClr val="tx1"/>
                          </a:solidFill>
                        </a:rPr>
                        <a:t> of Hormone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49260530"/>
                  </a:ext>
                </a:extLst>
              </a:tr>
              <a:tr h="378746">
                <a:tc rowSpan="2">
                  <a:txBody>
                    <a:bodyPr/>
                    <a:lstStyle/>
                    <a:p>
                      <a:r>
                        <a:rPr lang="en-AU" dirty="0" smtClean="0">
                          <a:solidFill>
                            <a:schemeClr val="tx1"/>
                          </a:solidFill>
                        </a:rPr>
                        <a:t>Follicle-stimulating</a:t>
                      </a:r>
                      <a:r>
                        <a:rPr lang="en-AU" baseline="0" dirty="0" smtClean="0">
                          <a:solidFill>
                            <a:schemeClr val="tx1"/>
                          </a:solidFill>
                        </a:rPr>
                        <a:t> hormone (FSH) from pituitary gland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Seminiferous tubules of testes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Production of sperm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7690558"/>
                  </a:ext>
                </a:extLst>
              </a:tr>
              <a:tr h="378746">
                <a:tc vMerge="1">
                  <a:txBody>
                    <a:bodyPr/>
                    <a:lstStyle/>
                    <a:p>
                      <a:endParaRPr lang="en-AU"/>
                    </a:p>
                  </a:txBody>
                  <a:tcPr/>
                </a:tc>
                <a:tc>
                  <a:txBody>
                    <a:bodyPr/>
                    <a:lstStyle/>
                    <a:p>
                      <a:r>
                        <a:rPr lang="en-AU" dirty="0" smtClean="0">
                          <a:solidFill>
                            <a:schemeClr val="tx1"/>
                          </a:solidFill>
                        </a:rPr>
                        <a:t>Follicles of ovaries</a:t>
                      </a:r>
                      <a:r>
                        <a:rPr lang="en-AU" baseline="0" dirty="0" smtClean="0">
                          <a:solidFill>
                            <a:schemeClr val="tx1"/>
                          </a:solidFill>
                        </a:rPr>
                        <a:t>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Maturation of</a:t>
                      </a:r>
                      <a:r>
                        <a:rPr lang="en-AU" baseline="0" dirty="0" smtClean="0">
                          <a:solidFill>
                            <a:schemeClr val="tx1"/>
                          </a:solidFill>
                        </a:rPr>
                        <a:t> ovarian follicles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0649282"/>
                  </a:ext>
                </a:extLst>
              </a:tr>
              <a:tr h="727015">
                <a:tc>
                  <a:txBody>
                    <a:bodyPr/>
                    <a:lstStyle/>
                    <a:p>
                      <a:r>
                        <a:rPr lang="en-AU" dirty="0" smtClean="0">
                          <a:solidFill>
                            <a:schemeClr val="tx1"/>
                          </a:solidFill>
                        </a:rPr>
                        <a:t>Human chorionic gonadotropin (HCG) from placenta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Corpus luteum</a:t>
                      </a:r>
                      <a:r>
                        <a:rPr lang="en-AU" baseline="0" dirty="0" smtClean="0">
                          <a:solidFill>
                            <a:schemeClr val="tx1"/>
                          </a:solidFill>
                        </a:rPr>
                        <a:t>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Maintenance of corpus luteum during early stages of pregnancy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5775050"/>
                  </a:ext>
                </a:extLst>
              </a:tr>
              <a:tr h="727015">
                <a:tc>
                  <a:txBody>
                    <a:bodyPr/>
                    <a:lstStyle/>
                    <a:p>
                      <a:r>
                        <a:rPr lang="en-AU" dirty="0" smtClean="0">
                          <a:solidFill>
                            <a:schemeClr val="tx1"/>
                          </a:solidFill>
                        </a:rPr>
                        <a:t>Lactogenic hormone (prolactin</a:t>
                      </a:r>
                      <a:r>
                        <a:rPr lang="en-AU" baseline="0" dirty="0" smtClean="0">
                          <a:solidFill>
                            <a:schemeClr val="tx1"/>
                          </a:solidFill>
                        </a:rPr>
                        <a:t>) from pituitary gland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Breasts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Production of milk</a:t>
                      </a:r>
                      <a:r>
                        <a:rPr lang="en-AU" baseline="0" dirty="0" smtClean="0">
                          <a:solidFill>
                            <a:schemeClr val="tx1"/>
                          </a:solidFill>
                        </a:rPr>
                        <a:t> in activated glands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75925475"/>
                  </a:ext>
                </a:extLst>
              </a:tr>
              <a:tr h="378746">
                <a:tc rowSpan="2">
                  <a:txBody>
                    <a:bodyPr/>
                    <a:lstStyle/>
                    <a:p>
                      <a:r>
                        <a:rPr lang="en-AU" dirty="0" smtClean="0">
                          <a:solidFill>
                            <a:schemeClr val="tx1"/>
                          </a:solidFill>
                        </a:rPr>
                        <a:t>Luteinising hormone (LH) from pituitary gland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Interstitial cells of testes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Stimulates secretion of testosterone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9183982"/>
                  </a:ext>
                </a:extLst>
              </a:tr>
              <a:tr h="378746">
                <a:tc vMerge="1">
                  <a:txBody>
                    <a:bodyPr/>
                    <a:lstStyle/>
                    <a:p>
                      <a:endParaRPr lang="en-AU"/>
                    </a:p>
                  </a:txBody>
                  <a:tcPr/>
                </a:tc>
                <a:tc>
                  <a:txBody>
                    <a:bodyPr/>
                    <a:lstStyle/>
                    <a:p>
                      <a:r>
                        <a:rPr lang="en-AU" dirty="0" smtClean="0">
                          <a:solidFill>
                            <a:schemeClr val="tx1"/>
                          </a:solidFill>
                        </a:rPr>
                        <a:t>Cells of the ovaries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Stimulates secretion of oestrogen</a:t>
                      </a:r>
                      <a:r>
                        <a:rPr lang="en-AU" baseline="0" dirty="0" smtClean="0">
                          <a:solidFill>
                            <a:schemeClr val="tx1"/>
                          </a:solidFill>
                        </a:rPr>
                        <a:t> and progesterone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7240854"/>
                  </a:ext>
                </a:extLst>
              </a:tr>
              <a:tr h="727015">
                <a:tc>
                  <a:txBody>
                    <a:bodyPr/>
                    <a:lstStyle/>
                    <a:p>
                      <a:r>
                        <a:rPr lang="en-AU" dirty="0" smtClean="0">
                          <a:solidFill>
                            <a:schemeClr val="tx1"/>
                          </a:solidFill>
                        </a:rPr>
                        <a:t>Oestrogens from ovarian follicle</a:t>
                      </a:r>
                      <a:r>
                        <a:rPr lang="en-AU" baseline="0" dirty="0" smtClean="0">
                          <a:solidFill>
                            <a:schemeClr val="tx1"/>
                          </a:solidFill>
                        </a:rPr>
                        <a:t> and corpus luteum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Various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Development</a:t>
                      </a:r>
                      <a:r>
                        <a:rPr lang="en-AU" baseline="0" dirty="0" smtClean="0">
                          <a:solidFill>
                            <a:schemeClr val="tx1"/>
                          </a:solidFill>
                        </a:rPr>
                        <a:t> of female reproductive system and secondary sexual characteristics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76615482"/>
                  </a:ext>
                </a:extLst>
              </a:tr>
              <a:tr h="363508">
                <a:tc rowSpan="2">
                  <a:txBody>
                    <a:bodyPr/>
                    <a:lstStyle/>
                    <a:p>
                      <a:r>
                        <a:rPr lang="en-AU" dirty="0" smtClean="0">
                          <a:solidFill>
                            <a:schemeClr val="tx1"/>
                          </a:solidFill>
                        </a:rPr>
                        <a:t>Oxytocin from pituitary gland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Uterus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Stimulates contraction</a:t>
                      </a:r>
                      <a:r>
                        <a:rPr lang="en-AU" baseline="0" dirty="0" smtClean="0">
                          <a:solidFill>
                            <a:schemeClr val="tx1"/>
                          </a:solidFill>
                        </a:rPr>
                        <a:t> of smooth muscle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957949"/>
                  </a:ext>
                </a:extLst>
              </a:tr>
              <a:tr h="363508">
                <a:tc vMerge="1">
                  <a:txBody>
                    <a:bodyPr/>
                    <a:lstStyle/>
                    <a:p>
                      <a:endParaRPr lang="en-AU"/>
                    </a:p>
                  </a:txBody>
                  <a:tcPr/>
                </a:tc>
                <a:tc>
                  <a:txBody>
                    <a:bodyPr/>
                    <a:lstStyle/>
                    <a:p>
                      <a:r>
                        <a:rPr lang="en-AU" dirty="0" smtClean="0">
                          <a:solidFill>
                            <a:schemeClr val="tx1"/>
                          </a:solidFill>
                        </a:rPr>
                        <a:t>Breasts</a:t>
                      </a:r>
                      <a:r>
                        <a:rPr lang="en-AU" baseline="0" dirty="0" smtClean="0">
                          <a:solidFill>
                            <a:schemeClr val="tx1"/>
                          </a:solidFill>
                        </a:rPr>
                        <a:t>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Promotes contraction</a:t>
                      </a:r>
                      <a:r>
                        <a:rPr lang="en-AU" baseline="0" dirty="0" smtClean="0">
                          <a:solidFill>
                            <a:schemeClr val="tx1"/>
                          </a:solidFill>
                        </a:rPr>
                        <a:t> of muscle around breasts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5251154"/>
                  </a:ext>
                </a:extLst>
              </a:tr>
              <a:tr h="363508">
                <a:tc rowSpan="3">
                  <a:txBody>
                    <a:bodyPr/>
                    <a:lstStyle/>
                    <a:p>
                      <a:r>
                        <a:rPr lang="en-AU" dirty="0" smtClean="0">
                          <a:solidFill>
                            <a:schemeClr val="tx1"/>
                          </a:solidFill>
                        </a:rPr>
                        <a:t>Progesterone</a:t>
                      </a:r>
                      <a:r>
                        <a:rPr lang="en-AU" baseline="0" dirty="0" smtClean="0">
                          <a:solidFill>
                            <a:schemeClr val="tx1"/>
                          </a:solidFill>
                        </a:rPr>
                        <a:t> from corpus luteum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Uterus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Maintenance</a:t>
                      </a:r>
                      <a:r>
                        <a:rPr lang="en-AU" baseline="0" dirty="0" smtClean="0">
                          <a:solidFill>
                            <a:schemeClr val="tx1"/>
                          </a:solidFill>
                        </a:rPr>
                        <a:t> of endometrium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69480446"/>
                  </a:ext>
                </a:extLst>
              </a:tr>
              <a:tr h="182880">
                <a:tc vMerge="1">
                  <a:txBody>
                    <a:bodyPr/>
                    <a:lstStyle/>
                    <a:p>
                      <a:endParaRPr lang="en-AU"/>
                    </a:p>
                  </a:txBody>
                  <a:tcPr/>
                </a:tc>
                <a:tc>
                  <a:txBody>
                    <a:bodyPr/>
                    <a:lstStyle/>
                    <a:p>
                      <a:r>
                        <a:rPr lang="en-AU" dirty="0" smtClean="0">
                          <a:solidFill>
                            <a:schemeClr val="tx1"/>
                          </a:solidFill>
                        </a:rPr>
                        <a:t>Placenta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Development and maintenance of placenta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4693443"/>
                  </a:ext>
                </a:extLst>
              </a:tr>
              <a:tr h="182880">
                <a:tc vMerge="1">
                  <a:txBody>
                    <a:bodyPr/>
                    <a:lstStyle/>
                    <a:p>
                      <a:endParaRPr lang="en-AU"/>
                    </a:p>
                  </a:txBody>
                  <a:tcPr/>
                </a:tc>
                <a:tc>
                  <a:txBody>
                    <a:bodyPr/>
                    <a:lstStyle/>
                    <a:p>
                      <a:r>
                        <a:rPr lang="en-AU" dirty="0" smtClean="0">
                          <a:solidFill>
                            <a:schemeClr val="tx1"/>
                          </a:solidFill>
                        </a:rPr>
                        <a:t>Breasts</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Development of milk-secreting glands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685262"/>
                  </a:ext>
                </a:extLst>
              </a:tr>
              <a:tr h="727016">
                <a:tc>
                  <a:txBody>
                    <a:bodyPr/>
                    <a:lstStyle/>
                    <a:p>
                      <a:r>
                        <a:rPr lang="en-AU" dirty="0" smtClean="0">
                          <a:solidFill>
                            <a:schemeClr val="tx1"/>
                          </a:solidFill>
                        </a:rPr>
                        <a:t>Testosterone from cells in testis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dirty="0" smtClean="0">
                          <a:solidFill>
                            <a:schemeClr val="tx1"/>
                          </a:solidFill>
                        </a:rPr>
                        <a:t>Various </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smtClean="0">
                          <a:solidFill>
                            <a:schemeClr val="tx1"/>
                          </a:solidFill>
                        </a:rPr>
                        <a:t>Development of male </a:t>
                      </a:r>
                      <a:r>
                        <a:rPr lang="en-AU" baseline="0" dirty="0" smtClean="0">
                          <a:solidFill>
                            <a:schemeClr val="tx1"/>
                          </a:solidFill>
                        </a:rPr>
                        <a:t>reproductive system and secondary sexual characteristics </a:t>
                      </a:r>
                      <a:endParaRPr lang="en-AU"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1309451"/>
                  </a:ext>
                </a:extLst>
              </a:tr>
            </a:tbl>
          </a:graphicData>
        </a:graphic>
      </p:graphicFrame>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96948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List the two types of gametogenesis, and state where they occur. </a:t>
            </a:r>
            <a:endParaRPr lang="en-AU" dirty="0" smtClean="0"/>
          </a:p>
          <a:p>
            <a:pPr marL="514350" indent="-514350">
              <a:buFont typeface="+mj-lt"/>
              <a:buAutoNum type="arabicPeriod"/>
            </a:pPr>
            <a:r>
              <a:rPr lang="en-AU" dirty="0" smtClean="0"/>
              <a:t>How are hormones transported around the body?</a:t>
            </a:r>
          </a:p>
          <a:p>
            <a:pPr marL="514350" indent="-514350">
              <a:buFont typeface="+mj-lt"/>
              <a:buAutoNum type="arabicPeriod"/>
            </a:pP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Name the structures formed, in order, during spermatogenesis </a:t>
            </a:r>
            <a:endParaRPr lang="en-AU" dirty="0" smtClean="0"/>
          </a:p>
          <a:p>
            <a:pPr marL="514350" indent="-514350">
              <a:buFont typeface="+mj-lt"/>
              <a:buAutoNum type="arabicPeriod"/>
            </a:pPr>
            <a:r>
              <a:rPr lang="en-AU" dirty="0" smtClean="0"/>
              <a:t>Explain the difference between a primary and secondary follicle</a:t>
            </a:r>
          </a:p>
          <a:p>
            <a:pPr marL="514350" indent="-514350">
              <a:buFont typeface="+mj-lt"/>
              <a:buAutoNum type="arabicPeriod"/>
            </a:pPr>
            <a:r>
              <a:rPr lang="en-AU" dirty="0" smtClean="0"/>
              <a:t>Describe the internal structure of a testis, including the location of sperm production.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Find out: </a:t>
            </a:r>
          </a:p>
          <a:p>
            <a:pPr marL="971550" lvl="1" indent="-514350">
              <a:buFont typeface="+mj-lt"/>
              <a:buAutoNum type="alphaLcPeriod"/>
            </a:pPr>
            <a:r>
              <a:rPr lang="en-AU" sz="2800" dirty="0" smtClean="0"/>
              <a:t>The symptoms of endometriosis </a:t>
            </a:r>
          </a:p>
          <a:p>
            <a:pPr marL="971550" lvl="1" indent="-514350">
              <a:buFont typeface="+mj-lt"/>
              <a:buAutoNum type="alphaLcPeriod"/>
            </a:pPr>
            <a:r>
              <a:rPr lang="en-AU" sz="2800" dirty="0" smtClean="0"/>
              <a:t>Possible causes of endometriosis </a:t>
            </a:r>
          </a:p>
          <a:p>
            <a:pPr marL="971550" lvl="1" indent="-514350">
              <a:buFont typeface="+mj-lt"/>
              <a:buAutoNum type="alphaLcPeriod"/>
            </a:pPr>
            <a:r>
              <a:rPr lang="en-AU" sz="2800" dirty="0" smtClean="0"/>
              <a:t>How diagnosis is made </a:t>
            </a:r>
          </a:p>
          <a:p>
            <a:pPr marL="971550" lvl="1" indent="-514350">
              <a:buFont typeface="+mj-lt"/>
              <a:buAutoNum type="alphaLcPeriod"/>
            </a:pPr>
            <a:r>
              <a:rPr lang="en-AU" sz="2800" dirty="0" smtClean="0"/>
              <a:t>The treatment available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smtClean="0"/>
              <a:t>Pages </a:t>
            </a:r>
            <a:r>
              <a:rPr lang="en-AU" smtClean="0"/>
              <a:t>275- 290</a:t>
            </a:r>
            <a:r>
              <a:rPr lang="en-AU" dirty="0" smtClean="0"/>
              <a:t>: The structure of the reproductive system </a:t>
            </a:r>
            <a:r>
              <a:rPr lang="en-AU" smtClean="0"/>
              <a:t>allows reproduction </a:t>
            </a:r>
            <a:endParaRPr lang="en-AU" dirty="0" smtClean="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3371</Words>
  <Application>Microsoft Office PowerPoint</Application>
  <PresentationFormat>Widescreen</PresentationFormat>
  <Paragraphs>347</Paragraphs>
  <Slides>66</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66</vt:i4>
      </vt:variant>
    </vt:vector>
  </HeadingPairs>
  <TitlesOfParts>
    <vt:vector size="71" baseType="lpstr">
      <vt:lpstr>Arial</vt:lpstr>
      <vt:lpstr>Calibri</vt:lpstr>
      <vt:lpstr>Calibri Light</vt:lpstr>
      <vt:lpstr>Office Theme</vt:lpstr>
      <vt:lpstr>1_Office Theme</vt:lpstr>
      <vt:lpstr>Human Reproduction</vt:lpstr>
      <vt:lpstr>SCSA Syllabus Reference </vt:lpstr>
      <vt:lpstr>Lesson Intention </vt:lpstr>
      <vt:lpstr>Success Criteria </vt:lpstr>
      <vt:lpstr>Success Criteria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Zygote </vt:lpstr>
      <vt:lpstr>Male Reproductive System </vt:lpstr>
      <vt:lpstr>Male Reproductive System </vt:lpstr>
      <vt:lpstr>PowerPoint Presentation</vt:lpstr>
      <vt:lpstr>Male Reproductive System </vt:lpstr>
      <vt:lpstr>Male Reproductive System </vt:lpstr>
      <vt:lpstr>PowerPoint Presentation</vt:lpstr>
      <vt:lpstr>Male Reproductive System </vt:lpstr>
      <vt:lpstr>Female Reproductive System </vt:lpstr>
      <vt:lpstr>PowerPoint Presentation</vt:lpstr>
      <vt:lpstr>Female Reproductive System </vt:lpstr>
      <vt:lpstr>Female Reproductive System </vt:lpstr>
      <vt:lpstr>PowerPoint Presentation</vt:lpstr>
      <vt:lpstr>Female Reproductive System </vt:lpstr>
      <vt:lpstr>Gamete Production </vt:lpstr>
      <vt:lpstr>Spermatogenesis </vt:lpstr>
      <vt:lpstr>Spermatocytes </vt:lpstr>
      <vt:lpstr>PowerPoint Presentation</vt:lpstr>
      <vt:lpstr>Production of ova </vt:lpstr>
      <vt:lpstr>Oocytes </vt:lpstr>
      <vt:lpstr>Secondary Oocyte </vt:lpstr>
      <vt:lpstr>PowerPoint Presentation</vt:lpstr>
      <vt:lpstr>Hormones </vt:lpstr>
      <vt:lpstr>Reproductive Hormones </vt:lpstr>
      <vt:lpstr>PowerPoint Presentation</vt:lpstr>
      <vt:lpstr>More hormones </vt:lpstr>
      <vt:lpstr>PowerPoint Presentation</vt:lpstr>
      <vt:lpstr>The Ovarian Cycle </vt:lpstr>
      <vt:lpstr>PowerPoint Presentation</vt:lpstr>
      <vt:lpstr>Ovulation </vt:lpstr>
      <vt:lpstr>Ovulation continued. </vt:lpstr>
      <vt:lpstr>Ovulation continued. </vt:lpstr>
      <vt:lpstr>PowerPoint Presentation</vt:lpstr>
      <vt:lpstr>The Menstrual Cycle </vt:lpstr>
      <vt:lpstr>PowerPoint Presentation</vt:lpstr>
      <vt:lpstr>PowerPoint Presentation</vt:lpstr>
      <vt:lpstr>Puberty and the development of secondary sexual characteristics </vt:lpstr>
      <vt:lpstr>PowerPoint Presentation</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43</cp:revision>
  <dcterms:created xsi:type="dcterms:W3CDTF">2021-12-16T00:48:44Z</dcterms:created>
  <dcterms:modified xsi:type="dcterms:W3CDTF">2022-08-18T03:55:32Z</dcterms:modified>
</cp:coreProperties>
</file>