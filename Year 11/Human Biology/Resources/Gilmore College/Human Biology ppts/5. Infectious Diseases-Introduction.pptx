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0" r:id="rId5"/>
    <p:sldId id="263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441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335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38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445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558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9307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949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679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368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340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8803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alpha val="65000"/>
                <a:lumMod val="88000"/>
                <a:lumOff val="12000"/>
              </a:schemeClr>
            </a:gs>
            <a:gs pos="48000">
              <a:schemeClr val="accent2">
                <a:lumMod val="97000"/>
                <a:lumOff val="3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93E77-0623-4104-9154-76C19F84E164}" type="datetimeFigureOut">
              <a:rPr lang="en-AU" smtClean="0"/>
              <a:t>26/05/2022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6D2A1-AA59-4E5A-8B32-0A095F7147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52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429" y="1122363"/>
            <a:ext cx="11181805" cy="2387600"/>
          </a:xfrm>
        </p:spPr>
        <p:txBody>
          <a:bodyPr>
            <a:normAutofit/>
          </a:bodyPr>
          <a:lstStyle/>
          <a:p>
            <a:r>
              <a:rPr lang="en-AU" sz="7200" b="1" dirty="0" smtClean="0">
                <a:latin typeface="Castellar" panose="020A0402060406010301" pitchFamily="18" charset="0"/>
              </a:rPr>
              <a:t>Infectious Diseases</a:t>
            </a:r>
            <a:endParaRPr lang="en-AU" sz="7200" b="1" dirty="0">
              <a:latin typeface="Castellar" panose="020A0402060406010301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5292" y="4350975"/>
            <a:ext cx="9144000" cy="1655762"/>
          </a:xfrm>
        </p:spPr>
        <p:txBody>
          <a:bodyPr>
            <a:normAutofit/>
          </a:bodyPr>
          <a:lstStyle/>
          <a:p>
            <a:r>
              <a:rPr lang="en-AU" sz="3200" dirty="0" smtClean="0"/>
              <a:t>AN INTRODUCTION TO INFECTIOUS DISEASE 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66945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What is an infectious disease?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AU" sz="3200" dirty="0" smtClean="0"/>
              <a:t>Infectious diseases are caused by infectious agents (bacteria, viruses, parasites or fungi or their toxic products). 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 smtClean="0"/>
              <a:t>Many are also communicable diseases, meaning they can be passed from one person or animal to another.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54743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The origin of infectious diseases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AU" sz="3200" dirty="0" smtClean="0"/>
              <a:t>Some experts say it was approximately 2 million years ago that infectious diseases started originating and spreading </a:t>
            </a:r>
          </a:p>
          <a:p>
            <a:endParaRPr lang="en-AU" sz="3200" dirty="0"/>
          </a:p>
          <a:p>
            <a:r>
              <a:rPr lang="en-AU" sz="3200" dirty="0" smtClean="0"/>
              <a:t>This coincides with rodent species separating and diversifying 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61243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How many are there?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8" y="1825625"/>
            <a:ext cx="2934788" cy="4351338"/>
          </a:xfrm>
        </p:spPr>
        <p:txBody>
          <a:bodyPr>
            <a:normAutofit/>
          </a:bodyPr>
          <a:lstStyle/>
          <a:p>
            <a:r>
              <a:rPr lang="en-AU" sz="3200" dirty="0" smtClean="0"/>
              <a:t>There are currently over 110 infectious diseases, with more being discovered all the time. </a:t>
            </a:r>
            <a:endParaRPr lang="en-AU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885" y="1963570"/>
            <a:ext cx="8604613" cy="381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2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912" y="477883"/>
            <a:ext cx="11203440" cy="597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4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Pathogens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AU" sz="3200" dirty="0"/>
              <a:t>A pathogen is </a:t>
            </a:r>
            <a:r>
              <a:rPr lang="en-AU" sz="3200" dirty="0" smtClean="0"/>
              <a:t>an </a:t>
            </a:r>
            <a:r>
              <a:rPr lang="en-AU" sz="3200" dirty="0"/>
              <a:t>organism that causes disease</a:t>
            </a:r>
            <a:r>
              <a:rPr lang="en-AU" sz="3200" dirty="0" smtClean="0"/>
              <a:t>.</a:t>
            </a:r>
          </a:p>
          <a:p>
            <a:endParaRPr lang="en-AU" sz="3200" dirty="0"/>
          </a:p>
          <a:p>
            <a:r>
              <a:rPr lang="en-AU" dirty="0"/>
              <a:t>Your body is naturally full of microbes. However, these microbes only cause a problem if your immune system is weakened or if they manage to enter a normally sterile part of your body</a:t>
            </a:r>
            <a:r>
              <a:rPr lang="en-AU" dirty="0" smtClean="0"/>
              <a:t>.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Pathogens are different and can cause disease upon entering the body.</a:t>
            </a:r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07310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What do pathogens do?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3200" dirty="0"/>
              <a:t>All a pathogen needs to thrive and survive is a host. Once the pathogen sets itself up in a host’s body, it manages to avoid the body’s immune responses and uses the body’s resources to replicate before exiting and spreading to a new host</a:t>
            </a:r>
            <a:r>
              <a:rPr lang="en-AU" sz="3200" dirty="0" smtClean="0"/>
              <a:t>.</a:t>
            </a:r>
          </a:p>
          <a:p>
            <a:endParaRPr lang="en-AU" sz="3200" dirty="0"/>
          </a:p>
          <a:p>
            <a:r>
              <a:rPr lang="en-AU" sz="3200" dirty="0"/>
              <a:t>Pathogens can be transmitted a few ways depending on the type. They can be spread through skin contact, bodily fluids, airborne particles, contact with </a:t>
            </a:r>
            <a:r>
              <a:rPr lang="en-AU" sz="3200" dirty="0" smtClean="0"/>
              <a:t>faeces</a:t>
            </a:r>
            <a:r>
              <a:rPr lang="en-AU" sz="3200" dirty="0"/>
              <a:t>, and touching a surface touched by an infected person.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517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Types of Pathogens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AU" sz="3200" dirty="0" smtClean="0"/>
              <a:t>There are different types of pathogens, but we’re going to focus on the four most common types: viruses, bacteria, fungi, and parasites.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36885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7" y="103868"/>
            <a:ext cx="10515600" cy="1325563"/>
          </a:xfrm>
        </p:spPr>
        <p:txBody>
          <a:bodyPr>
            <a:normAutofit/>
          </a:bodyPr>
          <a:lstStyle/>
          <a:p>
            <a:r>
              <a:rPr lang="en-AU" sz="6000" b="1" dirty="0" smtClean="0"/>
              <a:t>Pathogens: Viruses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2" y="1529533"/>
            <a:ext cx="11832771" cy="5228318"/>
          </a:xfrm>
        </p:spPr>
        <p:txBody>
          <a:bodyPr anchor="ctr">
            <a:normAutofit/>
          </a:bodyPr>
          <a:lstStyle/>
          <a:p>
            <a:r>
              <a:rPr lang="en-AU" sz="3200" dirty="0" smtClean="0"/>
              <a:t>Viruses are made up of a piece of genetic code, such as DNA or RNA, and protected by a coating of protein. </a:t>
            </a:r>
          </a:p>
          <a:p>
            <a:endParaRPr lang="en-AU" sz="3200" dirty="0"/>
          </a:p>
          <a:p>
            <a:r>
              <a:rPr lang="en-AU" sz="3200" dirty="0" smtClean="0"/>
              <a:t>Once you’re infected, viruses invade host cells within your body. They then use the components of the host cell to replicate, producing more viruses.</a:t>
            </a:r>
          </a:p>
          <a:p>
            <a:endParaRPr lang="en-AU" sz="3200" dirty="0" smtClean="0"/>
          </a:p>
          <a:p>
            <a:r>
              <a:rPr lang="en-AU" sz="3200" dirty="0" smtClean="0"/>
              <a:t>After the replication cycle is complete, these new viruses are released from the host cell. This usually damages or destroys the infected cells.</a:t>
            </a:r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640104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Pathogens: Viruses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AU" sz="3200" dirty="0" smtClean="0"/>
              <a:t>Some viruses can remain dormant for a time before multiplying again. When this happens, a person appears to have recovered from the viral infection, but gets sick again.</a:t>
            </a:r>
          </a:p>
          <a:p>
            <a:endParaRPr lang="en-AU" sz="3200" dirty="0" smtClean="0"/>
          </a:p>
          <a:p>
            <a:r>
              <a:rPr lang="en-AU" sz="3200" dirty="0" smtClean="0"/>
              <a:t>Antibiotics do not kill viruses and therefore are ineffective as a treatment for viral infections. Antiviral medications can sometimes be used, depending on the virus.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129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Pathogens: Bacteria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589" y="1690688"/>
            <a:ext cx="11878491" cy="5167312"/>
          </a:xfrm>
        </p:spPr>
        <p:txBody>
          <a:bodyPr>
            <a:normAutofit/>
          </a:bodyPr>
          <a:lstStyle/>
          <a:p>
            <a:r>
              <a:rPr lang="en-AU" sz="3200" dirty="0" smtClean="0"/>
              <a:t>Bacteria are micro-organisms made of a single cell. They are very diverse, have a variety of shapes and features, and have the ability to live in just about any environment, including in and on your body.</a:t>
            </a:r>
          </a:p>
          <a:p>
            <a:pPr marL="0" indent="0">
              <a:buNone/>
            </a:pPr>
            <a:r>
              <a:rPr lang="en-AU" sz="3200" dirty="0" smtClean="0"/>
              <a:t> </a:t>
            </a:r>
          </a:p>
          <a:p>
            <a:r>
              <a:rPr lang="en-AU" sz="3200" dirty="0" smtClean="0"/>
              <a:t>Not all bacteria cause infections. Those that can are called pathogenic bacteria.</a:t>
            </a:r>
          </a:p>
          <a:p>
            <a:endParaRPr lang="en-AU" sz="3200" dirty="0" smtClean="0"/>
          </a:p>
          <a:p>
            <a:r>
              <a:rPr lang="en-AU" sz="3200" dirty="0" smtClean="0"/>
              <a:t>Your body can be more prone to bacterial infections when your immune system is compromised by a virus. The disease state caused by a virus enables normally harmless bacteria to become pathogenic.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15429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Pathogens: Bacteria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AU" sz="3200" dirty="0" smtClean="0"/>
              <a:t>Antibiotics are used to treat bacterial infections. Some strains of bacteria have become resistant to antibiotics, making them difficult to treat. </a:t>
            </a:r>
          </a:p>
          <a:p>
            <a:endParaRPr lang="en-AU" sz="3200" dirty="0"/>
          </a:p>
          <a:p>
            <a:r>
              <a:rPr lang="en-AU" sz="3200" dirty="0" smtClean="0"/>
              <a:t>This can happen naturally, but also happens because of the overuse of antibiotics, according to the World Health Organization (WHO)Trusted Source.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7972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Pathogens: Fungi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90" y="1690688"/>
            <a:ext cx="11144795" cy="4901700"/>
          </a:xfrm>
        </p:spPr>
        <p:txBody>
          <a:bodyPr>
            <a:noAutofit/>
          </a:bodyPr>
          <a:lstStyle/>
          <a:p>
            <a:r>
              <a:rPr lang="en-AU" sz="3200" dirty="0" smtClean="0"/>
              <a:t>There are millions of different fungal species on Earth. Just 300 or so are known to cause sickness. </a:t>
            </a:r>
          </a:p>
          <a:p>
            <a:endParaRPr lang="en-AU" sz="3200" dirty="0"/>
          </a:p>
          <a:p>
            <a:r>
              <a:rPr lang="en-AU" sz="3200" dirty="0" smtClean="0"/>
              <a:t>Fungi can be found just about everywhere in the environment, including indoors, outdoors, and on human skin. They cause infection when they overgrow.</a:t>
            </a:r>
          </a:p>
          <a:p>
            <a:endParaRPr lang="en-AU" sz="3200" dirty="0" smtClean="0"/>
          </a:p>
          <a:p>
            <a:r>
              <a:rPr lang="en-AU" sz="3200" dirty="0" smtClean="0"/>
              <a:t>Fungi cells contain a nucleus and other components protected by a membrane and a thick cell wall. Their structure can make them harder to kill.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26065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Pathogens: Fungi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AU" sz="3200" dirty="0" smtClean="0"/>
              <a:t>Some new strains of fungal infections are proving to be especially dangerous, such as </a:t>
            </a:r>
            <a:r>
              <a:rPr lang="en-AU" sz="3200" i="1" dirty="0" smtClean="0"/>
              <a:t>Candida auris</a:t>
            </a:r>
            <a:r>
              <a:rPr lang="en-AU" sz="3200" dirty="0" smtClean="0"/>
              <a:t>, and have prompted more research into fungal infections.</a:t>
            </a:r>
          </a:p>
          <a:p>
            <a:endParaRPr lang="en-AU" sz="3200" dirty="0"/>
          </a:p>
          <a:p>
            <a:r>
              <a:rPr lang="en-AU" sz="3200" i="1" dirty="0" smtClean="0"/>
              <a:t>Candida auris </a:t>
            </a:r>
            <a:r>
              <a:rPr lang="en-AU" sz="3200" dirty="0" smtClean="0"/>
              <a:t>is multidrug-resistance and is causing outbreaks in healthcare. It causes fevers and chills and has a 30-60% death rate. 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422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Pathogens: Parasites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280" y="1912712"/>
            <a:ext cx="10515600" cy="4351338"/>
          </a:xfrm>
        </p:spPr>
        <p:txBody>
          <a:bodyPr anchor="ctr">
            <a:noAutofit/>
          </a:bodyPr>
          <a:lstStyle/>
          <a:p>
            <a:r>
              <a:rPr lang="en-AU" sz="3200" dirty="0" smtClean="0"/>
              <a:t>Parasites are organisms that behave like tiny animals, living in or on a host and feeding from or at the expense of the host. </a:t>
            </a:r>
          </a:p>
          <a:p>
            <a:endParaRPr lang="en-AU" sz="3200" dirty="0"/>
          </a:p>
          <a:p>
            <a:r>
              <a:rPr lang="en-AU" sz="3200" dirty="0" smtClean="0"/>
              <a:t>Though parasitic infections are more common in tropical and subtropical regions, they can occur anywhere.</a:t>
            </a:r>
          </a:p>
          <a:p>
            <a:endParaRPr lang="en-AU" sz="3200" dirty="0"/>
          </a:p>
          <a:p>
            <a:r>
              <a:rPr lang="en-AU" sz="3200" dirty="0" smtClean="0"/>
              <a:t>They can be spread several ways, including through contaminated soil, water, food, and blood, as well as through sexual contact and via insect bites.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92928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Pathogens: Parasites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297" y="1825624"/>
            <a:ext cx="11730446" cy="4853849"/>
          </a:xfrm>
        </p:spPr>
        <p:txBody>
          <a:bodyPr>
            <a:noAutofit/>
          </a:bodyPr>
          <a:lstStyle/>
          <a:p>
            <a:r>
              <a:rPr lang="en-AU" sz="3200" dirty="0" smtClean="0"/>
              <a:t>Three main types of parasites can cause disease in humans. These include:</a:t>
            </a:r>
          </a:p>
          <a:p>
            <a:endParaRPr lang="en-AU" sz="3200" dirty="0" smtClean="0"/>
          </a:p>
          <a:p>
            <a:r>
              <a:rPr lang="en-AU" sz="3200" b="1" dirty="0" smtClean="0"/>
              <a:t>protozoa</a:t>
            </a:r>
            <a:r>
              <a:rPr lang="en-AU" sz="3200" dirty="0" smtClean="0"/>
              <a:t>, which are single-celled organisms that can live and multiply in your body</a:t>
            </a:r>
          </a:p>
          <a:p>
            <a:r>
              <a:rPr lang="en-AU" sz="3200" b="1" dirty="0" smtClean="0"/>
              <a:t>helminths</a:t>
            </a:r>
            <a:r>
              <a:rPr lang="en-AU" sz="3200" dirty="0" smtClean="0"/>
              <a:t>, which are larger, multi-celled organisms that can live inside or outside your body and are commonly known as worms</a:t>
            </a:r>
          </a:p>
          <a:p>
            <a:r>
              <a:rPr lang="en-AU" sz="3200" b="1" dirty="0" smtClean="0"/>
              <a:t>ectoparasites</a:t>
            </a:r>
            <a:r>
              <a:rPr lang="en-AU" sz="3200" dirty="0" smtClean="0"/>
              <a:t>, which are multi-celled organisms that live on or feed off your skin, including some insects, such as ticks and mosquitos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79269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83" y="365125"/>
            <a:ext cx="11599817" cy="1325563"/>
          </a:xfrm>
        </p:spPr>
        <p:txBody>
          <a:bodyPr>
            <a:noAutofit/>
          </a:bodyPr>
          <a:lstStyle/>
          <a:p>
            <a:r>
              <a:rPr lang="en-AU" sz="6000" b="1" dirty="0" smtClean="0"/>
              <a:t>How do infectious diseases spread?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AU" dirty="0" smtClean="0"/>
              <a:t>Infectious diseases commonly spread through the direct transfer of bacteria, viruses or other germs from one person to another. </a:t>
            </a:r>
          </a:p>
          <a:p>
            <a:endParaRPr lang="en-AU" dirty="0"/>
          </a:p>
          <a:p>
            <a:r>
              <a:rPr lang="en-AU" dirty="0" smtClean="0"/>
              <a:t>This can happen when an individual with the bacterium or virus touches, kisses, or coughs or sneezes on someone who isn't infected.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26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034" y="57413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AU" sz="6000" b="1" dirty="0" smtClean="0"/>
              <a:t>The infectious diseases we will look at in more detail </a:t>
            </a:r>
            <a:endParaRPr lang="en-AU" sz="6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01486" y="2333896"/>
            <a:ext cx="318733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Tuberculosis </a:t>
            </a:r>
          </a:p>
          <a:p>
            <a:endParaRPr lang="en-AU" sz="2000" b="1" dirty="0"/>
          </a:p>
          <a:p>
            <a:r>
              <a:rPr lang="en-AU" sz="2000" b="1" dirty="0" smtClean="0"/>
              <a:t>HIV/AIDS </a:t>
            </a:r>
          </a:p>
          <a:p>
            <a:endParaRPr lang="en-AU" sz="2000" b="1" dirty="0"/>
          </a:p>
          <a:p>
            <a:r>
              <a:rPr lang="en-AU" sz="2000" b="1" dirty="0" smtClean="0"/>
              <a:t>Ebola </a:t>
            </a:r>
          </a:p>
          <a:p>
            <a:endParaRPr lang="en-AU" sz="2000" b="1" dirty="0"/>
          </a:p>
          <a:p>
            <a:r>
              <a:rPr lang="en-AU" sz="2000" b="1" dirty="0" smtClean="0"/>
              <a:t>Malaria </a:t>
            </a:r>
          </a:p>
          <a:p>
            <a:endParaRPr lang="en-AU" sz="2000" b="1" dirty="0"/>
          </a:p>
          <a:p>
            <a:r>
              <a:rPr lang="en-AU" sz="2000" b="1" dirty="0" smtClean="0"/>
              <a:t>Zika Virus </a:t>
            </a:r>
          </a:p>
          <a:p>
            <a:endParaRPr lang="en-AU" sz="2000" b="1" dirty="0"/>
          </a:p>
          <a:p>
            <a:r>
              <a:rPr lang="en-AU" sz="2000" b="1" dirty="0" smtClean="0"/>
              <a:t>SARS </a:t>
            </a:r>
          </a:p>
          <a:p>
            <a:endParaRPr lang="en-AU" sz="2000" b="1" dirty="0"/>
          </a:p>
          <a:p>
            <a:r>
              <a:rPr lang="en-AU" sz="2000" b="1" dirty="0" smtClean="0"/>
              <a:t>COVID-19 </a:t>
            </a:r>
            <a:endParaRPr lang="en-AU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636225" y="2333896"/>
            <a:ext cx="318733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Influenza </a:t>
            </a:r>
          </a:p>
          <a:p>
            <a:endParaRPr lang="en-AU" sz="2000" b="1" dirty="0"/>
          </a:p>
          <a:p>
            <a:r>
              <a:rPr lang="en-AU" sz="2000" b="1" dirty="0" smtClean="0"/>
              <a:t>Lyme Disease </a:t>
            </a:r>
          </a:p>
          <a:p>
            <a:endParaRPr lang="en-AU" sz="2000" b="1" dirty="0"/>
          </a:p>
          <a:p>
            <a:r>
              <a:rPr lang="en-AU" sz="2000" b="1" dirty="0" smtClean="0"/>
              <a:t>E.coli </a:t>
            </a:r>
          </a:p>
          <a:p>
            <a:endParaRPr lang="en-AU" sz="2000" b="1" dirty="0"/>
          </a:p>
          <a:p>
            <a:r>
              <a:rPr lang="en-AU" sz="2000" b="1" dirty="0" smtClean="0"/>
              <a:t>Salmonella </a:t>
            </a:r>
          </a:p>
          <a:p>
            <a:endParaRPr lang="en-AU" sz="2000" b="1" dirty="0"/>
          </a:p>
          <a:p>
            <a:r>
              <a:rPr lang="en-AU" sz="2000" b="1" dirty="0" smtClean="0"/>
              <a:t>Chickenpox </a:t>
            </a:r>
          </a:p>
          <a:p>
            <a:endParaRPr lang="en-AU" sz="2000" b="1" dirty="0"/>
          </a:p>
          <a:p>
            <a:r>
              <a:rPr lang="en-AU" sz="2000" b="1" dirty="0" smtClean="0"/>
              <a:t>Measles </a:t>
            </a:r>
          </a:p>
          <a:p>
            <a:endParaRPr lang="en-AU" sz="2000" b="1" dirty="0"/>
          </a:p>
          <a:p>
            <a:r>
              <a:rPr lang="en-AU" sz="2000" b="1" dirty="0" smtClean="0"/>
              <a:t>Mumps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0965" y="2682238"/>
            <a:ext cx="318733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Rubella </a:t>
            </a:r>
          </a:p>
          <a:p>
            <a:endParaRPr lang="en-AU" sz="2000" b="1" dirty="0"/>
          </a:p>
          <a:p>
            <a:r>
              <a:rPr lang="en-AU" sz="2000" b="1" dirty="0" smtClean="0"/>
              <a:t>Sexually Transmitted Diseases </a:t>
            </a:r>
          </a:p>
          <a:p>
            <a:endParaRPr lang="en-AU" sz="2000" b="1" dirty="0"/>
          </a:p>
          <a:p>
            <a:r>
              <a:rPr lang="en-AU" sz="2000" b="1" dirty="0" smtClean="0"/>
              <a:t>Zombie Virus </a:t>
            </a:r>
          </a:p>
          <a:p>
            <a:endParaRPr lang="en-AU" sz="2000" b="1" dirty="0"/>
          </a:p>
          <a:p>
            <a:r>
              <a:rPr lang="en-AU" sz="2000" b="1" dirty="0" smtClean="0"/>
              <a:t>Flesh Eating Disease </a:t>
            </a:r>
          </a:p>
          <a:p>
            <a:endParaRPr lang="en-AU" sz="2000" b="1" dirty="0"/>
          </a:p>
          <a:p>
            <a:r>
              <a:rPr lang="en-AU" sz="2000" b="1" dirty="0" smtClean="0"/>
              <a:t>SUPER BUGS (e.g. MRSA) </a:t>
            </a:r>
          </a:p>
        </p:txBody>
      </p:sp>
    </p:spTree>
    <p:extLst>
      <p:ext uri="{BB962C8B-B14F-4D97-AF65-F5344CB8AC3E}">
        <p14:creationId xmlns:p14="http://schemas.microsoft.com/office/powerpoint/2010/main" val="386579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953</Words>
  <Application>Microsoft Office PowerPoint</Application>
  <PresentationFormat>Widescreen</PresentationFormat>
  <Paragraphs>106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Castellar</vt:lpstr>
      <vt:lpstr>Office Theme</vt:lpstr>
      <vt:lpstr>Infectious Diseases</vt:lpstr>
      <vt:lpstr>What is an infectious disease?</vt:lpstr>
      <vt:lpstr>The origin of infectious diseases </vt:lpstr>
      <vt:lpstr>How many are there?</vt:lpstr>
      <vt:lpstr>PowerPoint Presentation</vt:lpstr>
      <vt:lpstr>Pathogens </vt:lpstr>
      <vt:lpstr>What do pathogens do?</vt:lpstr>
      <vt:lpstr>Types of Pathogens </vt:lpstr>
      <vt:lpstr>Pathogens: Viruses </vt:lpstr>
      <vt:lpstr>Pathogens: Viruses </vt:lpstr>
      <vt:lpstr>Pathogens: Bacteria </vt:lpstr>
      <vt:lpstr>Pathogens: Bacteria </vt:lpstr>
      <vt:lpstr>Pathogens: Fungi </vt:lpstr>
      <vt:lpstr>Pathogens: Fungi </vt:lpstr>
      <vt:lpstr>Pathogens: Parasites </vt:lpstr>
      <vt:lpstr>Pathogens: Parasites </vt:lpstr>
      <vt:lpstr>How do infectious diseases spread?</vt:lpstr>
      <vt:lpstr>The infectious diseases we will look at in more detail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Infectious Diseases</dc:title>
  <dc:creator>DOOMEN Lisa [Gilmore College]</dc:creator>
  <cp:lastModifiedBy>DOOMEN Lisa [Gilmore College]</cp:lastModifiedBy>
  <cp:revision>7</cp:revision>
  <dcterms:created xsi:type="dcterms:W3CDTF">2022-05-25T23:11:56Z</dcterms:created>
  <dcterms:modified xsi:type="dcterms:W3CDTF">2022-05-26T00:09:07Z</dcterms:modified>
</cp:coreProperties>
</file>