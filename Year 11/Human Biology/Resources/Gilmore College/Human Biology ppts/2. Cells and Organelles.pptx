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05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423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234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955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372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568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98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073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2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338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671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BC541-E1E4-46F0-B6E0-A9FD71F2F171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92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8000" b="1" dirty="0"/>
              <a:t>Cells and Organelles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Human Biology </a:t>
            </a:r>
          </a:p>
          <a:p>
            <a:r>
              <a:rPr lang="en-AU" dirty="0"/>
              <a:t>ATAR </a:t>
            </a:r>
          </a:p>
          <a:p>
            <a:r>
              <a:rPr lang="en-AU" dirty="0"/>
              <a:t>PowerPoint #2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8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SCSA Syllabus Reference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Cell organelles maintain life processes and require the input of materials and the removal of wastes to support efficient functioning of the cell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53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Lesson Intention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To identify the structure and function of various organelles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To label and recognise different organelles and their functions within a cell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21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Success Criteria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identify various organelles </a:t>
            </a:r>
          </a:p>
          <a:p>
            <a:pPr>
              <a:lnSpc>
                <a:spcPct val="150000"/>
              </a:lnSpc>
            </a:pPr>
            <a:r>
              <a:rPr lang="en-AU" dirty="0"/>
              <a:t>state the function of the stated organelles </a:t>
            </a:r>
          </a:p>
          <a:p>
            <a:pPr>
              <a:lnSpc>
                <a:spcPct val="150000"/>
              </a:lnSpc>
            </a:pPr>
            <a:r>
              <a:rPr lang="en-AU" dirty="0"/>
              <a:t>describe the structure of the stated organelles </a:t>
            </a:r>
          </a:p>
          <a:p>
            <a:pPr>
              <a:lnSpc>
                <a:spcPct val="150000"/>
              </a:lnSpc>
            </a:pPr>
            <a:r>
              <a:rPr lang="en-AU" dirty="0"/>
              <a:t>label the organelles in an animal cell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8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897" y="1573076"/>
            <a:ext cx="11345092" cy="5071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Cytoplasm</a:t>
            </a:r>
            <a:r>
              <a:rPr lang="en-AU" dirty="0"/>
              <a:t>: the contents of a cell, excluding the nucleus</a:t>
            </a:r>
          </a:p>
          <a:p>
            <a:pPr>
              <a:lnSpc>
                <a:spcPct val="150000"/>
              </a:lnSpc>
            </a:pPr>
            <a:r>
              <a:rPr lang="en-AU" b="1" dirty="0"/>
              <a:t>Centrioles</a:t>
            </a:r>
            <a:r>
              <a:rPr lang="en-AU" dirty="0"/>
              <a:t>: each of a pair of minute cylindrical organelles near the nucleus in animal cells, involved in the development of spindle fibres in cell division.</a:t>
            </a:r>
          </a:p>
          <a:p>
            <a:pPr>
              <a:lnSpc>
                <a:spcPct val="150000"/>
              </a:lnSpc>
            </a:pPr>
            <a:r>
              <a:rPr lang="en-AU" b="1" dirty="0"/>
              <a:t>Smooth endoplasmic reticulum</a:t>
            </a:r>
            <a:r>
              <a:rPr lang="en-AU" dirty="0"/>
              <a:t>: a form of endoplasmic reticulum that is involved in the synthesis of lipids, not covered in ribosomes</a:t>
            </a:r>
          </a:p>
          <a:p>
            <a:pPr>
              <a:lnSpc>
                <a:spcPct val="150000"/>
              </a:lnSpc>
            </a:pPr>
            <a:r>
              <a:rPr lang="en-AU" b="1" dirty="0"/>
              <a:t>Rough endoplasmic reticulum</a:t>
            </a:r>
            <a:r>
              <a:rPr lang="en-AU" dirty="0"/>
              <a:t>: a form of endoplasmic reticulum that is covered with ribosomes involved in the synthesis of proteins.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181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190954"/>
            <a:ext cx="10515600" cy="1325563"/>
          </a:xfrm>
        </p:spPr>
        <p:txBody>
          <a:bodyPr/>
          <a:lstStyle/>
          <a:p>
            <a:r>
              <a:rPr lang="en-AU" sz="6000" b="1" dirty="0"/>
              <a:t>Vocabulary</a:t>
            </a:r>
            <a:r>
              <a:rPr lang="en-AU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551" y="1516517"/>
            <a:ext cx="11493137" cy="521090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Ribosomes</a:t>
            </a:r>
            <a:r>
              <a:rPr lang="en-AU" dirty="0"/>
              <a:t>: site of protein synthesis; located on the surface of rough endoplasmic reticulum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Cytoskeleton</a:t>
            </a:r>
            <a:r>
              <a:rPr lang="en-AU" dirty="0"/>
              <a:t>: an internal scaffolding of protein fibres within the cytoplasm of a cell.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Inclusions</a:t>
            </a:r>
            <a:r>
              <a:rPr lang="en-AU" dirty="0"/>
              <a:t>: chemical substances inside a cell in the form of granules or droplets.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Lysosomes</a:t>
            </a:r>
            <a:r>
              <a:rPr lang="en-AU" dirty="0"/>
              <a:t>: a small sphere formed from a Golgi body; contains digestive enzymes.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Nucleus</a:t>
            </a:r>
            <a:r>
              <a:rPr lang="en-AU" dirty="0"/>
              <a:t>: a large organelle in a cell containing DNA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57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28" y="151719"/>
            <a:ext cx="10515600" cy="1325563"/>
          </a:xfrm>
        </p:spPr>
        <p:txBody>
          <a:bodyPr>
            <a:normAutofit/>
          </a:bodyPr>
          <a:lstStyle/>
          <a:p>
            <a:r>
              <a:rPr lang="en-AU" sz="6000" b="1" dirty="0"/>
              <a:t>Vocabulary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031" y="1477282"/>
            <a:ext cx="11754394" cy="522831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Nucleolus</a:t>
            </a:r>
            <a:r>
              <a:rPr lang="en-AU" dirty="0"/>
              <a:t>: a structure within a nucleus; involved in protein synthesis.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Mitochondria</a:t>
            </a:r>
            <a:r>
              <a:rPr lang="en-AU" dirty="0"/>
              <a:t>: a structure in the cytoplasm of a cell in which the aerobic stage of respiration occurs.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Golgi body</a:t>
            </a:r>
            <a:r>
              <a:rPr lang="en-AU" dirty="0"/>
              <a:t>: a structure in the cytoplasm of a cell consisting of a stack of flattened channels; it packages materials for secretion from the cell.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Cell membrane</a:t>
            </a:r>
            <a:r>
              <a:rPr lang="en-AU" dirty="0"/>
              <a:t>: a membrane that forms the external boundary of a cell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Vesicle</a:t>
            </a:r>
            <a:r>
              <a:rPr lang="en-AU" dirty="0"/>
              <a:t>: a small membrane-bound cavity in the cytoplasm of a cell, smaller than a vacuole.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03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Cells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structure of cells allows them to meet the requirements of life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A cell is the smallest structure that can perform life’s functions.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6563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Cytoplasm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thick fluid within the cell membrane that suspends all the structures within it. </a:t>
            </a:r>
          </a:p>
          <a:p>
            <a:endParaRPr lang="en-AU" dirty="0"/>
          </a:p>
          <a:p>
            <a:r>
              <a:rPr lang="en-AU" dirty="0"/>
              <a:t>Structure: Liquid made up of cytosol (75-90% water and dissolved substances e.g. salts and carbohydrates).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766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Centrioles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involved in the reproduction of the cell. </a:t>
            </a:r>
          </a:p>
          <a:p>
            <a:endParaRPr lang="en-AU" dirty="0"/>
          </a:p>
          <a:p>
            <a:r>
              <a:rPr lang="en-AU" dirty="0"/>
              <a:t>Structure: a pair of cylindrical structures located near the nucleus.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050" name="Picture 2" descr="Centriole PNG and Centriole Transparent Clipart Free Download. - CleanPNG /  Kiss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538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149" y="4001294"/>
            <a:ext cx="24765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366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Smooth Endoplasmic Reticulum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provide a surface for chemical reactions, while the channels are for storing or transporting molecules.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Structure: no ribosomes attached to the outside.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8" name="Picture 4" descr="Cell Nucleus And Endoplasmic Reticulum Stock Illustration - Download Image  Now - iStoc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89390" l="109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844" y="3431177"/>
            <a:ext cx="4139653" cy="340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291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Rough Endoplasmic Reticulum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provide a surface for chemical reactions, while the channels are for storing or transporting molecules. </a:t>
            </a:r>
          </a:p>
          <a:p>
            <a:endParaRPr lang="en-AU" dirty="0"/>
          </a:p>
          <a:p>
            <a:r>
              <a:rPr lang="en-AU" dirty="0"/>
              <a:t>Structure: ribosomes are attached to the outside of some membranes.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 descr="Cell Nucleus And Endoplasmic Reticulum Stock Illustration - Download Image  Now - iStoc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89390" l="109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844" y="3431177"/>
            <a:ext cx="4139653" cy="340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891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Ribosomes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Amino acids are joined together at the ribosomes to make proteins.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Structure: very small and spherical. They may be free in the cytoplasm but most are attached to the membranes.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625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Cytoskeleton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give the cell its shape and assist in the movement of materials, organelles or the whole cell. </a:t>
            </a:r>
          </a:p>
          <a:p>
            <a:endParaRPr lang="en-AU" dirty="0"/>
          </a:p>
          <a:p>
            <a:r>
              <a:rPr lang="en-AU" dirty="0"/>
              <a:t>Structure: consists of microfilaments and microtubules.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652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Inclusions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Substances that are not part of the cell structure but are found in the cytoplasm.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Example: haemoglobin in red blood cells; pigments in cells of the skin.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3518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Lysosomes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break down materials that are taken into the cell or break down worn-out organelles. </a:t>
            </a:r>
          </a:p>
          <a:p>
            <a:endParaRPr lang="en-AU" dirty="0"/>
          </a:p>
          <a:p>
            <a:r>
              <a:rPr lang="en-AU" dirty="0"/>
              <a:t>Structure: small spheres that contain enzymes.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637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Nucleus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contains DNA (genetic material that determines the type of proteins a cell can make) and plays a part in manufacturing proteins.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Structure: largest organelle in the cell and is usually oval or spherical in shape.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098" name="Picture 2" descr="Cell Nucleus Chloroplast Vacuole Cell Wall, PNG, 512x512px, Cell Nucleus,  Cell, Cell Wall, Chloroplast, Cobalt Blu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1" b="97461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016" r="18805"/>
          <a:stretch/>
        </p:blipFill>
        <p:spPr bwMode="auto">
          <a:xfrm>
            <a:off x="9168099" y="3962177"/>
            <a:ext cx="2552549" cy="252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507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Nucleolus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plays a part in manufacturing proteins. </a:t>
            </a:r>
          </a:p>
          <a:p>
            <a:endParaRPr lang="en-AU" dirty="0"/>
          </a:p>
          <a:p>
            <a:r>
              <a:rPr lang="en-AU" dirty="0"/>
              <a:t>Structure: small spherical shape organelle inside the nucleus.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2" descr="Cell Nucleus Chloroplast Vacuole Cell Wall, PNG, 512x512px, Cell Nucleus,  Cell, Cell Wall, Chloroplast, Cobalt Blu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1" b="97461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016" r="18805"/>
          <a:stretch/>
        </p:blipFill>
        <p:spPr bwMode="auto">
          <a:xfrm>
            <a:off x="9168099" y="3962177"/>
            <a:ext cx="2552549" cy="252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6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Mitochondria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release energy for the cell through the process of respiration.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Structure: spherical or elongated structure with a double membrane.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122" name="Picture 2" descr="Mitochondria and Aging (CER) - Biology LibreTexts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57" b="99577" l="545" r="9690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208" y="3790950"/>
            <a:ext cx="2774434" cy="238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967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Golgi Body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modify proteins and package them in vesicles for secretion from the cell. </a:t>
            </a:r>
          </a:p>
          <a:p>
            <a:endParaRPr lang="en-AU" dirty="0"/>
          </a:p>
          <a:p>
            <a:r>
              <a:rPr lang="en-AU" dirty="0"/>
              <a:t>Structure: flattened, membranous bags stacked on top of each other.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170" name="Picture 2" descr="Golgi Apparatus PNG Image | Transparent PNG Free Download on Seek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06" b="98507" l="976" r="9951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944" y="3831639"/>
            <a:ext cx="4529959" cy="296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216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Cell Membrane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separates the inside of the cell from outside and controls which substances get into or out of the cell. </a:t>
            </a:r>
          </a:p>
          <a:p>
            <a:endParaRPr lang="en-AU" dirty="0"/>
          </a:p>
          <a:p>
            <a:r>
              <a:rPr lang="en-AU" dirty="0"/>
              <a:t>Structure: the outer boundary of the cell, made up of a double membrane of lipid molecules and associated proteins.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089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dirty="0"/>
              <a:t>Vesicle</a:t>
            </a:r>
            <a:r>
              <a:rPr lang="en-AU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Function: transports materials into, out of or within the cell. </a:t>
            </a:r>
          </a:p>
          <a:p>
            <a:endParaRPr lang="en-AU" dirty="0"/>
          </a:p>
          <a:p>
            <a:r>
              <a:rPr lang="en-AU" dirty="0"/>
              <a:t>Structure: a membrane-bound sac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6269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564" y="173537"/>
            <a:ext cx="10515600" cy="1325563"/>
          </a:xfrm>
        </p:spPr>
        <p:txBody>
          <a:bodyPr>
            <a:normAutofit/>
          </a:bodyPr>
          <a:lstStyle/>
          <a:p>
            <a:r>
              <a:rPr lang="en-AU" sz="6000" b="1" dirty="0"/>
              <a:t>Recall Knowledge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53" y="1602968"/>
            <a:ext cx="5771606" cy="4351338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Draw the animal cell and label the: </a:t>
            </a:r>
          </a:p>
          <a:p>
            <a:pPr lvl="1"/>
            <a:r>
              <a:rPr lang="en-AU" dirty="0"/>
              <a:t>Cell membrane </a:t>
            </a:r>
          </a:p>
          <a:p>
            <a:pPr lvl="1"/>
            <a:r>
              <a:rPr lang="en-AU" dirty="0"/>
              <a:t>Nucleus </a:t>
            </a:r>
          </a:p>
          <a:p>
            <a:pPr lvl="1"/>
            <a:r>
              <a:rPr lang="en-AU" dirty="0"/>
              <a:t>Mitochondria </a:t>
            </a:r>
          </a:p>
          <a:p>
            <a:pPr lvl="1"/>
            <a:r>
              <a:rPr lang="en-AU" dirty="0"/>
              <a:t>Golgi Body </a:t>
            </a:r>
          </a:p>
          <a:p>
            <a:pPr lvl="1"/>
            <a:r>
              <a:rPr lang="en-AU" dirty="0"/>
              <a:t>Smooth Endoplasmic Reticulum </a:t>
            </a:r>
          </a:p>
          <a:p>
            <a:pPr lvl="1"/>
            <a:r>
              <a:rPr lang="en-AU" dirty="0"/>
              <a:t>Rough Endoplasmic Reticulum </a:t>
            </a:r>
          </a:p>
          <a:p>
            <a:pPr lvl="1"/>
            <a:r>
              <a:rPr lang="en-AU" dirty="0"/>
              <a:t>Lysosomes </a:t>
            </a:r>
          </a:p>
          <a:p>
            <a:pPr lvl="1"/>
            <a:r>
              <a:rPr lang="en-AU" dirty="0"/>
              <a:t>Nucleolus </a:t>
            </a:r>
          </a:p>
          <a:p>
            <a:pPr lvl="1"/>
            <a:r>
              <a:rPr lang="en-AU" dirty="0"/>
              <a:t>Ribosomes </a:t>
            </a:r>
          </a:p>
          <a:p>
            <a:pPr lvl="1"/>
            <a:r>
              <a:rPr lang="en-AU" dirty="0"/>
              <a:t>Vesicles </a:t>
            </a:r>
          </a:p>
          <a:p>
            <a:pPr lvl="1"/>
            <a:r>
              <a:rPr lang="en-AU" dirty="0"/>
              <a:t>Cytoplasm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748" y="351405"/>
            <a:ext cx="6204749" cy="633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44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130" y="345719"/>
            <a:ext cx="5727791" cy="6170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6091" y="775063"/>
            <a:ext cx="2734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Vacuoles/Vesicles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2968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Apply Knowledge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State the difference between rough and smooth endoplasmic reticulum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Explain how lysosomes and vesicles may work together. </a:t>
            </a:r>
          </a:p>
          <a:p>
            <a:pPr marL="514350" indent="-514350">
              <a:buFont typeface="+mj-lt"/>
              <a:buAutoNum type="arabicPeriod"/>
            </a:pP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7657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Homework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The nuclear membrane has large gaps in it. Explain the importance of these gaps.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2510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dirty="0"/>
              <a:t>Reading</a:t>
            </a:r>
            <a:r>
              <a:rPr lang="en-AU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Pages 26-31 : Cell Structure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471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865</Words>
  <Application>Microsoft Office PowerPoint</Application>
  <PresentationFormat>Widescreen</PresentationFormat>
  <Paragraphs>113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Cells and Organelles </vt:lpstr>
      <vt:lpstr>SCSA Syllabus Reference </vt:lpstr>
      <vt:lpstr>Lesson Intention </vt:lpstr>
      <vt:lpstr>Success Criteria </vt:lpstr>
      <vt:lpstr>Vocabulary </vt:lpstr>
      <vt:lpstr>Vocabulary </vt:lpstr>
      <vt:lpstr>Vocabulary </vt:lpstr>
      <vt:lpstr>Cells </vt:lpstr>
      <vt:lpstr>Cytoplasm</vt:lpstr>
      <vt:lpstr>Centrioles</vt:lpstr>
      <vt:lpstr>Smooth Endoplasmic Reticulum </vt:lpstr>
      <vt:lpstr>Rough Endoplasmic Reticulum </vt:lpstr>
      <vt:lpstr>Ribosomes </vt:lpstr>
      <vt:lpstr>Cytoskeleton</vt:lpstr>
      <vt:lpstr>Inclusions</vt:lpstr>
      <vt:lpstr>Lysosomes </vt:lpstr>
      <vt:lpstr>Nucleus</vt:lpstr>
      <vt:lpstr>Nucleolus </vt:lpstr>
      <vt:lpstr>Mitochondria </vt:lpstr>
      <vt:lpstr>Golgi Body </vt:lpstr>
      <vt:lpstr>Cell Membrane </vt:lpstr>
      <vt:lpstr>Vesicle </vt:lpstr>
      <vt:lpstr>Recall Knowledge </vt:lpstr>
      <vt:lpstr>PowerPoint Presentation</vt:lpstr>
      <vt:lpstr>Apply Knowledge </vt:lpstr>
      <vt:lpstr>Homework </vt:lpstr>
      <vt:lpstr>Reading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Cells and Organelles </dc:title>
  <dc:creator>DOOMEN Lisa [Gilmore College]</dc:creator>
  <cp:lastModifiedBy>DOOMEN Lisa [Gilmore College]</cp:lastModifiedBy>
  <cp:revision>15</cp:revision>
  <cp:lastPrinted>2024-02-05T03:18:22Z</cp:lastPrinted>
  <dcterms:created xsi:type="dcterms:W3CDTF">2021-12-16T00:05:27Z</dcterms:created>
  <dcterms:modified xsi:type="dcterms:W3CDTF">2024-02-05T03:18:57Z</dcterms:modified>
</cp:coreProperties>
</file>