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7" r:id="rId8"/>
    <p:sldId id="261" r:id="rId9"/>
    <p:sldId id="262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98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49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093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28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15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066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65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578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99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0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187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0638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0230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392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9351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8456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532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48839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6108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605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1002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1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4103-AC13-4E81-8F4A-7126A09DB8C9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69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BC541-E1E4-46F0-B6E0-A9FD71F2F171}" type="datetimeFigureOut">
              <a:rPr lang="en-AU" smtClean="0"/>
              <a:t>18/01/2022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9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8000" b="1" dirty="0" smtClean="0"/>
              <a:t>Tissues </a:t>
            </a:r>
            <a:endParaRPr lang="en-AU" sz="8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Year 11 Human Biology </a:t>
            </a:r>
          </a:p>
          <a:p>
            <a:r>
              <a:rPr lang="en-AU" dirty="0" smtClean="0"/>
              <a:t>ATAR </a:t>
            </a:r>
          </a:p>
          <a:p>
            <a:r>
              <a:rPr lang="en-AU" dirty="0" smtClean="0"/>
              <a:t>PowerPoint </a:t>
            </a:r>
            <a:r>
              <a:rPr lang="en-AU" dirty="0" smtClean="0"/>
              <a:t>#6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9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SCSA Syllabus Reference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The various tissues of the human body perform specific functions and can be categorised into four basic tissue types: epithelial, connective, muscular and nervous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13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Lesson Intention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 describe the specific functions of different tissue types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02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Success Criteria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define </a:t>
            </a:r>
            <a:r>
              <a:rPr lang="en-AU" dirty="0"/>
              <a:t>tissue </a:t>
            </a:r>
          </a:p>
          <a:p>
            <a:r>
              <a:rPr lang="en-AU" dirty="0" smtClean="0"/>
              <a:t>identify </a:t>
            </a:r>
            <a:r>
              <a:rPr lang="en-AU" dirty="0"/>
              <a:t>the different types of tissues </a:t>
            </a:r>
          </a:p>
          <a:p>
            <a:r>
              <a:rPr lang="en-AU" dirty="0" smtClean="0"/>
              <a:t>describe </a:t>
            </a:r>
            <a:r>
              <a:rPr lang="en-AU" dirty="0"/>
              <a:t>the structure of each tissue type </a:t>
            </a:r>
          </a:p>
          <a:p>
            <a:r>
              <a:rPr lang="en-AU" dirty="0" smtClean="0"/>
              <a:t>describe </a:t>
            </a:r>
            <a:r>
              <a:rPr lang="en-AU" dirty="0"/>
              <a:t>the specific function for each type of tissue </a:t>
            </a:r>
          </a:p>
          <a:p>
            <a:r>
              <a:rPr lang="en-AU" dirty="0" smtClean="0"/>
              <a:t>provide </a:t>
            </a:r>
            <a:r>
              <a:rPr lang="en-AU" dirty="0"/>
              <a:t>examples of each tissue type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48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Vocabulary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Tissue</a:t>
            </a:r>
            <a:r>
              <a:rPr lang="en-AU" dirty="0"/>
              <a:t>: a group of cells that are similar in structure and function. </a:t>
            </a:r>
            <a:endParaRPr lang="en-AU" dirty="0" smtClean="0"/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Epithelium</a:t>
            </a:r>
            <a:r>
              <a:rPr lang="en-AU" dirty="0"/>
              <a:t>: tissue that forms the outer part of the skin and that lines hollow organs and ducts; a covering tissue.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9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Vocabulary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Connective tissue</a:t>
            </a:r>
            <a:r>
              <a:rPr lang="en-AU" dirty="0"/>
              <a:t>: tissue providing support for body organs </a:t>
            </a:r>
            <a:endParaRPr lang="en-AU" dirty="0" smtClean="0"/>
          </a:p>
          <a:p>
            <a:endParaRPr lang="en-AU" dirty="0"/>
          </a:p>
          <a:p>
            <a:r>
              <a:rPr lang="en-AU" b="1" dirty="0"/>
              <a:t>Muscular tissue</a:t>
            </a:r>
            <a:r>
              <a:rPr lang="en-AU" dirty="0"/>
              <a:t>: tissue made up of muscle cells </a:t>
            </a:r>
            <a:endParaRPr lang="en-AU" dirty="0" smtClean="0"/>
          </a:p>
          <a:p>
            <a:endParaRPr lang="en-AU" dirty="0"/>
          </a:p>
          <a:p>
            <a:r>
              <a:rPr lang="en-AU" b="1" dirty="0"/>
              <a:t>Nervous tissue</a:t>
            </a:r>
            <a:r>
              <a:rPr lang="en-AU" dirty="0"/>
              <a:t>: tissue made up of nerve cells (neurons)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256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Tissues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structure of the tissue and the function it performs can be used to classify it into one of four basic types </a:t>
            </a:r>
          </a:p>
          <a:p>
            <a:pPr lvl="1"/>
            <a:r>
              <a:rPr lang="en-AU" sz="2800" dirty="0" smtClean="0"/>
              <a:t>Epithelial</a:t>
            </a:r>
          </a:p>
          <a:p>
            <a:pPr lvl="1"/>
            <a:r>
              <a:rPr lang="en-AU" sz="2800" dirty="0" smtClean="0"/>
              <a:t>Connective </a:t>
            </a:r>
          </a:p>
          <a:p>
            <a:pPr lvl="1"/>
            <a:r>
              <a:rPr lang="en-AU" sz="2800" dirty="0" smtClean="0"/>
              <a:t>Muscular </a:t>
            </a:r>
          </a:p>
          <a:p>
            <a:pPr lvl="1"/>
            <a:r>
              <a:rPr lang="en-AU" sz="2800" dirty="0" smtClean="0"/>
              <a:t>Nervous </a:t>
            </a:r>
            <a:endParaRPr lang="en-AU" sz="28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50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Epithelial tissue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Is a covering or lining tissue e.g. outer layer of the skin </a:t>
            </a:r>
          </a:p>
          <a:p>
            <a:endParaRPr lang="en-AU" dirty="0"/>
          </a:p>
          <a:p>
            <a:r>
              <a:rPr lang="en-AU" dirty="0" smtClean="0"/>
              <a:t>The cells that make up epithelium are very closely joined together. </a:t>
            </a:r>
          </a:p>
          <a:p>
            <a:endParaRPr lang="en-AU" dirty="0" smtClean="0"/>
          </a:p>
          <a:p>
            <a:r>
              <a:rPr lang="en-AU" dirty="0" smtClean="0"/>
              <a:t>They vary in shape from thin and flat to </a:t>
            </a:r>
          </a:p>
          <a:p>
            <a:pPr marL="0" indent="0">
              <a:buNone/>
            </a:pPr>
            <a:r>
              <a:rPr lang="en-AU" dirty="0"/>
              <a:t> </a:t>
            </a:r>
            <a:r>
              <a:rPr lang="en-AU" dirty="0" smtClean="0"/>
              <a:t>  </a:t>
            </a:r>
            <a:r>
              <a:rPr lang="en-AU" dirty="0" smtClean="0"/>
              <a:t>column-shaped and cubed-shaped.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File:Simple columnar epithelium tissue.svg - Wikimedia Comm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4888" y="3300077"/>
            <a:ext cx="3492609" cy="3492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926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Connective tissue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069" y="1690688"/>
            <a:ext cx="11035862" cy="5013434"/>
          </a:xfrm>
        </p:spPr>
        <p:txBody>
          <a:bodyPr/>
          <a:lstStyle/>
          <a:p>
            <a:r>
              <a:rPr lang="en-AU" dirty="0" smtClean="0"/>
              <a:t>Provides support for th</a:t>
            </a:r>
            <a:r>
              <a:rPr lang="en-AU" dirty="0" smtClean="0"/>
              <a:t>e body </a:t>
            </a:r>
          </a:p>
          <a:p>
            <a:endParaRPr lang="en-AU" dirty="0"/>
          </a:p>
          <a:p>
            <a:r>
              <a:rPr lang="en-AU" dirty="0" smtClean="0"/>
              <a:t>The cells are not close together like they are in epithelium. They are separated from each other by large amounts of material that is not made of cells. This non-cellular material is called matrix. </a:t>
            </a:r>
          </a:p>
          <a:p>
            <a:endParaRPr lang="en-AU" dirty="0"/>
          </a:p>
          <a:p>
            <a:r>
              <a:rPr lang="en-AU" dirty="0" smtClean="0"/>
              <a:t>Connective tissue includes bone, cartilage, tendons, ligaments and fat storage tissue. Blood is often classified as a connective tissue. The matrix (non-cellular material that separates the cells in connective tissue) of blood is the liquid in which blood cells are suspended.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2" name="Picture 2" descr="Connective Tissue Types and Exampl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388" y="194599"/>
            <a:ext cx="3045908" cy="2030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594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Muscular tissue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cells of muscular tissue are often called muscle fibres. </a:t>
            </a:r>
          </a:p>
          <a:p>
            <a:endParaRPr lang="en-AU" dirty="0" smtClean="0"/>
          </a:p>
          <a:p>
            <a:r>
              <a:rPr lang="en-AU" dirty="0" smtClean="0"/>
              <a:t>They are long and thin and can contract to become shorter. </a:t>
            </a:r>
          </a:p>
          <a:p>
            <a:endParaRPr lang="en-AU" dirty="0" smtClean="0"/>
          </a:p>
          <a:p>
            <a:r>
              <a:rPr lang="en-AU" dirty="0" smtClean="0"/>
              <a:t>There are three types: </a:t>
            </a:r>
          </a:p>
          <a:p>
            <a:pPr lvl="1"/>
            <a:r>
              <a:rPr lang="en-AU" sz="2800" dirty="0" smtClean="0"/>
              <a:t>Skeletal </a:t>
            </a:r>
          </a:p>
          <a:p>
            <a:pPr lvl="1"/>
            <a:r>
              <a:rPr lang="en-AU" sz="2800" dirty="0" smtClean="0"/>
              <a:t>Smooth </a:t>
            </a:r>
          </a:p>
          <a:p>
            <a:pPr lvl="1"/>
            <a:r>
              <a:rPr lang="en-AU" sz="2800" dirty="0" smtClean="0"/>
              <a:t>Cardiac </a:t>
            </a:r>
            <a:endParaRPr lang="en-AU" sz="28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46" name="Picture 2" descr="Muscle Tissue Png - Skeletal Muscle Png, Transparent Png , Transparent Png  Image - PNGite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49" b="99349" l="13256" r="9953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841" t="4535" r="193" b="5427"/>
          <a:stretch/>
        </p:blipFill>
        <p:spPr bwMode="auto">
          <a:xfrm>
            <a:off x="7965582" y="3673365"/>
            <a:ext cx="4121915" cy="294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653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Skeletal muscle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407" y="1986144"/>
            <a:ext cx="10515600" cy="4351338"/>
          </a:xfrm>
        </p:spPr>
        <p:txBody>
          <a:bodyPr/>
          <a:lstStyle/>
          <a:p>
            <a:r>
              <a:rPr lang="en-AU" dirty="0" smtClean="0"/>
              <a:t>Makes up muscle that are attached to bones </a:t>
            </a:r>
          </a:p>
          <a:p>
            <a:endParaRPr lang="en-AU" dirty="0" smtClean="0"/>
          </a:p>
          <a:p>
            <a:r>
              <a:rPr lang="en-AU" dirty="0" smtClean="0"/>
              <a:t>These are the muscles you feel in your arms and legs </a:t>
            </a:r>
          </a:p>
          <a:p>
            <a:endParaRPr lang="en-AU" dirty="0" smtClean="0"/>
          </a:p>
          <a:p>
            <a:r>
              <a:rPr lang="en-AU" dirty="0" smtClean="0"/>
              <a:t>We have voluntary control over these muscles, so it is sometimes called a ‘voluntary muscle’. </a:t>
            </a:r>
          </a:p>
          <a:p>
            <a:endParaRPr lang="en-AU" dirty="0" smtClean="0"/>
          </a:p>
          <a:p>
            <a:r>
              <a:rPr lang="en-AU" dirty="0" smtClean="0"/>
              <a:t>Skeletal muscle fibres are seen to have stripes, or striations, across them.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577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Smooth muscle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Does not have any striations. </a:t>
            </a:r>
          </a:p>
          <a:p>
            <a:endParaRPr lang="en-AU" dirty="0" smtClean="0"/>
          </a:p>
          <a:p>
            <a:r>
              <a:rPr lang="en-AU" dirty="0" smtClean="0"/>
              <a:t>Found in the walls of the stomach and intestines</a:t>
            </a:r>
          </a:p>
          <a:p>
            <a:endParaRPr lang="en-AU" dirty="0" smtClean="0"/>
          </a:p>
          <a:p>
            <a:r>
              <a:rPr lang="en-AU" dirty="0" smtClean="0"/>
              <a:t>We cannot contract smooth muscle voluntarily, therefore it is sometimes called ‘involuntary muscle’.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5940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Cardiac muscle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Also known as heart muscle, makes up most of the heart. </a:t>
            </a:r>
          </a:p>
          <a:p>
            <a:r>
              <a:rPr lang="en-AU" dirty="0" smtClean="0"/>
              <a:t>When heart muscle contracts, it pumps the blood. </a:t>
            </a:r>
          </a:p>
          <a:p>
            <a:r>
              <a:rPr lang="en-AU" dirty="0" smtClean="0"/>
              <a:t>It cannot be controlled voluntarily.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093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479"/>
            <a:ext cx="12192000" cy="548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78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Nervous tissue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Made up of specialised nerve cells called neurons. </a:t>
            </a:r>
          </a:p>
          <a:p>
            <a:endParaRPr lang="en-AU" dirty="0" smtClean="0"/>
          </a:p>
          <a:p>
            <a:r>
              <a:rPr lang="en-AU" dirty="0" smtClean="0"/>
              <a:t>Have long projections from the body of the cell. </a:t>
            </a:r>
          </a:p>
          <a:p>
            <a:endParaRPr lang="en-AU" dirty="0" smtClean="0"/>
          </a:p>
          <a:p>
            <a:r>
              <a:rPr lang="en-AU" dirty="0" smtClean="0"/>
              <a:t>When part of a neuron is stimulated, messages can be carried along these projections from one part of the body to another. </a:t>
            </a:r>
          </a:p>
          <a:p>
            <a:endParaRPr lang="en-AU" dirty="0" smtClean="0"/>
          </a:p>
          <a:p>
            <a:r>
              <a:rPr lang="en-AU" dirty="0" smtClean="0"/>
              <a:t>Nervous tissue is found in the brain, spinal cord and the nerves.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701" y="557350"/>
            <a:ext cx="3307948" cy="21635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33545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Recall Knowledge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What type of tissue is bone?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Define tissue. </a:t>
            </a:r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What are nerve cells called?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3510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Apply Knowledge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Explain why the cells in epithelial tissue are closely packed together.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579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Homewor</a:t>
            </a:r>
            <a:r>
              <a:rPr lang="en-AU" sz="6000" b="1" dirty="0"/>
              <a:t>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Explain the differences in function between the three types of muscle tissue.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552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6000" b="1" dirty="0" smtClean="0"/>
              <a:t>Reading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Pages </a:t>
            </a:r>
            <a:r>
              <a:rPr lang="en-AU" dirty="0" smtClean="0"/>
              <a:t>43 (bottom half) - 46 (top half): Tissues </a:t>
            </a:r>
            <a:endParaRPr lang="en-AU" dirty="0" smtClean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014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582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1_Office Theme</vt:lpstr>
      <vt:lpstr>Tissues </vt:lpstr>
      <vt:lpstr>SCSA Syllabus Reference </vt:lpstr>
      <vt:lpstr>Lesson Intention </vt:lpstr>
      <vt:lpstr>Success Criteria </vt:lpstr>
      <vt:lpstr>Vocabulary </vt:lpstr>
      <vt:lpstr>Vocabulary </vt:lpstr>
      <vt:lpstr>Tissues </vt:lpstr>
      <vt:lpstr>Epithelial tissue </vt:lpstr>
      <vt:lpstr>Connective tissue </vt:lpstr>
      <vt:lpstr>Muscular tissue </vt:lpstr>
      <vt:lpstr>Skeletal muscle </vt:lpstr>
      <vt:lpstr>Smooth muscle </vt:lpstr>
      <vt:lpstr>Cardiac muscle </vt:lpstr>
      <vt:lpstr>PowerPoint Presentation</vt:lpstr>
      <vt:lpstr>Nervous tissue </vt:lpstr>
      <vt:lpstr>Recall Knowledge </vt:lpstr>
      <vt:lpstr>Apply Knowledge </vt:lpstr>
      <vt:lpstr>Homework</vt:lpstr>
      <vt:lpstr>Reading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DOOMEN Lisa [Gilmore College]</dc:creator>
  <cp:lastModifiedBy>DOOMEN Lisa [Gilmore College]</cp:lastModifiedBy>
  <cp:revision>11</cp:revision>
  <dcterms:created xsi:type="dcterms:W3CDTF">2021-12-16T00:48:44Z</dcterms:created>
  <dcterms:modified xsi:type="dcterms:W3CDTF">2022-01-18T01:16:27Z</dcterms:modified>
</cp:coreProperties>
</file>