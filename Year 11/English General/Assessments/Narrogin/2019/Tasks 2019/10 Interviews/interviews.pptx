
<file path=[Content_Types].xml><?xml version="1.0" encoding="utf-8"?>
<Types xmlns="http://schemas.openxmlformats.org/package/2006/content-types">
  <Default Extension="png" ContentType="image/png"/>
  <Default Extension="jpeg" ContentType="image/jpeg"/>
  <Default Extension="rels" ContentType="application/vnd.openxmlformats-package.relationships+xml"/>
  <Default Extension="xml" ContentType="application/xml"/>
  <Default Extension="wdp" ContentType="image/vnd.ms-photo"/>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810" r:id="rId1"/>
  </p:sldMasterIdLst>
  <p:sldIdLst>
    <p:sldId id="256" r:id="rId2"/>
    <p:sldId id="257" r:id="rId3"/>
    <p:sldId id="258" r:id="rId4"/>
    <p:sldId id="259" r:id="rId5"/>
    <p:sldId id="260" r:id="rId6"/>
    <p:sldId id="263" r:id="rId7"/>
    <p:sldId id="261" r:id="rId8"/>
    <p:sldId id="262" r:id="rId9"/>
    <p:sldId id="264" r:id="rId10"/>
    <p:sldId id="265" r:id="rId11"/>
    <p:sldId id="266" r:id="rId12"/>
    <p:sldId id="267" r:id="rId13"/>
    <p:sldId id="268" r:id="rId14"/>
    <p:sldId id="269" r:id="rId15"/>
    <p:sldId id="271" r:id="rId16"/>
    <p:sldId id="270" r:id="rId17"/>
    <p:sldId id="272" r:id="rId18"/>
    <p:sldId id="273" r:id="rId19"/>
    <p:sldId id="274" r:id="rId20"/>
    <p:sldId id="275" r:id="rId21"/>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snapToGrid="0">
      <p:cViewPr varScale="1">
        <p:scale>
          <a:sx n="86" d="100"/>
          <a:sy n="86" d="100"/>
        </p:scale>
        <p:origin x="708" y="90"/>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tableStyles" Target="tableStyle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theme" Target="theme/theme1.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viewProps" Target="viewProps.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presProps" Target="presProps.xml"/></Relationships>
</file>

<file path=ppt/slideLayouts/_rels/slideLayout1.xml.rels><?xml version="1.0" encoding="UTF-8" standalone="yes"?>
<Relationships xmlns="http://schemas.openxmlformats.org/package/2006/relationships"><Relationship Id="rId3" Type="http://schemas.microsoft.com/office/2007/relationships/hdphoto" Target="../media/hdphoto2.wdp"/><Relationship Id="rId2" Type="http://schemas.openxmlformats.org/officeDocument/2006/relationships/image" Target="../media/image4.png"/><Relationship Id="rId1" Type="http://schemas.openxmlformats.org/officeDocument/2006/relationships/slideMaster" Target="../slideMasters/slideMaster1.xml"/><Relationship Id="rId5" Type="http://schemas.microsoft.com/office/2007/relationships/hdphoto" Target="../media/hdphoto1.wdp"/><Relationship Id="rId4" Type="http://schemas.openxmlformats.org/officeDocument/2006/relationships/image" Target="../media/image3.png"/></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3" Type="http://schemas.microsoft.com/office/2007/relationships/hdphoto" Target="../media/hdphoto2.wdp"/><Relationship Id="rId2" Type="http://schemas.openxmlformats.org/officeDocument/2006/relationships/image" Target="../media/image4.png"/><Relationship Id="rId1" Type="http://schemas.openxmlformats.org/officeDocument/2006/relationships/slideMaster" Target="../slideMasters/slideMaster1.xml"/><Relationship Id="rId5" Type="http://schemas.microsoft.com/office/2007/relationships/hdphoto" Target="../media/hdphoto1.wdp"/><Relationship Id="rId4" Type="http://schemas.openxmlformats.org/officeDocument/2006/relationships/image" Target="../media/image3.png"/></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3" Type="http://schemas.microsoft.com/office/2007/relationships/hdphoto" Target="../media/hdphoto2.wdp"/><Relationship Id="rId2" Type="http://schemas.openxmlformats.org/officeDocument/2006/relationships/image" Target="../media/image4.png"/><Relationship Id="rId1" Type="http://schemas.openxmlformats.org/officeDocument/2006/relationships/slideMaster" Target="../slideMasters/slideMaster1.xml"/><Relationship Id="rId5" Type="http://schemas.microsoft.com/office/2007/relationships/hdphoto" Target="../media/hdphoto1.wdp"/><Relationship Id="rId4" Type="http://schemas.openxmlformats.org/officeDocument/2006/relationships/image" Target="../media/image2.png"/></Relationships>
</file>

<file path=ppt/slideLayouts/_rels/slideLayout9.xml.rels><?xml version="1.0" encoding="UTF-8" standalone="yes"?>
<Relationships xmlns="http://schemas.openxmlformats.org/package/2006/relationships"><Relationship Id="rId3" Type="http://schemas.microsoft.com/office/2007/relationships/hdphoto" Target="../media/hdphoto2.wdp"/><Relationship Id="rId2" Type="http://schemas.openxmlformats.org/officeDocument/2006/relationships/image" Target="../media/image4.png"/><Relationship Id="rId1" Type="http://schemas.openxmlformats.org/officeDocument/2006/relationships/slideMaster" Target="../slideMasters/slideMaster1.xml"/><Relationship Id="rId5" Type="http://schemas.microsoft.com/office/2007/relationships/hdphoto" Target="../media/hdphoto1.wdp"/><Relationship Id="rId4" Type="http://schemas.openxmlformats.org/officeDocument/2006/relationships/image" Target="../media/image2.png"/></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Title Slide">
    <p:spTree>
      <p:nvGrpSpPr>
        <p:cNvPr id="1" name=""/>
        <p:cNvGrpSpPr/>
        <p:nvPr/>
      </p:nvGrpSpPr>
      <p:grpSpPr>
        <a:xfrm>
          <a:off x="0" y="0"/>
          <a:ext cx="0" cy="0"/>
          <a:chOff x="0" y="0"/>
          <a:chExt cx="0" cy="0"/>
        </a:xfrm>
      </p:grpSpPr>
      <p:sp>
        <p:nvSpPr>
          <p:cNvPr id="7" name="Rectangle 6"/>
          <p:cNvSpPr/>
          <p:nvPr/>
        </p:nvSpPr>
        <p:spPr>
          <a:xfrm>
            <a:off x="920834" y="1346946"/>
            <a:ext cx="10222992" cy="80683"/>
          </a:xfrm>
          <a:prstGeom prst="rect">
            <a:avLst/>
          </a:prstGeom>
          <a:blipFill dpi="0" rotWithShape="1">
            <a:blip r:embed="rId2">
              <a:alphaModFix amt="85000"/>
              <a:lum bright="70000" contrast="-70000"/>
              <a:extLst>
                <a:ext uri="{BEBA8EAE-BF5A-486C-A8C5-ECC9F3942E4B}">
                  <a14:imgProps xmlns:a14="http://schemas.microsoft.com/office/drawing/2010/main">
                    <a14:imgLayer r:embed="rId3">
                      <a14:imgEffect>
                        <a14:sharpenSoften amount="61000"/>
                      </a14:imgEffect>
                    </a14:imgLayer>
                  </a14:imgProps>
                </a:ext>
                <a:ext uri="{28A0092B-C50C-407E-A947-70E740481C1C}">
                  <a14:useLocalDpi xmlns:a14="http://schemas.microsoft.com/office/drawing/2010/main" val="0"/>
                </a:ext>
              </a:extLst>
            </a:blip>
            <a:srcRect/>
            <a:tile tx="0" ty="-762000" sx="92000" sy="89000" flip="xy" algn="ctr"/>
          </a:blipFill>
          <a:ln>
            <a:noFill/>
          </a:ln>
        </p:spPr>
        <p:style>
          <a:lnRef idx="2">
            <a:schemeClr val="accent1">
              <a:shade val="50000"/>
            </a:schemeClr>
          </a:lnRef>
          <a:fillRef idx="1">
            <a:schemeClr val="accent1"/>
          </a:fillRef>
          <a:effectRef idx="0">
            <a:schemeClr val="accent1"/>
          </a:effectRef>
          <a:fontRef idx="minor">
            <a:schemeClr val="lt1"/>
          </a:fontRef>
        </p:style>
      </p:sp>
      <p:sp>
        <p:nvSpPr>
          <p:cNvPr id="8" name="Rectangle 7"/>
          <p:cNvSpPr/>
          <p:nvPr/>
        </p:nvSpPr>
        <p:spPr>
          <a:xfrm>
            <a:off x="920834" y="4299696"/>
            <a:ext cx="10222992" cy="80683"/>
          </a:xfrm>
          <a:prstGeom prst="rect">
            <a:avLst/>
          </a:prstGeom>
          <a:blipFill dpi="0" rotWithShape="1">
            <a:blip r:embed="rId2">
              <a:alphaModFix amt="85000"/>
              <a:lum bright="70000" contrast="-70000"/>
              <a:extLst>
                <a:ext uri="{BEBA8EAE-BF5A-486C-A8C5-ECC9F3942E4B}">
                  <a14:imgProps xmlns:a14="http://schemas.microsoft.com/office/drawing/2010/main">
                    <a14:imgLayer r:embed="rId3">
                      <a14:imgEffect>
                        <a14:sharpenSoften amount="61000"/>
                      </a14:imgEffect>
                    </a14:imgLayer>
                  </a14:imgProps>
                </a:ext>
                <a:ext uri="{28A0092B-C50C-407E-A947-70E740481C1C}">
                  <a14:useLocalDpi xmlns:a14="http://schemas.microsoft.com/office/drawing/2010/main" val="0"/>
                </a:ext>
              </a:extLst>
            </a:blip>
            <a:srcRect/>
            <a:tile tx="0" ty="-717550" sx="92000" sy="89000" flip="xy" algn="ctr"/>
          </a:blipFill>
          <a:ln>
            <a:noFill/>
          </a:ln>
        </p:spPr>
        <p:style>
          <a:lnRef idx="2">
            <a:schemeClr val="accent1">
              <a:shade val="50000"/>
            </a:schemeClr>
          </a:lnRef>
          <a:fillRef idx="1">
            <a:schemeClr val="accent1"/>
          </a:fillRef>
          <a:effectRef idx="0">
            <a:schemeClr val="accent1"/>
          </a:effectRef>
          <a:fontRef idx="minor">
            <a:schemeClr val="lt1"/>
          </a:fontRef>
        </p:style>
      </p:sp>
      <p:sp>
        <p:nvSpPr>
          <p:cNvPr id="9" name="Rectangle 8"/>
          <p:cNvSpPr/>
          <p:nvPr/>
        </p:nvSpPr>
        <p:spPr>
          <a:xfrm>
            <a:off x="920834" y="1484779"/>
            <a:ext cx="10222992" cy="2743200"/>
          </a:xfrm>
          <a:prstGeom prst="rect">
            <a:avLst/>
          </a:prstGeom>
          <a:blipFill dpi="0" rotWithShape="1">
            <a:blip r:embed="rId2">
              <a:alphaModFix amt="85000"/>
              <a:lum bright="70000" contrast="-70000"/>
              <a:extLst>
                <a:ext uri="{BEBA8EAE-BF5A-486C-A8C5-ECC9F3942E4B}">
                  <a14:imgProps xmlns:a14="http://schemas.microsoft.com/office/drawing/2010/main">
                    <a14:imgLayer r:embed="rId3">
                      <a14:imgEffect>
                        <a14:sharpenSoften amount="61000"/>
                      </a14:imgEffect>
                    </a14:imgLayer>
                  </a14:imgProps>
                </a:ext>
                <a:ext uri="{28A0092B-C50C-407E-A947-70E740481C1C}">
                  <a14:useLocalDpi xmlns:a14="http://schemas.microsoft.com/office/drawing/2010/main" val="0"/>
                </a:ext>
              </a:extLst>
            </a:blip>
            <a:srcRect/>
            <a:tile tx="0" ty="-704850" sx="92000" sy="89000" flip="xy" algn="ctr"/>
          </a:blipFill>
          <a:ln>
            <a:noFill/>
          </a:ln>
        </p:spPr>
        <p:style>
          <a:lnRef idx="2">
            <a:schemeClr val="accent1">
              <a:shade val="50000"/>
            </a:schemeClr>
          </a:lnRef>
          <a:fillRef idx="1">
            <a:schemeClr val="accent1"/>
          </a:fillRef>
          <a:effectRef idx="0">
            <a:schemeClr val="accent1"/>
          </a:effectRef>
          <a:fontRef idx="minor">
            <a:schemeClr val="lt1"/>
          </a:fontRef>
        </p:style>
      </p:sp>
      <p:grpSp>
        <p:nvGrpSpPr>
          <p:cNvPr id="10" name="Group 9"/>
          <p:cNvGrpSpPr/>
          <p:nvPr/>
        </p:nvGrpSpPr>
        <p:grpSpPr>
          <a:xfrm>
            <a:off x="9649215" y="4068923"/>
            <a:ext cx="1080904" cy="1080902"/>
            <a:chOff x="9685338" y="4460675"/>
            <a:chExt cx="1080904" cy="1080902"/>
          </a:xfrm>
        </p:grpSpPr>
        <p:sp>
          <p:nvSpPr>
            <p:cNvPr id="11" name="Oval 10"/>
            <p:cNvSpPr/>
            <p:nvPr/>
          </p:nvSpPr>
          <p:spPr>
            <a:xfrm>
              <a:off x="9685338" y="4460675"/>
              <a:ext cx="1080904" cy="1080902"/>
            </a:xfrm>
            <a:prstGeom prst="ellipse">
              <a:avLst/>
            </a:prstGeom>
            <a:blipFill dpi="0" rotWithShape="1">
              <a:blip r:embed="rId4">
                <a:duotone>
                  <a:schemeClr val="accent1">
                    <a:shade val="45000"/>
                    <a:satMod val="135000"/>
                  </a:schemeClr>
                  <a:prstClr val="white"/>
                </a:duotone>
                <a:extLst>
                  <a:ext uri="{BEBA8EAE-BF5A-486C-A8C5-ECC9F3942E4B}">
                    <a14:imgProps xmlns:a14="http://schemas.microsoft.com/office/drawing/2010/main">
                      <a14:imgLayer r:embed="rId5">
                        <a14:imgEffect>
                          <a14:saturation sat="95000"/>
                        </a14:imgEffect>
                      </a14:imgLayer>
                    </a14:imgProps>
                  </a:ext>
                </a:extLst>
              </a:blip>
              <a:srcRect/>
              <a:tile tx="0" ty="0" sx="85000" sy="85000" flip="none" algn="tl"/>
            </a:blipFill>
            <a:ln w="25400" cap="flat" cmpd="sng" algn="ctr">
              <a:noFill/>
              <a:prstDash val="solid"/>
            </a:ln>
            <a:effectLst/>
          </p:spPr>
        </p:sp>
        <p:sp>
          <p:nvSpPr>
            <p:cNvPr id="12" name="Oval 11"/>
            <p:cNvSpPr/>
            <p:nvPr/>
          </p:nvSpPr>
          <p:spPr>
            <a:xfrm>
              <a:off x="9793429" y="4568765"/>
              <a:ext cx="864723" cy="864722"/>
            </a:xfrm>
            <a:prstGeom prst="ellipse">
              <a:avLst/>
            </a:prstGeom>
            <a:noFill/>
            <a:ln w="25400" cap="flat" cmpd="sng" algn="ctr">
              <a:solidFill>
                <a:sysClr val="window" lastClr="FFFFFF"/>
              </a:solidFill>
              <a:prstDash val="solid"/>
            </a:ln>
            <a:effectLst/>
          </p:spPr>
        </p:sp>
      </p:grpSp>
      <p:sp>
        <p:nvSpPr>
          <p:cNvPr id="2" name="Title 1"/>
          <p:cNvSpPr>
            <a:spLocks noGrp="1"/>
          </p:cNvSpPr>
          <p:nvPr>
            <p:ph type="ctrTitle"/>
          </p:nvPr>
        </p:nvSpPr>
        <p:spPr>
          <a:xfrm>
            <a:off x="1051560" y="1432223"/>
            <a:ext cx="9966960" cy="3035808"/>
          </a:xfrm>
        </p:spPr>
        <p:txBody>
          <a:bodyPr anchor="ctr">
            <a:noAutofit/>
          </a:bodyPr>
          <a:lstStyle>
            <a:lvl1pPr algn="l">
              <a:lnSpc>
                <a:spcPct val="80000"/>
              </a:lnSpc>
              <a:defRPr sz="9600" cap="all" baseline="0">
                <a:blipFill dpi="0" rotWithShape="1">
                  <a:blip r:embed="rId4"/>
                  <a:srcRect/>
                  <a:tile tx="6350" ty="-127000" sx="65000" sy="64000" flip="none" algn="tl"/>
                </a:blipFill>
              </a:defRPr>
            </a:lvl1pPr>
          </a:lstStyle>
          <a:p>
            <a:r>
              <a:rPr lang="en-US" smtClean="0"/>
              <a:t>Click to edit Master title style</a:t>
            </a:r>
            <a:endParaRPr lang="en-US" dirty="0"/>
          </a:p>
        </p:txBody>
      </p:sp>
      <p:sp>
        <p:nvSpPr>
          <p:cNvPr id="3" name="Subtitle 2"/>
          <p:cNvSpPr>
            <a:spLocks noGrp="1"/>
          </p:cNvSpPr>
          <p:nvPr>
            <p:ph type="subTitle" idx="1"/>
          </p:nvPr>
        </p:nvSpPr>
        <p:spPr>
          <a:xfrm>
            <a:off x="1069848" y="4389120"/>
            <a:ext cx="7891272" cy="1069848"/>
          </a:xfrm>
        </p:spPr>
        <p:txBody>
          <a:bodyPr>
            <a:normAutofit/>
          </a:bodyPr>
          <a:lstStyle>
            <a:lvl1pPr marL="0" indent="0" algn="l">
              <a:buNone/>
              <a:defRPr sz="2200">
                <a:solidFill>
                  <a:schemeClr val="tx1"/>
                </a:solidFill>
              </a:defRPr>
            </a:lvl1pPr>
            <a:lvl2pPr marL="457200" indent="0" algn="ctr">
              <a:buNone/>
              <a:defRPr sz="2200"/>
            </a:lvl2pPr>
            <a:lvl3pPr marL="914400" indent="0" algn="ctr">
              <a:buNone/>
              <a:defRPr sz="2200"/>
            </a:lvl3pPr>
            <a:lvl4pPr marL="1371600" indent="0" algn="ctr">
              <a:buNone/>
              <a:defRPr sz="2000"/>
            </a:lvl4pPr>
            <a:lvl5pPr marL="1828800" indent="0" algn="ctr">
              <a:buNone/>
              <a:defRPr sz="2000"/>
            </a:lvl5pPr>
            <a:lvl6pPr marL="2286000" indent="0" algn="ctr">
              <a:buNone/>
              <a:defRPr sz="2000"/>
            </a:lvl6pPr>
            <a:lvl7pPr marL="2743200" indent="0" algn="ctr">
              <a:buNone/>
              <a:defRPr sz="2000"/>
            </a:lvl7pPr>
            <a:lvl8pPr marL="3200400" indent="0" algn="ctr">
              <a:buNone/>
              <a:defRPr sz="2000"/>
            </a:lvl8pPr>
            <a:lvl9pPr marL="3657600" indent="0" algn="ctr">
              <a:buNone/>
              <a:defRPr sz="2000"/>
            </a:lvl9pPr>
          </a:lstStyle>
          <a:p>
            <a:r>
              <a:rPr lang="en-US" smtClean="0"/>
              <a:t>Click to edit Master subtitle style</a:t>
            </a:r>
            <a:endParaRPr lang="en-US" dirty="0"/>
          </a:p>
        </p:txBody>
      </p:sp>
      <p:sp>
        <p:nvSpPr>
          <p:cNvPr id="4" name="Date Placeholder 3"/>
          <p:cNvSpPr>
            <a:spLocks noGrp="1"/>
          </p:cNvSpPr>
          <p:nvPr>
            <p:ph type="dt" sz="half" idx="10"/>
          </p:nvPr>
        </p:nvSpPr>
        <p:spPr/>
        <p:txBody>
          <a:bodyPr/>
          <a:lstStyle/>
          <a:p>
            <a:fld id="{8028E266-A743-424C-99B9-C5C0466F0783}" type="datetimeFigureOut">
              <a:rPr lang="en-AU" smtClean="0"/>
              <a:t>19/08/2019</a:t>
            </a:fld>
            <a:endParaRPr lang="en-AU"/>
          </a:p>
        </p:txBody>
      </p:sp>
      <p:sp>
        <p:nvSpPr>
          <p:cNvPr id="5" name="Footer Placeholder 4"/>
          <p:cNvSpPr>
            <a:spLocks noGrp="1"/>
          </p:cNvSpPr>
          <p:nvPr>
            <p:ph type="ftr" sz="quarter" idx="11"/>
          </p:nvPr>
        </p:nvSpPr>
        <p:spPr/>
        <p:txBody>
          <a:bodyPr/>
          <a:lstStyle/>
          <a:p>
            <a:endParaRPr lang="en-AU"/>
          </a:p>
        </p:txBody>
      </p:sp>
      <p:sp>
        <p:nvSpPr>
          <p:cNvPr id="6" name="Slide Number Placeholder 5"/>
          <p:cNvSpPr>
            <a:spLocks noGrp="1"/>
          </p:cNvSpPr>
          <p:nvPr>
            <p:ph type="sldNum" sz="quarter" idx="12"/>
          </p:nvPr>
        </p:nvSpPr>
        <p:spPr>
          <a:xfrm>
            <a:off x="9592733" y="4289334"/>
            <a:ext cx="1193868" cy="640080"/>
          </a:xfrm>
        </p:spPr>
        <p:txBody>
          <a:bodyPr/>
          <a:lstStyle>
            <a:lvl1pPr>
              <a:defRPr sz="2800"/>
            </a:lvl1pPr>
          </a:lstStyle>
          <a:p>
            <a:fld id="{7AA4E1D9-0434-4240-8DB7-30AB8902C1B3}" type="slidenum">
              <a:rPr lang="en-AU" smtClean="0"/>
              <a:t>‹#›</a:t>
            </a:fld>
            <a:endParaRPr lang="en-AU"/>
          </a:p>
        </p:txBody>
      </p:sp>
    </p:spTree>
    <p:extLst>
      <p:ext uri="{BB962C8B-B14F-4D97-AF65-F5344CB8AC3E}">
        <p14:creationId xmlns:p14="http://schemas.microsoft.com/office/powerpoint/2010/main" val="3664228065"/>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dirty="0"/>
          </a:p>
        </p:txBody>
      </p:sp>
      <p:sp>
        <p:nvSpPr>
          <p:cNvPr id="3" name="Content Placeholder 2"/>
          <p:cNvSpPr>
            <a:spLocks noGrp="1"/>
          </p:cNvSpPr>
          <p:nvPr>
            <p:ph idx="1"/>
          </p:nvPr>
        </p:nvSpPr>
        <p:spPr/>
        <p:txBody>
          <a:body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4" name="Date Placeholder 3"/>
          <p:cNvSpPr>
            <a:spLocks noGrp="1"/>
          </p:cNvSpPr>
          <p:nvPr>
            <p:ph type="dt" sz="half" idx="10"/>
          </p:nvPr>
        </p:nvSpPr>
        <p:spPr/>
        <p:txBody>
          <a:bodyPr/>
          <a:lstStyle/>
          <a:p>
            <a:fld id="{8028E266-A743-424C-99B9-C5C0466F0783}" type="datetimeFigureOut">
              <a:rPr lang="en-AU" smtClean="0"/>
              <a:t>19/08/2019</a:t>
            </a:fld>
            <a:endParaRPr lang="en-AU"/>
          </a:p>
        </p:txBody>
      </p:sp>
      <p:sp>
        <p:nvSpPr>
          <p:cNvPr id="5" name="Footer Placeholder 4"/>
          <p:cNvSpPr>
            <a:spLocks noGrp="1"/>
          </p:cNvSpPr>
          <p:nvPr>
            <p:ph type="ftr" sz="quarter" idx="11"/>
          </p:nvPr>
        </p:nvSpPr>
        <p:spPr/>
        <p:txBody>
          <a:bodyPr/>
          <a:lstStyle/>
          <a:p>
            <a:endParaRPr lang="en-AU"/>
          </a:p>
        </p:txBody>
      </p:sp>
      <p:sp>
        <p:nvSpPr>
          <p:cNvPr id="6" name="Slide Number Placeholder 5"/>
          <p:cNvSpPr>
            <a:spLocks noGrp="1"/>
          </p:cNvSpPr>
          <p:nvPr>
            <p:ph type="sldNum" sz="quarter" idx="12"/>
          </p:nvPr>
        </p:nvSpPr>
        <p:spPr/>
        <p:txBody>
          <a:bodyPr/>
          <a:lstStyle/>
          <a:p>
            <a:fld id="{7AA4E1D9-0434-4240-8DB7-30AB8902C1B3}" type="slidenum">
              <a:rPr lang="en-AU" smtClean="0"/>
              <a:t>‹#›</a:t>
            </a:fld>
            <a:endParaRPr lang="en-AU"/>
          </a:p>
        </p:txBody>
      </p:sp>
    </p:spTree>
    <p:extLst>
      <p:ext uri="{BB962C8B-B14F-4D97-AF65-F5344CB8AC3E}">
        <p14:creationId xmlns:p14="http://schemas.microsoft.com/office/powerpoint/2010/main" val="314518785"/>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showMasterSp="0" type="secHead" preserve="1">
  <p:cSld name="Section Header">
    <p:spTree>
      <p:nvGrpSpPr>
        <p:cNvPr id="1" name=""/>
        <p:cNvGrpSpPr/>
        <p:nvPr/>
      </p:nvGrpSpPr>
      <p:grpSpPr>
        <a:xfrm>
          <a:off x="0" y="0"/>
          <a:ext cx="0" cy="0"/>
          <a:chOff x="0" y="0"/>
          <a:chExt cx="0" cy="0"/>
        </a:xfrm>
      </p:grpSpPr>
      <p:sp>
        <p:nvSpPr>
          <p:cNvPr id="7" name="Rectangle 6"/>
          <p:cNvSpPr/>
          <p:nvPr/>
        </p:nvSpPr>
        <p:spPr>
          <a:xfrm>
            <a:off x="0" y="4917989"/>
            <a:ext cx="12192000" cy="1940010"/>
          </a:xfrm>
          <a:prstGeom prst="rect">
            <a:avLst/>
          </a:prstGeom>
          <a:blipFill dpi="0" rotWithShape="1">
            <a:blip r:embed="rId2">
              <a:alphaModFix amt="85000"/>
              <a:lum bright="70000" contrast="-70000"/>
              <a:extLst>
                <a:ext uri="{BEBA8EAE-BF5A-486C-A8C5-ECC9F3942E4B}">
                  <a14:imgProps xmlns:a14="http://schemas.microsoft.com/office/drawing/2010/main">
                    <a14:imgLayer r:embed="rId3">
                      <a14:imgEffect>
                        <a14:sharpenSoften amount="61000"/>
                      </a14:imgEffect>
                    </a14:imgLayer>
                  </a14:imgProps>
                </a:ext>
                <a:ext uri="{28A0092B-C50C-407E-A947-70E740481C1C}">
                  <a14:useLocalDpi xmlns:a14="http://schemas.microsoft.com/office/drawing/2010/main" val="0"/>
                </a:ext>
              </a:extLst>
            </a:blip>
            <a:srcRect/>
            <a:tile tx="0" ty="-704850" sx="92000" sy="89000" flip="xy" algn="ctr"/>
          </a:blip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title"/>
          </p:nvPr>
        </p:nvSpPr>
        <p:spPr>
          <a:xfrm>
            <a:off x="2167128" y="1225296"/>
            <a:ext cx="9281160" cy="3520440"/>
          </a:xfrm>
        </p:spPr>
        <p:txBody>
          <a:bodyPr anchor="ctr">
            <a:normAutofit/>
          </a:bodyPr>
          <a:lstStyle>
            <a:lvl1pPr>
              <a:lnSpc>
                <a:spcPct val="80000"/>
              </a:lnSpc>
              <a:defRPr sz="8000" b="0"/>
            </a:lvl1pPr>
          </a:lstStyle>
          <a:p>
            <a:r>
              <a:rPr lang="en-US" smtClean="0"/>
              <a:t>Click to edit Master title style</a:t>
            </a:r>
            <a:endParaRPr lang="en-US" dirty="0"/>
          </a:p>
        </p:txBody>
      </p:sp>
      <p:sp>
        <p:nvSpPr>
          <p:cNvPr id="3" name="Text Placeholder 2"/>
          <p:cNvSpPr>
            <a:spLocks noGrp="1"/>
          </p:cNvSpPr>
          <p:nvPr>
            <p:ph type="body" idx="1"/>
          </p:nvPr>
        </p:nvSpPr>
        <p:spPr>
          <a:xfrm>
            <a:off x="2165774" y="5020056"/>
            <a:ext cx="9052560" cy="1066800"/>
          </a:xfrm>
        </p:spPr>
        <p:txBody>
          <a:bodyPr anchor="t">
            <a:normAutofit/>
          </a:bodyPr>
          <a:lstStyle>
            <a:lvl1pPr marL="0" indent="0">
              <a:buNone/>
              <a:defRPr sz="2000">
                <a:solidFill>
                  <a:schemeClr val="tx1"/>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Edit Master text styles</a:t>
            </a:r>
          </a:p>
        </p:txBody>
      </p:sp>
      <p:sp>
        <p:nvSpPr>
          <p:cNvPr id="4" name="Date Placeholder 3"/>
          <p:cNvSpPr>
            <a:spLocks noGrp="1"/>
          </p:cNvSpPr>
          <p:nvPr>
            <p:ph type="dt" sz="half" idx="10"/>
          </p:nvPr>
        </p:nvSpPr>
        <p:spPr>
          <a:xfrm>
            <a:off x="8593667" y="6272784"/>
            <a:ext cx="2644309" cy="365125"/>
          </a:xfrm>
        </p:spPr>
        <p:txBody>
          <a:bodyPr/>
          <a:lstStyle/>
          <a:p>
            <a:fld id="{8028E266-A743-424C-99B9-C5C0466F0783}" type="datetimeFigureOut">
              <a:rPr lang="en-AU" smtClean="0"/>
              <a:t>19/08/2019</a:t>
            </a:fld>
            <a:endParaRPr lang="en-AU"/>
          </a:p>
        </p:txBody>
      </p:sp>
      <p:sp>
        <p:nvSpPr>
          <p:cNvPr id="5" name="Footer Placeholder 4"/>
          <p:cNvSpPr>
            <a:spLocks noGrp="1"/>
          </p:cNvSpPr>
          <p:nvPr>
            <p:ph type="ftr" sz="quarter" idx="11"/>
          </p:nvPr>
        </p:nvSpPr>
        <p:spPr>
          <a:xfrm>
            <a:off x="2182708" y="6272784"/>
            <a:ext cx="6327648" cy="365125"/>
          </a:xfrm>
        </p:spPr>
        <p:txBody>
          <a:bodyPr/>
          <a:lstStyle/>
          <a:p>
            <a:endParaRPr lang="en-AU"/>
          </a:p>
        </p:txBody>
      </p:sp>
      <p:grpSp>
        <p:nvGrpSpPr>
          <p:cNvPr id="8" name="Group 7"/>
          <p:cNvGrpSpPr/>
          <p:nvPr/>
        </p:nvGrpSpPr>
        <p:grpSpPr>
          <a:xfrm>
            <a:off x="897399" y="2325848"/>
            <a:ext cx="1080904" cy="1080902"/>
            <a:chOff x="9685338" y="4460675"/>
            <a:chExt cx="1080904" cy="1080902"/>
          </a:xfrm>
        </p:grpSpPr>
        <p:sp>
          <p:nvSpPr>
            <p:cNvPr id="9" name="Oval 8"/>
            <p:cNvSpPr/>
            <p:nvPr/>
          </p:nvSpPr>
          <p:spPr>
            <a:xfrm>
              <a:off x="9685338" y="4460675"/>
              <a:ext cx="1080904" cy="1080902"/>
            </a:xfrm>
            <a:prstGeom prst="ellipse">
              <a:avLst/>
            </a:prstGeom>
            <a:blipFill dpi="0" rotWithShape="1">
              <a:blip r:embed="rId4">
                <a:duotone>
                  <a:schemeClr val="accent1">
                    <a:shade val="45000"/>
                    <a:satMod val="135000"/>
                  </a:schemeClr>
                  <a:prstClr val="white"/>
                </a:duotone>
                <a:extLst>
                  <a:ext uri="{BEBA8EAE-BF5A-486C-A8C5-ECC9F3942E4B}">
                    <a14:imgProps xmlns:a14="http://schemas.microsoft.com/office/drawing/2010/main">
                      <a14:imgLayer r:embed="rId5">
                        <a14:imgEffect>
                          <a14:saturation sat="95000"/>
                        </a14:imgEffect>
                      </a14:imgLayer>
                    </a14:imgProps>
                  </a:ext>
                </a:extLst>
              </a:blip>
              <a:srcRect/>
              <a:tile tx="0" ty="0" sx="85000" sy="85000" flip="none" algn="tl"/>
            </a:blipFill>
            <a:ln w="25400" cap="flat" cmpd="sng" algn="ctr">
              <a:noFill/>
              <a:prstDash val="solid"/>
            </a:ln>
            <a:effectLst/>
          </p:spPr>
        </p:sp>
        <p:sp>
          <p:nvSpPr>
            <p:cNvPr id="10" name="Oval 9"/>
            <p:cNvSpPr/>
            <p:nvPr/>
          </p:nvSpPr>
          <p:spPr>
            <a:xfrm>
              <a:off x="9793429" y="4568765"/>
              <a:ext cx="864723" cy="864722"/>
            </a:xfrm>
            <a:prstGeom prst="ellipse">
              <a:avLst/>
            </a:prstGeom>
            <a:noFill/>
            <a:ln w="25400" cap="flat" cmpd="sng" algn="ctr">
              <a:solidFill>
                <a:sysClr val="window" lastClr="FFFFFF"/>
              </a:solidFill>
              <a:prstDash val="solid"/>
            </a:ln>
            <a:effectLst/>
          </p:spPr>
        </p:sp>
      </p:grpSp>
      <p:sp>
        <p:nvSpPr>
          <p:cNvPr id="6" name="Slide Number Placeholder 5"/>
          <p:cNvSpPr>
            <a:spLocks noGrp="1"/>
          </p:cNvSpPr>
          <p:nvPr>
            <p:ph type="sldNum" sz="quarter" idx="12"/>
          </p:nvPr>
        </p:nvSpPr>
        <p:spPr>
          <a:xfrm>
            <a:off x="843702" y="2506133"/>
            <a:ext cx="1188298" cy="720332"/>
          </a:xfrm>
        </p:spPr>
        <p:txBody>
          <a:bodyPr/>
          <a:lstStyle>
            <a:lvl1pPr>
              <a:defRPr sz="2800"/>
            </a:lvl1pPr>
          </a:lstStyle>
          <a:p>
            <a:fld id="{7AA4E1D9-0434-4240-8DB7-30AB8902C1B3}" type="slidenum">
              <a:rPr lang="en-AU" smtClean="0"/>
              <a:t>‹#›</a:t>
            </a:fld>
            <a:endParaRPr lang="en-AU"/>
          </a:p>
        </p:txBody>
      </p:sp>
    </p:spTree>
    <p:extLst>
      <p:ext uri="{BB962C8B-B14F-4D97-AF65-F5344CB8AC3E}">
        <p14:creationId xmlns:p14="http://schemas.microsoft.com/office/powerpoint/2010/main" val="609788337"/>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dirty="0"/>
          </a:p>
        </p:txBody>
      </p:sp>
      <p:sp>
        <p:nvSpPr>
          <p:cNvPr id="3" name="Content Placeholder 2"/>
          <p:cNvSpPr>
            <a:spLocks noGrp="1"/>
          </p:cNvSpPr>
          <p:nvPr>
            <p:ph sz="half" idx="1"/>
          </p:nvPr>
        </p:nvSpPr>
        <p:spPr>
          <a:xfrm>
            <a:off x="1069848" y="2194560"/>
            <a:ext cx="4754880" cy="3977640"/>
          </a:xfrm>
        </p:spPr>
        <p:txBody>
          <a:bodyPr/>
          <a:lstStyle>
            <a:lvl1pPr>
              <a:defRPr sz="2000"/>
            </a:lvl1pPr>
            <a:lvl2pPr>
              <a:defRPr sz="1800"/>
            </a:lvl2pPr>
            <a:lvl3pPr>
              <a:defRPr sz="1600"/>
            </a:lvl3pPr>
            <a:lvl4pPr>
              <a:defRPr sz="1600"/>
            </a:lvl4pPr>
            <a:lvl5pPr>
              <a:defRPr sz="1600"/>
            </a:lvl5pPr>
            <a:lvl6pPr>
              <a:defRPr sz="1600"/>
            </a:lvl6pPr>
            <a:lvl7pPr>
              <a:defRPr sz="1600"/>
            </a:lvl7pPr>
            <a:lvl8pPr>
              <a:defRPr sz="1600"/>
            </a:lvl8pPr>
            <a:lvl9pPr>
              <a:defRPr sz="1600"/>
            </a:lvl9p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4" name="Content Placeholder 3"/>
          <p:cNvSpPr>
            <a:spLocks noGrp="1"/>
          </p:cNvSpPr>
          <p:nvPr>
            <p:ph sz="half" idx="2"/>
          </p:nvPr>
        </p:nvSpPr>
        <p:spPr>
          <a:xfrm>
            <a:off x="6364224" y="2194560"/>
            <a:ext cx="4754880" cy="3977640"/>
          </a:xfrm>
        </p:spPr>
        <p:txBody>
          <a:bodyPr/>
          <a:lstStyle>
            <a:lvl1pPr>
              <a:defRPr sz="2000"/>
            </a:lvl1pPr>
            <a:lvl2pPr>
              <a:defRPr sz="1800"/>
            </a:lvl2pPr>
            <a:lvl3pPr>
              <a:defRPr sz="1600"/>
            </a:lvl3pPr>
            <a:lvl4pPr>
              <a:defRPr sz="1600"/>
            </a:lvl4pPr>
            <a:lvl5pPr>
              <a:defRPr sz="1600"/>
            </a:lvl5pPr>
            <a:lvl6pPr>
              <a:defRPr sz="1600"/>
            </a:lvl6pPr>
            <a:lvl7pPr>
              <a:defRPr sz="1600"/>
            </a:lvl7pPr>
            <a:lvl8pPr>
              <a:defRPr sz="1600"/>
            </a:lvl8pPr>
            <a:lvl9pPr>
              <a:defRPr sz="1600"/>
            </a:lvl9p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5" name="Date Placeholder 4"/>
          <p:cNvSpPr>
            <a:spLocks noGrp="1"/>
          </p:cNvSpPr>
          <p:nvPr>
            <p:ph type="dt" sz="half" idx="10"/>
          </p:nvPr>
        </p:nvSpPr>
        <p:spPr/>
        <p:txBody>
          <a:bodyPr/>
          <a:lstStyle/>
          <a:p>
            <a:fld id="{8028E266-A743-424C-99B9-C5C0466F0783}" type="datetimeFigureOut">
              <a:rPr lang="en-AU" smtClean="0"/>
              <a:t>19/08/2019</a:t>
            </a:fld>
            <a:endParaRPr lang="en-AU"/>
          </a:p>
        </p:txBody>
      </p:sp>
      <p:sp>
        <p:nvSpPr>
          <p:cNvPr id="6" name="Footer Placeholder 5"/>
          <p:cNvSpPr>
            <a:spLocks noGrp="1"/>
          </p:cNvSpPr>
          <p:nvPr>
            <p:ph type="ftr" sz="quarter" idx="11"/>
          </p:nvPr>
        </p:nvSpPr>
        <p:spPr/>
        <p:txBody>
          <a:bodyPr/>
          <a:lstStyle/>
          <a:p>
            <a:endParaRPr lang="en-AU"/>
          </a:p>
        </p:txBody>
      </p:sp>
      <p:sp>
        <p:nvSpPr>
          <p:cNvPr id="7" name="Slide Number Placeholder 6"/>
          <p:cNvSpPr>
            <a:spLocks noGrp="1"/>
          </p:cNvSpPr>
          <p:nvPr>
            <p:ph type="sldNum" sz="quarter" idx="12"/>
          </p:nvPr>
        </p:nvSpPr>
        <p:spPr/>
        <p:txBody>
          <a:bodyPr/>
          <a:lstStyle/>
          <a:p>
            <a:fld id="{7AA4E1D9-0434-4240-8DB7-30AB8902C1B3}" type="slidenum">
              <a:rPr lang="en-AU" smtClean="0"/>
              <a:t>‹#›</a:t>
            </a:fld>
            <a:endParaRPr lang="en-AU"/>
          </a:p>
        </p:txBody>
      </p:sp>
    </p:spTree>
    <p:extLst>
      <p:ext uri="{BB962C8B-B14F-4D97-AF65-F5344CB8AC3E}">
        <p14:creationId xmlns:p14="http://schemas.microsoft.com/office/powerpoint/2010/main" val="87477243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10" name="Title 9"/>
          <p:cNvSpPr>
            <a:spLocks noGrp="1"/>
          </p:cNvSpPr>
          <p:nvPr>
            <p:ph type="title"/>
          </p:nvPr>
        </p:nvSpPr>
        <p:spPr/>
        <p:txBody>
          <a:bodyPr/>
          <a:lstStyle/>
          <a:p>
            <a:r>
              <a:rPr lang="en-US" smtClean="0"/>
              <a:t>Click to edit Master title style</a:t>
            </a:r>
            <a:endParaRPr lang="en-US" dirty="0"/>
          </a:p>
        </p:txBody>
      </p:sp>
      <p:sp>
        <p:nvSpPr>
          <p:cNvPr id="3" name="Text Placeholder 2"/>
          <p:cNvSpPr>
            <a:spLocks noGrp="1"/>
          </p:cNvSpPr>
          <p:nvPr>
            <p:ph type="body" idx="1"/>
          </p:nvPr>
        </p:nvSpPr>
        <p:spPr>
          <a:xfrm>
            <a:off x="1066800" y="2048256"/>
            <a:ext cx="4754880" cy="640080"/>
          </a:xfrm>
        </p:spPr>
        <p:txBody>
          <a:bodyPr anchor="ctr">
            <a:normAutofit/>
          </a:bodyPr>
          <a:lstStyle>
            <a:lvl1pPr marL="0" indent="0">
              <a:buNone/>
              <a:defRPr sz="2000" b="1">
                <a:solidFill>
                  <a:schemeClr val="accent1">
                    <a:lumMod val="75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Edit Master text styles</a:t>
            </a:r>
          </a:p>
        </p:txBody>
      </p:sp>
      <p:sp>
        <p:nvSpPr>
          <p:cNvPr id="4" name="Content Placeholder 3"/>
          <p:cNvSpPr>
            <a:spLocks noGrp="1"/>
          </p:cNvSpPr>
          <p:nvPr>
            <p:ph sz="half" idx="2"/>
          </p:nvPr>
        </p:nvSpPr>
        <p:spPr>
          <a:xfrm>
            <a:off x="1069848" y="2743200"/>
            <a:ext cx="4754880" cy="3291840"/>
          </a:xfrm>
        </p:spPr>
        <p:txBody>
          <a:bodyPr/>
          <a:lstStyle>
            <a:lvl1pPr>
              <a:defRPr sz="2000"/>
            </a:lvl1pPr>
            <a:lvl2pPr>
              <a:defRPr sz="1800"/>
            </a:lvl2pPr>
            <a:lvl3pPr>
              <a:defRPr sz="1600"/>
            </a:lvl3pPr>
            <a:lvl4pPr>
              <a:defRPr sz="1600"/>
            </a:lvl4pPr>
            <a:lvl5pPr>
              <a:defRPr sz="1600"/>
            </a:lvl5pPr>
            <a:lvl6pPr>
              <a:defRPr sz="1600"/>
            </a:lvl6pPr>
            <a:lvl7pPr>
              <a:defRPr sz="1600"/>
            </a:lvl7pPr>
            <a:lvl8pPr>
              <a:defRPr sz="1600"/>
            </a:lvl8pPr>
            <a:lvl9pPr>
              <a:defRPr sz="1600"/>
            </a:lvl9p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5" name="Text Placeholder 4"/>
          <p:cNvSpPr>
            <a:spLocks noGrp="1"/>
          </p:cNvSpPr>
          <p:nvPr>
            <p:ph type="body" sz="quarter" idx="3"/>
          </p:nvPr>
        </p:nvSpPr>
        <p:spPr>
          <a:xfrm>
            <a:off x="6364224" y="2048256"/>
            <a:ext cx="4754880" cy="640080"/>
          </a:xfrm>
        </p:spPr>
        <p:txBody>
          <a:bodyPr anchor="ctr">
            <a:normAutofit/>
          </a:bodyPr>
          <a:lstStyle>
            <a:lvl1pPr marL="0" indent="0">
              <a:buNone/>
              <a:defRPr sz="2000" b="1">
                <a:solidFill>
                  <a:schemeClr val="accent1">
                    <a:lumMod val="75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Edit Master text styles</a:t>
            </a:r>
          </a:p>
        </p:txBody>
      </p:sp>
      <p:sp>
        <p:nvSpPr>
          <p:cNvPr id="6" name="Content Placeholder 5"/>
          <p:cNvSpPr>
            <a:spLocks noGrp="1"/>
          </p:cNvSpPr>
          <p:nvPr>
            <p:ph sz="quarter" idx="4"/>
          </p:nvPr>
        </p:nvSpPr>
        <p:spPr>
          <a:xfrm>
            <a:off x="6364224" y="2743200"/>
            <a:ext cx="4754880" cy="3291840"/>
          </a:xfrm>
        </p:spPr>
        <p:txBody>
          <a:bodyPr/>
          <a:lstStyle>
            <a:lvl1pPr>
              <a:defRPr sz="2000"/>
            </a:lvl1pPr>
            <a:lvl2pPr>
              <a:defRPr sz="1800"/>
            </a:lvl2pPr>
            <a:lvl3pPr>
              <a:defRPr sz="1600"/>
            </a:lvl3pPr>
            <a:lvl4pPr>
              <a:defRPr sz="1600"/>
            </a:lvl4pPr>
            <a:lvl5pPr>
              <a:defRPr sz="1600"/>
            </a:lvl5pPr>
            <a:lvl6pPr>
              <a:defRPr sz="1600"/>
            </a:lvl6pPr>
            <a:lvl7pPr>
              <a:defRPr sz="1600"/>
            </a:lvl7pPr>
            <a:lvl8pPr>
              <a:defRPr sz="1600"/>
            </a:lvl8pPr>
            <a:lvl9pPr>
              <a:defRPr sz="1600"/>
            </a:lvl9p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7" name="Date Placeholder 6"/>
          <p:cNvSpPr>
            <a:spLocks noGrp="1"/>
          </p:cNvSpPr>
          <p:nvPr>
            <p:ph type="dt" sz="half" idx="10"/>
          </p:nvPr>
        </p:nvSpPr>
        <p:spPr/>
        <p:txBody>
          <a:bodyPr/>
          <a:lstStyle/>
          <a:p>
            <a:fld id="{8028E266-A743-424C-99B9-C5C0466F0783}" type="datetimeFigureOut">
              <a:rPr lang="en-AU" smtClean="0"/>
              <a:t>19/08/2019</a:t>
            </a:fld>
            <a:endParaRPr lang="en-AU"/>
          </a:p>
        </p:txBody>
      </p:sp>
      <p:sp>
        <p:nvSpPr>
          <p:cNvPr id="8" name="Footer Placeholder 7"/>
          <p:cNvSpPr>
            <a:spLocks noGrp="1"/>
          </p:cNvSpPr>
          <p:nvPr>
            <p:ph type="ftr" sz="quarter" idx="11"/>
          </p:nvPr>
        </p:nvSpPr>
        <p:spPr/>
        <p:txBody>
          <a:bodyPr/>
          <a:lstStyle/>
          <a:p>
            <a:endParaRPr lang="en-AU"/>
          </a:p>
        </p:txBody>
      </p:sp>
      <p:sp>
        <p:nvSpPr>
          <p:cNvPr id="9" name="Slide Number Placeholder 8"/>
          <p:cNvSpPr>
            <a:spLocks noGrp="1"/>
          </p:cNvSpPr>
          <p:nvPr>
            <p:ph type="sldNum" sz="quarter" idx="12"/>
          </p:nvPr>
        </p:nvSpPr>
        <p:spPr/>
        <p:txBody>
          <a:bodyPr/>
          <a:lstStyle/>
          <a:p>
            <a:fld id="{7AA4E1D9-0434-4240-8DB7-30AB8902C1B3}" type="slidenum">
              <a:rPr lang="en-AU" smtClean="0"/>
              <a:t>‹#›</a:t>
            </a:fld>
            <a:endParaRPr lang="en-AU"/>
          </a:p>
        </p:txBody>
      </p:sp>
    </p:spTree>
    <p:extLst>
      <p:ext uri="{BB962C8B-B14F-4D97-AF65-F5344CB8AC3E}">
        <p14:creationId xmlns:p14="http://schemas.microsoft.com/office/powerpoint/2010/main" val="2862007418"/>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6" name="Title 5"/>
          <p:cNvSpPr>
            <a:spLocks noGrp="1"/>
          </p:cNvSpPr>
          <p:nvPr>
            <p:ph type="title"/>
          </p:nvPr>
        </p:nvSpPr>
        <p:spPr/>
        <p:txBody>
          <a:bodyPr/>
          <a:lstStyle/>
          <a:p>
            <a:r>
              <a:rPr lang="en-US" smtClean="0"/>
              <a:t>Click to edit Master title style</a:t>
            </a:r>
            <a:endParaRPr lang="en-US" dirty="0"/>
          </a:p>
        </p:txBody>
      </p:sp>
      <p:sp>
        <p:nvSpPr>
          <p:cNvPr id="3" name="Date Placeholder 2"/>
          <p:cNvSpPr>
            <a:spLocks noGrp="1"/>
          </p:cNvSpPr>
          <p:nvPr>
            <p:ph type="dt" sz="half" idx="10"/>
          </p:nvPr>
        </p:nvSpPr>
        <p:spPr/>
        <p:txBody>
          <a:bodyPr/>
          <a:lstStyle/>
          <a:p>
            <a:fld id="{8028E266-A743-424C-99B9-C5C0466F0783}" type="datetimeFigureOut">
              <a:rPr lang="en-AU" smtClean="0"/>
              <a:t>19/08/2019</a:t>
            </a:fld>
            <a:endParaRPr lang="en-AU"/>
          </a:p>
        </p:txBody>
      </p:sp>
      <p:sp>
        <p:nvSpPr>
          <p:cNvPr id="4" name="Footer Placeholder 3"/>
          <p:cNvSpPr>
            <a:spLocks noGrp="1"/>
          </p:cNvSpPr>
          <p:nvPr>
            <p:ph type="ftr" sz="quarter" idx="11"/>
          </p:nvPr>
        </p:nvSpPr>
        <p:spPr/>
        <p:txBody>
          <a:bodyPr/>
          <a:lstStyle/>
          <a:p>
            <a:endParaRPr lang="en-AU"/>
          </a:p>
        </p:txBody>
      </p:sp>
      <p:sp>
        <p:nvSpPr>
          <p:cNvPr id="5" name="Slide Number Placeholder 4"/>
          <p:cNvSpPr>
            <a:spLocks noGrp="1"/>
          </p:cNvSpPr>
          <p:nvPr>
            <p:ph type="sldNum" sz="quarter" idx="12"/>
          </p:nvPr>
        </p:nvSpPr>
        <p:spPr/>
        <p:txBody>
          <a:bodyPr/>
          <a:lstStyle/>
          <a:p>
            <a:fld id="{7AA4E1D9-0434-4240-8DB7-30AB8902C1B3}" type="slidenum">
              <a:rPr lang="en-AU" smtClean="0"/>
              <a:t>‹#›</a:t>
            </a:fld>
            <a:endParaRPr lang="en-AU"/>
          </a:p>
        </p:txBody>
      </p:sp>
    </p:spTree>
    <p:extLst>
      <p:ext uri="{BB962C8B-B14F-4D97-AF65-F5344CB8AC3E}">
        <p14:creationId xmlns:p14="http://schemas.microsoft.com/office/powerpoint/2010/main" val="3182016924"/>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8028E266-A743-424C-99B9-C5C0466F0783}" type="datetimeFigureOut">
              <a:rPr lang="en-AU" smtClean="0"/>
              <a:t>19/08/2019</a:t>
            </a:fld>
            <a:endParaRPr lang="en-AU"/>
          </a:p>
        </p:txBody>
      </p:sp>
      <p:sp>
        <p:nvSpPr>
          <p:cNvPr id="3" name="Footer Placeholder 2"/>
          <p:cNvSpPr>
            <a:spLocks noGrp="1"/>
          </p:cNvSpPr>
          <p:nvPr>
            <p:ph type="ftr" sz="quarter" idx="11"/>
          </p:nvPr>
        </p:nvSpPr>
        <p:spPr/>
        <p:txBody>
          <a:bodyPr/>
          <a:lstStyle/>
          <a:p>
            <a:endParaRPr lang="en-AU"/>
          </a:p>
        </p:txBody>
      </p:sp>
      <p:sp>
        <p:nvSpPr>
          <p:cNvPr id="4" name="Slide Number Placeholder 3"/>
          <p:cNvSpPr>
            <a:spLocks noGrp="1"/>
          </p:cNvSpPr>
          <p:nvPr>
            <p:ph type="sldNum" sz="quarter" idx="12"/>
          </p:nvPr>
        </p:nvSpPr>
        <p:spPr/>
        <p:txBody>
          <a:bodyPr/>
          <a:lstStyle/>
          <a:p>
            <a:fld id="{7AA4E1D9-0434-4240-8DB7-30AB8902C1B3}" type="slidenum">
              <a:rPr lang="en-AU" smtClean="0"/>
              <a:t>‹#›</a:t>
            </a:fld>
            <a:endParaRPr lang="en-AU"/>
          </a:p>
        </p:txBody>
      </p:sp>
    </p:spTree>
    <p:extLst>
      <p:ext uri="{BB962C8B-B14F-4D97-AF65-F5344CB8AC3E}">
        <p14:creationId xmlns:p14="http://schemas.microsoft.com/office/powerpoint/2010/main" val="2534956376"/>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showMasterSp="0" type="objTx" preserve="1">
  <p:cSld name="Content with Caption">
    <p:spTree>
      <p:nvGrpSpPr>
        <p:cNvPr id="1" name=""/>
        <p:cNvGrpSpPr/>
        <p:nvPr/>
      </p:nvGrpSpPr>
      <p:grpSpPr>
        <a:xfrm>
          <a:off x="0" y="0"/>
          <a:ext cx="0" cy="0"/>
          <a:chOff x="0" y="0"/>
          <a:chExt cx="0" cy="0"/>
        </a:xfrm>
      </p:grpSpPr>
      <p:sp>
        <p:nvSpPr>
          <p:cNvPr id="8" name="Rectangle 7"/>
          <p:cNvSpPr/>
          <p:nvPr/>
        </p:nvSpPr>
        <p:spPr>
          <a:xfrm>
            <a:off x="8303740" y="0"/>
            <a:ext cx="3888259" cy="6857999"/>
          </a:xfrm>
          <a:prstGeom prst="rect">
            <a:avLst/>
          </a:prstGeom>
          <a:blipFill dpi="0" rotWithShape="1">
            <a:blip r:embed="rId2">
              <a:alphaModFix amt="60000"/>
              <a:lum bright="70000" contrast="-70000"/>
              <a:extLst>
                <a:ext uri="{BEBA8EAE-BF5A-486C-A8C5-ECC9F3942E4B}">
                  <a14:imgProps xmlns:a14="http://schemas.microsoft.com/office/drawing/2010/main">
                    <a14:imgLayer r:embed="rId3">
                      <a14:imgEffect>
                        <a14:sharpenSoften amount="61000"/>
                      </a14:imgEffect>
                    </a14:imgLayer>
                  </a14:imgProps>
                </a:ext>
                <a:ext uri="{28A0092B-C50C-407E-A947-70E740481C1C}">
                  <a14:useLocalDpi xmlns:a14="http://schemas.microsoft.com/office/drawing/2010/main" val="0"/>
                </a:ext>
              </a:extLst>
            </a:blip>
            <a:srcRect/>
            <a:tile tx="0" ty="-704850" sx="92000" sy="89000" flip="xy" algn="ctr"/>
          </a:blip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title"/>
          </p:nvPr>
        </p:nvSpPr>
        <p:spPr>
          <a:xfrm>
            <a:off x="8549640" y="685800"/>
            <a:ext cx="3200400" cy="1737360"/>
          </a:xfrm>
        </p:spPr>
        <p:txBody>
          <a:bodyPr anchor="b">
            <a:normAutofit/>
          </a:bodyPr>
          <a:lstStyle>
            <a:lvl1pPr>
              <a:defRPr sz="3200" b="1"/>
            </a:lvl1pPr>
          </a:lstStyle>
          <a:p>
            <a:r>
              <a:rPr lang="en-US" smtClean="0"/>
              <a:t>Click to edit Master title style</a:t>
            </a:r>
            <a:endParaRPr lang="en-US" dirty="0"/>
          </a:p>
        </p:txBody>
      </p:sp>
      <p:sp>
        <p:nvSpPr>
          <p:cNvPr id="3" name="Content Placeholder 2"/>
          <p:cNvSpPr>
            <a:spLocks noGrp="1"/>
          </p:cNvSpPr>
          <p:nvPr>
            <p:ph idx="1"/>
          </p:nvPr>
        </p:nvSpPr>
        <p:spPr>
          <a:xfrm>
            <a:off x="838200" y="685800"/>
            <a:ext cx="6711696" cy="5020056"/>
          </a:xfrm>
        </p:spPr>
        <p:txBody>
          <a:bodyPr/>
          <a:lstStyle>
            <a:lvl1pPr>
              <a:defRPr sz="2000"/>
            </a:lvl1pPr>
            <a:lvl2pPr>
              <a:defRPr sz="1800"/>
            </a:lvl2pPr>
            <a:lvl3pPr>
              <a:defRPr sz="1600"/>
            </a:lvl3pPr>
            <a:lvl4pPr>
              <a:defRPr sz="1600"/>
            </a:lvl4pPr>
            <a:lvl5pPr>
              <a:defRPr sz="1600"/>
            </a:lvl5pPr>
            <a:lvl6pPr>
              <a:defRPr sz="1600"/>
            </a:lvl6pPr>
            <a:lvl7pPr>
              <a:defRPr sz="1600"/>
            </a:lvl7pPr>
            <a:lvl8pPr>
              <a:defRPr sz="1600"/>
            </a:lvl8pPr>
            <a:lvl9pPr>
              <a:defRPr sz="1600"/>
            </a:lvl9p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4" name="Text Placeholder 3"/>
          <p:cNvSpPr>
            <a:spLocks noGrp="1"/>
          </p:cNvSpPr>
          <p:nvPr>
            <p:ph type="body" sz="half" idx="2"/>
          </p:nvPr>
        </p:nvSpPr>
        <p:spPr>
          <a:xfrm>
            <a:off x="8549640" y="2423160"/>
            <a:ext cx="3200400" cy="3291840"/>
          </a:xfrm>
        </p:spPr>
        <p:txBody>
          <a:bodyPr>
            <a:normAutofit/>
          </a:bodyPr>
          <a:lstStyle>
            <a:lvl1pPr marL="0" indent="0">
              <a:lnSpc>
                <a:spcPct val="100000"/>
              </a:lnSpc>
              <a:spcBef>
                <a:spcPts val="1000"/>
              </a:spcBef>
              <a:buNone/>
              <a:defRPr sz="1400">
                <a:solidFill>
                  <a:schemeClr val="accent1">
                    <a:lumMod val="75000"/>
                  </a:schemeClr>
                </a:solidFill>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Edit Master text styles</a:t>
            </a:r>
          </a:p>
        </p:txBody>
      </p:sp>
      <p:sp>
        <p:nvSpPr>
          <p:cNvPr id="5" name="Date Placeholder 4"/>
          <p:cNvSpPr>
            <a:spLocks noGrp="1"/>
          </p:cNvSpPr>
          <p:nvPr>
            <p:ph type="dt" sz="half" idx="10"/>
          </p:nvPr>
        </p:nvSpPr>
        <p:spPr/>
        <p:txBody>
          <a:bodyPr/>
          <a:lstStyle/>
          <a:p>
            <a:fld id="{8028E266-A743-424C-99B9-C5C0466F0783}" type="datetimeFigureOut">
              <a:rPr lang="en-AU" smtClean="0"/>
              <a:t>19/08/2019</a:t>
            </a:fld>
            <a:endParaRPr lang="en-AU"/>
          </a:p>
        </p:txBody>
      </p:sp>
      <p:sp>
        <p:nvSpPr>
          <p:cNvPr id="6" name="Footer Placeholder 5"/>
          <p:cNvSpPr>
            <a:spLocks noGrp="1"/>
          </p:cNvSpPr>
          <p:nvPr>
            <p:ph type="ftr" sz="quarter" idx="11"/>
          </p:nvPr>
        </p:nvSpPr>
        <p:spPr/>
        <p:txBody>
          <a:bodyPr/>
          <a:lstStyle/>
          <a:p>
            <a:endParaRPr lang="en-AU"/>
          </a:p>
        </p:txBody>
      </p:sp>
      <p:grpSp>
        <p:nvGrpSpPr>
          <p:cNvPr id="9" name="Group 8"/>
          <p:cNvGrpSpPr>
            <a:grpSpLocks noChangeAspect="1"/>
          </p:cNvGrpSpPr>
          <p:nvPr/>
        </p:nvGrpSpPr>
        <p:grpSpPr>
          <a:xfrm>
            <a:off x="11401725" y="6229681"/>
            <a:ext cx="457200" cy="457200"/>
            <a:chOff x="11361456" y="6195813"/>
            <a:chExt cx="548640" cy="548640"/>
          </a:xfrm>
        </p:grpSpPr>
        <p:sp>
          <p:nvSpPr>
            <p:cNvPr id="10" name="Oval 9"/>
            <p:cNvSpPr/>
            <p:nvPr/>
          </p:nvSpPr>
          <p:spPr>
            <a:xfrm>
              <a:off x="11361456" y="6195813"/>
              <a:ext cx="548640" cy="548640"/>
            </a:xfrm>
            <a:prstGeom prst="ellipse">
              <a:avLst/>
            </a:prstGeom>
            <a:blipFill dpi="0" rotWithShape="1">
              <a:blip r:embed="rId4">
                <a:duotone>
                  <a:schemeClr val="accent1">
                    <a:shade val="45000"/>
                    <a:satMod val="135000"/>
                  </a:schemeClr>
                  <a:prstClr val="white"/>
                </a:duotone>
                <a:extLst>
                  <a:ext uri="{BEBA8EAE-BF5A-486C-A8C5-ECC9F3942E4B}">
                    <a14:imgProps xmlns:a14="http://schemas.microsoft.com/office/drawing/2010/main">
                      <a14:imgLayer r:embed="rId5">
                        <a14:imgEffect>
                          <a14:saturation sat="95000"/>
                        </a14:imgEffect>
                        <a14:imgEffect>
                          <a14:brightnessContrast bright="-40000" contrast="20000"/>
                        </a14:imgEffect>
                      </a14:imgLayer>
                    </a14:imgProps>
                  </a:ext>
                </a:extLst>
              </a:blip>
              <a:srcRect/>
              <a:tile tx="50800" ty="0" sx="85000" sy="85000" flip="none" algn="tl"/>
            </a:blipFill>
            <a:ln w="25400" cap="flat" cmpd="sng" algn="ctr">
              <a:noFill/>
              <a:prstDash val="solid"/>
            </a:ln>
            <a:effectLst/>
          </p:spPr>
        </p:sp>
        <p:sp>
          <p:nvSpPr>
            <p:cNvPr id="11" name="Oval 10"/>
            <p:cNvSpPr/>
            <p:nvPr/>
          </p:nvSpPr>
          <p:spPr>
            <a:xfrm>
              <a:off x="11396488" y="6230844"/>
              <a:ext cx="478576" cy="478578"/>
            </a:xfrm>
            <a:prstGeom prst="ellipse">
              <a:avLst/>
            </a:prstGeom>
            <a:noFill/>
            <a:ln w="12700" cap="flat" cmpd="sng" algn="ctr">
              <a:solidFill>
                <a:sysClr val="window" lastClr="FFFFFF"/>
              </a:solidFill>
              <a:prstDash val="solid"/>
            </a:ln>
            <a:effectLst/>
          </p:spPr>
        </p:sp>
      </p:grpSp>
      <p:sp>
        <p:nvSpPr>
          <p:cNvPr id="7" name="Slide Number Placeholder 6"/>
          <p:cNvSpPr>
            <a:spLocks noGrp="1"/>
          </p:cNvSpPr>
          <p:nvPr>
            <p:ph type="sldNum" sz="quarter" idx="12"/>
          </p:nvPr>
        </p:nvSpPr>
        <p:spPr/>
        <p:txBody>
          <a:bodyPr/>
          <a:lstStyle/>
          <a:p>
            <a:fld id="{7AA4E1D9-0434-4240-8DB7-30AB8902C1B3}" type="slidenum">
              <a:rPr lang="en-AU" smtClean="0"/>
              <a:t>‹#›</a:t>
            </a:fld>
            <a:endParaRPr lang="en-AU"/>
          </a:p>
        </p:txBody>
      </p:sp>
    </p:spTree>
    <p:extLst>
      <p:ext uri="{BB962C8B-B14F-4D97-AF65-F5344CB8AC3E}">
        <p14:creationId xmlns:p14="http://schemas.microsoft.com/office/powerpoint/2010/main" val="214506947"/>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showMasterSp="0" type="picTx" preserve="1">
  <p:cSld name="Picture with Caption">
    <p:spTree>
      <p:nvGrpSpPr>
        <p:cNvPr id="1" name=""/>
        <p:cNvGrpSpPr/>
        <p:nvPr/>
      </p:nvGrpSpPr>
      <p:grpSpPr>
        <a:xfrm>
          <a:off x="0" y="0"/>
          <a:ext cx="0" cy="0"/>
          <a:chOff x="0" y="0"/>
          <a:chExt cx="0" cy="0"/>
        </a:xfrm>
      </p:grpSpPr>
      <p:sp>
        <p:nvSpPr>
          <p:cNvPr id="11" name="Rectangle 10"/>
          <p:cNvSpPr/>
          <p:nvPr/>
        </p:nvSpPr>
        <p:spPr>
          <a:xfrm>
            <a:off x="8303740" y="0"/>
            <a:ext cx="3888259" cy="6857999"/>
          </a:xfrm>
          <a:prstGeom prst="rect">
            <a:avLst/>
          </a:prstGeom>
          <a:blipFill dpi="0" rotWithShape="1">
            <a:blip r:embed="rId2">
              <a:alphaModFix amt="60000"/>
              <a:lum bright="70000" contrast="-70000"/>
              <a:extLst>
                <a:ext uri="{BEBA8EAE-BF5A-486C-A8C5-ECC9F3942E4B}">
                  <a14:imgProps xmlns:a14="http://schemas.microsoft.com/office/drawing/2010/main">
                    <a14:imgLayer r:embed="rId3">
                      <a14:imgEffect>
                        <a14:sharpenSoften amount="61000"/>
                      </a14:imgEffect>
                    </a14:imgLayer>
                  </a14:imgProps>
                </a:ext>
                <a:ext uri="{28A0092B-C50C-407E-A947-70E740481C1C}">
                  <a14:useLocalDpi xmlns:a14="http://schemas.microsoft.com/office/drawing/2010/main" val="0"/>
                </a:ext>
              </a:extLst>
            </a:blip>
            <a:srcRect/>
            <a:tile tx="0" ty="-704850" sx="92000" sy="89000" flip="xy" algn="ctr"/>
          </a:blip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title"/>
          </p:nvPr>
        </p:nvSpPr>
        <p:spPr>
          <a:xfrm>
            <a:off x="8549640" y="685800"/>
            <a:ext cx="3200400" cy="1737360"/>
          </a:xfrm>
        </p:spPr>
        <p:txBody>
          <a:bodyPr anchor="b">
            <a:normAutofit/>
          </a:bodyPr>
          <a:lstStyle>
            <a:lvl1pPr>
              <a:defRPr sz="3200" b="1"/>
            </a:lvl1pPr>
          </a:lstStyle>
          <a:p>
            <a:r>
              <a:rPr lang="en-US" smtClean="0"/>
              <a:t>Click to edit Master title style</a:t>
            </a:r>
            <a:endParaRPr lang="en-US" dirty="0"/>
          </a:p>
        </p:txBody>
      </p:sp>
      <p:sp>
        <p:nvSpPr>
          <p:cNvPr id="3" name="Picture Placeholder 2"/>
          <p:cNvSpPr>
            <a:spLocks noGrp="1" noChangeAspect="1"/>
          </p:cNvSpPr>
          <p:nvPr>
            <p:ph type="pic" idx="1"/>
          </p:nvPr>
        </p:nvSpPr>
        <p:spPr>
          <a:xfrm>
            <a:off x="0" y="0"/>
            <a:ext cx="8303740" cy="6858000"/>
          </a:xfrm>
          <a:solidFill>
            <a:schemeClr val="tx2">
              <a:lumMod val="20000"/>
              <a:lumOff val="80000"/>
            </a:schemeClr>
          </a:solidFill>
        </p:spPr>
        <p:txBody>
          <a:bodyPr anchor="t"/>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smtClean="0"/>
              <a:t>Click icon to add picture</a:t>
            </a:r>
            <a:endParaRPr lang="en-US" dirty="0"/>
          </a:p>
        </p:txBody>
      </p:sp>
      <p:sp>
        <p:nvSpPr>
          <p:cNvPr id="4" name="Text Placeholder 3"/>
          <p:cNvSpPr>
            <a:spLocks noGrp="1"/>
          </p:cNvSpPr>
          <p:nvPr>
            <p:ph type="body" sz="half" idx="2"/>
          </p:nvPr>
        </p:nvSpPr>
        <p:spPr>
          <a:xfrm>
            <a:off x="8549640" y="2423160"/>
            <a:ext cx="3200400" cy="3291840"/>
          </a:xfrm>
        </p:spPr>
        <p:txBody>
          <a:bodyPr>
            <a:normAutofit/>
          </a:bodyPr>
          <a:lstStyle>
            <a:lvl1pPr marL="0" indent="0">
              <a:lnSpc>
                <a:spcPct val="100000"/>
              </a:lnSpc>
              <a:spcBef>
                <a:spcPts val="1000"/>
              </a:spcBef>
              <a:buNone/>
              <a:defRPr sz="1400">
                <a:solidFill>
                  <a:schemeClr val="accent1">
                    <a:lumMod val="75000"/>
                  </a:schemeClr>
                </a:solidFill>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Edit Master text styles</a:t>
            </a:r>
          </a:p>
        </p:txBody>
      </p:sp>
      <p:sp>
        <p:nvSpPr>
          <p:cNvPr id="5" name="Date Placeholder 4"/>
          <p:cNvSpPr>
            <a:spLocks noGrp="1"/>
          </p:cNvSpPr>
          <p:nvPr>
            <p:ph type="dt" sz="half" idx="10"/>
          </p:nvPr>
        </p:nvSpPr>
        <p:spPr/>
        <p:txBody>
          <a:bodyPr/>
          <a:lstStyle/>
          <a:p>
            <a:fld id="{8028E266-A743-424C-99B9-C5C0466F0783}" type="datetimeFigureOut">
              <a:rPr lang="en-AU" smtClean="0"/>
              <a:t>19/08/2019</a:t>
            </a:fld>
            <a:endParaRPr lang="en-AU"/>
          </a:p>
        </p:txBody>
      </p:sp>
      <p:grpSp>
        <p:nvGrpSpPr>
          <p:cNvPr id="8" name="Group 7"/>
          <p:cNvGrpSpPr>
            <a:grpSpLocks noChangeAspect="1"/>
          </p:cNvGrpSpPr>
          <p:nvPr/>
        </p:nvGrpSpPr>
        <p:grpSpPr>
          <a:xfrm>
            <a:off x="11401725" y="6229681"/>
            <a:ext cx="457200" cy="457200"/>
            <a:chOff x="11361456" y="6195813"/>
            <a:chExt cx="548640" cy="548640"/>
          </a:xfrm>
        </p:grpSpPr>
        <p:sp>
          <p:nvSpPr>
            <p:cNvPr id="9" name="Oval 8"/>
            <p:cNvSpPr/>
            <p:nvPr/>
          </p:nvSpPr>
          <p:spPr>
            <a:xfrm>
              <a:off x="11361456" y="6195813"/>
              <a:ext cx="548640" cy="548640"/>
            </a:xfrm>
            <a:prstGeom prst="ellipse">
              <a:avLst/>
            </a:prstGeom>
            <a:blipFill dpi="0" rotWithShape="1">
              <a:blip r:embed="rId4">
                <a:duotone>
                  <a:schemeClr val="accent1">
                    <a:shade val="45000"/>
                    <a:satMod val="135000"/>
                  </a:schemeClr>
                  <a:prstClr val="white"/>
                </a:duotone>
                <a:extLst>
                  <a:ext uri="{BEBA8EAE-BF5A-486C-A8C5-ECC9F3942E4B}">
                    <a14:imgProps xmlns:a14="http://schemas.microsoft.com/office/drawing/2010/main">
                      <a14:imgLayer r:embed="rId5">
                        <a14:imgEffect>
                          <a14:saturation sat="95000"/>
                        </a14:imgEffect>
                        <a14:imgEffect>
                          <a14:brightnessContrast bright="-40000" contrast="20000"/>
                        </a14:imgEffect>
                      </a14:imgLayer>
                    </a14:imgProps>
                  </a:ext>
                </a:extLst>
              </a:blip>
              <a:srcRect/>
              <a:tile tx="50800" ty="0" sx="85000" sy="85000" flip="none" algn="tl"/>
            </a:blipFill>
            <a:ln w="25400" cap="flat" cmpd="sng" algn="ctr">
              <a:noFill/>
              <a:prstDash val="solid"/>
            </a:ln>
            <a:effectLst/>
          </p:spPr>
        </p:sp>
        <p:sp>
          <p:nvSpPr>
            <p:cNvPr id="10" name="Oval 9"/>
            <p:cNvSpPr/>
            <p:nvPr/>
          </p:nvSpPr>
          <p:spPr>
            <a:xfrm>
              <a:off x="11396488" y="6230844"/>
              <a:ext cx="478576" cy="478578"/>
            </a:xfrm>
            <a:prstGeom prst="ellipse">
              <a:avLst/>
            </a:prstGeom>
            <a:noFill/>
            <a:ln w="12700" cap="flat" cmpd="sng" algn="ctr">
              <a:solidFill>
                <a:sysClr val="window" lastClr="FFFFFF"/>
              </a:solidFill>
              <a:prstDash val="solid"/>
            </a:ln>
            <a:effectLst/>
          </p:spPr>
        </p:sp>
      </p:grpSp>
      <p:sp>
        <p:nvSpPr>
          <p:cNvPr id="7" name="Slide Number Placeholder 6"/>
          <p:cNvSpPr>
            <a:spLocks noGrp="1"/>
          </p:cNvSpPr>
          <p:nvPr>
            <p:ph type="sldNum" sz="quarter" idx="12"/>
          </p:nvPr>
        </p:nvSpPr>
        <p:spPr/>
        <p:txBody>
          <a:bodyPr/>
          <a:lstStyle/>
          <a:p>
            <a:fld id="{7AA4E1D9-0434-4240-8DB7-30AB8902C1B3}" type="slidenum">
              <a:rPr lang="en-AU" smtClean="0"/>
              <a:t>‹#›</a:t>
            </a:fld>
            <a:endParaRPr lang="en-AU"/>
          </a:p>
        </p:txBody>
      </p:sp>
    </p:spTree>
    <p:extLst>
      <p:ext uri="{BB962C8B-B14F-4D97-AF65-F5344CB8AC3E}">
        <p14:creationId xmlns:p14="http://schemas.microsoft.com/office/powerpoint/2010/main" val="1780135136"/>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dirty="0"/>
          </a:p>
        </p:txBody>
      </p:sp>
      <p:sp>
        <p:nvSpPr>
          <p:cNvPr id="3" name="Vertical Text Placeholder 2"/>
          <p:cNvSpPr>
            <a:spLocks noGrp="1"/>
          </p:cNvSpPr>
          <p:nvPr>
            <p:ph type="body" orient="vert" idx="1"/>
          </p:nvPr>
        </p:nvSpPr>
        <p:spPr/>
        <p:txBody>
          <a:bodyPr vert="eaVert"/>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4" name="Date Placeholder 3"/>
          <p:cNvSpPr>
            <a:spLocks noGrp="1"/>
          </p:cNvSpPr>
          <p:nvPr>
            <p:ph type="dt" sz="half" idx="10"/>
          </p:nvPr>
        </p:nvSpPr>
        <p:spPr/>
        <p:txBody>
          <a:bodyPr/>
          <a:lstStyle/>
          <a:p>
            <a:fld id="{8028E266-A743-424C-99B9-C5C0466F0783}" type="datetimeFigureOut">
              <a:rPr lang="en-AU" smtClean="0"/>
              <a:t>19/08/2019</a:t>
            </a:fld>
            <a:endParaRPr lang="en-AU"/>
          </a:p>
        </p:txBody>
      </p:sp>
      <p:sp>
        <p:nvSpPr>
          <p:cNvPr id="5" name="Footer Placeholder 4"/>
          <p:cNvSpPr>
            <a:spLocks noGrp="1"/>
          </p:cNvSpPr>
          <p:nvPr>
            <p:ph type="ftr" sz="quarter" idx="11"/>
          </p:nvPr>
        </p:nvSpPr>
        <p:spPr/>
        <p:txBody>
          <a:bodyPr/>
          <a:lstStyle/>
          <a:p>
            <a:endParaRPr lang="en-AU"/>
          </a:p>
        </p:txBody>
      </p:sp>
      <p:sp>
        <p:nvSpPr>
          <p:cNvPr id="6" name="Slide Number Placeholder 5"/>
          <p:cNvSpPr>
            <a:spLocks noGrp="1"/>
          </p:cNvSpPr>
          <p:nvPr>
            <p:ph type="sldNum" sz="quarter" idx="12"/>
          </p:nvPr>
        </p:nvSpPr>
        <p:spPr/>
        <p:txBody>
          <a:bodyPr/>
          <a:lstStyle/>
          <a:p>
            <a:fld id="{7AA4E1D9-0434-4240-8DB7-30AB8902C1B3}" type="slidenum">
              <a:rPr lang="en-AU" smtClean="0"/>
              <a:t>‹#›</a:t>
            </a:fld>
            <a:endParaRPr lang="en-AU"/>
          </a:p>
        </p:txBody>
      </p:sp>
    </p:spTree>
    <p:extLst>
      <p:ext uri="{BB962C8B-B14F-4D97-AF65-F5344CB8AC3E}">
        <p14:creationId xmlns:p14="http://schemas.microsoft.com/office/powerpoint/2010/main" val="824943972"/>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724900" y="533400"/>
            <a:ext cx="2552700" cy="5638800"/>
          </a:xfrm>
        </p:spPr>
        <p:txBody>
          <a:bodyPr vert="eaVert"/>
          <a:lstStyle/>
          <a:p>
            <a:r>
              <a:rPr lang="en-US" smtClean="0"/>
              <a:t>Click to edit Master title style</a:t>
            </a:r>
            <a:endParaRPr lang="en-US" dirty="0"/>
          </a:p>
        </p:txBody>
      </p:sp>
      <p:sp>
        <p:nvSpPr>
          <p:cNvPr id="3" name="Vertical Text Placeholder 2"/>
          <p:cNvSpPr>
            <a:spLocks noGrp="1"/>
          </p:cNvSpPr>
          <p:nvPr>
            <p:ph type="body" orient="vert" idx="1"/>
          </p:nvPr>
        </p:nvSpPr>
        <p:spPr>
          <a:xfrm>
            <a:off x="1066800" y="533400"/>
            <a:ext cx="7505700" cy="5638800"/>
          </a:xfrm>
        </p:spPr>
        <p:txBody>
          <a:bodyPr vert="eaVert"/>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4" name="Date Placeholder 3"/>
          <p:cNvSpPr>
            <a:spLocks noGrp="1"/>
          </p:cNvSpPr>
          <p:nvPr>
            <p:ph type="dt" sz="half" idx="10"/>
          </p:nvPr>
        </p:nvSpPr>
        <p:spPr/>
        <p:txBody>
          <a:bodyPr/>
          <a:lstStyle/>
          <a:p>
            <a:fld id="{8028E266-A743-424C-99B9-C5C0466F0783}" type="datetimeFigureOut">
              <a:rPr lang="en-AU" smtClean="0"/>
              <a:t>19/08/2019</a:t>
            </a:fld>
            <a:endParaRPr lang="en-AU"/>
          </a:p>
        </p:txBody>
      </p:sp>
      <p:sp>
        <p:nvSpPr>
          <p:cNvPr id="5" name="Footer Placeholder 4"/>
          <p:cNvSpPr>
            <a:spLocks noGrp="1"/>
          </p:cNvSpPr>
          <p:nvPr>
            <p:ph type="ftr" sz="quarter" idx="11"/>
          </p:nvPr>
        </p:nvSpPr>
        <p:spPr/>
        <p:txBody>
          <a:bodyPr/>
          <a:lstStyle/>
          <a:p>
            <a:endParaRPr lang="en-AU"/>
          </a:p>
        </p:txBody>
      </p:sp>
      <p:sp>
        <p:nvSpPr>
          <p:cNvPr id="6" name="Slide Number Placeholder 5"/>
          <p:cNvSpPr>
            <a:spLocks noGrp="1"/>
          </p:cNvSpPr>
          <p:nvPr>
            <p:ph type="sldNum" sz="quarter" idx="12"/>
          </p:nvPr>
        </p:nvSpPr>
        <p:spPr/>
        <p:txBody>
          <a:bodyPr/>
          <a:lstStyle/>
          <a:p>
            <a:fld id="{7AA4E1D9-0434-4240-8DB7-30AB8902C1B3}" type="slidenum">
              <a:rPr lang="en-AU" smtClean="0"/>
              <a:t>‹#›</a:t>
            </a:fld>
            <a:endParaRPr lang="en-AU"/>
          </a:p>
        </p:txBody>
      </p:sp>
    </p:spTree>
    <p:extLst>
      <p:ext uri="{BB962C8B-B14F-4D97-AF65-F5344CB8AC3E}">
        <p14:creationId xmlns:p14="http://schemas.microsoft.com/office/powerpoint/2010/main" val="1092462334"/>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image" Target="../media/image2.png"/><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image" Target="../media/image3.png"/><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microsoft.com/office/2007/relationships/hdphoto" Target="../media/hdphoto1.wdp"/></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1069848" y="484632"/>
            <a:ext cx="10058400" cy="1609344"/>
          </a:xfrm>
          <a:prstGeom prst="rect">
            <a:avLst/>
          </a:prstGeom>
        </p:spPr>
        <p:txBody>
          <a:bodyPr vert="horz" lIns="91440" tIns="45720" rIns="91440" bIns="45720" rtlCol="0" anchor="ctr">
            <a:normAutofit/>
          </a:bodyPr>
          <a:lstStyle/>
          <a:p>
            <a:r>
              <a:rPr lang="en-US" smtClean="0"/>
              <a:t>Click to edit Master title style</a:t>
            </a:r>
            <a:endParaRPr lang="en-US" dirty="0"/>
          </a:p>
        </p:txBody>
      </p:sp>
      <p:sp>
        <p:nvSpPr>
          <p:cNvPr id="3" name="Text Placeholder 2"/>
          <p:cNvSpPr>
            <a:spLocks noGrp="1"/>
          </p:cNvSpPr>
          <p:nvPr>
            <p:ph type="body" idx="1"/>
          </p:nvPr>
        </p:nvSpPr>
        <p:spPr>
          <a:xfrm>
            <a:off x="1069848" y="2121408"/>
            <a:ext cx="10058400" cy="4050792"/>
          </a:xfrm>
          <a:prstGeom prst="rect">
            <a:avLst/>
          </a:prstGeom>
        </p:spPr>
        <p:txBody>
          <a:bodyPr vert="horz" lIns="91440" tIns="45720" rIns="91440" bIns="45720" rtlCol="0">
            <a:normAutofit/>
          </a:body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4" name="Date Placeholder 3"/>
          <p:cNvSpPr>
            <a:spLocks noGrp="1"/>
          </p:cNvSpPr>
          <p:nvPr>
            <p:ph type="dt" sz="half" idx="2"/>
          </p:nvPr>
        </p:nvSpPr>
        <p:spPr>
          <a:xfrm>
            <a:off x="7964424" y="6272784"/>
            <a:ext cx="3273552" cy="365125"/>
          </a:xfrm>
          <a:prstGeom prst="rect">
            <a:avLst/>
          </a:prstGeom>
        </p:spPr>
        <p:txBody>
          <a:bodyPr vert="horz" lIns="91440" tIns="45720" rIns="91440" bIns="45720" rtlCol="0" anchor="ctr"/>
          <a:lstStyle>
            <a:lvl1pPr algn="r">
              <a:defRPr sz="1100">
                <a:solidFill>
                  <a:schemeClr val="tx2"/>
                </a:solidFill>
              </a:defRPr>
            </a:lvl1pPr>
          </a:lstStyle>
          <a:p>
            <a:fld id="{8028E266-A743-424C-99B9-C5C0466F0783}" type="datetimeFigureOut">
              <a:rPr lang="en-AU" smtClean="0"/>
              <a:t>19/08/2019</a:t>
            </a:fld>
            <a:endParaRPr lang="en-AU"/>
          </a:p>
        </p:txBody>
      </p:sp>
      <p:sp>
        <p:nvSpPr>
          <p:cNvPr id="5" name="Footer Placeholder 4"/>
          <p:cNvSpPr>
            <a:spLocks noGrp="1"/>
          </p:cNvSpPr>
          <p:nvPr>
            <p:ph type="ftr" sz="quarter" idx="3"/>
          </p:nvPr>
        </p:nvSpPr>
        <p:spPr>
          <a:xfrm>
            <a:off x="1088136" y="6272784"/>
            <a:ext cx="6327648" cy="365125"/>
          </a:xfrm>
          <a:prstGeom prst="rect">
            <a:avLst/>
          </a:prstGeom>
        </p:spPr>
        <p:txBody>
          <a:bodyPr vert="horz" lIns="91440" tIns="45720" rIns="91440" bIns="45720" rtlCol="0" anchor="ctr"/>
          <a:lstStyle>
            <a:lvl1pPr algn="l">
              <a:defRPr sz="1100">
                <a:solidFill>
                  <a:schemeClr val="tx2"/>
                </a:solidFill>
              </a:defRPr>
            </a:lvl1pPr>
          </a:lstStyle>
          <a:p>
            <a:endParaRPr lang="en-AU"/>
          </a:p>
        </p:txBody>
      </p:sp>
      <p:grpSp>
        <p:nvGrpSpPr>
          <p:cNvPr id="7" name="Group 6"/>
          <p:cNvGrpSpPr>
            <a:grpSpLocks noChangeAspect="1"/>
          </p:cNvGrpSpPr>
          <p:nvPr/>
        </p:nvGrpSpPr>
        <p:grpSpPr>
          <a:xfrm>
            <a:off x="11401725" y="6229681"/>
            <a:ext cx="457200" cy="457200"/>
            <a:chOff x="11361456" y="6195813"/>
            <a:chExt cx="548640" cy="548640"/>
          </a:xfrm>
        </p:grpSpPr>
        <p:sp>
          <p:nvSpPr>
            <p:cNvPr id="8" name="Oval 7"/>
            <p:cNvSpPr/>
            <p:nvPr/>
          </p:nvSpPr>
          <p:spPr>
            <a:xfrm>
              <a:off x="11361456" y="6195813"/>
              <a:ext cx="548640" cy="548640"/>
            </a:xfrm>
            <a:prstGeom prst="ellipse">
              <a:avLst/>
            </a:prstGeom>
            <a:blipFill dpi="0" rotWithShape="1">
              <a:blip r:embed="rId13">
                <a:duotone>
                  <a:schemeClr val="accent1">
                    <a:shade val="45000"/>
                    <a:satMod val="135000"/>
                  </a:schemeClr>
                  <a:prstClr val="white"/>
                </a:duotone>
                <a:extLst>
                  <a:ext uri="{BEBA8EAE-BF5A-486C-A8C5-ECC9F3942E4B}">
                    <a14:imgProps xmlns:a14="http://schemas.microsoft.com/office/drawing/2010/main">
                      <a14:imgLayer r:embed="rId14">
                        <a14:imgEffect>
                          <a14:saturation sat="95000"/>
                        </a14:imgEffect>
                        <a14:imgEffect>
                          <a14:brightnessContrast bright="-40000" contrast="20000"/>
                        </a14:imgEffect>
                      </a14:imgLayer>
                    </a14:imgProps>
                  </a:ext>
                </a:extLst>
              </a:blip>
              <a:srcRect/>
              <a:tile tx="50800" ty="0" sx="85000" sy="85000" flip="none" algn="tl"/>
            </a:blipFill>
            <a:ln w="25400" cap="flat" cmpd="sng" algn="ctr">
              <a:noFill/>
              <a:prstDash val="solid"/>
            </a:ln>
            <a:effectLst/>
          </p:spPr>
        </p:sp>
        <p:sp>
          <p:nvSpPr>
            <p:cNvPr id="9" name="Oval 8"/>
            <p:cNvSpPr/>
            <p:nvPr/>
          </p:nvSpPr>
          <p:spPr>
            <a:xfrm>
              <a:off x="11396488" y="6230844"/>
              <a:ext cx="478576" cy="478578"/>
            </a:xfrm>
            <a:prstGeom prst="ellipse">
              <a:avLst/>
            </a:prstGeom>
            <a:noFill/>
            <a:ln w="12700" cap="flat" cmpd="sng" algn="ctr">
              <a:solidFill>
                <a:srgbClr val="FFFFFF"/>
              </a:solidFill>
              <a:prstDash val="solid"/>
            </a:ln>
            <a:effectLst/>
          </p:spPr>
        </p:sp>
      </p:grpSp>
      <p:sp>
        <p:nvSpPr>
          <p:cNvPr id="6" name="Slide Number Placeholder 5"/>
          <p:cNvSpPr>
            <a:spLocks noGrp="1"/>
          </p:cNvSpPr>
          <p:nvPr>
            <p:ph type="sldNum" sz="quarter" idx="4"/>
          </p:nvPr>
        </p:nvSpPr>
        <p:spPr>
          <a:xfrm>
            <a:off x="11311128" y="6272784"/>
            <a:ext cx="640080" cy="365125"/>
          </a:xfrm>
          <a:prstGeom prst="rect">
            <a:avLst/>
          </a:prstGeom>
        </p:spPr>
        <p:txBody>
          <a:bodyPr vert="horz" lIns="91440" tIns="45720" rIns="91440" bIns="45720" rtlCol="0" anchor="ctr"/>
          <a:lstStyle>
            <a:lvl1pPr algn="ctr">
              <a:defRPr sz="1400" b="1">
                <a:solidFill>
                  <a:srgbClr val="FFFFFF"/>
                </a:solidFill>
                <a:latin typeface="+mj-lt"/>
              </a:defRPr>
            </a:lvl1pPr>
          </a:lstStyle>
          <a:p>
            <a:fld id="{7AA4E1D9-0434-4240-8DB7-30AB8902C1B3}" type="slidenum">
              <a:rPr lang="en-AU" smtClean="0"/>
              <a:t>‹#›</a:t>
            </a:fld>
            <a:endParaRPr lang="en-AU"/>
          </a:p>
        </p:txBody>
      </p:sp>
    </p:spTree>
    <p:extLst>
      <p:ext uri="{BB962C8B-B14F-4D97-AF65-F5344CB8AC3E}">
        <p14:creationId xmlns:p14="http://schemas.microsoft.com/office/powerpoint/2010/main" val="2925873354"/>
      </p:ext>
    </p:extLst>
  </p:cSld>
  <p:clrMap bg1="lt1" tx1="dk1" bg2="lt2" tx2="dk2" accent1="accent1" accent2="accent2" accent3="accent3" accent4="accent4" accent5="accent5" accent6="accent6" hlink="hlink" folHlink="folHlink"/>
  <p:sldLayoutIdLst>
    <p:sldLayoutId id="2147483811" r:id="rId1"/>
    <p:sldLayoutId id="2147483812" r:id="rId2"/>
    <p:sldLayoutId id="2147483813" r:id="rId3"/>
    <p:sldLayoutId id="2147483814" r:id="rId4"/>
    <p:sldLayoutId id="2147483815" r:id="rId5"/>
    <p:sldLayoutId id="2147483816" r:id="rId6"/>
    <p:sldLayoutId id="2147483817" r:id="rId7"/>
    <p:sldLayoutId id="2147483818" r:id="rId8"/>
    <p:sldLayoutId id="2147483819" r:id="rId9"/>
    <p:sldLayoutId id="2147483820" r:id="rId10"/>
    <p:sldLayoutId id="2147483821" r:id="rId11"/>
  </p:sldLayoutIdLst>
  <p:txStyles>
    <p:titleStyle>
      <a:lvl1pPr algn="l" defTabSz="914400" rtl="0" eaLnBrk="1" latinLnBrk="0" hangingPunct="1">
        <a:lnSpc>
          <a:spcPct val="90000"/>
        </a:lnSpc>
        <a:spcBef>
          <a:spcPct val="0"/>
        </a:spcBef>
        <a:buNone/>
        <a:defRPr sz="5400" kern="1200" cap="all" baseline="0">
          <a:blipFill>
            <a:blip r:embed="rId15">
              <a:extLst>
                <a:ext uri="{28A0092B-C50C-407E-A947-70E740481C1C}">
                  <a14:useLocalDpi xmlns:a14="http://schemas.microsoft.com/office/drawing/2010/main" val="0"/>
                </a:ext>
              </a:extLst>
            </a:blip>
            <a:tile tx="6350" ty="-127000" sx="65000" sy="64000" flip="none" algn="tl"/>
          </a:blipFill>
          <a:latin typeface="+mj-lt"/>
          <a:ea typeface="+mj-ea"/>
          <a:cs typeface="+mj-cs"/>
        </a:defRPr>
      </a:lvl1pPr>
    </p:titleStyle>
    <p:bodyStyle>
      <a:lvl1pPr marL="182880" indent="-182880" algn="l" defTabSz="914400" rtl="0" eaLnBrk="1" latinLnBrk="0" hangingPunct="1">
        <a:lnSpc>
          <a:spcPct val="90000"/>
        </a:lnSpc>
        <a:spcBef>
          <a:spcPts val="1200"/>
        </a:spcBef>
        <a:buClr>
          <a:schemeClr val="accent1">
            <a:lumMod val="75000"/>
          </a:schemeClr>
        </a:buClr>
        <a:buSzPct val="85000"/>
        <a:buFont typeface="Wingdings" pitchFamily="2" charset="2"/>
        <a:buChar char="§"/>
        <a:defRPr sz="2000" kern="1200">
          <a:solidFill>
            <a:schemeClr val="tx1"/>
          </a:solidFill>
          <a:latin typeface="+mn-lt"/>
          <a:ea typeface="+mn-ea"/>
          <a:cs typeface="+mn-cs"/>
        </a:defRPr>
      </a:lvl1pPr>
      <a:lvl2pPr marL="457200" indent="-182880" algn="l" defTabSz="914400" rtl="0" eaLnBrk="1" latinLnBrk="0" hangingPunct="1">
        <a:lnSpc>
          <a:spcPct val="90000"/>
        </a:lnSpc>
        <a:spcBef>
          <a:spcPts val="400"/>
        </a:spcBef>
        <a:spcAft>
          <a:spcPts val="200"/>
        </a:spcAft>
        <a:buClr>
          <a:schemeClr val="accent1">
            <a:lumMod val="75000"/>
          </a:schemeClr>
        </a:buClr>
        <a:buSzPct val="85000"/>
        <a:buFont typeface="Wingdings" pitchFamily="2" charset="2"/>
        <a:buChar char="§"/>
        <a:defRPr sz="1800" kern="1200">
          <a:solidFill>
            <a:schemeClr val="tx1"/>
          </a:solidFill>
          <a:latin typeface="+mn-lt"/>
          <a:ea typeface="+mn-ea"/>
          <a:cs typeface="+mn-cs"/>
        </a:defRPr>
      </a:lvl2pPr>
      <a:lvl3pPr marL="731520" indent="-182880" algn="l" defTabSz="914400" rtl="0" eaLnBrk="1" latinLnBrk="0" hangingPunct="1">
        <a:lnSpc>
          <a:spcPct val="90000"/>
        </a:lnSpc>
        <a:spcBef>
          <a:spcPts val="400"/>
        </a:spcBef>
        <a:spcAft>
          <a:spcPts val="200"/>
        </a:spcAft>
        <a:buClr>
          <a:schemeClr val="accent1">
            <a:lumMod val="75000"/>
          </a:schemeClr>
        </a:buClr>
        <a:buSzPct val="85000"/>
        <a:buFont typeface="Wingdings" pitchFamily="2" charset="2"/>
        <a:buChar char="§"/>
        <a:defRPr sz="1600" kern="1200">
          <a:solidFill>
            <a:schemeClr val="tx1"/>
          </a:solidFill>
          <a:latin typeface="+mn-lt"/>
          <a:ea typeface="+mn-ea"/>
          <a:cs typeface="+mn-cs"/>
        </a:defRPr>
      </a:lvl3pPr>
      <a:lvl4pPr marL="1005840" indent="-182880" algn="l" defTabSz="914400" rtl="0" eaLnBrk="1" latinLnBrk="0" hangingPunct="1">
        <a:lnSpc>
          <a:spcPct val="90000"/>
        </a:lnSpc>
        <a:spcBef>
          <a:spcPts val="400"/>
        </a:spcBef>
        <a:spcAft>
          <a:spcPts val="200"/>
        </a:spcAft>
        <a:buClr>
          <a:schemeClr val="accent1">
            <a:lumMod val="75000"/>
          </a:schemeClr>
        </a:buClr>
        <a:buSzPct val="85000"/>
        <a:buFont typeface="Wingdings" pitchFamily="2" charset="2"/>
        <a:buChar char="§"/>
        <a:defRPr sz="1600" kern="1200">
          <a:solidFill>
            <a:schemeClr val="tx1"/>
          </a:solidFill>
          <a:latin typeface="+mn-lt"/>
          <a:ea typeface="+mn-ea"/>
          <a:cs typeface="+mn-cs"/>
        </a:defRPr>
      </a:lvl4pPr>
      <a:lvl5pPr marL="1280160" indent="-182880" algn="l" defTabSz="914400" rtl="0" eaLnBrk="1" latinLnBrk="0" hangingPunct="1">
        <a:lnSpc>
          <a:spcPct val="90000"/>
        </a:lnSpc>
        <a:spcBef>
          <a:spcPts val="400"/>
        </a:spcBef>
        <a:spcAft>
          <a:spcPts val="200"/>
        </a:spcAft>
        <a:buClr>
          <a:schemeClr val="accent1">
            <a:lumMod val="75000"/>
          </a:schemeClr>
        </a:buClr>
        <a:buSzPct val="85000"/>
        <a:buFont typeface="Wingdings" pitchFamily="2" charset="2"/>
        <a:buChar char="§"/>
        <a:defRPr sz="1600" kern="1200">
          <a:solidFill>
            <a:schemeClr val="tx1"/>
          </a:solidFill>
          <a:latin typeface="+mn-lt"/>
          <a:ea typeface="+mn-ea"/>
          <a:cs typeface="+mn-cs"/>
        </a:defRPr>
      </a:lvl5pPr>
      <a:lvl6pPr marL="1600000" indent="-228600" algn="l" defTabSz="914400" rtl="0" eaLnBrk="1" latinLnBrk="0" hangingPunct="1">
        <a:lnSpc>
          <a:spcPct val="90000"/>
        </a:lnSpc>
        <a:spcBef>
          <a:spcPts val="400"/>
        </a:spcBef>
        <a:spcAft>
          <a:spcPts val="200"/>
        </a:spcAft>
        <a:buClr>
          <a:schemeClr val="accent1">
            <a:lumMod val="75000"/>
          </a:schemeClr>
        </a:buClr>
        <a:buSzPct val="85000"/>
        <a:buFont typeface="Wingdings" pitchFamily="2" charset="2"/>
        <a:buChar char="§"/>
        <a:defRPr sz="1600" kern="1200">
          <a:solidFill>
            <a:schemeClr val="tx1"/>
          </a:solidFill>
          <a:latin typeface="+mn-lt"/>
          <a:ea typeface="+mn-ea"/>
          <a:cs typeface="+mn-cs"/>
        </a:defRPr>
      </a:lvl6pPr>
      <a:lvl7pPr marL="1900000" indent="-228600" algn="l" defTabSz="914400" rtl="0" eaLnBrk="1" latinLnBrk="0" hangingPunct="1">
        <a:lnSpc>
          <a:spcPct val="90000"/>
        </a:lnSpc>
        <a:spcBef>
          <a:spcPts val="400"/>
        </a:spcBef>
        <a:spcAft>
          <a:spcPts val="200"/>
        </a:spcAft>
        <a:buClr>
          <a:schemeClr val="accent1">
            <a:lumMod val="75000"/>
          </a:schemeClr>
        </a:buClr>
        <a:buSzPct val="85000"/>
        <a:buFont typeface="Wingdings" pitchFamily="2" charset="2"/>
        <a:buChar char="§"/>
        <a:defRPr sz="1600" kern="1200">
          <a:solidFill>
            <a:schemeClr val="tx1"/>
          </a:solidFill>
          <a:latin typeface="+mn-lt"/>
          <a:ea typeface="+mn-ea"/>
          <a:cs typeface="+mn-cs"/>
        </a:defRPr>
      </a:lvl7pPr>
      <a:lvl8pPr marL="2200000" indent="-228600" algn="l" defTabSz="914400" rtl="0" eaLnBrk="1" latinLnBrk="0" hangingPunct="1">
        <a:lnSpc>
          <a:spcPct val="90000"/>
        </a:lnSpc>
        <a:spcBef>
          <a:spcPts val="400"/>
        </a:spcBef>
        <a:spcAft>
          <a:spcPts val="200"/>
        </a:spcAft>
        <a:buClr>
          <a:schemeClr val="accent1">
            <a:lumMod val="75000"/>
          </a:schemeClr>
        </a:buClr>
        <a:buSzPct val="85000"/>
        <a:buFont typeface="Wingdings" pitchFamily="2" charset="2"/>
        <a:buChar char="§"/>
        <a:defRPr sz="1600" kern="1200">
          <a:solidFill>
            <a:schemeClr val="tx1"/>
          </a:solidFill>
          <a:latin typeface="+mn-lt"/>
          <a:ea typeface="+mn-ea"/>
          <a:cs typeface="+mn-cs"/>
        </a:defRPr>
      </a:lvl8pPr>
      <a:lvl9pPr marL="2500000" indent="-228600" algn="l" defTabSz="914400" rtl="0" eaLnBrk="1" latinLnBrk="0" hangingPunct="1">
        <a:lnSpc>
          <a:spcPct val="90000"/>
        </a:lnSpc>
        <a:spcBef>
          <a:spcPts val="400"/>
        </a:spcBef>
        <a:spcAft>
          <a:spcPts val="200"/>
        </a:spcAft>
        <a:buClr>
          <a:schemeClr val="accent1">
            <a:lumMod val="75000"/>
          </a:schemeClr>
        </a:buClr>
        <a:buSzPct val="85000"/>
        <a:buFont typeface="Wingdings" pitchFamily="2" charset="2"/>
        <a:buChar char="§"/>
        <a:defRPr sz="16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ext>
  </p:extLst>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p:txBody>
          <a:bodyPr/>
          <a:lstStyle/>
          <a:p>
            <a:r>
              <a:rPr lang="en-AU" b="1" dirty="0"/>
              <a:t>Preparing for an </a:t>
            </a:r>
            <a:r>
              <a:rPr lang="en-AU" b="1" dirty="0" smtClean="0"/>
              <a:t>Interview</a:t>
            </a:r>
            <a:endParaRPr lang="en-AU" dirty="0"/>
          </a:p>
        </p:txBody>
      </p:sp>
      <p:sp>
        <p:nvSpPr>
          <p:cNvPr id="3" name="Subtitle 2"/>
          <p:cNvSpPr>
            <a:spLocks noGrp="1"/>
          </p:cNvSpPr>
          <p:nvPr>
            <p:ph type="subTitle" idx="1"/>
          </p:nvPr>
        </p:nvSpPr>
        <p:spPr/>
        <p:txBody>
          <a:bodyPr/>
          <a:lstStyle/>
          <a:p>
            <a:r>
              <a:rPr lang="en-AU" smtClean="0"/>
              <a:t>Mr Payne</a:t>
            </a:r>
            <a:endParaRPr lang="en-AU"/>
          </a:p>
        </p:txBody>
      </p:sp>
    </p:spTree>
    <p:extLst>
      <p:ext uri="{BB962C8B-B14F-4D97-AF65-F5344CB8AC3E}">
        <p14:creationId xmlns:p14="http://schemas.microsoft.com/office/powerpoint/2010/main" val="3376924823"/>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AU" dirty="0" smtClean="0"/>
              <a:t>GETTING STARTED</a:t>
            </a:r>
            <a:endParaRPr lang="en-AU" dirty="0"/>
          </a:p>
        </p:txBody>
      </p:sp>
      <p:sp>
        <p:nvSpPr>
          <p:cNvPr id="3" name="Content Placeholder 2"/>
          <p:cNvSpPr>
            <a:spLocks noGrp="1"/>
          </p:cNvSpPr>
          <p:nvPr>
            <p:ph idx="1"/>
          </p:nvPr>
        </p:nvSpPr>
        <p:spPr/>
        <p:txBody>
          <a:bodyPr>
            <a:normAutofit/>
          </a:bodyPr>
          <a:lstStyle/>
          <a:p>
            <a:r>
              <a:rPr lang="en-AU" dirty="0"/>
              <a:t>1. Make a list of people from your community that you'd like to find out more about?</a:t>
            </a:r>
          </a:p>
          <a:p>
            <a:r>
              <a:rPr lang="en-AU" dirty="0"/>
              <a:t>2. Do some research on these people. What are they known for doing in their community? If necessary, talk to them and find out what they do that might be interesting to interview them about.</a:t>
            </a:r>
          </a:p>
          <a:p>
            <a:r>
              <a:rPr lang="en-AU" dirty="0"/>
              <a:t>3. Draw up an outline for the interview ahead of time. This involves selecting general topics or issues to explore.</a:t>
            </a:r>
          </a:p>
          <a:p>
            <a:r>
              <a:rPr lang="en-AU" dirty="0"/>
              <a:t>4. Give the interviewee the outline ahead of time so that they can see the topics you'd like to discuss. Explain what you plan to do with the interview and who will have access to it</a:t>
            </a:r>
            <a:r>
              <a:rPr lang="en-AU" dirty="0" smtClean="0"/>
              <a:t>.</a:t>
            </a:r>
            <a:endParaRPr lang="en-AU" dirty="0"/>
          </a:p>
        </p:txBody>
      </p:sp>
    </p:spTree>
    <p:extLst>
      <p:ext uri="{BB962C8B-B14F-4D97-AF65-F5344CB8AC3E}">
        <p14:creationId xmlns:p14="http://schemas.microsoft.com/office/powerpoint/2010/main" val="3788320092"/>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AU" dirty="0" smtClean="0"/>
              <a:t>OPEN QUESTIONS</a:t>
            </a:r>
            <a:endParaRPr lang="en-AU" dirty="0"/>
          </a:p>
        </p:txBody>
      </p:sp>
      <p:sp>
        <p:nvSpPr>
          <p:cNvPr id="3" name="Content Placeholder 2"/>
          <p:cNvSpPr>
            <a:spLocks noGrp="1"/>
          </p:cNvSpPr>
          <p:nvPr>
            <p:ph idx="1"/>
          </p:nvPr>
        </p:nvSpPr>
        <p:spPr>
          <a:xfrm>
            <a:off x="1295401" y="2556932"/>
            <a:ext cx="9601196" cy="3606362"/>
          </a:xfrm>
        </p:spPr>
        <p:txBody>
          <a:bodyPr>
            <a:normAutofit fontScale="92500" lnSpcReduction="20000"/>
          </a:bodyPr>
          <a:lstStyle/>
          <a:p>
            <a:r>
              <a:rPr lang="en-AU" dirty="0"/>
              <a:t>5. Create questions to ask about each topic or issue you want to explore.</a:t>
            </a:r>
          </a:p>
          <a:p>
            <a:r>
              <a:rPr lang="en-AU" dirty="0"/>
              <a:t>6. Once the interviewee begins talking, don't interrupt them. Interruptions disrupt the flow of their narrative, break their concentration, and mean you may never get to hear the rest of what they had to say. Wait until they complete their train of thought to ask a follow-up question or introduce a new topic.</a:t>
            </a:r>
          </a:p>
          <a:p>
            <a:r>
              <a:rPr lang="en-AU" dirty="0"/>
              <a:t>7. Don't just follow questions on a list. Instead, ask a question and then listen and build on what they say with follow-up questions</a:t>
            </a:r>
            <a:r>
              <a:rPr lang="en-AU" dirty="0" smtClean="0"/>
              <a:t>.</a:t>
            </a:r>
          </a:p>
          <a:p>
            <a:r>
              <a:rPr lang="en-AU" dirty="0"/>
              <a:t>8. Open up a new topic with a large question that allows the interviewee to describe their experience at length. Questions that begin "Tell me about . . ." or "Can you describe . . ." are good ways of stimulating the interviewee's memory and allowing them to generate their own story rather than simply responding to the predetermined forms that you lay out. In general, think of the various topics of your interview as structured like an inverted pyramid: broad, general questions first, followed by follow-up questions that ask for more detail</a:t>
            </a:r>
            <a:r>
              <a:rPr lang="en-AU" dirty="0" smtClean="0"/>
              <a:t>.</a:t>
            </a:r>
            <a:endParaRPr lang="en-AU" dirty="0"/>
          </a:p>
          <a:p>
            <a:endParaRPr lang="en-AU" dirty="0"/>
          </a:p>
        </p:txBody>
      </p:sp>
    </p:spTree>
    <p:extLst>
      <p:ext uri="{BB962C8B-B14F-4D97-AF65-F5344CB8AC3E}">
        <p14:creationId xmlns:p14="http://schemas.microsoft.com/office/powerpoint/2010/main" val="1030802568"/>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AU" dirty="0" smtClean="0"/>
              <a:t>NARRATIVES</a:t>
            </a:r>
            <a:endParaRPr lang="en-AU" dirty="0"/>
          </a:p>
        </p:txBody>
      </p:sp>
      <p:sp>
        <p:nvSpPr>
          <p:cNvPr id="3" name="Content Placeholder 2"/>
          <p:cNvSpPr>
            <a:spLocks noGrp="1"/>
          </p:cNvSpPr>
          <p:nvPr>
            <p:ph idx="1"/>
          </p:nvPr>
        </p:nvSpPr>
        <p:spPr/>
        <p:txBody>
          <a:bodyPr/>
          <a:lstStyle/>
          <a:p>
            <a:r>
              <a:rPr lang="en-AU" dirty="0"/>
              <a:t>9. Remember that what you are after are narratives-stories, that is, that convey the interviewee's experience- not just facts or opinions. Though you may be looking for some facts (the </a:t>
            </a:r>
            <a:r>
              <a:rPr lang="en-AU" dirty="0" err="1"/>
              <a:t>whos</a:t>
            </a:r>
            <a:r>
              <a:rPr lang="en-AU" dirty="0"/>
              <a:t>, </a:t>
            </a:r>
            <a:r>
              <a:rPr lang="en-AU" dirty="0" err="1"/>
              <a:t>wheres</a:t>
            </a:r>
            <a:r>
              <a:rPr lang="en-AU" dirty="0"/>
              <a:t>, and </a:t>
            </a:r>
            <a:r>
              <a:rPr lang="en-AU" dirty="0" err="1"/>
              <a:t>whens</a:t>
            </a:r>
            <a:r>
              <a:rPr lang="en-AU" dirty="0"/>
              <a:t>), you'll also want to ask questions that will lead people to talk about their lives more reflectively and in greater detail (the whys, </a:t>
            </a:r>
            <a:r>
              <a:rPr lang="en-AU" dirty="0" err="1"/>
              <a:t>hows</a:t>
            </a:r>
            <a:r>
              <a:rPr lang="en-AU" dirty="0"/>
              <a:t>, and </a:t>
            </a:r>
            <a:r>
              <a:rPr lang="en-AU" dirty="0" err="1"/>
              <a:t>whats</a:t>
            </a:r>
            <a:r>
              <a:rPr lang="en-AU" dirty="0"/>
              <a:t>).</a:t>
            </a:r>
          </a:p>
          <a:p>
            <a:endParaRPr lang="en-AU" dirty="0"/>
          </a:p>
        </p:txBody>
      </p:sp>
    </p:spTree>
    <p:extLst>
      <p:ext uri="{BB962C8B-B14F-4D97-AF65-F5344CB8AC3E}">
        <p14:creationId xmlns:p14="http://schemas.microsoft.com/office/powerpoint/2010/main" val="133043804"/>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AU" dirty="0" smtClean="0"/>
              <a:t>ASK QUESTIONS</a:t>
            </a:r>
            <a:endParaRPr lang="en-AU" dirty="0"/>
          </a:p>
        </p:txBody>
      </p:sp>
      <p:sp>
        <p:nvSpPr>
          <p:cNvPr id="3" name="Content Placeholder 2"/>
          <p:cNvSpPr>
            <a:spLocks noGrp="1"/>
          </p:cNvSpPr>
          <p:nvPr>
            <p:ph idx="1"/>
          </p:nvPr>
        </p:nvSpPr>
        <p:spPr/>
        <p:txBody>
          <a:bodyPr>
            <a:normAutofit/>
          </a:bodyPr>
          <a:lstStyle/>
          <a:p>
            <a:r>
              <a:rPr lang="en-AU" dirty="0"/>
              <a:t>10. Simply because you are respecting the interviewee's right to tell their story the way the want it told doesn't mean you shouldn't challenge them when necessary. If you know there is more to a story than they are telling or if they seem to be glossing over negative aspects or alternative views, find ways to suggest contradictions or raise alternatives that don't attack them directly. If the interviewee gives a very one-sided view of a conflict, ask them if they can provide any explanations for why the other party behaved the way they did or what their viewpoint was. If they leave out crucial information, indicate that you've heard other versions of the story and ask if they know any way to reconcile the two. In general, if the interviewee expresses very decided opinions on an issue, raise possible objections in a very neutral way without implying that the objections are your opinion ("I've heard it said that . . ." or "I understand what you're saying, but what would you say to the objection that . . </a:t>
            </a:r>
            <a:r>
              <a:rPr lang="en-AU" dirty="0" smtClean="0"/>
              <a:t>.").</a:t>
            </a:r>
            <a:endParaRPr lang="en-AU" dirty="0"/>
          </a:p>
        </p:txBody>
      </p:sp>
    </p:spTree>
    <p:extLst>
      <p:ext uri="{BB962C8B-B14F-4D97-AF65-F5344CB8AC3E}">
        <p14:creationId xmlns:p14="http://schemas.microsoft.com/office/powerpoint/2010/main" val="1346831355"/>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AU" dirty="0"/>
              <a:t>WRITING YOUR QUESTIONS</a:t>
            </a:r>
          </a:p>
        </p:txBody>
      </p:sp>
      <p:sp>
        <p:nvSpPr>
          <p:cNvPr id="3" name="Content Placeholder 2"/>
          <p:cNvSpPr>
            <a:spLocks noGrp="1"/>
          </p:cNvSpPr>
          <p:nvPr>
            <p:ph idx="1"/>
          </p:nvPr>
        </p:nvSpPr>
        <p:spPr/>
        <p:txBody>
          <a:bodyPr/>
          <a:lstStyle/>
          <a:p>
            <a:r>
              <a:rPr lang="en-AU" b="1" dirty="0"/>
              <a:t>I. Early Childhood and Family </a:t>
            </a:r>
            <a:r>
              <a:rPr lang="en-AU" b="1" dirty="0" smtClean="0"/>
              <a:t>Background</a:t>
            </a:r>
          </a:p>
          <a:p>
            <a:r>
              <a:rPr lang="en-AU" b="1" dirty="0"/>
              <a:t>II. Teenage Years</a:t>
            </a:r>
            <a:endParaRPr lang="en-AU" dirty="0"/>
          </a:p>
          <a:p>
            <a:r>
              <a:rPr lang="en-AU" b="1" dirty="0"/>
              <a:t>III. Adulthood</a:t>
            </a:r>
            <a:endParaRPr lang="en-AU" dirty="0"/>
          </a:p>
          <a:p>
            <a:r>
              <a:rPr lang="en-AU" b="1" dirty="0"/>
              <a:t>IV. Overview and Evaluation</a:t>
            </a:r>
            <a:endParaRPr lang="en-AU" dirty="0"/>
          </a:p>
          <a:p>
            <a:endParaRPr lang="en-AU" dirty="0"/>
          </a:p>
          <a:p>
            <a:endParaRPr lang="en-AU" dirty="0"/>
          </a:p>
        </p:txBody>
      </p:sp>
    </p:spTree>
    <p:extLst>
      <p:ext uri="{BB962C8B-B14F-4D97-AF65-F5344CB8AC3E}">
        <p14:creationId xmlns:p14="http://schemas.microsoft.com/office/powerpoint/2010/main" val="258405644"/>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371600" y="92034"/>
            <a:ext cx="9601200" cy="905493"/>
          </a:xfrm>
        </p:spPr>
        <p:txBody>
          <a:bodyPr>
            <a:normAutofit/>
          </a:bodyPr>
          <a:lstStyle/>
          <a:p>
            <a:pPr algn="ctr"/>
            <a:r>
              <a:rPr lang="en-AU" sz="5400" b="1" dirty="0" smtClean="0"/>
              <a:t>A. Parents and Family</a:t>
            </a:r>
            <a:endParaRPr lang="en-AU" sz="5400" dirty="0"/>
          </a:p>
        </p:txBody>
      </p:sp>
      <p:sp>
        <p:nvSpPr>
          <p:cNvPr id="3" name="Content Placeholder 2"/>
          <p:cNvSpPr>
            <a:spLocks noGrp="1"/>
          </p:cNvSpPr>
          <p:nvPr>
            <p:ph idx="1"/>
          </p:nvPr>
        </p:nvSpPr>
        <p:spPr>
          <a:xfrm>
            <a:off x="1371600" y="795648"/>
            <a:ext cx="9601200" cy="6062352"/>
          </a:xfrm>
        </p:spPr>
        <p:txBody>
          <a:bodyPr>
            <a:normAutofit fontScale="77500" lnSpcReduction="20000"/>
          </a:bodyPr>
          <a:lstStyle/>
          <a:p>
            <a:pPr lvl="0"/>
            <a:r>
              <a:rPr lang="en-AU" dirty="0" smtClean="0"/>
              <a:t>Ask </a:t>
            </a:r>
            <a:r>
              <a:rPr lang="en-AU" dirty="0"/>
              <a:t>when and where they were born and then start off with a general question: "Tell me about your parents" or "Tell me about your family background"</a:t>
            </a:r>
          </a:p>
          <a:p>
            <a:pPr lvl="0"/>
            <a:r>
              <a:rPr lang="en-AU" dirty="0"/>
              <a:t>Where was family originally from? What do they know about that place? Have they ever visited it?</a:t>
            </a:r>
          </a:p>
          <a:p>
            <a:pPr lvl="0"/>
            <a:r>
              <a:rPr lang="en-AU" dirty="0"/>
              <a:t>What stories did they hear growing up about earlier ancestors whom they never knew?</a:t>
            </a:r>
          </a:p>
          <a:p>
            <a:pPr lvl="0"/>
            <a:r>
              <a:rPr lang="en-AU" dirty="0"/>
              <a:t>What parents did for a living? As a child, did they contribute to the family income or help parents in their work in any way?</a:t>
            </a:r>
          </a:p>
          <a:p>
            <a:pPr lvl="0"/>
            <a:r>
              <a:rPr lang="en-AU" dirty="0"/>
              <a:t>What was parents' religious background? How was religion observed in their home?</a:t>
            </a:r>
          </a:p>
          <a:p>
            <a:pPr lvl="0"/>
            <a:r>
              <a:rPr lang="en-AU" dirty="0"/>
              <a:t>What were parents' political beliefs? What political or other organizations were they involved in?</a:t>
            </a:r>
          </a:p>
          <a:p>
            <a:pPr lvl="0"/>
            <a:r>
              <a:rPr lang="en-AU" dirty="0"/>
              <a:t>What other relatives did they have contact with growing up?</a:t>
            </a:r>
          </a:p>
          <a:p>
            <a:pPr lvl="0"/>
            <a:r>
              <a:rPr lang="en-AU" dirty="0"/>
              <a:t>What do they remember about their grandparents?</a:t>
            </a:r>
          </a:p>
          <a:p>
            <a:pPr lvl="0"/>
            <a:r>
              <a:rPr lang="en-AU" dirty="0"/>
              <a:t>Describe their siblings and their interactions with when they were young. What did they do together? What conflicts did they have? Who were they closest to?</a:t>
            </a:r>
          </a:p>
          <a:p>
            <a:pPr lvl="0"/>
            <a:r>
              <a:rPr lang="en-AU" dirty="0"/>
              <a:t>Describe the house they grew up in. Describe their room.</a:t>
            </a:r>
          </a:p>
          <a:p>
            <a:pPr lvl="0"/>
            <a:r>
              <a:rPr lang="en-AU" dirty="0"/>
              <a:t>What were family's economic circumstances? Do they remember any times when money was tight? Do they remember having to do without things they wanted or needed?</a:t>
            </a:r>
          </a:p>
          <a:p>
            <a:pPr lvl="0"/>
            <a:r>
              <a:rPr lang="en-AU" dirty="0"/>
              <a:t>What were their duties around the house as a child? What were the other children's duties? How did duties break down by gender?</a:t>
            </a:r>
          </a:p>
          <a:p>
            <a:pPr lvl="0"/>
            <a:r>
              <a:rPr lang="en-AU" dirty="0"/>
              <a:t>What skills did they learn (e.g., cooking, carpentry, crafts) and who taught them? What activities did the family do together?</a:t>
            </a:r>
          </a:p>
          <a:p>
            <a:pPr lvl="0"/>
            <a:r>
              <a:rPr lang="en-AU" dirty="0"/>
              <a:t>Any special food they remember from their childhood? Do they currently make any traditional family foods?</a:t>
            </a:r>
          </a:p>
          <a:p>
            <a:pPr lvl="0"/>
            <a:r>
              <a:rPr lang="en-AU" dirty="0"/>
              <a:t>What did they do on Christmas? Thanksgiving? Birthdays? Other holidays</a:t>
            </a:r>
            <a:r>
              <a:rPr lang="en-AU" dirty="0" smtClean="0"/>
              <a:t>?</a:t>
            </a:r>
            <a:endParaRPr lang="en-AU" dirty="0"/>
          </a:p>
        </p:txBody>
      </p:sp>
    </p:spTree>
    <p:extLst>
      <p:ext uri="{BB962C8B-B14F-4D97-AF65-F5344CB8AC3E}">
        <p14:creationId xmlns:p14="http://schemas.microsoft.com/office/powerpoint/2010/main" val="1842314571"/>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AU" b="1" dirty="0"/>
              <a:t>B. Community Grew Up </a:t>
            </a:r>
            <a:r>
              <a:rPr lang="en-AU" b="1" dirty="0" smtClean="0"/>
              <a:t>In</a:t>
            </a:r>
            <a:endParaRPr lang="en-AU" dirty="0"/>
          </a:p>
        </p:txBody>
      </p:sp>
      <p:sp>
        <p:nvSpPr>
          <p:cNvPr id="3" name="Content Placeholder 2"/>
          <p:cNvSpPr>
            <a:spLocks noGrp="1"/>
          </p:cNvSpPr>
          <p:nvPr>
            <p:ph idx="1"/>
          </p:nvPr>
        </p:nvSpPr>
        <p:spPr/>
        <p:txBody>
          <a:bodyPr/>
          <a:lstStyle/>
          <a:p>
            <a:pPr lvl="0"/>
            <a:r>
              <a:rPr lang="en-AU" dirty="0" smtClean="0"/>
              <a:t>Describe </a:t>
            </a:r>
            <a:r>
              <a:rPr lang="en-AU" dirty="0"/>
              <a:t>the community they grew up in and especially their own </a:t>
            </a:r>
            <a:r>
              <a:rPr lang="en-AU" dirty="0" err="1"/>
              <a:t>neighborhood</a:t>
            </a:r>
            <a:r>
              <a:rPr lang="en-AU" dirty="0"/>
              <a:t>.</a:t>
            </a:r>
          </a:p>
          <a:p>
            <a:pPr lvl="0"/>
            <a:r>
              <a:rPr lang="en-AU" dirty="0"/>
              <a:t>Races and ethnicities in </a:t>
            </a:r>
            <a:r>
              <a:rPr lang="en-AU" dirty="0" err="1"/>
              <a:t>neighborhood</a:t>
            </a:r>
            <a:r>
              <a:rPr lang="en-AU" dirty="0"/>
              <a:t>, what people did for a living, class differences.</a:t>
            </a:r>
          </a:p>
          <a:p>
            <a:pPr lvl="0"/>
            <a:r>
              <a:rPr lang="en-AU" dirty="0"/>
              <a:t>Where did they shop? What was the largest town or city they remember visiting when they were young and what were their impression of it?</a:t>
            </a:r>
          </a:p>
          <a:p>
            <a:endParaRPr lang="en-AU" dirty="0"/>
          </a:p>
        </p:txBody>
      </p:sp>
    </p:spTree>
    <p:extLst>
      <p:ext uri="{BB962C8B-B14F-4D97-AF65-F5344CB8AC3E}">
        <p14:creationId xmlns:p14="http://schemas.microsoft.com/office/powerpoint/2010/main" val="3388318910"/>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AU" b="1" dirty="0"/>
              <a:t>C. Early </a:t>
            </a:r>
            <a:r>
              <a:rPr lang="en-AU" b="1" dirty="0" smtClean="0"/>
              <a:t>Schooling</a:t>
            </a:r>
            <a:endParaRPr lang="en-AU" dirty="0"/>
          </a:p>
        </p:txBody>
      </p:sp>
      <p:sp>
        <p:nvSpPr>
          <p:cNvPr id="3" name="Content Placeholder 2"/>
          <p:cNvSpPr>
            <a:spLocks noGrp="1"/>
          </p:cNvSpPr>
          <p:nvPr>
            <p:ph idx="1"/>
          </p:nvPr>
        </p:nvSpPr>
        <p:spPr/>
        <p:txBody>
          <a:bodyPr/>
          <a:lstStyle/>
          <a:p>
            <a:pPr lvl="0"/>
            <a:r>
              <a:rPr lang="en-AU" dirty="0" smtClean="0"/>
              <a:t>Description </a:t>
            </a:r>
            <a:r>
              <a:rPr lang="en-AU" dirty="0"/>
              <a:t>of school they attended. What was school like for them? What did they like about it? What was hard about it?</a:t>
            </a:r>
          </a:p>
          <a:p>
            <a:pPr lvl="0"/>
            <a:r>
              <a:rPr lang="en-AU" dirty="0"/>
              <a:t>Friends. </a:t>
            </a:r>
            <a:r>
              <a:rPr lang="en-AU" dirty="0" err="1"/>
              <a:t>Favorite</a:t>
            </a:r>
            <a:r>
              <a:rPr lang="en-AU" dirty="0"/>
              <a:t> teachers.</a:t>
            </a:r>
          </a:p>
          <a:p>
            <a:pPr lvl="0"/>
            <a:r>
              <a:rPr lang="en-AU" dirty="0" err="1"/>
              <a:t>Favorite</a:t>
            </a:r>
            <a:r>
              <a:rPr lang="en-AU" dirty="0"/>
              <a:t> subjects. </a:t>
            </a:r>
          </a:p>
          <a:p>
            <a:pPr lvl="0"/>
            <a:r>
              <a:rPr lang="en-AU" dirty="0"/>
              <a:t>Special activities.</a:t>
            </a:r>
          </a:p>
          <a:p>
            <a:pPr lvl="0"/>
            <a:r>
              <a:rPr lang="en-AU" dirty="0"/>
              <a:t>Discipline.</a:t>
            </a:r>
          </a:p>
          <a:p>
            <a:pPr lvl="0"/>
            <a:r>
              <a:rPr lang="en-AU" dirty="0"/>
              <a:t>Any teasing or bullying.</a:t>
            </a:r>
          </a:p>
        </p:txBody>
      </p:sp>
    </p:spTree>
    <p:extLst>
      <p:ext uri="{BB962C8B-B14F-4D97-AF65-F5344CB8AC3E}">
        <p14:creationId xmlns:p14="http://schemas.microsoft.com/office/powerpoint/2010/main" val="3191678642"/>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AU" b="1" dirty="0"/>
              <a:t>D. Friends and </a:t>
            </a:r>
            <a:r>
              <a:rPr lang="en-AU" b="1" dirty="0" smtClean="0"/>
              <a:t>Interests</a:t>
            </a:r>
            <a:endParaRPr lang="en-AU" dirty="0"/>
          </a:p>
        </p:txBody>
      </p:sp>
      <p:sp>
        <p:nvSpPr>
          <p:cNvPr id="3" name="Content Placeholder 2"/>
          <p:cNvSpPr>
            <a:spLocks noGrp="1"/>
          </p:cNvSpPr>
          <p:nvPr>
            <p:ph idx="1"/>
          </p:nvPr>
        </p:nvSpPr>
        <p:spPr/>
        <p:txBody>
          <a:bodyPr/>
          <a:lstStyle/>
          <a:p>
            <a:pPr lvl="0"/>
            <a:r>
              <a:rPr lang="en-AU" dirty="0" smtClean="0"/>
              <a:t>What </a:t>
            </a:r>
            <a:r>
              <a:rPr lang="en-AU" dirty="0"/>
              <a:t>did they do in their spare time?</a:t>
            </a:r>
          </a:p>
          <a:p>
            <a:pPr lvl="0"/>
            <a:r>
              <a:rPr lang="en-AU" dirty="0"/>
              <a:t>Who were their friends and what did they do when they got together?</a:t>
            </a:r>
          </a:p>
          <a:p>
            <a:pPr lvl="0"/>
            <a:r>
              <a:rPr lang="en-AU" dirty="0"/>
              <a:t>Hobbies? </a:t>
            </a:r>
            <a:r>
              <a:rPr lang="en-AU" dirty="0" err="1"/>
              <a:t>Favorite</a:t>
            </a:r>
            <a:r>
              <a:rPr lang="en-AU" dirty="0"/>
              <a:t> stories? </a:t>
            </a:r>
            <a:r>
              <a:rPr lang="en-AU" dirty="0" err="1"/>
              <a:t>Favorite</a:t>
            </a:r>
            <a:r>
              <a:rPr lang="en-AU" dirty="0"/>
              <a:t> games or make-believe?</a:t>
            </a:r>
          </a:p>
          <a:p>
            <a:pPr lvl="0"/>
            <a:r>
              <a:rPr lang="en-AU" dirty="0"/>
              <a:t>What did they want to be when they grew up?</a:t>
            </a:r>
          </a:p>
          <a:p>
            <a:endParaRPr lang="en-AU" dirty="0"/>
          </a:p>
        </p:txBody>
      </p:sp>
    </p:spTree>
    <p:extLst>
      <p:ext uri="{BB962C8B-B14F-4D97-AF65-F5344CB8AC3E}">
        <p14:creationId xmlns:p14="http://schemas.microsoft.com/office/powerpoint/2010/main" val="1287190100"/>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AU" b="1" dirty="0"/>
              <a:t>A. Changes in </a:t>
            </a:r>
            <a:r>
              <a:rPr lang="en-AU" b="1" dirty="0" smtClean="0"/>
              <a:t>Family</a:t>
            </a:r>
            <a:endParaRPr lang="en-AU" dirty="0"/>
          </a:p>
        </p:txBody>
      </p:sp>
      <p:sp>
        <p:nvSpPr>
          <p:cNvPr id="3" name="Content Placeholder 2"/>
          <p:cNvSpPr>
            <a:spLocks noGrp="1"/>
          </p:cNvSpPr>
          <p:nvPr>
            <p:ph idx="1"/>
          </p:nvPr>
        </p:nvSpPr>
        <p:spPr/>
        <p:txBody>
          <a:bodyPr/>
          <a:lstStyle/>
          <a:p>
            <a:pPr lvl="0"/>
            <a:r>
              <a:rPr lang="en-AU" dirty="0" smtClean="0"/>
              <a:t>How </a:t>
            </a:r>
            <a:r>
              <a:rPr lang="en-AU" dirty="0"/>
              <a:t>did relationship with parents change when they became a teenager?</a:t>
            </a:r>
          </a:p>
          <a:p>
            <a:pPr lvl="0"/>
            <a:r>
              <a:rPr lang="en-AU" dirty="0"/>
              <a:t>Additional responsibilities, chores?</a:t>
            </a:r>
          </a:p>
          <a:p>
            <a:pPr lvl="0"/>
            <a:r>
              <a:rPr lang="en-AU" dirty="0"/>
              <a:t>If they had conflict with parents, what was it over?</a:t>
            </a:r>
          </a:p>
          <a:p>
            <a:endParaRPr lang="en-AU" dirty="0"/>
          </a:p>
        </p:txBody>
      </p:sp>
    </p:spTree>
    <p:extLst>
      <p:ext uri="{BB962C8B-B14F-4D97-AF65-F5344CB8AC3E}">
        <p14:creationId xmlns:p14="http://schemas.microsoft.com/office/powerpoint/2010/main" val="627378112"/>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AU" b="1" dirty="0"/>
              <a:t>B. School</a:t>
            </a:r>
            <a:r>
              <a:rPr lang="en-AU" dirty="0"/>
              <a:t/>
            </a:r>
            <a:br>
              <a:rPr lang="en-AU" dirty="0"/>
            </a:br>
            <a:endParaRPr lang="en-AU" dirty="0"/>
          </a:p>
        </p:txBody>
      </p:sp>
      <p:sp>
        <p:nvSpPr>
          <p:cNvPr id="3" name="Content Placeholder 2"/>
          <p:cNvSpPr>
            <a:spLocks noGrp="1"/>
          </p:cNvSpPr>
          <p:nvPr>
            <p:ph idx="1"/>
          </p:nvPr>
        </p:nvSpPr>
        <p:spPr/>
        <p:txBody>
          <a:bodyPr>
            <a:normAutofit/>
          </a:bodyPr>
          <a:lstStyle/>
          <a:p>
            <a:pPr lvl="0"/>
            <a:r>
              <a:rPr lang="en-AU" dirty="0" err="1" smtClean="0"/>
              <a:t>Favorite</a:t>
            </a:r>
            <a:r>
              <a:rPr lang="en-AU" dirty="0" smtClean="0"/>
              <a:t> </a:t>
            </a:r>
            <a:r>
              <a:rPr lang="en-AU" dirty="0"/>
              <a:t>subjects? Particular interests?</a:t>
            </a:r>
          </a:p>
          <a:p>
            <a:pPr lvl="0"/>
            <a:r>
              <a:rPr lang="en-AU" dirty="0"/>
              <a:t>Least </a:t>
            </a:r>
            <a:r>
              <a:rPr lang="en-AU" dirty="0" err="1"/>
              <a:t>favorite</a:t>
            </a:r>
            <a:r>
              <a:rPr lang="en-AU" dirty="0"/>
              <a:t> subjects?</a:t>
            </a:r>
          </a:p>
          <a:p>
            <a:pPr lvl="0"/>
            <a:r>
              <a:rPr lang="en-AU" dirty="0"/>
              <a:t>Memorable teachers? Describe their teaching style. How did they influence them?</a:t>
            </a:r>
          </a:p>
          <a:p>
            <a:pPr lvl="0"/>
            <a:r>
              <a:rPr lang="en-AU" dirty="0"/>
              <a:t>Different groups in school? Which did they belong to? How do they think they were perceived by others?</a:t>
            </a:r>
          </a:p>
          <a:p>
            <a:pPr lvl="0"/>
            <a:r>
              <a:rPr lang="en-AU" dirty="0"/>
              <a:t>Extracurricular activities.</a:t>
            </a:r>
          </a:p>
          <a:p>
            <a:pPr lvl="0"/>
            <a:r>
              <a:rPr lang="en-AU" dirty="0"/>
              <a:t>What were their plans when they finished school? Education? Work?</a:t>
            </a:r>
          </a:p>
          <a:p>
            <a:pPr lvl="0"/>
            <a:r>
              <a:rPr lang="en-AU" dirty="0"/>
              <a:t>What did their parents think of their plans? What did their friends plan to do?</a:t>
            </a:r>
          </a:p>
          <a:p>
            <a:pPr lvl="0"/>
            <a:r>
              <a:rPr lang="en-AU" dirty="0"/>
              <a:t>Did the boys and girls in the family have different plans/expectations?</a:t>
            </a:r>
          </a:p>
          <a:p>
            <a:endParaRPr lang="en-AU" dirty="0"/>
          </a:p>
        </p:txBody>
      </p:sp>
    </p:spTree>
    <p:extLst>
      <p:ext uri="{BB962C8B-B14F-4D97-AF65-F5344CB8AC3E}">
        <p14:creationId xmlns:p14="http://schemas.microsoft.com/office/powerpoint/2010/main" val="2726892933"/>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AU" b="1" dirty="0"/>
              <a:t>C. Work</a:t>
            </a:r>
            <a:r>
              <a:rPr lang="en-AU" dirty="0"/>
              <a:t/>
            </a:r>
            <a:br>
              <a:rPr lang="en-AU" dirty="0"/>
            </a:br>
            <a:endParaRPr lang="en-AU" dirty="0"/>
          </a:p>
        </p:txBody>
      </p:sp>
      <p:sp>
        <p:nvSpPr>
          <p:cNvPr id="3" name="Content Placeholder 2"/>
          <p:cNvSpPr>
            <a:spLocks noGrp="1"/>
          </p:cNvSpPr>
          <p:nvPr>
            <p:ph idx="1"/>
          </p:nvPr>
        </p:nvSpPr>
        <p:spPr/>
        <p:txBody>
          <a:bodyPr/>
          <a:lstStyle/>
          <a:p>
            <a:pPr lvl="0"/>
            <a:r>
              <a:rPr lang="en-AU" dirty="0" smtClean="0"/>
              <a:t>Jobs </a:t>
            </a:r>
            <a:r>
              <a:rPr lang="en-AU" dirty="0"/>
              <a:t>during teenage years.</a:t>
            </a:r>
          </a:p>
          <a:p>
            <a:pPr lvl="0"/>
            <a:r>
              <a:rPr lang="en-AU" dirty="0"/>
              <a:t>Contributing to family income? If not, how spent money?</a:t>
            </a:r>
          </a:p>
          <a:p>
            <a:endParaRPr lang="en-AU" dirty="0"/>
          </a:p>
        </p:txBody>
      </p:sp>
    </p:spTree>
    <p:extLst>
      <p:ext uri="{BB962C8B-B14F-4D97-AF65-F5344CB8AC3E}">
        <p14:creationId xmlns:p14="http://schemas.microsoft.com/office/powerpoint/2010/main" val="1893914924"/>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AU" b="1" dirty="0"/>
              <a:t>D. Social Life and Outside Interests</a:t>
            </a:r>
            <a:r>
              <a:rPr lang="en-AU" dirty="0"/>
              <a:t/>
            </a:r>
            <a:br>
              <a:rPr lang="en-AU" dirty="0"/>
            </a:br>
            <a:endParaRPr lang="en-AU" dirty="0"/>
          </a:p>
        </p:txBody>
      </p:sp>
      <p:sp>
        <p:nvSpPr>
          <p:cNvPr id="3" name="Content Placeholder 2"/>
          <p:cNvSpPr>
            <a:spLocks noGrp="1"/>
          </p:cNvSpPr>
          <p:nvPr>
            <p:ph idx="1"/>
          </p:nvPr>
        </p:nvSpPr>
        <p:spPr/>
        <p:txBody>
          <a:bodyPr/>
          <a:lstStyle/>
          <a:p>
            <a:pPr lvl="0"/>
            <a:r>
              <a:rPr lang="en-AU" dirty="0" smtClean="0"/>
              <a:t>Who </a:t>
            </a:r>
            <a:r>
              <a:rPr lang="en-AU" dirty="0"/>
              <a:t>were their friends and what backgrounds did they come from? What did they do together?</a:t>
            </a:r>
          </a:p>
          <a:p>
            <a:pPr lvl="0"/>
            <a:r>
              <a:rPr lang="en-AU" dirty="0"/>
              <a:t>Age began dating? Kind of activities? Describe first date.</a:t>
            </a:r>
          </a:p>
          <a:p>
            <a:pPr lvl="0"/>
            <a:r>
              <a:rPr lang="en-AU" dirty="0"/>
              <a:t>Parents' advice/rules related to dating/contact with opposite sex? Advice from church or school? Peer group's norms with regard to dating and relationships with opposite sex?</a:t>
            </a:r>
          </a:p>
          <a:p>
            <a:pPr lvl="0"/>
            <a:r>
              <a:rPr lang="en-AU" dirty="0"/>
              <a:t>Hobbies/interests? Books read? Music listened to? Sports played? Crafts participated in?</a:t>
            </a:r>
          </a:p>
          <a:p>
            <a:endParaRPr lang="en-AU" dirty="0"/>
          </a:p>
        </p:txBody>
      </p:sp>
    </p:spTree>
    <p:extLst>
      <p:ext uri="{BB962C8B-B14F-4D97-AF65-F5344CB8AC3E}">
        <p14:creationId xmlns:p14="http://schemas.microsoft.com/office/powerpoint/2010/main" val="3442148557"/>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AU" b="1" dirty="0"/>
              <a:t>A. Further Education</a:t>
            </a:r>
            <a:r>
              <a:rPr lang="en-AU" dirty="0"/>
              <a:t/>
            </a:r>
            <a:br>
              <a:rPr lang="en-AU" dirty="0"/>
            </a:br>
            <a:endParaRPr lang="en-AU" dirty="0"/>
          </a:p>
        </p:txBody>
      </p:sp>
      <p:sp>
        <p:nvSpPr>
          <p:cNvPr id="3" name="Content Placeholder 2"/>
          <p:cNvSpPr>
            <a:spLocks noGrp="1"/>
          </p:cNvSpPr>
          <p:nvPr>
            <p:ph idx="1"/>
          </p:nvPr>
        </p:nvSpPr>
        <p:spPr/>
        <p:txBody>
          <a:bodyPr/>
          <a:lstStyle/>
          <a:p>
            <a:endParaRPr lang="en-AU"/>
          </a:p>
        </p:txBody>
      </p:sp>
    </p:spTree>
    <p:extLst>
      <p:ext uri="{BB962C8B-B14F-4D97-AF65-F5344CB8AC3E}">
        <p14:creationId xmlns:p14="http://schemas.microsoft.com/office/powerpoint/2010/main" val="3496830204"/>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AU" b="1" dirty="0"/>
              <a:t>B. Marriage or Formation of Significant Relationships</a:t>
            </a:r>
            <a:r>
              <a:rPr lang="en-AU" dirty="0"/>
              <a:t/>
            </a:r>
            <a:br>
              <a:rPr lang="en-AU" dirty="0"/>
            </a:br>
            <a:endParaRPr lang="en-AU" dirty="0"/>
          </a:p>
        </p:txBody>
      </p:sp>
      <p:sp>
        <p:nvSpPr>
          <p:cNvPr id="3" name="Content Placeholder 2"/>
          <p:cNvSpPr>
            <a:spLocks noGrp="1"/>
          </p:cNvSpPr>
          <p:nvPr>
            <p:ph idx="1"/>
          </p:nvPr>
        </p:nvSpPr>
        <p:spPr/>
        <p:txBody>
          <a:bodyPr/>
          <a:lstStyle/>
          <a:p>
            <a:pPr lvl="0"/>
            <a:r>
              <a:rPr lang="en-AU" dirty="0" smtClean="0"/>
              <a:t>How </a:t>
            </a:r>
            <a:r>
              <a:rPr lang="en-AU" dirty="0"/>
              <a:t>met. What drew them together</a:t>
            </a:r>
          </a:p>
          <a:p>
            <a:pPr lvl="0"/>
            <a:r>
              <a:rPr lang="en-AU" dirty="0"/>
              <a:t>Describe decision to marry/move in together</a:t>
            </a:r>
          </a:p>
          <a:p>
            <a:pPr lvl="0"/>
            <a:r>
              <a:rPr lang="en-AU" dirty="0"/>
              <a:t>What was most difficult being in a relationship originally? What was most satisfying?</a:t>
            </a:r>
          </a:p>
          <a:p>
            <a:pPr lvl="0"/>
            <a:r>
              <a:rPr lang="en-AU" dirty="0"/>
              <a:t>Changes in relationship</a:t>
            </a:r>
          </a:p>
          <a:p>
            <a:pPr lvl="0"/>
            <a:r>
              <a:rPr lang="en-AU" dirty="0"/>
              <a:t>Break-ups, divorces, deaths.</a:t>
            </a:r>
          </a:p>
          <a:p>
            <a:endParaRPr lang="en-AU" dirty="0"/>
          </a:p>
        </p:txBody>
      </p:sp>
    </p:spTree>
    <p:extLst>
      <p:ext uri="{BB962C8B-B14F-4D97-AF65-F5344CB8AC3E}">
        <p14:creationId xmlns:p14="http://schemas.microsoft.com/office/powerpoint/2010/main" val="1432939088"/>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AU" b="1" dirty="0"/>
              <a:t>C. Employment</a:t>
            </a:r>
            <a:r>
              <a:rPr lang="en-AU" dirty="0"/>
              <a:t/>
            </a:r>
            <a:br>
              <a:rPr lang="en-AU" dirty="0"/>
            </a:br>
            <a:endParaRPr lang="en-AU" dirty="0"/>
          </a:p>
        </p:txBody>
      </p:sp>
      <p:sp>
        <p:nvSpPr>
          <p:cNvPr id="3" name="Content Placeholder 2"/>
          <p:cNvSpPr>
            <a:spLocks noGrp="1"/>
          </p:cNvSpPr>
          <p:nvPr>
            <p:ph idx="1"/>
          </p:nvPr>
        </p:nvSpPr>
        <p:spPr/>
        <p:txBody>
          <a:bodyPr/>
          <a:lstStyle/>
          <a:p>
            <a:pPr lvl="0"/>
            <a:r>
              <a:rPr lang="en-AU" dirty="0" smtClean="0"/>
              <a:t>Who </a:t>
            </a:r>
            <a:r>
              <a:rPr lang="en-AU" dirty="0"/>
              <a:t>worked in the household and how did they support the family?</a:t>
            </a:r>
          </a:p>
          <a:p>
            <a:pPr lvl="0"/>
            <a:r>
              <a:rPr lang="en-AU" dirty="0"/>
              <a:t>Specifics of their employment: positions they held, duties, part-time employment or self-employment</a:t>
            </a:r>
          </a:p>
          <a:p>
            <a:pPr lvl="0"/>
            <a:r>
              <a:rPr lang="en-AU" dirty="0"/>
              <a:t>Difficulties and stresses on the job/Rewards</a:t>
            </a:r>
          </a:p>
          <a:p>
            <a:pPr lvl="0"/>
            <a:r>
              <a:rPr lang="en-AU" dirty="0"/>
              <a:t>Balancing work and family</a:t>
            </a:r>
          </a:p>
          <a:p>
            <a:endParaRPr lang="en-AU" dirty="0"/>
          </a:p>
        </p:txBody>
      </p:sp>
    </p:spTree>
    <p:extLst>
      <p:ext uri="{BB962C8B-B14F-4D97-AF65-F5344CB8AC3E}">
        <p14:creationId xmlns:p14="http://schemas.microsoft.com/office/powerpoint/2010/main" val="4215823541"/>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AU" b="1" dirty="0"/>
              <a:t>D. Children</a:t>
            </a:r>
            <a:r>
              <a:rPr lang="en-AU" dirty="0"/>
              <a:t/>
            </a:r>
            <a:br>
              <a:rPr lang="en-AU" dirty="0"/>
            </a:br>
            <a:endParaRPr lang="en-AU" dirty="0"/>
          </a:p>
        </p:txBody>
      </p:sp>
      <p:sp>
        <p:nvSpPr>
          <p:cNvPr id="3" name="Content Placeholder 2"/>
          <p:cNvSpPr>
            <a:spLocks noGrp="1"/>
          </p:cNvSpPr>
          <p:nvPr>
            <p:ph idx="1"/>
          </p:nvPr>
        </p:nvSpPr>
        <p:spPr/>
        <p:txBody>
          <a:bodyPr>
            <a:normAutofit/>
          </a:bodyPr>
          <a:lstStyle/>
          <a:p>
            <a:pPr lvl="0"/>
            <a:r>
              <a:rPr lang="en-AU" dirty="0" smtClean="0"/>
              <a:t>Describe </a:t>
            </a:r>
            <a:r>
              <a:rPr lang="en-AU" dirty="0"/>
              <a:t>the birth of children.</a:t>
            </a:r>
          </a:p>
          <a:p>
            <a:pPr lvl="0"/>
            <a:r>
              <a:rPr lang="en-AU" dirty="0"/>
              <a:t>What they were each like when they were young. How they have changed or not changed.</a:t>
            </a:r>
          </a:p>
          <a:p>
            <a:pPr lvl="0"/>
            <a:r>
              <a:rPr lang="en-AU" dirty="0"/>
              <a:t>Relationships with when young and now</a:t>
            </a:r>
          </a:p>
          <a:p>
            <a:pPr lvl="0"/>
            <a:r>
              <a:rPr lang="en-AU" dirty="0"/>
              <a:t>What activities did the family do together?</a:t>
            </a:r>
          </a:p>
          <a:p>
            <a:pPr lvl="0"/>
            <a:r>
              <a:rPr lang="en-AU" dirty="0"/>
              <a:t>Family traditions.</a:t>
            </a:r>
          </a:p>
          <a:p>
            <a:pPr lvl="0"/>
            <a:r>
              <a:rPr lang="en-AU" dirty="0" smtClean="0"/>
              <a:t>What </a:t>
            </a:r>
            <a:r>
              <a:rPr lang="en-AU" dirty="0"/>
              <a:t>was most satisfying to them about raising children? What was most difficult?</a:t>
            </a:r>
          </a:p>
          <a:p>
            <a:pPr lvl="0"/>
            <a:r>
              <a:rPr lang="en-AU" dirty="0"/>
              <a:t>What values did they try to raise their children with? How did they go about doing that?</a:t>
            </a:r>
          </a:p>
          <a:p>
            <a:pPr lvl="0"/>
            <a:r>
              <a:rPr lang="en-AU" dirty="0"/>
              <a:t>What forms of discipline did they use and why? </a:t>
            </a:r>
          </a:p>
          <a:p>
            <a:endParaRPr lang="en-AU" dirty="0"/>
          </a:p>
        </p:txBody>
      </p:sp>
    </p:spTree>
    <p:extLst>
      <p:ext uri="{BB962C8B-B14F-4D97-AF65-F5344CB8AC3E}">
        <p14:creationId xmlns:p14="http://schemas.microsoft.com/office/powerpoint/2010/main" val="2475749476"/>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AU"/>
          </a:p>
        </p:txBody>
      </p:sp>
      <p:sp>
        <p:nvSpPr>
          <p:cNvPr id="3" name="Content Placeholder 2"/>
          <p:cNvSpPr>
            <a:spLocks noGrp="1"/>
          </p:cNvSpPr>
          <p:nvPr>
            <p:ph idx="1"/>
          </p:nvPr>
        </p:nvSpPr>
        <p:spPr/>
        <p:txBody>
          <a:bodyPr/>
          <a:lstStyle/>
          <a:p>
            <a:pPr marL="0" indent="0">
              <a:buNone/>
            </a:pPr>
            <a:r>
              <a:rPr lang="en-AU" sz="4400" b="1" dirty="0"/>
              <a:t>E. Church, political and other involvement: specifics of, reasons for and passions </a:t>
            </a:r>
            <a:r>
              <a:rPr lang="en-AU" sz="4400" b="1" dirty="0" smtClean="0"/>
              <a:t>behind</a:t>
            </a:r>
          </a:p>
          <a:p>
            <a:endParaRPr lang="en-AU" sz="4400" dirty="0"/>
          </a:p>
          <a:p>
            <a:pPr marL="0" indent="0">
              <a:buNone/>
            </a:pPr>
            <a:r>
              <a:rPr lang="en-AU" sz="4400" b="1" dirty="0"/>
              <a:t>F. Ongoing interests and hobbies</a:t>
            </a:r>
            <a:endParaRPr lang="en-AU" sz="4400" dirty="0"/>
          </a:p>
          <a:p>
            <a:endParaRPr lang="en-AU" dirty="0"/>
          </a:p>
        </p:txBody>
      </p:sp>
    </p:spTree>
    <p:extLst>
      <p:ext uri="{BB962C8B-B14F-4D97-AF65-F5344CB8AC3E}">
        <p14:creationId xmlns:p14="http://schemas.microsoft.com/office/powerpoint/2010/main" val="1587306382"/>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371600" y="436418"/>
            <a:ext cx="9601200" cy="691738"/>
          </a:xfrm>
        </p:spPr>
        <p:txBody>
          <a:bodyPr>
            <a:normAutofit fontScale="90000"/>
          </a:bodyPr>
          <a:lstStyle/>
          <a:p>
            <a:r>
              <a:rPr lang="en-AU" b="1" dirty="0"/>
              <a:t>IV. Overview and Evaluation</a:t>
            </a:r>
            <a:r>
              <a:rPr lang="en-AU" dirty="0"/>
              <a:t/>
            </a:r>
            <a:br>
              <a:rPr lang="en-AU" dirty="0"/>
            </a:br>
            <a:endParaRPr lang="en-AU" dirty="0"/>
          </a:p>
        </p:txBody>
      </p:sp>
      <p:sp>
        <p:nvSpPr>
          <p:cNvPr id="3" name="Content Placeholder 2"/>
          <p:cNvSpPr>
            <a:spLocks noGrp="1"/>
          </p:cNvSpPr>
          <p:nvPr>
            <p:ph idx="1"/>
          </p:nvPr>
        </p:nvSpPr>
        <p:spPr>
          <a:xfrm>
            <a:off x="1371600" y="1270660"/>
            <a:ext cx="9601200" cy="5403272"/>
          </a:xfrm>
        </p:spPr>
        <p:txBody>
          <a:bodyPr>
            <a:normAutofit fontScale="85000" lnSpcReduction="20000"/>
          </a:bodyPr>
          <a:lstStyle/>
          <a:p>
            <a:pPr lvl="0"/>
            <a:r>
              <a:rPr lang="en-AU" dirty="0" smtClean="0"/>
              <a:t>What </a:t>
            </a:r>
            <a:r>
              <a:rPr lang="en-AU" dirty="0"/>
              <a:t>has provided them the greatest satisfaction in their life?</a:t>
            </a:r>
          </a:p>
          <a:p>
            <a:pPr lvl="0"/>
            <a:r>
              <a:rPr lang="en-AU" dirty="0"/>
              <a:t>How would they say the world has changed since they were young?</a:t>
            </a:r>
          </a:p>
          <a:p>
            <a:endParaRPr lang="en-AU" dirty="0"/>
          </a:p>
          <a:p>
            <a:r>
              <a:rPr lang="en-AU" dirty="0"/>
              <a:t>In addition, don't forget to ask people about historically significant events they lived through:</a:t>
            </a:r>
          </a:p>
          <a:p>
            <a:pPr lvl="0"/>
            <a:r>
              <a:rPr lang="en-AU" dirty="0"/>
              <a:t>Did they support or were they opposed to the war in Vietnam or the wars in Afghanistan and Iraq and how did they express their political opinions?</a:t>
            </a:r>
          </a:p>
          <a:p>
            <a:pPr lvl="0"/>
            <a:r>
              <a:rPr lang="en-AU" dirty="0"/>
              <a:t>Did they participate in or do they have any memories of any of the movements that came out of the fifties, sixties, and seventies-the civil rights movement, the women's liberation movement, the gay liberation movement, and so forth?</a:t>
            </a:r>
          </a:p>
          <a:p>
            <a:pPr lvl="0"/>
            <a:r>
              <a:rPr lang="en-AU" dirty="0"/>
              <a:t>If the interviewee belongs to a group that has traditionally been discriminated against, ask them what they were told, both positive and negative, about their group inside their family and outside of it. Ask them about discrimination they experienced and also who their role models were.</a:t>
            </a:r>
          </a:p>
          <a:p>
            <a:pPr lvl="0"/>
            <a:r>
              <a:rPr lang="en-AU" dirty="0"/>
              <a:t>If the interviewee is an immigrant or their parents or grandparents were immigrants, ask them to describe what they know of the country they came from, why they immigrated, how they immigrated, and the specifics and difficulties of beginning a life in a new country.</a:t>
            </a:r>
          </a:p>
          <a:p>
            <a:pPr lvl="0"/>
            <a:r>
              <a:rPr lang="en-AU" dirty="0"/>
              <a:t>Do they remember their first contact with such significant inventions as radio, television, personal computers, etc.? When did their family first buy them and how did the family use them?</a:t>
            </a:r>
          </a:p>
          <a:p>
            <a:pPr lvl="0"/>
            <a:r>
              <a:rPr lang="en-AU" dirty="0"/>
              <a:t>Where were they when the twin towers fell</a:t>
            </a:r>
            <a:r>
              <a:rPr lang="en-AU" dirty="0" smtClean="0"/>
              <a:t>?</a:t>
            </a:r>
            <a:endParaRPr lang="en-AU" dirty="0"/>
          </a:p>
        </p:txBody>
      </p:sp>
    </p:spTree>
    <p:extLst>
      <p:ext uri="{BB962C8B-B14F-4D97-AF65-F5344CB8AC3E}">
        <p14:creationId xmlns:p14="http://schemas.microsoft.com/office/powerpoint/2010/main" val="2699220368"/>
      </p:ext>
    </p:extLst>
  </p:cSld>
  <p:clrMapOvr>
    <a:masterClrMapping/>
  </p:clrMapOvr>
</p:sld>
</file>

<file path=ppt/theme/_rels/theme1.xml.rels><?xml version="1.0" encoding="UTF-8" standalone="yes"?>
<Relationships xmlns="http://schemas.openxmlformats.org/package/2006/relationships"><Relationship Id="rId1" Type="http://schemas.openxmlformats.org/officeDocument/2006/relationships/image" Target="../media/image1.jpeg"/></Relationships>
</file>

<file path=ppt/theme/theme1.xml><?xml version="1.0" encoding="utf-8"?>
<a:theme xmlns:a="http://schemas.openxmlformats.org/drawingml/2006/main" name="Wood Type">
  <a:themeElements>
    <a:clrScheme name="Wood Type">
      <a:dk1>
        <a:sysClr val="windowText" lastClr="000000"/>
      </a:dk1>
      <a:lt1>
        <a:sysClr val="window" lastClr="FFFFFF"/>
      </a:lt1>
      <a:dk2>
        <a:srgbClr val="696464"/>
      </a:dk2>
      <a:lt2>
        <a:srgbClr val="E9E5DC"/>
      </a:lt2>
      <a:accent1>
        <a:srgbClr val="D34817"/>
      </a:accent1>
      <a:accent2>
        <a:srgbClr val="9B2D1F"/>
      </a:accent2>
      <a:accent3>
        <a:srgbClr val="A28E6A"/>
      </a:accent3>
      <a:accent4>
        <a:srgbClr val="956251"/>
      </a:accent4>
      <a:accent5>
        <a:srgbClr val="918485"/>
      </a:accent5>
      <a:accent6>
        <a:srgbClr val="855D5D"/>
      </a:accent6>
      <a:hlink>
        <a:srgbClr val="CC9900"/>
      </a:hlink>
      <a:folHlink>
        <a:srgbClr val="96A9A9"/>
      </a:folHlink>
    </a:clrScheme>
    <a:fontScheme name="Wood Type">
      <a:majorFont>
        <a:latin typeface="Rockwell Condensed" panose="02060603050405020104"/>
        <a:ea typeface=""/>
        <a:cs typeface=""/>
        <a:font script="Grek" typeface="Cambria"/>
        <a:font script="Cyrl" typeface="Cambria"/>
        <a:font script="Jpan" typeface="HG明朝B"/>
        <a:font script="Hang" typeface="바탕"/>
        <a:font script="Hans" typeface="方正姚体"/>
        <a:font script="Hant" typeface="微軟正黑體"/>
        <a:font script="Arab" typeface="Times New Roman"/>
        <a:font script="Hebr" typeface="David"/>
        <a:font script="Thai" typeface="JasmineUPC"/>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ajorFont>
      <a:minorFont>
        <a:latin typeface="Rockwell" panose="02060603020205020403"/>
        <a:ea typeface=""/>
        <a:cs typeface=""/>
        <a:font script="Grek" typeface="Cambria"/>
        <a:font script="Cyrl" typeface="Cambria"/>
        <a:font script="Jpan" typeface="HG明朝B"/>
        <a:font script="Hang" typeface="바탕"/>
        <a:font script="Hans" typeface="方正姚体"/>
        <a:font script="Hant" typeface="標楷體"/>
        <a:font script="Arab" typeface="Times New Roman"/>
        <a:font script="Hebr" typeface="David"/>
        <a:font script="Thai" typeface="JasmineUPC"/>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inorFont>
    </a:fontScheme>
    <a:fmtScheme name="Wood Type">
      <a:fillStyleLst>
        <a:solidFill>
          <a:schemeClr val="phClr"/>
        </a:solidFill>
        <a:blipFill rotWithShape="1">
          <a:blip xmlns:r="http://schemas.openxmlformats.org/officeDocument/2006/relationships" r:embed="rId1">
            <a:duotone>
              <a:schemeClr val="phClr">
                <a:tint val="70000"/>
                <a:shade val="63000"/>
              </a:schemeClr>
              <a:schemeClr val="phClr">
                <a:tint val="10000"/>
                <a:satMod val="150000"/>
              </a:schemeClr>
            </a:duotone>
          </a:blip>
          <a:tile tx="0" ty="0" sx="60000" sy="59000" flip="none" algn="tl"/>
        </a:blipFill>
        <a:blipFill rotWithShape="1">
          <a:blip xmlns:r="http://schemas.openxmlformats.org/officeDocument/2006/relationships" r:embed="rId1">
            <a:duotone>
              <a:schemeClr val="phClr">
                <a:shade val="36000"/>
                <a:satMod val="120000"/>
              </a:schemeClr>
              <a:schemeClr val="phClr">
                <a:tint val="40000"/>
              </a:schemeClr>
            </a:duotone>
          </a:blip>
          <a:tile tx="0" ty="0" sx="60000" sy="59000" flip="none" algn="tl"/>
        </a:blipFill>
      </a:fillStyleLst>
      <a:lnStyleLst>
        <a:ln w="6350" cap="flat" cmpd="sng" algn="ctr">
          <a:solidFill>
            <a:schemeClr val="phClr"/>
          </a:solidFill>
          <a:prstDash val="solid"/>
        </a:ln>
        <a:ln w="12700" cap="flat" cmpd="sng" algn="ctr">
          <a:solidFill>
            <a:schemeClr val="phClr"/>
          </a:solidFill>
          <a:prstDash val="solid"/>
        </a:ln>
        <a:ln w="19050" cap="flat" cmpd="sng" algn="ctr">
          <a:solidFill>
            <a:schemeClr val="phClr"/>
          </a:solidFill>
          <a:prstDash val="solid"/>
        </a:ln>
      </a:lnStyleLst>
      <a:effectStyleLst>
        <a:effectStyle>
          <a:effectLst/>
        </a:effectStyle>
        <a:effectStyle>
          <a:effectLst>
            <a:softEdge rad="12700"/>
          </a:effectLst>
        </a:effectStyle>
        <a:effectStyle>
          <a:effectLst>
            <a:outerShdw blurRad="50800" dist="19050" dir="5400000" algn="tl" rotWithShape="0">
              <a:srgbClr val="000000">
                <a:alpha val="60000"/>
              </a:srgbClr>
            </a:outerShdw>
            <a:softEdge rad="12700"/>
          </a:effectLst>
        </a:effectStyle>
      </a:effectStyleLst>
      <a:bgFillStyleLst>
        <a:solidFill>
          <a:schemeClr val="phClr"/>
        </a:solidFill>
        <a:solidFill>
          <a:schemeClr val="phClr">
            <a:shade val="97000"/>
            <a:satMod val="150000"/>
          </a:schemeClr>
        </a:solidFill>
        <a:blipFill rotWithShape="1">
          <a:blip xmlns:r="http://schemas.openxmlformats.org/officeDocument/2006/relationships" r:embed="rId1">
            <a:duotone>
              <a:schemeClr val="phClr">
                <a:tint val="75000"/>
                <a:shade val="58000"/>
                <a:satMod val="120000"/>
              </a:schemeClr>
              <a:schemeClr val="phClr">
                <a:tint val="50000"/>
                <a:shade val="96000"/>
              </a:schemeClr>
            </a:duotone>
          </a:blip>
          <a:tile tx="0" ty="0" sx="100000" sy="100000" flip="none" algn="tl"/>
        </a:blipFill>
      </a:bgFillStyleLst>
    </a:fmtScheme>
  </a:themeElements>
  <a:objectDefaults/>
  <a:extraClrSchemeLst/>
  <a:extLst>
    <a:ext uri="{05A4C25C-085E-4340-85A3-A5531E510DB2}">
      <thm15:themeFamily xmlns:thm15="http://schemas.microsoft.com/office/thememl/2012/main" name="Wood Type" id="{7ACABC62-BF99-48CF-A9DC-4DB89C7B13DC}" vid="{142A1326-48AB-42A9-8428-CB14AA30176D}"/>
    </a:ext>
  </a:extLst>
</a:theme>
</file>

<file path=docProps/app.xml><?xml version="1.0" encoding="utf-8"?>
<Properties xmlns="http://schemas.openxmlformats.org/officeDocument/2006/extended-properties" xmlns:vt="http://schemas.openxmlformats.org/officeDocument/2006/docPropsVTypes">
  <Template>TM03090434[[fn=Wood Type]]</Template>
  <TotalTime>158</TotalTime>
  <Words>1786</Words>
  <Application>Microsoft Office PowerPoint</Application>
  <PresentationFormat>Widescreen</PresentationFormat>
  <Paragraphs>109</Paragraphs>
  <Slides>20</Slides>
  <Notes>0</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20</vt:i4>
      </vt:variant>
    </vt:vector>
  </HeadingPairs>
  <TitlesOfParts>
    <vt:vector size="24" baseType="lpstr">
      <vt:lpstr>Rockwell</vt:lpstr>
      <vt:lpstr>Rockwell Condensed</vt:lpstr>
      <vt:lpstr>Wingdings</vt:lpstr>
      <vt:lpstr>Wood Type</vt:lpstr>
      <vt:lpstr>Preparing for an Interview</vt:lpstr>
      <vt:lpstr>GETTING STARTED</vt:lpstr>
      <vt:lpstr>OPEN QUESTIONS</vt:lpstr>
      <vt:lpstr>NARRATIVES</vt:lpstr>
      <vt:lpstr>ASK QUESTIONS</vt:lpstr>
      <vt:lpstr>WRITING YOUR QUESTIONS</vt:lpstr>
      <vt:lpstr>A. Parents and Family</vt:lpstr>
      <vt:lpstr>B. Community Grew Up In</vt:lpstr>
      <vt:lpstr>C. Early Schooling</vt:lpstr>
      <vt:lpstr>D. Friends and Interests</vt:lpstr>
      <vt:lpstr>A. Changes in Family</vt:lpstr>
      <vt:lpstr>B. School </vt:lpstr>
      <vt:lpstr>C. Work </vt:lpstr>
      <vt:lpstr>D. Social Life and Outside Interests </vt:lpstr>
      <vt:lpstr>A. Further Education </vt:lpstr>
      <vt:lpstr>B. Marriage or Formation of Significant Relationships </vt:lpstr>
      <vt:lpstr>C. Employment </vt:lpstr>
      <vt:lpstr>D. Children </vt:lpstr>
      <vt:lpstr>PowerPoint Presentation</vt:lpstr>
      <vt:lpstr>IV. Overview and Evaluation </vt:lpstr>
    </vt:vector>
  </TitlesOfParts>
  <Company>Department of Education Western Australia</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PAYNE Hayden [Narrogin Senior High School]</dc:creator>
  <cp:lastModifiedBy>PAYNE Hayden [Narrogin Senior High School]</cp:lastModifiedBy>
  <cp:revision>7</cp:revision>
  <dcterms:created xsi:type="dcterms:W3CDTF">2019-08-15T03:29:52Z</dcterms:created>
  <dcterms:modified xsi:type="dcterms:W3CDTF">2019-08-19T05:40:11Z</dcterms:modified>
</cp:coreProperties>
</file>