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8420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09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51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94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934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061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7441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865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994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37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146AE-7ABA-4261-94B2-846C60E94DB8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B26C4-8CE7-4DB3-8991-7AA8AB22C3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6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2Z6UJbwxBZI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Low Temperature Physics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667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educationperfect.com/media/content/German/1448250279.348711g/1448250281402-3513602616541832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5" y="744537"/>
            <a:ext cx="87630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11200" y="3408740"/>
            <a:ext cx="10972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Low temperature physics is the study of the behaviour of atoms at very low temperatures. In physics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low temperatures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considered to be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comparable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 of liquid helium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boiling point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liquid helium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4.2K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atoms are super cooled they are a lot easier to study. This is because they are moving at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slow speeds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 low temperature. It is at low temperatures that quantum mechanical effects can be observed. Some materials have bizarre properties at low temperatures.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37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1725643"/>
            <a:ext cx="105791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methods for super cooling atoms.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Laser cooling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evaporative cooling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laser cooling is a complicated procedure and we will not discuss it. After atoms have been cooled by lasers they are trapped in a magnetic field.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Once trapped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higher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 can be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removed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using properties of the magnetic field. This is similar to the high energy atoms in a jug of water escaping as steam. This method is called evaporative cooling. Removing the high energy atoms greatly reduces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average 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sample being cooled.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Theoretically reaching absolute zero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impossible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would require removing an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infinite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amount of heat from a sample of atoms.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53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2640737"/>
            <a:ext cx="10325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low temperatures a liquid can become a superfluid. Liquid Helium becomes a superfluid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2.17K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A superfluid has zero viscosity, this means that it can move over any surface with zero resistance. A superfluid can flow out of any container it is placed in, it will not be stopped by gravity.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456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Z6UJbwxBZI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8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2396341"/>
            <a:ext cx="11252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 low temperatures some solids form what we call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superconductors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Superconductivity occurs when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resistance of a material decreases to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zero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means that a current flowing through a superconductor has no resistance.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Superconductors can occur at temperatures as high as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bb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(138K)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Superconductors are used in MRI machines to get high resolution images of internal body parts. If we could find superconductors that can be used at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temperatures (around room temperature) they would also allow us to transmit electricity with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perfect efficiency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That is there would be no heat loss in the transmission of electricity.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585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13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KaTeX_Main</vt:lpstr>
      <vt:lpstr>KaTeX_Math</vt:lpstr>
      <vt:lpstr>Office Theme</vt:lpstr>
      <vt:lpstr>Low Temperature Physics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Temperature Physics</dc:title>
  <dc:creator>Joseph D'cruz</dc:creator>
  <cp:lastModifiedBy>Joseph D'cruz</cp:lastModifiedBy>
  <cp:revision>1</cp:revision>
  <dcterms:created xsi:type="dcterms:W3CDTF">2020-09-29T04:34:23Z</dcterms:created>
  <dcterms:modified xsi:type="dcterms:W3CDTF">2020-09-29T04:34:36Z</dcterms:modified>
</cp:coreProperties>
</file>