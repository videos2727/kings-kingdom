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55D1C-8EEE-4B10-9EA3-0689468CB0D0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428D-9CDE-4493-AEA9-1BB2E2C65A2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9675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55D1C-8EEE-4B10-9EA3-0689468CB0D0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428D-9CDE-4493-AEA9-1BB2E2C65A2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7844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55D1C-8EEE-4B10-9EA3-0689468CB0D0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428D-9CDE-4493-AEA9-1BB2E2C65A2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0686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55D1C-8EEE-4B10-9EA3-0689468CB0D0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428D-9CDE-4493-AEA9-1BB2E2C65A2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2342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55D1C-8EEE-4B10-9EA3-0689468CB0D0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428D-9CDE-4493-AEA9-1BB2E2C65A2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9204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55D1C-8EEE-4B10-9EA3-0689468CB0D0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428D-9CDE-4493-AEA9-1BB2E2C65A2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4341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55D1C-8EEE-4B10-9EA3-0689468CB0D0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428D-9CDE-4493-AEA9-1BB2E2C65A2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2770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55D1C-8EEE-4B10-9EA3-0689468CB0D0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428D-9CDE-4493-AEA9-1BB2E2C65A2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743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55D1C-8EEE-4B10-9EA3-0689468CB0D0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428D-9CDE-4493-AEA9-1BB2E2C65A2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9252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55D1C-8EEE-4B10-9EA3-0689468CB0D0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428D-9CDE-4493-AEA9-1BB2E2C65A2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8833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55D1C-8EEE-4B10-9EA3-0689468CB0D0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428D-9CDE-4493-AEA9-1BB2E2C65A2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5336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55D1C-8EEE-4B10-9EA3-0689468CB0D0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35428D-9CDE-4493-AEA9-1BB2E2C65A2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462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14MmsNPtn6U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Heat Exchange Systems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4320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6600" y="1267936"/>
            <a:ext cx="109855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process of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heat exchange.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Describe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 a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heat pump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works.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Define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coefficient of performance.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470795536.891611g/1470795536572-3229549934341407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1325" y="3529012"/>
            <a:ext cx="6496050" cy="274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6439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5041"/>
            <a:ext cx="12192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Heat pumps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use a process called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reverse-cycle heating and cooling.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process allows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heat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be taken from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cold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place and be transferred to a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warmer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location.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winter,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heat is extracted from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cold environment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transferred into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warm house.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makes the house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warmer.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summer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process is reversed. Heat is extracted from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cool house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put into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warm environment,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making the house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colder.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434413186.149891g/1434413184412-2102473220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9275" y="4314825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5529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1300" y="242838"/>
            <a:ext cx="116332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 does this process work?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Laws of Thermodynamics say that heat can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only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 passively transferred from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hot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areas to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cold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areas!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trick is that heat pumps use an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engine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is used to push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heat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cold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areas. This means that the laws of thermodynamics still hold up. Phew!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426555755.060951g/1426555757560-356082156-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7374" y="3513136"/>
            <a:ext cx="3095625" cy="3175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6352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9700" y="179844"/>
            <a:ext cx="120523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Heat pumps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contain an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internal coil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is much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colder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the external environment.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environment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passively transfers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heat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coil.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coil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contains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refrigerant gas.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After this gas has absorbed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heat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environment it is pumped through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compressor.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compressor changes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cool gas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into a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hot liquid.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temperature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internal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refrigerant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increases.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hot liquid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then moves along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copper coil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where it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radiates heat,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causing it to cool down.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After this, it is passed through an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expansion valve,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causes the gas to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adiabatically expand.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temperature of the refrigerant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decreases.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is now a gas again, so the cycle can repeat.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700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www.educationperfect.com/media/content/Science/1440967101.778021g/1440967102943-1606997933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4" y="468312"/>
            <a:ext cx="9832169" cy="5741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0380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4MmsNPtn6U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641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6600" y="288141"/>
            <a:ext cx="10629900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Coefficient of performance.</a:t>
            </a:r>
            <a:endParaRPr lang="en-AU" sz="28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effectiveness of a </a:t>
            </a:r>
            <a:r>
              <a:rPr lang="en-AU" sz="28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heat pump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called its </a:t>
            </a:r>
            <a:r>
              <a:rPr lang="en-AU" sz="28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coefficient of performance,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KaTeX_Main"/>
              </a:rPr>
              <a:t>COP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endParaRPr lang="en-AU" sz="28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Q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amount of heat removed from the system.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W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work done on the engine.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Both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Q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W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measured in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Joules per second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Size1"/>
              </a:rPr>
              <a:t>(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Js</a:t>
            </a:r>
            <a:r>
              <a:rPr lang="en-AU" sz="28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Size1"/>
              </a:rPr>
              <a:t>)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watts(W)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COP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does not have any units.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425" y="2012485"/>
            <a:ext cx="1746250" cy="1122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665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Widescreen</PresentationFormat>
  <Paragraphs>39</Paragraphs>
  <Slides>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KaTeX_Main</vt:lpstr>
      <vt:lpstr>KaTeX_Size1</vt:lpstr>
      <vt:lpstr>Office Theme</vt:lpstr>
      <vt:lpstr>Heat Exchange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Heat Exchange Systems</dc:title>
  <dc:creator>Joseph D'cruz</dc:creator>
  <cp:lastModifiedBy>Joseph D'cruz</cp:lastModifiedBy>
  <cp:revision>1</cp:revision>
  <dcterms:created xsi:type="dcterms:W3CDTF">2020-07-14T07:10:50Z</dcterms:created>
  <dcterms:modified xsi:type="dcterms:W3CDTF">2020-07-14T07:11:05Z</dcterms:modified>
</cp:coreProperties>
</file>