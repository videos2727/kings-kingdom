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6081-24DB-4D6D-B58C-C4AF2EDCED40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C53C6-906C-4337-B9D5-0CC9D88060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78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6081-24DB-4D6D-B58C-C4AF2EDCED40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C53C6-906C-4337-B9D5-0CC9D88060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1665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6081-24DB-4D6D-B58C-C4AF2EDCED40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C53C6-906C-4337-B9D5-0CC9D88060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1574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6081-24DB-4D6D-B58C-C4AF2EDCED40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C53C6-906C-4337-B9D5-0CC9D88060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163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6081-24DB-4D6D-B58C-C4AF2EDCED40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C53C6-906C-4337-B9D5-0CC9D88060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4233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6081-24DB-4D6D-B58C-C4AF2EDCED40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C53C6-906C-4337-B9D5-0CC9D88060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711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6081-24DB-4D6D-B58C-C4AF2EDCED40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C53C6-906C-4337-B9D5-0CC9D88060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738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6081-24DB-4D6D-B58C-C4AF2EDCED40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C53C6-906C-4337-B9D5-0CC9D88060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318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6081-24DB-4D6D-B58C-C4AF2EDCED40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C53C6-906C-4337-B9D5-0CC9D88060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242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6081-24DB-4D6D-B58C-C4AF2EDCED40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C53C6-906C-4337-B9D5-0CC9D88060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1483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6081-24DB-4D6D-B58C-C4AF2EDCED40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C53C6-906C-4337-B9D5-0CC9D88060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624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E6081-24DB-4D6D-B58C-C4AF2EDCED40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C53C6-906C-4337-B9D5-0CC9D88060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748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XH_M4jItiKw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Weather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554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190536"/>
            <a:ext cx="8674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Weather is the state of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local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atmosphere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short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time periods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is different to climate, which is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average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atmospheric conditions over a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large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a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long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time period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dirty="0"/>
          </a:p>
        </p:txBody>
      </p:sp>
      <p:pic>
        <p:nvPicPr>
          <p:cNvPr id="1026" name="Picture 2" descr="https://www.educationperfect.com/Images/Content/English%20&amp;%20Literature/1403729597810-70655477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600" y="3096673"/>
            <a:ext cx="5083175" cy="3405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519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622638"/>
            <a:ext cx="10363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Convection currents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determine the weather near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ocean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Hot air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 land rises during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day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moves out to sea, causing an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onshore wind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bring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cool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air from over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ocean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land.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 night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cold air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 land moves out to sea, causing an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offshore wind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Images/Content/Science/1403491191534-136617514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200" y="2099966"/>
            <a:ext cx="4638675" cy="279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62000" y="5230336"/>
            <a:ext cx="11341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Water has the highest known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specific heat capacity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any substance. Therefore, it does not change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quickly as everything on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does. This means that land has a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faster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 in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oceans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447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2364939"/>
            <a:ext cx="11417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in the environment undergoes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adiabatic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heating and cooling. This means that energy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only transferred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by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 no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enters or leaves the system.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Gases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 their pressure, temperature, and volume during adiabatic processes.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87681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XH_M4jItiK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132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13140"/>
            <a:ext cx="10858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you saw in the video, atmospheric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adiabatic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heating and cooling occurs when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air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forced up the side of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mountain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air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expands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causing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drop. This causes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water vapour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condense, forming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clouds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falling as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rain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 the other side of the mountain, the air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sinks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compresses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causes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rise, causing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cloud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dissipate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Images/Content/Geography/1399026702272-1270458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941" y="3505200"/>
            <a:ext cx="4014617" cy="279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9052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15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Weather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</dc:title>
  <dc:creator>Joseph D'cruz</dc:creator>
  <cp:lastModifiedBy>Joseph D'cruz</cp:lastModifiedBy>
  <cp:revision>1</cp:revision>
  <dcterms:created xsi:type="dcterms:W3CDTF">2020-09-29T01:23:14Z</dcterms:created>
  <dcterms:modified xsi:type="dcterms:W3CDTF">2020-09-29T01:23:31Z</dcterms:modified>
</cp:coreProperties>
</file>