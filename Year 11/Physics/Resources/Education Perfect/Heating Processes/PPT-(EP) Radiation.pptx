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963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819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910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50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358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9631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3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52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4147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04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401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E9CD2-85DF-4B73-92DD-31E081395D9E}" type="datetimeFigureOut">
              <a:rPr lang="en-AU" smtClean="0"/>
              <a:t>14/07/2020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B0AC6-B9F0-4ACC-9F6A-4BA6D57892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88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5GoZZKcNZi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Radiation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84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785336"/>
            <a:ext cx="10706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 you will be able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radiation 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transfers heat.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factors that affect the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absorption of 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5666632.469281f/1525666632351-4377512515035016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074" y="3340100"/>
            <a:ext cx="5013325" cy="281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87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GoZZKcNZiQ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10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24240"/>
            <a:ext cx="11531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object radiates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heat is transmitted as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invisible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move at the </a:t>
            </a:r>
            <a:r>
              <a:rPr lang="en-AU" sz="2400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speed of light!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Radiation transfers heat by </a:t>
            </a:r>
            <a:r>
              <a:rPr lang="en-AU" sz="2400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waves,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unlike conduction and convection which transfer heat through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particles.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it can travel through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vacuum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space!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physics terms, we say that radiation does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need to travel through a </a:t>
            </a:r>
            <a:r>
              <a:rPr lang="en-AU" sz="2400" b="1" i="0" dirty="0" smtClean="0">
                <a:solidFill>
                  <a:srgbClr val="33649C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transfer heat.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ography/1515457901.19711f/1515457905286-3646151051617468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3840560"/>
            <a:ext cx="6309590" cy="278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309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521038"/>
            <a:ext cx="11379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object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radiates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heat, even if we can't feel it. You are radiating heat right now!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Hotter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 radiate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heat.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examples of objects which radiate heat are the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Sun,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</a:t>
            </a:r>
            <a:r>
              <a:rPr lang="en-AU" sz="2400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 fire,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your pet </a:t>
            </a:r>
            <a:r>
              <a:rPr lang="en-AU" sz="2400" b="1" i="0" dirty="0" smtClean="0">
                <a:solidFill>
                  <a:srgbClr val="900C3F"/>
                </a:solidFill>
                <a:effectLst/>
                <a:latin typeface="Arial" panose="020B0604020202020204" pitchFamily="34" charset="0"/>
              </a:rPr>
              <a:t>cat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... the list goes on and on!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5004.192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98887" y="3786188"/>
            <a:ext cx="4619625" cy="260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31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278537"/>
            <a:ext cx="11874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objects emit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radiation can also be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absorbed.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Different objects can </a:t>
            </a:r>
            <a:r>
              <a:rPr lang="en-AU" sz="2400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absorb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different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amounts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radiation. The amount of radiation that can be absorbed depends on the </a:t>
            </a:r>
            <a:r>
              <a:rPr lang="en-AU" sz="2400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material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7FBFCD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9791190.921021g/1449791207870-127313341332416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289" y="3592512"/>
            <a:ext cx="7447322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55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210235"/>
            <a:ext cx="1117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light or dark a surface is affects how much </a:t>
            </a:r>
            <a:r>
              <a:rPr lang="en-AU" sz="2400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radiation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absorbed.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7" y="930274"/>
            <a:ext cx="12198625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01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7846" y="602734"/>
            <a:ext cx="10108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about clear objects that have no colour?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574547"/>
              </p:ext>
            </p:extLst>
          </p:nvPr>
        </p:nvGraphicFramePr>
        <p:xfrm>
          <a:off x="787846" y="1874044"/>
          <a:ext cx="5905054" cy="1577340"/>
        </p:xfrm>
        <a:graphic>
          <a:graphicData uri="http://schemas.openxmlformats.org/drawingml/2006/table">
            <a:tbl>
              <a:tblPr/>
              <a:tblGrid>
                <a:gridCol w="5905054">
                  <a:extLst>
                    <a:ext uri="{9D8B030D-6E8A-4147-A177-3AD203B41FA5}">
                      <a16:colId xmlns:a16="http://schemas.microsoft.com/office/drawing/2014/main" val="2373178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effectLst/>
                        </a:rPr>
                        <a:t>Clear</a:t>
                      </a:r>
                      <a:r>
                        <a:rPr lang="en-AU" sz="2400" dirty="0">
                          <a:effectLst/>
                        </a:rPr>
                        <a:t> objects, like </a:t>
                      </a:r>
                      <a:r>
                        <a:rPr lang="en-AU" sz="2400" b="1" dirty="0">
                          <a:solidFill>
                            <a:srgbClr val="29C6DF"/>
                          </a:solidFill>
                          <a:effectLst/>
                        </a:rPr>
                        <a:t>glass,</a:t>
                      </a:r>
                      <a:r>
                        <a:rPr lang="en-AU" sz="2400" dirty="0">
                          <a:effectLst/>
                        </a:rPr>
                        <a:t> do not reflect or absorb heat radiation. Instead they </a:t>
                      </a:r>
                      <a:r>
                        <a:rPr lang="en-AU" sz="2400" b="1" dirty="0">
                          <a:solidFill>
                            <a:srgbClr val="7FBFCD"/>
                          </a:solidFill>
                          <a:effectLst/>
                        </a:rPr>
                        <a:t>transmit</a:t>
                      </a:r>
                      <a:r>
                        <a:rPr lang="en-AU" sz="2400" dirty="0">
                          <a:effectLst/>
                        </a:rPr>
                        <a:t> the radiation. This means that radiation </a:t>
                      </a:r>
                      <a:r>
                        <a:rPr lang="en-AU" sz="2400" b="1" dirty="0">
                          <a:effectLst/>
                        </a:rPr>
                        <a:t>passes through</a:t>
                      </a:r>
                      <a:r>
                        <a:rPr lang="en-AU" sz="2400" dirty="0">
                          <a:effectLst/>
                        </a:rPr>
                        <a:t> the object.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503009"/>
                  </a:ext>
                </a:extLst>
              </a:tr>
            </a:tbl>
          </a:graphicData>
        </a:graphic>
      </p:graphicFrame>
      <p:pic>
        <p:nvPicPr>
          <p:cNvPr id="4098" name="Picture 2" descr="https://www.educationperfect.com/media/content/English%20&amp;%20Literature/1492748526.350011f/1492748544698-252627555654694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1874044"/>
            <a:ext cx="32670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54100" y="4922064"/>
            <a:ext cx="919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how we can feel </a:t>
            </a:r>
            <a:r>
              <a:rPr lang="en-AU" sz="2400" b="1" i="0" dirty="0" smtClean="0">
                <a:solidFill>
                  <a:srgbClr val="EA1E3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Sun through a </a:t>
            </a:r>
            <a:r>
              <a:rPr lang="en-AU" sz="2400" b="1" i="0" dirty="0" smtClean="0">
                <a:solidFill>
                  <a:srgbClr val="29C6DF"/>
                </a:solidFill>
                <a:effectLst/>
                <a:latin typeface="Arial" panose="020B0604020202020204" pitchFamily="34" charset="0"/>
              </a:rPr>
              <a:t>window.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39647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Widescreen</PresentationFormat>
  <Paragraphs>24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Radiation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Radiation</dc:title>
  <dc:creator>Joseph D'cruz</dc:creator>
  <cp:lastModifiedBy>Joseph D'cruz</cp:lastModifiedBy>
  <cp:revision>1</cp:revision>
  <dcterms:created xsi:type="dcterms:W3CDTF">2020-07-14T04:05:16Z</dcterms:created>
  <dcterms:modified xsi:type="dcterms:W3CDTF">2020-07-14T04:05:30Z</dcterms:modified>
</cp:coreProperties>
</file>