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87440-FA15-45F6-BAE8-130DCD1AAF5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CE34-C176-41E4-BE85-26812418C8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030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87440-FA15-45F6-BAE8-130DCD1AAF5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CE34-C176-41E4-BE85-26812418C8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6526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87440-FA15-45F6-BAE8-130DCD1AAF5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CE34-C176-41E4-BE85-26812418C8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72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87440-FA15-45F6-BAE8-130DCD1AAF5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CE34-C176-41E4-BE85-26812418C8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3897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87440-FA15-45F6-BAE8-130DCD1AAF5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CE34-C176-41E4-BE85-26812418C8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1387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87440-FA15-45F6-BAE8-130DCD1AAF5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CE34-C176-41E4-BE85-26812418C8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354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87440-FA15-45F6-BAE8-130DCD1AAF5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CE34-C176-41E4-BE85-26812418C8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53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87440-FA15-45F6-BAE8-130DCD1AAF5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CE34-C176-41E4-BE85-26812418C8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5732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87440-FA15-45F6-BAE8-130DCD1AAF5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CE34-C176-41E4-BE85-26812418C8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300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87440-FA15-45F6-BAE8-130DCD1AAF5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CE34-C176-41E4-BE85-26812418C8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887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87440-FA15-45F6-BAE8-130DCD1AAF5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CE34-C176-41E4-BE85-26812418C8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9916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87440-FA15-45F6-BAE8-130DCD1AAF59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8CE34-C176-41E4-BE85-26812418C8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0188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Specific Heat Capacity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4393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382538"/>
            <a:ext cx="10845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specific heat capacity.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concept of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proportionality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context of specific heat.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Interpret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tabulated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graphical data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heat added to a substance and its subsequent temperature change.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specific heat capacity.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05432113.678251g/1505432132034-2840188000346072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75" y="3060194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708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9243"/>
            <a:ext cx="11811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specific heat capacity?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 specific heat capacity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substance 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required to raise the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unit mass of it by a degree.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SI unit of specific heat capacity is joule per kilogram per Kelvin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Size1"/>
              </a:rPr>
              <a:t>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J kg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Size1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joule per kilogram per degree Celsius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Size1"/>
              </a:rPr>
              <a:t>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J kg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Size1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practical measurements in the lab, we often use units of joules per gram per degree Celsius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Size1"/>
              </a:rPr>
              <a:t>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J g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Size1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only valid when there is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no phase 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taking place. The specific heat capacity is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every substance, because it is related to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physical and chemical structure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411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54837"/>
            <a:ext cx="11950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one substance has a low specific heat capacity, it will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 up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cool down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more quickly than a substance with a high specific heat capacity.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less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needed for the same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 in 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28890831.760051g/1428890851638-1492815670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275" y="36703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888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0" y="337741"/>
            <a:ext cx="7340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specific heat capacity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energy required to heat one mass unit by one degree, what happens if you increase the mass?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double the mass,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will need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twice as much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heat the substance by one degree.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triple the mass,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will need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three times as much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raise the temperature by one degree and so 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mass increases, the energy required to heat the substance by one degree increases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proportionally.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36204193.683081g/1536204191059-3484835300195715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175" y="1846262"/>
            <a:ext cx="4425155" cy="319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907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515035"/>
            <a:ext cx="111633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Specific heat capacity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found by the following formula: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976699"/>
            <a:ext cx="8680450" cy="587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21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149224"/>
            <a:ext cx="10788650" cy="647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44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307539"/>
            <a:ext cx="11709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heating curve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shows the temperature of a substance as it is heated over time.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temperature generally increases steadily as energy is added to the system, however, during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 of state,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energy is used to break bonds, so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 rise is not observed.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graph below shows an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ideal heating curve: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23390773.008791g/1523390769061-4179916453912905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939" y="3517899"/>
            <a:ext cx="5101611" cy="318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793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KaTeX_Main</vt:lpstr>
      <vt:lpstr>KaTeX_Size1</vt:lpstr>
      <vt:lpstr>Office Theme</vt:lpstr>
      <vt:lpstr>Specific Heat Capacity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Specific Heat Capacity</dc:title>
  <dc:creator>Joseph D'cruz</dc:creator>
  <cp:lastModifiedBy>Joseph D'cruz</cp:lastModifiedBy>
  <cp:revision>2</cp:revision>
  <dcterms:created xsi:type="dcterms:W3CDTF">2020-07-14T04:45:43Z</dcterms:created>
  <dcterms:modified xsi:type="dcterms:W3CDTF">2020-07-14T04:45:58Z</dcterms:modified>
</cp:coreProperties>
</file>