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18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80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849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17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617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82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086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767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5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799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88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62052-2D42-4E5E-9485-32FE76F18204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4B765-C3A9-4DCC-A3DD-2718993058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902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IP1YxYKCt0U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tN6eynMMN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Engines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43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900" y="1775936"/>
            <a:ext cx="1005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Engines are used to transfer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areas to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areas.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External combustion engines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superheated steam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drive a piston. This video shows how they work.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34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P1YxYKCt0U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7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23840"/>
            <a:ext cx="11709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Pistons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sit inside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piston cylinder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allows them to move back and forwards.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superheated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outside the piston cylinder, producing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steam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expanding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steam pushes down on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piston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pushing it in. The steam is then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around the piston chamber, which allows the piston to move back out. This piston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movement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generate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allowing the engine to power things such as cars and trains.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steam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condensed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reheated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recycled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allowing the cycle to repeat.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Maths/1372814475218-788270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3530600"/>
            <a:ext cx="4699000" cy="270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39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1900" y="2433935"/>
            <a:ext cx="1013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modern cars use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internal combustion engines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These engines convert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chemical energy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is stored in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fuel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772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tN6eynMMNw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Engines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Engines</dc:title>
  <dc:creator>Joseph D'cruz</dc:creator>
  <cp:lastModifiedBy>Joseph D'cruz</cp:lastModifiedBy>
  <cp:revision>1</cp:revision>
  <dcterms:created xsi:type="dcterms:W3CDTF">2020-09-29T04:30:01Z</dcterms:created>
  <dcterms:modified xsi:type="dcterms:W3CDTF">2020-09-29T04:30:16Z</dcterms:modified>
</cp:coreProperties>
</file>