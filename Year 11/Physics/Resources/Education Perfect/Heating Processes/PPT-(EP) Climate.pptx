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34210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8057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595622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57229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91366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56736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1013341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9541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941220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066379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3442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B72CFB-4774-442D-9B5B-537D13F2B81B}" type="datetimeFigureOut">
              <a:rPr lang="en-AU" smtClean="0"/>
              <a:t>29/09/2020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E3CDCF-3354-4DEF-9E05-82166D268CC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167885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7.xml"/><Relationship Id="rId1" Type="http://schemas.openxmlformats.org/officeDocument/2006/relationships/video" Target="https://www.youtube.com/embed/Ye45DGkqUk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 smtClean="0"/>
              <a:t>Climate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3705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12800" y="464741"/>
            <a:ext cx="10795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Earth's climate is determined by the amount of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solar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retained in the atmosphere.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solar energy reaches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making them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cold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solar energy reaches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equator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making it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Earth's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molten core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228B22"/>
                </a:solidFill>
                <a:effectLst/>
                <a:latin typeface="Arial" panose="020B0604020202020204" pitchFamily="34" charset="0"/>
              </a:rPr>
              <a:t>radioactivity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contribute to the climate by releasing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heat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within.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Earth's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tilt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also affects the climate. The Earth is tilted at an angle 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23.5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º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 for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six months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Northern Hemisphere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receives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solar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than the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Southern Hemisphere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makes it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summer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North while it's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winter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South.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026" name="Picture 2" descr="https://www.educationperfect.com/Images/Content/Maths/1373254379359-790730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89475" y="3673475"/>
            <a:ext cx="3810000" cy="2514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50596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41300" y="329843"/>
            <a:ext cx="115062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Earth's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energy balance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the sum of energy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entering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Earth's atmosphere and energy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leaving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When the energy balance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0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KaTeX_Main"/>
              </a:rPr>
              <a:t>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KaTeX_Main"/>
              </a:rPr>
              <a:t> J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the Earth has a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constant 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Earth emits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more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from the molten core and radioactivity into the atmosphere than it receives in the form of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solar energy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However,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reflection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absorption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radiation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atmosphere means that the Earth doesn't lose all this energy.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However,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pollution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in the atmosphere has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increased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 amount of energy which is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reflected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absorbed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so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less energy leaves the Earth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This increases the amount of energy in the Earth system, raising its average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temperature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050" name="Picture 2" descr="https://www.educationperfect.com/Images/Content/Maths/1373254325384-7907309-optimised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0075" y="3779837"/>
            <a:ext cx="3810000" cy="26955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089416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592941"/>
            <a:ext cx="11595100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Wind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is caused by </a:t>
            </a:r>
            <a:r>
              <a:rPr lang="en-AU" b="1" i="0" dirty="0" smtClean="0">
                <a:solidFill>
                  <a:srgbClr val="0066CC"/>
                </a:solidFill>
                <a:effectLst/>
                <a:latin typeface="Arial" panose="020B0604020202020204" pitchFamily="34" charset="0"/>
              </a:rPr>
              <a:t>convection cells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which are created by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temperature differences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between the poles and equator.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Hot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air at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equator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rises and moves towards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tropics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, where it cools down 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sinks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 The </a:t>
            </a:r>
            <a:r>
              <a:rPr lang="en-AU" b="1" i="0" dirty="0" smtClean="0">
                <a:solidFill>
                  <a:srgbClr val="E04E50"/>
                </a:solidFill>
                <a:effectLst/>
                <a:latin typeface="Arial" panose="020B0604020202020204" pitchFamily="34" charset="0"/>
              </a:rPr>
              <a:t>cooler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air at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tropics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then moves towards the equator, forming convection cells.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The same process happens between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tropics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 the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poles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algn="ctr"/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</a:t>
            </a:r>
          </a:p>
          <a:p>
            <a:pPr algn="ctr"/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Clouds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and </a:t>
            </a:r>
            <a:r>
              <a:rPr lang="en-AU" b="1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storms</a:t>
            </a:r>
            <a:r>
              <a:rPr lang="en-AU" b="0" i="0" dirty="0" smtClean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 develop at the equator and tropics where the air rises.</a:t>
            </a:r>
            <a:endParaRPr lang="en-AU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4" name="Picture 2" descr="https://www.educationperfect.com/Images/Content/Geography/1390949084016-10351142-optimis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73575" y="3729037"/>
            <a:ext cx="3810000" cy="253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8189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Ye45DGkqUkE"/>
          <p:cNvPicPr>
            <a:picLocks noRot="1" noChangeAspect="1"/>
          </p:cNvPicPr>
          <p:nvPr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88403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</Words>
  <Application>Microsoft Office PowerPoint</Application>
  <PresentationFormat>Widescreen</PresentationFormat>
  <Paragraphs>18</Paragraphs>
  <Slides>5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KaTeX_Main</vt:lpstr>
      <vt:lpstr>Office Theme</vt:lpstr>
      <vt:lpstr>Climate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Climate</dc:title>
  <dc:creator>Joseph D'cruz</dc:creator>
  <cp:lastModifiedBy>Joseph D'cruz</cp:lastModifiedBy>
  <cp:revision>1</cp:revision>
  <dcterms:created xsi:type="dcterms:W3CDTF">2020-09-29T01:20:33Z</dcterms:created>
  <dcterms:modified xsi:type="dcterms:W3CDTF">2020-09-29T01:20:48Z</dcterms:modified>
</cp:coreProperties>
</file>