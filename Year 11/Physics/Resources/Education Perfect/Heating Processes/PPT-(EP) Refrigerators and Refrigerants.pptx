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9EC1A-CFA0-474B-9121-A439599A5CA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58295-1940-496F-BA24-F83FE4323B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277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9EC1A-CFA0-474B-9121-A439599A5CA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58295-1940-496F-BA24-F83FE4323B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4401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9EC1A-CFA0-474B-9121-A439599A5CA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58295-1940-496F-BA24-F83FE4323B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733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9EC1A-CFA0-474B-9121-A439599A5CA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58295-1940-496F-BA24-F83FE4323B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8190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9EC1A-CFA0-474B-9121-A439599A5CA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58295-1940-496F-BA24-F83FE4323B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9231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9EC1A-CFA0-474B-9121-A439599A5CA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58295-1940-496F-BA24-F83FE4323B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0023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9EC1A-CFA0-474B-9121-A439599A5CA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58295-1940-496F-BA24-F83FE4323B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5971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9EC1A-CFA0-474B-9121-A439599A5CA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58295-1940-496F-BA24-F83FE4323B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4502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9EC1A-CFA0-474B-9121-A439599A5CA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58295-1940-496F-BA24-F83FE4323B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2463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9EC1A-CFA0-474B-9121-A439599A5CA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58295-1940-496F-BA24-F83FE4323B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9231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9EC1A-CFA0-474B-9121-A439599A5CA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58295-1940-496F-BA24-F83FE4323B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7800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99EC1A-CFA0-474B-9121-A439599A5CA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958295-1940-496F-BA24-F83FE4323B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82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EIP3pSio7-M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Refrigerators and Refrigerants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6770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1800" y="320239"/>
            <a:ext cx="113919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 the end of this lesson you should be able to: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heat transfer and pressure changes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used to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move heat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refrigerators.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Describe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changes in state, temperature and pressure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refrigerants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experience during the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refrigeration cycle.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Discuss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what makes a substance a </a:t>
            </a: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suitable refrigerant.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German/1476414559.825691g/1476414579695-317114631767329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7512" y="3805237"/>
            <a:ext cx="3800475" cy="253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4642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900" y="459939"/>
            <a:ext cx="118491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goes on inside that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fridge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yours?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lesson, we're going to learn how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refrigerators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work using the principles of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heat transfer, state changes, and pressure changes.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Before we get started, we need to remind ourselves of some basic concepts about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heat transfer, temperature, and pressure.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German/1476654610.18591g/1476654616996-1554737515251569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8475" y="3500437"/>
            <a:ext cx="3800475" cy="253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2310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369838"/>
            <a:ext cx="11125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Have you ever wondered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how your fridge stays cold?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know that heat always moves </a:t>
            </a:r>
            <a:r>
              <a:rPr lang="en-AU" sz="2400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from a warmer substance to a cooler substance.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Therefore, to decrease the temperature of the air inside the fridge, the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heat must be transferred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a substance that is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colder than the fridge.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substance is called the </a:t>
            </a:r>
            <a:r>
              <a:rPr lang="en-AU" sz="2400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refrigerant.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433283102.497381g/1433283091073-939626406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1175" y="3457575"/>
            <a:ext cx="3800475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9082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638939"/>
            <a:ext cx="11684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refrigerant starts off as a </a:t>
            </a:r>
            <a:r>
              <a:rPr lang="en-AU" sz="2400" b="1" i="0" dirty="0" smtClean="0">
                <a:solidFill>
                  <a:srgbClr val="004D99"/>
                </a:solidFill>
                <a:effectLst/>
                <a:latin typeface="Arial" panose="020B0604020202020204" pitchFamily="34" charset="0"/>
              </a:rPr>
              <a:t>cold liquid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flows through pipes </a:t>
            </a:r>
            <a:r>
              <a:rPr lang="en-AU" sz="2400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in your fridge.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liquid refrigerant is </a:t>
            </a:r>
            <a:r>
              <a:rPr lang="en-AU" sz="2400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colder than the air and food inside your fridge,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it </a:t>
            </a:r>
            <a:r>
              <a:rPr lang="en-AU" sz="2400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absorbs heat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from within the fridge.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 </a:t>
            </a:r>
            <a:r>
              <a:rPr lang="en-AU" sz="2400" b="1" i="0" dirty="0" smtClean="0">
                <a:solidFill>
                  <a:srgbClr val="004D99"/>
                </a:solidFill>
                <a:effectLst/>
                <a:latin typeface="Arial" panose="020B0604020202020204" pitchFamily="34" charset="0"/>
              </a:rPr>
              <a:t>cools the contents of the fridge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heats up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refrigerant. As a result, the liquid refrigerant </a:t>
            </a:r>
            <a:r>
              <a:rPr lang="en-AU" sz="2400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vaporises into a gas.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471216933.014091g/1471216934317-1647152617876113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0799" y="3887727"/>
            <a:ext cx="4765675" cy="2859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1901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8800" y="215037"/>
            <a:ext cx="11455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Now the food in your fridge is cool, but the refrigerant needs to </a:t>
            </a:r>
            <a:r>
              <a:rPr lang="en-AU" sz="2400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get rid of the heat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absorbed.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After absorbing heat from the fridge, the refrigerant goes through a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compressor.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increases the pressure and temperature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gas, so it is now very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hot.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471216960.104331g/1471216961153-1647152617876113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4442" y="2806699"/>
            <a:ext cx="6376458" cy="3825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5993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2900" y="368638"/>
            <a:ext cx="118491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After being compressed, this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hot gas is run through piping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the outside of the fridge.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Because the gas is so hot, it </a:t>
            </a:r>
            <a:r>
              <a:rPr lang="en-AU" sz="2400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quickly releases heat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into the kitchen.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cools the refrigerant down,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causing it to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condense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into a liquid.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cience/1471216986.409521g/1471216987183-1647152617876113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4887" y="3098799"/>
            <a:ext cx="5445125" cy="326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6640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331738"/>
            <a:ext cx="11658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final step is running the condensed refrigerant through an </a:t>
            </a:r>
            <a:r>
              <a:rPr lang="en-AU" sz="2400" b="1" i="0" dirty="0" smtClean="0">
                <a:solidFill>
                  <a:srgbClr val="004D99"/>
                </a:solidFill>
                <a:effectLst/>
                <a:latin typeface="Arial" panose="020B0604020202020204" pitchFamily="34" charset="0"/>
              </a:rPr>
              <a:t>expanding device.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decreases the pressure and temperature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liquid refrigerant.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Now the refrigerant is ready to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start the cycle over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again, as it is once again cold enough to </a:t>
            </a:r>
            <a:r>
              <a:rPr lang="en-AU" sz="2400" b="1" i="0" dirty="0" smtClean="0">
                <a:solidFill>
                  <a:srgbClr val="004D99"/>
                </a:solidFill>
                <a:effectLst/>
                <a:latin typeface="Arial" panose="020B0604020202020204" pitchFamily="34" charset="0"/>
              </a:rPr>
              <a:t>chill the inside of your fridge!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Science/1471217002.78641g/1471217005535-1647152617876113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300" y="3289300"/>
            <a:ext cx="53340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2996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01600" y="259140"/>
            <a:ext cx="121412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Incorporating </a:t>
            </a:r>
            <a:r>
              <a:rPr lang="en-AU" sz="2400" b="1" i="0" dirty="0" smtClean="0">
                <a:solidFill>
                  <a:srgbClr val="004D99"/>
                </a:solidFill>
                <a:effectLst/>
                <a:latin typeface="Arial" panose="020B0604020202020204" pitchFamily="34" charset="0"/>
              </a:rPr>
              <a:t>expansion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compression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into the refrigeration cycle ensures the refrigerant is moving heat in the correct direction.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 </a:t>
            </a:r>
            <a:r>
              <a:rPr lang="en-AU" sz="2400" b="1" i="0" dirty="0" smtClean="0">
                <a:solidFill>
                  <a:srgbClr val="004D99"/>
                </a:solidFill>
                <a:effectLst/>
                <a:latin typeface="Arial" panose="020B0604020202020204" pitchFamily="34" charset="0"/>
              </a:rPr>
              <a:t>reducing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refrigerant's </a:t>
            </a:r>
            <a:r>
              <a:rPr lang="en-AU" sz="2400" b="1" i="0" dirty="0" smtClean="0">
                <a:solidFill>
                  <a:srgbClr val="004D99"/>
                </a:solidFill>
                <a:effectLst/>
                <a:latin typeface="Arial" panose="020B0604020202020204" pitchFamily="34" charset="0"/>
              </a:rPr>
              <a:t>pressure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before it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enters the fridge,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ensure it is as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cold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can be and will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absorb lots of heat.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Similarly, by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increasing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refrigerant's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pressure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it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exits the fridge,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ensure it is as hot as can be and will </a:t>
            </a:r>
            <a:r>
              <a:rPr lang="en-AU" sz="2400" b="1" i="0" dirty="0" smtClean="0">
                <a:solidFill>
                  <a:srgbClr val="004D99"/>
                </a:solidFill>
                <a:effectLst/>
                <a:latin typeface="Arial" panose="020B0604020202020204" pitchFamily="34" charset="0"/>
              </a:rPr>
              <a:t>expel all of the heat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picked up into the kitchen.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media/content/Science/1470879251.349911g/1470879256798-3379093474028947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283" y="3632199"/>
            <a:ext cx="4704292" cy="282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0315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IP3pSio7-M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039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8300" y="434539"/>
            <a:ext cx="11557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Refrigeration Summary: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cooled liquid refrigerant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absorbs heat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inside the fridge, causing it to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 vaporise.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hot, gaseous refrigerant then </a:t>
            </a:r>
            <a:r>
              <a:rPr lang="en-AU" sz="2400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releases heat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outside the fridge, causing it to </a:t>
            </a:r>
            <a:r>
              <a:rPr lang="en-AU" sz="2400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condense back into a liquid.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refrigerant's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pressure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manipulated using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compressors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expanding devices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make sure heat is always moved in the correct direction.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 descr="https://www.educationperfect.com/media/content/Science/1565901471.601711g/1565901472058-2285905311407954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999" y="3487097"/>
            <a:ext cx="5356225" cy="3218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9929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598438"/>
            <a:ext cx="116332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exactly is a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refrigerant?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refrigerant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substance that is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circulated in a heating or refrigeration system.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 are many different substances that are used as refrigerants, but </a:t>
            </a:r>
            <a:r>
              <a:rPr lang="en-AU" sz="2400" b="1" i="0" dirty="0" smtClean="0">
                <a:solidFill>
                  <a:srgbClr val="004D99"/>
                </a:solidFill>
                <a:effectLst/>
                <a:latin typeface="Arial" panose="020B0604020202020204" pitchFamily="34" charset="0"/>
              </a:rPr>
              <a:t>some substances are better refrigerants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others.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42" name="Picture 2" descr="https://www.educationperfect.com/media/content/Science/1504495710.859441g/1504495714170-775343218344176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199" y="3451224"/>
            <a:ext cx="3406775" cy="340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2926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2600" y="-34161"/>
            <a:ext cx="112395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makes a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good refrigerant?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a refrigerant to effectively cool a fridge, it should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boil from a liquid to a gas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it moves through the pipes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inside of the fridge.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should also </a:t>
            </a:r>
            <a:r>
              <a:rPr lang="en-AU" sz="2400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condense from a gas to a liquid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it moves through the pipes on the </a:t>
            </a:r>
            <a:r>
              <a:rPr lang="en-AU" sz="2400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outside of the fridge.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is possible because the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boiling point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refrigerant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changes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the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pressure changes.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266" name="Picture 2" descr="https://www.educationperfect.com/media/content/Science/1565900850.409031g/1565900850842-2285905311407954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0987" y="3703637"/>
            <a:ext cx="6562725" cy="253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0248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1200" y="636538"/>
            <a:ext cx="106553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 does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vaporising and condensing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make a substance a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more effective refrigerant?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understand why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transitioning between liquid and gaseous states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makes a refrigerant better, let's look at what happens to the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particles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 substance when it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changes state.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290" name="Picture 2" descr="https://www.educationperfect.com/media/content/Science/1565838618.742031g/1565838618722-2174687395613792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4875" y="3783012"/>
            <a:ext cx="7520366" cy="2338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5428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36540"/>
            <a:ext cx="12192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substance's particles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gain and lose energy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during state changes.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a liquid is heated, it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gains energy.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allows it to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overcome the attractions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holding the particles together. The particles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spread out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 liquid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vaporises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into a gas.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reverse happens when a gas is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cooled.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particles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lose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can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no longer overcome the attractions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them. They move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closer together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 gas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condenses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into a liquid.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314" name="Picture 2" descr="https://www.educationperfect.com/media/content/Science/1565838859.671661g/1565838859639-2174687395613792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2575" y="4100512"/>
            <a:ext cx="4962525" cy="179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3333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5100" y="1538"/>
            <a:ext cx="120269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Overcoming the attractions between particles consumes a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lot of energy: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much more energy than it takes to heat the substance a few degrees.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a liquid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vaporises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into a gas, its particles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absorb a huge amount of energy!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the gas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condenses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back into a liquid, the particles </a:t>
            </a:r>
            <a:r>
              <a:rPr lang="en-AU" sz="2400" b="1" i="0" dirty="0" smtClean="0">
                <a:solidFill>
                  <a:srgbClr val="004D99"/>
                </a:solidFill>
                <a:effectLst/>
                <a:latin typeface="Arial" panose="020B0604020202020204" pitchFamily="34" charset="0"/>
              </a:rPr>
              <a:t>release a huge amount of energy.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300564" y="2309862"/>
            <a:ext cx="488787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referred to as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heat.</a:t>
            </a:r>
            <a:endParaRPr lang="en-AU" sz="2400" dirty="0"/>
          </a:p>
        </p:txBody>
      </p:sp>
      <p:pic>
        <p:nvPicPr>
          <p:cNvPr id="14338" name="Picture 2" descr="https://www.educationperfect.com/media/content/Science/1565223100.432171g/1565223101280-3686660136285461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4027" y="3305175"/>
            <a:ext cx="7600950" cy="242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41165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84941"/>
            <a:ext cx="118872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Using a refrigerant that vaporises and condenses in the refrigeration cycle means the </a:t>
            </a:r>
            <a:r>
              <a:rPr lang="en-AU" sz="2400" b="1" i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fridge is more effectively cooled.</a:t>
            </a:r>
            <a:endParaRPr lang="en-AU" sz="2400" b="1" i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refrigerant starts as a </a:t>
            </a:r>
            <a:r>
              <a:rPr lang="en-AU" sz="2400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cold liquid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moving through piping in the fridge. It </a:t>
            </a:r>
            <a:r>
              <a:rPr lang="en-AU" sz="2400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absorbs heat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 warmer fridge air, increasing its temperature. Once the refrigerant gets warm enough, it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vaporises.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complete this vaporisation it </a:t>
            </a:r>
            <a:r>
              <a:rPr lang="en-AU" sz="2400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absorbs even more heat energy!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the refrigerant </a:t>
            </a:r>
            <a:r>
              <a:rPr lang="en-AU" sz="2400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absorbs more heat if it vaporises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if it does not. It also </a:t>
            </a:r>
            <a:r>
              <a:rPr lang="en-AU" sz="2400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releases this heat when it condenses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piping on the outside of the fridge.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362" name="Picture 2" descr="https://www.educationperfect.com/media/content/Science/1565901471.601711g/1565901472058-2285905311407954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0299" y="4033932"/>
            <a:ext cx="4530725" cy="2722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1658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</Words>
  <Application>Microsoft Office PowerPoint</Application>
  <PresentationFormat>Widescreen</PresentationFormat>
  <Paragraphs>69</Paragraphs>
  <Slides>17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Refrigerators and Refrigerants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Refrigerators and Refrigerants</dc:title>
  <dc:creator>Joseph D'cruz</dc:creator>
  <cp:lastModifiedBy>Joseph D'cruz</cp:lastModifiedBy>
  <cp:revision>1</cp:revision>
  <dcterms:created xsi:type="dcterms:W3CDTF">2020-07-14T07:31:37Z</dcterms:created>
  <dcterms:modified xsi:type="dcterms:W3CDTF">2020-07-14T07:31:51Z</dcterms:modified>
</cp:coreProperties>
</file>