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89FF-1D52-4509-8EE0-C99836C99A0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F157-E703-41F8-B882-1AB8F04D6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72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89FF-1D52-4509-8EE0-C99836C99A0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F157-E703-41F8-B882-1AB8F04D6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03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89FF-1D52-4509-8EE0-C99836C99A0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F157-E703-41F8-B882-1AB8F04D6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098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89FF-1D52-4509-8EE0-C99836C99A0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F157-E703-41F8-B882-1AB8F04D6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9407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89FF-1D52-4509-8EE0-C99836C99A0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F157-E703-41F8-B882-1AB8F04D6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8680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89FF-1D52-4509-8EE0-C99836C99A0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F157-E703-41F8-B882-1AB8F04D6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4375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89FF-1D52-4509-8EE0-C99836C99A0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F157-E703-41F8-B882-1AB8F04D6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4218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89FF-1D52-4509-8EE0-C99836C99A0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F157-E703-41F8-B882-1AB8F04D6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809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89FF-1D52-4509-8EE0-C99836C99A0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F157-E703-41F8-B882-1AB8F04D6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7581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89FF-1D52-4509-8EE0-C99836C99A0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F157-E703-41F8-B882-1AB8F04D6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466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89FF-1D52-4509-8EE0-C99836C99A0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F157-E703-41F8-B882-1AB8F04D6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147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B89FF-1D52-4509-8EE0-C99836C99A0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EF157-E703-41F8-B882-1AB8F04D6C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267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Temperature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53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1700" y="750838"/>
            <a:ext cx="10744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Understand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temperature scales and how to convert between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Celsius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Kelvin.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Describe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to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record temperature,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including considering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uncertainty of measurements.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concept of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temperature 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terms of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6861.6349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52900" y="3428494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29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388541"/>
            <a:ext cx="115951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everyday language we often use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interchangeably.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in physics these two terms have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different meanings.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average 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particles in a body.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thermal energy which is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transferred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one body to another due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 difference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Adding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 body causes the particles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vibrate faster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increasing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body.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Chinese/1427427512.777531g/1427427517124-791336422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045" y="3937000"/>
            <a:ext cx="2792010" cy="267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2894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116344"/>
            <a:ext cx="117475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have three scales for measuring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temperature.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are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Kelvin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scale,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Celsius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scale, 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Fahrenheit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scale.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Celsius scale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units 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freezing point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water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boiling point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water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100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is the scale we use most often in our everyday lives.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Kelvin scale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units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At absolute zero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K)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atoms stop moving, because they have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 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An interval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  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equal to an interval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A temperature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equivalent to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−273.15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Fahrenheit scale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another way of measuring temperature. The USA is the only major country which uses it, and the Fahrenheit scale is not used in scientific writing.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971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367437"/>
            <a:ext cx="11315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both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absolute scale and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Celsius scale,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degree is the same change in temperature.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Celsius scale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based on properties of water, whilst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absolute scale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based on energy of the particles.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36882956.828791g/1536882957538-3026633315100193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3530600"/>
            <a:ext cx="866775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4347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45534"/>
            <a:ext cx="60292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Converting between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Celsius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Kelvin.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36121121.778481g/1536121118772-2254092947229593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725" y="607199"/>
            <a:ext cx="5162550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44500" y="2875340"/>
            <a:ext cx="114427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Where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K​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temperature in Kelvin and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temperature in Celsius.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what temperature in Kelvin does water boil at?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​=100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​=100+273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K​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=373  K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874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305138"/>
            <a:ext cx="11645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measured using various measuring devices.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lab you commonly will use an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alcohol thermometer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digital thermometer.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important that you know how to use it correctly and how to work out the measurement uncertainty (absolute and percentage).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54448793.887581g/1454448837261-1726578199376685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175" y="3500438"/>
            <a:ext cx="381000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7621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405537"/>
            <a:ext cx="10985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thermometer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filled with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red coloured alcohol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expands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gets hotter.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level this red fluid reaches gives you the temperature.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measured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degrees Celsius (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Images/Content/English%20&amp;%20Literature/1399575679273-1292448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4346575"/>
            <a:ext cx="8410798" cy="117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771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40544"/>
            <a:ext cx="12039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we are collecting data, every measurement has an intrinsic limit to the number of digits that can be recorded, called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Limit of Reading.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can't measure to less decimal places, so the measurement could potentially vary from the reading by the value of the limit of reading.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when using an electronic thermometer, it commonly measures to the nearest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0.1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show that a reading is accurate to within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0.1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we use 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±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symbol. For example, a reading could be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36.5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±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0.1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range is from 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36.5−0.1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to 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36.5+0.1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 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the temperature is between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36.4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36.6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881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64100" y="580241"/>
            <a:ext cx="68834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Reading an alcohol thermometer.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thermometer below,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reading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taken at the point where the arrow is marking, so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28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 division on the thermometer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so we take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uncertainty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being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half of the division,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it would be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±0.5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would write the reading with the uncertainty 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28.0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±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0.5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the actual reading is between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27.5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28.5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Maths/1500344022.293561g/1500344027752-1751611454389588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476375"/>
            <a:ext cx="381000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275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311140"/>
            <a:ext cx="11531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change in temperature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due to the addition or removal of energy from a system (without phase change.)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energy in a system due to the movement of particles is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thermal energy.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thermal energy is transferred from one place to another, it is called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moves from areas of higher to lower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(average kinetic energy of particles).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30225507.820161g/1530225507817-439016622243455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4156075"/>
            <a:ext cx="3800475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5370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438"/>
            <a:ext cx="11938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transfer is the movement of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one object to another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heat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always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flows from 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hotter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 to the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colder object.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heat transfer is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fastest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there is a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large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temperature difference.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450044151.719261g/1450044151654-50278077288465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762" y="3600450"/>
            <a:ext cx="3800475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759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324408" y="307074"/>
            <a:ext cx="5543184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 are three types of heat transfer: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2243137"/>
            <a:ext cx="10696508" cy="202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9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685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64</Words>
  <Application>Microsoft Office PowerPoint</Application>
  <PresentationFormat>Widescreen</PresentationFormat>
  <Paragraphs>79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KaTeX_Main</vt:lpstr>
      <vt:lpstr>Office Theme</vt:lpstr>
      <vt:lpstr>Temperature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Temperature</dc:title>
  <dc:creator>Joseph D'cruz</dc:creator>
  <cp:lastModifiedBy>Joseph D'cruz</cp:lastModifiedBy>
  <cp:revision>2</cp:revision>
  <dcterms:created xsi:type="dcterms:W3CDTF">2020-07-14T04:08:04Z</dcterms:created>
  <dcterms:modified xsi:type="dcterms:W3CDTF">2020-07-14T04:16:58Z</dcterms:modified>
</cp:coreProperties>
</file>