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4B2E5-C2B5-42D6-8F9D-52F5BCD0C22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C4708-BE87-4A42-AAC1-E79A3B2558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744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4B2E5-C2B5-42D6-8F9D-52F5BCD0C22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C4708-BE87-4A42-AAC1-E79A3B2558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369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4B2E5-C2B5-42D6-8F9D-52F5BCD0C22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C4708-BE87-4A42-AAC1-E79A3B2558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5766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4B2E5-C2B5-42D6-8F9D-52F5BCD0C22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C4708-BE87-4A42-AAC1-E79A3B2558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254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4B2E5-C2B5-42D6-8F9D-52F5BCD0C22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C4708-BE87-4A42-AAC1-E79A3B2558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06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4B2E5-C2B5-42D6-8F9D-52F5BCD0C22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C4708-BE87-4A42-AAC1-E79A3B2558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3034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4B2E5-C2B5-42D6-8F9D-52F5BCD0C22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C4708-BE87-4A42-AAC1-E79A3B2558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5355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4B2E5-C2B5-42D6-8F9D-52F5BCD0C22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C4708-BE87-4A42-AAC1-E79A3B2558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7726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4B2E5-C2B5-42D6-8F9D-52F5BCD0C22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C4708-BE87-4A42-AAC1-E79A3B2558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1955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4B2E5-C2B5-42D6-8F9D-52F5BCD0C22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C4708-BE87-4A42-AAC1-E79A3B2558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8686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4B2E5-C2B5-42D6-8F9D-52F5BCD0C22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C4708-BE87-4A42-AAC1-E79A3B2558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5530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4B2E5-C2B5-42D6-8F9D-52F5BCD0C22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C4708-BE87-4A42-AAC1-E79A3B2558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7531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VxGIiOTuAI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Convection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6482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8500" y="912336"/>
            <a:ext cx="10642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 you will be able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a </a:t>
            </a:r>
            <a:r>
              <a:rPr lang="en-AU" sz="2400" b="1" i="0" dirty="0" smtClean="0">
                <a:solidFill>
                  <a:srgbClr val="FAABA0"/>
                </a:solidFill>
                <a:effectLst/>
                <a:latin typeface="Arial" panose="020B0604020202020204" pitchFamily="34" charset="0"/>
              </a:rPr>
              <a:t>convection current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formed.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a convection current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transfers heats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throughout a space.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663413.3439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37002" y="2946400"/>
            <a:ext cx="4765595" cy="357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55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0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787738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Did you know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transferred between objects that are not touching each other?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two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main ways in which this can occur: </a:t>
            </a:r>
            <a:r>
              <a:rPr lang="en-AU" sz="2400" b="1" i="0" dirty="0" smtClean="0">
                <a:solidFill>
                  <a:srgbClr val="FAABA0"/>
                </a:solidFill>
                <a:effectLst/>
                <a:latin typeface="Arial" panose="020B0604020202020204" pitchFamily="34" charset="0"/>
              </a:rPr>
              <a:t>convection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radiation.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Smart Lesson will focus on </a:t>
            </a:r>
            <a:r>
              <a:rPr lang="en-AU" sz="2400" b="1" i="0" dirty="0" smtClean="0">
                <a:solidFill>
                  <a:srgbClr val="FAABA0"/>
                </a:solidFill>
                <a:effectLst/>
                <a:latin typeface="Arial" panose="020B0604020202020204" pitchFamily="34" charset="0"/>
              </a:rPr>
              <a:t>convection.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6529124.3693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73500" y="3355974"/>
            <a:ext cx="453390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46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1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" y="329337"/>
            <a:ext cx="11099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Convection occurs in </a:t>
            </a:r>
            <a:r>
              <a:rPr lang="en-AU" sz="2400" b="1" i="0" dirty="0" smtClean="0">
                <a:solidFill>
                  <a:srgbClr val="33649C"/>
                </a:solidFill>
                <a:effectLst/>
                <a:latin typeface="Arial" panose="020B0604020202020204" pitchFamily="34" charset="0"/>
              </a:rPr>
              <a:t>fluids.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Fluids is a term which includes both gases and liquids.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First, one part of the fluid is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heated.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causes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move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apart,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making this part of the fluid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less dense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surrounding fluid.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56181510.774971g/1456181502895-4404795999290406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475" y="3394075"/>
            <a:ext cx="7600950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3644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479336"/>
            <a:ext cx="11099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hot, less dense part of the fluid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rises.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Cool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fluid moves into the space freed up by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less dense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part of the fluid. This then gets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heated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rises.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6524414.0645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90800" y="2920999"/>
            <a:ext cx="6578600" cy="378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824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1200" y="459939"/>
            <a:ext cx="10845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heated fluid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cools down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it moves away from the heat source.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causes it to become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more dense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sink again.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fluid can then be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again, continuing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cycle.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movement of </a:t>
            </a:r>
            <a:r>
              <a:rPr lang="en-AU" sz="2400" b="1" i="0" dirty="0" smtClean="0">
                <a:solidFill>
                  <a:srgbClr val="33649C"/>
                </a:solidFill>
                <a:effectLst/>
                <a:latin typeface="Arial" panose="020B0604020202020204" pitchFamily="34" charset="0"/>
              </a:rPr>
              <a:t>fluid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called a </a:t>
            </a:r>
            <a:r>
              <a:rPr lang="en-AU" sz="2400" b="1" i="0" u="sng" dirty="0" smtClean="0">
                <a:solidFill>
                  <a:srgbClr val="FAABA0"/>
                </a:solidFill>
                <a:effectLst/>
                <a:latin typeface="Arial" panose="020B0604020202020204" pitchFamily="34" charset="0"/>
              </a:rPr>
              <a:t>convection current.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26524451.17561f/1526524447921-2379256521475813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33655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1034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924" y="364715"/>
            <a:ext cx="9261475" cy="649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369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300" y="451535"/>
            <a:ext cx="111125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diagram shows how heaters use </a:t>
            </a:r>
            <a:r>
              <a:rPr lang="en-AU" sz="2400" b="1" i="0" dirty="0" smtClean="0">
                <a:solidFill>
                  <a:srgbClr val="FAABA0"/>
                </a:solidFill>
                <a:effectLst/>
                <a:latin typeface="Arial" panose="020B0604020202020204" pitchFamily="34" charset="0"/>
              </a:rPr>
              <a:t>convection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warm the whole room.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49775875.32151g/1449775913534-1273133413324165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852" y="1684336"/>
            <a:ext cx="9415395" cy="4513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0444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xGIiOTuAIs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533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Widescreen</PresentationFormat>
  <Paragraphs>25</Paragraphs>
  <Slides>9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Convection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Convection</dc:title>
  <dc:creator>Joseph D'cruz</dc:creator>
  <cp:lastModifiedBy>Joseph D'cruz</cp:lastModifiedBy>
  <cp:revision>1</cp:revision>
  <dcterms:created xsi:type="dcterms:W3CDTF">2020-07-14T03:59:54Z</dcterms:created>
  <dcterms:modified xsi:type="dcterms:W3CDTF">2020-07-14T04:00:07Z</dcterms:modified>
</cp:coreProperties>
</file>