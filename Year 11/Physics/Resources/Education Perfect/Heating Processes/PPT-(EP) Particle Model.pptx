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363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10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31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210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4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53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44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00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8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73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9A06F-FC84-4860-A648-F03DB4366ECD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1ACD-45AC-4755-8D68-030AACB851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50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UZkE1vIvI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Particle Model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57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UZkE1vIvI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7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47636"/>
            <a:ext cx="10706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particle model of matter.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states of matter.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1776356.032091g/1521776354006-70233991666579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2901839"/>
            <a:ext cx="5589587" cy="372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02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602040"/>
            <a:ext cx="11303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particle model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matter states that all matter is made up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particles,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in a constant state of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the particles are moving, they must have a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associated with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also have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potential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energy is stored 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particles, and the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stored energy depends on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particles.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2395467.358281g/1422395456811-58770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2" y="4278312"/>
            <a:ext cx="3800475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66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0"/>
            <a:ext cx="115824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visualise the particle model as two hyperactive children who are tied together with a very long, very strong rubber band.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children are the </a:t>
            </a:r>
            <a:r>
              <a:rPr lang="en-AU" sz="22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rubber band is the </a:t>
            </a:r>
            <a:r>
              <a:rPr lang="en-AU" sz="2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bond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children are running around, giving them </a:t>
            </a:r>
            <a:r>
              <a:rPr lang="en-AU" sz="22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relates back to the </a:t>
            </a:r>
            <a:r>
              <a:rPr lang="en-AU" sz="22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 motion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particles.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children pull away from each other, they </a:t>
            </a:r>
            <a:r>
              <a:rPr lang="en-AU" sz="22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stretch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rubber band, storing </a:t>
            </a:r>
            <a:r>
              <a:rPr lang="en-AU" sz="22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it. The more the rubber band is </a:t>
            </a:r>
            <a:r>
              <a:rPr lang="en-AU" sz="22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stretched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 </a:t>
            </a:r>
            <a:r>
              <a:rPr lang="en-AU" sz="22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energy</a:t>
            </a:r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stored.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potential energy stored in the rubber band represents the potential energy stored in the bonds between particles.</a:t>
            </a:r>
            <a:endParaRPr lang="en-AU" sz="2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panish/1408678760.757771g/1408678749527-177613446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4832092"/>
            <a:ext cx="2835274" cy="206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10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886936"/>
            <a:ext cx="11099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particles have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the amount of energy varies according to the temperature.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temperature increases,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 of the particles increases.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347" y="2593974"/>
            <a:ext cx="6898506" cy="2714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01800" y="5823635"/>
            <a:ext cx="9639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temperature of a substance is a measure of the average kinetic energy of the particles.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8935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197535"/>
            <a:ext cx="1016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three main states of matter: solids, liquids and gases.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50987"/>
              </p:ext>
            </p:extLst>
          </p:nvPr>
        </p:nvGraphicFramePr>
        <p:xfrm>
          <a:off x="1320800" y="995204"/>
          <a:ext cx="5118100" cy="1577340"/>
        </p:xfrm>
        <a:graphic>
          <a:graphicData uri="http://schemas.openxmlformats.org/drawingml/2006/table">
            <a:tbl>
              <a:tblPr/>
              <a:tblGrid>
                <a:gridCol w="5118100">
                  <a:extLst>
                    <a:ext uri="{9D8B030D-6E8A-4147-A177-3AD203B41FA5}">
                      <a16:colId xmlns:a16="http://schemas.microsoft.com/office/drawing/2014/main" val="4137105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Solids are made up of particles which are </a:t>
                      </a:r>
                      <a:r>
                        <a:rPr lang="en-AU" sz="2400" b="1" dirty="0">
                          <a:effectLst/>
                        </a:rPr>
                        <a:t>tightly</a:t>
                      </a:r>
                      <a:r>
                        <a:rPr lang="en-AU" sz="2400" dirty="0">
                          <a:effectLst/>
                        </a:rPr>
                        <a:t> packed together. They have a fixed </a:t>
                      </a:r>
                      <a:r>
                        <a:rPr lang="en-AU" sz="2400" b="1" dirty="0">
                          <a:solidFill>
                            <a:srgbClr val="571A98"/>
                          </a:solidFill>
                          <a:effectLst/>
                        </a:rPr>
                        <a:t>volume,</a:t>
                      </a:r>
                      <a:r>
                        <a:rPr lang="en-AU" sz="2400" dirty="0">
                          <a:effectLst/>
                        </a:rPr>
                        <a:t> fixed </a:t>
                      </a:r>
                      <a:r>
                        <a:rPr lang="en-AU" sz="2400" b="1" dirty="0">
                          <a:solidFill>
                            <a:srgbClr val="571A98"/>
                          </a:solidFill>
                          <a:effectLst/>
                        </a:rPr>
                        <a:t>shape</a:t>
                      </a:r>
                      <a:r>
                        <a:rPr lang="en-AU" sz="2400" dirty="0">
                          <a:effectLst/>
                        </a:rPr>
                        <a:t> and are </a:t>
                      </a:r>
                      <a:r>
                        <a:rPr lang="en-AU" sz="2400" b="1" dirty="0">
                          <a:effectLst/>
                        </a:rPr>
                        <a:t>mostly incompressible.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60876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953000" y="290854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Liquids are made up of particles which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loosely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packed together. They do not have a fixed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shape;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take on the shape of the container they are in. They do have a fixed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volume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are more or less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incompressible.</a:t>
            </a:r>
            <a:endParaRPr lang="en-AU" sz="2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936248"/>
              </p:ext>
            </p:extLst>
          </p:nvPr>
        </p:nvGraphicFramePr>
        <p:xfrm>
          <a:off x="622300" y="5280660"/>
          <a:ext cx="4660900" cy="1577340"/>
        </p:xfrm>
        <a:graphic>
          <a:graphicData uri="http://schemas.openxmlformats.org/drawingml/2006/table">
            <a:tbl>
              <a:tblPr/>
              <a:tblGrid>
                <a:gridCol w="4660900">
                  <a:extLst>
                    <a:ext uri="{9D8B030D-6E8A-4147-A177-3AD203B41FA5}">
                      <a16:colId xmlns:a16="http://schemas.microsoft.com/office/drawing/2014/main" val="4166073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Gases are made up of particles which are </a:t>
                      </a:r>
                      <a:r>
                        <a:rPr lang="en-AU" sz="2400" b="1" dirty="0">
                          <a:effectLst/>
                        </a:rPr>
                        <a:t>free to move</a:t>
                      </a:r>
                      <a:r>
                        <a:rPr lang="en-AU" sz="2400" dirty="0">
                          <a:effectLst/>
                        </a:rPr>
                        <a:t>. They do not have a fixed </a:t>
                      </a:r>
                      <a:r>
                        <a:rPr lang="en-AU" sz="2400" b="1" dirty="0">
                          <a:solidFill>
                            <a:srgbClr val="00868B"/>
                          </a:solidFill>
                          <a:effectLst/>
                        </a:rPr>
                        <a:t>shape</a:t>
                      </a:r>
                      <a:r>
                        <a:rPr lang="en-AU" sz="2400" dirty="0">
                          <a:effectLst/>
                        </a:rPr>
                        <a:t> or </a:t>
                      </a:r>
                      <a:r>
                        <a:rPr lang="en-AU" sz="2400" b="1" dirty="0">
                          <a:solidFill>
                            <a:srgbClr val="00868B"/>
                          </a:solidFill>
                          <a:effectLst/>
                        </a:rPr>
                        <a:t>volume</a:t>
                      </a:r>
                      <a:r>
                        <a:rPr lang="en-AU" sz="2400" dirty="0">
                          <a:effectLst/>
                        </a:rPr>
                        <a:t> and are </a:t>
                      </a:r>
                      <a:r>
                        <a:rPr lang="en-AU" sz="2400" b="1" dirty="0">
                          <a:effectLst/>
                        </a:rPr>
                        <a:t>compressible.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772208"/>
                  </a:ext>
                </a:extLst>
              </a:tr>
            </a:tbl>
          </a:graphicData>
        </a:graphic>
      </p:graphicFrame>
      <p:pic>
        <p:nvPicPr>
          <p:cNvPr id="4098" name="Picture 2" descr="https://www.educationperfect.com/media/content/Science/1434322547.108111g/1434322541667-180737086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767874"/>
            <a:ext cx="2273300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Images/Content/Science/1365996617831-5822408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3278902"/>
            <a:ext cx="189547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www.educationperfect.com/Images/Content/Science/1390362970362-10333538-2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5223510"/>
            <a:ext cx="19050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535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97641"/>
            <a:ext cx="11861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in solids, liquids and gases.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low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 are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tightly bound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can't move much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giving them a smaller kinetic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liquids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moderate amount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 particles can move more, giving them a greater kinetic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highest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particles are moving quickly. In 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ideal gas,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no intermolecular forces. However, in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real 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weak intermolecular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31295183.609581g/1431295166828-17555298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299" y="4252625"/>
            <a:ext cx="3952875" cy="272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96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508844"/>
            <a:ext cx="85725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other states of matter, but they are not encountered as commonly in our day to day life.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Plasma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an example which is similar to gases, but has charged particles. It is important in stars as well as fluorescent lights, neon lights and plasma televisions.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Glass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a non-classical state which is non-crystalline and has very specific properties quite different to classical solids.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Liquid crystals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state in between a fluid liquid and an ordered solid. They are used in liquid crystal displays (LCDs).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also some states that only exist close to absolute zero, such as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superfluid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Bose-Einstein condensate.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580596.9636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77300" y="1816099"/>
            <a:ext cx="3090565" cy="30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7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Widescreen</PresentationFormat>
  <Paragraphs>43</Paragraphs>
  <Slides>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Particle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Particle Model</dc:title>
  <dc:creator>Joseph D'cruz</dc:creator>
  <cp:lastModifiedBy>Joseph D'cruz</cp:lastModifiedBy>
  <cp:revision>1</cp:revision>
  <dcterms:created xsi:type="dcterms:W3CDTF">2020-07-14T01:32:12Z</dcterms:created>
  <dcterms:modified xsi:type="dcterms:W3CDTF">2020-07-14T01:32:40Z</dcterms:modified>
</cp:coreProperties>
</file>