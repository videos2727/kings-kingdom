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25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717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196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930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0455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23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381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121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103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15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546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3E376-DCEB-4EC0-A7AB-3D5A87C823D3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2D536-7BEF-4873-8333-43D24BD17F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632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W7Qb1U0hrw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Heating and Cooling Curves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044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625039"/>
            <a:ext cx="10299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interpret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heating curve.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adding or removing energy affects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temperature of a substance.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why a substance's temperature does not change during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state transitions.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1026" name="Picture 2" descr="https://www.educationperfect.com/media/content/Science/1555534274.988551g/1555534275664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656364"/>
            <a:ext cx="6635750" cy="414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0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360740"/>
            <a:ext cx="1041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Heating and cooling curves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used to show how 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substance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changes over time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is heated or cooled.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Let’s look at the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heating curve for water.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some ice is removed from the freezer and then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heated at a constant rate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temperature is recorded,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following curve is produced.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vertical (y) axis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shows the </a:t>
            </a:r>
            <a:r>
              <a:rPr lang="en-AU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water, while the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horizontal (x) axis shows the time.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55534274.988551g/1555534275664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99" y="3049190"/>
            <a:ext cx="5870575" cy="366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155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W7Qb1U0hr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1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299641"/>
            <a:ext cx="11480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upward sloped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parts of the graph show where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water is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increasing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water is heated.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Section A shows the temperature of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solid water (ice) increasing,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section C shows the temperature of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liquid water increasing,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section E shows the temperature of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water vapour increasing.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see that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overall 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water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−20∘C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120∘C.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917700" y="51886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3074" name="Picture 2" descr="https://www.educationperfect.com/media/content/Science/1555534296.068451g/1555534296791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960" y="2578100"/>
            <a:ext cx="6136640" cy="383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942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99189"/>
            <a:ext cx="11709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what is happening at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flat parts of the graph?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 sections B and D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temperature does not increase,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even though the water is being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heated constantly.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sections show us where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state changes are occurring.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section B,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solid water (ice) is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melting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liquid water. In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section 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liquid water is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boiling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become water vapour.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55534312.547111g/1555534313263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2095500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59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21040"/>
            <a:ext cx="11518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understand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why the graph is flat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these sections, we need to remember what is occurring during these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state changes.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melting and boiling,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particles of the water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being broken.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particles in the water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strongly 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each other so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breaking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particles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requires energy.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energy comes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from the heat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being constantly applied.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64435820.607281g/1564435822556-385788136131716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00" y="3064252"/>
            <a:ext cx="651510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626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466636"/>
            <a:ext cx="11112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state changes,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the heat energy is being used 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break the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particles instead of </a:t>
            </a:r>
            <a:r>
              <a:rPr lang="en-AU" b="1" i="0" dirty="0" smtClean="0">
                <a:solidFill>
                  <a:srgbClr val="004D99"/>
                </a:solidFill>
                <a:effectLst/>
                <a:latin typeface="Arial" panose="020B0604020202020204" pitchFamily="34" charset="0"/>
              </a:rPr>
              <a:t>increasing the 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water. This is why these sections of the heating curve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flat.</a:t>
            </a:r>
            <a:endParaRPr lang="en-AU" dirty="0"/>
          </a:p>
        </p:txBody>
      </p:sp>
      <p:pic>
        <p:nvPicPr>
          <p:cNvPr id="6146" name="Picture 2" descr="https://www.educationperfect.com/media/content/Science/1555534312.547111g/1555534313263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5" y="1625600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231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5275" y="109141"/>
            <a:ext cx="11150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 what we know about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heating curves,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understand what is happening at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different parts of the curve.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section A,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ice is being heated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until it reaches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melting point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0∘C.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point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melting point is reached and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ice will begin to melt.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 section B, the temperature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constant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melting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occurring. During this section both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solid water and liquid water are present.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Melting ends at point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all the water is liquid.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55534328.947151g/1555534329671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7" y="2666602"/>
            <a:ext cx="6137275" cy="383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313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449640"/>
            <a:ext cx="10909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section C,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all the water is liquid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temperature is increasing from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melting point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(0∘C)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boiling point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(100∘C).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boiling point is reached at point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 water begins to boil from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liquid to a gas.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curve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flat again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boiling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occurring. During boiling, both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liquid water and gaseous water are present.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Once all the water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gaseous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point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temperature of the water vapour will begin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increase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(section E).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55534340.534051g/1555534341254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555" y="3225800"/>
            <a:ext cx="5506720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553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164237"/>
            <a:ext cx="11061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let's look at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cooling curve for water.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some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water vapour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cooled while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temperature is recorded,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following curve is produced.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9218" name="Picture 2" descr="https://www.educationperfect.com/media/content/Science/1555534491.508541g/1555534492742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2" y="1443037"/>
            <a:ext cx="7610475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232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282139"/>
            <a:ext cx="11417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like the heating curve,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sloped parts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graph show where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temperature is changing,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flat parts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graph show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state changes.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key difference is that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water is being cooled,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graph shows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temperature decreasing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120∘C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−20∘C.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decrease in temperature tells us that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been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released from the water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the environment.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55534491.508541g/1555534492742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5" y="2026504"/>
            <a:ext cx="7610475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825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234940"/>
            <a:ext cx="11455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Let’s take a closer look at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flat sections of the cooling graph.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 section B,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water vapour is condensing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liquid water.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occurs at the same temperature as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boiling point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(100∘C).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 section D,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liquid water is freezing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become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solid water (ice).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Freezing occurs at the same temperature as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melting point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(0∘C).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11266" name="Picture 2" descr="https://www.educationperfect.com/media/content/Science/1555558426.668761g/1555558426721-115466995175096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577267"/>
            <a:ext cx="6508750" cy="399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680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384939"/>
            <a:ext cx="1173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During condensation and freezing,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bonds are being formed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particles.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process of forming bonds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releases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the environment.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during a </a:t>
            </a:r>
            <a:r>
              <a:rPr lang="en-AU" b="1" i="0" dirty="0" smtClean="0">
                <a:solidFill>
                  <a:srgbClr val="FFB958"/>
                </a:solidFill>
                <a:effectLst/>
                <a:latin typeface="Arial" panose="020B0604020202020204" pitchFamily="34" charset="0"/>
              </a:rPr>
              <a:t>state change,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energy being removed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during the cooling process is coming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from the formation of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not from the </a:t>
            </a:r>
            <a:r>
              <a:rPr lang="en-AU" b="1" i="0" dirty="0" smtClean="0">
                <a:solidFill>
                  <a:srgbClr val="FFB958"/>
                </a:solidFill>
                <a:effectLst/>
                <a:latin typeface="Arial" panose="020B0604020202020204" pitchFamily="34" charset="0"/>
              </a:rPr>
              <a:t>decrease in temperature.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65648544.874171g/1565648547016-44690793678284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0" y="3149600"/>
            <a:ext cx="651510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179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553641"/>
            <a:ext cx="1168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 what we know about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cooling curves,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understand what is happening at different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parts of the curve.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section A,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water vapour is being cooled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until it reaches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100∘C.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Condensation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begins at point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 gaseous water begins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condense into liquid water.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section B, the temperature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constant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condensation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occurring. During this section both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gaseous water and liquid water are present.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Condensation ends at point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all the water is liquid.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55534503.680291g/1555534504398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3150560"/>
            <a:ext cx="5619750" cy="345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612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259140"/>
            <a:ext cx="117475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section C, all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water is liquid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temperature is decreasing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100∘C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0∘C.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freezing point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reached at point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curve is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flat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again because the liquid water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freezing into solid ice.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During freezing, both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liquid water and solid water are present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(section D).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Once all the liquid water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becomes ice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point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temperature of the ice will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continue to decrease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(section E).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55534514.446621g/1555534515175-435703856543924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2" y="2013466"/>
            <a:ext cx="7610475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05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75</Words>
  <Application>Microsoft Office PowerPoint</Application>
  <PresentationFormat>Widescreen</PresentationFormat>
  <Paragraphs>68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KaTeX_Main</vt:lpstr>
      <vt:lpstr>Office Theme</vt:lpstr>
      <vt:lpstr>Heating and Cooling Curves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Heating and Cooling Curves</dc:title>
  <dc:creator>Joseph D'cruz</dc:creator>
  <cp:lastModifiedBy>Joseph D'cruz</cp:lastModifiedBy>
  <cp:revision>2</cp:revision>
  <dcterms:created xsi:type="dcterms:W3CDTF">2020-09-28T13:12:31Z</dcterms:created>
  <dcterms:modified xsi:type="dcterms:W3CDTF">2020-09-28T13:28:27Z</dcterms:modified>
</cp:coreProperties>
</file>