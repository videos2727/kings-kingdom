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29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57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666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162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824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85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45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230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084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743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1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1DCBD-4B25-40A6-9632-40B4F50E7488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A8815-552E-4B36-8EEB-A06C6349E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42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Energy Efficiency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58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282139"/>
            <a:ext cx="11150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energy transfers and transformations in mechanical systems always result in some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 loss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environment, so that the amount of useable energy is reduced.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efficiency.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8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 finding the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heat transfers.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0517643.377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95800" y="3378200"/>
            <a:ext cx="34798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9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26641"/>
            <a:ext cx="11582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classify energy as being either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 grade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low grade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 transform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efficiently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Some examples are electrical energy, solar energy, and chemical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Low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 transform energy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inefficiently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The main low grade energy resource is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Open systems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always transform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 into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low grade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 resources.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36396027.131051g/1436396021217-45756165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432434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999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15037"/>
            <a:ext cx="11645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efficiency is defined as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the ratio of useful work performed by a machine or in a process, to total energy expended or heat taken in.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efficiency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η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shows how much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input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useful output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325" y="2154029"/>
            <a:ext cx="3203575" cy="152034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3800039"/>
            <a:ext cx="1154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E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in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energy input, total energy used, or total work input.</a:t>
            </a:r>
          </a:p>
          <a:p>
            <a:pPr algn="ctr"/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E</a:t>
            </a:r>
            <a:r>
              <a:rPr lang="en-AU" sz="2400" b="0" i="1" baseline="-25000" dirty="0" err="1" smtClean="0">
                <a:solidFill>
                  <a:srgbClr val="444444"/>
                </a:solidFill>
                <a:effectLst/>
                <a:latin typeface="KaTeX_Math"/>
              </a:rPr>
              <a:t>out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energy output, useful energy transferred, or useful work output.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may seem confusing, but it is essentially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useful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get out of the system divided by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total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put into the system.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651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426641"/>
            <a:ext cx="11607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efficiency can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never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 greater than 100%.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law of conservation of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that we can't get more energy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out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system than we put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systems are a lot less efficient than we might expect. For example,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an efficiency of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η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≈30%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Only around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30%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chemical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from fuel combustion is used to power the car. This might seem very low, and this is because cars produce a lot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sound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makes them less efficient.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2313455.634761g/1422313446773-174409842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4314825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89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25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KaTeX_Main</vt:lpstr>
      <vt:lpstr>KaTeX_Math</vt:lpstr>
      <vt:lpstr>Office Theme</vt:lpstr>
      <vt:lpstr>Energy Efficiency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Efficiency</dc:title>
  <dc:creator>Joseph D'cruz</dc:creator>
  <cp:lastModifiedBy>Joseph D'cruz</cp:lastModifiedBy>
  <cp:revision>1</cp:revision>
  <dcterms:created xsi:type="dcterms:W3CDTF">2020-07-14T07:06:41Z</dcterms:created>
  <dcterms:modified xsi:type="dcterms:W3CDTF">2020-07-14T07:06:57Z</dcterms:modified>
</cp:coreProperties>
</file>