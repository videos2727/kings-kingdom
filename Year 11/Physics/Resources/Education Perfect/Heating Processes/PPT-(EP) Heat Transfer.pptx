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61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336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35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13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34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10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10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64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86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34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90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D0788-7535-4E11-BBF2-8AAD11E2C81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0E3B3-8392-45C8-8970-33300E6FCF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97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_9yqUMPdUQ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QKlbDtPg2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Heat Transfer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796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09136"/>
            <a:ext cx="10731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 you will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thermal energy, temperature, kinetic energy, heat and internal 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different mechanisms for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99983455.497841f/1499983467831-292793539260669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3411538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053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925036"/>
            <a:ext cx="10744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sum of the energy possessed by the particles in an object or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energy</a:t>
            </a:r>
            <a:r>
              <a:rPr lang="en-AU" sz="2400" b="0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can include </a:t>
            </a:r>
            <a:r>
              <a:rPr lang="en-AU" sz="2400" b="1" i="0" dirty="0" smtClean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kinetic, potential, chemical, nuclear</a:t>
            </a:r>
            <a:r>
              <a:rPr lang="en-AU" sz="2400" b="0" i="0" dirty="0" smtClean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as well as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thermal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6031960.85231g/1536031958519-166809464591407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75" y="2864028"/>
            <a:ext cx="3810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27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576640"/>
            <a:ext cx="638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Thermal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refers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of any object in motion.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Thermal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possessed by an object or system due to the movement of particles within the object or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Thermal energy can be transferred from one object or system to another as</a:t>
            </a:r>
            <a:r>
              <a:rPr lang="en-AU" sz="2400" b="0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373.8848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40575" y="1968500"/>
            <a:ext cx="428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9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84540"/>
            <a:ext cx="11772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think that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temperature.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turns out that these are actually two different concepts.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thermal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particles from one object or system to another. It is measured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average 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particles in a substance. It is measured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degrees Celsius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degrees Fahrenheit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Kelvin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2917810.828841g/1422917794903-90821536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4" y="3603367"/>
            <a:ext cx="1406525" cy="325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99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_9yqUMPdU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0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643235"/>
            <a:ext cx="11112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Consider a pot of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boiling water.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thermal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 massive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iceberg,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though it has a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higher temperature.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7900" y="26383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iceberg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particles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 it than the boiling water. When you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all these particles together you get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larger number,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thermal energy.</a:t>
            </a:r>
            <a:endParaRPr lang="en-AU" sz="2400" dirty="0"/>
          </a:p>
        </p:txBody>
      </p:sp>
      <p:pic>
        <p:nvPicPr>
          <p:cNvPr id="4098" name="Picture 2" descr="https://www.educationperfect.com/media/content/Science/1455240319.267081g/1455240320157-284503888347362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525" y="2638336"/>
            <a:ext cx="3800475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802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56437"/>
            <a:ext cx="10896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average 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particles in the iceberg is less than the average kinetic energy of particles in the boiling water.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iceberg is at a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lower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boiling water.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2807604.44425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22700" y="3644900"/>
            <a:ext cx="4991652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5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230138"/>
            <a:ext cx="11239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 is the movement of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object to another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heat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flows from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 to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colder object.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heat transfer is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there is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temperature difference.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0044151.719261g/1450044151654-5027807728846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3008312"/>
            <a:ext cx="380047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74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1775" y="386834"/>
            <a:ext cx="5727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three types of heat transfer: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54500" y="1163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09316589.5599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33800" y="2921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6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04336"/>
            <a:ext cx="10680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first method of heat transfer.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Conduction only occurs between two objects which are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 contact.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objects have to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touching.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9621449.071691g/1449621495630-183737154688547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3132137"/>
            <a:ext cx="1431925" cy="313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751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2400" y="950436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Conduction occurs because of particles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vibrating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particles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vibrating. However, they vibrate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50045895.135131g/1450045894778-231009749479476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4" y="3795660"/>
            <a:ext cx="4746625" cy="306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69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0" y="673438"/>
            <a:ext cx="10147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hot object is in contact with a cold object,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quickly vibrating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in the hot object will bump into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slower vibrating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in the cold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causes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vibrate faster,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increasing the </a:t>
            </a:r>
            <a:r>
              <a:rPr lang="en-AU" sz="2400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26504732.731941f/1526504728268-608228560939408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4" y="3775074"/>
            <a:ext cx="5064125" cy="2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32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635338"/>
            <a:ext cx="10528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second method of heat transfer is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do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 to be in contact for this type of heat transfer.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Convection occurs via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fluids.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Fluids is a term which includes both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liquids.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German/1448489631.484971g/1448489641463-443198269794341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87" y="3941762"/>
            <a:ext cx="4175125" cy="255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39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700038"/>
            <a:ext cx="11709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First, one part of the fluid is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heated,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causing the particles to move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apart.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makes this part of the fluid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surrounding fluid, causing it to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rise.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Cool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fluid moves into the space freed up by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 of the fluid. This then gets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rises.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6524455.2615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51300" y="3580894"/>
            <a:ext cx="40894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8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82538"/>
            <a:ext cx="10744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heated fluid </a:t>
            </a:r>
            <a:r>
              <a:rPr lang="en-AU" sz="2400" b="1" i="0" dirty="0" smtClean="0">
                <a:solidFill>
                  <a:srgbClr val="254DBC"/>
                </a:solidFill>
                <a:effectLst/>
                <a:latin typeface="Arial" panose="020B0604020202020204" pitchFamily="34" charset="0"/>
              </a:rPr>
              <a:t>cools down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moves away from the heat source.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causes it to become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sink again.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fluid can then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again, continuing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cycle.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movement of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fluid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a </a:t>
            </a:r>
            <a:r>
              <a:rPr lang="en-AU" sz="2400" b="1" i="0" u="sng" dirty="0" smtClean="0">
                <a:solidFill>
                  <a:srgbClr val="FAABA0"/>
                </a:solidFill>
                <a:effectLst/>
                <a:latin typeface="Arial" panose="020B0604020202020204" pitchFamily="34" charset="0"/>
              </a:rPr>
              <a:t>convection current.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47789603.222191g/1447789606270-31067391556734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4" y="4064000"/>
            <a:ext cx="5356203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995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459144"/>
            <a:ext cx="8629650" cy="63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8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208340"/>
            <a:ext cx="1115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final method of heat transfer.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object radiates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heat is transmitted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invisible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move at the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speed of light!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Radiation transfers heat by </a:t>
            </a:r>
            <a:r>
              <a:rPr lang="en-AU" sz="2400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waves,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not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conduction or convection. This means that it can travel through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space!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physics terms, we say that radiation does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 to travel through a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transfer heat.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47788802.139061g/1447788805137-31067391556734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4" y="3993992"/>
            <a:ext cx="3057525" cy="308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24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433338"/>
            <a:ext cx="1109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object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heat, even if we can't feel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radiating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 right now!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radiate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examples of objects which radiate heat are the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Sun,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 fire,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 pet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cat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.... the list goes on and on!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031.2058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29273" y="3670300"/>
            <a:ext cx="3933453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0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QKlbDtPg2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8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76</Paragraphs>
  <Slides>20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KaTeX_Main</vt:lpstr>
      <vt:lpstr>Office Theme</vt:lpstr>
      <vt:lpstr>Heat Transfer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Transfer</dc:title>
  <dc:creator>Joseph D'cruz</dc:creator>
  <cp:lastModifiedBy>Joseph D'cruz</cp:lastModifiedBy>
  <cp:revision>1</cp:revision>
  <dcterms:created xsi:type="dcterms:W3CDTF">2020-07-14T01:41:08Z</dcterms:created>
  <dcterms:modified xsi:type="dcterms:W3CDTF">2020-07-14T01:41:24Z</dcterms:modified>
</cp:coreProperties>
</file>