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36D98-61CB-4C1D-9727-BBBC9E850F4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52BDD-BD22-44C6-92BD-C7DD92BCE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020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36D98-61CB-4C1D-9727-BBBC9E850F4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52BDD-BD22-44C6-92BD-C7DD92BCE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398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36D98-61CB-4C1D-9727-BBBC9E850F4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52BDD-BD22-44C6-92BD-C7DD92BCE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869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36D98-61CB-4C1D-9727-BBBC9E850F4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52BDD-BD22-44C6-92BD-C7DD92BCE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499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36D98-61CB-4C1D-9727-BBBC9E850F4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52BDD-BD22-44C6-92BD-C7DD92BCE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9693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36D98-61CB-4C1D-9727-BBBC9E850F4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52BDD-BD22-44C6-92BD-C7DD92BCE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6316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36D98-61CB-4C1D-9727-BBBC9E850F4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52BDD-BD22-44C6-92BD-C7DD92BCE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0892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36D98-61CB-4C1D-9727-BBBC9E850F4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52BDD-BD22-44C6-92BD-C7DD92BCE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442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36D98-61CB-4C1D-9727-BBBC9E850F4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52BDD-BD22-44C6-92BD-C7DD92BCE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9633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36D98-61CB-4C1D-9727-BBBC9E850F4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52BDD-BD22-44C6-92BD-C7DD92BCE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3456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36D98-61CB-4C1D-9727-BBBC9E850F4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52BDD-BD22-44C6-92BD-C7DD92BCE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540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36D98-61CB-4C1D-9727-BBBC9E850F40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52BDD-BD22-44C6-92BD-C7DD92BCE3C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9855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Wave Frequency and Wavefronts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4122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736938"/>
            <a:ext cx="113411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have completed this lesson you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Understand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terms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wavelength, amplitude, period and frequency.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Describe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relationship between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period and frequency.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Draw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wave diagrams with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wavefronts and rays.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76444287.199361f/1576444288508-3809278437273965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337" y="3614737"/>
            <a:ext cx="6600825" cy="2970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0605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6100" y="397639"/>
            <a:ext cx="111252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 additional term we use to describe wave motion is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frequency.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frequency of a wave is defined as the </a:t>
            </a:r>
            <a:r>
              <a:rPr lang="en-AU" sz="2400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number of wavelengths passing any given point each second.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frequency of a wave is denoted by </a:t>
            </a:r>
            <a:r>
              <a:rPr lang="en-AU" sz="2400" b="0" i="1" dirty="0" smtClean="0">
                <a:solidFill>
                  <a:srgbClr val="444444"/>
                </a:solidFill>
                <a:effectLst/>
                <a:latin typeface="KaTeX_Math"/>
              </a:rPr>
              <a:t>f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can be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measured in either hertz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KaTeX_Main"/>
              </a:rPr>
              <a:t>(Hz)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or per second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KaTeX_Main"/>
              </a:rPr>
              <a:t>(s</a:t>
            </a:r>
            <a:r>
              <a:rPr lang="en-AU" sz="2400" b="1" i="0" baseline="30000" dirty="0" smtClean="0">
                <a:solidFill>
                  <a:srgbClr val="642DBF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642DBF"/>
                </a:solidFill>
                <a:effectLst/>
                <a:latin typeface="KaTeX_Main"/>
              </a:rPr>
              <a:t>).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1Hz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defined as </a:t>
            </a:r>
            <a:r>
              <a:rPr lang="en-AU" sz="2400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one wavelength passing each second.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78957229.135991g/1578957228943-4483572532462399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453468"/>
            <a:ext cx="6191250" cy="328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082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218639"/>
            <a:ext cx="11582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turns out there is a relationship between 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frequency and the period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 wave.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hint lies in the acceptable units of frequency,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s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frequency has units of inverse time,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must be proportional to the inverse of time. When discussing time for waves we often refer to the wave period. Thus,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frequency must be the inverse of the wave period.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3074987"/>
            <a:ext cx="11038774" cy="2284413"/>
          </a:xfrm>
          <a:prstGeom prst="rect">
            <a:avLst/>
          </a:prstGeom>
        </p:spPr>
      </p:pic>
      <p:pic>
        <p:nvPicPr>
          <p:cNvPr id="3074" name="Picture 2" descr="https://www.educationperfect.com/media/content/Maths/1565226906.199151g/1565226904340-3226710999625602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175" y="5146675"/>
            <a:ext cx="4610100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0265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712"/>
            <a:ext cx="10477500" cy="4239205"/>
          </a:xfrm>
          <a:prstGeom prst="rect">
            <a:avLst/>
          </a:prstGeom>
        </p:spPr>
      </p:pic>
      <p:pic>
        <p:nvPicPr>
          <p:cNvPr id="4098" name="Picture 2" descr="https://www.educationperfect.com/media/content/Science/1578610427.090721g/1578610427136-1904982842836656-8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0" y="4047281"/>
            <a:ext cx="3549650" cy="2567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9284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0"/>
            <a:ext cx="116205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have seen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mathematical definition of frequency,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but how do we determine the frequency of a wave </a:t>
            </a:r>
            <a:r>
              <a:rPr lang="en-AU" sz="2400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during an experiment?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Think of the sound of a house cat purring.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average purr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sends out waves with a </a:t>
            </a:r>
            <a:r>
              <a:rPr lang="en-AU" sz="2400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low frequency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22Hz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which means that you experience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compressions of your eardrum each second.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we were able to convince the cat to purr into a microphone, we could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record the sound on an oscilloscope.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could then use the oscilloscope output to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measure the frequency of the wave.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could either calculate the wave period and </a:t>
            </a:r>
            <a:r>
              <a:rPr lang="en-AU" sz="2400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use the mathematical relationship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determine the frequency, or we could record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purring from the cat and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count the number of wave crests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the oscilloscope screen.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English%20&amp;%20Literature/1557119710.179071g/1557119710155-1515765783684758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800" y="4526448"/>
            <a:ext cx="3517900" cy="2331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www.educationperfect.com/media/content/Digital%20Technologies/1552600428.003041g/1552600427861-3462554053824384-8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510" y="4526448"/>
            <a:ext cx="3495140" cy="2331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0494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207139"/>
            <a:ext cx="116713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we use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equation relating frequency and period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have to be careful to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use the correct units.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equation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frequency must always be measured 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KaTeX_Main"/>
              </a:rPr>
              <a:t>Hz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KaTeX_Main"/>
              </a:rPr>
              <a:t>s</a:t>
            </a:r>
            <a:r>
              <a:rPr lang="en-AU" sz="2400" b="1" i="0" baseline="30000" dirty="0" smtClean="0">
                <a:solidFill>
                  <a:srgbClr val="6773B2"/>
                </a:solidFill>
                <a:effectLst/>
                <a:latin typeface="KaTeX_Main"/>
              </a:rPr>
              <a:t>−1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period must always be measured 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KaTeX_Main"/>
              </a:rPr>
              <a:t>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a question provides units other than these (e.g.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kHz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ns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then we need to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convert the values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according to the table below.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687" y="3254127"/>
            <a:ext cx="3440113" cy="362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43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400" y="300841"/>
            <a:ext cx="73406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 far we have seen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waves represented on a graph.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we often want to represent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wave motion in diagrams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well.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often draw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vector arrows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 diagrams to represent motion. The size of the arrow indicates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speed of the object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the direction of the arrow indicates the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direction of motion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object.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wave motion we use an arrow in combination with another tool. The arrow is only used to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indicate the direction of the wave motion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referred to as a ray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wavefronts are used to show the type of wave that is propagating.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A boat crossing a river. The velocity of the boat is at right-angles to the velocity of the river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0" y="1656386"/>
            <a:ext cx="4730750" cy="2921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708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" y="0"/>
            <a:ext cx="82804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wavefront is an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imaginary line that connects all points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are reached by the wave in the same time.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Usually we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connect all of the wave crests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(or all of the wave troughs), creating a wavefront, as each individual crest (or trough) will reach the same distance from the source in a given time. We can do this for any other crests in the wave,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generating a series of wavefronts.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distance between each wavefront is the same as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distance between each wave crest.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we know the distance between each wave crest is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wavelength of the wave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(which is constant). This means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distance between each wavefront must be constant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have the same value as the wavelength of the wave.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79637159.451821g/1579637159342-1851889311989525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531" y="1676400"/>
            <a:ext cx="4168469" cy="343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873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6962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consider an example of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drawing wavefronts.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Suppose we drop a stone in water. We know that the waves created by this stone will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radiate outward (evenly in all directions)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where the stone entered the water,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creating successively larger circles.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 of these circles we identify are in fact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crests of the water wave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is travelling through the medium.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Each individual crest will reach the same distance from the source in a given time and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create the circular pattern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observe. Thus, we refer to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each circle as a wavefront,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in a diagram we would just have a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series of evenly spaced concentric circles radiating outward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source. These are appropriately referred to as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circular wavefronts.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76101474.140991g/1576101474053-2650032165373891-8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5720" y="132724"/>
            <a:ext cx="4576280" cy="305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www.educationperfect.com/media/content/Science/1579210171.896581g/1579210169886-3571311333546323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3301" y="3809999"/>
            <a:ext cx="2701597" cy="2690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2952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0"/>
            <a:ext cx="116078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is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another type of wavefront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need to consider.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wave is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travelling only in one direction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(rather than radiating outwards evenly in all directions) then we can </a:t>
            </a:r>
            <a:r>
              <a:rPr lang="en-AU" sz="2400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no longer use circles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represent the wavefronts. In this case each wave crest (or trough) will be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connected by a straight line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a given point in time. We refer to these types of wavefronts as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plane wavefronts or plane waves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(each wavefront is contained within a plane).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3BA486"/>
                </a:solidFill>
                <a:effectLst/>
                <a:latin typeface="Arial" panose="020B0604020202020204" pitchFamily="34" charset="0"/>
              </a:rPr>
              <a:t>ray is included in diagrams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both types of wavefronts (refer to the table below) to indicate the direction of wave propagation. 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ray always points at right angles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(90</a:t>
            </a:r>
            <a:r>
              <a:rPr lang="en-AU" sz="2400" b="0" i="0" baseline="30000" dirty="0" smtClean="0">
                <a:solidFill>
                  <a:srgbClr val="444444"/>
                </a:solidFill>
                <a:effectLst/>
                <a:latin typeface="KaTeX_Main"/>
              </a:rPr>
              <a:t>∘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wavefronts. When we represent waves as wavefronts with a ray showing the direction of propagation, we refer to this as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ray model of waves.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350" y="4524315"/>
            <a:ext cx="40767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09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KaTeX_Main</vt:lpstr>
      <vt:lpstr>KaTeX_Math</vt:lpstr>
      <vt:lpstr>Office Theme</vt:lpstr>
      <vt:lpstr>Wave Frequency and Wavefronts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 Frequency and Wavefronts</dc:title>
  <dc:creator>Joseph D'cruz</dc:creator>
  <cp:lastModifiedBy>Joseph D'cruz</cp:lastModifiedBy>
  <cp:revision>1</cp:revision>
  <dcterms:created xsi:type="dcterms:W3CDTF">2020-08-08T11:08:35Z</dcterms:created>
  <dcterms:modified xsi:type="dcterms:W3CDTF">2020-08-08T11:08:43Z</dcterms:modified>
</cp:coreProperties>
</file>