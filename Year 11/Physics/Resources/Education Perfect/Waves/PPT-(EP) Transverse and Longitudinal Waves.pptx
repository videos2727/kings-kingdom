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29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240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27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65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68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1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39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41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120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69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64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CABB9-A5CD-4BB4-931A-0BF283F920BF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06866-E341-40DC-9ACF-AE09AC42DE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70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Transverse and Longitudinal Waves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420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775038"/>
            <a:ext cx="112649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transverse and longitudinal waves.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terms </a:t>
            </a:r>
            <a:r>
              <a:rPr lang="en-AU" sz="28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crest, trough, compression and rarefaction.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Compare and contrast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transverse and longitudinal waves.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18587902.358531g/1418587892551-437461452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499" y="3503972"/>
            <a:ext cx="4422775" cy="312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09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117693"/>
            <a:ext cx="117221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now be familiar with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mechanical waves.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mechanical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wave that requires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1" i="0" baseline="3000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order to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propagate</a:t>
            </a:r>
            <a:r>
              <a:rPr lang="en-AU" sz="2400" b="1" i="0" baseline="3000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 cannot propagate through a vacuum.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is a physical substance such as air, water, glass, earth, etc.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To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propagate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means to move or travel and is used when describing wave motion.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Mechanical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classified into two different groups: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transverse and longitudinal waves.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Let's start by discussing transverse waves.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English%20&amp;%20Literature/1526941074.183661g/1526941075571-2598680377688374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3" y="4404229"/>
            <a:ext cx="4371974" cy="245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52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141744"/>
            <a:ext cx="11836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transverse wave,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motion of the individual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medium is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perpendicular to the motion of the wave.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image below is a depiction of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transverse</a:t>
            </a:r>
            <a:r>
              <a:rPr lang="en-AU" sz="2400" b="1" i="0" baseline="3000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 wave.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wave moves left to 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same direction as the flow of energy, but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particles in the medium move up and down.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the motion of the particles is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transverse (or perpendicular)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motion of the wave and the direction of energy flow.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Transverse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means "in a cross direction" or "crosswise" so the particles in the wave are moving crosswise to the direction of wave propagation.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 the motion of particles in the medium is referred to as a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temporary displacement of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particles (and their mass) will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return to their starting position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the wave motion stops.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4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576112185.5868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8900"/>
            <a:ext cx="11696700" cy="65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74640"/>
            <a:ext cx="11252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classic example of a transverse wave is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water wave.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animation below we can observe how water waves affect the individual motion of the water particles (the dots).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water waves travel from the right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screen to the left we can see that the individual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water particles only move up and down.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Thus,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motion of the particles is perpendicular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transverse) to the motion of the wave and we are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observing a transverse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76444287.199361f/1576444288508-380927843727396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74" y="3790960"/>
            <a:ext cx="6156325" cy="277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33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111542"/>
            <a:ext cx="118745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two positions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 motion within a transverse wave that </a:t>
            </a:r>
            <a:r>
              <a:rPr lang="en-AU" sz="28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have a specific term.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particles are at the </a:t>
            </a:r>
            <a:r>
              <a:rPr lang="en-AU" sz="28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top of their upward motion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referred to as a </a:t>
            </a:r>
            <a:r>
              <a:rPr lang="en-AU" sz="28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crest in the wave.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particles are at the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bottom of their downward motion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referred to as a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trough in the wave.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terms have been added to our representation of a transverse wave below.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the </a:t>
            </a:r>
            <a:r>
              <a:rPr lang="en-AU" sz="28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crest and trough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 are </a:t>
            </a:r>
            <a:r>
              <a:rPr lang="en-AU" sz="28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points of maximum displacement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particles (mass) in the medium.</a:t>
            </a:r>
          </a:p>
          <a:p>
            <a:r>
              <a:rPr lang="en-AU" sz="2800" dirty="0" smtClean="0"/>
              <a:t/>
            </a:r>
            <a:br>
              <a:rPr lang="en-AU" sz="2800" dirty="0" smtClean="0"/>
            </a:br>
            <a:endParaRPr lang="en-AU" sz="2800" dirty="0"/>
          </a:p>
        </p:txBody>
      </p:sp>
      <p:pic>
        <p:nvPicPr>
          <p:cNvPr id="4098" name="Picture 2" descr="https://www.educationperfect.com/media/content/Science/1576112119.160061g/1576112119708-248935615006304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699" y="4419233"/>
            <a:ext cx="4549775" cy="255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59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0"/>
            <a:ext cx="11836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many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real world examples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transverse waves, some of which are listed in the table below.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4" y="850496"/>
            <a:ext cx="5921375" cy="600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1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41493"/>
            <a:ext cx="120015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longitudinal wave,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motion of the individual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medium is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parallel to the motion of the wave.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longitudinal</a:t>
            </a:r>
            <a:r>
              <a:rPr lang="en-AU" sz="2400" b="1" i="0" baseline="3000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 wave moves left to 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the energy flows left to right), then the individual particles in the medium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vibrate left to 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also. But remember that these particles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do not travel down the length of the wave,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only experience a temporary displacement of mass as waves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cannot transfer matter!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Longitudinal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means "lengthwise" or "along the length".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Longitudinal waves are often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depicted as follows: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76181355.83461g/1576181356531-420402881763333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4686300"/>
            <a:ext cx="76104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06844"/>
            <a:ext cx="115951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classic example of a longitudinal wave is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sound wave.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sound wave travelling in air is generated by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vibrating source.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source moves outward, it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creates a region of higher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next to the closest air particles which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pushes these air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away. These pushed air particles then create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region of higher pressure next to their neighbouring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pushes those air particles and so 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source moves inward, it creates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region of lower 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next to the closest air particles which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pulls them closer.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pulled air particles then create a region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lower pressure next to their neighbouring air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pulls those air particles and so 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Particles will move from higher pressure regions into lower pressure regions.</a:t>
            </a:r>
            <a:endParaRPr lang="en-AU" sz="2400" b="1" i="0" dirty="0">
              <a:solidFill>
                <a:srgbClr val="99999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0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0"/>
            <a:ext cx="11264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longitudinal wave propagates by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changing the pressure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medium.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region where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many particles come together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 is higher than normal pressure is referred to as a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compression in the wave.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region where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many particles are spread apart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 is lower than normal pressure is referred to as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rarefaction in the wave.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6146" name="Picture 2" descr="https://www.educationperfect.com/media/content/Science/1576183159.847371g/1576183159501-420402881763333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75" y="3619500"/>
            <a:ext cx="76009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97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26241"/>
            <a:ext cx="11087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real world example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longitudinal waves occurs during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traffic jams.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Vehicles on the open road have a large amount of space between them. As vehicles approach a traffic jam they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slow down and get closer together.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compression in the wave of traffic.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some point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one of the vehicles is able to speed up.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this vehicle starts to speed up the vehicle immediately behind it can also start to speed up. However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time delay between the two drivers speeding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up means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they get further apart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we have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rarefaction in the wave of traffic.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388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Widescreen</PresentationFormat>
  <Paragraphs>57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Transverse and Longitudinal Waves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Transverse and Longitudinal Waves</dc:title>
  <dc:creator>Joseph D'cruz</dc:creator>
  <cp:lastModifiedBy>Joseph D'cruz</cp:lastModifiedBy>
  <cp:revision>1</cp:revision>
  <dcterms:created xsi:type="dcterms:W3CDTF">2020-08-08T10:52:15Z</dcterms:created>
  <dcterms:modified xsi:type="dcterms:W3CDTF">2020-08-08T10:52:24Z</dcterms:modified>
</cp:coreProperties>
</file>