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2B99-F3DB-4D7B-A5B8-4DCC95742E4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9067A-0E32-4212-A2E1-108435766C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9673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2B99-F3DB-4D7B-A5B8-4DCC95742E4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9067A-0E32-4212-A2E1-108435766C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838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2B99-F3DB-4D7B-A5B8-4DCC95742E4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9067A-0E32-4212-A2E1-108435766C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00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2B99-F3DB-4D7B-A5B8-4DCC95742E4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9067A-0E32-4212-A2E1-108435766C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9901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2B99-F3DB-4D7B-A5B8-4DCC95742E4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9067A-0E32-4212-A2E1-108435766C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5805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2B99-F3DB-4D7B-A5B8-4DCC95742E4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9067A-0E32-4212-A2E1-108435766C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0440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2B99-F3DB-4D7B-A5B8-4DCC95742E4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9067A-0E32-4212-A2E1-108435766C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790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2B99-F3DB-4D7B-A5B8-4DCC95742E4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9067A-0E32-4212-A2E1-108435766C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9746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2B99-F3DB-4D7B-A5B8-4DCC95742E4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9067A-0E32-4212-A2E1-108435766C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3276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2B99-F3DB-4D7B-A5B8-4DCC95742E4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9067A-0E32-4212-A2E1-108435766C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969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2B99-F3DB-4D7B-A5B8-4DCC95742E4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9067A-0E32-4212-A2E1-108435766C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363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82B99-F3DB-4D7B-A5B8-4DCC95742E4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9067A-0E32-4212-A2E1-108435766C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2813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Reflection at a Straight Boundary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9125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799237"/>
            <a:ext cx="110363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</a:p>
          <a:p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law of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reflection.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Determine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angles of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incidence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plane mirror.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difference between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regular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diffuse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reflection.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82146445.632421g/1582146444491-430265473482110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799" y="3035608"/>
            <a:ext cx="5426075" cy="3619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247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713939"/>
            <a:ext cx="11277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Reflection is more important than you might think.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It’s obvious that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mirrors can reflect 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produce a clear image of something, but there’s more to it than that. The reflection of light is what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allows you to see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anything that doesn’t emit its own light.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Light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bounces off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everything around you, and your eyes detect this and interpret it into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everything you can see.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ography/1538356939.647451g/1538356939668-44874252562590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400" y="3906738"/>
            <a:ext cx="4229100" cy="280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133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1004838"/>
            <a:ext cx="113919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ray model of light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used to model the </a:t>
            </a:r>
            <a:r>
              <a:rPr lang="en-AU" sz="2400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behaviour of light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if it travels in straight lines.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ray diagram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drawing which shows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path of individual rays of 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are relevant to a particular situation. The ray is represented by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straight line,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an </a:t>
            </a:r>
            <a:r>
              <a:rPr lang="en-AU" sz="2400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arrow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direction of movement in the centre of its length.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92443916.630571g/1592443917857-285917798374541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475" y="3486149"/>
            <a:ext cx="5181600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040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179338"/>
            <a:ext cx="11696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Let’s look at how ray diagrams work with a plane mirror.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Plane mirrors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mirrors that have flat surfaces. You probably encounter this type of mirror quite often, for example on your bathroom wall. Other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flat, reflective surfaces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a sheet of metal or the surface of a still pond can also be approximated as plane mirrors.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1300" y="2487662"/>
            <a:ext cx="116967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ray of 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approaches the mirror, it is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it. The ray of light coming towards the mirror is called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incident ray.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ray which leaves the mirror after being reflected is called the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reflected ray.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endParaRPr lang="en-AU" sz="2400" dirty="0"/>
          </a:p>
        </p:txBody>
      </p:sp>
      <p:pic>
        <p:nvPicPr>
          <p:cNvPr id="4098" name="Picture 2" descr="https://www.educationperfect.com/media/content/Science/1592443826.356541g/1592443827596-285917798374541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638" y="3939539"/>
            <a:ext cx="2947712" cy="276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5608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260340"/>
            <a:ext cx="119761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 the point where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incident ray touches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mirror, we draw an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imaginary line.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line comes out of the mirror at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right angles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(perpendicular) to it. It is called the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normal,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drawn as a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dashed line.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normal will help us identify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how reflection occurs.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angle between the incident ray and the normal is called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angle of incidence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sz="2400" b="0" i="1" baseline="-25000" dirty="0" err="1" smtClean="0">
                <a:solidFill>
                  <a:srgbClr val="444444"/>
                </a:solidFill>
                <a:effectLst/>
                <a:latin typeface="KaTeX_Math"/>
              </a:rPr>
              <a:t>i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angle between the reflected ray and the normal is called the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angle of reflection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sz="2400" b="0" i="1" baseline="-25000" dirty="0" err="1" smtClean="0">
                <a:solidFill>
                  <a:srgbClr val="444444"/>
                </a:solidFill>
                <a:effectLst/>
                <a:latin typeface="KaTeX_Math"/>
              </a:rPr>
              <a:t>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92443724.977641g/1592443726209-285917798374541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400" y="3382395"/>
            <a:ext cx="3430587" cy="3218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049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524639"/>
            <a:ext cx="11709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we study the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relationship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normal and the rays of light, we notice some interesting things.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angle of incidence is always less than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otherwise the light ray wouldn’t hit the mirror.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angle of incidence is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always equal to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angle of reflection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sz="2400" b="0" i="1" baseline="-25000" dirty="0" err="1" smtClean="0">
                <a:solidFill>
                  <a:srgbClr val="444444"/>
                </a:solidFill>
                <a:effectLst/>
                <a:latin typeface="KaTeX_Math"/>
              </a:rPr>
              <a:t>i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sz="2400" b="0" i="1" baseline="-25000" dirty="0" err="1" smtClean="0">
                <a:solidFill>
                  <a:srgbClr val="444444"/>
                </a:solidFill>
                <a:effectLst/>
                <a:latin typeface="KaTeX_Math"/>
              </a:rPr>
              <a:t>r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Whatever the angle the light strikes the mirror at (relative to the normal), it will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 from it at the same angle.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the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law of reflection.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92443724.977641g/1592443726209-285917798374541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302" y="3940959"/>
            <a:ext cx="2896948" cy="271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322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00" y="124242"/>
            <a:ext cx="76962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 this explains how mirrors are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reflective,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it doesn’t explain how they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fool your eye.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image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see in a mirror appears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reversed,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same distance behind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mirror as the object is in front. This is a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virtual image</a:t>
            </a:r>
            <a:r>
              <a:rPr lang="en-AU" sz="2400" b="0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⁠—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there’s nothing really there behind the mirror, as you can see if you look behind it.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Mirrors reverse things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along the normal.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point on an object closest to the mirror surface in the real world is also closest to it in the reflection, and the rest of the object’s reflection extends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back into the mirror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away from it. We think of mirrors as flipping things left-to-right, but this is an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illusion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we think of these directions relative to our bodies.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92435431.976661g/1592435430993-42765437696780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808" y="2070100"/>
            <a:ext cx="4441192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315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463540"/>
            <a:ext cx="117729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Light rays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reflect from an object in all directions,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we only draw the ones that are relevant.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Picture two rays of light reflecting from the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same point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an object at slightly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different angles.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Images are formed where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reflected rays converge.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the point where the rays meet, you will see an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image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object.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rays come from the object, reflect from the mirror, and reach your eyes. But in the diagram below, you can see that they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don’t converge at the mirror.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where is the image?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92520607.978251g/1592520609800-283002881548955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199" y="4249192"/>
            <a:ext cx="5216525" cy="247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525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1841"/>
            <a:ext cx="12192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the image, we have to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trace the rays backwards.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Your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eyes can’t detect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 light rays have reflected from the mirror, so instead they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trace the light back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where it appears to have come from. It’s not possible for light to actually travel behind the mirror, so we refer to these imaginary rays as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virtual rays.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Following the virtual rays (dashed lines), we see that the rays appear to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converge behind the mirror,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same distance behind the mirror as the object is in front. This, then, is where you see the object.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92520568.021181g/1592520569776-283002881548955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0" y="4148742"/>
            <a:ext cx="5861050" cy="270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199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" y="299641"/>
            <a:ext cx="12192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terms of light, there are two main classes of objects in the world: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luminous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non-luminous.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Luminous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emit their own light.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allows us to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see them,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also allows us to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see other objects.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Sun is a luminous object; so is a lit torch or lightbulb, and the screen you’re doing this lesson 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Non-luminous objects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only be seen when light from a luminous object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falls on them.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light is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reflected from them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enters our eyes, enabling us to see. This is why we can’t see in the dark</a:t>
            </a:r>
            <a:r>
              <a:rPr lang="en-AU" sz="2400" b="0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⁠—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there’s not enough light to reflect.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English%20&amp;%20Literature/1525319660.078621g/1525319659256-21389365724063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999" y="4270176"/>
            <a:ext cx="4600575" cy="258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877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292438"/>
            <a:ext cx="11645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see colours due to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reflection and absorption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light.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Sunlight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made up of most of the electromagnetic spectrum. When light hits an object, the object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selectively absorbs or reflects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different wavelengths due to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properties of the atoms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make it up.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2100" y="2715736"/>
            <a:ext cx="116459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wavelengths of light that are reflected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reach our eyes and determine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colour we see.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Black objects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absorb 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visible wavelengths, while white objects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reflect them all.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 object that is red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reflects red 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absorbs all other wavelengths.</a:t>
            </a:r>
            <a:endParaRPr lang="en-AU" sz="2400" dirty="0"/>
          </a:p>
        </p:txBody>
      </p:sp>
      <p:pic>
        <p:nvPicPr>
          <p:cNvPr id="11266" name="Picture 2" descr="https://www.educationperfect.com/media/content/German/1479435429.646191g/1479435445523-374846675502317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123" y="4285396"/>
            <a:ext cx="3735853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416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435739"/>
            <a:ext cx="11760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Regular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(also known as specular) reflection happens when light strikes a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smooth surface.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results in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shiny surfaces,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you see in mirrors, metal or glass. Regular reflection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doesn’t always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to involve plane surfaces (you will learn about curved mirrors later).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not all surfaces are shiny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this. What happens when light reflects off an object which is not shiny?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571190811.771791g/1571190813420-66094206838660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628" y="4191000"/>
            <a:ext cx="5262944" cy="2557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356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337741"/>
            <a:ext cx="11709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Diffuse reflection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happens when light reflects from a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rough surface.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case,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law of reflection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still applies, and we can still draw a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normal line perpendicular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surface where the ray strikes it and determine the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angle of reflection.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as the surface is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irregular,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normal line at each point on the surface will have a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different angle.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incident ray will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 in a different direction,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 light that is reflected from the surface will be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spread out (diffuse)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overall.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93057081784-351907202666300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78112" y="3964866"/>
            <a:ext cx="6861175" cy="266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471438"/>
            <a:ext cx="11747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what about the surfaces that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aren’t shiny or obviously rough?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Many surfaces are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rough at the microscopic level,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even if they don’t look it to the naked eye.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Paper,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example, seems quite smooth, but under a microscope, or even a magnifying glass,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surface is irregular.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it casts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diffuse reflections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not shiny</a:t>
            </a:r>
            <a:r>
              <a:rPr lang="en-AU" sz="2400" b="0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—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looks dull.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92852740.951231g/1592852739629-18687701907742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312" y="3120215"/>
            <a:ext cx="5603875" cy="3737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7310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PresentationFormat>Widescreen</PresentationFormat>
  <Paragraphs>64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KaTeX_Main</vt:lpstr>
      <vt:lpstr>KaTeX_Math</vt:lpstr>
      <vt:lpstr>Office Theme</vt:lpstr>
      <vt:lpstr>Reflection at a Straight Boundary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Reflection at a Straight Boundary</dc:title>
  <dc:creator>Joseph D'cruz</dc:creator>
  <cp:lastModifiedBy>Joseph D'cruz</cp:lastModifiedBy>
  <cp:revision>1</cp:revision>
  <dcterms:created xsi:type="dcterms:W3CDTF">2020-08-08T12:07:39Z</dcterms:created>
  <dcterms:modified xsi:type="dcterms:W3CDTF">2020-08-08T12:07:47Z</dcterms:modified>
</cp:coreProperties>
</file>