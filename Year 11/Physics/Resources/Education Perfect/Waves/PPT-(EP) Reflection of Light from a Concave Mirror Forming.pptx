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16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702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31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98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08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37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0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74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60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26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85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5EC9D-AEB6-4CB1-809B-0498262FEF9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91BA5-4040-45EF-B80A-FFC37E07BD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88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Reflection of Light from a Concave Mirror Forming Real Images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229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573038"/>
            <a:ext cx="111887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behaviour of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drawn on ray diagrams to form a real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ray diagrams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showing the </a:t>
            </a: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formation of a real image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concave mirror.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nature of the real image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by a concave mirror given the location of the object.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2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37741"/>
            <a:ext cx="11531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many uses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concave mirrors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everyday life.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visiting the dentist, a small concave mirror is placed in our mouths to allow dentists to see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larger images of our teeth.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Taking photos on your phone using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flash also utilizes concave mirrors.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mirror is able to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focus beams of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light up the desired area for a photo.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lesson, we will learn how concave mirrors are able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focus light and produce magnified images.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81278950.551251g/1581278947168-413126855459947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581278941.662781g/1581278938225-4131268554599474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75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68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60340"/>
            <a:ext cx="11849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concave mirror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identified by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inward curve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easy way to remember this is by using the end of the word concave; a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cave always curves inward.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drawing concave mirrors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can be useful to think of the mirror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part of a large circle.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will make sure that the drawn mirror has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correct degree of curvature.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also standard to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shade the non-reflecting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mirror, as shown in the diagram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81281232.639761g/1581281234870-151943006678995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840161"/>
            <a:ext cx="2838450" cy="283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581281253.171211g/1581281255464-1519430066789953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719" y="3676660"/>
            <a:ext cx="811205" cy="283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73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550" y="0"/>
            <a:ext cx="114427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larger circle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concave mirrors are part of can help identify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properties of the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define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centre of this large 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centre of curvature of the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denoted by the letter C. The distance between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centre of curvature and the edge of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radius of curvature of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represented by R (this can be written in upper or lower case).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importance of this point will become clear when drawing ray diagrams, but for now you should know that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location of the object with respect to the centre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 will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affect the type of image produced.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81282320.833981g/1581282323126-151943006678995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4154984"/>
            <a:ext cx="4614764" cy="270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59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0"/>
            <a:ext cx="1202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concave mirror is a type of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converging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light rays coming from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distant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are considered to be parallel to each other) hit the mirror, get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reflected inward and all pass through the same spot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(converge) in front of the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2103437"/>
            <a:ext cx="12246862" cy="1668463"/>
          </a:xfrm>
          <a:prstGeom prst="rect">
            <a:avLst/>
          </a:prstGeom>
        </p:spPr>
      </p:pic>
      <p:pic>
        <p:nvPicPr>
          <p:cNvPr id="4098" name="Picture 2" descr="https://www.educationperfect.com/media/content/Science/1581285177.373131g/1581285179627-1519430066789953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3808092"/>
            <a:ext cx="5076825" cy="304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Images/Content/Science/1373419348894-7916552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3771900"/>
            <a:ext cx="2752725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89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693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all of the light rays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converge at exactly the same point,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forms a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sharp image.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reality, it is extremely difficult to design a mirror where every light ray converges on the exact same point. There is usually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small region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which all of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light rays converge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this causes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slightly blurry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there.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blurring of the image is usually shown when using spherical mirrors and hence is referred to as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spherical aberration.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size of the mirror is 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radius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mirror, then the image produced will be more affected by spherical aberration and will be blurrier.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64070711.445031g/1464070716911-17691719802832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435474"/>
            <a:ext cx="4654550" cy="23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61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167144"/>
            <a:ext cx="117983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ray diagram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drawing which can be used to describe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image formed by a concave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draw a ray diagram we first need to draw some axes. The first of these is called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consists of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horizontal line.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second axis is called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optical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approximates the concave mirror as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vertical straight line.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optical axis is often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placed near the right-hand end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principal axis.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intersection between the principal and optical axes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referred to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pole (or centre) of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denoted by a P. Other properties of the mirror can also be included along the principal axis (e.g. the centre of curvature and the focus). The horizontal and vertical scales of ray diagrams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do not have to be the same.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fact,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vertical scale is often much more magnified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horizontal scale, so that the diagram is easier to draw.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ww.educationperfect.com/media/content/Science/1581295135.197821g/1581295135134-151943006678995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4" y="1295400"/>
            <a:ext cx="11157651" cy="44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19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88541"/>
            <a:ext cx="114935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we have the axis of a ray diagram set up we can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add the object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start to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determine its reflected image.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generally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placed to the left of the optical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represented by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vertical arrow, pointing upwards.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will make it much easier to determine the nature of the image.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usually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placed in relation to the properties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 For our first example, we will place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object outside (to the left of) the centre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concave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81295833.1931g/1581295833110-151943006678995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75" y="3838575"/>
            <a:ext cx="76009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23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348040"/>
            <a:ext cx="11709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have set up our ray diagram, we can use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position of the image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by a concave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first principal ray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consider will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start at the top of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then travel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parallel to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it reaches the optical axis (the mirror). As it reflects from the mirror it will travel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through the focus of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(where all the reflected rays of incident parallel rays will converge) and continue on beyond the ray diagram.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700" y="3500735"/>
            <a:ext cx="11709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often shortened to: 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incident ray travelling parallel to the principal axis will be reflected through the focus of the mirror."</a:t>
            </a:r>
            <a:endParaRPr lang="en-AU" sz="2000" dirty="0"/>
          </a:p>
        </p:txBody>
      </p:sp>
      <p:pic>
        <p:nvPicPr>
          <p:cNvPr id="4" name="1581299954.4282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60699" y="4314328"/>
            <a:ext cx="6099175" cy="24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2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34940"/>
            <a:ext cx="11658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second principal ray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consider is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reverse process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first principal ray.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second principal ray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also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start at the top of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then travel to the optical axis by passing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through the focus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concave mirror. Once it reaches the optical axis it will be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reflected and travel away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mirror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to the principal axis.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rule is often shortened to: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incident ray travelling through the focus will be reflected parallel to the principal axis."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300623.450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49599" y="4072462"/>
            <a:ext cx="6835775" cy="278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4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80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third principal ray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consider uses the law of reflection.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third principal ray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starts at the top of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same as the two previous rays). It then travels from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top of the object to the pole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(centre) of the mirror. The centre of a concave mirror can be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approximated as a plane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 we can use the law of reflection to understand what will happen to this ray.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law of reflection states that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angle of incidence equals the angle of reflection.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angle between the incident ray and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 the same as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angle between the reflected ray and the principal axis.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Shortening this rule: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 ray coming into the pole of the mirror will be reflected from the pole of the mirror with the same angle."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362582.7484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41999" y="4517527"/>
            <a:ext cx="5743575" cy="234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7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0015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determine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location of the image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combine 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onto one diagram.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we draw on three principal rays (always starting from the top of the object) we notice that the three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rays all converge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point below the principal axis. This point of intersection between the three reflected rays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identifies the top of the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trace this location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vertically back to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show the formation of the image. Although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two of the principal rays would be sufficient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 location of the image, we include a third principal ray just to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make sure we have the correct spot.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image in the ray diagram below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formed between the centre of curvature and focus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concave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92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581366706.1582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27944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6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96545"/>
            <a:ext cx="11531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not enough just to show the location of the image on a ray diagram. Often we also need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describe the nature of the image,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consisting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different properties.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ray diagram below, we can see that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image is upside down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(compared to the object). The arrow is now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pointing downwards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instead of upwards. We refer to this as 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inverted image.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arrow points upwards in the image it would be called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upright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we placed a screen at the location of the image, we would be able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see the image on the screen.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we have created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 real image, formed from real light rays.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image is not real, it is referred to as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 virtual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turns out that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real images are always inverted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inverted images are always real.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if we know one of these properties we will know the other also.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78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387340"/>
            <a:ext cx="11557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last thing we need to consider to describe the nature of the image is its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relative size.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image in the ray diagram below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smaller than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refer to this image as being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diminished.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image in the diagram had been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larger than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we would refer to this as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enlarged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Thus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describe the nature of an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must identify whether it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real or virtual, inverted or upright and enlarged or diminished.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nature of the image in the ray diagram below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real, inverted and diminished.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81366736.36261g/1581366735346-166582720086293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4172992"/>
            <a:ext cx="6588125" cy="283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249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44438"/>
            <a:ext cx="1151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earlier ray diagrams, we always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placed the object outside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(to the left) of the centre of curvature of the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investigate what happens when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object is placed at different locations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along the principal axis. In each of these situations we will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describe the nature of the image,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along with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identifying its location.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81372555.244911g/1581372554911-166582720086293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048000"/>
            <a:ext cx="761047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504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345639"/>
            <a:ext cx="1178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place the object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 the centre of curvature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use the same three principal rays to determine the location of the image.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diagram for this situation is shown below and shows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real, inverted image.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image is the same size as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(neither enlarged nor diminished) and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distance from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81373942.222911g/1581373941884-166582720086293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2971800"/>
            <a:ext cx="760095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187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94839"/>
            <a:ext cx="11557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object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placed between the centre of curvature and the focus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concave mirror, we can still use three principal rays to determine the position of the image.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diagram is shown below, creating a real and inverted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image that is 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object and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located beyond the centre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 Thus, this image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real, inverted and enlarged.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81373960.220121g/1581373957125-166582720086293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276600"/>
            <a:ext cx="760095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39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0"/>
            <a:ext cx="119507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object is placed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 the focus of the mirror,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only use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two of our 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 position of the image.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 there is no light ray that can travel from the top of the object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through the focus and to the mirror.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we can only use the principal rays that are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incident parallel to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incident to the pole of the mirror.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two principal rays are shown on the ray diagram below, and it is clear from the diagram that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the two reflected rays do not intersect!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reflected rays travel away from the mirror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to each other,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state that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image is formed at infinity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nature of the image is unknown.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81373993.915551g/1581373993578-166582720086293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3683000"/>
            <a:ext cx="76009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96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76535"/>
            <a:ext cx="1158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seen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many different images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formed up to this point so let's summarise all we have learned about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location of the object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image formed.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74" y="1576864"/>
            <a:ext cx="9318625" cy="29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2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144</Words>
  <Application>Microsoft Office PowerPoint</Application>
  <PresentationFormat>Widescreen</PresentationFormat>
  <Paragraphs>91</Paragraphs>
  <Slides>22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Reflection of Light from a Concave Mirror Forming Real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of Light from a Concave Mirror Forming Real Images</dc:title>
  <dc:creator>Joseph D'cruz</dc:creator>
  <cp:lastModifiedBy>Joseph D'cruz</cp:lastModifiedBy>
  <cp:revision>2</cp:revision>
  <dcterms:created xsi:type="dcterms:W3CDTF">2020-08-08T12:26:22Z</dcterms:created>
  <dcterms:modified xsi:type="dcterms:W3CDTF">2020-08-08T12:34:52Z</dcterms:modified>
</cp:coreProperties>
</file>