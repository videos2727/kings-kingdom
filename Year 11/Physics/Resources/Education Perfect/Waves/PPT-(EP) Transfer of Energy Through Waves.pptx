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825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68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19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24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798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89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640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12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66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60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88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FE870-16B5-47CC-AE8A-3417A7BE857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2EA0C-1A59-4301-B37F-BD77913138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21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ce7AMJdq0Gw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-xHbcMm_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Transfer of Energy Through Waves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586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1104037"/>
            <a:ext cx="112649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waves transfer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properties of a mechanical wave.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difference between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continuous wave and a wave pulse.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English%20&amp;%20Literature/1561817191.740911g/1561817191582-386369638923024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4" y="3348037"/>
            <a:ext cx="4899025" cy="325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15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21437"/>
            <a:ext cx="11633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a wave?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all heard the term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"wave"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used to describe many things. We can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hear waves of sound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surf on waves of water.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what exactly is a wave and how can it </a:t>
            </a:r>
            <a:r>
              <a:rPr lang="en-AU" sz="28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transfer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object to another?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English%20&amp;%20Literature/1509672047.710461g/1509672048640-2046318163584325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350" y="3810000"/>
            <a:ext cx="47625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70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97637"/>
            <a:ext cx="11772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 of Energy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two ways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which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energy can be 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one place to another:</a:t>
            </a:r>
          </a:p>
          <a:p>
            <a:pPr>
              <a:buFont typeface="+mj-lt"/>
              <a:buAutoNum type="arabicPeriod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movement of matter.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wave motion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 places.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5656231.318531g/1525656241158-242860044294379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12" y="362722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1636236"/>
            <a:ext cx="6146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can also be transferred by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 motion.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listen to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music through a speaker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 </a:t>
            </a:r>
            <a:r>
              <a:rPr lang="en-AU" sz="28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hear sound.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sound is transferred from the speaker to your ear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through wave motion.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Images/Content/Maths/1367884852141-609681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134929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7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107940"/>
            <a:ext cx="1168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speaker produces music it </a:t>
            </a:r>
            <a:r>
              <a:rPr lang="en-AU" sz="28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vibrates back and forth.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it moves forward, it </a:t>
            </a:r>
            <a:r>
              <a:rPr lang="en-AU" sz="28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pushes on the closest air particle.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air particle </a:t>
            </a:r>
            <a:r>
              <a:rPr lang="en-AU" sz="28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in turn pushes on the next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 on. This is demonstrated at the beginning of the animation below.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speaker moves backward, it </a:t>
            </a:r>
            <a:r>
              <a:rPr lang="en-AU" sz="28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pulls the closest air particle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 with it. This air particle </a:t>
            </a:r>
            <a:r>
              <a:rPr lang="en-AU" sz="28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in turn pulls on the next air particle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 on. This is demonstrated at the end of the animation below.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74794896.4225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1000" y="4078258"/>
            <a:ext cx="6502400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6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7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182940"/>
            <a:ext cx="11836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speaker vibrates, it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vibrates the closest air particle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 turn vibrates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next air particle.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continues until there are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more air particles.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place your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ear in the path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vibrating air particles, the air particle closest to your ear will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vibrate your eardrum.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vibration of your eardrum is how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you perceive sound.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example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sound energy has 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speaker to your ear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via wave motion!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74881373.032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95600" y="3599260"/>
            <a:ext cx="60960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8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279400"/>
            <a:ext cx="11277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important thing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remember when discussing wave motion is that there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has not been a transfer of matter!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listening to the speaker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you hear sound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sound energy has transferred) but you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do not feel any wind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your ear (which would be the equivalent transfer of matter).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All waves transfer energy without transferring matter!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Geography/1525904119.92561g/1525904119891-413113557900023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695" y="3594100"/>
            <a:ext cx="3629379" cy="305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Science/1503894462.599881g/1503894463111-4269310252832912-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85" y="3594100"/>
            <a:ext cx="4731965" cy="305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32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124936"/>
            <a:ext cx="11226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our previous discussion of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sound waves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learned that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waves vibrate air particles.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there are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air 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vibrate then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sound wave cannot travel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 sound will be heard.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ce7AMJdq0G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3600" y="2343150"/>
            <a:ext cx="80264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60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10741"/>
            <a:ext cx="11760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 waves are an example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mechanical waves.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mechanical wave is defined as a wave that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requires a medium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propagate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cannot propagate through a vacuum.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propagate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means to move or travel and is used when describing wave motion.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medium is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physical substance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air, water, glass, earth, etc. Sound waves can travel through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air, water and some solids (mediums)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cannot travel through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space (a vacuum).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57272194.940021g/1557272194952-447446398917384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4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media/content/Science/1530234557.723531g/1530234557644-439016622243455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www.educationperfect.com/media/content/Geography/1523241884.914751g/1523241886401-396228492998727-4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4565750"/>
            <a:ext cx="38004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91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1171139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common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example of mechanical waves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water waves.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 waves are generated in the deep ocean by strong winds. These waves can then transport the wind energy to shore by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moving subsequent water particles up and down.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each of these water particles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stay in the same location in the deep ocean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do not travel with the wave to shore.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456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954038"/>
            <a:ext cx="62865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waves propagate they involve </a:t>
            </a:r>
            <a:r>
              <a:rPr lang="en-AU" sz="28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regular repetition of the same motion.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sz="28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sound waves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vibrate air particles and </a:t>
            </a:r>
            <a:r>
              <a:rPr lang="en-AU" sz="28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water waves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 water particles up and down.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physics we refer to this type of motion as </a:t>
            </a:r>
            <a:r>
              <a:rPr lang="en-AU" sz="28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periodic.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waves </a:t>
            </a:r>
            <a:r>
              <a:rPr lang="en-AU" sz="28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propagate with periodic motion.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75321515.1586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64300" y="2184400"/>
            <a:ext cx="5487782" cy="252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2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5900" y="0"/>
            <a:ext cx="8255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we continue to generate sound waves we refer to them as a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continuous wave.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Continuous waves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may also be referred to as travelling waves.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size of a continuous wave decreases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further we get from the wave source. This is because the waves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gradually lose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environment. This phenomenon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can happen to any type of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not restricted to only continuous waves.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listening to music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speaker, we are observing a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continuous 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we stand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close to the speaker,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hear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loud music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most of the sound energy reaches our ear. If we stand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far from the speaker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hear very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quiet music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most of the sound energy has been lost to the environment as heat.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Digital%20Technologies/1538428181.40341g/1538428180919-82812265343364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2098565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452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657340"/>
            <a:ext cx="11341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we start and stop our music very quickly we generate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pulse of sound.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pulse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sound will be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transferred through the air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each individual air particle undergoing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one vibration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(one forwards and backwards movement).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baseline="3000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pulse</a:t>
            </a:r>
            <a:r>
              <a:rPr lang="en-AU" sz="2400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is a wave of short duration.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pulse of water will cause each individual water particle to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move up and down once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then return to its original position.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89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-xHbcMm_Gs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36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Widescreen</PresentationFormat>
  <Paragraphs>63</Paragraphs>
  <Slides>15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Transfer of Energy Through Waves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of Energy Through Waves</dc:title>
  <dc:creator>Joseph D'cruz</dc:creator>
  <cp:lastModifiedBy>Joseph D'cruz</cp:lastModifiedBy>
  <cp:revision>1</cp:revision>
  <dcterms:created xsi:type="dcterms:W3CDTF">2020-08-08T10:45:55Z</dcterms:created>
  <dcterms:modified xsi:type="dcterms:W3CDTF">2020-08-08T10:46:04Z</dcterms:modified>
</cp:coreProperties>
</file>