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739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281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662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756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13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3089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059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756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552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317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10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24032-CF49-4A36-9CB5-577ACA212975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95320-37C5-424A-8043-B9519676E7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936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Introduction to the Ray Model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5280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1012736"/>
            <a:ext cx="11049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</a:p>
          <a:p>
            <a:endParaRPr lang="en-AU" sz="32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32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light as transverse </a:t>
            </a:r>
            <a:r>
              <a:rPr lang="en-AU" sz="32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waves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32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electromagnetic radiation.</a:t>
            </a:r>
            <a:endParaRPr lang="en-AU" sz="32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32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32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ray model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light.</a:t>
            </a:r>
            <a:endParaRPr lang="en-AU" sz="32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Geography/1521595142.174721f/1521595142252-1764392261284449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099" y="3654226"/>
            <a:ext cx="5413375" cy="304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14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08340"/>
            <a:ext cx="115697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We’re all familiar with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light: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comes from the Sun and other bright objects, and enables us to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see the world around us.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Shadows, reflections, rainbows and all the colours we see when we look around come from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interaction of light with our environment.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module, we will use two models of light</a:t>
            </a:r>
            <a:r>
              <a:rPr lang="en-AU" sz="240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—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wave model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its derivative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ray model</a:t>
            </a:r>
            <a:r>
              <a:rPr lang="en-AU" sz="240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—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explain how light produces the effects we can see around us.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90123455.599611g/1590123455423-92287428499122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3" y="3255328"/>
            <a:ext cx="5286374" cy="352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65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0375" y="319544"/>
            <a:ext cx="90424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what is light?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simple question has caused much debate among scientists for thousands of years. Many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ancient Greek philosophers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believed we see through a beam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emanating from the eye,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this view had many acknowledged problems even at the time. The Islamic scholar </a:t>
            </a:r>
            <a:r>
              <a:rPr lang="en-AU" sz="2400" b="1" i="0" dirty="0" err="1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Ḥasan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 Ibn </a:t>
            </a:r>
            <a:r>
              <a:rPr lang="en-AU" sz="2400" b="1" i="0" dirty="0" err="1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al-Haytham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ar-AE" sz="2400" b="0" i="0" dirty="0" smtClean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أبو علي، الحسن بن الحسن بن الهيثم</a:t>
            </a:r>
            <a:r>
              <a:rPr lang="ar-AE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proposed in around 1000 AD that we can see due to light that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comes from the sun,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rather than our eyes.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Much later, in the seventeenth century,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Isaac Newton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Christiaan Huygens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put forth two opposing theories of the nature of light. Newton believed that light was made up of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tiny particles.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Huygens thought it was a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type of wave.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Until the 19th century, Newton's theory was preferred; later, Huygens' gained popularity.</a:t>
            </a:r>
          </a:p>
          <a:p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  <p:pic>
        <p:nvPicPr>
          <p:cNvPr id="3074" name="Picture 2" descr="https://www.educationperfect.com/Images/Content/Science/1372702649555-78668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775" y="103644"/>
            <a:ext cx="2471364" cy="302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hristiaan Huyge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775" y="3612475"/>
            <a:ext cx="2420121" cy="29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92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824637"/>
            <a:ext cx="11455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Modern theories state that light behaves as both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particle.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wave model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to explain how light propagates, and how it interacts with objects at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macroscopic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(visible to the naked eye) scales.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0700" y="2729637"/>
            <a:ext cx="11455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particle model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to explain how light interacts with materials on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microscopic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scales, when it is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absorbed and emitted.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unit, we will be using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wave model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light. You'll soon see how it is related to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ray model.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76112183.880731f/1576112184483-2489356150063044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699" y="4270085"/>
            <a:ext cx="5387975" cy="302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8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366236"/>
            <a:ext cx="11493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kind of wave is light?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Scientists have determined from its properties that light behaves as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transverse wave.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it can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travel through a vacuum,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is not a mechanical wave.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3700" y="2257336"/>
            <a:ext cx="11315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also know, from a variety of experiments, that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speed of light in a vacuum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299792458m 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ease of calculation, we usually round this to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3.00×108m 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.</a:t>
            </a:r>
            <a:endParaRPr lang="en-AU" sz="2400" dirty="0"/>
          </a:p>
        </p:txBody>
      </p:sp>
      <p:pic>
        <p:nvPicPr>
          <p:cNvPr id="5122" name="Picture 2" descr="https://www.educationperfect.com/media/content/Science/1587328364.023971g/1587328365367-88162279664936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75" y="3457665"/>
            <a:ext cx="6096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113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110341"/>
            <a:ext cx="10591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1864, James Clerk Maxwell developed a theory of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electromagnetic radiation.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Electromagnetic radiation is energy that propagates through varying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magnetic fields.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Both of these fields take the form of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transverse waves,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travel together.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Their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frequency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wavelength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might vary, but they vary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proportionally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according to the equation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fλ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(where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speed of light,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frequency, and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λ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wavelength), so that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speed is always the same.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what speed did Maxwell calculate that they would have?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3×108m 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speed of light!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Digital%20Technology/1535320896.699371g/1535320896678-225015264722201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075" y="4216400"/>
            <a:ext cx="3404033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537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544543"/>
            <a:ext cx="75565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Variations in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frequency and wavelength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light change its properties.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range of colours that we can see (the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visible spectrum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correspond to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range of different wavelengths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(and therefore frequencies) of light.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Red 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the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longest wavelength,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wavelengths shorten through the rainbow to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violet,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the shortest wavelength.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Visible 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just one small part of this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electromagnetic spectrum,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also includes radio waves (longest wavelength, lowest frequency), microwaves, infrared, ultraviolet, X-rays and gamma rays (shortest wavelength, highest frequency).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Digital%20Technologies/1538943724.059181g/1538943729025-331710124481932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0" y="1879599"/>
            <a:ext cx="4382135" cy="3057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560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392837"/>
            <a:ext cx="11493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 always travels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radially outwards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source.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light is always made up of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spherical wavefronts.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make diagrams easier to draw, we </a:t>
            </a:r>
            <a:r>
              <a:rPr lang="en-AU" sz="2400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do not include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wavefronts, but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only the rays.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what we refer to as the </a:t>
            </a:r>
            <a:r>
              <a:rPr lang="en-AU" sz="2400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ray model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light.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91755052.807251g/1591755054183-428372375019251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463" y="3111499"/>
            <a:ext cx="3298973" cy="3306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515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382538"/>
            <a:ext cx="11468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Rays make it easier to study the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properties and movement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light.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ray can be thought of as an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infinitely narrow beam of light.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Light rays from a source radiate (travel outwards) in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all directions.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it is only necessary to draw those rays that are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relevant to the situation.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makes the ray model considerably simpler to work with.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93400244.361411g/1593400244062-174023385887385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100" y="2944218"/>
            <a:ext cx="5283200" cy="391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476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190143"/>
            <a:ext cx="838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using the ray model, we can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approximate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light as travelling in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straight lines.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light travels from a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very distant source,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the Sun, the circular wavefronts have to travel a long way and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spread outwards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very far. This means once they reach Earth, the parts of the wavefront we can see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look flat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(like looking at the horizon of the Earth). Flat wavefronts are referred to as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plane waves,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plane waves travel in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straight lines!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makes sense when we think about the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light</a:t>
            </a:r>
            <a:r>
              <a:rPr lang="en-AU" sz="240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—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shadows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go straight from the object casting them to the floor. Shadows from the Sun all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point in the same direction.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this folder, we will assume the source of the light is distant enough that we can approximate it as travelling in straight lines.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00606699.80751g/1500606712565-402144462336823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400" y="2437358"/>
            <a:ext cx="3063874" cy="2039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046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0"/>
            <a:ext cx="112395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ray model is useful to explain interactions between light and objects that are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much larger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wavelength of light.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range of wavelengths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visible light are about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same scale as the cells of bacteria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(which range from around 200-1000 nanometres). The objects that we normally interact with are all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much larger than this.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the objects we can see light interacting with are much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larger than the wavelength of light;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why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ray model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used. This does not necessarily hold true for wavelengths of light outside the visible spectrum.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74113861.699961f/1574113861575-104513606641492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065" y="3962400"/>
            <a:ext cx="3294585" cy="273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655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45100" y="237341"/>
            <a:ext cx="69469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 can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interact with objects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various ways.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 can be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absorbed, transmitted or reflected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the atoms that make up an object. When visible light is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transmitted through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 object, we see that object as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transparent.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 is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reflected or absorbed,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see the object as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opaque.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This changes at other wavelengths.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radio waves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pass through many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solid objects,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they are reflected from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ionosphere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Earth’s atmosphere. Human skin is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opaque to visible 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transparent to X-rays;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how X-ray imaging works.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Maths/1510804495.348061g/1510804535951-411849325114698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2039526"/>
            <a:ext cx="4965700" cy="2766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924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00442"/>
            <a:ext cx="117983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ray model of light is a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scientific model.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used by scientists to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explain phenomena,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it is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not a completely accurate representation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world. The ray model is very useful to model things such as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reflection and refraction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(which we will cover in later lessons). It is most useful when light interacts with objects much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larger than its wavelength.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properties of light that the ray model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cannot explain.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does not take account of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variations in the wavelength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light, and in particular is ineffective at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very short wavelengths.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also best used when the source of light is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distant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its path can be approximated by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parallel straight lines.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English%20&amp;%20Literature/1525319660.078621g/1525319659256-21389365724063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025" y="4570808"/>
            <a:ext cx="3727450" cy="209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3151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KaTeX_Main</vt:lpstr>
      <vt:lpstr>KaTeX_Math</vt:lpstr>
      <vt:lpstr>Office Theme</vt:lpstr>
      <vt:lpstr>Introduction to the Ray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Ray Model</dc:title>
  <dc:creator>Joseph D'cruz</dc:creator>
  <cp:lastModifiedBy>Joseph D'cruz</cp:lastModifiedBy>
  <cp:revision>1</cp:revision>
  <dcterms:created xsi:type="dcterms:W3CDTF">2020-08-08T12:00:02Z</dcterms:created>
  <dcterms:modified xsi:type="dcterms:W3CDTF">2020-08-08T12:00:12Z</dcterms:modified>
</cp:coreProperties>
</file>