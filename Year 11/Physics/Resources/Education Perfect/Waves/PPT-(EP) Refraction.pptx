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3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52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53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86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402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12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58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38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6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00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594B6-4584-4B13-A85E-3EE9CCC09489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FC3C6-FAD3-4011-B230-1E257D63A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589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8LebJXjbkfo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JGqsi_LDUn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Refraction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185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53739"/>
            <a:ext cx="10947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when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travels from one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another. This causes the light rays to </a:t>
            </a:r>
            <a:r>
              <a:rPr lang="en-AU" sz="2400" b="0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change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refraction which occurs depends on the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differences in electrical properties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two media.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properties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light wave in a medium. This means that when refraction occurs,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wave change.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82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LebJXjbkfo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9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2079536"/>
            <a:ext cx="1122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passes from one medium into another, it's worth knowing what will happen to that light at the interface.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Snell's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powerful formula that allows us to predict the degree of refraction that occurs.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857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JGqsi_LDUn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5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432138"/>
            <a:ext cx="11798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refractive index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compare the refractive indices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media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 only needs to be a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very small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refractive index for refraction of light to occur.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the following formula to find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bends as it enters a transparent medium: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894012"/>
            <a:ext cx="10059988" cy="382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4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565140"/>
            <a:ext cx="11264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absolute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refractive index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measure of how much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refracts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enters the medium from a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absolute refractive index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experimentally determined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associated with a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sodium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absolute refractive index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1.0003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absolute refractive index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1.0000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At this level, you can treat air as having a refractive index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1.00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is the same as a vacuum.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Maths/1372108312780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2" y="4187658"/>
            <a:ext cx="2733675" cy="246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565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13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KaTeX_Main</vt:lpstr>
      <vt:lpstr>Office Theme</vt:lpstr>
      <vt:lpstr>Refraction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Joseph D'cruz</dc:creator>
  <cp:lastModifiedBy>Joseph D'cruz</cp:lastModifiedBy>
  <cp:revision>1</cp:revision>
  <dcterms:created xsi:type="dcterms:W3CDTF">2020-08-08T13:30:10Z</dcterms:created>
  <dcterms:modified xsi:type="dcterms:W3CDTF">2020-08-08T13:30:26Z</dcterms:modified>
</cp:coreProperties>
</file>