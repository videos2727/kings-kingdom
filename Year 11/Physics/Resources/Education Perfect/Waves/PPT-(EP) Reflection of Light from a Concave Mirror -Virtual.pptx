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56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63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7197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44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177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9428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72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62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809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767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68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B1ED0-0A34-4F5B-8421-6CE04B87548A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91609-B29E-41C9-A646-32ED72123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22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Reflection of Light from a Concave Mirror Forming Virtual </a:t>
            </a:r>
            <a:r>
              <a:rPr lang="en-AU" dirty="0" smtClean="0"/>
              <a:t>Images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41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547638"/>
            <a:ext cx="11430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the behaviour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drawn when creating ray diagrams for virtual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 ray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reflection of an object from a concave mirror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forming virtual images.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 the nature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image produced by a concave mirror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given the location 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4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0" y="608737"/>
            <a:ext cx="11557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location of the object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respect to the centre of curvature and focus of a concave mirror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determines the nature of the image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will be formed.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table below shows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summary of the location of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nature of the image formed.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738229"/>
            <a:ext cx="8196263" cy="2635918"/>
          </a:xfrm>
          <a:prstGeom prst="rect">
            <a:avLst/>
          </a:prstGeom>
        </p:spPr>
      </p:pic>
      <p:pic>
        <p:nvPicPr>
          <p:cNvPr id="1026" name="Picture 2" descr="https://www.educationperfect.com/media/content/Science/1581295833.1931g/1581295833110-1519430066789953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999" y="4705052"/>
            <a:ext cx="5419725" cy="215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20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-28158"/>
            <a:ext cx="1153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From our summary table it is clear we have not considered what sort of image will be formed when the object is placed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within the focal length of a concave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the object will be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located to the right of the focus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(between the focus and the edge of the mirror). In this case two of the principal rays can be drawn in the same way as before.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principal ray will be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incident parallel to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will be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through the focus.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other principal ray will be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incident to the pole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 and be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reflected with the same angle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angle of incidence.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557369.7568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79500" y="4373545"/>
            <a:ext cx="4395788" cy="2347930"/>
          </a:xfrm>
          <a:prstGeom prst="rect">
            <a:avLst/>
          </a:prstGeom>
        </p:spPr>
      </p:pic>
      <p:pic>
        <p:nvPicPr>
          <p:cNvPr id="4" name="1581557340.16576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48500" y="4346334"/>
            <a:ext cx="3889374" cy="251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4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87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9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7800" y="147241"/>
            <a:ext cx="11709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third principal ray will need to be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drawn in a different order.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 we start at the top of the object, travel through the focus and continue on to the mirror. However,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focus is now behind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If we start at the top of the object and travel through the focus the ray will be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moving away from the mirror.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situation, we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start at the focus of the mirror, travel through the top of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then continue on to the mirror. The reflected ray will still travel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to the principal 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557468.9795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416299" y="3802062"/>
            <a:ext cx="5832475" cy="291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91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297240"/>
            <a:ext cx="11277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Putting all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ray diagram, we can see that they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do not converge.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no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which all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three reflected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meet, so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real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formed. However, we can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create a virtual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virtual image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formed from virtual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will not be able to be seen on a screen. We will only be able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observe a virtual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we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look into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will appear to be placed behind the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81558745.196671g/1581558745440-1581564623420104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3945165"/>
            <a:ext cx="5772150" cy="268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52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8300" y="250041"/>
            <a:ext cx="116967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locate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virtual image,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reflected principal rays.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we find the location where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reflected principal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meet the concave mirror 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trace them behind the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sure to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keep the same angles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our lines. When we trace rays behind the mirror, it is referred to as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backtracing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and the rays are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drawn using dotted lines.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not possible for light rays to travel behind the mirror, so these </a:t>
            </a:r>
            <a:r>
              <a:rPr lang="en-AU" sz="2400" b="1" i="0" dirty="0" err="1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backtraced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called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virtual rays.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intersection of the virtual rays identifies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location of the virtual image.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622971.4942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25799" y="4035693"/>
            <a:ext cx="6207125" cy="263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4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3900" y="538540"/>
            <a:ext cx="10947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understand how to draw ray diagrams for virtual images, we can describe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nature of the image formed.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Virtual images are created by the intersection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virtual light rays.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Virtual images are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always upright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upright images are always virtual. When we use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concave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create a virtual image it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always larger than the object,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shown in the ray diagram below. Thus, the nature of the image shown below is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virtual, upright and enlarged.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81623512.987321g/1581623513096-1322683126933070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3835093"/>
            <a:ext cx="5481637" cy="262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8964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91636"/>
            <a:ext cx="11353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Reflecting light from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concave mirror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produce many different types of images, depending on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location of the object.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types of images are summarised in the table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537" y="2232024"/>
            <a:ext cx="9044817" cy="32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8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</Words>
  <Application>Microsoft Office PowerPoint</Application>
  <PresentationFormat>Widescreen</PresentationFormat>
  <Paragraphs>35</Paragraphs>
  <Slides>9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Reflection of Light from a Concave Mirror Forming Virtual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of Light from a Concave Mirror Forming Virtual Images</dc:title>
  <dc:creator>Joseph D'cruz</dc:creator>
  <cp:lastModifiedBy>Joseph D'cruz</cp:lastModifiedBy>
  <cp:revision>1</cp:revision>
  <dcterms:created xsi:type="dcterms:W3CDTF">2020-08-08T13:10:03Z</dcterms:created>
  <dcterms:modified xsi:type="dcterms:W3CDTF">2020-08-08T13:14:19Z</dcterms:modified>
</cp:coreProperties>
</file>