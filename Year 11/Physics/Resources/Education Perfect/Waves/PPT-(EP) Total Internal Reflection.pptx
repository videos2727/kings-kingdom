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D439A-E336-44FB-B171-7B6943AE9299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33CFD-C2DD-4434-9DC4-25CD62E274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940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D439A-E336-44FB-B171-7B6943AE9299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33CFD-C2DD-4434-9DC4-25CD62E274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9174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D439A-E336-44FB-B171-7B6943AE9299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33CFD-C2DD-4434-9DC4-25CD62E274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093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D439A-E336-44FB-B171-7B6943AE9299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33CFD-C2DD-4434-9DC4-25CD62E274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4913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D439A-E336-44FB-B171-7B6943AE9299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33CFD-C2DD-4434-9DC4-25CD62E274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034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D439A-E336-44FB-B171-7B6943AE9299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33CFD-C2DD-4434-9DC4-25CD62E274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457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D439A-E336-44FB-B171-7B6943AE9299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33CFD-C2DD-4434-9DC4-25CD62E274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9658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D439A-E336-44FB-B171-7B6943AE9299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33CFD-C2DD-4434-9DC4-25CD62E274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6794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D439A-E336-44FB-B171-7B6943AE9299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33CFD-C2DD-4434-9DC4-25CD62E274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4754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D439A-E336-44FB-B171-7B6943AE9299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33CFD-C2DD-4434-9DC4-25CD62E274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0619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D439A-E336-44FB-B171-7B6943AE9299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33CFD-C2DD-4434-9DC4-25CD62E274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567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D439A-E336-44FB-B171-7B6943AE9299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33CFD-C2DD-4434-9DC4-25CD62E274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189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Total Internal Reflection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0699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8500" y="923836"/>
            <a:ext cx="9232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lesson, you should be able to: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total internal reflection.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Use Snell’s Law to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critical angle.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some applications of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critical angle.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95471170.184031g/1595471168942-135642711240831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599" y="2522007"/>
            <a:ext cx="6353175" cy="4237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5209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658843"/>
            <a:ext cx="10896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Have you ever looked at the surface of water from underneath?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can see it in fish tanks, at the pool or at the beach: things under the water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reflected underneath the surface.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previous lessons, we have treated light as though it can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only reflect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only refract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the boundaries between mediums. However, this isn’t always the case.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picture of an aquarium, you can see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light being transmitted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(and refracted) down through the surface of the water, but you can also see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reflections on the underside of the water.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Why does this happen? Read on to find out.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96771174.197951g/1596771174358-326957665354543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500" y="3692526"/>
            <a:ext cx="4120800" cy="3165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7501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0700" y="363141"/>
            <a:ext cx="113792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light reaches the boundary between mediums, some light is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reflected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some light is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refracted.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intensity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reflected and refracted rays vary. At angles of incidence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close to the normal,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most light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passes through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boundary and is refracted. As the angle of incidence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increases,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 is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less refraction and more reflection.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angles of reflection and refraction are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not equal.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angle of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reflection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equal to the angle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incidence,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whereas the angle of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refraction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follows Snell’s Law.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98328597.32071g/1598328596761-205906498431135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899" y="3126790"/>
            <a:ext cx="7648575" cy="3379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437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237341"/>
            <a:ext cx="114681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light travels from a medium with a higher refractive index to a medium with a lower refractive index, it slows down and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bends away from the normal.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angle of refraction is therefore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greater than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angle of incidence. The greater the angle of incidence, the greater the angle of refraction. But eventually, then, the angle of refraction must reach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90∘.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That means the refracted ray is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travelling along the boundary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mediums! And we can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increase the angle of incidence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still further . . . what happens then?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97115201.071741g/1597115201405-57434383478594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3054858"/>
            <a:ext cx="8343900" cy="3058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055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323840"/>
            <a:ext cx="11785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 angle of refraction is 90</a:t>
            </a:r>
            <a:r>
              <a:rPr lang="en-AU" b="1" i="0" baseline="3000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</a:t>
            </a:r>
            <a:r>
              <a:rPr lang="en-AU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the angle of incidence is called the </a:t>
            </a:r>
            <a:r>
              <a:rPr lang="en-AU" b="1" i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critical angle.</a:t>
            </a:r>
            <a:endParaRPr lang="en-AU" b="0" i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Before the critical angle,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some light is refracted and some is reflected. At the critical angle, the refracted ray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travels along the boundary.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Beyond the critical angle, light is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no longer able to pass out of the denser medium.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Thus, past the critical angle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all light is reflected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back into that medium, and no refraction occurs. This is called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total internal reflection.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97115309.651121g/1597115309998-57434383478594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00" y="3126693"/>
            <a:ext cx="9664700" cy="3464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488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" y="208340"/>
            <a:ext cx="116713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critical angle varies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depending on the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refractive indices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two mediums.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greater the difference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refractive indices of the two mediums,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lower the critical angle.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Thus, a greater difference between refractive indices makes it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easier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total internal reflection to occur.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fact, the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relative refractive index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(remember, this is the ratio of one absolute refractive index to another) is inversely proportional to the critical angle.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97804424.490761g/1597804424191-383670017729816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100" y="2383433"/>
            <a:ext cx="7381874" cy="4152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858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00" y="345639"/>
            <a:ext cx="116967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Total internal reflection can only occur when light passes from a medium with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higher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refractive index into one with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lower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refractive index.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light passes into a medium with a higher refractive index, the angle of refraction is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smaller than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angle of incidence. The angle of refraction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increases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angle of incidence increases, but it can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never grow larger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angle of incidence. This means that in this situation it is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impossible to reach the critical angle.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angle of incidence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reach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90∘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before the angle of refraction can.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2" name="Picture 4" descr="https://www.educationperfect.com/media/content/Science/1597117386.373931g/1597117386738-57434383478594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2376964"/>
            <a:ext cx="11137900" cy="4031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119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505936"/>
            <a:ext cx="10972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critical angle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calculated using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Snell’s Law.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Remember, Snell’s Law relates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sines of the angles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incidence and refraction to the refractive indices. The Snell’s Law equation we are interested in here is: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1981200"/>
            <a:ext cx="70104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44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306338"/>
            <a:ext cx="11074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total internal reflection to occur, certain conditions must be met.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light is travelling from a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denser to a less dense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medium.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angle of incidence must be greater than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critical angle.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 the critical angle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b="0" i="1" dirty="0" err="1" smtClean="0">
                <a:solidFill>
                  <a:srgbClr val="444444"/>
                </a:solidFill>
                <a:effectLst/>
                <a:latin typeface="KaTeX_Math"/>
              </a:rPr>
              <a:t>θc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​)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angle of refraction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90∘.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937" y="1783666"/>
            <a:ext cx="686752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752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562" y="195627"/>
            <a:ext cx="8250238" cy="666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958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387" y="93662"/>
            <a:ext cx="9689518" cy="621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000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24" y="288925"/>
            <a:ext cx="8766175" cy="647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88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0"/>
            <a:ext cx="9271000" cy="690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624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361940"/>
            <a:ext cx="11252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While it might not seem immediately obvious, total internal reflection has a lot of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applications in everyday life.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might have guessed that the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reflections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underneath the surface of the water in an aquarium we mentioned earlier are a result of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total internal reflection.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Light coming from under the water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reflects off the surface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reaches your eye.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section, we’ll discuss some other places you might encounter total internal reflection.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96771174.197951g/1596771174358-326957665354543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1310" y="3035300"/>
            <a:ext cx="4765580" cy="3660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6223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6800" y="351641"/>
            <a:ext cx="10693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Have you ever wondered why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diamonds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so sparkly?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answer is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total internal reflection.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Diamond has a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very high refractive index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(2.42), so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critical angle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the interface between diamond and air is only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24.4∘.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that when light enters a diamond, it’s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difficult for it to leave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(as it must exit at an angle less than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24.4∘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diamonds are cut, the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facets are designed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make achieving this angle unlikely. Thus, the light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only exits them in certain places,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it is intense in these places.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97199410.647471g/1597199410428-441187686011086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899" y="3179512"/>
            <a:ext cx="5514975" cy="367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136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275441"/>
            <a:ext cx="118999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Optical fibres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use total internal reflection to carry signals.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Optical fibres are made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glass fibres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10 micrometres thick, designed so the rays of light are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totally internally reflected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back into the glass. In this way, they can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carry a signal over a long distance.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Most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phone and internet cables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now use fibre optics. They are also used in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medical technology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observe regions of the body that are difficult to reach. For example, optical fibres can enable microsurgery using high-intensity laser beams.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597715496.23321g/1597715496211-24069550217974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799" y="2806792"/>
            <a:ext cx="6073775" cy="40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2371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248841"/>
            <a:ext cx="11404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important in fibre optics to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minimise the loss of light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fibres.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use fibres in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bundles,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a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cladding material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prevent transmission between them. The cladding must have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lower refractive index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fibres, so that total internal reflection can occur.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Because the fibres have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refractive index that is much higher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that of the cladding, most of the light is propagated along them by total internal reflection. This allows a communication method which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minimises loss of signal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remaining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flexible and durable.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597897277.628721g/1597897277866-62847341360299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400" y="3185618"/>
            <a:ext cx="7372350" cy="3011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167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351641"/>
            <a:ext cx="113411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refractive index of air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decreases with temperature.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under certain atmospheric conditions, total internal reflection can occur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within the air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itself. When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hot ground heats the air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above it, you may see a mysterious phenomenon: a mirage!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Mirages usually occur on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hot, flat ground,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such as desert sands or tarmac roads. They commonly look like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pool of water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ground, but if you move closer, the mirage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moves further away,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even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disappears altogether.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What’s happening?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Science/1595471176.939141g/1595471175694-135642711240831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199" y="3224774"/>
            <a:ext cx="4498975" cy="323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614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251242"/>
            <a:ext cx="112141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Refraction doesn’t necessarily occur at distinct boundaries.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case of a mirage,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light refracts increasingly with hotter air,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until it reaches the critical angle and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total internal reflection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occurs. The light reflects, then undergoes the same continuous refraction in the other direction, resulting in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curved path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overall.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Light from the sky, or from distant objects, encounters hot air near the ground and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totally internally reflects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this way. Your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eye interprets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light coming to it as moving in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straight line,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you see a patch of blue or an upside-down object on the ground. The most obvious interpretation is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pool of water.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597898196.702111g/1597898196921-62847341360299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799" y="3365499"/>
            <a:ext cx="5957102" cy="3337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914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Microsoft Office PowerPoint</Application>
  <PresentationFormat>Widescreen</PresentationFormat>
  <Paragraphs>70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KaTeX_Main</vt:lpstr>
      <vt:lpstr>KaTeX_Math</vt:lpstr>
      <vt:lpstr>Office Theme</vt:lpstr>
      <vt:lpstr>Total Internal Reflection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Total Internal Reflection</dc:title>
  <dc:creator>Joseph D'cruz</dc:creator>
  <cp:lastModifiedBy>Joseph D'cruz</cp:lastModifiedBy>
  <cp:revision>1</cp:revision>
  <dcterms:created xsi:type="dcterms:W3CDTF">2020-09-30T08:12:04Z</dcterms:created>
  <dcterms:modified xsi:type="dcterms:W3CDTF">2020-09-30T08:12:16Z</dcterms:modified>
</cp:coreProperties>
</file>