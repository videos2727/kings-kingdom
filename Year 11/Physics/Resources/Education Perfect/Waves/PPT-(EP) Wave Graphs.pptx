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83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452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949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12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29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754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157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08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69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270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29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91805-AB71-41D8-BC74-D7AC5D7366BB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12DEB-6AD8-48A8-8AD8-CF31962E3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488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Wave Graphs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9943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44039"/>
            <a:ext cx="114935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completed this lesson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should be able to:</a:t>
            </a:r>
          </a:p>
          <a:p>
            <a:endParaRPr lang="en-AU" sz="2400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wavelength, amplitude and period.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Determine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wavelength, amplitude and period from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displacement-distance and displacement-time graphs.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Draw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waves on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displacement-distance and displacement-time graphs.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76620914.187531g/1576620916177-2155567065726120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3916362"/>
            <a:ext cx="5435600" cy="279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Science/1576698800.042531g/1576698799568-2057443909202652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407" y="3644900"/>
            <a:ext cx="6061593" cy="321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5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47640"/>
            <a:ext cx="11734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way to represent wave motion is on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displacement-distance graph.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displacement-distance graph shows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displacement of all particles,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their undisturbed or resting positions, along the length of the wave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 a particular point in time.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-axis shows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displacement of the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-axis shows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distance from the source of the wave.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graph below is an example of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continuous wave on a displacement-distance graph.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76532718.917491g/1576532719693-219236309093314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3834321"/>
            <a:ext cx="5518150" cy="283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94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" y="-41553"/>
            <a:ext cx="12065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 a displacement-distance graph we can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represent both transverse and longitudinal waves.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transverse waves it shows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displacement of the particles from their resting position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different distances from the wave source at a specific point in time.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longitudinal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also shows the displacement of particles from their resting position. However, we need to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calculate the displacement of the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longitudinal wave (as their displacement is parallel to the wave motion). Displacement in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 direction as the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motion is defined as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positive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Thus arrows pointing to the right on the longitudinal wave correspond to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upward facing arrows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displacement-distance graph.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 in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opposite direction to the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motion is defined as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negative displacement.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arrows pointing to the left on the longitudinal wave correspond to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downward facing arrows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displacement-distance graph.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length of the corresponding arrows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both graphs are the same as they both show the particle's displacement from its resting position.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57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educationperfect.com/media/content/Science/1576713652.345411g/1576713651771-205744390920265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4" y="1344612"/>
            <a:ext cx="11143071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169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0"/>
            <a:ext cx="67310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Specific locations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waves are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easy to identify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displacement-distance graphs.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crests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 represent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maximum positive displacement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of the particles while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troughs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maximum negative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image below we have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both transverse and longitudinal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represented in the displacement-distance graph. By comparing these graphs, we can see that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compressions and rarefactions in longitudinal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correspond to points where the displacement-distance graph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crosses the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1" dirty="0" smtClean="0">
                <a:solidFill>
                  <a:srgbClr val="B1067D"/>
                </a:solidFill>
                <a:effectLst/>
                <a:latin typeface="KaTeX_Math"/>
              </a:rPr>
              <a:t>x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-axis.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4098" name="Picture 2" descr="https://www.educationperfect.com/media/content/Science/1576713608.672551g/1576713608099-205744390920265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653" y="1993900"/>
            <a:ext cx="5023072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15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388541"/>
            <a:ext cx="6807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representation of a wave on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displacement-distance graph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well known.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Physicists and mathematicians quickly realised that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wave motion looks exactly like a sine (or cosine) graph.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of this similarity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 motion is said to be sinusoidal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(like a sine wave). Additionally, the motion of the individual particles is said to be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sinusoidal oscillation</a:t>
            </a:r>
            <a:r>
              <a:rPr lang="en-AU" sz="2400" b="1" i="0" baseline="3000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baseline="3000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oscillation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is a repetitive motion about a central value, like the vibration of particles in a wave about their resting positions.</a:t>
            </a:r>
            <a:endParaRPr lang="en-AU" sz="2400" b="1" i="0" dirty="0">
              <a:solidFill>
                <a:srgbClr val="999999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76530795.833661g/1576530796835-304232113570578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912" y="774700"/>
            <a:ext cx="4990488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www.educationperfect.com/media/content/Science/1576530781.761071g/1576530782754-3042321135705786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71" y="3584575"/>
            <a:ext cx="5638969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69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107940"/>
            <a:ext cx="11531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the displacement-distance graphs to identify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two key properties of waves.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key property of a wave is its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amplitude.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amplitude of a wave is defined 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maximum displacement of a particle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its resting position.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amplitude can be identified from the displacement-distance graph as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vertical distance from the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1" dirty="0" smtClean="0">
                <a:solidFill>
                  <a:srgbClr val="8C4AB2"/>
                </a:solidFill>
                <a:effectLst/>
                <a:latin typeface="KaTeX_Math"/>
              </a:rPr>
              <a:t>x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-axis to a crest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trough) in the wave. It can also be identified as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half of the vertical distance between a crest and a trough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wave.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76532738.667491g/1576532739661-219236309093314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499" y="3743335"/>
            <a:ext cx="5797551" cy="297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97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325041"/>
            <a:ext cx="115697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second key property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 is its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wavelength.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wavelength of a wave is defined as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distance between two successive corresponding positions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wave. For example, the wavelength can be defined as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distance between two crests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distance between two troughs.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wavelength of a wave is sometimes referred to as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one cycle in the wave,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motion of the particles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repeats after one wavelength.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7170" name="Picture 2" descr="https://www.educationperfect.com/media/content/Science/1576532761.179081g/1576532762156-219236309093314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3505711"/>
            <a:ext cx="6173787" cy="322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66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246440"/>
            <a:ext cx="11696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two key properties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displacement-distance graphs are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both measured in metres.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amplitude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of a wave is often denoted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measured in metres.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 is often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denoted by the Greek symbol lambda,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λ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also measured in metres.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one cycle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wave (or one wavelength) the particles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return to their resting position twice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(cross the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-axis twice).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78436429.013461g/1578436428779-265552779463571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925" y="3662760"/>
            <a:ext cx="5683250" cy="296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49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736"/>
            <a:ext cx="11950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Drawing displacement-distance graphs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starting at a peak.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instructions below outline a method of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drawing a displacement-distance graph starting at a peak.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764" y="2038350"/>
            <a:ext cx="8898653" cy="3625850"/>
          </a:xfrm>
          <a:prstGeom prst="rect">
            <a:avLst/>
          </a:prstGeom>
        </p:spPr>
      </p:pic>
      <p:pic>
        <p:nvPicPr>
          <p:cNvPr id="9218" name="Picture 2" descr="https://www.educationperfect.com/media/content/Science/1578357899.736631f/1578357899762-1221244208484582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0" y="3597275"/>
            <a:ext cx="52387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783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448439"/>
            <a:ext cx="11366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second way to represent wave motion is on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displacement-time graph.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displacement-time graph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follows the motion of 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individual particle in the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shows its displacement from its resting position over time.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example of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continuous wave on a displacement-time graph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given below.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76697585.448221g/1576697584919-205744390920265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2886075"/>
            <a:ext cx="762000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52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117693"/>
            <a:ext cx="1168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of the features of a displacement-distance graph can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also be identified on a displacement-time graph.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displacement-time graph can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represent either transverse or longitudinal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also depicts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sinusoidal motion.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-axis of a displacement-time graph also shows the displacement of a particle in the wave. Therefore both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 crests and troughs can be identified on a displacement-time graph.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crest in the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maximum positive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 while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trough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maximum negative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76697606.4481g/1576697605973-205744390920265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4069400"/>
            <a:ext cx="4972050" cy="259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635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335340"/>
            <a:ext cx="11988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displacement-time graph to identify amplitude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same way as we used the displacement-distance graph.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amplitude can be identified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displacement-time graph as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vertical distance from the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1" dirty="0" smtClean="0">
                <a:solidFill>
                  <a:srgbClr val="6773B2"/>
                </a:solidFill>
                <a:effectLst/>
                <a:latin typeface="KaTeX_Math"/>
              </a:rPr>
              <a:t>x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-axis to a crest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trough) in the wave. It can also be identified as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half of the vertical distance between a crest and trough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wave.</a:t>
            </a: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12290" name="Picture 2" descr="https://www.educationperfect.com/media/content/Science/1576697625.432561g/1576697624965-205744390920265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75" y="2755899"/>
            <a:ext cx="7600950" cy="40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903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146040"/>
            <a:ext cx="11760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displacement-time graph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does not show wavelength.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 a displacement-time graph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time between successive corresponding positions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wave is shown rather than the distance. This time between successive corresponding positions in the wave represents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wave period.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period of a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time it takes to complete one cycle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(wavelength) of the wave. The period is denoted by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measured in seconds,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76697638.229541g/1576697637763-205744390920265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499" y="3230136"/>
            <a:ext cx="5845175" cy="311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792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09940"/>
            <a:ext cx="11557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oscilloscope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standard lab gear that can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"hear" sound.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Oscilloscopes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convert the sound signal into an electrical wave signal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display it on a screen.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electrical wave signal produced by an oscilloscope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 the form of a displacement-time graph.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we can use an oscilloscope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identify the amplitude and period of a wave.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47595863.70181g/1547595863415-134521163030557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525" y="3402868"/>
            <a:ext cx="5924550" cy="318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24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117693"/>
            <a:ext cx="11976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summary, we can find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different wave properties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two different wave graphs.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either graph to determine the amplitude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 as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both wave graphs show the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particle from its resting position.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contrast, we can only use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displacement-distance graph to determine the 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wave and we can only use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displacement-time graph to determine the period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draw displacement-distance graphs and displacement-time graphs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following the same methods.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78436429.013461g/1578436428779-265552779463571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4756308"/>
            <a:ext cx="3805237" cy="19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www.educationperfect.com/media/content/Science/1578436458.841981g/1578436457209-2655527794635712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4383314"/>
            <a:ext cx="4724400" cy="247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2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KaTeX_Main</vt:lpstr>
      <vt:lpstr>KaTeX_Math</vt:lpstr>
      <vt:lpstr>Office Theme</vt:lpstr>
      <vt:lpstr>Wave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Graphs</dc:title>
  <dc:creator>Joseph D'cruz</dc:creator>
  <cp:lastModifiedBy>Joseph D'cruz</cp:lastModifiedBy>
  <cp:revision>1</cp:revision>
  <dcterms:created xsi:type="dcterms:W3CDTF">2020-08-08T11:01:30Z</dcterms:created>
  <dcterms:modified xsi:type="dcterms:W3CDTF">2020-08-08T11:01:43Z</dcterms:modified>
</cp:coreProperties>
</file>