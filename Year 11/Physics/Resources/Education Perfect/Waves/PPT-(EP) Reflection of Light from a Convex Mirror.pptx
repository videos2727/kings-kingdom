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04256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632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3337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1332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0678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016267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775924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856452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4017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70964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83755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10BEA1-E4B8-4373-8E53-8D2DB086B6DC}" type="datetimeFigureOut">
              <a:rPr lang="en-AU" smtClean="0"/>
              <a:t>8/08/2020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E50568-31F9-4BF4-8626-AA791CBB0C6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54455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5.mp4"/><Relationship Id="rId1" Type="http://schemas.microsoft.com/office/2007/relationships/media" Target="../media/media5.mp4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AU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Reflection of Light from a Convex Mirror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46346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47700" y="1906538"/>
            <a:ext cx="106426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have completed this lesson you should be able to:</a:t>
            </a:r>
          </a:p>
          <a:p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Understand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behaviour of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three principal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drawn when creating a ray diagram.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Draw ray diagrams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for the reflection of an object from a convex mirror.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AU" sz="2400" b="1" i="0" dirty="0" smtClean="0">
                <a:solidFill>
                  <a:srgbClr val="48927C"/>
                </a:solidFill>
                <a:effectLst/>
                <a:latin typeface="Arial" panose="020B0604020202020204" pitchFamily="34" charset="0"/>
              </a:rPr>
              <a:t>Describe the nature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image produced by a convex mirror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given the location of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13302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13541"/>
            <a:ext cx="114427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are many uses of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convex mirrors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everyday life.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you enter a store, there is often a convex mirror placed in such a way that the store owner can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observe everything going on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store while staying at the counter. These security mirrors show an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image of the store that is smaller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store itself.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If you drive on roads that have a sharp corner, there is often 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convex mirror placed along the corner.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convex mirror allows you to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observe any oncoming traffic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even though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image of the corner is smaller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corner itself.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media/content/Science/1581883607.532181g/1581883606091-284654101177982-400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5" y="4630737"/>
            <a:ext cx="3800475" cy="213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www.educationperfect.com/media/content/Science/1581883277.150231g/1581883275651-284654101177982-400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7375" y="4230687"/>
            <a:ext cx="3800475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504226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81000" y="184140"/>
            <a:ext cx="1167130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convex mirror</a:t>
            </a:r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can be identified by the </a:t>
            </a:r>
            <a:r>
              <a:rPr lang="en-AU" sz="2400" b="1" i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outward curve</a:t>
            </a:r>
            <a:r>
              <a:rPr lang="en-AU" sz="2400" b="1" i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drawing convex mirrors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can be useful to think of the mirror as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part of a large circle.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will make sure that the drawn mirror has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correct degree of curvature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it. It is also standard to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shade the non-reflecting side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mirror, as shown in the diagram below.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non-reflecting side of a convex mirror is the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inside of the greater circle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mirror is part of.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media/content/Science/1581894033.592511g/1581894033430-2634317172610185-4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287" y="3600460"/>
            <a:ext cx="2990388" cy="2982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https://www.educationperfect.com/media/content/Science/1582499221.560021g/1582499223048-4450826959282036-4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6209" y="3721099"/>
            <a:ext cx="824966" cy="2862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07077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42900" y="332939"/>
            <a:ext cx="1141730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larger circle that convex mirrors are part of can help identify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properties of the mirror.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 define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centre of this large circle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centre of curvature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mirror, denoted by the letter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C.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distance between the centre of curvature and the edge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 is defined as the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radius of curvature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 and is represented by </a:t>
            </a:r>
            <a:r>
              <a:rPr lang="en-AU" sz="2400" b="1" i="0" dirty="0" smtClean="0">
                <a:solidFill>
                  <a:srgbClr val="642DBF"/>
                </a:solidFill>
                <a:effectLst/>
                <a:latin typeface="Arial" panose="020B0604020202020204" pitchFamily="34" charset="0"/>
              </a:rPr>
              <a:t>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(which can be written in either upper or lower case).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media/content/Science/1581894072.640681g/1581894072542-2634317172610185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3343168"/>
            <a:ext cx="6000750" cy="3514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685183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33400" y="253137"/>
            <a:ext cx="11430000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convex mirror is a type of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diverging mirror.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light rays coming from a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distant source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(which are considered to be parallel to each other) hit the mirror, and get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reflected outward (spread away)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mirror.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33400" y="2484735"/>
            <a:ext cx="11074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We can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trace these reflected rays behind the mirror,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show them all converging on one spot. This shows where the reflected light rays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appear to have come from.</a:t>
            </a:r>
            <a:endParaRPr lang="en-AU" sz="2400" dirty="0"/>
          </a:p>
        </p:txBody>
      </p:sp>
      <p:sp>
        <p:nvSpPr>
          <p:cNvPr id="4" name="Rectangle 3"/>
          <p:cNvSpPr/>
          <p:nvPr/>
        </p:nvSpPr>
        <p:spPr>
          <a:xfrm>
            <a:off x="533400" y="3781336"/>
            <a:ext cx="11430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we trace light rays behind a mirror, we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draw them as dotted lines.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helps us identify them as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virtual light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(as they cannot travel behind the mirror in reality).</a:t>
            </a:r>
            <a:endParaRPr lang="en-AU" sz="2400" dirty="0"/>
          </a:p>
        </p:txBody>
      </p:sp>
      <p:pic>
        <p:nvPicPr>
          <p:cNvPr id="4098" name="Picture 2" descr="https://www.educationperfect.com/media/content/Science/1581894137.200171g/1581894137103-2634317172610185-800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929" y="4737100"/>
            <a:ext cx="3249221" cy="2078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074472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349"/>
            <a:ext cx="11074400" cy="4520163"/>
          </a:xfrm>
          <a:prstGeom prst="rect">
            <a:avLst/>
          </a:prstGeom>
        </p:spPr>
      </p:pic>
      <p:pic>
        <p:nvPicPr>
          <p:cNvPr id="5122" name="Picture 2" descr="https://www.educationperfect.com/media/content/Science/1581894128.782671g/1581894128684-2634317172610185-80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06270" y="4178300"/>
            <a:ext cx="4189980" cy="2679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35514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90944"/>
            <a:ext cx="12103100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ray diagram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 drawing which can be used to describe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image formed by a convex mirror.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draw a ray diagram we first need to draw some axes. The first of these is called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consists of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horizontal line.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second axis is called the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optical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approximates the convex mirror as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vertical straight line.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optical axis is often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placed near the middle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principal axis.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intersection between the principal and optical axes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referred to as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pole (or centre) of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is denoted by a P. Other properties of the mirror can also be included along the principal axis (e.g. the centre of curvature and the focus). The horizontal and vertical scales of ray diagrams </a:t>
            </a:r>
            <a:r>
              <a:rPr lang="en-AU" sz="2400" b="1" i="0" dirty="0" smtClean="0">
                <a:solidFill>
                  <a:srgbClr val="32B57C"/>
                </a:solidFill>
                <a:effectLst/>
                <a:latin typeface="Arial" panose="020B0604020202020204" pitchFamily="34" charset="0"/>
              </a:rPr>
              <a:t>do not have to be the same.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fact,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vertical scale is often much more magnified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 horizontal scale, so that the diagram is easier to draw.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146" name="Picture 2" descr="https://www.educationperfect.com/media/content/Science/1581972096.379061g/1581972096397-220834630514453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4599" y="4920906"/>
            <a:ext cx="5483225" cy="1937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82447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0"/>
            <a:ext cx="116713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Once we have the axes of a ray diagram set up we can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add the object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start to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determine its reflected image.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is generally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placed to the left of the optical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is represented by a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vertical arrow, pointing upwards.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will make it much easier to determine the nature of the image.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object is usually </a:t>
            </a:r>
            <a:r>
              <a:rPr lang="en-AU" sz="2400" b="1" i="0" dirty="0" smtClean="0">
                <a:solidFill>
                  <a:srgbClr val="6773B2"/>
                </a:solidFill>
                <a:effectLst/>
                <a:latin typeface="Arial" panose="020B0604020202020204" pitchFamily="34" charset="0"/>
              </a:rPr>
              <a:t>placed in relation to the properties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mirror. For our first example, we will place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object far away from the mirror.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means the object is placed near the left-hand end of the principal axis.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7170" name="Picture 2" descr="https://www.educationperfect.com/media/content/Science/1581972027.144641g/1581972027166-2208346305144530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1275" y="4054475"/>
            <a:ext cx="6686550" cy="2362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742188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9700" y="144840"/>
            <a:ext cx="12052300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Now that we have set up our ray diagram, we can use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three principal rays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determine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position of the image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produced by a convex mirror.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first principal ray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consider will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start at the top of the object.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 then travel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parallel to the 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until it reaches the optical axis (the mirror). As it reflects from the mirror it will appear as though it has travelled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from the focus behind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(where all the reflected rays of incident parallel rays will converge) and continue on beyond the ray diagram.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139700" y="3191828"/>
            <a:ext cx="119634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When drawing this principal ray on a ray diagram we need to ensure that the section of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reflected ray that is behind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(from the virtual focus to the edge of the mirror)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drawn with a dotted line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while all other rays are drawn as solid lines.</a:t>
            </a:r>
            <a:endParaRPr lang="en-AU" sz="2400" dirty="0"/>
          </a:p>
        </p:txBody>
      </p:sp>
      <p:pic>
        <p:nvPicPr>
          <p:cNvPr id="4" name="1581978884.2855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049712" y="4546303"/>
            <a:ext cx="3927475" cy="2133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43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909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69900" y="199241"/>
            <a:ext cx="115062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second principal ray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will consider is the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reverse process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of the first principal ray.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second principal ray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also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start at the top of the object.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will travel to the mirror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towards the focus behind the mirror.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However, once it reaches the mirror it will get reflected back from the mirror,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parallel to the principal axis.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Drawing this principal ray, we place our ruler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joining the top of the object to the focus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behind the mirror. However, our incident ray is </a:t>
            </a:r>
            <a:r>
              <a:rPr lang="en-AU" sz="2400" b="1" i="0" dirty="0" smtClean="0">
                <a:solidFill>
                  <a:srgbClr val="B1067D"/>
                </a:solidFill>
                <a:effectLst/>
                <a:latin typeface="Arial" panose="020B0604020202020204" pitchFamily="34" charset="0"/>
              </a:rPr>
              <a:t>only drawn up to the mirror.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reflected ray is then drawn parallel to the principal axis.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81978814.4674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32199" y="4144036"/>
            <a:ext cx="4702175" cy="2510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148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441742"/>
            <a:ext cx="117348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third principal ray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will consider uses the law of reflection.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third principal ray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starts at the top of the object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(the same as the two previous rays). It then travels from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top of the object to the pole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(centre) of the mirror. The centre of a convex mirror can be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approximated as a plane mirror,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 we can use the law of reflection to understand what will happen to this ray.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law of reflection states that the </a:t>
            </a:r>
            <a:r>
              <a:rPr lang="en-AU" sz="2400" b="1" i="0" dirty="0" smtClean="0">
                <a:solidFill>
                  <a:srgbClr val="3770C7"/>
                </a:solidFill>
                <a:effectLst/>
                <a:latin typeface="Arial" panose="020B0604020202020204" pitchFamily="34" charset="0"/>
              </a:rPr>
              <a:t>angle of incidence equals the angle of reflection.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angle between the incident ray and the principal axis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will be the same as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angle between the reflected ray and the principal axis.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81978730.67581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865562" y="4452012"/>
            <a:ext cx="4486275" cy="24059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808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876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92100" y="0"/>
            <a:ext cx="11785600" cy="41549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determine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location of the image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need to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combine three principal rays</a:t>
            </a:r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onto one diagram.</a:t>
            </a: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As we draw on three principal rays (always starting from the top of the object) we notice that there is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no point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at which all three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 rays converge.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indicates that we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cannot form a real 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with a convex mirror. However, we can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create a virtual image.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virtual image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formed from virtual light rays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will not be able to be seen on a screen. We will only be able to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observe a virtual 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we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look into the mirror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it will appear to be placed behind the mirror.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" name="1582061075.3285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3670299" y="4226981"/>
            <a:ext cx="4740275" cy="263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82149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110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302359"/>
            <a:ext cx="7048500" cy="59400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To locate a virtual image, we </a:t>
            </a:r>
            <a:r>
              <a:rPr lang="en-AU" sz="2000" b="1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backtrace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the </a:t>
            </a:r>
            <a:r>
              <a:rPr lang="en-AU" sz="20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reflected principal rays.</a:t>
            </a:r>
            <a:endParaRPr lang="en-AU" sz="20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This means we find the location where the reflected principal rays meet the convex mirror and </a:t>
            </a:r>
            <a:r>
              <a:rPr lang="en-AU" sz="20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trace them behind the mirror,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making sure to keep the </a:t>
            </a:r>
            <a:r>
              <a:rPr lang="en-AU" sz="20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same angles for our lines.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When we trace rays behind the mirror, </a:t>
            </a:r>
            <a:r>
              <a:rPr lang="en-AU" sz="20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creating virtual rays,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is referred to as </a:t>
            </a:r>
            <a:r>
              <a:rPr lang="en-AU" sz="20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backtracing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and the rays are </a:t>
            </a:r>
            <a:r>
              <a:rPr lang="en-AU" sz="20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drawn using dotted lines.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Only two of the principal rays need to be </a:t>
            </a:r>
            <a:r>
              <a:rPr lang="en-AU" sz="20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backtraced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 as the third one has already been </a:t>
            </a:r>
            <a:r>
              <a:rPr lang="en-AU" sz="2000" b="0" i="0" dirty="0" err="1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backtraced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There is a point behind the mirror where the three </a:t>
            </a:r>
            <a:r>
              <a:rPr lang="en-AU" sz="2000" b="1" i="0" dirty="0" err="1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backtraced</a:t>
            </a:r>
            <a:r>
              <a:rPr lang="en-AU" sz="20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 rays (virtual rays) converge.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point of intersection identifies the </a:t>
            </a:r>
            <a:r>
              <a:rPr lang="en-AU" sz="20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top of the virtual image.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We can draw a vertical line from this location back to the principal axis to show the formation of the virtual image. This image has </a:t>
            </a:r>
            <a:r>
              <a:rPr lang="en-AU" sz="20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formed between the edge of the mirror and its focus.</a:t>
            </a:r>
            <a:endParaRPr lang="en-AU" sz="20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4" name="1582061107.5545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7277100" y="1495990"/>
            <a:ext cx="4859428" cy="2606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989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0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24400" y="660043"/>
            <a:ext cx="7099300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It is not enough just to show the location of the image on a ray diagram. Often we also need to </a:t>
            </a:r>
            <a:r>
              <a:rPr lang="en-AU" sz="20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describe the nature of the image,</a:t>
            </a:r>
            <a:r>
              <a:rPr lang="en-AU" sz="20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consisting of </a:t>
            </a:r>
            <a:r>
              <a:rPr lang="en-AU" sz="20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three different properties.</a:t>
            </a:r>
            <a:endParaRPr lang="en-AU" sz="20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 the ray diagram below, we can see that the </a:t>
            </a:r>
            <a:r>
              <a:rPr lang="en-AU" sz="20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image has the same orientation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the object, as both arrows point upwards. We refer to this as an </a:t>
            </a:r>
            <a:r>
              <a:rPr lang="en-AU" sz="20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upright image.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image has been formed by virtual light rays and is therefore referred to as </a:t>
            </a:r>
            <a:r>
              <a:rPr lang="en-AU" sz="20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a virtual image.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It turns out </a:t>
            </a:r>
            <a:r>
              <a:rPr lang="en-AU" sz="20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virtual images are always upright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upright images are always virtual.</a:t>
            </a:r>
          </a:p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Lastly the image in the ray diagram below is </a:t>
            </a:r>
            <a:r>
              <a:rPr lang="en-AU" sz="20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smaller than the object.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This is referred to as a </a:t>
            </a:r>
            <a:r>
              <a:rPr lang="en-AU" sz="20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diminished image.</a:t>
            </a:r>
            <a:r>
              <a:rPr lang="en-AU" sz="20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Thus, the nature of this image is </a:t>
            </a:r>
            <a:r>
              <a:rPr lang="en-AU" sz="20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virtual, upright and diminished.</a:t>
            </a:r>
            <a:endParaRPr lang="en-AU" sz="20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194" name="Picture 2" descr="https://www.educationperfect.com/media/content/Science/1582064166.968671g/1582064167772-407997460384326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074" y="2095499"/>
            <a:ext cx="4174926" cy="2079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98615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9400" y="274241"/>
            <a:ext cx="116459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sz="2400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 convex mirror always creates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virtual, upright and diminished image.</a:t>
            </a:r>
            <a:endParaRPr lang="en-AU" sz="2400" b="1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ctr"/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Regardless of the object location with respect to a convex mirror a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virtual, upright and diminished image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always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formed between the edge of the mirror and its focus.</a:t>
            </a:r>
            <a:endParaRPr lang="en-AU" sz="2400" b="0" i="0" dirty="0" smtClean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Although the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image remains diminished,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as we move the </a:t>
            </a:r>
            <a:r>
              <a:rPr lang="en-AU" sz="2400" b="1" i="0" dirty="0" smtClean="0">
                <a:solidFill>
                  <a:srgbClr val="FF7F50"/>
                </a:solidFill>
                <a:effectLst/>
                <a:latin typeface="Arial" panose="020B0604020202020204" pitchFamily="34" charset="0"/>
              </a:rPr>
              <a:t>object closer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to the mirror the </a:t>
            </a:r>
            <a:r>
              <a:rPr lang="en-AU" sz="2400" b="1" i="0" dirty="0" smtClean="0">
                <a:solidFill>
                  <a:srgbClr val="3598DC"/>
                </a:solidFill>
                <a:effectLst/>
                <a:latin typeface="Arial" panose="020B0604020202020204" pitchFamily="34" charset="0"/>
              </a:rPr>
              <a:t>size of the image increases.</a:t>
            </a:r>
            <a:r>
              <a:rPr lang="en-AU" sz="2400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ray diagram below, we have placed the object just in front of the mirror and the image formed is </a:t>
            </a:r>
            <a:r>
              <a:rPr lang="en-AU" sz="2400" b="1" i="0" dirty="0" smtClean="0">
                <a:solidFill>
                  <a:srgbClr val="8C4AB2"/>
                </a:solidFill>
                <a:effectLst/>
                <a:latin typeface="Arial" panose="020B0604020202020204" pitchFamily="34" charset="0"/>
              </a:rPr>
              <a:t>almost the same height as the object.</a:t>
            </a:r>
            <a:endParaRPr lang="en-AU" sz="24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218" name="Picture 2" descr="https://www.educationperfect.com/media/content/Science/1582064172.883651g/1582064173677-4079974603843268-800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35300" y="3932152"/>
            <a:ext cx="5873750" cy="29258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680490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144</Words>
  <Application>Microsoft Office PowerPoint</Application>
  <PresentationFormat>Widescreen</PresentationFormat>
  <Paragraphs>68</Paragraphs>
  <Slides>16</Slides>
  <Notes>0</Notes>
  <HiddenSlides>0</HiddenSlides>
  <MMClips>5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Reflection of Light from a Convex Mirror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Reflection of Light from a Convex Mirror</dc:title>
  <dc:creator>Joseph D'cruz</dc:creator>
  <cp:lastModifiedBy>Joseph D'cruz</cp:lastModifiedBy>
  <cp:revision>2</cp:revision>
  <dcterms:created xsi:type="dcterms:W3CDTF">2020-08-08T13:24:03Z</dcterms:created>
  <dcterms:modified xsi:type="dcterms:W3CDTF">2020-08-08T13:25:00Z</dcterms:modified>
</cp:coreProperties>
</file>