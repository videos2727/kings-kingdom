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80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996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73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66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29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50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395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474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283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04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27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27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25CB8-A4E0-49FF-BE5E-B2C162ACFB7D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DB468-B87C-4E91-8EB2-7F1CE9C251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174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Phase of Waves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33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863938"/>
            <a:ext cx="1087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 the phase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two points on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same wave.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 the phase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two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waves from different sources.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Draw two waves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displacement-distance graphs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given their phase difference.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95971265483-218342269821459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57399" y="2701108"/>
            <a:ext cx="6448425" cy="380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8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5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4054" y="622600"/>
            <a:ext cx="1101614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are now familiar with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basic properties of waves.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know waves undergo repetitive, cyclic motion.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how do we compare two different waves? We could talk about their respective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wavelengths and frequencies, or the speeds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which they travel. But what happens if the waves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identical in these parameters?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would we describe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propagation of one wave relative to another?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where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comes into play! In this lesson we will learn about phase, starting with various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points on the same wave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then expanding this definition to compare the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propagation of two waves.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95301447.139921g/1595301447749-315804519879687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838" y="3512221"/>
            <a:ext cx="6042577" cy="334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42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210741"/>
            <a:ext cx="1168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start by considering a single wave on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displacement-distance graph.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a few points on the wave that have specific names. The location 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maximum positive displacement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said to be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crest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location of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maximum negative displacement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said to be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trough.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distance between two successive crests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two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successive troughs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wavelength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wave.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2050" name="Picture 2" descr="https://www.educationperfect.com/media/content/Science/1595284728.411461g/1595284728819-230458418780057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19" y="2796064"/>
            <a:ext cx="528950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Science/1596054039.697451g/1596054041236-114916021649928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4" y="2796064"/>
            <a:ext cx="5210175" cy="291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811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280938"/>
            <a:ext cx="11417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often refer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two successive points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 wave as being two neighbouring points that are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undergoing the same motion over time.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we can also refer to this as the two points having a phase difference 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one wavelength, or being in phase.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Points which are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in phase undergo the same motion over time.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95812384.847871f/1595812385190-3515205434935813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2487612"/>
            <a:ext cx="571500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ww.educationperfect.com/media/content/Science/1595812249.142481f/1595812249397-3515205434935813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2386012"/>
            <a:ext cx="571500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28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524639"/>
            <a:ext cx="1173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any two points on a wave that are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one wavelength apart are in phase!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 the graph below the point A is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one wavelength away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point C and therefore,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points A and C are in phase.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Similarly point B is one wavelength away from point D and points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 and D are in phase.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point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 moves down, so does point C.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Similarly as point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 moves up so does point 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95284860.235831g/1595284860671-230458418780057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9" y="2416051"/>
            <a:ext cx="7775575" cy="444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94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86541"/>
            <a:ext cx="11633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Phase can be measured with reference to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wavelength of the wave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with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reference to an angle.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use an angle, we state that points on the wave in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same location are separated by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8C43B2"/>
                </a:solidFill>
                <a:effectLst/>
                <a:latin typeface="KaTeX_Main"/>
              </a:rPr>
              <a:t>0∘.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Points on the wave located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one wavelength apart are separated by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360∘.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points on the wave are located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half a wavelength apart then they are separated by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KaTeX_Main"/>
              </a:rPr>
              <a:t>180∘.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any angle or any fraction of wavelengths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describe the phase difference between two points on a wave; however,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these are the most common examples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encounter.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95285069.229631g/1595285069679-230458418780057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229" y="2494865"/>
            <a:ext cx="7514142" cy="429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795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75040"/>
            <a:ext cx="11645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 seen that two points separated by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one wavelength are in phase.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happens when points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separated by half of a wavelength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(like A and B in the graph below)? A phase difference of half a wavelength or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180∘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referred to as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 of phase.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points A and B are out of phase.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Similarly the points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 and D are out of phase.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points have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opposite motion over time.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point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 moves down, point B will move up!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95285069.229631g/1595285069679-230458418780057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23" y="2900065"/>
            <a:ext cx="6172454" cy="3526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71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39341"/>
            <a:ext cx="11645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Lastly, let’s consider points that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more than one wavelength apart.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Points that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two wavelengths apart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undergo the same motion over time and so will be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 phase.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 points A and E or points B and F in the diagram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are in phase.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 points that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one and a half wavelengths apart,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undergo opposite motion over time and will be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 of phase.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 points A and D or points B and E in the diagram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are out of phase.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95285472.108411g/1595285472569-230458418780057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970" y="3055938"/>
            <a:ext cx="5577004" cy="317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989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875"/>
            <a:ext cx="11760200" cy="438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6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265143"/>
            <a:ext cx="11811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 explained all of our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phase differences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terms of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wavelengths or angles.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you might have noticed that the points on a wave which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 phase occur at the same displacement,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points on the wave which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 of phase occur at different displacements.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can be useful as a rule of thumb; however, there is one important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exception to the rule.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Along the distance axis there are six points which are all at the same displacement. Only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three of these points are in phase.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Can you guess which ones?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8194" name="Picture 2" descr="https://www.educationperfect.com/media/content/Science/1595286604.679981g/1595286605147-230458418780057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300" y="2589212"/>
            <a:ext cx="7432674" cy="411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7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65542"/>
            <a:ext cx="11582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guessed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points A, C and 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B, D and F) then you are correct!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clue is that points A, C and E are all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integer number of wavelengths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apart while points A and B (or B and C) are a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half integer number of wavelengths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apart.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 real test is to observe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relative motion of each point over time.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in phase they must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undergo the same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to be out of phase they must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undergo the opposite motion.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animation below we show how the points will move over time and thus which points are in or out of phase.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9218" name="Picture 2" descr="https://www.educationperfect.com/media/content/Science/1595967999.250561f/1595968000005-2181848280409961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919412"/>
            <a:ext cx="571500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613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03243"/>
            <a:ext cx="111379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we consider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phase difference between two waves,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let’s think about what phase difference actually means.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consider the phase difference of two sources by investigating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relative motion of two points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two waves that are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same distance from their sources.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two waves must have the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same frequency and wavelength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do not require the same amplitude.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we would use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points A and 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points C and 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phase 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these two waves. However, we can’t use the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points A and 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 phase difference as these are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not the same distance from the source.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95545276.311971g/1595545277580-328181508608607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516" y="3165565"/>
            <a:ext cx="6470984" cy="358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29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768" y="304074"/>
            <a:ext cx="1167880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describe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phase difference between two different sources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the two waves to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travel along the same path. 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two waves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travel along different paths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the difference in their relative motion could be due to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phase difference of the source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 </a:t>
            </a:r>
            <a:r>
              <a:rPr lang="en-AU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different distances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 two waves travelled. The phase difference resulting from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two waves travelling different distances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referred to as a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path difference.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can learn more about path differences in the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Two Source Interference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lesson.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restrict ourselves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waves that travel along the same path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investigate the phase difference of the wave sources.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32897389.788161g/1532897393450-24590605869941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777" y="3443395"/>
            <a:ext cx="4748784" cy="301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53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952" y="304287"/>
            <a:ext cx="1152877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now apply our definitions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 and out of phase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two points on different waves.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best way to check the phase difference of two waves is to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draw them both on displacement-distance graphs.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we can compare points on each wave that are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same distance from the source.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these points undergo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 motion over time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the two waves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 phase. 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quick way to check if two waves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 phase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to see if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crests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on one wave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same 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source as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crests on the other wave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(i.e., the crests of the two waves are aligned).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12290" name="Picture 2" descr="https://www.educationperfect.com/media/content/Science/1595301065.057991g/1595301065646-315804519879687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83" y="2867220"/>
            <a:ext cx="6313883" cy="349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328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6004" y="221470"/>
            <a:ext cx="115788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points that are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 distance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source undergo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opposite motion over time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they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 of phase.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quick way to check if two waves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 of phase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to see if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crests on one wave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same 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source as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troughs on the other wave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(i.e., the crests align with the troughs).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13314" name="Picture 2" descr="https://www.educationperfect.com/media/content/Science/1595301182.093191g/1595301182697-315804519879687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956" y="1726375"/>
            <a:ext cx="9267869" cy="513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310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214" y="208356"/>
            <a:ext cx="116924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describing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phase difference between two waves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use both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wavelength and angles.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wave that is displaced by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integer number of wavelengths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the other wave will be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 phase, or have a phase difference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360∘.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wave that is displaced by a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half integer number of wavelengths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the other wave will be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out of phase, or have a phase difference of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KaTeX_Main"/>
              </a:rPr>
              <a:t>180∘.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95971265483-2183422698214597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93304" y="3059143"/>
            <a:ext cx="5096658" cy="300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8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5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75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KaTeX_Main</vt:lpstr>
      <vt:lpstr>Office Theme</vt:lpstr>
      <vt:lpstr>Phase of Waves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of Waves</dc:title>
  <dc:creator>Joseph D'cruz</dc:creator>
  <cp:lastModifiedBy>Joseph D'cruz</cp:lastModifiedBy>
  <cp:revision>2</cp:revision>
  <dcterms:created xsi:type="dcterms:W3CDTF">2020-09-04T12:44:59Z</dcterms:created>
  <dcterms:modified xsi:type="dcterms:W3CDTF">2020-09-04T12:45:30Z</dcterms:modified>
</cp:coreProperties>
</file>