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656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73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56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55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30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9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267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23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708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14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9CE16-B056-43C8-9BFC-D8F566BE6FAE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2AF42-49B4-4269-AAB1-3A5F49FE22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94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Wave Speed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3683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96037"/>
            <a:ext cx="115951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relationship between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period, frequency, wavelength and speed.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Solve problems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involving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period, frequency, wavelength and speed of a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76444287.199361f/1576444288508-380927843727396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837" y="3233737"/>
            <a:ext cx="6925026" cy="311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31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153938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one remaining property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waves that we have yet to discuss;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wave speed.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wave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propagates at a certain speed.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rate at which the wave covers distance. It has the symbol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units of metres per second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speed of a wave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remains constant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travelling in the same medium.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582862"/>
            <a:ext cx="11560182" cy="820738"/>
          </a:xfrm>
          <a:prstGeom prst="rect">
            <a:avLst/>
          </a:prstGeom>
        </p:spPr>
      </p:pic>
      <p:pic>
        <p:nvPicPr>
          <p:cNvPr id="2050" name="Picture 2" descr="https://www.educationperfect.com/media/content/English%20&amp;%20Literature/1547520309.46631g/1547520311283-1205891181128277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562" y="3902075"/>
            <a:ext cx="380047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1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9" y="101600"/>
            <a:ext cx="11150761" cy="466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4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2" y="153987"/>
            <a:ext cx="11222038" cy="633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8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0"/>
            <a:ext cx="11760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alternative method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obtaining the wave equation is using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units of each parameter.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speed of the wave has units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know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wavelength of a wave has units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we need to find a parameter that has units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multiply with in order to obtain units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Frequency has units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Hz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can also be measured in units 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 if we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multiply frequency and wavelength we get the units for 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 must obtain the speed of a wave.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Although amplitude also has units of metres,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cannot be used to determine the speed of the wave as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distance covered by the amplitude is perpendicular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motion of the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85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00"/>
            <a:ext cx="1181268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8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293687"/>
            <a:ext cx="10440988" cy="557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45239"/>
            <a:ext cx="11772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work through an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example of using the wave equation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 frequency of a wave.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classroom experiment a laser has been set up. It is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emitting light with a wavelength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420nm.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speed of light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3×10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Calculate the 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this light.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use the wave equation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solve this problem, but we will need to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rearrange it for the 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light.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37" y="3595280"/>
            <a:ext cx="7485063" cy="326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26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KaTeX_Math</vt:lpstr>
      <vt:lpstr>KaTeX_Size1</vt:lpstr>
      <vt:lpstr>Office Theme</vt:lpstr>
      <vt:lpstr>Wave Speed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Speed</dc:title>
  <dc:creator>Joseph D'cruz</dc:creator>
  <cp:lastModifiedBy>Joseph D'cruz</cp:lastModifiedBy>
  <cp:revision>1</cp:revision>
  <dcterms:created xsi:type="dcterms:W3CDTF">2020-08-08T11:14:32Z</dcterms:created>
  <dcterms:modified xsi:type="dcterms:W3CDTF">2020-08-08T11:14:40Z</dcterms:modified>
</cp:coreProperties>
</file>