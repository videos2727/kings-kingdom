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2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CE610-5FD8-47ED-8B59-63763F77D478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C97A5-63F3-4311-AEF4-0E35D205E7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7836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CE610-5FD8-47ED-8B59-63763F77D478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C97A5-63F3-4311-AEF4-0E35D205E7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5531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CE610-5FD8-47ED-8B59-63763F77D478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C97A5-63F3-4311-AEF4-0E35D205E7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2712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CE610-5FD8-47ED-8B59-63763F77D478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C97A5-63F3-4311-AEF4-0E35D205E7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4744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CE610-5FD8-47ED-8B59-63763F77D478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C97A5-63F3-4311-AEF4-0E35D205E7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1977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CE610-5FD8-47ED-8B59-63763F77D478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C97A5-63F3-4311-AEF4-0E35D205E7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1537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CE610-5FD8-47ED-8B59-63763F77D478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C97A5-63F3-4311-AEF4-0E35D205E7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0680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CE610-5FD8-47ED-8B59-63763F77D478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C97A5-63F3-4311-AEF4-0E35D205E7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4950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CE610-5FD8-47ED-8B59-63763F77D478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C97A5-63F3-4311-AEF4-0E35D205E7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2939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CE610-5FD8-47ED-8B59-63763F77D478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C97A5-63F3-4311-AEF4-0E35D205E7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2015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CE610-5FD8-47ED-8B59-63763F77D478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C97A5-63F3-4311-AEF4-0E35D205E7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8894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9CE610-5FD8-47ED-8B59-63763F77D478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4C97A5-63F3-4311-AEF4-0E35D205E7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4703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4tx4sGVfSSw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8hDHZcB9jWA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O0PawPSdk28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8.mp4"/><Relationship Id="rId1" Type="http://schemas.microsoft.com/office/2007/relationships/media" Target="../media/media8.mp4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Kinetic Energy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0002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62526" y="835331"/>
            <a:ext cx="1086050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the end of this lesson you should be able to do the following: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Define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kinetic energy.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 work and mass influence kinetic energy.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Identify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different types of kinetic energy.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24184525.71177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025454" y="3449053"/>
            <a:ext cx="4734649" cy="340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745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0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3223" y="826079"/>
            <a:ext cx="1113355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most familiar type of </a:t>
            </a:r>
            <a:r>
              <a:rPr lang="en-AU" sz="2800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kinetic energy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energy used to move things from one point to another.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you're </a:t>
            </a:r>
            <a:r>
              <a:rPr lang="en-AU" sz="2800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moving,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are using kinetic energy!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454461948.008981g/1454461956547-3039402817433137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9762" y="3681580"/>
            <a:ext cx="3800475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2765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1895" y="902425"/>
            <a:ext cx="1058778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an object is moving </a:t>
            </a:r>
            <a:r>
              <a:rPr lang="en-AU" sz="2400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quickly,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has a high </a:t>
            </a:r>
            <a:r>
              <a:rPr lang="en-AU" sz="2400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kinetic energy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(KE). If it is moving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slowly,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will have very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little kinetic energy.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Kinetic energy is also affected by </a:t>
            </a:r>
            <a:r>
              <a:rPr lang="en-AU" sz="2400" b="1" i="0" dirty="0" smtClean="0">
                <a:solidFill>
                  <a:srgbClr val="EA1E34"/>
                </a:solidFill>
                <a:effectLst/>
                <a:latin typeface="Arial" panose="020B0604020202020204" pitchFamily="34" charset="0"/>
              </a:rPr>
              <a:t>mass.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Heavier objects have more kinetic energy than light objects.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12424716.37126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970420" y="3449052"/>
            <a:ext cx="4090737" cy="3068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614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3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4050" y="342631"/>
            <a:ext cx="1140710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Say you have two </a:t>
            </a:r>
            <a:r>
              <a:rPr lang="en-AU" sz="2400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identical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dogs that you've taken to the dog park.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One dog </a:t>
            </a:r>
            <a:r>
              <a:rPr lang="en-AU" sz="2400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runs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off very quickly, while the other dog stays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walking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you.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Which dog has more </a:t>
            </a:r>
            <a:r>
              <a:rPr lang="en-AU" sz="2400" b="1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kinetic energy?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dog that is running,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because it has more </a:t>
            </a:r>
            <a:r>
              <a:rPr lang="en-AU" sz="2400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speed!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3055.24268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336757" y="3181350"/>
            <a:ext cx="5267157" cy="296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966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73768" y="363625"/>
            <a:ext cx="1122947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Next time you go to the dog park, you take one </a:t>
            </a:r>
            <a:r>
              <a:rPr lang="en-AU" sz="2400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enormous</a:t>
            </a:r>
            <a:r>
              <a:rPr lang="en-AU" sz="2400" b="0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St. Bernard and a </a:t>
            </a:r>
            <a:r>
              <a:rPr lang="en-AU" sz="2400" b="1" i="1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tiny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chihuahua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Both dogs run off at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same speed</a:t>
            </a:r>
            <a:r>
              <a:rPr lang="en-AU" sz="2400" b="0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to go play.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Which dog has more </a:t>
            </a:r>
            <a:r>
              <a:rPr lang="en-AU" sz="2400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kinetic energy?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St. Bernard,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because it has more </a:t>
            </a:r>
            <a:r>
              <a:rPr lang="en-AU" sz="2400" b="1" i="0" dirty="0" smtClean="0">
                <a:solidFill>
                  <a:srgbClr val="EA1E34"/>
                </a:solidFill>
                <a:effectLst/>
                <a:latin typeface="Arial" panose="020B0604020202020204" pitchFamily="34" charset="0"/>
              </a:rPr>
              <a:t>mass!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German/1469746011.013441g/1469746022039-3072830680852719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28" y="3320716"/>
            <a:ext cx="3810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www.educationperfect.com/media/content/Science/1523581610.812871g/1523581610634-3590213185103676-4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5554" y="3330240"/>
            <a:ext cx="3800475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6480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12010" y="655996"/>
            <a:ext cx="1100622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an object is </a:t>
            </a:r>
            <a:r>
              <a:rPr lang="en-AU" sz="2400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not moving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it has </a:t>
            </a:r>
            <a:r>
              <a:rPr lang="en-AU" sz="2400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0 kinetic energy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(as in, no kinetic energy).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the object is given kinetic energy through </a:t>
            </a:r>
            <a:r>
              <a:rPr lang="en-AU" sz="2400" b="1" i="0" dirty="0" smtClean="0">
                <a:solidFill>
                  <a:srgbClr val="0BAD7C"/>
                </a:solidFill>
                <a:effectLst/>
                <a:latin typeface="Arial" panose="020B0604020202020204" pitchFamily="34" charset="0"/>
              </a:rPr>
              <a:t>work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being performed on it, it can then move!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523581879.319841g/1523581879240-3590213185103676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8818" y="3473199"/>
            <a:ext cx="3800475" cy="2562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9078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9759" y="394539"/>
            <a:ext cx="1129514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boulder on a </a:t>
            </a:r>
            <a:r>
              <a:rPr lang="en-AU" sz="2800" b="1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cliffside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 doesn't have </a:t>
            </a:r>
            <a:r>
              <a:rPr lang="en-AU" sz="2800" b="1" i="1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any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kinetic energy.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you </a:t>
            </a:r>
            <a:r>
              <a:rPr lang="en-AU" sz="2800" b="1" i="0" dirty="0" smtClean="0">
                <a:solidFill>
                  <a:srgbClr val="0BAD7C"/>
                </a:solidFill>
                <a:effectLst/>
                <a:latin typeface="Arial" panose="020B0604020202020204" pitchFamily="34" charset="0"/>
              </a:rPr>
              <a:t>push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boulder to the edge, </a:t>
            </a:r>
            <a:r>
              <a:rPr lang="en-AU" sz="2800" b="1" i="0" dirty="0" smtClean="0">
                <a:solidFill>
                  <a:srgbClr val="0BAD7C"/>
                </a:solidFill>
                <a:effectLst/>
                <a:latin typeface="Arial" panose="020B0604020202020204" pitchFamily="34" charset="0"/>
              </a:rPr>
              <a:t>you're doing work on it.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work gives the boulder </a:t>
            </a:r>
            <a:r>
              <a:rPr lang="en-AU" sz="2800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kinetic energy.</a:t>
            </a:r>
            <a:endParaRPr lang="en-AU" sz="28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gets even more kinetic energy by </a:t>
            </a:r>
            <a:r>
              <a:rPr lang="en-AU" sz="2800" b="1" i="0" dirty="0" smtClean="0">
                <a:solidFill>
                  <a:srgbClr val="EA1E34"/>
                </a:solidFill>
                <a:effectLst/>
                <a:latin typeface="Arial" panose="020B0604020202020204" pitchFamily="34" charset="0"/>
              </a:rPr>
              <a:t>falling off the cliff.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523582492.854731g/1523582492627-3590213185103676-8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7332" y="3072195"/>
            <a:ext cx="762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4452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7057" y="711006"/>
            <a:ext cx="1071679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Any type of energy that is based on </a:t>
            </a:r>
            <a:r>
              <a:rPr lang="en-AU" sz="2800" b="1" i="0" dirty="0" smtClean="0">
                <a:solidFill>
                  <a:srgbClr val="DD6612"/>
                </a:solidFill>
                <a:effectLst/>
                <a:latin typeface="Arial" panose="020B0604020202020204" pitchFamily="34" charset="0"/>
              </a:rPr>
              <a:t>movement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 type of kinetic energy, and there are many different types!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Examples of kinetic energy are </a:t>
            </a:r>
            <a:r>
              <a:rPr lang="en-AU" sz="28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heat, sound, electrical and light.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23593079.7903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178118" y="2983830"/>
            <a:ext cx="5917755" cy="3328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745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7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1683" y="577801"/>
            <a:ext cx="1076425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DD6612"/>
                </a:solidFill>
                <a:effectLst/>
                <a:latin typeface="Arial" panose="020B0604020202020204" pitchFamily="34" charset="0"/>
              </a:rPr>
              <a:t>Kinetic energy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is defined as the energy resulting from the movement of an object.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associated with temperature, </a:t>
            </a:r>
            <a:r>
              <a:rPr lang="en-AU" sz="2400" b="1" i="0" dirty="0" smtClean="0">
                <a:solidFill>
                  <a:srgbClr val="DD6612"/>
                </a:solidFill>
                <a:effectLst/>
                <a:latin typeface="Arial" panose="020B0604020202020204" pitchFamily="34" charset="0"/>
              </a:rPr>
              <a:t>kinetic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associated with the motion of particles in a substance (symbol, </a:t>
            </a:r>
            <a:r>
              <a:rPr lang="en-AU" sz="2400" b="0" i="0" dirty="0" err="1" smtClean="0">
                <a:solidFill>
                  <a:srgbClr val="444444"/>
                </a:solidFill>
                <a:effectLst/>
                <a:latin typeface="KaTeX_Main"/>
              </a:rPr>
              <a:t>E</a:t>
            </a:r>
            <a:r>
              <a:rPr lang="en-AU" sz="2400" b="0" i="1" baseline="-25000" dirty="0" err="1" smtClean="0">
                <a:solidFill>
                  <a:srgbClr val="444444"/>
                </a:solidFill>
                <a:effectLst/>
                <a:latin typeface="KaTeX_Math"/>
              </a:rPr>
              <a:t>k</a:t>
            </a:r>
            <a:r>
              <a:rPr lang="en-AU" sz="2400" b="0" i="0" baseline="-25000" dirty="0" smtClean="0">
                <a:solidFill>
                  <a:srgbClr val="444444"/>
                </a:solidFill>
                <a:effectLst/>
                <a:latin typeface="KaTeX_Main"/>
              </a:rPr>
              <a:t>​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SI unit for energy is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Joule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J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508127397.034611g/1508127401385-853333420202820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0922" y="3749842"/>
            <a:ext cx="17907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5266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1837" y="999347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EA1E34"/>
                </a:solidFill>
                <a:effectLst/>
                <a:latin typeface="Arial" panose="020B0604020202020204" pitchFamily="34" charset="0"/>
              </a:rPr>
              <a:t>Heat energy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found in hot objects. Everything in the world has at least a little bit of heat energy.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EA1E34"/>
                </a:solidFill>
                <a:effectLst/>
                <a:latin typeface="Arial" panose="020B0604020202020204" pitchFamily="34" charset="0"/>
              </a:rPr>
              <a:t>Heat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classed as a type of </a:t>
            </a:r>
            <a:r>
              <a:rPr lang="en-AU" sz="2400" b="1" i="0" dirty="0" smtClean="0">
                <a:solidFill>
                  <a:srgbClr val="DD6612"/>
                </a:solidFill>
                <a:effectLst/>
                <a:latin typeface="Arial" panose="020B0604020202020204" pitchFamily="34" charset="0"/>
              </a:rPr>
              <a:t>kinetic energy,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it's not because hot things actually move around. Rather, it is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particles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hot objects that are moving!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23594008.06178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275095" y="1784684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054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77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5801" y="486416"/>
            <a:ext cx="1129514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particles of a hot object </a:t>
            </a:r>
            <a:r>
              <a:rPr lang="en-AU" sz="2800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vibrate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place. We can't see the vibration of these particles, but we can feel it!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Warmer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particles move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faster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 </a:t>
            </a:r>
            <a:r>
              <a:rPr lang="en-AU" sz="28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colder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particles. This means that the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warmer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particles are, the more </a:t>
            </a:r>
            <a:r>
              <a:rPr lang="en-AU" sz="28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heat energy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they have.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469670320.427911f/1469670333433-2331631493955907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6059" y="3431088"/>
            <a:ext cx="7192677" cy="2600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4971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4tx4sGVfSSw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709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8086" y="0"/>
            <a:ext cx="1206391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Sound energy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takes a noise from a source to your ears.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Sounds are created when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air</a:t>
            </a:r>
            <a:r>
              <a:rPr lang="en-AU" sz="2400" b="0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is disturbed. This disturbance takes the form of a pulse, or </a:t>
            </a:r>
            <a:r>
              <a:rPr lang="en-AU" sz="2400" b="1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wave,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air. Your ears interpret this wave as a sound!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Sound is carried by vibrating and moving air. So,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sound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also a form of </a:t>
            </a:r>
            <a:r>
              <a:rPr lang="en-AU" sz="2400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kinetic energy.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3172.06828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360695" y="3323222"/>
            <a:ext cx="5598695" cy="3394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363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8hDHZcB9jWA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8705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0130" y="214127"/>
            <a:ext cx="1164707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F7BE3A"/>
                </a:solidFill>
                <a:effectLst/>
                <a:latin typeface="Arial" panose="020B0604020202020204" pitchFamily="34" charset="0"/>
              </a:rPr>
              <a:t>Light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also a form of </a:t>
            </a:r>
            <a:r>
              <a:rPr lang="en-AU" sz="2400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kinetic energy,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because it travels from a source until it hits your eyes. In fact, </a:t>
            </a:r>
            <a:r>
              <a:rPr lang="en-AU" sz="2400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never stops moving!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Light is a type of energy that is also known as </a:t>
            </a:r>
            <a:r>
              <a:rPr lang="en-AU" sz="2400" b="1" i="0" dirty="0" smtClean="0">
                <a:solidFill>
                  <a:srgbClr val="F7BE3A"/>
                </a:solidFill>
                <a:effectLst/>
                <a:latin typeface="Arial" panose="020B0604020202020204" pitchFamily="34" charset="0"/>
              </a:rPr>
              <a:t>electromagnetic radiation.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that it travels in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straight lines,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that it can even travel through space!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1427.77708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15665" y="3190374"/>
            <a:ext cx="609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706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39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0PawPSdk28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8012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609634"/>
            <a:ext cx="1179094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you turn on a </a:t>
            </a:r>
            <a:r>
              <a:rPr lang="en-AU" sz="2400" b="1" i="0" smtClean="0">
                <a:solidFill>
                  <a:srgbClr val="F7BE3A"/>
                </a:solidFill>
                <a:effectLst/>
                <a:latin typeface="Arial" panose="020B0604020202020204" pitchFamily="34" charset="0"/>
              </a:rPr>
              <a:t>light,</a:t>
            </a:r>
            <a:r>
              <a:rPr lang="en-AU" sz="2400" b="1" i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releases </a:t>
            </a:r>
            <a:r>
              <a:rPr lang="en-AU" sz="2400" b="1" i="0" smtClean="0">
                <a:solidFill>
                  <a:srgbClr val="F7BE3A"/>
                </a:solidFill>
                <a:effectLst/>
                <a:latin typeface="Arial" panose="020B0604020202020204" pitchFamily="34" charset="0"/>
              </a:rPr>
              <a:t>light energy.</a:t>
            </a:r>
            <a:r>
              <a:rPr lang="en-AU" sz="2400" b="1" i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Where does it get the energy to make light energy from?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Electronic components get their energy from </a:t>
            </a:r>
            <a:r>
              <a:rPr lang="en-AU" sz="2400" b="1" i="0" dirty="0" smtClean="0">
                <a:solidFill>
                  <a:srgbClr val="DA0B53"/>
                </a:solidFill>
                <a:effectLst/>
                <a:latin typeface="Arial" panose="020B0604020202020204" pitchFamily="34" charset="0"/>
              </a:rPr>
              <a:t>electricity!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Electricity, or electrical energy, is a form of energy that moves around with the flow of tiny particles called </a:t>
            </a:r>
            <a:r>
              <a:rPr lang="en-AU" sz="2400" b="1" i="0" dirty="0" smtClean="0">
                <a:solidFill>
                  <a:srgbClr val="DA0B53"/>
                </a:solidFill>
                <a:effectLst/>
                <a:latin typeface="Arial" panose="020B0604020202020204" pitchFamily="34" charset="0"/>
              </a:rPr>
              <a:t>electrons.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7442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0021" y="298027"/>
            <a:ext cx="1058778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1" i="0" dirty="0" smtClean="0">
                <a:solidFill>
                  <a:srgbClr val="DA0B53"/>
                </a:solidFill>
                <a:effectLst/>
                <a:latin typeface="Arial" panose="020B0604020202020204" pitchFamily="34" charset="0"/>
              </a:rPr>
              <a:t>Electronic circuits,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like the wires in your phone charger, work by letting tiny particles called </a:t>
            </a:r>
            <a:r>
              <a:rPr lang="en-AU" sz="2800" b="1" i="0" dirty="0" smtClean="0">
                <a:solidFill>
                  <a:srgbClr val="DA0B53"/>
                </a:solidFill>
                <a:effectLst/>
                <a:latin typeface="Arial" panose="020B0604020202020204" pitchFamily="34" charset="0"/>
              </a:rPr>
              <a:t>electrons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move along them.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10262208.0876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981325" y="1494924"/>
            <a:ext cx="5619750" cy="3162300"/>
          </a:xfrm>
          <a:prstGeom prst="rect">
            <a:avLst/>
          </a:prstGeom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myriad-pro"/>
              </a:rPr>
              <a:t> 26 of 45 </a:t>
            </a:r>
            <a:endParaRPr kumimoji="0" lang="en-US" altLang="en-US" sz="1300" b="0" i="0" u="none" strike="noStrike" cap="none" normalizeH="0" baseline="0" dirty="0" smtClean="0">
              <a:ln>
                <a:noFill/>
              </a:ln>
              <a:solidFill>
                <a:srgbClr val="444444"/>
              </a:solidFill>
              <a:effectLst/>
              <a:latin typeface="myriad-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147483647" y="15240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rgbClr val="777777"/>
                </a:solidFill>
                <a:effectLst/>
              </a:rPr>
              <a:t>Processing...</a:t>
            </a:r>
            <a:endParaRPr kumimoji="0" lang="en-US" altLang="en-US" sz="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444444"/>
                </a:solidFill>
                <a:effectLst/>
                <a:latin typeface="-apple-system"/>
              </a:rPr>
              <a:t/>
            </a:r>
            <a:b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444444"/>
                </a:solidFill>
                <a:effectLst/>
                <a:latin typeface="-apple-system"/>
              </a:rPr>
            </a:b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489402" y="5121260"/>
            <a:ext cx="78470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electrons are </a:t>
            </a:r>
            <a:r>
              <a:rPr lang="en-AU" sz="2400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moving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they have </a:t>
            </a:r>
            <a:r>
              <a:rPr lang="en-AU" sz="2400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kinetic energy!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373294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3231" y="493557"/>
            <a:ext cx="1081354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Any object can contain </a:t>
            </a:r>
            <a:r>
              <a:rPr lang="en-AU" sz="2400" b="1" i="0" dirty="0" smtClean="0">
                <a:solidFill>
                  <a:srgbClr val="7979A8"/>
                </a:solidFill>
                <a:effectLst/>
                <a:latin typeface="Arial" panose="020B0604020202020204" pitchFamily="34" charset="0"/>
              </a:rPr>
              <a:t>more than one type of kinetic energy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 once.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computer</a:t>
            </a:r>
            <a:r>
              <a:rPr lang="en-AU" sz="2400" b="0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is using </a:t>
            </a:r>
            <a:r>
              <a:rPr lang="en-AU" sz="2400" b="1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electrical energy</a:t>
            </a:r>
            <a:r>
              <a:rPr lang="en-AU" sz="2400" b="0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to power itself, is producing </a:t>
            </a:r>
            <a:r>
              <a:rPr lang="en-AU" sz="2400" b="1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heat</a:t>
            </a:r>
            <a:r>
              <a:rPr lang="en-AU" sz="2400" b="0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sound energy</a:t>
            </a:r>
            <a:r>
              <a:rPr lang="en-AU" sz="2400" b="0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as it runs, and makes </a:t>
            </a:r>
            <a:r>
              <a:rPr lang="en-AU" sz="2400" b="1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light energy</a:t>
            </a:r>
            <a:r>
              <a:rPr lang="en-AU" sz="2400" b="0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so that you can see the screen.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 </a:t>
            </a:r>
            <a:r>
              <a:rPr lang="en-AU" sz="2400" b="1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does not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 </a:t>
            </a:r>
            <a:r>
              <a:rPr lang="en-AU" sz="2400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visible kinetic energy,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however, unless you throw it out a window or something!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Science/1513208881.343191f/1513208892941-4063231413442309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5005" y="4000500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886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931</Words>
  <Application>Microsoft Office PowerPoint</Application>
  <PresentationFormat>Widescreen</PresentationFormat>
  <Paragraphs>70</Paragraphs>
  <Slides>20</Slides>
  <Notes>0</Notes>
  <HiddenSlides>0</HiddenSlides>
  <MMClips>11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-apple-system</vt:lpstr>
      <vt:lpstr>Arial</vt:lpstr>
      <vt:lpstr>Calibri</vt:lpstr>
      <vt:lpstr>Calibri Light</vt:lpstr>
      <vt:lpstr>KaTeX_Main</vt:lpstr>
      <vt:lpstr>KaTeX_Math</vt:lpstr>
      <vt:lpstr>myriad-pro</vt:lpstr>
      <vt:lpstr>Office Theme</vt:lpstr>
      <vt:lpstr>Kinetic Energy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Kinetic Energy</dc:title>
  <dc:creator>D'CRUZ Jean [Narrogin Senior High School]</dc:creator>
  <cp:lastModifiedBy>D'CRUZ Jean [Narrogin Senior High School]</cp:lastModifiedBy>
  <cp:revision>1</cp:revision>
  <dcterms:created xsi:type="dcterms:W3CDTF">2020-07-20T06:08:38Z</dcterms:created>
  <dcterms:modified xsi:type="dcterms:W3CDTF">2020-07-20T06:08:56Z</dcterms:modified>
</cp:coreProperties>
</file>