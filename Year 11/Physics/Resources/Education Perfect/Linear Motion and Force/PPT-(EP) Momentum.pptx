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4F2F-C3C2-4D78-B972-5A51EA85FBC2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EF5C-CE31-4B41-91D0-B06393E9F2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3429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4F2F-C3C2-4D78-B972-5A51EA85FBC2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EF5C-CE31-4B41-91D0-B06393E9F2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4172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4F2F-C3C2-4D78-B972-5A51EA85FBC2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EF5C-CE31-4B41-91D0-B06393E9F2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9127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4F2F-C3C2-4D78-B972-5A51EA85FBC2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EF5C-CE31-4B41-91D0-B06393E9F2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9305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4F2F-C3C2-4D78-B972-5A51EA85FBC2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EF5C-CE31-4B41-91D0-B06393E9F2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3132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4F2F-C3C2-4D78-B972-5A51EA85FBC2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EF5C-CE31-4B41-91D0-B06393E9F2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7393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4F2F-C3C2-4D78-B972-5A51EA85FBC2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EF5C-CE31-4B41-91D0-B06393E9F2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0007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4F2F-C3C2-4D78-B972-5A51EA85FBC2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EF5C-CE31-4B41-91D0-B06393E9F2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6509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4F2F-C3C2-4D78-B972-5A51EA85FBC2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EF5C-CE31-4B41-91D0-B06393E9F2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546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4F2F-C3C2-4D78-B972-5A51EA85FBC2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EF5C-CE31-4B41-91D0-B06393E9F2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5505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4F2F-C3C2-4D78-B972-5A51EA85FBC2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EF5C-CE31-4B41-91D0-B06393E9F2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6213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04F2F-C3C2-4D78-B972-5A51EA85FBC2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AEF5C-CE31-4B41-91D0-B06393E9F2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3583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uQ1UMHXyFr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Momentum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0513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95400" y="809536"/>
            <a:ext cx="8966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term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momentum.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Solve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simple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momentum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calculations.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1032.0903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90899" y="3206750"/>
            <a:ext cx="5249333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151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1200" y="931039"/>
            <a:ext cx="111379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may have come across the term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momentum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everyday usage.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a sport team may be described as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"having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momentum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".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refers to them being unstoppable, such as when they win game after game.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also used in politics to describe candidates who seem to be unstoppable on their rise to power.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what does the term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momentum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mean in physics?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29641029.030671g/1529641028816-2374073830049361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812" y="4167028"/>
            <a:ext cx="4384675" cy="2411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5025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00" y="299641"/>
            <a:ext cx="116967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physics,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momentum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refers to a property of moving bodies.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the tendency for a moving object to keep moving in the same direction.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 object with lots of momentum is hard to stop!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Think about when you are travelling in a bus or car and the vehicle suddenly stops. What happens to you?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get thrown forward - your momentum tries to keep you moving in the original direction. This is why seatbelts are so important!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6574.2254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57600" y="4085293"/>
            <a:ext cx="4711700" cy="270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450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270639"/>
            <a:ext cx="11328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Momentum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vector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quantity.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it has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well as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magnitude.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how do we calculate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momentum?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Which is easier to stop, a bike travelling slowly or a bike travelling very fast? Pretty obviously it is easier to stop the bike travelling slowly, so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momentum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affected by the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object.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4776574.5509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790950" y="3917908"/>
            <a:ext cx="4813300" cy="271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796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27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" y="570637"/>
            <a:ext cx="111125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else affects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momentum?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Which is easier to stop: a runaway empty shopping trolley or a full shopping trolley? In this case, it is obviously easier to stop the empty trolley, so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momentum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affected by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6759.2680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610100" y="3263900"/>
            <a:ext cx="3594100" cy="359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180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0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525840"/>
            <a:ext cx="113411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Momentum (p)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 (m)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 multiplied by its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velocity (v),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shown by the formula: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p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 =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mv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Objects that are very massive or moving very fast have a large momentum.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an important concept because it turns out that momentum principles can be used to solve problems like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collisions,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where two or more objects hit each other.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5063.9572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81400" y="3942159"/>
            <a:ext cx="5143500" cy="289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437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Q1UMHXyFrM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917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Widescreen</PresentationFormat>
  <Paragraphs>35</Paragraphs>
  <Slides>8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KaTeX_Main</vt:lpstr>
      <vt:lpstr>Office Theme</vt:lpstr>
      <vt:lpstr>Momentum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Momentum</dc:title>
  <dc:creator>Joseph D'cruz</dc:creator>
  <cp:lastModifiedBy>Joseph D'cruz</cp:lastModifiedBy>
  <cp:revision>1</cp:revision>
  <dcterms:created xsi:type="dcterms:W3CDTF">2020-07-15T11:59:30Z</dcterms:created>
  <dcterms:modified xsi:type="dcterms:W3CDTF">2020-07-15T11:59:43Z</dcterms:modified>
</cp:coreProperties>
</file>