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54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01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88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77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295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16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89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04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40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52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6B1BD-B1AD-4E7C-A4E5-ACD89C38AE4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67B4C-B73A-496A-BE3B-F49B1BE855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6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2xnGcaaAi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Collisions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55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84" y="632665"/>
            <a:ext cx="1074821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collision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 collision.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Compare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 collisions.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problems involving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collisions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 collisions.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6929152.2003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97180" y="3310321"/>
            <a:ext cx="5320986" cy="302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6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6844" y="426623"/>
            <a:ext cx="115024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collision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a collision in which both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 conserved.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collisions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ideal 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approach perfect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collisions.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Also, some large-scale interactions such as the slingshot gravitational interactions between satellites and planets are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44659379.228311g/1544659378866-116775132753709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431" y="2945474"/>
            <a:ext cx="5504112" cy="376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06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130" y="384376"/>
            <a:ext cx="115669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 collision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a collision in which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conserved.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perfect inelastic collision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two bodies join together to form a single body after the collision. Whilst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conserved,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not, as some is lost to other forms of energy such as heat and sound.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4956378.011431g/1444956378896-387657045525060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112" y="3218448"/>
            <a:ext cx="5715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31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2xnGcaaAi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1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0553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can we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 collisions?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let's consider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collision.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that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conserved.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masses of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are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they are travelling at initial velocities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1​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final velocities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respectively, then applying conservation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89" y="3723337"/>
            <a:ext cx="7868109" cy="928874"/>
          </a:xfrm>
          <a:prstGeom prst="rect">
            <a:avLst/>
          </a:prstGeom>
        </p:spPr>
      </p:pic>
      <p:pic>
        <p:nvPicPr>
          <p:cNvPr id="3074" name="Picture 2" descr="https://www.educationperfect.com/media/content/Science/1544659379.228311g/1544659378866-1167751327537092-80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039" y="4682317"/>
            <a:ext cx="3178008" cy="217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90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9981" y="247552"/>
            <a:ext cx="5072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Applying conservation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77" y="894096"/>
            <a:ext cx="7979443" cy="2425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4636" y="3083557"/>
            <a:ext cx="114225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equations can then be used either separately or simultaneously with the momentum equations to solve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 collision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problems.</a:t>
            </a:r>
            <a:endParaRPr lang="en-AU" sz="2400" dirty="0"/>
          </a:p>
        </p:txBody>
      </p:sp>
      <p:pic>
        <p:nvPicPr>
          <p:cNvPr id="4098" name="Picture 2" descr="https://www.educationperfect.com/media/content/Science/1434506870.514981g/1434506861234-188464458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491" y="4878638"/>
            <a:ext cx="34766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94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633" y="564111"/>
            <a:ext cx="117269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consider an 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balls collide as shown and the collision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46912817.611871g/1546912813438-96633805332162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09" y="1936054"/>
            <a:ext cx="10906794" cy="21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166322" y="4740261"/>
            <a:ext cx="60035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final velocity of the blue ball.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38735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256" y="306936"/>
            <a:ext cx="113582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there is just one unknown, the velocity can be calculated using the </a:t>
            </a:r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momentum.</a:t>
            </a:r>
            <a:endParaRPr lang="en-AU" sz="28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46912817.611871g/1546912813438-96633805332162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56" y="1261043"/>
            <a:ext cx="11644731" cy="227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137" y="2943225"/>
            <a:ext cx="39624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80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213" y="0"/>
            <a:ext cx="1179136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another example.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292C2E"/>
                </a:solidFill>
                <a:effectLst/>
                <a:latin typeface="Arial" panose="020B0604020202020204" pitchFamily="34" charset="0"/>
              </a:rPr>
              <a:t>Two balls, each with mass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velocities 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collide head on. Their final velocities are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respectively. Is this collision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inelastic?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determine is a collision is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kinetic energy must be calculated. In an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elastic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collision the kinetic energy is conserved, whilst in an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collision it decreases.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871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" y="360947"/>
            <a:ext cx="6672513" cy="5418281"/>
          </a:xfrm>
          <a:prstGeom prst="rect">
            <a:avLst/>
          </a:prstGeom>
        </p:spPr>
      </p:pic>
      <p:pic>
        <p:nvPicPr>
          <p:cNvPr id="7170" name="Picture 2" descr="https://www.educationperfect.com/media/content/Science/1547009479.731271f/1547009477150-4102733038197318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06" y="1828799"/>
            <a:ext cx="4799424" cy="191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24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6063" y="0"/>
            <a:ext cx="109086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perfect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inelastic collision,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objects stick together after the collision.</a:t>
            </a:r>
            <a:endParaRPr lang="en-AU" sz="28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6063" y="111233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 driving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hits the back of 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 travelling in the same direction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what will be the final velocity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cars stick together during the collision?</a:t>
            </a:r>
            <a:endParaRPr lang="en-AU" sz="2400" dirty="0"/>
          </a:p>
        </p:txBody>
      </p:sp>
      <p:pic>
        <p:nvPicPr>
          <p:cNvPr id="8194" name="Picture 2" descr="https://www.educationperfect.com/Images/Content/English%20&amp;%20Literature/1402626397841-87608472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189" y="810239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741" y="3299641"/>
            <a:ext cx="3575385" cy="35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73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Explosions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opposite of a collision.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explosion,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move apart from each other.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rocket is launched, it uses a controlled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explosion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propel it forward, whilst the hot gases are pushed out in the opposite direction. The gain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rocket is equal and opposite to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hot gases - again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a gun firing a bullet uses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explosion.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bullet gains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forward direction, whilst the gun recoils with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backwards.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Images/Content/Science/1367200704125-597332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75" y="4467225"/>
            <a:ext cx="38100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261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2916"/>
            <a:ext cx="118711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Explosion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calculation example.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bullet of mass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fired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rifle of mass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recoil velocity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(v)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gun.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momentum: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1441"/>
          <a:stretch/>
        </p:blipFill>
        <p:spPr>
          <a:xfrm>
            <a:off x="2112293" y="2950572"/>
            <a:ext cx="6422107" cy="3895233"/>
          </a:xfrm>
          <a:prstGeom prst="rect">
            <a:avLst/>
          </a:prstGeom>
        </p:spPr>
      </p:pic>
      <p:pic>
        <p:nvPicPr>
          <p:cNvPr id="10242" name="Picture 2" descr="https://www.educationperfect.com/Images/Content/English%20&amp;%20Literature/1405556016797-66039062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171" y="5012991"/>
            <a:ext cx="4371975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778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730</Words>
  <Application>Microsoft Office PowerPoint</Application>
  <PresentationFormat>Widescreen</PresentationFormat>
  <Paragraphs>48</Paragraphs>
  <Slides>14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Office Theme</vt:lpstr>
      <vt:lpstr>Collisions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Collisions</dc:title>
  <dc:creator>D'CRUZ Jean [Narrogin Senior High School]</dc:creator>
  <cp:lastModifiedBy>D'CRUZ Jean [Narrogin Senior High School]</cp:lastModifiedBy>
  <cp:revision>2</cp:revision>
  <dcterms:created xsi:type="dcterms:W3CDTF">2020-07-20T07:01:44Z</dcterms:created>
  <dcterms:modified xsi:type="dcterms:W3CDTF">2020-07-20T07:06:02Z</dcterms:modified>
</cp:coreProperties>
</file>