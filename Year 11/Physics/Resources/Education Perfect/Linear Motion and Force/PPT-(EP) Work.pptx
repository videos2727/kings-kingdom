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65" r:id="rId14"/>
    <p:sldId id="266" r:id="rId15"/>
    <p:sldId id="264" r:id="rId16"/>
    <p:sldId id="270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94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4461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651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65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30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6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8848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7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64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04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37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E3F52-F8D1-4719-A75A-11EBAEB2B03B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9D28F-369B-41E1-8E0F-C10F8B1762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2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Work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85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7937" y="1240667"/>
            <a:ext cx="11069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mechanical work.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done by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817.4700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78442" y="3288631"/>
            <a:ext cx="4588042" cy="344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0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4720" y="535387"/>
            <a:ext cx="113903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very important idea in physics.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think about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terms of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might be a bit confusing to deal with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an idea from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physics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you're used to work meaning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job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doing your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homework.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physics,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isn't about how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difficult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something is - physicists were just being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silly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named this concept!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99989450.493151g/1499989442544-2726606621228086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280" y="3582374"/>
            <a:ext cx="2250741" cy="333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42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711" y="262588"/>
            <a:ext cx="1179169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amount of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an object when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causes it to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move.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object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does not move,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no 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been done on it!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Similarly, if there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being applied to the object, there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no 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being done on it, even if the object continues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3353.6146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20339" y="3164834"/>
            <a:ext cx="5502441" cy="350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7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8092" y="310296"/>
            <a:ext cx="114872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say that you push against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wall.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 matter how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hard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push,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cannot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wall.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Even though you are applying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wall and getting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very tired,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 doing work!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only done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force causes the object to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move.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79701108.935831g/1479701112546-288496776145473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708" y="373781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76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0049" y="593926"/>
            <a:ext cx="1139089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Next, you gently touch a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ping pong ball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cause it to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roll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 you.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Even though this didn't take much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effort,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still did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work!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you applied a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ping pong ball that caused it to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move.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Maths/1390168561715-1032888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259" y="3881939"/>
            <a:ext cx="3800475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0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556" y="628363"/>
            <a:ext cx="109900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Mechanical work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transfer of energy to or from an object by the action of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09939507.094981g/1509939507063-202720628305367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49" y="3003717"/>
            <a:ext cx="713422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243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8972" y="557142"/>
            <a:ext cx="113421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 work is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joule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(J).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joules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 unit for work because work is the amount of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an object, and energy is measured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joules.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work is the product of force and distance, the units are also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 metres (Nm).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J=1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Nm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German/1465253154.319311g/1465253167335-89548622383630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437" y="3224462"/>
            <a:ext cx="2363035" cy="328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98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13" y="0"/>
            <a:ext cx="9485897" cy="36889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92" y="3925154"/>
            <a:ext cx="8177465" cy="293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0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8761" y="385296"/>
            <a:ext cx="113261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way to calculate work is to look at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force-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graph.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force applied is plotted against displacement,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area under the graph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done.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look at the graph below. What is the work done?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47083667.284691g/1547083673781-3662650983495170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900" y="3080669"/>
            <a:ext cx="5801970" cy="386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65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9612" y="263093"/>
            <a:ext cx="7798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calculate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find the area under the graph.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47083841.839951g/1547083848835-3662650983495170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7137"/>
            <a:ext cx="7620000" cy="507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07" y="2185236"/>
            <a:ext cx="48196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93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8379" y="117693"/>
            <a:ext cx="77324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Extension: Forces on an angle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Sometimes forces are applied on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angle.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this occurs we </a:t>
            </a:r>
            <a:r>
              <a:rPr lang="en-AU" sz="2400" b="0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look at the component of force that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direction the object moves in. This means that a force acting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perpendicular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direction of motion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does no 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force is applied in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same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motion we use the formula: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Fd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force is applied on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 the formula: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Fd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KaTeX_Main"/>
              </a:rPr>
              <a:t>cos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45185216.093661g/1545185214603-181716208649882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2765258"/>
            <a:ext cx="7610475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254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795" y="513883"/>
            <a:ext cx="11823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may also want to find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an object travels while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applied to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do this 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rearranging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 formula.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make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subject of the formula, we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sides of the formula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598" y="3291388"/>
            <a:ext cx="3274094" cy="208167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98659" y="5507379"/>
            <a:ext cx="101393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use this formula,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joules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0986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9337" y="383949"/>
            <a:ext cx="1116680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 example of calculating </a:t>
            </a:r>
            <a:r>
              <a:rPr lang="en-AU" sz="32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sz="32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32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32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sz="32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car that </a:t>
            </a:r>
            <a:r>
              <a:rPr lang="en-AU" sz="32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weighs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30000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 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150000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32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it drives up the hill. How </a:t>
            </a:r>
            <a:r>
              <a:rPr lang="en-AU" sz="32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far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 the car drive up the hill?</a:t>
            </a:r>
            <a:endParaRPr lang="en-AU" sz="3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164" y="3054516"/>
            <a:ext cx="7932319" cy="339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1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2504" y="139642"/>
            <a:ext cx="1199949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Extension: Forces on an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angle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what is the </a:t>
            </a:r>
            <a:r>
              <a:rPr lang="en-AU" sz="28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done when Sarah pulls her dog along on a trolley for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she is pulling with a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50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an angle of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30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86277" y="2648732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l-PL" sz="2800" b="0" i="0" dirty="0" smtClean="0">
                <a:solidFill>
                  <a:srgbClr val="444444"/>
                </a:solidFill>
                <a:effectLst/>
                <a:latin typeface="KaTeX_Main"/>
              </a:rPr>
              <a:t>W=Fdcos</a:t>
            </a:r>
            <a:r>
              <a:rPr lang="pl-PL" sz="2800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endParaRPr lang="pl-PL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pl-PL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pl-PL" sz="2800" b="0" i="0" dirty="0" smtClean="0">
                <a:solidFill>
                  <a:srgbClr val="444444"/>
                </a:solidFill>
                <a:effectLst/>
                <a:latin typeface="KaTeX_Main"/>
              </a:rPr>
              <a:t>W=50×10×cos30</a:t>
            </a:r>
            <a:r>
              <a:rPr lang="pl-PL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endParaRPr lang="pl-PL" sz="2800" b="0" i="0" baseline="3000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pl-PL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pl-PL" sz="2800" b="0" i="0" dirty="0" smtClean="0">
                <a:solidFill>
                  <a:srgbClr val="444444"/>
                </a:solidFill>
                <a:effectLst/>
                <a:latin typeface="KaTeX_Main"/>
              </a:rPr>
              <a:t>W=430</a:t>
            </a:r>
            <a:r>
              <a:rPr lang="pl-PL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l-PL" sz="28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pl-PL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l-PL" sz="2800" b="0" i="0" dirty="0" smtClean="0">
                <a:solidFill>
                  <a:srgbClr val="444444"/>
                </a:solidFill>
                <a:effectLst/>
                <a:latin typeface="KaTeX_Main"/>
              </a:rPr>
              <a:t>(2SF)</a:t>
            </a:r>
            <a:endParaRPr lang="pl-PL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Images/Content/Science/1367984847904-612280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115" y="3647716"/>
            <a:ext cx="4169315" cy="237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007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315666"/>
            <a:ext cx="120636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may also want to find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an object travels while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applied to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do this 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rearranging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 formula.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make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subject of the formula, we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sides of the formula by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291" y="2993322"/>
            <a:ext cx="4437898" cy="21453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5590" y="5657671"/>
            <a:ext cx="11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use this formula,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joules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newtons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6112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4927" y="143067"/>
            <a:ext cx="113739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 example of calculating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car that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weighs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30000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150000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it drives up the hill. How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far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 the car drive up the hill?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830" y="1952374"/>
            <a:ext cx="8319086" cy="357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71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307" y="237306"/>
            <a:ext cx="10829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order to find the </a:t>
            </a:r>
            <a:r>
              <a:rPr lang="en-AU" sz="2400" b="1" i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applied to an object, we need to rearrange the </a:t>
            </a:r>
            <a:r>
              <a:rPr lang="en-AU" sz="2400" b="1" i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 formula.</a:t>
            </a:r>
            <a:endParaRPr lang="en-AU" sz="2400" b="1" i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326" y="1350795"/>
            <a:ext cx="9454315" cy="2292570"/>
          </a:xfrm>
          <a:prstGeom prst="rect">
            <a:avLst/>
          </a:prstGeom>
        </p:spPr>
      </p:pic>
      <p:pic>
        <p:nvPicPr>
          <p:cNvPr id="10242" name="Picture 2" descr="https://www.educationperfect.com/media/content/German/1476414665.467921g/1476414672620-317114631767329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564" y="4210234"/>
            <a:ext cx="380047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42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362"/>
            <a:ext cx="120636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 calculating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distance.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dog is pulling on its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lead.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does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moves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much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 the dog apply to the lead?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588" y="1910612"/>
            <a:ext cx="6956584" cy="2998273"/>
          </a:xfrm>
          <a:prstGeom prst="rect">
            <a:avLst/>
          </a:prstGeom>
        </p:spPr>
      </p:pic>
      <p:pic>
        <p:nvPicPr>
          <p:cNvPr id="11266" name="Picture 2" descr="https://www.educationperfect.com/media/content/French/1421095143.902181g/1421095187608-2046148205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66" y="4170947"/>
            <a:ext cx="2400622" cy="214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92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1085</Words>
  <Application>Microsoft Office PowerPoint</Application>
  <PresentationFormat>Widescreen</PresentationFormat>
  <Paragraphs>81</Paragraphs>
  <Slides>19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KaTeX_Main</vt:lpstr>
      <vt:lpstr>KaTeX_Math</vt:lpstr>
      <vt:lpstr>Office Theme</vt:lpstr>
      <vt:lpstr>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creator>D'CRUZ Jean [Narrogin Senior High School]</dc:creator>
  <cp:lastModifiedBy>D'CRUZ Jean [Narrogin Senior High School]</cp:lastModifiedBy>
  <cp:revision>3</cp:revision>
  <dcterms:created xsi:type="dcterms:W3CDTF">2020-07-20T06:41:27Z</dcterms:created>
  <dcterms:modified xsi:type="dcterms:W3CDTF">2020-07-20T06:51:55Z</dcterms:modified>
</cp:coreProperties>
</file>