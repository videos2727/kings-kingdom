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66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0079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658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7864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574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523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873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909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709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995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2638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76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A8370-806A-4BE7-AA4F-71DC65770AC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0001C-EB29-437E-B4DE-D0E104868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403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Summary of Motion Graphs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742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621437"/>
            <a:ext cx="1117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have a solid understanding of: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Displacement-time graphs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Velocity-time graphs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Acceleration-time graphs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1039.208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30600" y="3295650"/>
            <a:ext cx="5429956" cy="305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4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611138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type of motion graphs we will review are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displacement-time graphs.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graphs show how the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time.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 these graphs,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always plotted on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y-axis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plotted on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x-axis.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8673530.437581g/1528673530348-374072037032287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475" y="3057524"/>
            <a:ext cx="324802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51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608737"/>
            <a:ext cx="11468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gradient of a displacement-time graph gives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graph slopes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down,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velocity is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negative.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graph slopes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upwards,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velocity is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positive.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28768660.880421g/1528768660862-182623430809595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25" y="3048600"/>
            <a:ext cx="4616450" cy="360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45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202337"/>
            <a:ext cx="11607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Displacement-Time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graphs can also show if an object isn't moving.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has a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displacement-time graph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flat line,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object 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stationary.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it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28668736.517981g/1528668736363-374072037032287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300" y="2208212"/>
            <a:ext cx="3810000" cy="36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426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267038"/>
            <a:ext cx="11264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Constant velocity vs. increasing velocity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 displacement-time graph has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straight line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(left), the object is travelling at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constant velocity.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line is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curved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(right), it means that the object is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accelerating.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29291023.940671g/1529291023801-407998363291263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2824162"/>
            <a:ext cx="7600950" cy="359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338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593636"/>
            <a:ext cx="11569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 calculate 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by working out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gradient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displacement-time graph.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find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gradient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987" y="2163296"/>
            <a:ext cx="4062413" cy="2774331"/>
          </a:xfrm>
          <a:prstGeom prst="rect">
            <a:avLst/>
          </a:prstGeom>
        </p:spPr>
      </p:pic>
      <p:pic>
        <p:nvPicPr>
          <p:cNvPr id="5122" name="Picture 2" descr="https://www.educationperfect.com/media/content/Science/1528331344.53141g/1528331344314-3579681625321749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75" y="3259261"/>
            <a:ext cx="3810000" cy="324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856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07938"/>
            <a:ext cx="11404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Velocity-time graphs show how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 changes over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time.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mapped on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x-axis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y-axis.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to find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 certain time, we just need to check the value on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y-axis.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28847070.803451g/1528847070808-127498879477655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475" y="2971800"/>
            <a:ext cx="38100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8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54737"/>
            <a:ext cx="11252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is travelling at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constant velocity,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will be represented by a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flat line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velocity-time graph.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 object is travelling at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same 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all times.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28847103.722381g/1528847103737-127498879477655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2641600"/>
            <a:ext cx="38100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802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504736"/>
            <a:ext cx="11417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speeding up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(positive acceleration), the graph slopes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upwards.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 object goes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faster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time passes.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28847070.803451g/1528847070808-127498879477655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0" y="2197100"/>
            <a:ext cx="38100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8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17036"/>
            <a:ext cx="11087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object is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slowing down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(negative acceleration), the graph slopes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downwards.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 object is travelling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slower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end of its journey than at the start.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28847220.069761g/1528847220055-127498879477655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175" y="2563812"/>
            <a:ext cx="3810000" cy="376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041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440035"/>
            <a:ext cx="10718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area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under a velocity-time graph tells us the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in question.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8860008.9143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30701" y="1932464"/>
            <a:ext cx="5920998" cy="43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9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353536"/>
            <a:ext cx="11163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also find an objects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its velocity-time graph.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do this by calculating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gradient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graph.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29299162.946581g/1529299162947-407998363291263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899" y="3446046"/>
            <a:ext cx="4511675" cy="341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737" y="1604373"/>
            <a:ext cx="2798763" cy="184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78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141238"/>
            <a:ext cx="11569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last type of motion graph that you need to know about is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acceleration-time graph.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graphs show how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time.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plotted on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y-axis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plotted on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x-axis.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6198.0381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46400" y="2755900"/>
            <a:ext cx="51562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859135"/>
            <a:ext cx="112903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is travelling with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constant acceleration,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acceleration-time graph will have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flat line.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29013555.883041g/1529013555897-3026652642703195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350" y="2341562"/>
            <a:ext cx="3810000" cy="359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757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89167" y="539234"/>
            <a:ext cx="76152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deceleration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226538"/>
              </p:ext>
            </p:extLst>
          </p:nvPr>
        </p:nvGraphicFramePr>
        <p:xfrm>
          <a:off x="1122132" y="1373664"/>
          <a:ext cx="6104167" cy="1211580"/>
        </p:xfrm>
        <a:graphic>
          <a:graphicData uri="http://schemas.openxmlformats.org/drawingml/2006/table">
            <a:tbl>
              <a:tblPr/>
              <a:tblGrid>
                <a:gridCol w="5561273">
                  <a:extLst>
                    <a:ext uri="{9D8B030D-6E8A-4147-A177-3AD203B41FA5}">
                      <a16:colId xmlns:a16="http://schemas.microsoft.com/office/drawing/2014/main" val="2091247340"/>
                    </a:ext>
                  </a:extLst>
                </a:gridCol>
                <a:gridCol w="542894">
                  <a:extLst>
                    <a:ext uri="{9D8B030D-6E8A-4147-A177-3AD203B41FA5}">
                      <a16:colId xmlns:a16="http://schemas.microsoft.com/office/drawing/2014/main" val="3920799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0" i="0" dirty="0">
                          <a:solidFill>
                            <a:srgbClr val="444444"/>
                          </a:solidFill>
                          <a:effectLst/>
                          <a:latin typeface="Arial" panose="020B0604020202020204" pitchFamily="34" charset="0"/>
                        </a:rPr>
                        <a:t>When an object's acceleration is </a:t>
                      </a:r>
                      <a:r>
                        <a:rPr lang="en-AU" sz="2400" b="1" i="0" dirty="0">
                          <a:solidFill>
                            <a:srgbClr val="2FCC71"/>
                          </a:solidFill>
                          <a:effectLst/>
                          <a:latin typeface="Arial" panose="020B0604020202020204" pitchFamily="34" charset="0"/>
                        </a:rPr>
                        <a:t>increasing,</a:t>
                      </a:r>
                      <a:r>
                        <a:rPr lang="en-AU" sz="2400" b="0" i="0" dirty="0">
                          <a:solidFill>
                            <a:srgbClr val="444444"/>
                          </a:solidFill>
                          <a:effectLst/>
                          <a:latin typeface="Arial" panose="020B0604020202020204" pitchFamily="34" charset="0"/>
                        </a:rPr>
                        <a:t> the acceleration-time graph slopes </a:t>
                      </a:r>
                      <a:r>
                        <a:rPr lang="en-AU" sz="2400" b="1" i="0" dirty="0">
                          <a:solidFill>
                            <a:srgbClr val="2FCC71"/>
                          </a:solidFill>
                          <a:effectLst/>
                          <a:latin typeface="Arial" panose="020B0604020202020204" pitchFamily="34" charset="0"/>
                        </a:rPr>
                        <a:t>upwards.</a:t>
                      </a:r>
                      <a:endParaRPr lang="en-AU" sz="2400" b="0" i="0" dirty="0">
                        <a:solidFill>
                          <a:srgbClr val="44444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i="0" dirty="0">
                          <a:solidFill>
                            <a:srgbClr val="444444"/>
                          </a:solidFill>
                          <a:effectLst/>
                          <a:latin typeface="Arial" panose="020B0604020202020204" pitchFamily="34" charset="0"/>
                        </a:rPr>
                        <a:t/>
                      </a:r>
                      <a:br>
                        <a:rPr lang="en-AU" sz="2400" b="0" i="0" dirty="0">
                          <a:solidFill>
                            <a:srgbClr val="444444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AU" sz="2400" dirty="0"/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80181"/>
                  </a:ext>
                </a:extLst>
              </a:tr>
            </a:tbl>
          </a:graphicData>
        </a:graphic>
      </p:graphicFrame>
      <p:pic>
        <p:nvPicPr>
          <p:cNvPr id="12290" name="Picture 2" descr="https://www.educationperfect.com/media/content/Science/1529012989.440051g/1529012989362-3026652642703195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088" y="1257300"/>
            <a:ext cx="2257850" cy="212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40278"/>
              </p:ext>
            </p:extLst>
          </p:nvPr>
        </p:nvGraphicFramePr>
        <p:xfrm>
          <a:off x="5321298" y="3623449"/>
          <a:ext cx="6489701" cy="1577340"/>
        </p:xfrm>
        <a:graphic>
          <a:graphicData uri="http://schemas.openxmlformats.org/drawingml/2006/table">
            <a:tbl>
              <a:tblPr/>
              <a:tblGrid>
                <a:gridCol w="6489701">
                  <a:extLst>
                    <a:ext uri="{9D8B030D-6E8A-4147-A177-3AD203B41FA5}">
                      <a16:colId xmlns:a16="http://schemas.microsoft.com/office/drawing/2014/main" val="1563130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/>
                      </a:r>
                      <a:br>
                        <a:rPr lang="en-AU" sz="2400" dirty="0">
                          <a:effectLst/>
                        </a:rPr>
                      </a:br>
                      <a:r>
                        <a:rPr lang="en-AU" sz="2400" dirty="0">
                          <a:effectLst/>
                        </a:rPr>
                        <a:t>An object with </a:t>
                      </a:r>
                      <a:r>
                        <a:rPr lang="en-AU" sz="2400" b="1" dirty="0">
                          <a:solidFill>
                            <a:srgbClr val="E84C3D"/>
                          </a:solidFill>
                          <a:effectLst/>
                        </a:rPr>
                        <a:t>decreasing</a:t>
                      </a:r>
                      <a:r>
                        <a:rPr lang="en-AU" sz="2400" dirty="0">
                          <a:effectLst/>
                        </a:rPr>
                        <a:t> acceleration is represented by an acceleration-time graph that slopes </a:t>
                      </a:r>
                      <a:r>
                        <a:rPr lang="en-AU" sz="2400" b="1" dirty="0">
                          <a:solidFill>
                            <a:srgbClr val="E84C3D"/>
                          </a:solidFill>
                          <a:effectLst/>
                        </a:rPr>
                        <a:t>downwards.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877466"/>
                  </a:ext>
                </a:extLst>
              </a:tr>
            </a:tbl>
          </a:graphicData>
        </a:graphic>
      </p:graphicFrame>
      <p:pic>
        <p:nvPicPr>
          <p:cNvPr id="12292" name="Picture 4" descr="https://www.educationperfect.com/media/content/Science/1529014055.998691g/1529014056003-3026652642703195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199" y="3363819"/>
            <a:ext cx="2224509" cy="209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421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596037"/>
            <a:ext cx="11709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line on an acceleration-time graph is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above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x-axis, the object has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positive acceleration.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three of these graphs show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positive acceleration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(speeding up in positive direction).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6374"/>
            <a:ext cx="9849046" cy="318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68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354737"/>
            <a:ext cx="10896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with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negative acceleration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 line on the acceleration-time graph which is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below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x-axis.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three of these graphs show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negative acceleration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(slowing down in positive direction or speeding up in negative direction).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2749549"/>
            <a:ext cx="9925050" cy="316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918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277336"/>
            <a:ext cx="10934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calculate the change in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from an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acceleration-time graph.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do this by working out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area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underneath the acceleration-time graph.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9284321.5559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78150" y="21971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7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</Words>
  <Application>Microsoft Office PowerPoint</Application>
  <PresentationFormat>Widescreen</PresentationFormat>
  <Paragraphs>66</Paragraphs>
  <Slides>19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Summary of Motion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of Motion Graphs</dc:title>
  <dc:creator>Joseph D'cruz</dc:creator>
  <cp:lastModifiedBy>Joseph D'cruz</cp:lastModifiedBy>
  <cp:revision>2</cp:revision>
  <dcterms:created xsi:type="dcterms:W3CDTF">2020-07-15T10:15:12Z</dcterms:created>
  <dcterms:modified xsi:type="dcterms:W3CDTF">2020-07-15T10:17:39Z</dcterms:modified>
</cp:coreProperties>
</file>