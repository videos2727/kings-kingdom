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5C852-075E-47D8-8895-04EBA4A8BE4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20A9-5848-406D-8157-391F31186D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0198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5C852-075E-47D8-8895-04EBA4A8BE4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20A9-5848-406D-8157-391F31186D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3766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5C852-075E-47D8-8895-04EBA4A8BE4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20A9-5848-406D-8157-391F31186D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463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5C852-075E-47D8-8895-04EBA4A8BE4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20A9-5848-406D-8157-391F31186D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8660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5C852-075E-47D8-8895-04EBA4A8BE4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20A9-5848-406D-8157-391F31186D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4144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5C852-075E-47D8-8895-04EBA4A8BE4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20A9-5848-406D-8157-391F31186D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761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5C852-075E-47D8-8895-04EBA4A8BE4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20A9-5848-406D-8157-391F31186D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799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5C852-075E-47D8-8895-04EBA4A8BE4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20A9-5848-406D-8157-391F31186D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322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5C852-075E-47D8-8895-04EBA4A8BE4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20A9-5848-406D-8157-391F31186D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4213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5C852-075E-47D8-8895-04EBA4A8BE4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20A9-5848-406D-8157-391F31186D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7543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5C852-075E-47D8-8895-04EBA4A8BE4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20A9-5848-406D-8157-391F31186D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1740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5C852-075E-47D8-8895-04EBA4A8BE4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220A9-5848-406D-8157-391F31186D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8076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Acceleration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1199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1013936"/>
            <a:ext cx="108585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the lesson, you should be able to: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acceleration.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formula for calculating acceleration.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acceleration.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1317.0651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94100" y="3221036"/>
            <a:ext cx="4629150" cy="347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598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3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496838"/>
            <a:ext cx="11633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Acceleration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change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an object's velocity over time.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Remember, velocity is very similar to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speed,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it acts in a certain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direction.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an object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accelerates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it </a:t>
            </a:r>
            <a:r>
              <a:rPr lang="en-AU" sz="2400" b="1" i="0" dirty="0" smtClean="0">
                <a:solidFill>
                  <a:srgbClr val="7FBFCD"/>
                </a:solidFill>
                <a:effectLst/>
                <a:latin typeface="Arial" panose="020B0604020202020204" pitchFamily="34" charset="0"/>
              </a:rPr>
              <a:t>speeds up, slows down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7FBFCD"/>
                </a:solidFill>
                <a:effectLst/>
                <a:latin typeface="Arial" panose="020B0604020202020204" pitchFamily="34" charset="0"/>
              </a:rPr>
              <a:t>changes direction.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18666.5870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82900" y="3148062"/>
            <a:ext cx="6083300" cy="342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91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190838"/>
            <a:ext cx="110871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an object's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changes, we say that it is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accelerating.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Acceleration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is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change in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KaTeX_Main"/>
              </a:rPr>
              <a:t>Δ</a:t>
            </a:r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over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change in time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KaTeX_Main"/>
              </a:rPr>
              <a:t>Δ</a:t>
            </a:r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use this </a:t>
            </a:r>
            <a:r>
              <a:rPr lang="en-AU" sz="2400" b="1" i="0" dirty="0" smtClean="0">
                <a:solidFill>
                  <a:srgbClr val="EE332D"/>
                </a:solidFill>
                <a:effectLst/>
                <a:latin typeface="Arial" panose="020B0604020202020204" pitchFamily="34" charset="0"/>
              </a:rPr>
              <a:t>formula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find an object's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acceleration: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787" y="2698750"/>
            <a:ext cx="5891213" cy="364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780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441236"/>
            <a:ext cx="11480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Calculating change in velocity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change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 </a:t>
            </a:r>
            <a:r>
              <a:rPr lang="en-AU" sz="2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KaTeX_Main"/>
              </a:rPr>
              <a:t>Δ</a:t>
            </a:r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is found by subtracting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initial velocity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u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from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final velocity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0" y="2286000"/>
            <a:ext cx="7327900" cy="439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126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300" y="117039"/>
            <a:ext cx="11353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Acceleration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have either a positive or negative value.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determined by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motion, because acceleration is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vector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quantity.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direction depends on two things: whether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increasing or decreasing, and whether the object is moving in a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positive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negative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direction.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Maths/1469576458.612991g/1469576465327-166229408912940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4575" y="3567112"/>
            <a:ext cx="4924425" cy="218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5008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900" y="354737"/>
            <a:ext cx="11607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an object is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speeding up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positive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direction, it has a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positive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acceleration.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because the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final velocity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greater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initial velocity,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there is a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positive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change in velocity.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7553497.8236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18326" y="3263900"/>
            <a:ext cx="6202947" cy="29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044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" y="357138"/>
            <a:ext cx="117729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an object is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slowing down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positive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direction, it has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negative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acceleration.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Acceleration is acting in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opposite 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velocity.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because the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final velocity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initial velocity,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there is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negative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change in velocity.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7559318.6823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78199" y="3581400"/>
            <a:ext cx="6723529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871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0900" y="694035"/>
            <a:ext cx="103251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Acceleration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the unit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metres per second squared.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written as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m/s</a:t>
            </a:r>
            <a:r>
              <a:rPr lang="en-AU" sz="2400" b="1" i="0" baseline="30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</a:t>
            </a:r>
            <a:r>
              <a:rPr lang="en-AU" sz="2400" b="1" i="0" baseline="30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7562023.6775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41650" y="2724149"/>
            <a:ext cx="5721350" cy="346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53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Widescreen</PresentationFormat>
  <Paragraphs>35</Paragraphs>
  <Slides>9</Slides>
  <Notes>0</Notes>
  <HiddenSlides>0</HiddenSlides>
  <MMClips>5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KaTeX_Main</vt:lpstr>
      <vt:lpstr>KaTeX_Math</vt:lpstr>
      <vt:lpstr>Office Theme</vt:lpstr>
      <vt:lpstr>Acceleration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Acceleration</dc:title>
  <dc:creator>Joseph D'cruz</dc:creator>
  <cp:lastModifiedBy>Joseph D'cruz</cp:lastModifiedBy>
  <cp:revision>1</cp:revision>
  <dcterms:created xsi:type="dcterms:W3CDTF">2020-07-15T10:05:11Z</dcterms:created>
  <dcterms:modified xsi:type="dcterms:W3CDTF">2020-07-15T10:05:26Z</dcterms:modified>
</cp:coreProperties>
</file>