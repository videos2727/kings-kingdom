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B762C-C723-46B9-AB31-C5DE2345978C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360C-A6B1-4EDF-B014-9DCD8B603B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8663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B762C-C723-46B9-AB31-C5DE2345978C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360C-A6B1-4EDF-B014-9DCD8B603B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8697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B762C-C723-46B9-AB31-C5DE2345978C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360C-A6B1-4EDF-B014-9DCD8B603B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8843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B762C-C723-46B9-AB31-C5DE2345978C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360C-A6B1-4EDF-B014-9DCD8B603B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6031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B762C-C723-46B9-AB31-C5DE2345978C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360C-A6B1-4EDF-B014-9DCD8B603B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1613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B762C-C723-46B9-AB31-C5DE2345978C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360C-A6B1-4EDF-B014-9DCD8B603B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3773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B762C-C723-46B9-AB31-C5DE2345978C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360C-A6B1-4EDF-B014-9DCD8B603B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321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B762C-C723-46B9-AB31-C5DE2345978C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360C-A6B1-4EDF-B014-9DCD8B603B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0849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B762C-C723-46B9-AB31-C5DE2345978C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360C-A6B1-4EDF-B014-9DCD8B603B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1963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B762C-C723-46B9-AB31-C5DE2345978C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360C-A6B1-4EDF-B014-9DCD8B603B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3948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B762C-C723-46B9-AB31-C5DE2345978C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360C-A6B1-4EDF-B014-9DCD8B603B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084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B762C-C723-46B9-AB31-C5DE2345978C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2360C-A6B1-4EDF-B014-9DCD8B603B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0071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bBZ-0ZeHPQU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IOk9SVzqHsk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nznDUHj_h14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RaGUW1d0w8g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media" Target="../media/media3.mp4"/><Relationship Id="rId7" Type="http://schemas.openxmlformats.org/officeDocument/2006/relationships/image" Target="../media/image20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9.png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3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Sports Science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9597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9810" y="619309"/>
            <a:ext cx="108925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6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lesson, you should be able to answer the following questions about sports science:</a:t>
            </a:r>
            <a:endParaRPr lang="en-AU" sz="36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624213"/>
              </p:ext>
            </p:extLst>
          </p:nvPr>
        </p:nvGraphicFramePr>
        <p:xfrm>
          <a:off x="1334575" y="2028516"/>
          <a:ext cx="8515278" cy="1935480"/>
        </p:xfrm>
        <a:graphic>
          <a:graphicData uri="http://schemas.openxmlformats.org/drawingml/2006/table">
            <a:tbl>
              <a:tblPr/>
              <a:tblGrid>
                <a:gridCol w="1013135">
                  <a:extLst>
                    <a:ext uri="{9D8B030D-6E8A-4147-A177-3AD203B41FA5}">
                      <a16:colId xmlns:a16="http://schemas.microsoft.com/office/drawing/2014/main" val="1502225438"/>
                    </a:ext>
                  </a:extLst>
                </a:gridCol>
                <a:gridCol w="7502143">
                  <a:extLst>
                    <a:ext uri="{9D8B030D-6E8A-4147-A177-3AD203B41FA5}">
                      <a16:colId xmlns:a16="http://schemas.microsoft.com/office/drawing/2014/main" val="9252952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800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800" dirty="0">
                          <a:effectLst/>
                        </a:rPr>
                        <a:t>What is a </a:t>
                      </a:r>
                      <a:r>
                        <a:rPr lang="en-AU" sz="2800" b="1" dirty="0">
                          <a:solidFill>
                            <a:srgbClr val="0000FF"/>
                          </a:solidFill>
                          <a:effectLst/>
                        </a:rPr>
                        <a:t>technique</a:t>
                      </a:r>
                      <a:r>
                        <a:rPr lang="en-AU" sz="2800" dirty="0">
                          <a:effectLst/>
                        </a:rPr>
                        <a:t> (from any sport) which helped athletes improve their performance?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070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800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800" dirty="0">
                          <a:effectLst/>
                        </a:rPr>
                        <a:t>What is a </a:t>
                      </a:r>
                      <a:r>
                        <a:rPr lang="en-AU" sz="2800" b="1" dirty="0">
                          <a:solidFill>
                            <a:srgbClr val="B81AE0"/>
                          </a:solidFill>
                          <a:effectLst/>
                        </a:rPr>
                        <a:t>material</a:t>
                      </a:r>
                      <a:r>
                        <a:rPr lang="en-AU" sz="2800" dirty="0">
                          <a:effectLst/>
                        </a:rPr>
                        <a:t> (from any sport) which helped athletes improve their performance?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067161"/>
                  </a:ext>
                </a:extLst>
              </a:tr>
            </a:tbl>
          </a:graphicData>
        </a:graphic>
      </p:graphicFrame>
      <p:pic>
        <p:nvPicPr>
          <p:cNvPr id="1027" name="Picture 3" descr="https://www.educationperfect.com/media/content/German/1461124074.738911g/1461124096247-176936645053690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7723" y="4172874"/>
            <a:ext cx="2633382" cy="2633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315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2551" y="1222933"/>
            <a:ext cx="1106963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Sports science uses ideas from a range of fields, including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anatomy, physiology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biomechanics,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improve an athlete's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performance.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Lots of careers involve sports science, such as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sports coaches, sports therapists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dieticians.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German/1462664092.642021g/1462664098429-1494020459407717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2369" y="3970087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9242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BZ-0ZeHPQU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864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1244"/>
            <a:ext cx="1196741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Most sports involve running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faster,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jumping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higher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throwing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further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anyone else.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Understanding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involved can help the athlete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improve,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giving them an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advantage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 the people they're competing against.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53449397.769961g/1453449400783-3903000572667976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706" y="3384884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4203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0725" y="583263"/>
            <a:ext cx="109579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 play sports, there are usually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are working </a:t>
            </a: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for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are working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against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if you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bike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up a hill, the force of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gravity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tries to pull you down.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you go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running,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use </a:t>
            </a: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friction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push yourself forwards while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air resistance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pushes you backwards.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66997843.676831g/1466997849840-179281936003411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027" y="3260919"/>
            <a:ext cx="373380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9283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1473" y="1359998"/>
            <a:ext cx="718686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Sports science helps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athletes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improving their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techniques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materials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athletes use.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main </a:t>
            </a: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acts against athletes is </a:t>
            </a: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drag.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Therefore, most of these techniques and materials improve performance by </a:t>
            </a: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reducing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drag.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Drag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force which acts in the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opposite 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motion of the object. It includes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friction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air resistance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German/1450813750.208111g/1450813754740-561717021643573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418" y="2165902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3880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175" y="235288"/>
            <a:ext cx="1167948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Better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materials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constantly being developed by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sports scientists.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new materials allow athletes to set </a:t>
            </a: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new records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every year. Looking at the pictures of cyclists below, it isn't hard to see how better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materials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improve </a:t>
            </a: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performance!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61033208.313281g/1461033210803-829373341440707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712" y="3372769"/>
            <a:ext cx="3800475" cy="3009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www.educationperfect.com/Images/Content/Science/1370297361198-7554164-2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459" y="3372768"/>
            <a:ext cx="1994067" cy="285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9472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174" y="395459"/>
            <a:ext cx="1123030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new type of </a:t>
            </a: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swimsuit,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called the LZR Racer, was developed by Speedo. This swimsuit </a:t>
            </a: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reduced drag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increased buoyancy.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2008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Olympics,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23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world records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were broken by swimmers wearing the LZR Racer.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98%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medal winners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were wearing this swimsuit.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461035874.507871g/1461035878954-829373341440707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778" y="3312694"/>
            <a:ext cx="34671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6793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6891" y="260657"/>
            <a:ext cx="107330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the LZR Racer was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available to swimmers who were </a:t>
            </a: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sponsored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Speedo.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lead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FINA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(an international body which regulates swimming competitions)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ban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swimsuit because it gave some competitors an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unfair advantage.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German/1450125149.117141g/1450125164652-2119591974486196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393" y="3035941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1783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4179" y="493223"/>
            <a:ext cx="1143927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Pole vaulters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also benefited from the development of new materials.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Until the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1950s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pole vaulters used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stiff bamboo poles.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Replacing these poles with </a:t>
            </a: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flexible fibreglass poles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provided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larger upwards force,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improving the performances of the pole vaulters.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fibreglass poles were quickly made available to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everyone,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no one had an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unfair advantage.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German/1461106889.856751g/1461106914007-1795450099594012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816" y="4314825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823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7010" y="529340"/>
            <a:ext cx="1121351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Golf balls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been specially designed to </a:t>
            </a: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reduce drag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them.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Modern golf balls are covered in small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dimples.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These dimples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reduce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drag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the ball and allow a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larger lift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be generated.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the ball can travel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further.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German/1461106666.392151g/1461106690570-1795450099594012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529" y="3697621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240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5756" y="543451"/>
            <a:ext cx="1119872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Sports scientists also think of ways for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athletes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improve their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technique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based on ideas from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physics.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athletes can perform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better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their techniques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improve.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German/1464310923.744311g/1464310926137-1568311188074487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119" y="3481137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9680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6599" y="457190"/>
            <a:ext cx="1074954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technique which is used when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bowling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cricket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spinning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ball.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spinning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ball, the bowler can influence the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forces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the ball as it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bounces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off the pitch. This causes the ball to bounce at a funny angle so that it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doesn't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travel in a straight line. This is much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harder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the batter to hit!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Other bowlers apply as much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ball as possible so that it travels very </a:t>
            </a: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quickly.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also very difficult to hit.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German/1461106642.411721g/1461106662403-1795450099594012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372" y="3930316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9539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1501" y="635757"/>
            <a:ext cx="118079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curling,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players slide heavy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rocks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try to get them as close to the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target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possible.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sweepers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sweep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front of the rock. This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reduces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friction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the rock, which enables it to travel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further.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Sweeping the ice can also affect the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the rock travels in.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6683.7346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28209" y="3345132"/>
            <a:ext cx="5631931" cy="316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7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Ok9SVzqHsk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518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5816" y="1935584"/>
            <a:ext cx="1033178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Gymnasts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also need to understand the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forces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them as they leap, flip and tumble.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need to understand the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friction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them so that they can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balance.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they land, they need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their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knees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reduce the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contact forces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them and prevent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injury.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192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znDUHj_h14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797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1774" y="1895272"/>
            <a:ext cx="1058854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technique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based around the jumper having a </a:t>
            </a:r>
            <a:r>
              <a:rPr lang="en-AU" sz="28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low centre of mass.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centre of mass is the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average position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all your </a:t>
            </a:r>
            <a:r>
              <a:rPr lang="en-AU" sz="28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mass.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4188490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aGUW1d0w8g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77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842423"/>
              </p:ext>
            </p:extLst>
          </p:nvPr>
        </p:nvGraphicFramePr>
        <p:xfrm>
          <a:off x="421105" y="249647"/>
          <a:ext cx="11321716" cy="1394460"/>
        </p:xfrm>
        <a:graphic>
          <a:graphicData uri="http://schemas.openxmlformats.org/drawingml/2006/table">
            <a:tbl>
              <a:tblPr/>
              <a:tblGrid>
                <a:gridCol w="11321716">
                  <a:extLst>
                    <a:ext uri="{9D8B030D-6E8A-4147-A177-3AD203B41FA5}">
                      <a16:colId xmlns:a16="http://schemas.microsoft.com/office/drawing/2014/main" val="22415063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800" dirty="0">
                          <a:effectLst/>
                        </a:rPr>
                        <a:t>Before the </a:t>
                      </a:r>
                      <a:r>
                        <a:rPr lang="en-AU" sz="2800" dirty="0" err="1">
                          <a:effectLst/>
                        </a:rPr>
                        <a:t>Fosbury</a:t>
                      </a:r>
                      <a:r>
                        <a:rPr lang="en-AU" sz="2800" dirty="0">
                          <a:effectLst/>
                        </a:rPr>
                        <a:t> Flop was invented, most high jumpers used the </a:t>
                      </a:r>
                      <a:r>
                        <a:rPr lang="en-AU" sz="2800" b="1" dirty="0">
                          <a:solidFill>
                            <a:srgbClr val="FF0000"/>
                          </a:solidFill>
                          <a:effectLst/>
                        </a:rPr>
                        <a:t>straddle technique.</a:t>
                      </a:r>
                      <a:r>
                        <a:rPr lang="en-AU" sz="2800" dirty="0">
                          <a:effectLst/>
                        </a:rPr>
                        <a:t> In this technique, they face the </a:t>
                      </a:r>
                      <a:r>
                        <a:rPr lang="en-AU" sz="2800" b="1" dirty="0">
                          <a:effectLst/>
                        </a:rPr>
                        <a:t>bar</a:t>
                      </a:r>
                      <a:r>
                        <a:rPr lang="en-AU" sz="2800" dirty="0">
                          <a:effectLst/>
                        </a:rPr>
                        <a:t> while their legs </a:t>
                      </a:r>
                      <a:r>
                        <a:rPr lang="en-AU" sz="2800" b="1" dirty="0">
                          <a:solidFill>
                            <a:srgbClr val="FF0000"/>
                          </a:solidFill>
                          <a:effectLst/>
                        </a:rPr>
                        <a:t>straddle</a:t>
                      </a:r>
                      <a:r>
                        <a:rPr lang="en-AU" sz="2800" dirty="0">
                          <a:effectLst/>
                        </a:rPr>
                        <a:t> it. This meant that the </a:t>
                      </a:r>
                      <a:r>
                        <a:rPr lang="en-AU" sz="2800" b="1" dirty="0">
                          <a:effectLst/>
                        </a:rPr>
                        <a:t>centre of mass</a:t>
                      </a:r>
                      <a:r>
                        <a:rPr lang="en-AU" sz="2800" dirty="0">
                          <a:effectLst/>
                        </a:rPr>
                        <a:t> needed to pass </a:t>
                      </a:r>
                      <a:r>
                        <a:rPr lang="en-AU" sz="2800" b="1" dirty="0">
                          <a:solidFill>
                            <a:srgbClr val="FF0000"/>
                          </a:solidFill>
                          <a:effectLst/>
                        </a:rPr>
                        <a:t>over</a:t>
                      </a:r>
                      <a:r>
                        <a:rPr lang="en-AU" sz="2800" dirty="0">
                          <a:effectLst/>
                        </a:rPr>
                        <a:t> the bar.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057610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421105" y="3881735"/>
            <a:ext cx="1157839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</a:t>
            </a:r>
            <a:r>
              <a:rPr lang="en-AU" sz="2800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Fosbury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Flop, high jumpers </a:t>
            </a:r>
            <a:r>
              <a:rPr lang="en-AU" sz="28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arch backwards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 the bar. This means that their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centre of mass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stays </a:t>
            </a:r>
            <a:r>
              <a:rPr lang="en-AU" sz="28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below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bar.</a:t>
            </a:r>
            <a:endParaRPr lang="en-AU" sz="2800" dirty="0"/>
          </a:p>
        </p:txBody>
      </p:sp>
      <p:pic>
        <p:nvPicPr>
          <p:cNvPr id="4" name="1509316647.2173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557963" y="1644107"/>
            <a:ext cx="3048000" cy="2171700"/>
          </a:xfrm>
          <a:prstGeom prst="rect">
            <a:avLst/>
          </a:prstGeom>
        </p:spPr>
      </p:pic>
      <p:pic>
        <p:nvPicPr>
          <p:cNvPr id="5" name="1509316703.44499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356434" y="4772401"/>
            <a:ext cx="3707731" cy="208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6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867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368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1053</Words>
  <Application>Microsoft Office PowerPoint</Application>
  <PresentationFormat>Widescreen</PresentationFormat>
  <Paragraphs>58</Paragraphs>
  <Slides>21</Slides>
  <Notes>0</Notes>
  <HiddenSlides>0</HiddenSlides>
  <MMClips>7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KaTeX_Main</vt:lpstr>
      <vt:lpstr>Office Theme</vt:lpstr>
      <vt:lpstr>Sports Science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Science</dc:title>
  <dc:creator>D'CRUZ Jean [Narrogin Senior High School]</dc:creator>
  <cp:lastModifiedBy>D'CRUZ Jean [Narrogin Senior High School]</cp:lastModifiedBy>
  <cp:revision>2</cp:revision>
  <dcterms:created xsi:type="dcterms:W3CDTF">2020-07-20T07:20:39Z</dcterms:created>
  <dcterms:modified xsi:type="dcterms:W3CDTF">2020-07-20T07:21:08Z</dcterms:modified>
</cp:coreProperties>
</file>