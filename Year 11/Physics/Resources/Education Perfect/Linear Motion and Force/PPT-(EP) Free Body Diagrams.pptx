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0016" autoAdjust="0"/>
    <p:restoredTop sz="94660"/>
  </p:normalViewPr>
  <p:slideViewPr>
    <p:cSldViewPr snapToGrid="0">
      <p:cViewPr varScale="1">
        <p:scale>
          <a:sx n="76" d="100"/>
          <a:sy n="76" d="100"/>
        </p:scale>
        <p:origin x="126" y="79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67F210-641D-48CE-85CB-3A5CE618974F}" type="datetimeFigureOut">
              <a:rPr lang="en-AU" smtClean="0"/>
              <a:t>15/07/2020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FC81EB-1CDC-4325-A269-50A6B9EE527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7058588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67F210-641D-48CE-85CB-3A5CE618974F}" type="datetimeFigureOut">
              <a:rPr lang="en-AU" smtClean="0"/>
              <a:t>15/07/2020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FC81EB-1CDC-4325-A269-50A6B9EE527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2688269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67F210-641D-48CE-85CB-3A5CE618974F}" type="datetimeFigureOut">
              <a:rPr lang="en-AU" smtClean="0"/>
              <a:t>15/07/2020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FC81EB-1CDC-4325-A269-50A6B9EE527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6366210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67F210-641D-48CE-85CB-3A5CE618974F}" type="datetimeFigureOut">
              <a:rPr lang="en-AU" smtClean="0"/>
              <a:t>15/07/2020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FC81EB-1CDC-4325-A269-50A6B9EE527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5032053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67F210-641D-48CE-85CB-3A5CE618974F}" type="datetimeFigureOut">
              <a:rPr lang="en-AU" smtClean="0"/>
              <a:t>15/07/2020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FC81EB-1CDC-4325-A269-50A6B9EE527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7601530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67F210-641D-48CE-85CB-3A5CE618974F}" type="datetimeFigureOut">
              <a:rPr lang="en-AU" smtClean="0"/>
              <a:t>15/07/2020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FC81EB-1CDC-4325-A269-50A6B9EE527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8758602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67F210-641D-48CE-85CB-3A5CE618974F}" type="datetimeFigureOut">
              <a:rPr lang="en-AU" smtClean="0"/>
              <a:t>15/07/2020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FC81EB-1CDC-4325-A269-50A6B9EE527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1488569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67F210-641D-48CE-85CB-3A5CE618974F}" type="datetimeFigureOut">
              <a:rPr lang="en-AU" smtClean="0"/>
              <a:t>15/07/2020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FC81EB-1CDC-4325-A269-50A6B9EE527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3568180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67F210-641D-48CE-85CB-3A5CE618974F}" type="datetimeFigureOut">
              <a:rPr lang="en-AU" smtClean="0"/>
              <a:t>15/07/2020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FC81EB-1CDC-4325-A269-50A6B9EE527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2313952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67F210-641D-48CE-85CB-3A5CE618974F}" type="datetimeFigureOut">
              <a:rPr lang="en-AU" smtClean="0"/>
              <a:t>15/07/2020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FC81EB-1CDC-4325-A269-50A6B9EE527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5487700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67F210-641D-48CE-85CB-3A5CE618974F}" type="datetimeFigureOut">
              <a:rPr lang="en-AU" smtClean="0"/>
              <a:t>15/07/2020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FC81EB-1CDC-4325-A269-50A6B9EE527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9740358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D67F210-641D-48CE-85CB-3A5CE618974F}" type="datetimeFigureOut">
              <a:rPr lang="en-AU" smtClean="0"/>
              <a:t>15/07/2020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4FC81EB-1CDC-4325-A269-50A6B9EE527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7276247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slideLayout" Target="../slideLayouts/slideLayout7.xml"/><Relationship Id="rId1" Type="http://schemas.openxmlformats.org/officeDocument/2006/relationships/video" Target="https://www.youtube.com/embed/VJsi6CHFzFI" TargetMode="Externa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slideLayout" Target="../slideLayouts/slideLayout7.xml"/><Relationship Id="rId1" Type="http://schemas.openxmlformats.org/officeDocument/2006/relationships/video" Target="https://www.youtube.com/embed/_XObBtzVa4w" TargetMode="Externa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AU" dirty="0" smtClean="0"/>
              <a:t>Free Body Diagrams</a:t>
            </a:r>
            <a:endParaRPr lang="en-AU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7404137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11200" y="721836"/>
            <a:ext cx="10731500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In this Smart Lesson you will learn to: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AU" sz="2400" b="1" i="0" dirty="0" smtClean="0">
                <a:solidFill>
                  <a:srgbClr val="009900"/>
                </a:solidFill>
                <a:effectLst/>
                <a:latin typeface="Arial" panose="020B0604020202020204" pitchFamily="34" charset="0"/>
              </a:rPr>
              <a:t>Recall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types of </a:t>
            </a:r>
            <a:r>
              <a:rPr lang="en-AU" sz="2400" b="1" i="0" dirty="0" smtClean="0">
                <a:solidFill>
                  <a:srgbClr val="0066CC"/>
                </a:solidFill>
                <a:effectLst/>
                <a:latin typeface="Arial" panose="020B0604020202020204" pitchFamily="34" charset="0"/>
              </a:rPr>
              <a:t>forces.</a:t>
            </a:r>
            <a:endParaRPr lang="en-AU" sz="2400" b="0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AU" sz="2400" b="1" i="0" dirty="0" smtClean="0">
                <a:solidFill>
                  <a:srgbClr val="571A98"/>
                </a:solidFill>
                <a:effectLst/>
                <a:latin typeface="Arial" panose="020B0604020202020204" pitchFamily="34" charset="0"/>
              </a:rPr>
              <a:t>Construct 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free-body diagrams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representing </a:t>
            </a:r>
            <a:r>
              <a:rPr lang="en-AU" sz="2400" b="1" i="0" dirty="0" smtClean="0">
                <a:solidFill>
                  <a:srgbClr val="0066CC"/>
                </a:solidFill>
                <a:effectLst/>
                <a:latin typeface="Arial" panose="020B0604020202020204" pitchFamily="34" charset="0"/>
              </a:rPr>
              <a:t>forces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acting on an object.</a:t>
            </a:r>
            <a:endParaRPr lang="en-AU" sz="2400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1026" name="Picture 2" descr="https://www.educationperfect.com/Images/Content/Science/1395439618842-11811009-optimised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40074" y="2725737"/>
            <a:ext cx="5661025" cy="33966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447830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VJsi6CHFzFI"/>
          <p:cNvPicPr>
            <a:picLocks noRot="1" noChangeAspect="1"/>
          </p:cNvPicPr>
          <p:nvPr>
            <a:videoFile r:link="rId1"/>
          </p:nvPr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080391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87400" y="1789837"/>
            <a:ext cx="10731500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sz="2400" b="1" i="0" dirty="0" smtClean="0">
                <a:solidFill>
                  <a:srgbClr val="64B131"/>
                </a:solidFill>
                <a:effectLst/>
                <a:latin typeface="Arial" panose="020B0604020202020204" pitchFamily="34" charset="0"/>
              </a:rPr>
              <a:t>Free-body diagrams.</a:t>
            </a:r>
            <a:endParaRPr lang="en-AU" sz="2400" b="1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Before we go on to look at 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applications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of gravitational theory, there is a very handy technique you should be familiar with. It is called a </a:t>
            </a:r>
            <a:r>
              <a:rPr lang="en-AU" sz="2400" b="1" i="0" dirty="0" smtClean="0">
                <a:solidFill>
                  <a:srgbClr val="64B131"/>
                </a:solidFill>
                <a:effectLst/>
                <a:latin typeface="Arial" panose="020B0604020202020204" pitchFamily="34" charset="0"/>
              </a:rPr>
              <a:t>free-body diagram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and it allows us to analyse the forces acting on a single object.</a:t>
            </a:r>
            <a:endParaRPr lang="en-AU" sz="2400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6060145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_XObBtzVa4w"/>
          <p:cNvPicPr>
            <a:picLocks noRot="1" noChangeAspect="1"/>
          </p:cNvPicPr>
          <p:nvPr>
            <a:videoFile r:link="rId1"/>
          </p:nvPr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420790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93700" y="285740"/>
            <a:ext cx="11607800" cy="30469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sz="2400" b="1" i="0" dirty="0" smtClean="0">
                <a:solidFill>
                  <a:srgbClr val="64B131"/>
                </a:solidFill>
                <a:effectLst/>
                <a:latin typeface="Arial" panose="020B0604020202020204" pitchFamily="34" charset="0"/>
              </a:rPr>
              <a:t>Free-body diagrams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are a simple way to represent the forces on an object.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The object is drawn as a 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simple shape,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such as a circle or rectangle.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The </a:t>
            </a:r>
            <a:r>
              <a:rPr lang="en-AU" sz="2400" b="1" i="0" dirty="0" smtClean="0">
                <a:solidFill>
                  <a:srgbClr val="0066CC"/>
                </a:solidFill>
                <a:effectLst/>
                <a:latin typeface="Arial" panose="020B0604020202020204" pitchFamily="34" charset="0"/>
              </a:rPr>
              <a:t>forces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acting on the object are drawn as 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vector arrows.</a:t>
            </a:r>
            <a:endParaRPr lang="en-AU" sz="2400" b="0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The </a:t>
            </a:r>
            <a:r>
              <a:rPr lang="en-AU" sz="2400" b="1" i="0" dirty="0" smtClean="0">
                <a:solidFill>
                  <a:srgbClr val="00868B"/>
                </a:solidFill>
                <a:effectLst/>
                <a:latin typeface="Arial" panose="020B0604020202020204" pitchFamily="34" charset="0"/>
              </a:rPr>
              <a:t>length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of the arrows represents the </a:t>
            </a:r>
            <a:r>
              <a:rPr lang="en-AU" sz="2400" b="1" i="0" dirty="0" smtClean="0">
                <a:solidFill>
                  <a:srgbClr val="00868B"/>
                </a:solidFill>
                <a:effectLst/>
                <a:latin typeface="Arial" panose="020B0604020202020204" pitchFamily="34" charset="0"/>
              </a:rPr>
              <a:t>magnitude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of the force, whilst the </a:t>
            </a:r>
            <a:r>
              <a:rPr lang="en-AU" sz="2400" b="1" i="0" dirty="0" smtClean="0">
                <a:solidFill>
                  <a:srgbClr val="571A98"/>
                </a:solidFill>
                <a:effectLst/>
                <a:latin typeface="Arial" panose="020B0604020202020204" pitchFamily="34" charset="0"/>
              </a:rPr>
              <a:t>direction of the arrow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shows the </a:t>
            </a:r>
            <a:r>
              <a:rPr lang="en-AU" sz="2400" b="1" i="0" dirty="0" smtClean="0">
                <a:solidFill>
                  <a:srgbClr val="571A98"/>
                </a:solidFill>
                <a:effectLst/>
                <a:latin typeface="Arial" panose="020B0604020202020204" pitchFamily="34" charset="0"/>
              </a:rPr>
              <a:t>direction the force acts.</a:t>
            </a:r>
            <a:endParaRPr lang="en-AU" sz="2400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2050" name="Picture 2" descr="https://www.educationperfect.com/media/content/Science/1444077677.429521g/1444077717390-2736517203648824-optimised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08575" y="3332728"/>
            <a:ext cx="1733550" cy="31908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7534123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90500" y="141238"/>
            <a:ext cx="11849100" cy="26776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So how are </a:t>
            </a:r>
            <a:r>
              <a:rPr lang="en-AU" sz="2400" b="1" i="0" dirty="0" smtClean="0">
                <a:solidFill>
                  <a:srgbClr val="0066CC"/>
                </a:solidFill>
                <a:effectLst/>
                <a:latin typeface="Arial" panose="020B0604020202020204" pitchFamily="34" charset="0"/>
              </a:rPr>
              <a:t>net forces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calculated?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When forces are in 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one dimension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they can be 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added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if they are in the same direction, or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subtracted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if they are in opposite directions.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When forces are in 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two dimensions,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  <a:r>
              <a:rPr lang="en-AU" sz="2400" b="1" i="0" dirty="0" smtClean="0">
                <a:solidFill>
                  <a:srgbClr val="00868B"/>
                </a:solidFill>
                <a:effectLst/>
                <a:latin typeface="Arial" panose="020B0604020202020204" pitchFamily="34" charset="0"/>
              </a:rPr>
              <a:t>Pythagoras' theorem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must be used to calculate the </a:t>
            </a:r>
            <a:r>
              <a:rPr lang="en-AU" sz="2400" b="1" i="0" dirty="0" smtClean="0">
                <a:solidFill>
                  <a:srgbClr val="0066CC"/>
                </a:solidFill>
                <a:effectLst/>
                <a:latin typeface="Arial" panose="020B0604020202020204" pitchFamily="34" charset="0"/>
              </a:rPr>
              <a:t>net force.</a:t>
            </a:r>
            <a:endParaRPr lang="en-AU" sz="2400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3074" name="Picture 2" descr="https://www.educationperfect.com/media/content/Science/1544571822.384471g/1544571819884-4265002963925049-400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88175" y="2818894"/>
            <a:ext cx="3457575" cy="38004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3149" y="4225924"/>
            <a:ext cx="4599071" cy="1323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980849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20</Words>
  <Application>Microsoft Office PowerPoint</Application>
  <PresentationFormat>Widescreen</PresentationFormat>
  <Paragraphs>20</Paragraphs>
  <Slides>7</Slides>
  <Notes>0</Notes>
  <HiddenSlides>0</HiddenSlides>
  <MMClips>2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Calibri Light</vt:lpstr>
      <vt:lpstr>Office Theme</vt:lpstr>
      <vt:lpstr>Free Body Diagrams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Free Body Diagrams</dc:title>
  <dc:creator>Joseph D'cruz</dc:creator>
  <cp:lastModifiedBy>Joseph D'cruz</cp:lastModifiedBy>
  <cp:revision>1</cp:revision>
  <dcterms:created xsi:type="dcterms:W3CDTF">2020-07-15T10:56:21Z</dcterms:created>
  <dcterms:modified xsi:type="dcterms:W3CDTF">2020-07-15T10:58:25Z</dcterms:modified>
</cp:coreProperties>
</file>