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194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08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32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0096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45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3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03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571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633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438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722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701EA-DF98-4E57-897C-4AA181F46E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A1297-E10B-4FA6-9F22-BA2FBD021D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904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Energy Efficiency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04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6133" y="0"/>
            <a:ext cx="117114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8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isolated system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system which no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matter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enter or leave. The </a:t>
            </a:r>
            <a:r>
              <a:rPr lang="en-AU" sz="28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universe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only true isolated system, but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calorimeters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very close approximations of isolated systems. This is because calorimeters are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highly insulated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since they are used to measure heat in chemical reactions.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closed system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system where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enter or leave but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matter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remains in the system. Water and coolant in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car engines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example of a closed system.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open system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system which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matter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enter or leave. An example of an open system is the </a:t>
            </a: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ocean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63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6885" y="285771"/>
            <a:ext cx="117428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classify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being either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high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low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High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 transform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efficiently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Some examples are electrical energy, solar energy, and chemical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Low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 transform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inefficiently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main low grade energy resource is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Open systems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always transform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 into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low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36396027.131051g/1436396021217-45756165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057" y="432434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88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599" y="591235"/>
            <a:ext cx="110383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efficiency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η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shows how much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input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produces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useful output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537" y="1422232"/>
            <a:ext cx="4020051" cy="14505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6363" y="3703763"/>
            <a:ext cx="115987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E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energy input, total energy used, or total work input.</a:t>
            </a:r>
          </a:p>
          <a:p>
            <a:pPr algn="ctr"/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E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out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energy output, useful energy transferred, or useful work output.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may seem confusing, but it is essentially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useful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get out of the system divided by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total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put into the system.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85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01553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efficiency can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never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 greater than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100%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is because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conservation of 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that we can't get more energy </a:t>
            </a:r>
            <a:r>
              <a:rPr lang="en-AU" sz="28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out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system than we put </a:t>
            </a:r>
            <a:r>
              <a:rPr lang="en-AU" sz="28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systems are a lot less efficient than we might expect. For example,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cars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an efficiency of </a:t>
            </a:r>
            <a:r>
              <a:rPr lang="en-AU" sz="2800" b="0" i="1" dirty="0" smtClean="0">
                <a:solidFill>
                  <a:srgbClr val="444444"/>
                </a:solidFill>
                <a:effectLst/>
                <a:latin typeface="KaTeX_Math"/>
              </a:rPr>
              <a:t>η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≈30%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Only around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30%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chemical 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from fuel combustion is used to power the car. This might seem very low, and this is because cars produce a lot of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makes them less efficient.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2313455.634761g/1422313446773-174409842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767" y="4314825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387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KaTeX_Main</vt:lpstr>
      <vt:lpstr>KaTeX_Math</vt:lpstr>
      <vt:lpstr>Office Theme</vt:lpstr>
      <vt:lpstr>Energy Efficiency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Efficiency</dc:title>
  <dc:creator>D'CRUZ Jean [Narrogin Senior High School]</dc:creator>
  <cp:lastModifiedBy>D'CRUZ Jean [Narrogin Senior High School]</cp:lastModifiedBy>
  <cp:revision>1</cp:revision>
  <dcterms:created xsi:type="dcterms:W3CDTF">2020-07-20T07:08:45Z</dcterms:created>
  <dcterms:modified xsi:type="dcterms:W3CDTF">2020-07-20T07:09:15Z</dcterms:modified>
</cp:coreProperties>
</file>