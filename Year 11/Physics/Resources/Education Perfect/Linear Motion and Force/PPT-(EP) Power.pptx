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A067B-AD40-4E0E-BEB5-D6EB48426A5A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175D-AC05-43C7-8A27-CC2DD2AA3A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0301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A067B-AD40-4E0E-BEB5-D6EB48426A5A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175D-AC05-43C7-8A27-CC2DD2AA3A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6643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A067B-AD40-4E0E-BEB5-D6EB48426A5A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175D-AC05-43C7-8A27-CC2DD2AA3A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27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A067B-AD40-4E0E-BEB5-D6EB48426A5A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175D-AC05-43C7-8A27-CC2DD2AA3A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9297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A067B-AD40-4E0E-BEB5-D6EB48426A5A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175D-AC05-43C7-8A27-CC2DD2AA3A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8552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A067B-AD40-4E0E-BEB5-D6EB48426A5A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175D-AC05-43C7-8A27-CC2DD2AA3A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42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A067B-AD40-4E0E-BEB5-D6EB48426A5A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175D-AC05-43C7-8A27-CC2DD2AA3A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3049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A067B-AD40-4E0E-BEB5-D6EB48426A5A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175D-AC05-43C7-8A27-CC2DD2AA3A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7978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A067B-AD40-4E0E-BEB5-D6EB48426A5A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175D-AC05-43C7-8A27-CC2DD2AA3A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7488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A067B-AD40-4E0E-BEB5-D6EB48426A5A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175D-AC05-43C7-8A27-CC2DD2AA3A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343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A067B-AD40-4E0E-BEB5-D6EB48426A5A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175D-AC05-43C7-8A27-CC2DD2AA3A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8493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DA067B-AD40-4E0E-BEB5-D6EB48426A5A}" type="datetimeFigureOut">
              <a:rPr lang="en-AU" smtClean="0"/>
              <a:t>30/09/2020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55175D-AC05-43C7-8A27-CC2DD2AA3A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2977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Power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0599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65400" y="112703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 power.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Solve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problems involving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power.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58248909.016211g/1458248920210-2750635132079913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0600" y="3409474"/>
            <a:ext cx="5000625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6239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300" y="479336"/>
            <a:ext cx="119507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Power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defined as the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rate at which work is done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 the </a:t>
            </a:r>
            <a:r>
              <a:rPr lang="en-AU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rate at which energy is transferred or transformed.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Power is calculated using the following equations: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425" y="1709737"/>
            <a:ext cx="3063875" cy="118340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1700" y="3322935"/>
            <a:ext cx="10337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Where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P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power,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W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work,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time and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energy. The delta symbol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Δ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used to represent a change in a value.</a:t>
            </a:r>
            <a:endParaRPr lang="en-AU" dirty="0"/>
          </a:p>
        </p:txBody>
      </p:sp>
      <p:pic>
        <p:nvPicPr>
          <p:cNvPr id="6" name="1527717215.70256 (1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175125" y="3943973"/>
            <a:ext cx="3790950" cy="284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84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0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2800" y="609938"/>
            <a:ext cx="107823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SI unit for power is W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(Watts).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One watt is equal to one </a:t>
            </a:r>
            <a:r>
              <a:rPr lang="en-AU" b="1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Joule per second</a:t>
            </a:r>
            <a:r>
              <a:rPr lang="en-AU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Js</a:t>
            </a:r>
            <a:r>
              <a:rPr lang="en-AU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or one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Newton-metre per second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Nms</a:t>
            </a:r>
            <a:r>
              <a:rPr lang="en-AU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Our homes use massive amounts of power, so we often use large units to measure these.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818" y="2216150"/>
            <a:ext cx="5148263" cy="1850390"/>
          </a:xfrm>
          <a:prstGeom prst="rect">
            <a:avLst/>
          </a:prstGeom>
        </p:spPr>
      </p:pic>
      <p:pic>
        <p:nvPicPr>
          <p:cNvPr id="2050" name="Picture 2" descr="https://www.educationperfect.com/media/content/Science/1435273219.490781g/1435273214028-1119884484-4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949" y="4066540"/>
            <a:ext cx="38100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7560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7800" y="343744"/>
            <a:ext cx="117348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power output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car's engine is one of the factors which determines the </a:t>
            </a:r>
            <a:r>
              <a:rPr lang="en-AU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top speed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car.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order to keep the car travelling at a constant speed, the engine must convert energy stored in the fuel to other forms of energy.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Air resistance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increases as the car goes faster, decreasing the energy of the car as it does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work.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means that as the car goes </a:t>
            </a:r>
            <a:r>
              <a:rPr lang="en-AU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faster,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power needed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increases.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P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 =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 </a:t>
            </a:r>
            <a:r>
              <a:rPr lang="en-AU" b="1" i="0" dirty="0" err="1" smtClean="0">
                <a:solidFill>
                  <a:srgbClr val="444444"/>
                </a:solidFill>
                <a:effectLst/>
                <a:latin typeface="KaTeX_Main"/>
              </a:rPr>
              <a:t>Fv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formula is derived from another definition of power. It shows that power is equal to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applied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object multiplied by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object.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10019936.096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083050" y="3914775"/>
            <a:ext cx="3924300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21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7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Widescreen</PresentationFormat>
  <Paragraphs>24</Paragraphs>
  <Slides>5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KaTeX_Main</vt:lpstr>
      <vt:lpstr>Office Theme</vt:lpstr>
      <vt:lpstr>Power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</dc:title>
  <dc:creator>Joseph D'cruz</dc:creator>
  <cp:lastModifiedBy>Joseph D'cruz</cp:lastModifiedBy>
  <cp:revision>1</cp:revision>
  <dcterms:created xsi:type="dcterms:W3CDTF">2020-09-30T05:18:17Z</dcterms:created>
  <dcterms:modified xsi:type="dcterms:W3CDTF">2020-09-30T05:18:26Z</dcterms:modified>
</cp:coreProperties>
</file>