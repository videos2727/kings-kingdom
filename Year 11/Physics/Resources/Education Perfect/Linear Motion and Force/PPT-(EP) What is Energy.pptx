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58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759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66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1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58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986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991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76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608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82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35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91EEF-BD12-46F2-ACE4-E79188E89504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430AD-7B7F-49D9-8F3B-2161F5BEA4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964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CW0_S5YpYVo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What is Energy?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959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0442" y="717158"/>
            <a:ext cx="107161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Smart Lesson you should be able to: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two main types of energy.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802.610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58126" y="2965785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5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4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432" y="317701"/>
            <a:ext cx="1134176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word we use to describe how </a:t>
            </a:r>
            <a:r>
              <a:rPr lang="en-AU" sz="28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active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feel.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runner may say they have a </a:t>
            </a:r>
            <a:r>
              <a:rPr lang="en-AU" sz="28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lot of energy,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a student may say they have </a:t>
            </a:r>
            <a:r>
              <a:rPr lang="en-AU" sz="28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very little energy!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eat and sleep to regain energy,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we use it up playing sport and doing housework.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Maths/1517448795.123981g/1517448795121-42522746393167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649" y="38100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German/1420754280.765881g/1420754318487-116285479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090" y="3726648"/>
            <a:ext cx="4489849" cy="294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75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514" y="381869"/>
            <a:ext cx="110690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wake up in the morning, you probably are quite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low on 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It's hard to move, and you don't want to get up. Then, after some moving around and some breakfast, you're suddenly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 full of energy!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does </a:t>
            </a:r>
            <a:r>
              <a:rPr lang="en-AU" sz="2400" b="1" i="0" u="sng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actually mean?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2284176.288331g/1522284176197-216676424292958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070" y="3083928"/>
            <a:ext cx="4993940" cy="3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19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5220" y="428399"/>
            <a:ext cx="1143802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ability of an object to </a:t>
            </a: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do work.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 doing work, it is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making something happen.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Walking, running, cycling and swimming are all types of </a:t>
            </a: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you use energy to do them.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55962.2187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97704" y="3015916"/>
            <a:ext cx="4973052" cy="372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4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262" y="407134"/>
            <a:ext cx="110220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Lightbulbs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use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 to make light and cars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use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 to drive.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is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made available to use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 food you eat, or by the power plugs on your wall.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is everywhere, and constantly being used by everything. How can there be so much energy in the world?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0833277.6993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37268" y="34290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676" y="410665"/>
            <a:ext cx="114864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DA0B53"/>
                </a:solidFill>
                <a:effectLst/>
                <a:latin typeface="Arial" panose="020B0604020202020204" pitchFamily="34" charset="0"/>
              </a:rPr>
              <a:t>Everything in the universe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some amount of energy, even if it is not moving!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 </a:t>
            </a:r>
            <a:r>
              <a:rPr lang="en-AU" sz="2400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rock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sitting on the ground seems like something with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absolutely no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 is actually moving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very quickly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indeed as the Earth moves about the Sun!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3206627.52167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13417" y="34290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0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758" y="294184"/>
            <a:ext cx="112615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by what it does.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has many different forms, all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named after what the energy is doing in that form.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2105" y="260424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able to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these forms, and can be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objects.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done when energy is transformed or transferred.</a:t>
            </a:r>
            <a:endParaRPr lang="en-AU" sz="2400" dirty="0"/>
          </a:p>
        </p:txBody>
      </p:sp>
      <p:pic>
        <p:nvPicPr>
          <p:cNvPr id="4" name="1515108884.1778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91484" y="2123847"/>
            <a:ext cx="4358832" cy="326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4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W0_S5YpYVo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5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2105" y="466363"/>
            <a:ext cx="1065195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can be split into two different types: </a:t>
            </a:r>
            <a:r>
              <a:rPr lang="en-AU" sz="28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potential energy.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energy associated with </a:t>
            </a:r>
            <a:r>
              <a:rPr lang="en-AU" sz="28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movement.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Potential 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energy that is </a:t>
            </a:r>
            <a:r>
              <a:rPr lang="en-AU" sz="28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objects.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Physics/1494540387.13781g/1494540397077-238085158878046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164" y="3041494"/>
            <a:ext cx="6084804" cy="381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980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33</Paragraphs>
  <Slides>10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What is Energy?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Energy?</dc:title>
  <dc:creator>D'CRUZ Jean [Narrogin Senior High School]</dc:creator>
  <cp:lastModifiedBy>D'CRUZ Jean [Narrogin Senior High School]</cp:lastModifiedBy>
  <cp:revision>1</cp:revision>
  <dcterms:created xsi:type="dcterms:W3CDTF">2020-07-20T05:58:14Z</dcterms:created>
  <dcterms:modified xsi:type="dcterms:W3CDTF">2020-07-20T05:58:43Z</dcterms:modified>
</cp:coreProperties>
</file>