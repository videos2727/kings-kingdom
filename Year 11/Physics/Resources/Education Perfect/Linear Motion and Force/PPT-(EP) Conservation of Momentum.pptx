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930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287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597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71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011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49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00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70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613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54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931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384F6-4299-4A04-99B7-C2015262B7DD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67538-C721-4CEC-AC79-CF5A8D491A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021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vQelPiezm9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Conservation of Momentum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418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0" y="710337"/>
            <a:ext cx="119507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principle of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conservation of momentum.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 involving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impulse,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conservation of 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collisions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one dimension.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44658482.0745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76499" y="3158642"/>
            <a:ext cx="6581775" cy="369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7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236141"/>
            <a:ext cx="60960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external force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on an object, its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But when we consider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multiple objects,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only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internal forces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them, we find something interesting.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total 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those objects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stays the same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 matter what they do to each other. This is the idea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conservation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Conservation of momentum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tells us that the total momentum of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system,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could contain an infinite number of objects, is always the same, so long as there is no external force acting.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44659379.228311g/1544659378866-1167751327537092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846" y="2260600"/>
            <a:ext cx="5231404" cy="358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13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QelPiezm9k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475" y="0"/>
            <a:ext cx="7248526" cy="4767184"/>
          </a:xfrm>
          <a:prstGeom prst="rect">
            <a:avLst/>
          </a:prstGeom>
        </p:spPr>
      </p:pic>
      <p:pic>
        <p:nvPicPr>
          <p:cNvPr id="3" name="1509321957.258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962400" y="4767184"/>
            <a:ext cx="4711698" cy="209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4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241638"/>
            <a:ext cx="11328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conserved when two objects collide, it can be used to calculate the final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a collision.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 if two objects collide as shown below, then move together after the collision, you can calculate the final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velocity.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46393786.666111g/1546393787590-354423420592529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2625130"/>
            <a:ext cx="11253930" cy="239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71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325735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 calculate the total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before the collision: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46393921.574771g/1546393922542-354423420592529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25" y="741233"/>
            <a:ext cx="5391150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847878"/>
            <a:ext cx="8153400" cy="301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90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83235"/>
            <a:ext cx="11734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Assuming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momentum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conserved, total momentum before must equal total momentum after a collision.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112" y="1015831"/>
            <a:ext cx="8307388" cy="561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20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16</Paragraphs>
  <Slides>8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Conservation of Momentum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Conservation of Momentum</dc:title>
  <dc:creator>Joseph D'cruz</dc:creator>
  <cp:lastModifiedBy>Joseph D'cruz</cp:lastModifiedBy>
  <cp:revision>1</cp:revision>
  <dcterms:created xsi:type="dcterms:W3CDTF">2020-07-15T12:11:34Z</dcterms:created>
  <dcterms:modified xsi:type="dcterms:W3CDTF">2020-07-15T12:11:50Z</dcterms:modified>
</cp:coreProperties>
</file>