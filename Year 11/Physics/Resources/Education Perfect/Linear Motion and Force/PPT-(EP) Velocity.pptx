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83AD-BFB0-4B16-9012-CFA7B27A5C5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2DE86-A663-4126-9064-190690C260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3652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83AD-BFB0-4B16-9012-CFA7B27A5C5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2DE86-A663-4126-9064-190690C260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905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83AD-BFB0-4B16-9012-CFA7B27A5C5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2DE86-A663-4126-9064-190690C260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9004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83AD-BFB0-4B16-9012-CFA7B27A5C5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2DE86-A663-4126-9064-190690C260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5771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83AD-BFB0-4B16-9012-CFA7B27A5C5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2DE86-A663-4126-9064-190690C260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779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83AD-BFB0-4B16-9012-CFA7B27A5C5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2DE86-A663-4126-9064-190690C260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5916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83AD-BFB0-4B16-9012-CFA7B27A5C5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2DE86-A663-4126-9064-190690C260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8177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83AD-BFB0-4B16-9012-CFA7B27A5C5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2DE86-A663-4126-9064-190690C260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616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83AD-BFB0-4B16-9012-CFA7B27A5C5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2DE86-A663-4126-9064-190690C260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4903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83AD-BFB0-4B16-9012-CFA7B27A5C5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2DE86-A663-4126-9064-190690C260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045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83AD-BFB0-4B16-9012-CFA7B27A5C5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2DE86-A663-4126-9064-190690C260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755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683AD-BFB0-4B16-9012-CFA7B27A5C52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2DE86-A663-4126-9064-190690C260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523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Velocity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1017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949236"/>
            <a:ext cx="10896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completing this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Smart Lesson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will be able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term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Compare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instantaneous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average velocity.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German/1481073211.66461g/1481073221739-2005991884438389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100" y="34036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9071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100" y="161141"/>
            <a:ext cx="120269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the rate of change of displacement of an object.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symbol for velocity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SI unit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m/s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rate of change is measured at an instant in time then this is an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instantaneous velocity.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rate of change is calculated using the formula velocity = displacement / time , then this is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average velocity.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6439.4145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75100" y="4241324"/>
            <a:ext cx="3949700" cy="261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6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542836"/>
            <a:ext cx="10756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equation.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have previously learned that speed can be calculated using: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462" y="1743165"/>
            <a:ext cx="578167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30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438140"/>
            <a:ext cx="77851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Just as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made up 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made up of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 of motion.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 is how fast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object is changing over </a:t>
            </a:r>
            <a:r>
              <a:rPr lang="en-AU" sz="2400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time.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Speed is a scalar.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 is how fast 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 is changing over </a:t>
            </a:r>
            <a:r>
              <a:rPr lang="en-AU" sz="2400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time.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Velocity is a vector.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Both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measured in metres per second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28156132.851271g/1528156132522-3767639670098682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8475" y="2463800"/>
            <a:ext cx="38100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3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" y="169039"/>
            <a:ext cx="10795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Speed is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scalar,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means it's described by a size only.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Other examples of scalars are distance and mass. None of these quantities have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Velocity is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means it's described by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size and direction.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Another example of a vector is the force of gravity, as it has a size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(9.8 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direction (toward the centre of the Earth).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41844477.181851g/1441844478683-113979914085468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775" y="4056062"/>
            <a:ext cx="6562725" cy="224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018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89200" y="40193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object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34890676.634661g/1534890676588-117620033232018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348" y="2700337"/>
            <a:ext cx="5317703" cy="2506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8811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2200" y="538540"/>
            <a:ext cx="10134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object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2.1 ms</a:t>
            </a:r>
            <a:r>
              <a:rPr lang="en-AU" b="1" i="0" baseline="30000" dirty="0" smtClean="0">
                <a:solidFill>
                  <a:srgbClr val="444444"/>
                </a:solidFill>
                <a:effectLst/>
                <a:latin typeface="KaTeX_Main"/>
              </a:rPr>
              <a:t>-1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the left.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must state both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size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vector.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see that the </a:t>
            </a:r>
            <a:r>
              <a:rPr lang="en-AU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arrow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extending from object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pointing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to the left,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that the </a:t>
            </a:r>
            <a:r>
              <a:rPr lang="en-AU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label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reads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2.1 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means that object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travelling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2.1 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left.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34890676.634661g/1534890676588-117620033232018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1975" y="3729037"/>
            <a:ext cx="6045140" cy="284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7826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88900" y="132140"/>
            <a:ext cx="12014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Speed vs. velocity.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Here objects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A, 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 have the same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(8 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the same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(8 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they're travelling at the same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speed,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same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velocity 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(8 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left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it's travelling in a different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33602852.334681g/1533602852332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475" y="3179128"/>
            <a:ext cx="57150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81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3100" y="173335"/>
            <a:ext cx="10756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Which two objects are travelling at the same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33606980.472611g/1533606980467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275" y="1992312"/>
            <a:ext cx="57150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735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296039"/>
            <a:ext cx="11303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Objects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the same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1.4 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travelling at the same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speed,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in a different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KaTeX_Main"/>
              </a:rPr>
              <a:t>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travelling in the same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at a different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speed.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33606980.472611g/1533606980467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173412"/>
            <a:ext cx="57150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326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58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KaTeX_Main</vt:lpstr>
      <vt:lpstr>Office Theme</vt:lpstr>
      <vt:lpstr>Velocity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Velocity</dc:title>
  <dc:creator>Joseph D'cruz</dc:creator>
  <cp:lastModifiedBy>Joseph D'cruz</cp:lastModifiedBy>
  <cp:revision>1</cp:revision>
  <dcterms:created xsi:type="dcterms:W3CDTF">2020-07-15T07:32:44Z</dcterms:created>
  <dcterms:modified xsi:type="dcterms:W3CDTF">2020-07-15T07:33:02Z</dcterms:modified>
</cp:coreProperties>
</file>