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68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09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30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202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18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24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12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81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51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6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42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10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46CD2-7DAE-4066-A92A-E0EFA00EC523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A92B-798D-4B65-8EE5-7E159D183D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6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Relative Velocity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96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636538"/>
            <a:ext cx="10312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on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velocity!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 </a:t>
            </a: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 subtracting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vectors.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velocity of an object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an observer.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two dimensions.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rman/1481073211.66461g/1481073221739-200599188443838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75" y="38989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01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467142"/>
            <a:ext cx="113919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be learning about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 a tournament.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tournament 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competition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pretend fight between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medieval warriors.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Tournaments were held primarily for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entertainment.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most popular event was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melee,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participating knights would be divided into two groups. The two groups would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crash together on horseback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attempt to break the other formation, or push them back.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focus on a minor aspect of a tournament,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joust.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Jousting is where two knights charge at each other in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single combat.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3600961.212421g/1533600961198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450" y="5156200"/>
            <a:ext cx="57150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65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-5159"/>
            <a:ext cx="11811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 of motion.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 how fast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object is changing over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Speed is a scalar.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 how fast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is changing over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Velocity is a vector.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measured in metres per second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8156132.851271g/1528156132522-376763967009868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4149825"/>
            <a:ext cx="3810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382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70461" y="424934"/>
            <a:ext cx="7451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 subtract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3615391.033781g/1533615391782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4" y="1541461"/>
            <a:ext cx="9102725" cy="483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17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62" y="-1"/>
            <a:ext cx="9278938" cy="671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9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5900" y="11258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negative of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3615682.87031g/1533615683401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4" y="2728911"/>
            <a:ext cx="6423025" cy="30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55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1937"/>
            <a:ext cx="11595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negative of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 ms−1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negative of a vector has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size,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3615706.055881g/1533615706799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567112"/>
            <a:ext cx="35433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778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434539"/>
            <a:ext cx="11137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 vectors.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 two vectors together yields another vector, with a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size and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its own.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Vectors are added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connecting the arrowhead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one vector to the tail of a second vector. The sum of the two vectors is the distance and direction from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tail of the first,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tip of the second: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3617216.108141g/1533617216767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4037011"/>
            <a:ext cx="5686425" cy="227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42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951637"/>
            <a:ext cx="10553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vectors are parallel and point in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calculate the new size by adding the two vectors together.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 the image below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new 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21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33617539.140231g/1533617539866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874962"/>
            <a:ext cx="6083300" cy="391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947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181739"/>
            <a:ext cx="11671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vectors are parallel and point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calculate the new size by subtracting the size of the smallest vector from the size of the largest vector.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new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simply the direction of the largest vector.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 the image below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new 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3618316.713491g/1533618317433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4" y="2859395"/>
            <a:ext cx="6257925" cy="4031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25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1125835"/>
            <a:ext cx="9944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difference between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two vectors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34895192.550861g/1534895192826-59101058659821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2735262"/>
            <a:ext cx="6334125" cy="153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806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002437"/>
            <a:ext cx="10820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difference between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two vectors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Negate the second vector, then add it to the first: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34896325.026641g/1534896325297-43427795722181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3449428"/>
            <a:ext cx="9616666" cy="265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499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96441"/>
            <a:ext cx="11303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Relative motion.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now we have always described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the ground. We always assume that the ground is not moving.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real life, objects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appear to move at different speeds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how fast you are moving.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a pedestrian's perspective, cars look like they're moving past at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high speed.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motorist's perspective, pedestrians look like they're moving past the car.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34713231.042761g/1534713233376-358786026330896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3319338"/>
            <a:ext cx="5715000" cy="1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15900" y="4662364"/>
            <a:ext cx="11620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diagram above, the pedestrian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car. In the diagram below, the car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pedestrian.</a:t>
            </a:r>
            <a:endParaRPr lang="en-AU" sz="2400" dirty="0"/>
          </a:p>
        </p:txBody>
      </p:sp>
      <p:pic>
        <p:nvPicPr>
          <p:cNvPr id="12292" name="Picture 4" descr="https://www.educationperfect.com/media/content/Science/1534713243.892171g/1534713246341-358786026330896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475" y="5341937"/>
            <a:ext cx="5715000" cy="1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006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86836"/>
            <a:ext cx="11861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diagram below depicts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velocities of a few objects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the ground.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velocity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zero, and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33687570.338231g/153368757111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4" y="2366665"/>
            <a:ext cx="6677025" cy="409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232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35340"/>
            <a:ext cx="11645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 of an object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looks different depending on where it is measured from.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observe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some of the objects below.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Relative to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moving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 the right.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quite natural.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isn't moving, and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 Of course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sees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motion.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33687570.338231g/153368757111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975" y="3614737"/>
            <a:ext cx="4381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8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320239"/>
            <a:ext cx="11493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about the relative velocity of B and C?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time progresses, objects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continue to move side by side, and not get any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closer or further away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each other.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Relative to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not moving.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33687570.338231g/153368757111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3551237"/>
            <a:ext cx="4381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14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222935"/>
            <a:ext cx="11239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two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new objects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moving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directions: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534721401.062521g/1534721403335-232398703607369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0" y="684600"/>
            <a:ext cx="5251450" cy="3009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98500" y="4155524"/>
            <a:ext cx="1102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another,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subtract the velocity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that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observed object.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59078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62" y="-1"/>
            <a:ext cx="9482138" cy="68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58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0"/>
            <a:ext cx="12141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knights are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practising their jousting runs.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Knight </a:t>
            </a:r>
            <a:r>
              <a:rPr lang="en-AU" sz="2400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travelling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right, and knight </a:t>
            </a:r>
            <a:r>
              <a:rPr lang="en-AU" sz="2400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velocity of knight </a:t>
            </a:r>
            <a:r>
              <a:rPr lang="en-AU" sz="2400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knight </a:t>
            </a:r>
            <a:r>
              <a:rPr lang="en-AU" sz="2400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33689868.263451g/1533689868998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675" y="3843337"/>
            <a:ext cx="5715000" cy="18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979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01136"/>
            <a:ext cx="1143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another,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subtract the velocity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that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observed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50" y="1870075"/>
            <a:ext cx="46101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24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489635"/>
            <a:ext cx="10350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 calculate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two dimensions.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33697051.036371g/153369705174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5" y="1884362"/>
            <a:ext cx="47053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485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2100" y="478135"/>
            <a:ext cx="12128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 for one dimension, to find relative velocity in two dimensions, subtract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velocity of the observer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 of the observed object.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533697051.036371g/153369705174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829832"/>
            <a:ext cx="4048125" cy="295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309132"/>
            <a:ext cx="5892800" cy="564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38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159435"/>
            <a:ext cx="1079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size of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 vector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Pythagoras' theorem.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533698183.407581g/1533698183965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5326" y="1440934"/>
            <a:ext cx="6435593" cy="328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225" y="621100"/>
            <a:ext cx="5247775" cy="676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45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49535"/>
            <a:ext cx="1163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have found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 vector,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calculate the direction of the vector with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trigonometry.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533698599.275261g/1533698599865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8300"/>
            <a:ext cx="5401564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564" y="1080532"/>
            <a:ext cx="6104636" cy="57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16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5139"/>
            <a:ext cx="12052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archer on horseback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rides east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the field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11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She fires an arrow at a target to the north. The arrow travels 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80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velocity of the arrow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the ground?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530" name="Picture 2" descr="https://www.educationperfect.com/media/content/Science/1533703975.636521g/1533703976164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2576512"/>
            <a:ext cx="3070225" cy="461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271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175736"/>
            <a:ext cx="11988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arrow is fired from an object that's moving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the ground,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arrow's velocity relative to the ground is the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velocities.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554" name="Picture 2" descr="https://www.educationperfect.com/media/content/Science/1533704930.706521g/1533704931349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4" y="2360611"/>
            <a:ext cx="6130925" cy="349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91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72217" y="145534"/>
            <a:ext cx="14125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8" name="Picture 2" descr="https://www.educationperfect.com/media/content/Science/1533849078.090361g/1533849079549-13961497274920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1116012"/>
            <a:ext cx="3629025" cy="426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607199"/>
            <a:ext cx="5689600" cy="618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40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s://www.educationperfect.com/media/content/Science/1533849630.440031g/1533849631968-13961497274920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963612"/>
            <a:ext cx="4035425" cy="474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899" y="-103188"/>
            <a:ext cx="6924615" cy="69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0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124</Words>
  <Application>Microsoft Office PowerPoint</Application>
  <PresentationFormat>Widescreen</PresentationFormat>
  <Paragraphs>103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KaTeX_Main</vt:lpstr>
      <vt:lpstr>Office Theme</vt:lpstr>
      <vt:lpstr>Relative Velocity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Velocity</dc:title>
  <dc:creator>Joseph D'cruz</dc:creator>
  <cp:lastModifiedBy>Joseph D'cruz</cp:lastModifiedBy>
  <cp:revision>2</cp:revision>
  <dcterms:created xsi:type="dcterms:W3CDTF">2020-07-15T09:51:32Z</dcterms:created>
  <dcterms:modified xsi:type="dcterms:W3CDTF">2020-07-15T09:59:36Z</dcterms:modified>
</cp:coreProperties>
</file>