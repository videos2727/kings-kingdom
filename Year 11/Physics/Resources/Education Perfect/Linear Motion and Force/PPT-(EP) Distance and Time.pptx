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BC79A-3291-419A-BEBB-5D63AE344673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FED47-D4F2-4FF9-8EF6-7BBB533597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9694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BC79A-3291-419A-BEBB-5D63AE344673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FED47-D4F2-4FF9-8EF6-7BBB533597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1761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BC79A-3291-419A-BEBB-5D63AE344673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FED47-D4F2-4FF9-8EF6-7BBB533597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77438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BC79A-3291-419A-BEBB-5D63AE344673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FED47-D4F2-4FF9-8EF6-7BBB533597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92188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BC79A-3291-419A-BEBB-5D63AE344673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FED47-D4F2-4FF9-8EF6-7BBB533597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97321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BC79A-3291-419A-BEBB-5D63AE344673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FED47-D4F2-4FF9-8EF6-7BBB533597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13977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BC79A-3291-419A-BEBB-5D63AE344673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FED47-D4F2-4FF9-8EF6-7BBB533597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19184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BC79A-3291-419A-BEBB-5D63AE344673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FED47-D4F2-4FF9-8EF6-7BBB533597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31579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BC79A-3291-419A-BEBB-5D63AE344673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FED47-D4F2-4FF9-8EF6-7BBB533597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57552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BC79A-3291-419A-BEBB-5D63AE344673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FED47-D4F2-4FF9-8EF6-7BBB533597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09342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BC79A-3291-419A-BEBB-5D63AE344673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FED47-D4F2-4FF9-8EF6-7BBB533597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04576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ABC79A-3291-419A-BEBB-5D63AE344673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8FED47-D4F2-4FF9-8EF6-7BBB533597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00412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M0QVyKYhlvQ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://www.livescience.com/32660-how-does-an-atomic-clock-work.html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Distance and Time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56598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98500" y="442436"/>
            <a:ext cx="103378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By the end of this lesson, you should be able to: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Identify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units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distance and time.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Recall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how </a:t>
            </a:r>
            <a:r>
              <a:rPr lang="en-AU" sz="2400" b="1" i="0" dirty="0" smtClean="0">
                <a:solidFill>
                  <a:srgbClr val="EA1E34"/>
                </a:solidFill>
                <a:effectLst/>
                <a:latin typeface="Arial" panose="020B0604020202020204" pitchFamily="34" charset="0"/>
              </a:rPr>
              <a:t>distance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measured.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Recall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how </a:t>
            </a:r>
            <a:r>
              <a:rPr lang="en-AU" sz="2400" b="1" i="0" dirty="0" smtClean="0">
                <a:solidFill>
                  <a:srgbClr val="900C3F"/>
                </a:solidFill>
                <a:effectLst/>
                <a:latin typeface="Arial" panose="020B0604020202020204" pitchFamily="34" charset="0"/>
              </a:rPr>
              <a:t>time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measured.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24002394.94336 (1)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076700" y="2971800"/>
            <a:ext cx="3886200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065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8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6600" y="419438"/>
            <a:ext cx="100203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EA1E34"/>
                </a:solidFill>
                <a:effectLst/>
                <a:latin typeface="Arial" panose="020B0604020202020204" pitchFamily="34" charset="0"/>
              </a:rPr>
              <a:t>distance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 object travels is the amount of ground it covers.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 example, you may want to know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total distance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you travel as you walk from home (</a:t>
            </a:r>
            <a:r>
              <a:rPr lang="en-AU" sz="2400" b="1" i="0" dirty="0" smtClean="0">
                <a:solidFill>
                  <a:srgbClr val="DF6612"/>
                </a:solidFill>
                <a:effectLst/>
                <a:latin typeface="Arial" panose="020B0604020202020204" pitchFamily="34" charset="0"/>
              </a:rPr>
              <a:t>point A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 to school (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point B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). It's handy to have a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map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showing your path, like this: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media/content/Science/1521079278.362981g/1521079276298-458022724255624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5175" y="3479800"/>
            <a:ext cx="5201340" cy="314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307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7700" y="775038"/>
            <a:ext cx="106426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Calculating total distance.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To find the distance between </a:t>
            </a:r>
            <a:r>
              <a:rPr lang="en-AU" sz="2400" b="1" i="0" dirty="0" smtClean="0">
                <a:solidFill>
                  <a:srgbClr val="DF6612"/>
                </a:solidFill>
                <a:effectLst/>
                <a:latin typeface="Arial" panose="020B0604020202020204" pitchFamily="34" charset="0"/>
              </a:rPr>
              <a:t>A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B,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you need to </a:t>
            </a:r>
            <a:r>
              <a:rPr lang="en-AU" sz="2400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add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20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m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40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m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This means you covered a total distance of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60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m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20 m+40 m=60 m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21080493.0923 (1)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90110" y="3765222"/>
            <a:ext cx="4448590" cy="2683640"/>
          </a:xfrm>
          <a:prstGeom prst="rect">
            <a:avLst/>
          </a:prstGeom>
        </p:spPr>
      </p:pic>
      <p:pic>
        <p:nvPicPr>
          <p:cNvPr id="2050" name="Picture 2" descr="https://www.educationperfect.com/media/content/Chinese/1448315389.64711g/1448315394542-4412653380117157-400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6275" y="3951724"/>
            <a:ext cx="3800475" cy="1628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7980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03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290266" y="412234"/>
            <a:ext cx="274786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Units of distance.</a:t>
            </a:r>
            <a:endParaRPr lang="en-AU" sz="2400" b="1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42266" y="1557635"/>
            <a:ext cx="6096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sz="2400" b="1" i="0" dirty="0" smtClean="0">
                <a:solidFill>
                  <a:srgbClr val="EA1E34"/>
                </a:solidFill>
                <a:effectLst/>
                <a:latin typeface="Arial" panose="020B0604020202020204" pitchFamily="34" charset="0"/>
              </a:rPr>
              <a:t>Distance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measured in the unit of </a:t>
            </a:r>
            <a:r>
              <a:rPr lang="en-AU" sz="2400" b="1" i="0" dirty="0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metres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m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). You can measure distances with a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ruler,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measuring tape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 if you need high precision, a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digital </a:t>
            </a:r>
            <a:r>
              <a:rPr lang="en-AU" sz="2400" b="1" i="0" dirty="0" err="1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caliper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  <a:endParaRPr lang="en-AU" sz="2400" dirty="0"/>
          </a:p>
        </p:txBody>
      </p:sp>
      <p:pic>
        <p:nvPicPr>
          <p:cNvPr id="3074" name="Picture 2" descr="https://www.educationperfect.com/media/content/Science/1458518138.208941g/1458518139003-1190457434593226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4775" y="1180414"/>
            <a:ext cx="3800475" cy="2324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965200" y="3772752"/>
            <a:ext cx="99822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Distance is a </a:t>
            </a:r>
            <a:r>
              <a:rPr lang="en-AU" sz="2400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scalar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quantity. This means that the distance you walk has a size or </a:t>
            </a:r>
            <a:r>
              <a:rPr lang="en-AU" sz="2400" b="1" i="0" dirty="0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magnitude,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but the </a:t>
            </a:r>
            <a:r>
              <a:rPr lang="en-AU" sz="2400" b="1" i="0" dirty="0" smtClean="0">
                <a:solidFill>
                  <a:srgbClr val="DF6612"/>
                </a:solidFill>
                <a:effectLst/>
                <a:latin typeface="Arial" panose="020B0604020202020204" pitchFamily="34" charset="0"/>
              </a:rPr>
              <a:t>direction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you walk in doesn't matter.</a:t>
            </a:r>
            <a:endParaRPr lang="en-AU" sz="2400" dirty="0"/>
          </a:p>
        </p:txBody>
      </p:sp>
      <p:pic>
        <p:nvPicPr>
          <p:cNvPr id="3076" name="Picture 4" descr="https://www.educationperfect.com/Images/Content/Maths/1365466455398-5751666-optimised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8374" y="4603749"/>
            <a:ext cx="6956425" cy="1878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1119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0QVyKYhlvQ"/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3885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49300" y="301536"/>
            <a:ext cx="10693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Time is always moving forwards.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Time only goes in one direction; forwards. It cannot travel backwards.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22724741.09753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048000" y="1841500"/>
            <a:ext cx="6096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770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97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43448" y="437634"/>
            <a:ext cx="404790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How do we measure time?</a:t>
            </a:r>
            <a:endParaRPr lang="en-AU" sz="2400" b="1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130300" y="2446635"/>
            <a:ext cx="6096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use tools like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clocks and calendars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measure it. The </a:t>
            </a:r>
            <a:r>
              <a:rPr lang="en-AU" sz="2400" b="1" i="0" dirty="0" smtClean="0">
                <a:solidFill>
                  <a:srgbClr val="FF8B1F"/>
                </a:solidFill>
                <a:effectLst/>
                <a:latin typeface="Arial" panose="020B0604020202020204" pitchFamily="34" charset="0"/>
              </a:rPr>
              <a:t>measurement of time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an extremely important concept for the rest of the work we will do in this module!</a:t>
            </a:r>
            <a:endParaRPr lang="en-AU" sz="2400" dirty="0"/>
          </a:p>
        </p:txBody>
      </p:sp>
      <p:pic>
        <p:nvPicPr>
          <p:cNvPr id="4098" name="Picture 2" descr="https://www.educationperfect.com/media/content/Maths/1493240146.697511g/1493240166165-3626824803693177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9675" y="1331227"/>
            <a:ext cx="2038350" cy="3800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56018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80176" y="437634"/>
            <a:ext cx="561884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What units can time be measured in?</a:t>
            </a:r>
            <a:endParaRPr lang="en-AU" sz="2400" b="1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18470834.7495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08476" y="3124200"/>
            <a:ext cx="4343400" cy="2895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39800" y="989220"/>
            <a:ext cx="108585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You should already know that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second (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the standard unit of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time.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more seconds tick by, the more time is passing. We can define larger amounts of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time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by the number of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seconds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they contain. For example:</a:t>
            </a:r>
            <a:endParaRPr lang="en-AU" sz="2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5975" y="3124200"/>
            <a:ext cx="5700000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808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02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6100" y="317838"/>
            <a:ext cx="112649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E3316F"/>
                </a:solidFill>
                <a:effectLst/>
                <a:latin typeface="Arial" panose="020B0604020202020204" pitchFamily="34" charset="0"/>
              </a:rPr>
              <a:t>How accurately can time be measured?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most accurate way to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measure time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with an </a:t>
            </a:r>
            <a:r>
              <a:rPr lang="en-AU" sz="2400" b="0" i="0" u="none" strike="noStrike" dirty="0" smtClean="0">
                <a:solidFill>
                  <a:srgbClr val="0780B0"/>
                </a:solidFill>
                <a:effectLst/>
                <a:latin typeface="Arial" panose="020B0604020202020204" pitchFamily="34" charset="0"/>
                <a:hlinkClick r:id="rId2"/>
              </a:rPr>
              <a:t>atomic clock,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like the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NIST−F1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clock in Colorado, USA. Seeing as most people don't have a spare billion dollars to spend, they use </a:t>
            </a:r>
            <a:r>
              <a:rPr lang="en-AU" sz="2400" b="1" i="0" dirty="0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stopwatches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other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timekeeping instruments.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1118186"/>
              </p:ext>
            </p:extLst>
          </p:nvPr>
        </p:nvGraphicFramePr>
        <p:xfrm>
          <a:off x="882650" y="2895124"/>
          <a:ext cx="6254750" cy="2308860"/>
        </p:xfrm>
        <a:graphic>
          <a:graphicData uri="http://schemas.openxmlformats.org/drawingml/2006/table">
            <a:tbl>
              <a:tblPr/>
              <a:tblGrid>
                <a:gridCol w="6254750">
                  <a:extLst>
                    <a:ext uri="{9D8B030D-6E8A-4147-A177-3AD203B41FA5}">
                      <a16:colId xmlns:a16="http://schemas.microsoft.com/office/drawing/2014/main" val="29979955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AU" sz="2400" dirty="0">
                          <a:effectLst/>
                        </a:rPr>
                        <a:t>You can use a </a:t>
                      </a:r>
                      <a:r>
                        <a:rPr lang="en-AU" sz="2400" b="1" dirty="0">
                          <a:solidFill>
                            <a:srgbClr val="8C4AB2"/>
                          </a:solidFill>
                          <a:effectLst/>
                        </a:rPr>
                        <a:t>digital stopwatch</a:t>
                      </a:r>
                      <a:r>
                        <a:rPr lang="en-AU" sz="2400" dirty="0">
                          <a:effectLst/>
                        </a:rPr>
                        <a:t> like this to measure </a:t>
                      </a:r>
                      <a:r>
                        <a:rPr lang="en-AU" sz="2400" b="1" dirty="0">
                          <a:solidFill>
                            <a:srgbClr val="8C4AB2"/>
                          </a:solidFill>
                          <a:effectLst/>
                        </a:rPr>
                        <a:t>how long</a:t>
                      </a:r>
                      <a:r>
                        <a:rPr lang="en-AU" sz="2400" dirty="0">
                          <a:effectLst/>
                        </a:rPr>
                        <a:t> something takes to happen. For example, if your friend is running a cross-country course, you can find out how many seconds (</a:t>
                      </a:r>
                      <a:r>
                        <a:rPr lang="en-AU" sz="2400" dirty="0">
                          <a:effectLst/>
                          <a:latin typeface="KaTeX_Main"/>
                        </a:rPr>
                        <a:t>s</a:t>
                      </a:r>
                      <a:r>
                        <a:rPr lang="en-AU" sz="2400" dirty="0">
                          <a:effectLst/>
                        </a:rPr>
                        <a:t>) it takes them to reach the </a:t>
                      </a:r>
                      <a:r>
                        <a:rPr lang="en-AU" sz="2400" b="1" dirty="0">
                          <a:effectLst/>
                        </a:rPr>
                        <a:t>finishing point.</a:t>
                      </a:r>
                      <a:endParaRPr lang="en-AU" sz="2400" dirty="0">
                        <a:effectLst/>
                      </a:endParaRP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4234868"/>
                  </a:ext>
                </a:extLst>
              </a:tr>
            </a:tbl>
          </a:graphicData>
        </a:graphic>
      </p:graphicFrame>
      <p:pic>
        <p:nvPicPr>
          <p:cNvPr id="6146" name="Picture 2" descr="https://www.educationperfect.com/media/content/Science/1454962926.367631g/1454962930756-3122352093822513-40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8625" y="2777966"/>
            <a:ext cx="3810000" cy="254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03553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</Words>
  <Application>Microsoft Office PowerPoint</Application>
  <PresentationFormat>Widescreen</PresentationFormat>
  <Paragraphs>28</Paragraphs>
  <Slides>10</Slides>
  <Notes>0</Notes>
  <HiddenSlides>0</HiddenSlides>
  <MMClips>5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KaTeX_Main</vt:lpstr>
      <vt:lpstr>Office Theme</vt:lpstr>
      <vt:lpstr>Distance and Time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Distance and Time</dc:title>
  <dc:creator>Joseph D'cruz</dc:creator>
  <cp:lastModifiedBy>Joseph D'cruz</cp:lastModifiedBy>
  <cp:revision>1</cp:revision>
  <dcterms:created xsi:type="dcterms:W3CDTF">2020-07-15T09:26:38Z</dcterms:created>
  <dcterms:modified xsi:type="dcterms:W3CDTF">2020-07-15T09:27:29Z</dcterms:modified>
</cp:coreProperties>
</file>