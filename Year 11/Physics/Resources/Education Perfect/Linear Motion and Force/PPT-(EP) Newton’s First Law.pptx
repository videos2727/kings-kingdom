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584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161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195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3138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01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821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921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37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860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610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62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A5A9A-91F3-4D45-A544-8AE0E3E769F4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6BFB9-F26B-4A26-94E6-02D3F6008E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347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JGO_zDWmkvk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oTCXAPAEoc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Newton’s First Law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242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697637"/>
            <a:ext cx="10477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Newton's First Law.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Determine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unbalanced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been applied to an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concept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inertia.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508.5962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01900" y="3584574"/>
            <a:ext cx="64008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27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459939"/>
            <a:ext cx="11176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that you've learnt about what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and some of the common </a:t>
            </a:r>
            <a:r>
              <a:rPr lang="en-AU" sz="2400" b="1" i="0" dirty="0" smtClean="0">
                <a:solidFill>
                  <a:srgbClr val="7ABC03"/>
                </a:solidFill>
                <a:effectLst/>
                <a:latin typeface="Arial" panose="020B0604020202020204" pitchFamily="34" charset="0"/>
              </a:rPr>
              <a:t>types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forces, we can start to look at some of the laws around them.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three most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important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laws that you need to know about are 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Newton's Laws of Motion.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three laws are important because they explain how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 the </a:t>
            </a:r>
            <a:r>
              <a:rPr lang="en-AU" sz="2400" b="1" i="0" dirty="0" smtClean="0">
                <a:solidFill>
                  <a:srgbClr val="ED1B24"/>
                </a:solidFill>
                <a:effectLst/>
                <a:latin typeface="Arial" panose="020B0604020202020204" pitchFamily="34" charset="0"/>
              </a:rPr>
              <a:t>motion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objects.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44341343.319791g/1444341341311-267046294352131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675" y="3876259"/>
            <a:ext cx="3800475" cy="28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36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724238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Newton's First Law:</a:t>
            </a:r>
            <a:endParaRPr lang="en-AU" sz="2400" b="1" i="0" smtClean="0">
              <a:solidFill>
                <a:srgbClr val="0080B3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will remain in a state of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constant motion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unless an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unbalanced 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acts on 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"Constant motion" means that the object is </a:t>
            </a:r>
            <a:r>
              <a:rPr lang="en-AU" sz="2400" b="1" i="1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not accelerating.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2850.3593 (2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22700" y="31877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90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332939"/>
            <a:ext cx="10668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break down what this means: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other words, the first law states that an object will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resist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 in motion, unless a force is applied to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motion.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an object travelling at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constant velocity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only change its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an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unbalanced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acts on it.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7433.2648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09900" y="3197224"/>
            <a:ext cx="6273494" cy="325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0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569436"/>
            <a:ext cx="11404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that is stationary is in constant motion - zero constant motion: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that is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stationary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(not moving) can only start moving if an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unbalanced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acts on it.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0843328.050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86100" y="2917825"/>
            <a:ext cx="5829300" cy="331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6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87340"/>
            <a:ext cx="11023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Can you remember what the difference between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balanced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unbalanced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forces is?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forces acting on an object are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balanced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forces are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unbalanced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 net force is anything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except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find the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up all the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 object. Remember, equal forces in opposite directions cancel to produce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net force.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55236868.890241g/1455236869202-343838727408157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0767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8244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JGO_zDWmkvk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533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375335"/>
            <a:ext cx="10756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So, when you kick a ball along the ground, why does it stop?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0844341.1060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25632" y="1066800"/>
            <a:ext cx="4145068" cy="29490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4700" y="4370338"/>
            <a:ext cx="11074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Newton's first law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states that if an object is in constant motion, it will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remain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constant motion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until an unbalanced force acts on it.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often forget about the </a:t>
            </a:r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invisible 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act on all objects in our environment. In this case,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(air resistance and surface friction) acts to oppose the ball's motion, causing it to come to a stop.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08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" y="394038"/>
            <a:ext cx="11976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the majority of the universe (the vacuum of space), the implications of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first law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much more obvious.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no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unbalanced 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air resistance in space, so if our soccer ball travels in constant motion, it will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constant motion!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0578392.5536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90950" y="326390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3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378936"/>
            <a:ext cx="11341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EACD91"/>
                </a:solidFill>
                <a:effectLst/>
                <a:latin typeface="Arial" panose="020B0604020202020204" pitchFamily="34" charset="0"/>
              </a:rPr>
              <a:t>Newton's First Law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arises due to a property called </a:t>
            </a:r>
            <a:r>
              <a:rPr lang="en-AU" sz="2400" b="1" i="0" dirty="0" smtClean="0">
                <a:solidFill>
                  <a:srgbClr val="F28D9B"/>
                </a:solidFill>
                <a:effectLst/>
                <a:latin typeface="Arial" panose="020B0604020202020204" pitchFamily="34" charset="0"/>
              </a:rPr>
              <a:t>inertia.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Inertia is the tendency of an object to </a:t>
            </a:r>
            <a:r>
              <a:rPr lang="en-AU" sz="2400" b="1" i="0" dirty="0" smtClean="0">
                <a:solidFill>
                  <a:srgbClr val="5B8BC1"/>
                </a:solidFill>
                <a:effectLst/>
                <a:latin typeface="Arial" panose="020B0604020202020204" pitchFamily="34" charset="0"/>
              </a:rPr>
              <a:t>resist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its </a:t>
            </a:r>
            <a:r>
              <a:rPr lang="en-AU" sz="2400" b="1" i="0" dirty="0" smtClean="0">
                <a:solidFill>
                  <a:srgbClr val="B5E2BD"/>
                </a:solidFill>
                <a:effectLst/>
                <a:latin typeface="Arial" panose="020B0604020202020204" pitchFamily="34" charset="0"/>
              </a:rPr>
              <a:t>motion.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6354007.579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52850" y="1924050"/>
            <a:ext cx="43815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9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7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321439"/>
            <a:ext cx="11201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inertia of an object means that it either wants to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remain stationary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to continue travelling in a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straight line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 </a:t>
            </a:r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constant speed.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need to apply an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unbalanced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object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overcome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its inertia.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in the gif below, the dog did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apply an unbalanced force to the baby, so the baby's </a:t>
            </a:r>
            <a:r>
              <a:rPr lang="en-AU" sz="2400" b="1" i="1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inertia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kept it in the </a:t>
            </a:r>
            <a:r>
              <a:rPr lang="en-AU" sz="2400" b="1" i="1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same place.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045.9498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60700" y="32131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5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oTCXAPAEoc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626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0800" y="1509236"/>
            <a:ext cx="101219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amount of inertia that an object has depends on its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mass.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with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larger 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 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greater inertia.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makes it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harder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move.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353.6146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60700" y="3190399"/>
            <a:ext cx="5753100" cy="366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3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169039"/>
            <a:ext cx="111633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with a 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large inertia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requires a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larger 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make it move.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Think about trying to kick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bowling ball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versus kicking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balloon.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bowling ball has a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larger mass,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giving it a larger inertia, so you need to apply a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larger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move it along the ground. The balloon has a very light mass, and so is easily moved.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1174159.4304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51100" y="2981325"/>
            <a:ext cx="56388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4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101</Words>
  <Application>Microsoft Office PowerPoint</Application>
  <PresentationFormat>Widescreen</PresentationFormat>
  <Paragraphs>54</Paragraphs>
  <Slides>15</Slides>
  <Notes>0</Notes>
  <HiddenSlides>0</HiddenSlides>
  <MMClips>12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KaTeX_Main</vt:lpstr>
      <vt:lpstr>Office Theme</vt:lpstr>
      <vt:lpstr>Newton’s First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Newton’s First Law</dc:title>
  <dc:creator>Joseph D'cruz</dc:creator>
  <cp:lastModifiedBy>Joseph D'cruz</cp:lastModifiedBy>
  <cp:revision>3</cp:revision>
  <dcterms:created xsi:type="dcterms:W3CDTF">2020-07-15T11:27:12Z</dcterms:created>
  <dcterms:modified xsi:type="dcterms:W3CDTF">2020-07-15T11:44:49Z</dcterms:modified>
</cp:coreProperties>
</file>