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68" r:id="rId17"/>
    <p:sldId id="273" r:id="rId18"/>
    <p:sldId id="274" r:id="rId19"/>
    <p:sldId id="275" r:id="rId20"/>
    <p:sldId id="276" r:id="rId21"/>
    <p:sldId id="277" r:id="rId22"/>
    <p:sldId id="278" r:id="rId23"/>
    <p:sldId id="269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66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36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906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27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00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76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65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55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85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28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57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99EE6-17AD-4A74-BCAF-2001505F6E7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5231E-5D6B-41AF-A7EE-6047C1C1D3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81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Scalars and Vectors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79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787738"/>
            <a:ext cx="11531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scalar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categorise physical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quantitites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resultant vectors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two vectors.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6922093.431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89300" y="3146424"/>
            <a:ext cx="5283200" cy="358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2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1600" y="95240"/>
            <a:ext cx="12128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do the terms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quantity that has a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quantity that has both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 and 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 the ball below moves a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</a:t>
            </a:r>
            <a:r>
              <a:rPr lang="en-AU" sz="2400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scalar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value, but if you said it moves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the left, that is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a </a:t>
            </a:r>
            <a:r>
              <a:rPr lang="en-AU" sz="2400" b="1" i="1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has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587485.7506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40125" y="3410929"/>
            <a:ext cx="4845050" cy="344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8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158740"/>
            <a:ext cx="11353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 scalars and vectors.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 size only. Other examples of scalars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temperature, 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None of these quantities have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 and direction.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Another example of a vector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 due to the force of gravity,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has a size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(9.8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direction (toward the centre of the Earth).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a vector quantity.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1844477.181851g/1441844478683-11397991408546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3791992"/>
            <a:ext cx="6562725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9700" y="6150114"/>
            <a:ext cx="8470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sz="20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0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 metres (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49851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52338"/>
            <a:ext cx="11671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symbols to help distinguish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quantity.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may be represented pictorially by an arrowed line segment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(→)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symbolically as      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a​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arrow helps remind us that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includes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537" y="1206500"/>
            <a:ext cx="373063" cy="504732"/>
          </a:xfrm>
          <a:prstGeom prst="rect">
            <a:avLst/>
          </a:prstGeom>
        </p:spPr>
      </p:pic>
      <p:pic>
        <p:nvPicPr>
          <p:cNvPr id="4" name="1527547534.376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81487" y="2957561"/>
            <a:ext cx="3336925" cy="333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5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645636"/>
            <a:ext cx="10236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are going to learn about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a trebuchet.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trebuchet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weapon of war that uses a swinging arm to throw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projectile,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demonstrated in this video: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703216.700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54300" y="3044825"/>
            <a:ext cx="60960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2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5100" y="197535"/>
            <a:ext cx="8674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be exploring the Polish city of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Wroclaw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(read: 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vrot-swaf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2043240.252181g/1532043240732-180376163522261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699" y="566867"/>
            <a:ext cx="5686425" cy="624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42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76937"/>
            <a:ext cx="11264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you want to get from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point 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point B.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Getting from A to B is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impossible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don't know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2658981.4147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75000" y="2463800"/>
            <a:ext cx="5524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0"/>
            <a:ext cx="11137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enough! You also need to know the direction from A to B.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describe the distance AND direction between two points we use a quantity called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 can be recorded using a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compass rose.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Imagine a line from A to B, and pick the line in the compass rose that points in the same direction.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 is northwest (NW).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2659205.4489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00450" y="3416320"/>
            <a:ext cx="5524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67038"/>
            <a:ext cx="1148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trebuchet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all set up on the riverbank, ready to fire at the city wall. To fire a trebuchet accurately,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your target must be known.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target below?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2463823.784411g/15324638231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587" y="279400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13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342037"/>
            <a:ext cx="1046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line on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compass rose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points in the same direction as the target is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northeast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line.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target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northeast.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2659673.915961g/1532659674069-58915603416359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280670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75337"/>
            <a:ext cx="10782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Compass points aren't very accurate.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we can measure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 bearing.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angles in degrees from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000°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359°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are measured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clockwise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north.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2044481.223771g/1532044481948-180376163522261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975" y="2944812"/>
            <a:ext cx="6909372" cy="329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22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377736"/>
            <a:ext cx="9690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target below?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2464260.099251g/153246425950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7" y="207010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699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443637"/>
            <a:ext cx="1024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Looking at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protractor,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see that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angle from north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approximately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030°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target below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030°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2464288.11361g/153246428750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75" y="2751961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37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1379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 we add together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quantities?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I walk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walk another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how far have I walked?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 it is simply the sum of the two values.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50+50=100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if I want to consider direction as well?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I walk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north, then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east, how far from the starting point am I?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41721442.27471g/1541721439413-315633695696740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035" y="4154984"/>
            <a:ext cx="2958915" cy="261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149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2151" y="374134"/>
            <a:ext cx="8081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add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49" y="1081087"/>
            <a:ext cx="9764811" cy="42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82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40836"/>
            <a:ext cx="1135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Vectors are added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connecting the arrowhead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one vector to the tail of a second vector.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sum of the two vectors is the distance and direction from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tail of the first,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tip of the second: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2465625.54481g/1532465624984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575" y="3297237"/>
            <a:ext cx="386715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0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388035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calculate the size of the new vector with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Pythagorean theorem: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1038224"/>
            <a:ext cx="6421438" cy="48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04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7" y="0"/>
            <a:ext cx="4772025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31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53536"/>
            <a:ext cx="11226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about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start?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work out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new vector we use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trigonometry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the angle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triangle: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32307482.700071g/1532307483206-447385814065167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923196"/>
            <a:ext cx="39243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1000" y="4735394"/>
            <a:ext cx="1137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 we'll use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tangent function,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 know the opposite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(O)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adjacent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sides, and want to find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angle: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4" y="5566390"/>
            <a:ext cx="2363945" cy="120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63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47637"/>
            <a:ext cx="7943850" cy="6658815"/>
          </a:xfrm>
          <a:prstGeom prst="rect">
            <a:avLst/>
          </a:prstGeom>
        </p:spPr>
      </p:pic>
      <p:pic>
        <p:nvPicPr>
          <p:cNvPr id="11266" name="Picture 2" descr="https://www.educationperfect.com/media/content/Science/1532310306.852271g/1532310307371-447385814065167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75" y="2767012"/>
            <a:ext cx="39243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851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109141"/>
            <a:ext cx="6096000" cy="63709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your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trebuchets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destroyed the south gate, and advanced into the city. A local has provided you with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jail, where several of your soldiers are imprisoned: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"To get to the jail, walk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north, then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east."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 of walking over to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explain the situation,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let’s fire the trebuchet at the jail to break them out.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32466660.676851g/153246666005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570" y="2133600"/>
            <a:ext cx="507873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737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www.educationperfect.com/media/content/Science/1532466692.683331g/15324666920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310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673100"/>
            <a:ext cx="5971255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10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747236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32466692.683331g/15324666920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304800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523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www.educationperfect.com/media/content/Science/1532466748.61461g/1532466748035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143625" y="3559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calculate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jail we’ll use </a:t>
            </a:r>
            <a:r>
              <a:rPr lang="en-AU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trigonometry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the angle inside the triangle.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 we'll use the </a:t>
            </a:r>
            <a:r>
              <a:rPr lang="en-AU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tangent function,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 know the opposite and adjacent sides, and want to find the angle: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975" y="2387263"/>
            <a:ext cx="6978650" cy="432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4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</Words>
  <Application>Microsoft Office PowerPoint</Application>
  <PresentationFormat>Widescreen</PresentationFormat>
  <Paragraphs>100</Paragraphs>
  <Slides>25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KaTeX_Main</vt:lpstr>
      <vt:lpstr>KaTeX_Math</vt:lpstr>
      <vt:lpstr>Office Theme</vt:lpstr>
      <vt:lpstr>Scalars and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Scalars and Vectors</dc:title>
  <dc:creator>Joseph D'cruz</dc:creator>
  <cp:lastModifiedBy>Joseph D'cruz</cp:lastModifiedBy>
  <cp:revision>2</cp:revision>
  <dcterms:created xsi:type="dcterms:W3CDTF">2020-07-15T07:19:15Z</dcterms:created>
  <dcterms:modified xsi:type="dcterms:W3CDTF">2020-07-15T07:26:27Z</dcterms:modified>
</cp:coreProperties>
</file>