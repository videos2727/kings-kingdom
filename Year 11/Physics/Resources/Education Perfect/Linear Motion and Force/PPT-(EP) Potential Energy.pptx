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78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02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639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44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5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502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851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444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95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6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11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60983-C46D-4CC1-BBAF-A55B737D58CD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3E8E9-D33B-4A14-9F63-2F2A14BC04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248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qkGaIaOorR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_22yf_gJyg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qPD-AQQ6O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Potential Energy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174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230" y="717157"/>
            <a:ext cx="109728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 do the following: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three types of potential energy.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potential energy from kinetic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6616915.652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39388" y="2995862"/>
            <a:ext cx="3994484" cy="29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727" y="416460"/>
            <a:ext cx="115342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also known as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stored energy,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is stored in objects.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Lots of things have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potential energy!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your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phone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laptop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batteries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store energy for the devices to use. </a:t>
            </a:r>
            <a:r>
              <a:rPr lang="en-AU" sz="24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Food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potential energy that we take when we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7153960.717461f/1507153952836-1072207906067377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459" y="3617495"/>
            <a:ext cx="50768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4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6175" y="735789"/>
            <a:ext cx="110860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 food and drink are turned into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you eat, and the energy is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your body.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is used when you produce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moving, or speaking, or just warming yourself up.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9364.0720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73181" y="2674781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3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1687" y="485092"/>
            <a:ext cx="7040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three main types of potential energy: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8547" y="1059921"/>
            <a:ext cx="115342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7BB9DB"/>
                </a:solidFill>
                <a:effectLst/>
                <a:latin typeface="Arial" panose="020B0604020202020204" pitchFamily="34" charset="0"/>
              </a:rPr>
              <a:t>Chemical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potential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stored in the </a:t>
            </a:r>
            <a:r>
              <a:rPr lang="en-AU" sz="2400" b="1" i="0" dirty="0" smtClean="0">
                <a:solidFill>
                  <a:srgbClr val="7BB9DB"/>
                </a:solidFill>
                <a:effectLst/>
                <a:latin typeface="Arial" panose="020B0604020202020204" pitchFamily="34" charset="0"/>
              </a:rPr>
              <a:t>chemical bonds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atoms.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Elastic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potential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stored in </a:t>
            </a:r>
            <a:r>
              <a:rPr lang="en-AU" sz="2400" b="1" i="0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stretchable materials (such as springs).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Gravitational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potential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stored in objects that are experiencing </a:t>
            </a: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gravity.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12425173.070141f/1512425176318-1701270412249462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606" y="3481409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78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4849" y="631389"/>
            <a:ext cx="1073317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that is experiencing gravity has </a:t>
            </a: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gravitational potential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(GPE).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object on the Earth has GPE, because everything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the Earth's centre.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energy is converted into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an object moves downwards.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922847.2957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64504" y="3957387"/>
            <a:ext cx="2900613" cy="29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4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6847" y="260147"/>
            <a:ext cx="108932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Say you push a </a:t>
            </a:r>
            <a:r>
              <a:rPr lang="en-AU" sz="2400" b="1" i="0" dirty="0" smtClean="0">
                <a:solidFill>
                  <a:srgbClr val="888889"/>
                </a:solidFill>
                <a:effectLst/>
                <a:latin typeface="Arial" panose="020B0604020202020204" pitchFamily="34" charset="0"/>
              </a:rPr>
              <a:t>boulder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 a cliff. At the top of the cliff, it has a certain amount of </a:t>
            </a: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697322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it falls off, that potential energy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decreases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boulder speeds up, and the GPE converts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the bottom, the boulder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stops.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boulder has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less gravitational potential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it did at the top of the cliff.</a:t>
            </a:r>
            <a:endParaRPr lang="en-AU" sz="2400" dirty="0"/>
          </a:p>
        </p:txBody>
      </p:sp>
      <p:pic>
        <p:nvPicPr>
          <p:cNvPr id="3074" name="Picture 2" descr="https://www.educationperfect.com/media/content/Science/1524460871.222391g/1524460871021-224332579629947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523" y="1682498"/>
            <a:ext cx="343852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10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6051" y="485080"/>
            <a:ext cx="1132698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gravitational potential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(GPE)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of an object depends on its </a:t>
            </a:r>
            <a:r>
              <a:rPr lang="en-AU" sz="2400" b="1" i="0" dirty="0" smtClean="0">
                <a:solidFill>
                  <a:srgbClr val="E74C3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its </a:t>
            </a:r>
            <a:r>
              <a:rPr lang="en-AU" sz="2400" b="1" i="0" dirty="0" smtClean="0">
                <a:solidFill>
                  <a:srgbClr val="E74C3C"/>
                </a:solidFill>
                <a:effectLst/>
                <a:latin typeface="Arial" panose="020B0604020202020204" pitchFamily="34" charset="0"/>
              </a:rPr>
              <a:t>height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above the ground.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 </a:t>
            </a: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have </a:t>
            </a:r>
            <a:r>
              <a:rPr lang="en-AU" sz="2400" b="1" i="0" u="sng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more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fall with than those that are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smaller or closer to the ground.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4461584.752091g/1524461584713-224332579629947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114" y="3048000"/>
            <a:ext cx="4946314" cy="326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850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299" y="2048213"/>
            <a:ext cx="114386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E5899D"/>
                </a:solidFill>
                <a:effectLst/>
                <a:latin typeface="Arial" panose="020B0604020202020204" pitchFamily="34" charset="0"/>
              </a:rPr>
              <a:t>Gravitational potential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(GPE) is the energy associated with the height of an object above the ground.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defined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stored in an object as a result of its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another object to which it is attracted by the force of gravity.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7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kGaIaOorRY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3604" y="432502"/>
            <a:ext cx="105723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objects can be </a:t>
            </a:r>
            <a:r>
              <a:rPr lang="en-AU" sz="2400" b="1" i="0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stretched.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are stretched,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put into the object and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potential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then released as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object is returned to its usual form.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 </a:t>
            </a:r>
            <a:r>
              <a:rPr lang="en-AU" sz="2400" b="1" i="0" u="sng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elastic potential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7210.3043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3438525"/>
            <a:ext cx="5759116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6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175" y="2072987"/>
            <a:ext cx="115832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b="1" i="0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Elastic potential energy</a:t>
            </a:r>
            <a:r>
              <a:rPr lang="en-AU" sz="36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energy stored in an elastic material or spring when </a:t>
            </a:r>
            <a:r>
              <a:rPr lang="en-AU" sz="3600" b="1" i="0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compressed</a:t>
            </a:r>
            <a:r>
              <a:rPr lang="en-AU" sz="36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3600" b="1" i="0" dirty="0" smtClean="0">
                <a:solidFill>
                  <a:srgbClr val="E8C76B"/>
                </a:solidFill>
                <a:effectLst/>
                <a:latin typeface="Arial" panose="020B0604020202020204" pitchFamily="34" charset="0"/>
              </a:rPr>
              <a:t>extended.</a:t>
            </a:r>
            <a:endParaRPr lang="en-AU" sz="36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15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_22yf_gJyg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28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7881" y="1827656"/>
            <a:ext cx="114391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7BB9DB"/>
                </a:solidFill>
                <a:effectLst/>
                <a:latin typeface="Arial" panose="020B0604020202020204" pitchFamily="34" charset="0"/>
              </a:rPr>
              <a:t>Chemical potential energy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the energy stored within objects, created when atoms and molecules </a:t>
            </a:r>
            <a:r>
              <a:rPr lang="en-AU" sz="2800" b="1" i="0" dirty="0" smtClean="0">
                <a:solidFill>
                  <a:srgbClr val="7BB9DB"/>
                </a:solidFill>
                <a:effectLst/>
                <a:latin typeface="Arial" panose="020B0604020202020204" pitchFamily="34" charset="0"/>
              </a:rPr>
              <a:t>bond.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bonds are like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glue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holds particles together, and each bond contains a </a:t>
            </a:r>
            <a:r>
              <a:rPr lang="en-AU" sz="28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lot of energy.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29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qPD-AQQ6O8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8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Widescreen</PresentationFormat>
  <Paragraphs>39</Paragraphs>
  <Slides>15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Potential 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Potential Energy</dc:title>
  <dc:creator>D'CRUZ Jean [Narrogin Senior High School]</dc:creator>
  <cp:lastModifiedBy>D'CRUZ Jean [Narrogin Senior High School]</cp:lastModifiedBy>
  <cp:revision>1</cp:revision>
  <dcterms:created xsi:type="dcterms:W3CDTF">2020-07-20T06:15:51Z</dcterms:created>
  <dcterms:modified xsi:type="dcterms:W3CDTF">2020-07-20T06:16:10Z</dcterms:modified>
</cp:coreProperties>
</file>