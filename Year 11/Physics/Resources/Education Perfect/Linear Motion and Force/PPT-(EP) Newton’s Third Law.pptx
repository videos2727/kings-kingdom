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2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F88-1D66-46EF-8C30-B8BC250D07B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B5260-98F2-4485-B60D-5DF2BE68D4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403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F88-1D66-46EF-8C30-B8BC250D07B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B5260-98F2-4485-B60D-5DF2BE68D4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886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F88-1D66-46EF-8C30-B8BC250D07B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B5260-98F2-4485-B60D-5DF2BE68D4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035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F88-1D66-46EF-8C30-B8BC250D07B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B5260-98F2-4485-B60D-5DF2BE68D4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7654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F88-1D66-46EF-8C30-B8BC250D07B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B5260-98F2-4485-B60D-5DF2BE68D4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46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F88-1D66-46EF-8C30-B8BC250D07B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B5260-98F2-4485-B60D-5DF2BE68D4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84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F88-1D66-46EF-8C30-B8BC250D07B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B5260-98F2-4485-B60D-5DF2BE68D4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403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F88-1D66-46EF-8C30-B8BC250D07B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B5260-98F2-4485-B60D-5DF2BE68D4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7464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F88-1D66-46EF-8C30-B8BC250D07B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B5260-98F2-4485-B60D-5DF2BE68D4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554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F88-1D66-46EF-8C30-B8BC250D07B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B5260-98F2-4485-B60D-5DF2BE68D4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328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A0F88-1D66-46EF-8C30-B8BC250D07B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B5260-98F2-4485-B60D-5DF2BE68D4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391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A0F88-1D66-46EF-8C30-B8BC250D07B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B5260-98F2-4485-B60D-5DF2BE68D4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837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Newton’s Third Law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8965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8133" y="1612037"/>
            <a:ext cx="1083733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the lesson, you should be able to:</a:t>
            </a:r>
          </a:p>
          <a:p>
            <a:pPr algn="ctr"/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32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Newton's Third Law.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32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consequences of Newton's Third Law.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32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 </a:t>
            </a:r>
            <a:r>
              <a:rPr lang="en-AU" sz="32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seat belts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use </a:t>
            </a:r>
            <a:r>
              <a:rPr lang="en-AU" sz="32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action-reaction pairs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keep passengers safe.</a:t>
            </a:r>
            <a:endParaRPr lang="en-AU" sz="32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218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47733" y="494437"/>
            <a:ext cx="621347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Newton's Third Law states:</a:t>
            </a:r>
          </a:p>
          <a:p>
            <a:pPr algn="ctr"/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32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every </a:t>
            </a:r>
            <a:r>
              <a:rPr lang="en-AU" sz="32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action force,</a:t>
            </a:r>
            <a:r>
              <a:rPr lang="en-AU" sz="32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is an equal and opposite </a:t>
            </a:r>
            <a:r>
              <a:rPr lang="en-AU" sz="32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reaction force.</a:t>
            </a:r>
            <a:endParaRPr lang="en-AU" sz="32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break this down and see what it means!</a:t>
            </a:r>
            <a:endParaRPr lang="en-AU" sz="32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31444686.2609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" y="1580091"/>
            <a:ext cx="5122057" cy="370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7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2941" y="316006"/>
            <a:ext cx="1151572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Newton's Third Law means that forces come in </a:t>
            </a:r>
            <a:r>
              <a:rPr lang="en-AU" sz="28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pairs.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one object exerts a </a:t>
            </a:r>
            <a:r>
              <a:rPr lang="en-AU" sz="28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another object, the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second object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exert another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back on the first one.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force that the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 object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exerts is the </a:t>
            </a:r>
            <a:r>
              <a:rPr lang="en-AU" sz="28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action force.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force that is exerted in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response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action force is the </a:t>
            </a:r>
            <a:r>
              <a:rPr lang="en-AU" sz="28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reaction force.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31446101.528181g/1531446101510-118222841602040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803" y="3945467"/>
            <a:ext cx="76200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81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5075" y="717074"/>
            <a:ext cx="1005945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8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reaction force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same size as the </a:t>
            </a:r>
            <a:r>
              <a:rPr lang="en-AU" sz="28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action force.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reaction force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points in the </a:t>
            </a:r>
            <a:r>
              <a:rPr lang="en-AU" sz="28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opposite direction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action force.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31446035.089961g/1531446034966-118222841602040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508" y="3835400"/>
            <a:ext cx="7610475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198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199" y="535081"/>
            <a:ext cx="1108815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case, gravity is an </a:t>
            </a:r>
            <a:r>
              <a:rPr lang="en-AU" sz="28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action force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 Earth applies to you.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Newton's Third Law,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exert a </a:t>
            </a:r>
            <a:r>
              <a:rPr lang="en-AU" sz="28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reaction force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Earth!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force points </a:t>
            </a:r>
            <a:r>
              <a:rPr lang="en-AU" sz="28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towards you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the </a:t>
            </a:r>
            <a:r>
              <a:rPr lang="en-AU" sz="28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same magnitude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gravitational force pointing towards the Earth, so the two forces obey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Newton's Third Law.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31444455.824231g/1531444455658-118222841602040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734" y="4505399"/>
            <a:ext cx="5364692" cy="246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0896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9467" y="668572"/>
            <a:ext cx="112437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a few more examples of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action-</a:t>
            </a:r>
            <a:r>
              <a:rPr lang="en-AU" sz="24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reaction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pairs.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example that you're probably already familiar with occurs when you catch a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ball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playing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sports.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ball is moving very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quickly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you catch it, your hands need to apply 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large action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ball to make it stop. By Newton's Third Law, the ball will apply a </a:t>
            </a:r>
            <a:r>
              <a:rPr lang="en-AU" sz="24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large reaction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your hands.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3521.1923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14800" y="3715560"/>
            <a:ext cx="4097867" cy="298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8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36139"/>
            <a:ext cx="6096000" cy="61247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Rockets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use Newton's Third Law to </a:t>
            </a:r>
            <a:r>
              <a:rPr lang="en-AU" sz="28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move.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Rockets </a:t>
            </a:r>
            <a:r>
              <a:rPr lang="en-AU" sz="28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burn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their fuel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extremely quickly,</a:t>
            </a:r>
            <a:r>
              <a:rPr lang="en-AU" sz="28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producing </a:t>
            </a:r>
            <a:r>
              <a:rPr lang="en-AU" sz="28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hot gases.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rocket applies an </a:t>
            </a:r>
            <a:r>
              <a:rPr lang="en-AU" sz="28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action force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gases, forcing them out the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back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rocket. This means that the gases must apply a </a:t>
            </a:r>
            <a:r>
              <a:rPr lang="en-AU" sz="2800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reaction force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rocket, pushing it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forward.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allows the rocket to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 </a:t>
            </a:r>
            <a:r>
              <a:rPr lang="en-AU" sz="28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vacuum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8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space!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6198.0381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53200" y="1312515"/>
            <a:ext cx="5181356" cy="388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6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0537" y="373582"/>
            <a:ext cx="1107493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Seat belts also use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action-</a:t>
            </a:r>
            <a:r>
              <a:rPr lang="en-AU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reaction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pairs.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 are in a car crash that caused your car to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stop suddenly,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would continue to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move forward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due to your inertia (Newton's First Law).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you're wearing your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seat belt,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will apply an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action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it, equal to the force throwing you forward.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Your seat belt will then apply a </a:t>
            </a:r>
            <a:r>
              <a:rPr lang="en-AU" b="1" i="0" dirty="0" smtClean="0">
                <a:solidFill>
                  <a:srgbClr val="CC5A87"/>
                </a:solidFill>
                <a:effectLst/>
                <a:latin typeface="Arial" panose="020B0604020202020204" pitchFamily="34" charset="0"/>
              </a:rPr>
              <a:t>reaction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back to you. This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stops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from moving forward, preventing you from going through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windshield.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31442592.54521g/1531442592523-118222841602040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908" y="3481710"/>
            <a:ext cx="2672292" cy="315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1503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</Words>
  <Application>Microsoft Office PowerPoint</Application>
  <PresentationFormat>Widescreen</PresentationFormat>
  <Paragraphs>41</Paragraphs>
  <Slides>9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Newton’s Third Law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Newton’s Third Law</dc:title>
  <dc:creator>D'CRUZ Jean [Narrogin Senior High School]</dc:creator>
  <cp:lastModifiedBy>Joseph D'cruz</cp:lastModifiedBy>
  <cp:revision>2</cp:revision>
  <dcterms:created xsi:type="dcterms:W3CDTF">2020-05-26T00:07:45Z</dcterms:created>
  <dcterms:modified xsi:type="dcterms:W3CDTF">2020-07-15T11:50:37Z</dcterms:modified>
</cp:coreProperties>
</file>