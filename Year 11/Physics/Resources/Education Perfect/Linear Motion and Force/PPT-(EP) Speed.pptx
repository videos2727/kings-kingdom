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460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669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57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49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18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268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96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53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5729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62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898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E02F4-9419-4CF6-8895-7E14C7106ADC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63B97-3EFB-4F3B-B24F-CB7C8F3344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955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Speed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7537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798036"/>
            <a:ext cx="10909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the lesson, you should be able to: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formula for calculating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speed using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distance and time.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7890.3817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28672" y="3651250"/>
            <a:ext cx="4820356" cy="271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9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1001236"/>
            <a:ext cx="10985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objects move, they travel a certain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certain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time.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 these two quantities to find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object.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tells us how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fast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something moves!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23777815.331661g/1423777790414-134900769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3289300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73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839738"/>
            <a:ext cx="11150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Delta: The symbol for change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physics, we call the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symbol is the Greek letter Delta, and means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"change in."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a stopwatch measures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changes in time.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07086064.881741g/1507086074067-3014388425102806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238" y="3822700"/>
            <a:ext cx="4006761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57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32138"/>
            <a:ext cx="10985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describes how fast something is moving.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defined as the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time.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measure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metres per second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m/s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which can also be written 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3449397.769961g/1453449400783-390300057266797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32512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24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0"/>
            <a:ext cx="12134506" cy="631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2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710337"/>
            <a:ext cx="11328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also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rearrange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formula to find the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an object travels in a certain time.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distance=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speed×time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×Δ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t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2177.6414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84500" y="3295650"/>
            <a:ext cx="5791200" cy="311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0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87" y="273050"/>
            <a:ext cx="10514013" cy="3540908"/>
          </a:xfrm>
          <a:prstGeom prst="rect">
            <a:avLst/>
          </a:prstGeom>
        </p:spPr>
      </p:pic>
      <p:pic>
        <p:nvPicPr>
          <p:cNvPr id="3" name="1511819107.6905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48600" y="3556000"/>
            <a:ext cx="406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2400" y="443637"/>
            <a:ext cx="12344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Speed vs. Velocity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terms speed and velocity of are often used interchangeably. However, there is a subtle but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very important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difference!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12" y="2774949"/>
            <a:ext cx="10798175" cy="311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86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179387"/>
            <a:ext cx="8034338" cy="466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96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409139"/>
            <a:ext cx="11252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work through an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together to calculate the speed of an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Lucy is taking her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puppy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 dog park. When she throws the ball, the puppy runs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catch it. Lucy was timing the puppy, and she found that it only took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run that far.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puppy?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57996573.116751g/1457996576179-416291166199002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275" y="35560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482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429736"/>
            <a:ext cx="11125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Our first step is to find the change in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change in </a:t>
            </a:r>
            <a:r>
              <a:rPr lang="en-AU" sz="2400" b="1" i="0" dirty="0" smtClean="0">
                <a:solidFill>
                  <a:srgbClr val="7C59B2"/>
                </a:solidFill>
                <a:effectLst/>
                <a:latin typeface="Arial" panose="020B0604020202020204" pitchFamily="34" charset="0"/>
              </a:rPr>
              <a:t>time.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puppy ran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 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=20 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was done over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period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 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=5 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1128.1970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03588" y="2768599"/>
            <a:ext cx="4672012" cy="38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6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7" y="109537"/>
            <a:ext cx="10736263" cy="4472188"/>
          </a:xfrm>
          <a:prstGeom prst="rect">
            <a:avLst/>
          </a:prstGeom>
        </p:spPr>
      </p:pic>
      <p:pic>
        <p:nvPicPr>
          <p:cNvPr id="3" name="1509318056.5928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88837" y="4384875"/>
            <a:ext cx="4601163" cy="247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95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36</Paragraphs>
  <Slides>13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KaTeX_Main</vt:lpstr>
      <vt:lpstr>KaTeX_Math</vt:lpstr>
      <vt:lpstr>Office Theme</vt:lpstr>
      <vt:lpstr>Speed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</dc:title>
  <dc:creator>Joseph D'cruz</dc:creator>
  <cp:lastModifiedBy>Joseph D'cruz</cp:lastModifiedBy>
  <cp:revision>1</cp:revision>
  <dcterms:created xsi:type="dcterms:W3CDTF">2020-07-15T09:42:10Z</dcterms:created>
  <dcterms:modified xsi:type="dcterms:W3CDTF">2020-07-15T09:42:21Z</dcterms:modified>
</cp:coreProperties>
</file>