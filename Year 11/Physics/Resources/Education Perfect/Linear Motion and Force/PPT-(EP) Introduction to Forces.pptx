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07BA7-E9AF-4A3B-AFD6-E73F94A3EEA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C6C6-FF04-4C0A-81BB-D42DE8A093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2574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07BA7-E9AF-4A3B-AFD6-E73F94A3EEA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C6C6-FF04-4C0A-81BB-D42DE8A093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7365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07BA7-E9AF-4A3B-AFD6-E73F94A3EEA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C6C6-FF04-4C0A-81BB-D42DE8A093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6459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07BA7-E9AF-4A3B-AFD6-E73F94A3EEA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C6C6-FF04-4C0A-81BB-D42DE8A093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0959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07BA7-E9AF-4A3B-AFD6-E73F94A3EEA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C6C6-FF04-4C0A-81BB-D42DE8A093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1225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07BA7-E9AF-4A3B-AFD6-E73F94A3EEA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C6C6-FF04-4C0A-81BB-D42DE8A093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1739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07BA7-E9AF-4A3B-AFD6-E73F94A3EEA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C6C6-FF04-4C0A-81BB-D42DE8A093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5898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07BA7-E9AF-4A3B-AFD6-E73F94A3EEA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C6C6-FF04-4C0A-81BB-D42DE8A093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4915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07BA7-E9AF-4A3B-AFD6-E73F94A3EEA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C6C6-FF04-4C0A-81BB-D42DE8A093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3008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07BA7-E9AF-4A3B-AFD6-E73F94A3EEA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C6C6-FF04-4C0A-81BB-D42DE8A093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1910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07BA7-E9AF-4A3B-AFD6-E73F94A3EEA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C6C6-FF04-4C0A-81BB-D42DE8A093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3459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07BA7-E9AF-4A3B-AFD6-E73F94A3EEA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E3C6C6-FF04-4C0A-81BB-D42DE8A093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792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iography.com/people/isaac-newton-9422656#synopsis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YyJSlcIbd-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Introduction to Forces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6711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938937"/>
            <a:ext cx="105283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lesson, you should be able to: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2FCC71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happens when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applied to an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object.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2FCC71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forces are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represented.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2FCC71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unit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force.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2FCC71"/>
                </a:solidFill>
                <a:effectLst/>
                <a:latin typeface="Arial" panose="020B0604020202020204" pitchFamily="34" charset="0"/>
              </a:rPr>
              <a:t>Identify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balanced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net force is produced.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6442.2804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36900" y="3832224"/>
            <a:ext cx="5921612" cy="247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975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244039"/>
            <a:ext cx="111633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force is a </a:t>
            </a:r>
            <a:r>
              <a:rPr lang="en-AU" sz="2400" b="1" i="0" dirty="0" smtClean="0">
                <a:solidFill>
                  <a:srgbClr val="DABBED"/>
                </a:solidFill>
                <a:effectLst/>
                <a:latin typeface="Arial" panose="020B0604020202020204" pitchFamily="34" charset="0"/>
              </a:rPr>
              <a:t>push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DABBED"/>
                </a:solidFill>
                <a:effectLst/>
                <a:latin typeface="Arial" panose="020B0604020202020204" pitchFamily="34" charset="0"/>
              </a:rPr>
              <a:t>pull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applied by one object to another object.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may not be able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see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forces, but we know that they are there because they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change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7FBFCD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7FBFCD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an object is travelling in.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Forces can also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change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CEA07E"/>
                </a:solidFill>
                <a:effectLst/>
                <a:latin typeface="Arial" panose="020B0604020202020204" pitchFamily="34" charset="0"/>
              </a:rPr>
              <a:t>shape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objects.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2850.359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89350" y="3098800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870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9500" y="1166336"/>
            <a:ext cx="10668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you </a:t>
            </a:r>
            <a:r>
              <a:rPr lang="en-AU" sz="2400" b="1" i="0" dirty="0" smtClean="0">
                <a:solidFill>
                  <a:srgbClr val="CC665A"/>
                </a:solidFill>
                <a:effectLst/>
                <a:latin typeface="Arial" panose="020B0604020202020204" pitchFamily="34" charset="0"/>
              </a:rPr>
              <a:t>push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bowling ball, you apply a force to it that makes it start </a:t>
            </a:r>
            <a:r>
              <a:rPr lang="en-AU" sz="2400" b="1" i="0" dirty="0" smtClean="0">
                <a:solidFill>
                  <a:srgbClr val="CC665A"/>
                </a:solidFill>
                <a:effectLst/>
                <a:latin typeface="Arial" panose="020B0604020202020204" pitchFamily="34" charset="0"/>
              </a:rPr>
              <a:t>moving.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Then the bowling ball applies another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pins when it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hits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them. This makes the pins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fall over.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2772.8212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65500" y="3508374"/>
            <a:ext cx="5092700" cy="321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45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69436"/>
            <a:ext cx="107569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you pull a rubber band, it </a:t>
            </a:r>
            <a:r>
              <a:rPr lang="en-AU" sz="2400" b="1" i="0" dirty="0" smtClean="0">
                <a:solidFill>
                  <a:srgbClr val="3D7A6E"/>
                </a:solidFill>
                <a:effectLst/>
                <a:latin typeface="Arial" panose="020B0604020202020204" pitchFamily="34" charset="0"/>
              </a:rPr>
              <a:t>stretches.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makes the rubber band change its </a:t>
            </a:r>
            <a:r>
              <a:rPr lang="en-AU" sz="2400" b="1" i="0" dirty="0" smtClean="0">
                <a:solidFill>
                  <a:srgbClr val="3D7A6E"/>
                </a:solidFill>
                <a:effectLst/>
                <a:latin typeface="Arial" panose="020B0604020202020204" pitchFamily="34" charset="0"/>
              </a:rPr>
              <a:t>shape.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anything that changes the </a:t>
            </a:r>
            <a:r>
              <a:rPr lang="en-AU" sz="2400" b="1" i="1" dirty="0" smtClean="0">
                <a:solidFill>
                  <a:srgbClr val="CC5A87"/>
                </a:solidFill>
                <a:effectLst/>
                <a:latin typeface="Arial" panose="020B0604020202020204" pitchFamily="34" charset="0"/>
              </a:rPr>
              <a:t>speed, direction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1" dirty="0" smtClean="0">
                <a:solidFill>
                  <a:srgbClr val="CC5A87"/>
                </a:solidFill>
                <a:effectLst/>
                <a:latin typeface="Arial" panose="020B0604020202020204" pitchFamily="34" charset="0"/>
              </a:rPr>
              <a:t>shape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panish/1423001998.621951g/1423002042547-65658500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9175" y="3419475"/>
            <a:ext cx="3800475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38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695236"/>
            <a:ext cx="103124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0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measure force in </a:t>
            </a:r>
            <a:r>
              <a:rPr lang="en-AU" sz="2000" b="1" i="0" dirty="0" smtClean="0">
                <a:solidFill>
                  <a:srgbClr val="CC665A"/>
                </a:solidFill>
                <a:effectLst/>
                <a:latin typeface="Arial" panose="020B0604020202020204" pitchFamily="34" charset="0"/>
              </a:rPr>
              <a:t>newtons,</a:t>
            </a:r>
            <a:r>
              <a:rPr lang="en-AU" sz="20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have the symbol N.</a:t>
            </a:r>
          </a:p>
          <a:p>
            <a:pPr algn="ctr"/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0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large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force has </a:t>
            </a:r>
            <a:r>
              <a:rPr lang="en-AU" sz="20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more newtons</a:t>
            </a:r>
            <a:r>
              <a:rPr lang="en-AU" sz="2000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than a </a:t>
            </a:r>
            <a:r>
              <a:rPr lang="en-AU" sz="20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small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force.</a:t>
            </a:r>
            <a:endParaRPr lang="en-AU" sz="20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German/1459826032.65541g/1459826056220-747593372767212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75" y="2141537"/>
            <a:ext cx="3810000" cy="380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118100" y="2691537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Newtons were named after </a:t>
            </a:r>
            <a:r>
              <a:rPr lang="en-AU" sz="2400" b="0" i="0" u="none" strike="noStrike" dirty="0" smtClean="0">
                <a:solidFill>
                  <a:srgbClr val="0780B0"/>
                </a:solidFill>
                <a:effectLst/>
                <a:latin typeface="Arial" panose="020B0604020202020204" pitchFamily="34" charset="0"/>
                <a:hlinkClick r:id="rId3"/>
              </a:rPr>
              <a:t>Isaac Newton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the famous physicist.</a:t>
            </a:r>
            <a:b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Newton worked out loads of really important scientific ideas. Later in this folder, we will learn about his </a:t>
            </a:r>
            <a:r>
              <a:rPr lang="en-AU" sz="2400" b="1" i="0" dirty="0" smtClean="0">
                <a:solidFill>
                  <a:srgbClr val="3D7A6E"/>
                </a:solidFill>
                <a:effectLst/>
                <a:latin typeface="Arial" panose="020B0604020202020204" pitchFamily="34" charset="0"/>
              </a:rPr>
              <a:t>Laws of Motion,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explain how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forces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work.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40409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8638"/>
            <a:ext cx="112141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Sometimes </a:t>
            </a:r>
            <a:r>
              <a:rPr lang="en-AU" sz="2400" b="1" i="0" dirty="0" smtClean="0">
                <a:solidFill>
                  <a:srgbClr val="CC665A"/>
                </a:solidFill>
                <a:effectLst/>
                <a:latin typeface="Arial" panose="020B0604020202020204" pitchFamily="34" charset="0"/>
              </a:rPr>
              <a:t>two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more forces act on the same object, resulting in a </a:t>
            </a:r>
            <a:r>
              <a:rPr lang="en-AU" sz="2400" b="1" i="0" dirty="0" smtClean="0">
                <a:solidFill>
                  <a:srgbClr val="CC665A"/>
                </a:solidFill>
                <a:effectLst/>
                <a:latin typeface="Arial" panose="020B0604020202020204" pitchFamily="34" charset="0"/>
              </a:rPr>
              <a:t>net force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the object.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CC665A"/>
                </a:solidFill>
                <a:effectLst/>
                <a:latin typeface="Arial" panose="020B0604020202020204" pitchFamily="34" charset="0"/>
              </a:rPr>
              <a:t>net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another way of saying "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sum of forces acting on an object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".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forces can be either </a:t>
            </a:r>
            <a:r>
              <a:rPr lang="en-AU" sz="2400" b="1" i="0" dirty="0" smtClean="0">
                <a:solidFill>
                  <a:srgbClr val="CC5A87"/>
                </a:solidFill>
                <a:effectLst/>
                <a:latin typeface="Arial" panose="020B0604020202020204" pitchFamily="34" charset="0"/>
              </a:rPr>
              <a:t>balanced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CC5A87"/>
                </a:solidFill>
                <a:effectLst/>
                <a:latin typeface="Arial" panose="020B0604020202020204" pitchFamily="34" charset="0"/>
              </a:rPr>
              <a:t>unbalanced.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2873.9494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318000" y="3232150"/>
            <a:ext cx="3257550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130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3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8500" y="255538"/>
            <a:ext cx="113665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Forces are </a:t>
            </a:r>
            <a:r>
              <a:rPr lang="en-AU" sz="2400" b="1" i="0" dirty="0" smtClean="0">
                <a:solidFill>
                  <a:srgbClr val="CC665A"/>
                </a:solidFill>
                <a:effectLst/>
                <a:latin typeface="Arial" panose="020B0604020202020204" pitchFamily="34" charset="0"/>
              </a:rPr>
              <a:t>balanced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they are the same size and act in opposite directions. Balanced forces produce a </a:t>
            </a:r>
            <a:r>
              <a:rPr lang="en-AU" sz="2400" b="1" i="0" dirty="0" smtClean="0">
                <a:solidFill>
                  <a:srgbClr val="CC665A"/>
                </a:solidFill>
                <a:effectLst/>
                <a:latin typeface="Arial" panose="020B0604020202020204" pitchFamily="34" charset="0"/>
              </a:rPr>
              <a:t>net force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0 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when you sit on a chair, the </a:t>
            </a:r>
            <a:r>
              <a:rPr lang="en-AU" sz="2400" b="1" i="0" dirty="0" smtClean="0">
                <a:solidFill>
                  <a:srgbClr val="3C78D8"/>
                </a:solidFill>
                <a:effectLst/>
                <a:latin typeface="Arial" panose="020B0604020202020204" pitchFamily="34" charset="0"/>
              </a:rPr>
              <a:t>weight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you is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same size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 </a:t>
            </a:r>
            <a:r>
              <a:rPr lang="en-AU" sz="2400" b="1" i="0" dirty="0" smtClean="0">
                <a:solidFill>
                  <a:srgbClr val="C27BA0"/>
                </a:solidFill>
                <a:effectLst/>
                <a:latin typeface="Arial" panose="020B0604020202020204" pitchFamily="34" charset="0"/>
              </a:rPr>
              <a:t>support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chair. These forces point 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opposite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directions, so they are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balanced.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07260113.707141g/1507260129912-1050040042030633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875" y="2343149"/>
            <a:ext cx="2752725" cy="4514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6215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33500" y="798036"/>
            <a:ext cx="9880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chair disappeared from under you, there would be an </a:t>
            </a:r>
            <a:r>
              <a:rPr lang="en-AU" sz="2400" b="1" i="0" dirty="0" smtClean="0">
                <a:solidFill>
                  <a:srgbClr val="CC5A87"/>
                </a:solidFill>
                <a:effectLst/>
                <a:latin typeface="Arial" panose="020B0604020202020204" pitchFamily="34" charset="0"/>
              </a:rPr>
              <a:t>unbalanced net force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you.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because the </a:t>
            </a:r>
            <a:r>
              <a:rPr lang="en-AU" sz="2400" b="1" i="0" dirty="0" smtClean="0">
                <a:solidFill>
                  <a:srgbClr val="3D7A6E"/>
                </a:solidFill>
                <a:effectLst/>
                <a:latin typeface="Arial" panose="020B0604020202020204" pitchFamily="34" charset="0"/>
              </a:rPr>
              <a:t>weight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still acting on you, but there is no </a:t>
            </a:r>
            <a:r>
              <a:rPr lang="en-AU" sz="2400" b="1" i="0" dirty="0" smtClean="0">
                <a:solidFill>
                  <a:srgbClr val="5CBAC3"/>
                </a:solidFill>
                <a:effectLst/>
                <a:latin typeface="Arial" panose="020B0604020202020204" pitchFamily="34" charset="0"/>
              </a:rPr>
              <a:t>support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balance it!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Images/Content/French/1397014049892-12361757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175" y="3279775"/>
            <a:ext cx="28575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031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00" y="-45660"/>
            <a:ext cx="115443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object experiences a </a:t>
            </a:r>
            <a:r>
              <a:rPr lang="en-AU" sz="2400" b="1" i="0" dirty="0" smtClean="0">
                <a:solidFill>
                  <a:srgbClr val="CC665A"/>
                </a:solidFill>
                <a:effectLst/>
                <a:latin typeface="Arial" panose="020B0604020202020204" pitchFamily="34" charset="0"/>
              </a:rPr>
              <a:t>change in motion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(acceleration) when an </a:t>
            </a:r>
            <a:r>
              <a:rPr lang="en-AU" sz="2400" b="1" i="0" dirty="0" smtClean="0">
                <a:solidFill>
                  <a:srgbClr val="CC5A87"/>
                </a:solidFill>
                <a:effectLst/>
                <a:latin typeface="Arial" panose="020B0604020202020204" pitchFamily="34" charset="0"/>
              </a:rPr>
              <a:t>unbalanced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net force acts on it.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the object could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speed up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slow down.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the example below,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arrows are different sizes,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shows that the forces are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unbalanced.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Since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forward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larger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air resistance, the runner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moves forward.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30047439.121531g/1530047438977-1215659928407305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967" y="3505199"/>
            <a:ext cx="4102007" cy="280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6519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0800" y="163543"/>
            <a:ext cx="120777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Summing Forces: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two or more forces act of an object, we add their vectors together to get the net force.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two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forces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applied in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same direction,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simply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add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them together.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forces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applied in </a:t>
            </a:r>
            <a:r>
              <a:rPr lang="en-AU" sz="2400" b="1" i="0" dirty="0" smtClean="0">
                <a:solidFill>
                  <a:srgbClr val="3D7A6E"/>
                </a:solidFill>
                <a:effectLst/>
                <a:latin typeface="Arial" panose="020B0604020202020204" pitchFamily="34" charset="0"/>
              </a:rPr>
              <a:t>opposite directions,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 </a:t>
            </a:r>
            <a:r>
              <a:rPr lang="en-AU" sz="2400" b="1" i="0" dirty="0" smtClean="0">
                <a:solidFill>
                  <a:srgbClr val="3D7A6E"/>
                </a:solidFill>
                <a:effectLst/>
                <a:latin typeface="Arial" panose="020B0604020202020204" pitchFamily="34" charset="0"/>
              </a:rPr>
              <a:t>subtract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Note: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are actually still adding them together. However, because the force vectors are in opposite directions, one of them contains a negative sign. Remember that adding a negative number is the same as subtracting a positive one.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530048912.516381g/1530048912521-1215659928407305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4594225"/>
            <a:ext cx="5159601" cy="226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s://www.educationperfect.com/media/content/Science/1530052927.066631g/1530052926952-1215659928407305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4775" y="4687858"/>
            <a:ext cx="3800475" cy="209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2067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YyJSlcIbd-s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605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</Words>
  <Application>Microsoft Office PowerPoint</Application>
  <PresentationFormat>Widescreen</PresentationFormat>
  <Paragraphs>47</Paragraphs>
  <Slides>12</Slides>
  <Notes>0</Notes>
  <HiddenSlides>0</HiddenSlides>
  <MMClips>5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Introduction to Forces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Forces</dc:title>
  <dc:creator>Joseph D'cruz</dc:creator>
  <cp:lastModifiedBy>Joseph D'cruz</cp:lastModifiedBy>
  <cp:revision>1</cp:revision>
  <dcterms:created xsi:type="dcterms:W3CDTF">2020-07-15T11:01:27Z</dcterms:created>
  <dcterms:modified xsi:type="dcterms:W3CDTF">2020-07-15T11:04:09Z</dcterms:modified>
</cp:coreProperties>
</file>