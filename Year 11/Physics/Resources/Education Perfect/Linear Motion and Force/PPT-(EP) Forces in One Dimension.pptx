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25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041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30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1272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418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100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68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473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496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544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949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217B5-CC3C-4EF7-AFA3-E29399131A6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12E89-9EF7-4A08-ADDB-41B8B42C01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239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Forces in One Dimension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762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824637"/>
            <a:ext cx="10960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Construct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free-body diagrams representing forces acting on an object in one dimension.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Determine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resultant force acting on an object in one dimension.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6506.7181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41700" y="3448049"/>
            <a:ext cx="5549900" cy="312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423039"/>
            <a:ext cx="11734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Free body diagrams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show all the forces acting on an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 represented as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arrows pointing in the direction the force acts.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length of the arrow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magnitude of the force.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03396986.069571g/1503396998304-186812719967356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3424237"/>
            <a:ext cx="7048500" cy="324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88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369838"/>
            <a:ext cx="11303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 are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vectors.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they have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we add and subtract forces, we need to think about which direction they point.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easy when forces act along a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straight line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98513119.321491g/1498513114140-386653508752960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1" y="3034019"/>
            <a:ext cx="2571750" cy="315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23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290036"/>
            <a:ext cx="1158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forces point in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same direction,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add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magnitudes.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points in the same direction as the two individual forces.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22225256.583631g/1422225251913-135692509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1935162"/>
            <a:ext cx="5951059" cy="313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94400" y="308573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: The net force acting on the box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  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96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607536"/>
            <a:ext cx="11188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forces point in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opposite directions,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must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subtract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magnitudes.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direction of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in the direction of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larger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two forces.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22225184.620791g/1422225179924-135692509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4" y="2568574"/>
            <a:ext cx="6950075" cy="227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461083"/>
              </p:ext>
            </p:extLst>
          </p:nvPr>
        </p:nvGraphicFramePr>
        <p:xfrm>
          <a:off x="6623050" y="2895599"/>
          <a:ext cx="4908550" cy="1211580"/>
        </p:xfrm>
        <a:graphic>
          <a:graphicData uri="http://schemas.openxmlformats.org/drawingml/2006/table">
            <a:tbl>
              <a:tblPr/>
              <a:tblGrid>
                <a:gridCol w="4908550">
                  <a:extLst>
                    <a:ext uri="{9D8B030D-6E8A-4147-A177-3AD203B41FA5}">
                      <a16:colId xmlns:a16="http://schemas.microsoft.com/office/drawing/2014/main" val="5023085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 dirty="0">
                          <a:effectLst/>
                        </a:rPr>
                        <a:t/>
                      </a:r>
                      <a:br>
                        <a:rPr lang="en-AU" sz="2400" b="1" dirty="0">
                          <a:effectLst/>
                        </a:rPr>
                      </a:br>
                      <a:r>
                        <a:rPr lang="en-AU" sz="2400" b="1" dirty="0">
                          <a:effectLst/>
                        </a:rPr>
                        <a:t>Example</a:t>
                      </a:r>
                      <a:r>
                        <a:rPr lang="en-AU" sz="2400" dirty="0">
                          <a:effectLst/>
                        </a:rPr>
                        <a:t>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2</a:t>
                      </a:r>
                      <a:r>
                        <a:rPr lang="en-AU" sz="2400" dirty="0">
                          <a:effectLst/>
                        </a:rPr>
                        <a:t>: The net force acting on the box is 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4  N</a:t>
                      </a:r>
                      <a:r>
                        <a:rPr lang="en-AU" sz="2400" dirty="0">
                          <a:effectLst/>
                        </a:rPr>
                        <a:t> to the right.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945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600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25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KaTeX_Main</vt:lpstr>
      <vt:lpstr>Office Theme</vt:lpstr>
      <vt:lpstr>Forces in One Dimension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Forces in One Dimension</dc:title>
  <dc:creator>Joseph D'cruz</dc:creator>
  <cp:lastModifiedBy>Joseph D'cruz</cp:lastModifiedBy>
  <cp:revision>1</cp:revision>
  <dcterms:created xsi:type="dcterms:W3CDTF">2020-07-15T10:47:36Z</dcterms:created>
  <dcterms:modified xsi:type="dcterms:W3CDTF">2020-07-15T10:47:53Z</dcterms:modified>
</cp:coreProperties>
</file>