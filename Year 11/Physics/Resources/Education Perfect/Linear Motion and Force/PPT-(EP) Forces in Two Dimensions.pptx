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297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456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020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222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93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797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16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28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23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87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57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6CA3E-6776-4843-91B5-4DF57DDDFAA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395A-4DCC-4B9C-A808-97E0291B0E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68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Forces in Two Dimensions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42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925036"/>
            <a:ext cx="10020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forces acting on an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Construct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free-body diagrams representing forces acting on an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63105512.189261g/1463105512677-293625398733671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5" y="2946400"/>
            <a:ext cx="701992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49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465435"/>
            <a:ext cx="942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Types of forces.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a few common forces that you will come across: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665764"/>
            <a:ext cx="9245600" cy="3239436"/>
          </a:xfrm>
          <a:prstGeom prst="rect">
            <a:avLst/>
          </a:prstGeom>
        </p:spPr>
      </p:pic>
      <p:pic>
        <p:nvPicPr>
          <p:cNvPr id="2050" name="Picture 2" descr="https://www.educationperfect.com/media/content/Science/1531199457.455981g/1531199457467-992615575552906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275" y="3940818"/>
            <a:ext cx="2071199" cy="291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735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612339"/>
            <a:ext cx="11480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 you identify forces acting on an object?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objects have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weight,</a:t>
            </a:r>
            <a:r>
              <a:rPr lang="en-AU" sz="2400" b="0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unless in space away from the gravitational field of any planets or other objects.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 moving, there will always be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drag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opposite direction to the movement, as well as a force in the direction of movement.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0566415.677771g/1530566415684-426352331090109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9" y="3519329"/>
            <a:ext cx="3330575" cy="316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36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175736"/>
            <a:ext cx="11290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 in contact with another, there will always be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normal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what forces are acting on an apple as it falls from a tree towards the ground?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Images/Content/Science/1402438218438-67436120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1958975"/>
            <a:ext cx="380047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03299" y="5001479"/>
            <a:ext cx="102330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answer is the force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gravity,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pulling it down 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drag,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acts upwards, slowing the movement.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7820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296039"/>
            <a:ext cx="11468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forces act on a toy car as it rolls down a ramp?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Firstly, all objects have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pulling down towards the Earth's centre.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moving object has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 friction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in the opposite direction to motion.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Any object on a surface has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acting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surface.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44144190.187931g/1544144187295-292484137476478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3096934"/>
            <a:ext cx="6211887" cy="362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54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0538"/>
            <a:ext cx="11963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invisible, so we can't see them. We can only feel their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effects.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force acting on an object by drawing an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arrow,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the one below.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call this a vector.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29981988.21211g/1529981988013-120999802068129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775" y="4046537"/>
            <a:ext cx="6391275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22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153938"/>
            <a:ext cx="10756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vector shows us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force.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vector points in the same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 in.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arrow tells us how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 is. The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longer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arrow, the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bigger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9981988.21211g/1529981988013-120999802068129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4054475"/>
            <a:ext cx="379095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20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736938"/>
            <a:ext cx="11010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arrow below shows the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 car.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see that this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pushing the car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forwards.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force comes from the engine of the car, and acts by turning the wheels which pushes the car forward.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29983379.969851g/1529983379940-120999802068129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3192462"/>
            <a:ext cx="7600950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79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450840"/>
            <a:ext cx="11442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Like any force,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an object can be drawn as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vector is an arrow pointing 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 acts. Its length gives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force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suppose the planet Mars pulls on an asteroid with a force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gravitational force felt by the asteroid can be represented as a vector that points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 toward Mars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It has a length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units representing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41233565.093941g/1441233565317-132921182536143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912" y="3867160"/>
            <a:ext cx="5451475" cy="193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22299" y="5710535"/>
            <a:ext cx="113284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According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Third Law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forces always occur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equal and 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pairs. Therefore the asteroid must be pulling back on Mars, also with a force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9703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415836"/>
            <a:ext cx="11658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 vectors.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problems in Physics require one vector to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added to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another vector. How is it done?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390139"/>
              </p:ext>
            </p:extLst>
          </p:nvPr>
        </p:nvGraphicFramePr>
        <p:xfrm>
          <a:off x="596900" y="2239804"/>
          <a:ext cx="5969000" cy="1577340"/>
        </p:xfrm>
        <a:graphic>
          <a:graphicData uri="http://schemas.openxmlformats.org/drawingml/2006/table">
            <a:tbl>
              <a:tblPr/>
              <a:tblGrid>
                <a:gridCol w="5969000">
                  <a:extLst>
                    <a:ext uri="{9D8B030D-6E8A-4147-A177-3AD203B41FA5}">
                      <a16:colId xmlns:a16="http://schemas.microsoft.com/office/drawing/2014/main" val="40903474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Consider these vectors, shown in black. Say we want to add them together. To do that, take one of the vectors and place its </a:t>
                      </a:r>
                      <a:r>
                        <a:rPr lang="en-AU" sz="2400" b="1" dirty="0">
                          <a:effectLst/>
                        </a:rPr>
                        <a:t>tip</a:t>
                      </a:r>
                      <a:r>
                        <a:rPr lang="en-AU" sz="2400" dirty="0">
                          <a:effectLst/>
                        </a:rPr>
                        <a:t> (the arrowhead) against the </a:t>
                      </a:r>
                      <a:r>
                        <a:rPr lang="en-AU" sz="2400" b="1" dirty="0">
                          <a:effectLst/>
                        </a:rPr>
                        <a:t>tail</a:t>
                      </a:r>
                      <a:r>
                        <a:rPr lang="en-AU" sz="2400" dirty="0">
                          <a:effectLst/>
                        </a:rPr>
                        <a:t> of the other vector.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70280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33400" y="4071452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draw a new vector that goes from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tail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first vector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second one. This one is called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resultant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it's shown here in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you are asked to find a "resultant velocity" or a "net force," this is what you do. Always add vectors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tip to tail!</a:t>
            </a:r>
            <a:endParaRPr lang="en-AU" sz="2400" dirty="0"/>
          </a:p>
        </p:txBody>
      </p:sp>
      <p:pic>
        <p:nvPicPr>
          <p:cNvPr id="10242" name="Picture 2" descr="https://www.educationperfect.com/media/content/Science/1426192119.681151g/1426192114270-206635825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2299801"/>
            <a:ext cx="3019425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www.educationperfect.com/media/content/Science/1426192184.290541g/1426192179067-206635825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4553030"/>
            <a:ext cx="26003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80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4" y="0"/>
            <a:ext cx="8645525" cy="692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9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KaTeX_Main</vt:lpstr>
      <vt:lpstr>Office Theme</vt:lpstr>
      <vt:lpstr>Forces in Two Dimensions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 in Two Dimensions</dc:title>
  <dc:creator>Joseph D'cruz</dc:creator>
  <cp:lastModifiedBy>Joseph D'cruz</cp:lastModifiedBy>
  <cp:revision>1</cp:revision>
  <dcterms:created xsi:type="dcterms:W3CDTF">2020-07-15T10:54:12Z</dcterms:created>
  <dcterms:modified xsi:type="dcterms:W3CDTF">2020-07-15T10:54:27Z</dcterms:modified>
</cp:coreProperties>
</file>