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21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36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979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457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62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87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06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767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044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6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621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B86C-DEC5-4EB9-9691-1245964B03D5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CCE17-CA79-4D97-AA45-9142F4C98D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520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Newton’s Second Law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2588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0800" y="1678712"/>
            <a:ext cx="97186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the lesson, you should be able to: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Second Law.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formula for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Second Law.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Use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Second Law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 and acceleration.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5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5475" y="1256437"/>
            <a:ext cx="1066905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Second Law says that an object will </a:t>
            </a:r>
            <a:r>
              <a:rPr lang="en-AU" sz="28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accelerate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an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unbalanced force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it.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depends on the object's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size of the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it.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4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0"/>
            <a:ext cx="1134533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write </a:t>
            </a:r>
            <a:r>
              <a:rPr lang="en-AU" sz="2800" b="1" i="0" dirty="0" smtClean="0">
                <a:solidFill>
                  <a:srgbClr val="3D7A6E"/>
                </a:solidFill>
                <a:effectLst/>
                <a:latin typeface="Arial" panose="020B0604020202020204" pitchFamily="34" charset="0"/>
              </a:rPr>
              <a:t>Newton's Second Law</a:t>
            </a:r>
            <a:r>
              <a:rPr lang="en-AU" sz="28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as: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1" dirty="0" err="1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8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net</a:t>
            </a:r>
            <a:r>
              <a:rPr lang="en-AU" sz="28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800" b="0" i="1" dirty="0" err="1" smtClean="0">
                <a:solidFill>
                  <a:srgbClr val="444444"/>
                </a:solidFill>
                <a:effectLst/>
                <a:latin typeface="KaTeX_Math"/>
              </a:rPr>
              <a:t>m</a:t>
            </a:r>
            <a:r>
              <a:rPr lang="en-AU" sz="2800" b="0" i="0" dirty="0" err="1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sz="2800" b="0" i="1" dirty="0" err="1" smtClean="0">
                <a:solidFill>
                  <a:srgbClr val="444444"/>
                </a:solidFill>
                <a:effectLst/>
                <a:latin typeface="KaTeX_Math"/>
              </a:rPr>
              <a:t>a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err="1" smtClean="0">
                <a:solidFill>
                  <a:srgbClr val="444444"/>
                </a:solidFill>
                <a:effectLst/>
                <a:latin typeface="KaTeX_Main"/>
              </a:rPr>
              <a:t>Fnet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object, measured in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is represented by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measured in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kilograms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Finally,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the </a:t>
            </a:r>
            <a:r>
              <a:rPr lang="en-AU" sz="28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object, measured in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meters per second squared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m/s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31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57" y="401109"/>
            <a:ext cx="9672109" cy="597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87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1742" y="411745"/>
            <a:ext cx="1071985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According to Newton's Second Law, we need to apply a </a:t>
            </a:r>
            <a:r>
              <a:rPr lang="en-AU" sz="32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larger force</a:t>
            </a:r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accelerate a </a:t>
            </a:r>
            <a:r>
              <a:rPr lang="en-AU" sz="32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heavier object.</a:t>
            </a:r>
            <a:endParaRPr lang="en-AU" sz="32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probably knew this - you didn't need Newton to tell you that it's </a:t>
            </a:r>
            <a:r>
              <a:rPr lang="en-AU" sz="32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harder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push </a:t>
            </a:r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heavy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than </a:t>
            </a:r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ones!</a:t>
            </a:r>
            <a:endParaRPr lang="en-AU" sz="3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353.6146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77733" y="3488267"/>
            <a:ext cx="5285856" cy="336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4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1338" y="29379"/>
            <a:ext cx="60960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Newton's Second Law,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find unknown masses, accelerations and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net forces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just need to know two of the three variables in the equation.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do this, we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equation for the required variable and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known values.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replace the 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4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net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equation with an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simplify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m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a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308.37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2025" y="1236133"/>
            <a:ext cx="4726078" cy="408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0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5467" y="129210"/>
            <a:ext cx="1205653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say we know the </a:t>
            </a:r>
            <a:r>
              <a:rPr lang="en-AU" sz="28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and want to find the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it.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simply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numbers into the equation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without rearranging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an object with mass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an acceleration 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m/s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we substitute these values in to find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net force: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12" y="3928533"/>
            <a:ext cx="3881439" cy="27622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71557" y="4792675"/>
            <a:ext cx="6147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there is a </a:t>
            </a:r>
            <a:r>
              <a:rPr lang="en-AU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this object.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157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36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KaTeX_Main</vt:lpstr>
      <vt:lpstr>KaTeX_Math</vt:lpstr>
      <vt:lpstr>Office Theme</vt:lpstr>
      <vt:lpstr>Newton’s Second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Second Law</dc:title>
  <dc:creator>D'CRUZ Jean [Narrogin Senior High School]</dc:creator>
  <cp:lastModifiedBy>Joseph D'cruz</cp:lastModifiedBy>
  <cp:revision>2</cp:revision>
  <dcterms:created xsi:type="dcterms:W3CDTF">2020-05-26T00:02:33Z</dcterms:created>
  <dcterms:modified xsi:type="dcterms:W3CDTF">2020-07-15T11:47:12Z</dcterms:modified>
</cp:coreProperties>
</file>