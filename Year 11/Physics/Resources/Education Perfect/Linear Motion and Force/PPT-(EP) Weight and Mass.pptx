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01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189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79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97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37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24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11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948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6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108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336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D67DF-3B1E-49F4-A721-8985D82DC18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31177-839F-4E35-B6EF-A340994436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01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ljRlB6TuMO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Weight and Mass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5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1077436"/>
            <a:ext cx="9740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relationship between gravity, weight and mass.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weights on different planets.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810.0656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95700" y="3829049"/>
            <a:ext cx="48260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2118836"/>
            <a:ext cx="10883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Gravity,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known as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gravitational force,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non-contact force.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it can act between objects that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 touching.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37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jRlB6TuMO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3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523439"/>
            <a:ext cx="114935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only noticeable for really big masses, such as the Earth.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Earth's gravity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holds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everything down to Earth, like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building, trees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people.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Gravity pulls things toward the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centre of the Earth.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why you can be anywhere along the surface of the Earth and not fall off.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553.3824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22600" y="3531294"/>
            <a:ext cx="5688364" cy="319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4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219839"/>
            <a:ext cx="10947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difference between </a:t>
            </a:r>
            <a:r>
              <a:rPr lang="en-AU" sz="2400" b="1" i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weight?</a:t>
            </a:r>
            <a:endParaRPr lang="en-AU" sz="2400" b="1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everyday life, the terms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interchangeable. However, in physics they have special meanings.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amount of matter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object, measured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kilograms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(kg)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Your mass is </a:t>
            </a:r>
            <a:r>
              <a:rPr lang="en-AU" sz="2400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the 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(constant)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wherever you are, even if you go to a different planet!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495.2598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13100" y="3769895"/>
            <a:ext cx="5378450" cy="30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372239"/>
            <a:ext cx="11417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an object due to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planet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sitting 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a way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measuring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effect of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objects on the surface of a </a:t>
            </a:r>
            <a:r>
              <a:rPr lang="en-AU" sz="2400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planet.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Weight is measured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newtons,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just like every other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428.332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95700" y="3279774"/>
            <a:ext cx="463550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4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144840"/>
            <a:ext cx="10541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affect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 on </a:t>
            </a:r>
            <a:r>
              <a:rPr lang="en-AU" sz="2400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planets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different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Earth, however your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always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same,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matter where you are!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objects with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different masses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have a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different weight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 </a:t>
            </a:r>
            <a:r>
              <a:rPr lang="en-AU" sz="2400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Earth.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with a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greater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have a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stronger weight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 than an object with a smaller mass.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941.8316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27500" y="4067175"/>
            <a:ext cx="37211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6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15838"/>
            <a:ext cx="11709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gravitational force on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Jupiter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2.6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times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gravitational force on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Earth.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if you go to Jupiter, you will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weigh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2.6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times more than you do on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Earth.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your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still be the same!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7071368.887321g/1507071370880-326850337225572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0" y="29337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15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2739"/>
            <a:ext cx="11696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another 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February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2018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Elon Musk of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SpaceX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sent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Tesla Roadster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sports car into space. On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Earth,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car weighs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1300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this car was to somehow land on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Mars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still intact,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much would it weigh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given that gravity on the planet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38%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strong as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Earth's?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1095402.589721g/1531095402395-2185258627257081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3086100"/>
            <a:ext cx="58928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70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4200" y="142439"/>
            <a:ext cx="11417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weight of an object is determined by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gravitational pull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experiences. Hence,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gravitational pull from a planet,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weight.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gravity on Mars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38%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strength of that on Earth. Therefore, we can multiply this by the weight of the car on Earth to find its weight on Mars: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37" y="3000634"/>
            <a:ext cx="8086524" cy="2238375"/>
          </a:xfrm>
          <a:prstGeom prst="rect">
            <a:avLst/>
          </a:prstGeom>
        </p:spPr>
      </p:pic>
      <p:pic>
        <p:nvPicPr>
          <p:cNvPr id="3075" name="Picture 3" descr="https://www.educationperfect.com/media/content/Science/1507071333.853081g/1507071340479-3268503372255721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075" y="3371413"/>
            <a:ext cx="256222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60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</Words>
  <Application>Microsoft Office PowerPoint</Application>
  <PresentationFormat>Widescreen</PresentationFormat>
  <Paragraphs>47</Paragraphs>
  <Slides>11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Office Theme</vt:lpstr>
      <vt:lpstr>Weight and Mass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Weight and Mass</dc:title>
  <dc:creator>Joseph D'cruz</dc:creator>
  <cp:lastModifiedBy>Joseph D'cruz</cp:lastModifiedBy>
  <cp:revision>2</cp:revision>
  <dcterms:created xsi:type="dcterms:W3CDTF">2020-07-15T11:13:40Z</dcterms:created>
  <dcterms:modified xsi:type="dcterms:W3CDTF">2020-07-15T11:18:13Z</dcterms:modified>
</cp:coreProperties>
</file>