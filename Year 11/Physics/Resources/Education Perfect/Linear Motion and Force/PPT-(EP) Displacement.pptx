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592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2314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850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55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446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578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66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13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329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53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078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2C700-4AF6-4FBF-ABDD-137D495D52BB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C2D5-0141-4D12-B8CD-2C14DB767EF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25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Displacement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53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1300" y="886936"/>
            <a:ext cx="9766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magnitude.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855.124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71849" y="3322638"/>
            <a:ext cx="5486737" cy="30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3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65542"/>
            <a:ext cx="8509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definition.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vector quantity representing the location of the destination relative to the origin of motion only, irrespective of the path actually taken between the two points.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(represented by the symbol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shortest 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an object's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starting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finishing point.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a baby duckling that is still learning how to walk. It might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wobble around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walks, creating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zigzag pattern,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duckling 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straight line!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8591943.250121g/1458591944154-242264536783361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800" y="3181697"/>
            <a:ext cx="3114675" cy="300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00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660738"/>
            <a:ext cx="11747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vector.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it has both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associated with it. We say that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displacement vector is its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magnitude.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measured in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metres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67157464.545111g/1467157473670-270986428491371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475" y="27051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24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534938"/>
            <a:ext cx="11023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 displacement in 1-dimension.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if an object travels distance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certain direction then travels a distance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found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adding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two distances.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s=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x+y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7318072.606391g/1457318090771-431121816677990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337" y="3776662"/>
            <a:ext cx="6334125" cy="160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02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87338"/>
            <a:ext cx="11455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Subtracting displacement in 1-dimension.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if an object travels distance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certain direction then travels a distance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opposite direction,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found by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subtracting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two distances.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s=x−y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7318390.762471g/1457318390851-431121816677990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037012"/>
            <a:ext cx="5381625" cy="186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6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34938"/>
            <a:ext cx="11252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how do we calculate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2-dimensions?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happens if an object completely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changes direction,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instead of just moving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 and forward?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answer lies in a mathematical tool called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Pythagoras' Theorem.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Let's see how it works!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Indonesian/1461727023.672071g/1461727038770-23900802292100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1" y="3479149"/>
            <a:ext cx="1435100" cy="317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25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4" y="-1"/>
            <a:ext cx="11223626" cy="4244228"/>
          </a:xfrm>
          <a:prstGeom prst="rect">
            <a:avLst/>
          </a:prstGeom>
        </p:spPr>
      </p:pic>
      <p:pic>
        <p:nvPicPr>
          <p:cNvPr id="6146" name="Picture 2" descr="https://www.educationperfect.com/media/content/Maths/1482205316.148351g/1482205318889-4266416694422495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799" y="4546600"/>
            <a:ext cx="17049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01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860336"/>
            <a:ext cx="11315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does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help us find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work through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together to find out!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308.37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17962" y="2933700"/>
            <a:ext cx="4117975" cy="355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6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-22661"/>
            <a:ext cx="11061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Josie is walking to the school canteen after class. To get there, she needs to walk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north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then turn and walk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east.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Josie's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she walked to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canteen?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German/1473819352.450571g/1473819369108-425043401740812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29337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523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32539"/>
            <a:ext cx="11518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Our first step is to draw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diagram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Josie's motion as she walks to the canteen.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pictured below.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see from the diagram that Josie's motion forms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right angled triangle,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her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hypotenuse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triangle. This means that we can use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Josie's displacement.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94203059.81041g/1494203061907-313086452776451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075" y="3090862"/>
            <a:ext cx="516255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03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173335"/>
            <a:ext cx="1127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Next, we substitute the values we were given into the equation for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solve to find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12" y="1004332"/>
            <a:ext cx="3011488" cy="26416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8300" y="4299635"/>
            <a:ext cx="9931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Josie's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 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2848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269439"/>
            <a:ext cx="114935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Well done! You should now be able to use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object's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displacement is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has both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section, we will look at how to find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that an object's displacement acts in.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Maths/1485986805.702511g/1485986817987-441449012251314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3662362"/>
            <a:ext cx="3800475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24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0"/>
            <a:ext cx="10871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can we calculate the direction?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solution is to make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displacement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angle.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Specifically, it is the angle from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North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object's displacement, moving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clockwise.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called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angle of displacement.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Below are some examples of the angle of displacement from North. Note that angles are represented using the Greek letter theta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94455012.116581g/1494455015936-313216018349666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745" y="3517900"/>
            <a:ext cx="411353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02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492542"/>
            <a:ext cx="81153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 we find the angle?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find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using the sides of the triangle. A right-angled triangle has three distinct sides: the </a:t>
            </a:r>
            <a:r>
              <a:rPr lang="en-AU" sz="2400" b="1" i="0" dirty="0" smtClean="0">
                <a:solidFill>
                  <a:srgbClr val="32C9E0"/>
                </a:solidFill>
                <a:effectLst/>
                <a:latin typeface="Arial" panose="020B0604020202020204" pitchFamily="34" charset="0"/>
              </a:rPr>
              <a:t>hypotenuse,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adjacent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side and </a:t>
            </a:r>
            <a:r>
              <a:rPr lang="en-AU" sz="2400" b="1" i="0" dirty="0" smtClean="0">
                <a:solidFill>
                  <a:srgbClr val="11BE56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side. This is what the </a:t>
            </a:r>
            <a:r>
              <a:rPr lang="en-AU" sz="2400" b="1" i="0" dirty="0" smtClean="0">
                <a:solidFill>
                  <a:srgbClr val="32C9E0"/>
                </a:solidFill>
                <a:effectLst/>
                <a:latin typeface="Arial" panose="020B0604020202020204" pitchFamily="34" charset="0"/>
              </a:rPr>
              <a:t>H,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11BE56"/>
                </a:solidFill>
                <a:effectLst/>
                <a:latin typeface="Arial" panose="020B0604020202020204" pitchFamily="34" charset="0"/>
              </a:rPr>
              <a:t>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SOH CAH TOA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stand for.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hypotenuse is the </a:t>
            </a:r>
            <a:r>
              <a:rPr lang="en-AU" sz="2400" b="1" i="0" dirty="0" smtClean="0">
                <a:solidFill>
                  <a:srgbClr val="32C9E0"/>
                </a:solidFill>
                <a:effectLst/>
                <a:latin typeface="Arial" panose="020B0604020202020204" pitchFamily="34" charset="0"/>
              </a:rPr>
              <a:t>longest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triangle. The adjacent side is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next to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opposite side is </a:t>
            </a:r>
            <a:r>
              <a:rPr lang="en-AU" sz="2400" b="1" i="0" dirty="0" smtClean="0">
                <a:solidFill>
                  <a:srgbClr val="11BE56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Having trouble remembering which side is which? Remember, the hypotenuse is across from the </a:t>
            </a:r>
            <a:r>
              <a:rPr lang="en-AU" sz="2400" b="1" i="0" dirty="0" smtClean="0">
                <a:solidFill>
                  <a:srgbClr val="32C9E0"/>
                </a:solidFill>
                <a:effectLst/>
                <a:latin typeface="Arial" panose="020B0604020202020204" pitchFamily="34" charset="0"/>
              </a:rPr>
              <a:t>right-angle.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adjacent side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touches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being calculated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opposite side </a:t>
            </a:r>
            <a:r>
              <a:rPr lang="en-AU" sz="2400" b="1" i="0" dirty="0" smtClean="0">
                <a:solidFill>
                  <a:srgbClr val="11BE56"/>
                </a:solidFill>
                <a:effectLst/>
                <a:latin typeface="Arial" panose="020B0604020202020204" pitchFamily="34" charset="0"/>
              </a:rPr>
              <a:t>does not.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94474703.432151g/1494474708846-361569177073744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853" y="1841501"/>
            <a:ext cx="3043698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51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23039"/>
            <a:ext cx="11531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seems very straightforward!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names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sides tell you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exactly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they are on the triangle.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there is one problem: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mathematicians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too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lazy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write out "opposite side" or "hypotenuse" every time they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triangle. Instead, they use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symbols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represent the sides. These symbols are shown in the table below: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4" y="3460253"/>
            <a:ext cx="5508625" cy="2770233"/>
          </a:xfrm>
          <a:prstGeom prst="rect">
            <a:avLst/>
          </a:prstGeom>
        </p:spPr>
      </p:pic>
      <p:pic>
        <p:nvPicPr>
          <p:cNvPr id="12290" name="Picture 2" descr="https://www.educationperfect.com/media/content/Science/1494208722.503991g/1494208724206-313086452776451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475" y="3384053"/>
            <a:ext cx="3743325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21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203538"/>
            <a:ext cx="11569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a couple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trigonometric functions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we need to use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SOH CAH TOA.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are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sine, cosine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tangent.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find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angle by dividing the </a:t>
            </a:r>
            <a:r>
              <a:rPr lang="en-AU" sz="2400" b="1" i="0" dirty="0" smtClean="0">
                <a:solidFill>
                  <a:srgbClr val="11BE56"/>
                </a:solidFill>
                <a:effectLst/>
                <a:latin typeface="Arial" panose="020B0604020202020204" pitchFamily="34" charset="0"/>
              </a:rPr>
              <a:t>opposite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 </a:t>
            </a:r>
            <a:r>
              <a:rPr lang="en-AU" sz="2400" b="1" i="0" dirty="0" smtClean="0">
                <a:solidFill>
                  <a:srgbClr val="32C9E0"/>
                </a:solidFill>
                <a:effectLst/>
                <a:latin typeface="Arial" panose="020B0604020202020204" pitchFamily="34" charset="0"/>
              </a:rPr>
              <a:t>hypotenuse.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762" y="2622550"/>
            <a:ext cx="6510338" cy="41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39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173037"/>
            <a:ext cx="11816652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93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12" y="106362"/>
            <a:ext cx="11380788" cy="624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06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30174"/>
            <a:ext cx="12090914" cy="562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95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317838"/>
            <a:ext cx="1168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Finding direction.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know how to use SOH CAH TOA to find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angle inside a triangle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we can finally find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angle of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Remember, this is the angle between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north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object's displacement when moving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clockwise.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94473590.218181g/1494473598812-361569177073744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2305049"/>
            <a:ext cx="4572000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545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417036"/>
            <a:ext cx="11518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example.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moves west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 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then north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 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producing the triangle seen below. We want to find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angle of 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42004271.981811g/1542004271272-2402450610964150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5" y="2525712"/>
            <a:ext cx="5610225" cy="255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050" y="2235200"/>
            <a:ext cx="64389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26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2338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 this give us the direction?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we already know the angle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triangle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27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We also know that the angle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between each compass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So it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north to east, another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east to south and another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south to west. All we need to do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add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angles up to find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494553737.682261g/1494553742227-266151195961705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2513063"/>
            <a:ext cx="6181725" cy="408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97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Widescreen</PresentationFormat>
  <Paragraphs>85</Paragraphs>
  <Slides>23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KaTeX_Main</vt:lpstr>
      <vt:lpstr>KaTeX_Math</vt:lpstr>
      <vt:lpstr>Office Theme</vt:lpstr>
      <vt:lpstr>Displacement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Displacement</dc:title>
  <dc:creator>Joseph D'cruz</dc:creator>
  <cp:lastModifiedBy>Joseph D'cruz</cp:lastModifiedBy>
  <cp:revision>2</cp:revision>
  <dcterms:created xsi:type="dcterms:W3CDTF">2020-07-15T10:27:17Z</dcterms:created>
  <dcterms:modified xsi:type="dcterms:W3CDTF">2020-07-15T10:28:38Z</dcterms:modified>
</cp:coreProperties>
</file>