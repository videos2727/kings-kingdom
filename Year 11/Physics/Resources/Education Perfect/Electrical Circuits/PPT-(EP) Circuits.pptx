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63" r:id="rId18"/>
    <p:sldId id="264" r:id="rId19"/>
    <p:sldId id="265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34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29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877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3952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36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15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268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92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602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016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555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73C4A-098F-4602-B7B2-12896D37DC7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03062-033C-468D-9A43-B6CD739E74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34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Circuits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168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848836"/>
            <a:ext cx="10909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review how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Distinguish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circuits.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Kirchhoff's current law.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Kirchhoff's energy (voltage) law.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Physics/1354481686984-473858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75" y="2946400"/>
            <a:ext cx="327660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99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404336"/>
            <a:ext cx="10274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two types of circuits are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 circuits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 circuits.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series circuit forms a </a:t>
            </a:r>
            <a:r>
              <a:rPr lang="en-AU" sz="2400" b="1" i="0" dirty="0" smtClean="0">
                <a:solidFill>
                  <a:srgbClr val="1DD1A1"/>
                </a:solidFill>
                <a:effectLst/>
                <a:latin typeface="Arial" panose="020B0604020202020204" pitchFamily="34" charset="0"/>
              </a:rPr>
              <a:t>single loop.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of the components are in a </a:t>
            </a:r>
            <a:r>
              <a:rPr lang="en-AU" sz="2400" b="1" i="0" dirty="0" smtClean="0">
                <a:solidFill>
                  <a:srgbClr val="1DD1A1"/>
                </a:solidFill>
                <a:effectLst/>
                <a:latin typeface="Arial" panose="020B0604020202020204" pitchFamily="34" charset="0"/>
              </a:rPr>
              <a:t>line.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8868584.33631 (2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08200" y="2070100"/>
            <a:ext cx="4572000" cy="4572000"/>
          </a:xfrm>
          <a:prstGeom prst="rect">
            <a:avLst/>
          </a:prstGeom>
        </p:spPr>
      </p:pic>
      <p:pic>
        <p:nvPicPr>
          <p:cNvPr id="2050" name="Picture 2" descr="https://www.educationperfect.com/media/content/Science/1528869042.27761g/1528869016021-2422041171203414-optimise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600" y="2265362"/>
            <a:ext cx="3429000" cy="375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81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1100435"/>
            <a:ext cx="10502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 circuit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multiple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branches.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branch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 components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0588708.002581g/1530588704542-42858122586478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2781300"/>
            <a:ext cx="36576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www.educationperfect.com/media/content/Science/1530589228.956311g/1530589225558-3185310165505128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5" y="2781300"/>
            <a:ext cx="333375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72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0"/>
            <a:ext cx="11836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circuits.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 circuit,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charged particles have only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pathway to travel through. Charges flow at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same 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the circuit and do not leave as charge is conserved. Thus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 is the same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throughout the circuit.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 circuits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pathways for charged particles to travel through.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a junction of three or more pathways the charges can travel in any direction, but the total number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charges arriving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 junction each second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must be the same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total number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leaving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junction each second.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2796706.951651g/1442796706774-153132797804891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365" y="4154984"/>
            <a:ext cx="1709135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media/content/Science/1442796753.896711g/1442796755042-1531327978048917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5" y="4059733"/>
            <a:ext cx="2124075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11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518636"/>
            <a:ext cx="11290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circuits, charge is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conserved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particles travel through the wires.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know that the same number of charged particles leave a junction as do enter them.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2281237"/>
            <a:ext cx="5299076" cy="444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95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555536"/>
            <a:ext cx="11645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rule is known as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Kirchhoff's Current Law.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states that the sum of all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currents entering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junction is the same as the sum of all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currents leaving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junction.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874" y="2393950"/>
            <a:ext cx="5013325" cy="429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6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0" y="168275"/>
            <a:ext cx="9721850" cy="632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4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62" y="346075"/>
            <a:ext cx="9748838" cy="635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5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7" y="400049"/>
            <a:ext cx="9980613" cy="576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45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62" y="342899"/>
            <a:ext cx="10294938" cy="617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8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342900"/>
            <a:ext cx="11045640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59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922337"/>
            <a:ext cx="10501874" cy="424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29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62" y="1093787"/>
            <a:ext cx="10456474" cy="47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16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87" y="1000124"/>
            <a:ext cx="10913874" cy="462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34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304800"/>
            <a:ext cx="11424732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54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302736"/>
            <a:ext cx="11607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any circuit,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potential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used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loads.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Below is a simple circuit with two loads, a resistor and a lamp. Voltmeters measure across each component.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42797632.00611g/1442797639042-153132797804891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775" y="1872396"/>
            <a:ext cx="30861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99" y="4729896"/>
            <a:ext cx="11696441" cy="115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0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-2064"/>
            <a:ext cx="11518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Kirchhoff's Energy (or Voltage) Law.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Kirchhoff's Energy (or Voltage) Law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states that the total potential difference around a closed circuit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Therefore the potential must be used by each load in the circuit.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2068512"/>
            <a:ext cx="4470400" cy="13349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5600" y="3403423"/>
            <a:ext cx="1117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1" i="0" baseline="-2500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voltage provided by the battery. The value of voltage across a load depends on the energy it uses, so different components often have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voltages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  <p:pic>
        <p:nvPicPr>
          <p:cNvPr id="6146" name="Picture 2" descr="https://www.educationperfect.com/media/content/Science/1540271364.182471g/1540271361229-3388548406368994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346" y="4330700"/>
            <a:ext cx="2947653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972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36"/>
            <a:ext cx="11899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Kirchhoff's Energy (or Voltage) Law.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 circuits,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same principle applies. A parallel section is treated as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single component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has one voltage across it which is equally applied to each branch.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82787"/>
            <a:ext cx="8585200" cy="473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19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49" y="338137"/>
            <a:ext cx="9685053" cy="556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87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301624"/>
            <a:ext cx="9865053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60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2" y="149224"/>
            <a:ext cx="10986753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43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550862"/>
            <a:ext cx="11405351" cy="56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23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4" y="708024"/>
            <a:ext cx="9934575" cy="520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87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7" y="485774"/>
            <a:ext cx="11263313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23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62" y="368300"/>
            <a:ext cx="10345738" cy="629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28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9" y="509587"/>
            <a:ext cx="10664251" cy="573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30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47</Words>
  <Application>Microsoft Office PowerPoint</Application>
  <PresentationFormat>Widescreen</PresentationFormat>
  <Paragraphs>35</Paragraphs>
  <Slides>27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KaTeX_Main</vt:lpstr>
      <vt:lpstr>Office Theme</vt:lpstr>
      <vt:lpstr>Circuits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Circuits</dc:title>
  <dc:creator>Joseph D'cruz</dc:creator>
  <cp:lastModifiedBy>Joseph D'cruz</cp:lastModifiedBy>
  <cp:revision>5</cp:revision>
  <dcterms:created xsi:type="dcterms:W3CDTF">2020-07-15T06:46:00Z</dcterms:created>
  <dcterms:modified xsi:type="dcterms:W3CDTF">2021-04-02T12:44:41Z</dcterms:modified>
</cp:coreProperties>
</file>