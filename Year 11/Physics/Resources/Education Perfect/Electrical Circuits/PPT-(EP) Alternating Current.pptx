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7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7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8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95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5951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22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457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32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42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68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01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32C41-0E34-4BFE-9A4B-A32991FFB451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0FBC0-1325-4578-96FE-A62B12BA10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88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ATFqX2Cl3-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rRmihdF52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Alternating Current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49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TFqX2Cl3-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RmihdF52o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17693"/>
            <a:ext cx="116713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properly analyse an AC circuit, we need some way to take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current and voltage. However, the average value of a sine function is just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isn't very helpful.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Instead we 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Root Mean Square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voltage and current. They are set up in such a way that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RMS voltage of an AC circuit equals the voltage of a DC circuit that would give the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average power output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It's relatively easy to calculate RMS values, given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voltage or current in AC. Simply take the maximum value 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divide 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 square root of 2,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√2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35" y="4540250"/>
            <a:ext cx="8850229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9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87" y="446334"/>
            <a:ext cx="9650413" cy="641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5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9" y="712787"/>
            <a:ext cx="11525025" cy="418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7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647700"/>
            <a:ext cx="1147572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769937"/>
            <a:ext cx="11533734" cy="37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7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74" y="449262"/>
            <a:ext cx="9318625" cy="626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7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4" y="555624"/>
            <a:ext cx="11850613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852487"/>
            <a:ext cx="11586950" cy="194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8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" y="514350"/>
            <a:ext cx="11759142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86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2" y="512762"/>
            <a:ext cx="10856380" cy="504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3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187"/>
            <a:ext cx="12134852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6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858837"/>
            <a:ext cx="11254152" cy="37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9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Office PowerPoint</Application>
  <PresentationFormat>Widescreen</PresentationFormat>
  <Paragraphs>6</Paragraphs>
  <Slides>15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Office Theme</vt:lpstr>
      <vt:lpstr>Alternating Current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Alternating Current</dc:title>
  <dc:creator>Joseph D'cruz</dc:creator>
  <cp:lastModifiedBy>Joseph D'cruz</cp:lastModifiedBy>
  <cp:revision>2</cp:revision>
  <dcterms:created xsi:type="dcterms:W3CDTF">2020-07-15T06:36:22Z</dcterms:created>
  <dcterms:modified xsi:type="dcterms:W3CDTF">2021-04-02T13:04:43Z</dcterms:modified>
</cp:coreProperties>
</file>