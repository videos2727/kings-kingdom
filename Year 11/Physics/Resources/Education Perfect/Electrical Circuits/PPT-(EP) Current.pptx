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62" r:id="rId14"/>
    <p:sldId id="263" r:id="rId15"/>
    <p:sldId id="264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33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36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683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75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31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364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9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33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76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25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50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C2A77-6387-40AE-AEE5-7C5F507A4DE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620B5-9D30-4415-994F-C305D5EC83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67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YwNj9uauJ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Current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546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785336"/>
            <a:ext cx="10960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current,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8024.97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4100" y="3600449"/>
            <a:ext cx="4940300" cy="314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5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39743"/>
            <a:ext cx="11531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rate of movement of electric charge carriers from one part of a conductor to another.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charge carriers are usually electrons or 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current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charge carriers, such as electrons.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unit of current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Amperes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electrical current is represented 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(I)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formulae.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V=I×R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voltage,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current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resistance.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80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YwNj9uauJ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3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141238"/>
            <a:ext cx="11887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Movement of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quantified as a flow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is the amount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passes a point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how long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 those charges to pass that point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 is measured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Amperes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One ampere equals one coulomb of charge passing a point in one second.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2818894"/>
            <a:ext cx="6324600" cy="42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0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6443"/>
            <a:ext cx="8686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Up to this point, we have discussed current as the flow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is their movement that actually creates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wire.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convention of current was that electricity was the flow of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charge, this is called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conventional current.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prevailing way that circuits continue to be taught and discussed, despite that positive charges cannot move in circuits.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Under conventional current, circuit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goes from highest at the positive battery terminal to lowest at the negative terminal.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flows from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 to negative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against the flow of electrons.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2629349.321351g/1442629350391-133532300848935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1782762"/>
            <a:ext cx="3790950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17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12" y="0"/>
            <a:ext cx="6427788" cy="673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54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536574"/>
            <a:ext cx="10445387" cy="54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6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" y="404812"/>
            <a:ext cx="10191750" cy="612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8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7" y="296862"/>
            <a:ext cx="11223621" cy="5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0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292100"/>
            <a:ext cx="1064138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0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582612"/>
            <a:ext cx="10914690" cy="47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9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352336"/>
            <a:ext cx="10706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flick a light switch, it appears to our eyes that the light comes on immediately.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not entirely the case.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Chinese/1422999310.104941g/1422999354136-84186378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205036"/>
            <a:ext cx="3199503" cy="213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65600" y="22050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switch is flicked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closes a circuit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power source sets up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each end of the circuit. The voltage causes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flow from the positive terminal of the power supply.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5" y="4796400"/>
            <a:ext cx="11316450" cy="122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67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3600" y="112743"/>
            <a:ext cx="7391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an electrical effect is established, there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 current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electrons move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randomly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all directions with no net movement.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Closing the circuit applies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electrons and establishes the electrical effect.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general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imposed on the electrons, moving them from negative to positive terminals.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While the electrons have a net direction towards the positive terminal, they will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 randomly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all directions as they travel there.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makes electron travel through the circuit surprisingly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slow,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despite the fact that the effect establishes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immediately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868584.33631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600" y="12065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2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698838"/>
            <a:ext cx="10858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possible to calculate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how long it takes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electron to move along a particular section of wire.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are provided with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number of 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wire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wire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you can calculate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time taken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an electron to move through it using the below equation: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3484562"/>
            <a:ext cx="8240713" cy="220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33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374650"/>
            <a:ext cx="11261707" cy="545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15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82600"/>
            <a:ext cx="11038114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71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8" y="565150"/>
            <a:ext cx="11688082" cy="50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1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266699"/>
            <a:ext cx="10596563" cy="621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41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175" y="76200"/>
            <a:ext cx="725805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12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</Words>
  <Application>Microsoft Office PowerPoint</Application>
  <PresentationFormat>Widescreen</PresentationFormat>
  <Paragraphs>42</Paragraphs>
  <Slides>20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KaTeX_Main</vt:lpstr>
      <vt:lpstr>Office Theme</vt:lpstr>
      <vt:lpstr>Current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</dc:title>
  <dc:creator>Joseph D'cruz</dc:creator>
  <cp:lastModifiedBy>Joseph D'cruz</cp:lastModifiedBy>
  <cp:revision>2</cp:revision>
  <dcterms:created xsi:type="dcterms:W3CDTF">2020-07-15T05:45:38Z</dcterms:created>
  <dcterms:modified xsi:type="dcterms:W3CDTF">2021-04-02T13:44:30Z</dcterms:modified>
</cp:coreProperties>
</file>