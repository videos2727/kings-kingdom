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0" r:id="rId11"/>
    <p:sldId id="271" r:id="rId12"/>
    <p:sldId id="264" r:id="rId13"/>
    <p:sldId id="265" r:id="rId14"/>
    <p:sldId id="266" r:id="rId15"/>
    <p:sldId id="267" r:id="rId16"/>
    <p:sldId id="268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73E5-B410-42A7-8B9F-A6DED2F02372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48BCD-11C7-4687-A095-B99A77C85E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5512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73E5-B410-42A7-8B9F-A6DED2F02372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48BCD-11C7-4687-A095-B99A77C85E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6852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73E5-B410-42A7-8B9F-A6DED2F02372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48BCD-11C7-4687-A095-B99A77C85E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6844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73E5-B410-42A7-8B9F-A6DED2F02372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48BCD-11C7-4687-A095-B99A77C85E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8080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73E5-B410-42A7-8B9F-A6DED2F02372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48BCD-11C7-4687-A095-B99A77C85E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3479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73E5-B410-42A7-8B9F-A6DED2F02372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48BCD-11C7-4687-A095-B99A77C85E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6455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73E5-B410-42A7-8B9F-A6DED2F02372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48BCD-11C7-4687-A095-B99A77C85E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3175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73E5-B410-42A7-8B9F-A6DED2F02372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48BCD-11C7-4687-A095-B99A77C85E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4708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73E5-B410-42A7-8B9F-A6DED2F02372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48BCD-11C7-4687-A095-B99A77C85E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5139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73E5-B410-42A7-8B9F-A6DED2F02372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48BCD-11C7-4687-A095-B99A77C85E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122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73E5-B410-42A7-8B9F-A6DED2F02372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48BCD-11C7-4687-A095-B99A77C85E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269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C73E5-B410-42A7-8B9F-A6DED2F02372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48BCD-11C7-4687-A095-B99A77C85E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296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bzOBkAd6Mnw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Potential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1019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602040"/>
            <a:ext cx="11557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electric current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electrical potential difference.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Recall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that 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available to electric charges moving in an electrical circuit is measured using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electrical potential difference.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why electric charge separation produces an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electrical potential difference.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Solve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problems involving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electrical potential difference.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Images/Content/Science/1370815702913-763751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75" y="3751262"/>
            <a:ext cx="3810000" cy="2562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9787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6400" y="256739"/>
            <a:ext cx="11353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electrical circuit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conductive loop which through which a charge flows.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charge is generated by some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energy source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and the energy is used by various circuit components called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loads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(or sinks).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energy is electrical energy, and loads convert it into some other kind of energy.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42976516.374281g/1442976515007-2272557745760081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3838575"/>
            <a:ext cx="7610475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88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www.educationperfect.com/Images/Content/Maths/1372825071518-788612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175" y="1308100"/>
            <a:ext cx="245745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419600" y="1504940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the left is an example of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basic circuit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: a battery connected to a lamp and a switch.</a:t>
            </a: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battery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 energy source which provides energy in the form of current to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lamp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load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lamp converts this energy into heat and light energy.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454400" y="673943"/>
            <a:ext cx="7721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Converting energy.</a:t>
            </a:r>
            <a:r>
              <a:rPr lang="en-AU" sz="2400" dirty="0" smtClean="0"/>
              <a:t/>
            </a:r>
            <a:br>
              <a:rPr lang="en-AU" sz="2400" dirty="0" smtClean="0"/>
            </a:b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747597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70000" y="276136"/>
            <a:ext cx="85725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simple circuit can be drawn symbolically as below:</a:t>
            </a:r>
          </a:p>
          <a:p>
            <a:r>
              <a:rPr lang="en-AU" sz="2400" dirty="0" smtClean="0"/>
              <a:t/>
            </a:r>
            <a:br>
              <a:rPr lang="en-AU" sz="2400" dirty="0" smtClean="0"/>
            </a:br>
            <a:endParaRPr lang="en-AU" sz="2400" dirty="0"/>
          </a:p>
        </p:txBody>
      </p:sp>
      <p:pic>
        <p:nvPicPr>
          <p:cNvPr id="4098" name="Picture 2" descr="https://www.educationperfect.com/Images/Content/Maths/1372825071518-788612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" y="876300"/>
            <a:ext cx="245745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www.educationperfect.com/media/content/Maths/1502665183.876621g/1502665232013-395106034512861-2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075" y="2781300"/>
            <a:ext cx="1876425" cy="600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https://www.educationperfect.com/media/content/Science/1442439188.797121g/1442439190096-1654243239339230-optimise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175" y="1381124"/>
            <a:ext cx="3810000" cy="280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635000" y="4701480"/>
            <a:ext cx="110617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a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circuit diagram,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provides a simple way to describe potentially complicated circuits. Note the battery symbol - positive terminal is the larger line.</a:t>
            </a:r>
            <a:endParaRPr lang="en-AU" sz="2400" dirty="0"/>
          </a:p>
        </p:txBody>
      </p:sp>
      <p:sp>
        <p:nvSpPr>
          <p:cNvPr id="5" name="Rectangle 4"/>
          <p:cNvSpPr/>
          <p:nvPr/>
        </p:nvSpPr>
        <p:spPr>
          <a:xfrm>
            <a:off x="635000" y="5636983"/>
            <a:ext cx="110617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the circuit diagram the switch is open. It could be drawn closed as</a:t>
            </a:r>
            <a:endParaRPr lang="en-AU" sz="2400" dirty="0"/>
          </a:p>
        </p:txBody>
      </p:sp>
      <p:pic>
        <p:nvPicPr>
          <p:cNvPr id="4108" name="Picture 12" descr="https://www.educationperfect.com/media/content/Science/1506908463.03831g/1506908465938-1162341655959391-optimised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7175" y="5867815"/>
            <a:ext cx="93345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9130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7043"/>
            <a:ext cx="12192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what is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electric current?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Electric current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as the rate of movement of electric charge carriers from one part of a conductor to another.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Electric charge carriers are usually electrons or ions.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current is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flow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charge carriers, such as electrons.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unit of current is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Amperes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(A)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electrical current is represented as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(I)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formulae.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V=I×R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where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voltage,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I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current and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resistance.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28690219.144681g/1528690194923-3925421269434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9431" y="5120690"/>
            <a:ext cx="3513137" cy="1706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4405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17036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 is needed to separate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opposite charges.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positive and negative charge attract each other strongly if they are close together, but can be separated if they are provided with energy.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152444"/>
              </p:ext>
            </p:extLst>
          </p:nvPr>
        </p:nvGraphicFramePr>
        <p:xfrm>
          <a:off x="685800" y="2285524"/>
          <a:ext cx="5905500" cy="2308860"/>
        </p:xfrm>
        <a:graphic>
          <a:graphicData uri="http://schemas.openxmlformats.org/drawingml/2006/table">
            <a:tbl>
              <a:tblPr/>
              <a:tblGrid>
                <a:gridCol w="5905500">
                  <a:extLst>
                    <a:ext uri="{9D8B030D-6E8A-4147-A177-3AD203B41FA5}">
                      <a16:colId xmlns:a16="http://schemas.microsoft.com/office/drawing/2014/main" val="34930799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>This energy is stored in the charges as </a:t>
                      </a:r>
                      <a:r>
                        <a:rPr lang="en-AU" sz="2400" b="1" dirty="0">
                          <a:solidFill>
                            <a:srgbClr val="F30277"/>
                          </a:solidFill>
                          <a:effectLst/>
                        </a:rPr>
                        <a:t>potential energy,</a:t>
                      </a:r>
                      <a:r>
                        <a:rPr lang="en-AU" sz="2400" dirty="0">
                          <a:effectLst/>
                        </a:rPr>
                        <a:t> which is ready to be transferred or transformed. If the charges are allowed to move back together then they </a:t>
                      </a:r>
                      <a:r>
                        <a:rPr lang="en-AU" sz="2400" b="1" dirty="0">
                          <a:solidFill>
                            <a:srgbClr val="0066CC"/>
                          </a:solidFill>
                          <a:effectLst/>
                        </a:rPr>
                        <a:t>lose </a:t>
                      </a:r>
                      <a:r>
                        <a:rPr lang="en-AU" sz="2400" dirty="0">
                          <a:effectLst/>
                        </a:rPr>
                        <a:t>potential energy, and it takes work to separate them again.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912767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85800" y="4893212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a similar fashion, two like charges will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repel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other more the closer they are together. It takes work to move the charges together, and this 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stored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potential energy.</a:t>
            </a:r>
            <a:endParaRPr lang="en-AU" sz="2400" dirty="0"/>
          </a:p>
        </p:txBody>
      </p:sp>
      <p:pic>
        <p:nvPicPr>
          <p:cNvPr id="6146" name="Picture 2" descr="https://www.educationperfect.com/media/content/Science/1443155480.134441g/1443155483750-360730839624685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374" y="1986696"/>
            <a:ext cx="3641725" cy="4807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9268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306338"/>
            <a:ext cx="115189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what is meant by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potential difference?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Electrical potential difference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as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change in potential energy per unit charge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two defined points in a circuit.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unit of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electrical potential difference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volts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(V)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; sometimes referred to as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voltage.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499659404.88471g/1499659407575-360539293886522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4575" y="3589337"/>
            <a:ext cx="4762500" cy="3162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3381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24" y="379412"/>
            <a:ext cx="10836275" cy="591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543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5" y="361950"/>
            <a:ext cx="11406164" cy="488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511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25" y="323850"/>
            <a:ext cx="11375960" cy="601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879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34852" y="399534"/>
            <a:ext cx="15888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Batteries.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064701"/>
              </p:ext>
            </p:extLst>
          </p:nvPr>
        </p:nvGraphicFramePr>
        <p:xfrm>
          <a:off x="1952624" y="1358424"/>
          <a:ext cx="5400675" cy="1943100"/>
        </p:xfrm>
        <a:graphic>
          <a:graphicData uri="http://schemas.openxmlformats.org/drawingml/2006/table">
            <a:tbl>
              <a:tblPr/>
              <a:tblGrid>
                <a:gridCol w="5400675">
                  <a:extLst>
                    <a:ext uri="{9D8B030D-6E8A-4147-A177-3AD203B41FA5}">
                      <a16:colId xmlns:a16="http://schemas.microsoft.com/office/drawing/2014/main" val="10846708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>A </a:t>
                      </a:r>
                      <a:r>
                        <a:rPr lang="en-AU" sz="2400" b="1" dirty="0">
                          <a:solidFill>
                            <a:srgbClr val="F30277"/>
                          </a:solidFill>
                          <a:effectLst/>
                        </a:rPr>
                        <a:t>battery</a:t>
                      </a:r>
                      <a:r>
                        <a:rPr lang="en-AU" sz="2400" dirty="0">
                          <a:effectLst/>
                        </a:rPr>
                        <a:t> is a source of potential energy per charge, or </a:t>
                      </a:r>
                      <a:r>
                        <a:rPr lang="en-AU" sz="2400" b="1" i="1" dirty="0" err="1">
                          <a:effectLst/>
                        </a:rPr>
                        <a:t>emf</a:t>
                      </a:r>
                      <a:r>
                        <a:rPr lang="en-AU" sz="2400" dirty="0">
                          <a:effectLst/>
                        </a:rPr>
                        <a:t> (electromotive force). In a charged battery, a chemical reaction separates positive and negative charges to each terminal of the battery.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741901"/>
                  </a:ext>
                </a:extLst>
              </a:tr>
            </a:tbl>
          </a:graphicData>
        </a:graphic>
      </p:graphicFrame>
      <p:pic>
        <p:nvPicPr>
          <p:cNvPr id="8194" name="Picture 2" descr="https://www.educationperfect.com/media/content/Science/1442533398.364521g/1442533430506-63270858436354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5100" y="105410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889000" y="3911600"/>
            <a:ext cx="10312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clusters a lot of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like charges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near each other, giving them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very high potential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Circuits connect the positive and negative terminals with wires, and the electron build-up in the negative terminal creates a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towards the positive terminal.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135678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200" y="271840"/>
            <a:ext cx="117221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battery keeps current flowing, providing the wire with more electrons.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Placing a load such as a lamp in the circuit will light it as the potential energy of the electrons is converted into heat and light energy.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Electrons near 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positive terminal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a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low potential energy.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Electrons near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negative terminal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a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high potential energy.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04495" y="2949496"/>
            <a:ext cx="51251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creates 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potential difference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dirty="0"/>
          </a:p>
        </p:txBody>
      </p:sp>
      <p:pic>
        <p:nvPicPr>
          <p:cNvPr id="9218" name="Picture 2" descr="https://www.educationperfect.com/media/content/Science/1453772925.657331g/1453772928852-3858922620180426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800" y="3681413"/>
            <a:ext cx="5715000" cy="273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1035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zOBkAd6Mnw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100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" y="328136"/>
            <a:ext cx="11811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Potential difference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calculations.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Electric potential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with symbol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is the electric potential energy (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W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units Joules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(J)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per unit charge (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q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units Coulombs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(C)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at a particular point. We write this as: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187" y="2111374"/>
            <a:ext cx="4186008" cy="2498725"/>
          </a:xfrm>
          <a:prstGeom prst="rect">
            <a:avLst/>
          </a:prstGeom>
        </p:spPr>
      </p:pic>
      <p:pic>
        <p:nvPicPr>
          <p:cNvPr id="10242" name="Picture 2" descr="https://www.educationperfect.com/media/content/Science/1455488073.129431g/1455488073668-243945418309773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7475" y="25019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367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5342"/>
            <a:ext cx="8255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measure potential at a point relative to a reference point, so often we are measuring not the potential but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potential difference.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the difference in potential energy per unit charge between two points. Potential difference has the same symbol,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and is referred to as "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Voltage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".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 charge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q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moves between points it will have a change in potential energy. This gain/loss is equal to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W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sz="2400" b="0" i="1" dirty="0" err="1" smtClean="0">
                <a:solidFill>
                  <a:srgbClr val="444444"/>
                </a:solidFill>
                <a:effectLst/>
                <a:latin typeface="KaTeX_Math"/>
              </a:rPr>
              <a:t>qV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measure potential difference with a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voltmeter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connecting it to two different parts of a circuit, and it gives us the potential difference between those two parts.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Science/1524023047.619591g/1524023047637-2440610294183876-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3759" y="4851401"/>
            <a:ext cx="3988241" cy="200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9405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462" y="258681"/>
            <a:ext cx="10294938" cy="659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263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0"/>
            <a:ext cx="9429750" cy="655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14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74" y="200024"/>
            <a:ext cx="10144125" cy="629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690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" y="623887"/>
            <a:ext cx="11662811" cy="528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352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224" y="150812"/>
            <a:ext cx="9426575" cy="626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14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696912"/>
            <a:ext cx="11647360" cy="406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349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87" y="434974"/>
            <a:ext cx="11418742" cy="406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797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99" y="546100"/>
            <a:ext cx="11099447" cy="547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2140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74" y="352425"/>
            <a:ext cx="9940925" cy="579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0920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62" y="220662"/>
            <a:ext cx="9482138" cy="635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980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128</Words>
  <Application>Microsoft Office PowerPoint</Application>
  <PresentationFormat>Widescreen</PresentationFormat>
  <Paragraphs>59</Paragraphs>
  <Slides>26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KaTeX_Main</vt:lpstr>
      <vt:lpstr>KaTeX_Math</vt:lpstr>
      <vt:lpstr>Office Theme</vt:lpstr>
      <vt:lpstr>Potential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Potential</dc:title>
  <dc:creator>Joseph D'cruz</dc:creator>
  <cp:lastModifiedBy>Joseph D'cruz</cp:lastModifiedBy>
  <cp:revision>3</cp:revision>
  <dcterms:created xsi:type="dcterms:W3CDTF">2020-07-15T05:27:52Z</dcterms:created>
  <dcterms:modified xsi:type="dcterms:W3CDTF">2021-04-02T14:09:34Z</dcterms:modified>
</cp:coreProperties>
</file>