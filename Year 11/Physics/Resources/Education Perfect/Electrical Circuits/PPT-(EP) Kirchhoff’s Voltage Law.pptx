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8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5AC5-0A35-4396-A251-00B5C1657DB5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FA8F-2B18-4ECC-81E4-56F19676E4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5262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5AC5-0A35-4396-A251-00B5C1657DB5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FA8F-2B18-4ECC-81E4-56F19676E4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866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5AC5-0A35-4396-A251-00B5C1657DB5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FA8F-2B18-4ECC-81E4-56F19676E4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5796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5AC5-0A35-4396-A251-00B5C1657DB5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FA8F-2B18-4ECC-81E4-56F19676E4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2981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5AC5-0A35-4396-A251-00B5C1657DB5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FA8F-2B18-4ECC-81E4-56F19676E4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661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5AC5-0A35-4396-A251-00B5C1657DB5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FA8F-2B18-4ECC-81E4-56F19676E4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7849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5AC5-0A35-4396-A251-00B5C1657DB5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FA8F-2B18-4ECC-81E4-56F19676E4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7097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5AC5-0A35-4396-A251-00B5C1657DB5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FA8F-2B18-4ECC-81E4-56F19676E4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5931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5AC5-0A35-4396-A251-00B5C1657DB5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FA8F-2B18-4ECC-81E4-56F19676E4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7413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5AC5-0A35-4396-A251-00B5C1657DB5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FA8F-2B18-4ECC-81E4-56F19676E4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619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A5AC5-0A35-4396-A251-00B5C1657DB5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EFA8F-2B18-4ECC-81E4-56F19676E4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7103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A5AC5-0A35-4396-A251-00B5C1657DB5}" type="datetimeFigureOut">
              <a:rPr lang="en-AU" smtClean="0"/>
              <a:t>3/04/2021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EFA8F-2B18-4ECC-81E4-56F19676E4E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6105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Kirchhoff’s </a:t>
            </a:r>
            <a:r>
              <a:rPr lang="en-AU" dirty="0" smtClean="0"/>
              <a:t>Voltage </a:t>
            </a:r>
            <a:r>
              <a:rPr lang="en-AU" dirty="0" smtClean="0"/>
              <a:t>Law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9085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674638"/>
            <a:ext cx="11201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By the end of this lesson, you should be able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31876E"/>
                </a:solidFill>
                <a:latin typeface="Arial" panose="020B0604020202020204" pitchFamily="34" charset="0"/>
              </a:rPr>
              <a:t>Define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Kirchhoff’s voltage law.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Calculate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 voltage used by a particular component in a circuit using a combination of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Kirchhoff’s voltage law and Ohm’s law.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Calculate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 current or resistance of a particular component in a </a:t>
            </a:r>
            <a:r>
              <a:rPr lang="en-AU" b="1" dirty="0">
                <a:solidFill>
                  <a:srgbClr val="31876E"/>
                </a:solidFill>
                <a:latin typeface="Arial" panose="020B0604020202020204" pitchFamily="34" charset="0"/>
              </a:rPr>
              <a:t>circuit using a combination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of Kirchhoff’s voltage law and Ohm’s law.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A smartphone with the back cover removed, exposing the battery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1333" y="3213100"/>
            <a:ext cx="6413133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148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9100" y="288141"/>
            <a:ext cx="109855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Potential difference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or voltage?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We have previously introduced the idea of potential difference, which is </a:t>
            </a:r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the change in potential energy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per unit charge across two points in a circuit. The unit for electric potential is volts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(V),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which can also be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referred to as the voltage.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In this lesson we will refer to this </a:t>
            </a:r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quantity as voltage,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which is the more common name, but it will be referred to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elsewhere as potential difference,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so keep in mind that these two terms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are used interchangeably.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/>
            </a:r>
            <a:b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</a:br>
            <a:endParaRPr lang="en-AU" dirty="0"/>
          </a:p>
        </p:txBody>
      </p:sp>
      <p:pic>
        <p:nvPicPr>
          <p:cNvPr id="2050" name="Picture 2" descr="A sign warning of high voltage danger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462" y="3563966"/>
            <a:ext cx="4676775" cy="3119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122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510739"/>
            <a:ext cx="114681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Kirchhoff’s voltage law states that all voltage supplied by a battery in a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closed circuit loop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will be used up.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This means that </a:t>
            </a:r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every component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in a circuit uses a portion of the total voltage, such that there is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0 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returning to the battery. This happens regardless of how many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components are in a circuit.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In general, </a:t>
            </a:r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Kirchhoff’s voltage law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reads: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001" y="2868612"/>
            <a:ext cx="5596097" cy="8016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81000" y="3670300"/>
            <a:ext cx="10033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Where there could be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many components,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and </a:t>
            </a:r>
            <a:r>
              <a:rPr lang="en-AU" dirty="0" err="1">
                <a:solidFill>
                  <a:srgbClr val="444444"/>
                </a:solidFill>
                <a:latin typeface="KaTeX_Main"/>
              </a:rPr>
              <a:t>V</a:t>
            </a:r>
            <a:r>
              <a:rPr lang="en-AU" i="1" baseline="-25000" dirty="0" err="1">
                <a:solidFill>
                  <a:srgbClr val="444444"/>
                </a:solidFill>
                <a:latin typeface="KaTeX_Math"/>
              </a:rPr>
              <a:t>n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​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is the final component.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Alternatively,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this could be written as: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774" y="4588986"/>
            <a:ext cx="5167855" cy="806332"/>
          </a:xfrm>
          <a:prstGeom prst="rect">
            <a:avLst/>
          </a:prstGeom>
        </p:spPr>
      </p:pic>
      <p:pic>
        <p:nvPicPr>
          <p:cNvPr id="3074" name="Picture 2" descr="The voltage supplied by the battery will be used up by the combined voltage across the bulb and the resistor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629" y="3429000"/>
            <a:ext cx="30861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091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3100" y="420638"/>
            <a:ext cx="105283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Now let’s see how this would look with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an actual circuit.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In the circuits we will be studying, the </a:t>
            </a:r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battery represents the total voltage,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and all other components will use up the voltage supplied by the battery. So, for the circuit below, with a battery, a bulb and a resistor,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Kirchhoff’s voltage law will read: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2076450"/>
            <a:ext cx="7362795" cy="2546350"/>
          </a:xfrm>
          <a:prstGeom prst="rect">
            <a:avLst/>
          </a:prstGeom>
        </p:spPr>
      </p:pic>
      <p:pic>
        <p:nvPicPr>
          <p:cNvPr id="4098" name="Picture 2" descr="A simple circuit with a battery, a resistor, and a bulb in serie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5" y="4802138"/>
            <a:ext cx="3571875" cy="208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0556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1200" y="94040"/>
            <a:ext cx="105029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Each component will use a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different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amount of voltage.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How much voltage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is used by a component depends on the amount of current running through a circuit and </a:t>
            </a:r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the resistance of an individual component.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However, if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two components are identical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—for example two identical bulbs—then they will use the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same amount of voltage.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The amount of voltage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used by a component can be worked out using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Ohm’s law: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2125365"/>
            <a:ext cx="10256467" cy="2670175"/>
          </a:xfrm>
          <a:prstGeom prst="rect">
            <a:avLst/>
          </a:prstGeom>
        </p:spPr>
      </p:pic>
      <p:pic>
        <p:nvPicPr>
          <p:cNvPr id="5122" name="Picture 2" descr="A simple circuit with a battery and a resistor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6332" y="3479800"/>
            <a:ext cx="3157768" cy="3469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981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285740"/>
            <a:ext cx="11607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We can also </a:t>
            </a:r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combine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Ohm’s law with Kirchhoff’s voltage law.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We’ve already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encountered Ohm’s law: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i="1" dirty="0">
                <a:solidFill>
                  <a:srgbClr val="444444"/>
                </a:solidFill>
                <a:latin typeface="KaTeX_Math"/>
              </a:rPr>
              <a:t>V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=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IR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And we can use this with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Kirchhoff’s voltage law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as well; it can tell us more about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components in a circuit.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For example: If we have </a:t>
            </a:r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a circuit with a battery,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 resistor and a bulb, we can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re-write Kirchhoff’s voltage law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from: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4" y="3000374"/>
            <a:ext cx="11769796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12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434539"/>
            <a:ext cx="11226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>
                <a:solidFill>
                  <a:srgbClr val="444444"/>
                </a:solidFill>
                <a:latin typeface="Arial" panose="020B0604020202020204" pitchFamily="34" charset="0"/>
              </a:rPr>
              <a:t>Now that we understand the theory, </a:t>
            </a:r>
            <a:r>
              <a:rPr lang="en-AU" b="1">
                <a:solidFill>
                  <a:srgbClr val="DF9C24"/>
                </a:solidFill>
                <a:latin typeface="Arial" panose="020B0604020202020204" pitchFamily="34" charset="0"/>
              </a:rPr>
              <a:t>let’s put it into practice.</a:t>
            </a:r>
            <a:endParaRPr lang="en-AU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 circuit below has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three components: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4 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battery,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2 Ω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resistor and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3 Ω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resistor. There is a </a:t>
            </a:r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current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running through the circuit 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0.8 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A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Calculate the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voltage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used by the resistors and show how this satisfies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Kirchhoff’s voltage law.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A simple circuit with two resistors, one 2 Ohms, the other 3 Ohms. A 0.8 Amp current flows through the circuit, and there is a battery supplying 4 volts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1975" y="3148012"/>
            <a:ext cx="4867275" cy="273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7181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181739"/>
            <a:ext cx="1092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Solution: Part 1 of 3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Calculate the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voltage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used by the resistors and show how this satisfies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Kirchhoff’s voltage law.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To begin, we need to find the voltages across each resistor </a:t>
            </a:r>
            <a:r>
              <a:rPr lang="en-AU" b="1" dirty="0">
                <a:solidFill>
                  <a:srgbClr val="31876E"/>
                </a:solidFill>
                <a:latin typeface="Arial" panose="020B0604020202020204" pitchFamily="34" charset="0"/>
              </a:rPr>
              <a:t>using Ohm’s law: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i="1" dirty="0">
                <a:solidFill>
                  <a:srgbClr val="444444"/>
                </a:solidFill>
                <a:latin typeface="KaTeX_Math"/>
              </a:rPr>
              <a:t>V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=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IR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And substituting in the known values: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649" y="2614612"/>
            <a:ext cx="9232217" cy="1792288"/>
          </a:xfrm>
          <a:prstGeom prst="rect">
            <a:avLst/>
          </a:prstGeom>
        </p:spPr>
      </p:pic>
      <p:pic>
        <p:nvPicPr>
          <p:cNvPr id="7170" name="Picture 2" descr="A simple circuit with two resistors, one 2 Ohms, the other 3 Ohms. A 0.8 Amp current flows through the circuit, and there is a battery supplying 4 volt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775" y="4124324"/>
            <a:ext cx="4867275" cy="273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3478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700" y="241638"/>
            <a:ext cx="106553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Solution: Part 2 of 3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Calculate the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voltage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used by the resistors and show how this satisfies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Kirchhoff’s voltage law.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We know the voltage of the first resistor is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1.6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V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Now let’s </a:t>
            </a:r>
            <a:r>
              <a:rPr lang="en-AU" b="1" dirty="0">
                <a:solidFill>
                  <a:srgbClr val="31876E"/>
                </a:solidFill>
                <a:latin typeface="Arial" panose="020B0604020202020204" pitchFamily="34" charset="0"/>
              </a:rPr>
              <a:t>calculate the second resistor: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12" y="1971674"/>
            <a:ext cx="10375849" cy="2333625"/>
          </a:xfrm>
          <a:prstGeom prst="rect">
            <a:avLst/>
          </a:prstGeom>
        </p:spPr>
      </p:pic>
      <p:pic>
        <p:nvPicPr>
          <p:cNvPr id="8194" name="Picture 2" descr="A simple circuit with two resistors, one 2 Ohms, the other 3 Ohms. A 0.8 Amp current flows through the circuit, and there is a battery supplying 4 volt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8375" y="4099262"/>
            <a:ext cx="4867275" cy="273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590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331738"/>
            <a:ext cx="1092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Solution: Part 3 of 3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Calculate the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voltage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used by the resistors and show how this satisfies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Kirchhoff’s voltage law.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We have calculated the voltages of the two resistors to be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1.6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and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2.4</a:t>
            </a:r>
            <a:r>
              <a:rPr lang="en-AU" i="1" dirty="0">
                <a:solidFill>
                  <a:srgbClr val="444444"/>
                </a:solidFill>
                <a:latin typeface="KaTeX_Math"/>
              </a:rPr>
              <a:t>V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Now let’s </a:t>
            </a:r>
            <a:r>
              <a:rPr lang="en-AU" b="1" dirty="0">
                <a:solidFill>
                  <a:srgbClr val="31876E"/>
                </a:solidFill>
                <a:latin typeface="Arial" panose="020B0604020202020204" pitchFamily="34" charset="0"/>
              </a:rPr>
              <a:t>check this satisfies Kirchhoff's law: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185987"/>
            <a:ext cx="10069948" cy="2119313"/>
          </a:xfrm>
          <a:prstGeom prst="rect">
            <a:avLst/>
          </a:prstGeom>
        </p:spPr>
      </p:pic>
      <p:pic>
        <p:nvPicPr>
          <p:cNvPr id="9218" name="Picture 2" descr="A simple circuit with two resistors, one 2 Ohms, the other 3 Ohms. A 0.8 Amp current flows through the circuit, and there is a battery supplying 4 volt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7075" y="4024312"/>
            <a:ext cx="4867275" cy="2733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6799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87" y="222249"/>
            <a:ext cx="6729413" cy="663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87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987" y="141287"/>
            <a:ext cx="7034213" cy="690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175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474" y="0"/>
            <a:ext cx="9534525" cy="669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426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037" y="173037"/>
            <a:ext cx="6786563" cy="644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56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024" y="219530"/>
            <a:ext cx="9794875" cy="663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67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4" y="99840"/>
            <a:ext cx="9286875" cy="675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632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474" y="112712"/>
            <a:ext cx="9140825" cy="678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996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462340"/>
            <a:ext cx="108204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We have learned that the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total voltage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around a closed circuit is zero.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We can also say that the total voltage </a:t>
            </a:r>
            <a:r>
              <a:rPr lang="en-AU" b="1" dirty="0">
                <a:solidFill>
                  <a:srgbClr val="31876E"/>
                </a:solidFill>
                <a:latin typeface="Arial" panose="020B0604020202020204" pitchFamily="34" charset="0"/>
              </a:rPr>
              <a:t>supplied is equal to the battery,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so: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dirty="0" err="1">
                <a:solidFill>
                  <a:srgbClr val="444444"/>
                </a:solidFill>
                <a:latin typeface="KaTeX_Main"/>
              </a:rPr>
              <a:t>V</a:t>
            </a:r>
            <a:r>
              <a:rPr lang="en-AU" sz="2400" i="1" baseline="-25000" dirty="0" err="1">
                <a:solidFill>
                  <a:srgbClr val="444444"/>
                </a:solidFill>
                <a:latin typeface="KaTeX_Math"/>
              </a:rPr>
              <a:t>total</a:t>
            </a:r>
            <a:r>
              <a:rPr lang="en-AU" sz="2400" baseline="-25000" dirty="0">
                <a:solidFill>
                  <a:srgbClr val="444444"/>
                </a:solidFill>
                <a:latin typeface="KaTeX_Main"/>
              </a:rPr>
              <a:t>​</a:t>
            </a:r>
            <a:r>
              <a:rPr lang="en-AU" sz="2400" dirty="0">
                <a:solidFill>
                  <a:srgbClr val="444444"/>
                </a:solidFill>
                <a:latin typeface="KaTeX_Main"/>
              </a:rPr>
              <a:t>=</a:t>
            </a:r>
            <a:r>
              <a:rPr lang="en-AU" sz="2400" dirty="0" err="1">
                <a:solidFill>
                  <a:srgbClr val="444444"/>
                </a:solidFill>
                <a:latin typeface="KaTeX_Main"/>
              </a:rPr>
              <a:t>V</a:t>
            </a:r>
            <a:r>
              <a:rPr lang="en-AU" sz="2400" i="1" baseline="-25000" dirty="0" err="1">
                <a:solidFill>
                  <a:srgbClr val="444444"/>
                </a:solidFill>
                <a:latin typeface="KaTeX_Math"/>
              </a:rPr>
              <a:t>battery</a:t>
            </a:r>
            <a:r>
              <a:rPr lang="en-AU" sz="2400" baseline="-25000" dirty="0">
                <a:solidFill>
                  <a:srgbClr val="444444"/>
                </a:solidFill>
                <a:latin typeface="KaTeX_Main"/>
              </a:rPr>
              <a:t>​</a:t>
            </a:r>
            <a:endParaRPr lang="en-AU" sz="2400" baseline="-25000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Up till now, we have only had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one battery in a circuit,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so this hasn’t been necessary, but... what happens when we have a circuit with more than one battery?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https://www.educationperfect.com/Images/Content/Maths/1371786639181-778793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3238500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71852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92038"/>
            <a:ext cx="11277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What happens when we have a circuit with </a:t>
            </a:r>
            <a:r>
              <a:rPr lang="en-AU" b="1" dirty="0">
                <a:solidFill>
                  <a:srgbClr val="FDBE45"/>
                </a:solidFill>
                <a:latin typeface="Arial" panose="020B0604020202020204" pitchFamily="34" charset="0"/>
              </a:rPr>
              <a:t>more than one battery?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A circuit can have more than </a:t>
            </a:r>
            <a:r>
              <a:rPr lang="en-AU" b="1" dirty="0">
                <a:solidFill>
                  <a:srgbClr val="31876E"/>
                </a:solidFill>
                <a:latin typeface="Arial" panose="020B0604020202020204" pitchFamily="34" charset="0"/>
              </a:rPr>
              <a:t>one battery.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When they do, we simply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add their voltages together.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In a sense, they act as </a:t>
            </a:r>
            <a:r>
              <a:rPr lang="en-AU" b="1" dirty="0">
                <a:solidFill>
                  <a:srgbClr val="FDBE45"/>
                </a:solidFill>
                <a:latin typeface="Arial" panose="020B0604020202020204" pitchFamily="34" charset="0"/>
              </a:rPr>
              <a:t>one larger battery.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/>
            </a:r>
            <a:b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</a:b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562" y="1327283"/>
            <a:ext cx="6442026" cy="123816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82550" y="2565444"/>
            <a:ext cx="4360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Then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Kirchhoff’s voltage law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becomes: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612" y="3438524"/>
            <a:ext cx="9076588" cy="203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664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313541"/>
            <a:ext cx="114554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Batteries have a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positive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and a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negative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terminal.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These terminals tell us </a:t>
            </a:r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which way the current flows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−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with conventional current, it travels from the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positive terminal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to the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negative terminal.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If we have more than </a:t>
            </a:r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one battery in a circuit,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they can be placed in opposite directions, so current doesn’t flow through the circuit the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same way we’ve seen before.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Current will always leave the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positive terminal,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and return to the negative terminal of the largest battery, so you can have current travelling in different directions in </a:t>
            </a:r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various sections of the circuit.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6" name="Picture 2" descr="https://www.educationperfect.com/media/content/Science/1427680467.036811g/1427680478336-377767449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362" y="3624864"/>
            <a:ext cx="3546475" cy="2874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8677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478641"/>
            <a:ext cx="109601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What happens if we wire </a:t>
            </a:r>
            <a:r>
              <a:rPr lang="en-AU" b="1" dirty="0">
                <a:solidFill>
                  <a:srgbClr val="31876E"/>
                </a:solidFill>
                <a:latin typeface="Arial" panose="020B0604020202020204" pitchFamily="34" charset="0"/>
              </a:rPr>
              <a:t>two batteries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in opposition to one another?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In this case the voltages produced by the batteries will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oppose one another.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This means the total voltage provided by the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power source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will be the difference between the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two voltages.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 largest battery will dictate the </a:t>
            </a:r>
            <a:r>
              <a:rPr lang="en-AU" b="1" dirty="0">
                <a:solidFill>
                  <a:srgbClr val="31876E"/>
                </a:solidFill>
                <a:latin typeface="Arial" panose="020B0604020202020204" pitchFamily="34" charset="0"/>
              </a:rPr>
              <a:t>direction the current travels,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as it supplies the most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voltage to the circuit.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In the </a:t>
            </a:r>
            <a:r>
              <a:rPr lang="en-AU" b="1" dirty="0">
                <a:solidFill>
                  <a:srgbClr val="31876E"/>
                </a:solidFill>
                <a:latin typeface="Arial" panose="020B0604020202020204" pitchFamily="34" charset="0"/>
              </a:rPr>
              <a:t>image below,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we have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9V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battery wired in opposition to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3V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battery. Therefore, the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overall voltage becomes: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299" y="3061563"/>
            <a:ext cx="4102589" cy="1726337"/>
          </a:xfrm>
          <a:prstGeom prst="rect">
            <a:avLst/>
          </a:prstGeom>
        </p:spPr>
      </p:pic>
      <p:pic>
        <p:nvPicPr>
          <p:cNvPr id="12290" name="Picture 2" descr="https://www.educationperfect.com/media/content/Science/1606250169.90010291g/1606250167732-199146894877810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693" y="5180012"/>
            <a:ext cx="3733800" cy="1228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00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800" y="482938"/>
            <a:ext cx="10922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Let’s have a look at an example of a circuit with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multiple batteries.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A circuit has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1V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battery, and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3V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battery,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plus a bulb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that has a potential difference 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2V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across it.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Solve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Kirchhoff’s voltage law for this circuit.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314" name="Picture 2" descr="https://www.educationperfect.com/media/content/Science/1606250276.6370091g/1606250276779-199146894877810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975" y="3119437"/>
            <a:ext cx="4057650" cy="3248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979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174922"/>
            <a:ext cx="111887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Solution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b="1" dirty="0">
                <a:solidFill>
                  <a:srgbClr val="31876E"/>
                </a:solidFill>
                <a:latin typeface="Arial" panose="020B0604020202020204" pitchFamily="34" charset="0"/>
              </a:rPr>
              <a:t>A circuit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has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1V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battery, and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3V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battery,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plus a bulb that has a potential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difference of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2V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across it.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162" y="1143121"/>
            <a:ext cx="9012238" cy="292321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32581" y="3734968"/>
            <a:ext cx="10947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 smaller battery opposes the larger one, so there is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2V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of total voltage supplied by the batteries. The voltage is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entirely used up by the bulb,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satisfying Kirchhoff’s voltage law.</a:t>
            </a:r>
            <a:endParaRPr lang="en-AU" dirty="0"/>
          </a:p>
        </p:txBody>
      </p:sp>
      <p:pic>
        <p:nvPicPr>
          <p:cNvPr id="14338" name="Picture 2" descr="https://www.educationperfect.com/media/content/Science/1606250276.6370091g/1606250276779-199146894877810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918" y="4381299"/>
            <a:ext cx="3260725" cy="261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761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5237"/>
            <a:ext cx="11506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Let’s have a look at a </a:t>
            </a:r>
            <a:r>
              <a:rPr lang="en-AU" b="1" dirty="0">
                <a:solidFill>
                  <a:srgbClr val="31876E"/>
                </a:solidFill>
                <a:latin typeface="Arial" panose="020B0604020202020204" pitchFamily="34" charset="0"/>
              </a:rPr>
              <a:t>different example.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A circuit has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5V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battery and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3V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battery,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along with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2Ω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bulb. 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Calculate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the current flowing through the circuit.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362" name="Picture 2" descr="https://www.educationperfect.com/media/content/Science/1606250812.93678831g/1606250813084-199146894877810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0" y="2957512"/>
            <a:ext cx="38100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726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6600" y="511939"/>
            <a:ext cx="10922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Solution: Part 1 of 2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A circuit has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5V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battery and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3V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battery,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along with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2Ω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bulb. 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Calculate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the current flowing through the circuit.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Here the two batteries get added together, as they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face in the same direction.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We first calculate the </a:t>
            </a:r>
            <a:r>
              <a:rPr lang="en-AU" b="1" dirty="0">
                <a:solidFill>
                  <a:srgbClr val="31876E"/>
                </a:solidFill>
                <a:latin typeface="Arial" panose="020B0604020202020204" pitchFamily="34" charset="0"/>
              </a:rPr>
              <a:t>voltage across the bulb.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550" y="2820263"/>
            <a:ext cx="8655050" cy="1614050"/>
          </a:xfrm>
          <a:prstGeom prst="rect">
            <a:avLst/>
          </a:prstGeom>
        </p:spPr>
      </p:pic>
      <p:pic>
        <p:nvPicPr>
          <p:cNvPr id="16386" name="Picture 2" descr="https://www.educationperfect.com/media/content/Science/1606250812.93678831g/1606250813084-199146894877810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585" y="4408487"/>
            <a:ext cx="3061890" cy="2449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331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67439"/>
            <a:ext cx="11315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Solution: Part 2 of 2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A circuit has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5V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battery and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3V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battery,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along with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2Ω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bulb.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dirty="0">
                <a:solidFill>
                  <a:srgbClr val="3063B0"/>
                </a:solidFill>
                <a:latin typeface="Arial" panose="020B0604020202020204" pitchFamily="34" charset="0"/>
              </a:rPr>
              <a:t>Calculate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the current flowing through the circuit.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On the previous slide we calculated that the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total voltage provided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to the bulb is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8V,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now we solve for the current of the circuit.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4" y="2375763"/>
            <a:ext cx="7839075" cy="2297660"/>
          </a:xfrm>
          <a:prstGeom prst="rect">
            <a:avLst/>
          </a:prstGeom>
        </p:spPr>
      </p:pic>
      <p:pic>
        <p:nvPicPr>
          <p:cNvPr id="17410" name="Picture 2" descr="https://www.educationperfect.com/media/content/Science/1606250812.93678831g/1606250813084-199146894877810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3809999"/>
            <a:ext cx="38100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51754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200" y="65544"/>
            <a:ext cx="11658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What happens if we wire </a:t>
            </a:r>
            <a:r>
              <a:rPr lang="en-AU" b="1" dirty="0">
                <a:solidFill>
                  <a:srgbClr val="31876E"/>
                </a:solidFill>
                <a:latin typeface="Arial" panose="020B0604020202020204" pitchFamily="34" charset="0"/>
              </a:rPr>
              <a:t>many batteries together,</a:t>
            </a:r>
            <a:r>
              <a:rPr lang="en-AU" b="1" dirty="0">
                <a:solidFill>
                  <a:srgbClr val="444444"/>
                </a:solidFill>
                <a:latin typeface="Arial" panose="020B0604020202020204" pitchFamily="34" charset="0"/>
              </a:rPr>
              <a:t> in multiple directions?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When we have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many batteries,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we group them by direction. Batteries facing in the same direction will get added together, and the group of batteries which supply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the most voltage 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to the circuit will dominate.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In the </a:t>
            </a:r>
            <a:r>
              <a:rPr lang="en-AU" b="1" dirty="0">
                <a:solidFill>
                  <a:srgbClr val="31876E"/>
                </a:solidFill>
                <a:latin typeface="Arial" panose="020B0604020202020204" pitchFamily="34" charset="0"/>
              </a:rPr>
              <a:t>image below,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we have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9V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and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4V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battery wired in opposition to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3V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and a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1V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battery. Therefore, the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we add these separately: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KaTeX_Main"/>
              </a:rPr>
              <a:t>9V+4V=13V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and:</a:t>
            </a:r>
            <a:endParaRPr lang="en-AU" dirty="0">
              <a:solidFill>
                <a:srgbClr val="444444"/>
              </a:solidFill>
              <a:latin typeface="Arial" panose="020B0604020202020204" pitchFamily="34" charset="0"/>
            </a:endParaRPr>
          </a:p>
          <a:p>
            <a:pPr algn="ctr"/>
            <a:r>
              <a:rPr lang="en-AU" dirty="0">
                <a:solidFill>
                  <a:srgbClr val="444444"/>
                </a:solidFill>
                <a:latin typeface="KaTeX_Main"/>
              </a:rPr>
              <a:t>3V+1V=4V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</a:t>
            </a:r>
          </a:p>
          <a:p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The </a:t>
            </a:r>
            <a:r>
              <a:rPr lang="en-AU" b="1" dirty="0">
                <a:solidFill>
                  <a:srgbClr val="31876E"/>
                </a:solidFill>
                <a:latin typeface="Arial" panose="020B0604020202020204" pitchFamily="34" charset="0"/>
              </a:rPr>
              <a:t>group of batteries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supplying </a:t>
            </a:r>
            <a:r>
              <a:rPr lang="en-AU" dirty="0">
                <a:solidFill>
                  <a:srgbClr val="444444"/>
                </a:solidFill>
                <a:latin typeface="KaTeX_Main"/>
              </a:rPr>
              <a:t>13V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will then </a:t>
            </a:r>
            <a:r>
              <a:rPr lang="en-AU" b="1" dirty="0">
                <a:solidFill>
                  <a:srgbClr val="DF9C24"/>
                </a:solidFill>
                <a:latin typeface="Arial" panose="020B0604020202020204" pitchFamily="34" charset="0"/>
              </a:rPr>
              <a:t>dominate the batteries</a:t>
            </a:r>
            <a:r>
              <a:rPr lang="en-AU" dirty="0">
                <a:solidFill>
                  <a:srgbClr val="444444"/>
                </a:solidFill>
                <a:latin typeface="Arial" panose="020B0604020202020204" pitchFamily="34" charset="0"/>
              </a:rPr>
              <a:t> that are opposing them, as the supply a greater voltage. Then the </a:t>
            </a:r>
            <a:r>
              <a:rPr lang="en-AU" b="1" dirty="0">
                <a:solidFill>
                  <a:srgbClr val="E04E50"/>
                </a:solidFill>
                <a:latin typeface="Arial" panose="020B0604020202020204" pitchFamily="34" charset="0"/>
              </a:rPr>
              <a:t>total voltage will be: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262" y="3946962"/>
            <a:ext cx="6484938" cy="1642399"/>
          </a:xfrm>
          <a:prstGeom prst="rect">
            <a:avLst/>
          </a:prstGeom>
        </p:spPr>
      </p:pic>
      <p:pic>
        <p:nvPicPr>
          <p:cNvPr id="18434" name="Picture 2" descr="Four batteries in series, a 9 volt and a 4 volt battery opposed by a 3 volt and 1 volt battery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3556" y="5824537"/>
            <a:ext cx="4324350" cy="70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44012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174" y="0"/>
            <a:ext cx="9267825" cy="689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635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274" y="0"/>
            <a:ext cx="8848725" cy="697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7996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4" y="0"/>
            <a:ext cx="8709025" cy="6931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5849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862" y="0"/>
            <a:ext cx="8656638" cy="694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33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424" y="0"/>
            <a:ext cx="8842375" cy="675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7279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850" y="0"/>
            <a:ext cx="8566150" cy="697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7828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0" y="0"/>
            <a:ext cx="7734300" cy="676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8355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100" y="0"/>
            <a:ext cx="9283700" cy="677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304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412" y="88900"/>
            <a:ext cx="8472488" cy="673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6144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12" y="446087"/>
            <a:ext cx="11365331" cy="533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101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62" y="354012"/>
            <a:ext cx="10447338" cy="629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2604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145</Words>
  <Application>Microsoft Office PowerPoint</Application>
  <PresentationFormat>Widescreen</PresentationFormat>
  <Paragraphs>123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KaTeX_Main</vt:lpstr>
      <vt:lpstr>KaTeX_Math</vt:lpstr>
      <vt:lpstr>Office Theme</vt:lpstr>
      <vt:lpstr>Kirchhoff’s Voltage Law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Kirchhoff’s Laws</dc:title>
  <dc:creator>Joseph D'cruz</dc:creator>
  <cp:lastModifiedBy>Joseph D'cruz</cp:lastModifiedBy>
  <cp:revision>11</cp:revision>
  <dcterms:created xsi:type="dcterms:W3CDTF">2020-07-15T05:50:35Z</dcterms:created>
  <dcterms:modified xsi:type="dcterms:W3CDTF">2021-04-03T06:23:46Z</dcterms:modified>
</cp:coreProperties>
</file>