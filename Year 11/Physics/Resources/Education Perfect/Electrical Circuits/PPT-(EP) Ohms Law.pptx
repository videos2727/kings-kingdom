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71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575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43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63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636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038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126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00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42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52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849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53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9DCFC-DF10-4BC3-9EF9-0D87B514E0A3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936A6-8175-4A61-9122-65204E6751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04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Ohm’s Law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07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400" y="951637"/>
            <a:ext cx="10299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Ohm's law.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using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Ohm's law.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Interpret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graphical representations to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determine the resistance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Compare and contrast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err="1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non-</a:t>
            </a:r>
            <a:r>
              <a:rPr lang="en-AU" b="1" i="0" dirty="0" err="1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resistors.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30751222.84181g/1530751220884-129074733311522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99" y="3278187"/>
            <a:ext cx="3528251" cy="35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5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342037"/>
            <a:ext cx="11264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first, who was Ohm?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Georg Ohm was a German physicist who first discovered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relationship between current, potential difference and resistance.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Ohm summarised his new law in a pamphlet he published in 1827.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9100" y="2235538"/>
            <a:ext cx="6985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Unfortunately, it took a while for his work to be fully appreciated.  It wasn’t until 1841 that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the Royal Society in London honoured his work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awarding Ohm the Copley Medal. By the time he died, Ohm’s law had become widely accepted. You may also recognise Ohm’s name as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unit for measuring electrical resistance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(given by the symbol Ω).</a:t>
            </a:r>
            <a:endParaRPr lang="en-AU" dirty="0"/>
          </a:p>
        </p:txBody>
      </p:sp>
      <p:pic>
        <p:nvPicPr>
          <p:cNvPr id="2050" name="Picture 2" descr="https://www.educationperfect.com/media/content/Science/1453752093.174931g/1453752099042-310608955448593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475" y="2111375"/>
            <a:ext cx="3190875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01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400" y="313541"/>
            <a:ext cx="9779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an extremely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important relationship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electricity that we call Ohm's Law.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Ohm's Law links the current, the resistance and the potential difference (voltage) of a circuit together. It's an incredibly useful tool for anyone who needs to do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calculations involving circuits.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Ohm's Law states that the potential difference of a circuit is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directly proportional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current of the circuit and its resistance.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relationship between 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(</a:t>
            </a:r>
            <a:r>
              <a:rPr lang="en-AU" b="1" i="1" dirty="0" smtClean="0">
                <a:solidFill>
                  <a:srgbClr val="0066CC"/>
                </a:solidFill>
                <a:effectLst/>
                <a:latin typeface="KaTeX_Math"/>
              </a:rPr>
              <a:t>I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potential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(</a:t>
            </a:r>
            <a:r>
              <a:rPr lang="en-AU" b="1" i="1" dirty="0" smtClean="0">
                <a:solidFill>
                  <a:srgbClr val="FF7F50"/>
                </a:solidFill>
                <a:effectLst/>
                <a:latin typeface="KaTeX_Math"/>
              </a:rPr>
              <a:t>V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KaTeX_Main"/>
              </a:rPr>
              <a:t>(</a:t>
            </a:r>
            <a:r>
              <a:rPr lang="en-AU" b="1" i="1" dirty="0" smtClean="0">
                <a:solidFill>
                  <a:srgbClr val="48927C"/>
                </a:solidFill>
                <a:effectLst/>
                <a:latin typeface="KaTeX_Math"/>
              </a:rPr>
              <a:t>R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expressed as: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91100" y="3452862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IR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2085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516235"/>
            <a:ext cx="988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directly proportional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relationship means that changes that happen to one variable will happen to the other.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4550" y="1697335"/>
            <a:ext cx="10172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Ohm's Law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is that increasing the potential difference will increase the current, and decreasing the current will decrease the potential difference.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844550" y="2741136"/>
            <a:ext cx="104457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Potential difference is also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directly proportional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resistance. 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potential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caused by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resistance,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 low potential difference is caused by a low resistance (for the same value of current).</a:t>
            </a:r>
            <a:endParaRPr lang="en-AU" dirty="0"/>
          </a:p>
        </p:txBody>
      </p:sp>
      <p:pic>
        <p:nvPicPr>
          <p:cNvPr id="3074" name="Picture 2" descr="https://www.educationperfect.com/media/content/Science/1524023007.927371g/1524023007879-244061029418387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3664466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6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8900" y="736243"/>
            <a:ext cx="98425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final step here is that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current is inversely proportional to resistance.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inversely proportional relationship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that if one value decreases, the other will increase. If the resistance is increased, the current will decrease, and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higher currents occur when resistance is smaller.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difficult to predict change if all three values are changing. This is why we usually make sure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one value is kept constant.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constant (unchanging) value for Ohm's Law is usually resistance.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Resistance only changes if the circuit itself is altered,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most calculations have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constant resistance.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we change the resistance,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the potential difference will be constant,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this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depends on the power supply.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difficult to keep a constant current.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6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9522" y="640834"/>
            <a:ext cx="9830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Let’s take another look at that important equation.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81600" y="1010166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IR</a:t>
            </a:r>
            <a:endParaRPr lang="en-AU" sz="2400" dirty="0"/>
          </a:p>
        </p:txBody>
      </p:sp>
      <p:sp>
        <p:nvSpPr>
          <p:cNvPr id="4" name="Rectangle 3"/>
          <p:cNvSpPr/>
          <p:nvPr/>
        </p:nvSpPr>
        <p:spPr>
          <a:xfrm>
            <a:off x="635000" y="2196237"/>
            <a:ext cx="1064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potential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(</a:t>
            </a:r>
            <a:r>
              <a:rPr lang="en-AU" b="1" i="1" dirty="0" smtClean="0">
                <a:solidFill>
                  <a:srgbClr val="0066CC"/>
                </a:solidFill>
                <a:effectLst/>
                <a:latin typeface="KaTeX_Math"/>
              </a:rPr>
              <a:t>V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(</a:t>
            </a:r>
            <a:r>
              <a:rPr lang="en-AU" b="1" i="1" dirty="0" smtClean="0">
                <a:solidFill>
                  <a:srgbClr val="FF7F50"/>
                </a:solidFill>
                <a:effectLst/>
                <a:latin typeface="KaTeX_Math"/>
              </a:rPr>
              <a:t>I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multiplied by resistance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(</a:t>
            </a:r>
            <a:r>
              <a:rPr lang="en-AU" b="1" i="1" dirty="0" smtClean="0">
                <a:solidFill>
                  <a:srgbClr val="FF7F50"/>
                </a:solidFill>
                <a:effectLst/>
                <a:latin typeface="KaTeX_Math"/>
              </a:rPr>
              <a:t>R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the most important formula in the study of electricity!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a go at trying to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rearrange this equation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current or resistance the subject.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604350359.59297251g/1604350357547-7517448055035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811" y="3751640"/>
            <a:ext cx="4381500" cy="292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9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861536"/>
            <a:ext cx="10210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formula needs to be </a:t>
            </a:r>
            <a:r>
              <a:rPr lang="en-AU" sz="20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rearranged depending on what information we need to calculate.</a:t>
            </a:r>
            <a:endParaRPr lang="en-AU" sz="20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rearrange this formula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to find the current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part or all of a circuit:</a:t>
            </a:r>
            <a:endParaRPr lang="en-AU" sz="20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6300" y="2819738"/>
            <a:ext cx="10210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>I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/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>R</a:t>
            </a:r>
            <a:endParaRPr lang="en-AU" sz="20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also use it </a:t>
            </a:r>
            <a:r>
              <a:rPr lang="en-AU" sz="20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 find the resistance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circuit or one of its components:</a:t>
            </a: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>R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/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KaTeX_Math"/>
              </a:rPr>
              <a:t>I</a:t>
            </a:r>
            <a:endParaRPr lang="en-AU" sz="20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64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87" y="711199"/>
            <a:ext cx="9282113" cy="497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106362"/>
            <a:ext cx="6621463" cy="659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63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12" y="153987"/>
            <a:ext cx="9513888" cy="634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7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68275"/>
            <a:ext cx="9779000" cy="654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62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606425"/>
            <a:ext cx="9142413" cy="609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12" y="282575"/>
            <a:ext cx="9120188" cy="63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5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3738"/>
            <a:ext cx="10566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Potential Difference.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work through an example! Say you have a lightbulb that has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resistance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10Ω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(10 Ohms).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current travelling through the lightbulb is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KaTeX_Main"/>
              </a:rPr>
              <a:t>1A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(1 Amp).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potential difference across the lightbulb.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10884395.083681g/1510884406803-228054810469863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5" y="3305175"/>
            <a:ext cx="27813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478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7739"/>
            <a:ext cx="106553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 Potential Difference: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Solution.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lightbulb has a resistance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10Ω.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current travelling through the lightbulb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1A.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Calculate the potential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the lightbulb.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Ohm’s law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solve for the potential difference across the lightbulb: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37" y="3100387"/>
            <a:ext cx="6789672" cy="340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599639"/>
            <a:ext cx="10617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Resistance.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if you already know the potential difference and current? Time to put those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rearranging skills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test.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circuit has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potential difference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5V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it and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current travelling through the circuit is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0.5A.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resistance of the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606187903.89691161g/1606187904673-1455133617683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831" y="3477061"/>
            <a:ext cx="4185643" cy="308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85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507137"/>
            <a:ext cx="10299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 Resistance: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Solution.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circuit has a potential difference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5V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it and the current travelling through the circuit is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KaTeX_Main"/>
              </a:rPr>
              <a:t>0.5A.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 the resistance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49" y="2700337"/>
            <a:ext cx="7088553" cy="376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98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37" y="479424"/>
            <a:ext cx="1056897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01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4" y="382587"/>
            <a:ext cx="10531475" cy="591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05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87" y="800100"/>
            <a:ext cx="10571956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25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459244"/>
            <a:ext cx="72263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classify conductors as </a:t>
            </a:r>
            <a:r>
              <a:rPr lang="en-AU" b="1" i="0" dirty="0" err="1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 or non-</a:t>
            </a:r>
            <a:r>
              <a:rPr lang="en-AU" b="1" i="0" dirty="0" err="1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based on whether they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satisfy Ohm's Law.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conductor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material that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allows current to pass through it.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circuit components are made up of conductors.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Ohm's Law states that potential difference is equal to current multiplied by resistance. This means that, according to Ohm's Law, there is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linear relationship between potential difference and current.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graph the relationship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potential difference and current. When potential difference and current across a component satisfy Ohm's Law, the plot produces a straight line.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gradient of this straight line will tell us the resistance!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gradient of the line does not change, this means the resistance does not change.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604617686.07730651g/1604617687127-8434120304788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399" y="1205644"/>
            <a:ext cx="3819833" cy="428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61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337741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some circuit components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do not satisfy Ohm's Law.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potential difference and current across the component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non-linear relationship.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example of a non-linear relationship is shown below.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non-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component, the relationship between potential difference and current changes as one of these factors changes. Therefore,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the resistance of the component will also change.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see this, as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gradient on the graph is not constant.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Non-ohmic realationship grap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5" y="3284537"/>
            <a:ext cx="3158595" cy="323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991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292944"/>
            <a:ext cx="10680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strange phenomenon is due to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effect of temperature.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current is a flow of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 current flows through a metal wire, it heats the wire. This causes metal ions in the wire to vibrate.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hotter the wire gets, the more the atoms vibrate.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interact with the metal ions as they flow through the wire. When the atoms vibrate faster,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there are more interactions between the electrons and the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electrons interact with the metal atoms a lot, it takes longer for them to pass through a given section of wire. Therefore,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heating the wire slows down the current.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resistance of the wire must increase,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causing a larger potential difference to take place across the section of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Electrons interact with ions in a conducting wi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709264"/>
            <a:ext cx="6464300" cy="3138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159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313541"/>
            <a:ext cx="11099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lightbulb is a non-</a:t>
            </a:r>
            <a:r>
              <a:rPr lang="en-AU" b="1" i="0" dirty="0" err="1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conductor.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non-linear relationship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potential difference across the lightbulb and the current that flows through it. This occurs because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lightbulbs get very hot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current flows through them.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potential difference-current graph for a lightbulb is given below. Notice that the graph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gets steeper as the current increases.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resistance of the conductor is given by the gradient of the potential difference-current graph, so this confirms our expectation that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resistance of the lightbulb increases as the current increases.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Graph of potential difference vs current for a non-ohmic conduct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2898864"/>
            <a:ext cx="4940300" cy="394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333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62" y="596900"/>
            <a:ext cx="11441245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66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90487"/>
            <a:ext cx="6989763" cy="670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09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461139"/>
            <a:ext cx="10820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let’s take a closer look at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potential difference vs current graphs.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want to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find the potential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an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conductor at a certain current. To do this, we simply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read the potential difference off the graph.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Take a look at the graph below.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What is the potential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this conductor when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current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4A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flows through it?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604878972.35840771g/1604878972694-42123690517665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367002"/>
            <a:ext cx="4471987" cy="428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849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523439"/>
            <a:ext cx="11137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the graph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find the potential difference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we know the current.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potential difference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2V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 current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passes through the </a:t>
            </a:r>
            <a:r>
              <a:rPr lang="en-AU" b="1" i="0" dirty="0" err="1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 conductor.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find this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tracing a line up from the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4A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mark until it intersects the plot. We then trace a perpendicular line to the Y axis and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read off the value at that point.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605062631.20571971g/1605062632657-328771088569645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598" y="2430165"/>
            <a:ext cx="4480704" cy="42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330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457538"/>
            <a:ext cx="10680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also want to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find the resistance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ohmic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conductor.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the resistance of the conductor is given by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gradient of the potential difference-current graph.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gradient of a graph is given by the change in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the change in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5000" y="2320836"/>
            <a:ext cx="11087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Since we plot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potential difference on the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axis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current on the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axis,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gradient of the graph gives us the resistance of the circuit component. This comes from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Ohm's Law,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states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/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7" y="3244850"/>
            <a:ext cx="4354513" cy="1996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2" y="5519069"/>
            <a:ext cx="11327212" cy="102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68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776287"/>
            <a:ext cx="11573732" cy="454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32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573087"/>
            <a:ext cx="10282724" cy="549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10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24" y="126999"/>
            <a:ext cx="9134475" cy="67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62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" y="59620"/>
            <a:ext cx="9798050" cy="679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13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4" y="204787"/>
            <a:ext cx="8328025" cy="652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41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24" y="119062"/>
            <a:ext cx="8270875" cy="683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6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</Words>
  <Application>Microsoft Office PowerPoint</Application>
  <PresentationFormat>Widescreen</PresentationFormat>
  <Paragraphs>101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KaTeX_Main</vt:lpstr>
      <vt:lpstr>KaTeX_Math</vt:lpstr>
      <vt:lpstr>Office Theme</vt:lpstr>
      <vt:lpstr>Ohm’s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Ohm’s Law</dc:title>
  <dc:creator>Joseph D'cruz</dc:creator>
  <cp:lastModifiedBy>Joseph D'cruz</cp:lastModifiedBy>
  <cp:revision>2</cp:revision>
  <dcterms:created xsi:type="dcterms:W3CDTF">2021-04-02T14:59:28Z</dcterms:created>
  <dcterms:modified xsi:type="dcterms:W3CDTF">2021-04-02T15:12:16Z</dcterms:modified>
</cp:coreProperties>
</file>