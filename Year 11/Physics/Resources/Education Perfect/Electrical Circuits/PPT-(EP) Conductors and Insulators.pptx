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79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032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17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738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85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9899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93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591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7550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045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373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4A77-BDAF-4FC6-A27E-475125B90BAB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71B0F-1DFD-44AB-9B69-6C9B768BB5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1316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Conductors and Insulators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2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495638"/>
            <a:ext cx="114427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electrical conductors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discrete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electric charge carriers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are free to move.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Distinguish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conductors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insulators.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metals,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insulators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semiconductors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different levels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conductivity.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Images/Content/Science/1402875383128-151065456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075" y="3327400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30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436940"/>
            <a:ext cx="11734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Conduction.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Conduction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process by which heat or electricity is directly transferred or transmitted through the material of a substance when there is a difference of temperature or of electrical potential between adjoining regions, without movement of the material.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we will be looking at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electrical conduction.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8859503.5700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52799" y="3752850"/>
            <a:ext cx="5249333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0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0"/>
            <a:ext cx="109601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Conductors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material which allows discrete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 charge carriers,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move through it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easily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conductor.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have a large number of free (delocalised) electrons or ions.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 charge carriers in a conductor will move when they have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large potential energy.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movement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called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43387131.51321g/1443387159396-147818496733341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3402012"/>
            <a:ext cx="3810000" cy="32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30900" y="40595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Examples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good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conductors are copper, gold, and graphite.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conductors are water, sugar, and the human body.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8077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3538"/>
            <a:ext cx="11823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Metals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good examples of conductors.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their atomic metal lattice structure unbinds the outer electron shells of the metal atoms. Metals are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lattice of positive 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surrounded by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'sea' of electrons.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makes them very good at carrying an electron current.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43151789.111351g/1443151799169-36073083962468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2755900"/>
            <a:ext cx="381000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727700" y="290503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 higher temperatures, metals become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worse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conductors as the ions and electrons become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energetic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move more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makes them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collide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more often and so current can't flow as well.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55685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305138"/>
            <a:ext cx="11595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Insulators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materials that do not let a current flow, due to their lack of free electric charge carriers.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are made up of atoms trapped in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ionic or covalent bonds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the electrons are strongly held in bonding pairs. This makes it difficult to create a current because there are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no free electrons or ions available.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43387441.64481g/1443387463493-147818496733341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075" y="3106737"/>
            <a:ext cx="3381375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914400" y="3353822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With lots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electrons can be freed, but the materials tend to melt or become damaged. Melted insulators are generally good conductors.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Examples of insulators are glass, rubber and dry air.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1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209540"/>
            <a:ext cx="11760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Semiconductors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materials with very low amounts of free electrons at room temperature, but which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gain more as temperature increases.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have similar structures to insulators, but the bonding electrons are held less strongly.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too high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temperature, however, the same effect as in metals occurs. This means that at too hot or too cold a temperature they will become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conductors, but there is a peak in the middle where they become </a:t>
            </a:r>
            <a:r>
              <a:rPr lang="en-AU" sz="2400" b="1" i="1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excellent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conductors.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43152228.50231g/1443152238852-36073083962468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4043362"/>
            <a:ext cx="3114675" cy="232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5092700" y="4882246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Examples of semiconductors include silicon, germanium and gallium.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230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" y="152738"/>
            <a:ext cx="1168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Ionic solutions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 can conduct electricity.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solutions are free to move and are attracted towards the electrodes.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process results in chemical changes and is known as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electrolysis.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54530432.81661g/1454530482911-415987146768313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996" y="2461062"/>
            <a:ext cx="6004554" cy="432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172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400"/>
            <a:ext cx="12513085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05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912812"/>
            <a:ext cx="11822722" cy="429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23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508338"/>
            <a:ext cx="11722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happens if electrons are transferred to an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insulator?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added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an object, they will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repel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 and spread out. In an insulator, they are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unable to spread out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negative charge will remain in one place.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39821145.258251g/1539821145153-354704026179519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2447330"/>
            <a:ext cx="5861050" cy="45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554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0"/>
            <a:ext cx="11226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happens when electrons are transferred to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conductor?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 conductor, the electrons will easily spread across the object's surface to create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even distribution.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electrons are removed then the positive charge attracts electrons from other atoms, again evenly distributing the charge.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43154544.368981g/1443154558333-36073083962468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075" y="2243792"/>
            <a:ext cx="8831348" cy="4233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846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362" y="221956"/>
            <a:ext cx="5507038" cy="663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76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444499"/>
            <a:ext cx="7480300" cy="588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75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37" y="514350"/>
            <a:ext cx="1069017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13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37" y="338137"/>
            <a:ext cx="9440863" cy="629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21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</Words>
  <Application>Microsoft Office PowerPoint</Application>
  <PresentationFormat>Widescreen</PresentationFormat>
  <Paragraphs>45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Conductors and Insulators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Conductors and Insulators</dc:title>
  <dc:creator>Joseph D'cruz</dc:creator>
  <cp:lastModifiedBy>Joseph D'cruz</cp:lastModifiedBy>
  <cp:revision>2</cp:revision>
  <dcterms:created xsi:type="dcterms:W3CDTF">2020-07-15T05:19:51Z</dcterms:created>
  <dcterms:modified xsi:type="dcterms:W3CDTF">2021-04-02T14:13:37Z</dcterms:modified>
</cp:coreProperties>
</file>