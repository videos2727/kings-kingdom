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46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99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9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16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6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248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866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463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469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741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12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6E32-02DB-48C0-AF40-B7D4CD4D731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A62E1-119E-49E5-BF93-509E1DAE4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976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07DGfDq62gA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Power Plants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393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39636"/>
            <a:ext cx="1137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power plant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nuclear safety.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Maths/1485826411.608861g/1485826416444-318162127558150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2590800"/>
            <a:ext cx="5638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02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5225" y="285234"/>
            <a:ext cx="5888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nuclear power plants work?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0400" y="18763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power plants use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generated by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generate electricity.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done through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controlled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nuclear fission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2050" name="Picture 2" descr="https://www.educationperfect.com/Images/Content/Maths/1367895031351-610353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475" y="20828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43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15501" y="336034"/>
            <a:ext cx="5379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power plants use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fuel rods.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996950"/>
            <a:ext cx="9309100" cy="5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8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42037"/>
            <a:ext cx="11442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happens in a nuclear power plant?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First,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slow 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fired at the fuel rod where it strikes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U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 and causes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neutrons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released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this fission reaction are used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initiate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more reactions.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Images/Content/French/1366931392430-595017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3403600"/>
            <a:ext cx="32670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523319981.119161g/1523319981137-1656506804099016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983" y="3302000"/>
            <a:ext cx="5622991" cy="287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32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58336"/>
            <a:ext cx="10909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Fast neutrons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released in nuclear fission, so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moderator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remove some of their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slows them down enough to be able to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initiate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fission reaction.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7" y="3092450"/>
            <a:ext cx="11609876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8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390436"/>
            <a:ext cx="1155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Fuel rods are held within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reactor vessel.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vessel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neutrons back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fuel rods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ensuring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chain reaction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continue.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6000" y="2387938"/>
            <a:ext cx="10439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Control rods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reaction. They contain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 poisons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such as boron-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absorb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are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lowered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fuel rods.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rate of reaction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too 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control rods are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raised,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allowing more neutrons to be absorbed by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U−235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5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388035"/>
            <a:ext cx="10972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generated from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converted into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steam turbine.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204135"/>
              </p:ext>
            </p:extLst>
          </p:nvPr>
        </p:nvGraphicFramePr>
        <p:xfrm>
          <a:off x="7188200" y="1343184"/>
          <a:ext cx="5003800" cy="2308860"/>
        </p:xfrm>
        <a:graphic>
          <a:graphicData uri="http://schemas.openxmlformats.org/drawingml/2006/table">
            <a:tbl>
              <a:tblPr/>
              <a:tblGrid>
                <a:gridCol w="5003800">
                  <a:extLst>
                    <a:ext uri="{9D8B030D-6E8A-4147-A177-3AD203B41FA5}">
                      <a16:colId xmlns:a16="http://schemas.microsoft.com/office/drawing/2014/main" val="3572382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>Nuclear fission generates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heat energy,</a:t>
                      </a:r>
                      <a:r>
                        <a:rPr lang="en-AU" sz="2400" dirty="0">
                          <a:effectLst/>
                        </a:rPr>
                        <a:t> which is used to evaporate </a:t>
                      </a:r>
                      <a:r>
                        <a:rPr lang="en-AU" sz="2400" b="1" dirty="0">
                          <a:effectLst/>
                        </a:rPr>
                        <a:t>water.</a:t>
                      </a:r>
                      <a:r>
                        <a:rPr lang="en-AU" sz="2400" dirty="0">
                          <a:effectLst/>
                        </a:rPr>
                        <a:t> The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steam</a:t>
                      </a:r>
                      <a:r>
                        <a:rPr lang="en-AU" sz="2400" dirty="0">
                          <a:effectLst/>
                        </a:rPr>
                        <a:t> created from this is used to drive the </a:t>
                      </a:r>
                      <a:r>
                        <a:rPr lang="en-AU" sz="2400" b="1" dirty="0">
                          <a:effectLst/>
                        </a:rPr>
                        <a:t>steam turbines</a:t>
                      </a:r>
                      <a:r>
                        <a:rPr lang="en-AU" sz="2400" dirty="0">
                          <a:effectLst/>
                        </a:rPr>
                        <a:t>, which generate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electricity.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14676"/>
                  </a:ext>
                </a:extLst>
              </a:tr>
            </a:tbl>
          </a:graphicData>
        </a:graphic>
      </p:graphicFrame>
      <p:pic>
        <p:nvPicPr>
          <p:cNvPr id="5122" name="Picture 2" descr="https://www.educationperfect.com/media/content/Science/1407827110546-81620485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1592263"/>
            <a:ext cx="381000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Geography/1511925890.763281f/1511925911343-3895648237005519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5" y="3962400"/>
            <a:ext cx="5715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748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2200" y="1524338"/>
            <a:ext cx="9994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Chernobyl disaster.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power plant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Chernobyl was scheduled for routine maintenance on April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1986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a series of operational errors caused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Reactor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experience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meltdown.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74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7DGfDq62g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366236"/>
            <a:ext cx="11303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went wrong?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Reactor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an old design. It had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graphite-tipped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moderators,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coolant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containment shields.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7700" y="2061339"/>
            <a:ext cx="11544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operational error meant that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control rods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removed from Reactor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causing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uncontrolled chain reaction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occur.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control rods were re-inserted, but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graphite tips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reacted, causing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uncontrollable power surge.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seconds, the power was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 higher than normal levels and the temperature of the core reached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5,000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is the same temperature as the surface of the sun!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474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434539"/>
            <a:ext cx="11226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temperature was so high that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graphite caught fire and the fuel rods ruptured,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releasing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radioactive fuel particles.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fuel particles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reacted with the water,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causing a steam explosion which destroyed the reactor.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there were no containment shields, the vaporised radioactive fuel was released directly into the atmosphere.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23086860.431021g/1423086846670-114029410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3481527"/>
            <a:ext cx="501967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48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" y="498039"/>
            <a:ext cx="12128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workers died instantly in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explosion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three more died that night.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Fifty workers died from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acute radiation poisoning</a:t>
            </a:r>
            <a:r>
              <a:rPr lang="en-AU" sz="2400" b="0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people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contaminated by radiation as a direct result of the Chernobyl disaster. At least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people contaminated by radiation died from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long term cancers.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23087149.337421g/1423087135589-114029410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5" y="35179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90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43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Office Theme</vt:lpstr>
      <vt:lpstr>Nuclear Power Plants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Power Plants</dc:title>
  <dc:creator>Joseph D'cruz</dc:creator>
  <cp:lastModifiedBy>Joseph D'cruz</cp:lastModifiedBy>
  <cp:revision>1</cp:revision>
  <dcterms:created xsi:type="dcterms:W3CDTF">2020-07-14T09:48:22Z</dcterms:created>
  <dcterms:modified xsi:type="dcterms:W3CDTF">2020-07-14T09:48:31Z</dcterms:modified>
</cp:coreProperties>
</file>