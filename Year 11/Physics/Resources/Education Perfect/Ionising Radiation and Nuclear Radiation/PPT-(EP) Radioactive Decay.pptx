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87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71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1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38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76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5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13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71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664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52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70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CEC5C-1A79-4A4B-937B-06B05CB836D1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910F0-CD30-4AE6-BC8E-EAA117F804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52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Radioactive Decay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66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053237"/>
            <a:ext cx="11455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an excess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protons,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nucleus can result in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positive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 negative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Symbolise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0299100.492691g/1450299101456-345368748744371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34290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450299132.003341g/1450299132207-3453687487443712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34290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82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182940"/>
            <a:ext cx="11531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nucleus is held together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strong nuclear forces.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hold the protons and neutrons together, even though there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electrostatic repulsion</a:t>
            </a:r>
            <a:r>
              <a:rPr lang="en-AU" sz="2400" b="0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between the protons.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there is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excess of protons, neutrons or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nucleus, it may be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unstable.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 nuclei tend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emit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become more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49023091.639591g/1449023114252-193821553279345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3648074"/>
            <a:ext cx="3800475" cy="320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101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511939"/>
            <a:ext cx="11645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atoms can emit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alpha,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emission of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causes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parent atom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decay into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daughter atom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not cause atoms to decay.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does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level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atom.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Gamma radiation has no mass or charge, only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07906361029-143419824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256" y="3739242"/>
            <a:ext cx="2871787" cy="299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50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0"/>
            <a:ext cx="9337306" cy="656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4" y="0"/>
            <a:ext cx="10419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7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10071100" cy="67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9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Radioactive Decay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Radioactive Decay</dc:title>
  <dc:creator>Joseph D'cruz</dc:creator>
  <cp:lastModifiedBy>Joseph D'cruz</cp:lastModifiedBy>
  <cp:revision>2</cp:revision>
  <dcterms:created xsi:type="dcterms:W3CDTF">2020-07-14T08:25:19Z</dcterms:created>
  <dcterms:modified xsi:type="dcterms:W3CDTF">2020-07-14T08:35:14Z</dcterms:modified>
</cp:coreProperties>
</file>