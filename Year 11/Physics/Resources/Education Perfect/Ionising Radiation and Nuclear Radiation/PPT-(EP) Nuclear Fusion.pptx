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67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01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978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82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88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580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49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79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92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35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89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B1D00-9850-4C5A-AC77-67F1C9CE376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65F73-632C-489B-8A3D-A0C88E6EA3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4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Fusion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45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82938"/>
            <a:ext cx="11087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more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released per nucleon in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greater percentage of the mass is transformed into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09319561.639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81350" y="3054350"/>
            <a:ext cx="5784850" cy="325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7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8100" y="786537"/>
            <a:ext cx="12001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process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two nuclei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joining together to make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one larger nucleus.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defined as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nuclear reaction in which two or more atomic nuclei combine to form one or more different, heavier atomic nuclei and subatomic particles.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07906682641-143419824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75" y="3432175"/>
            <a:ext cx="4073525" cy="341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81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933440"/>
            <a:ext cx="67437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where does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Fusion reactions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generally only occur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although they could occur anywhere in the universe for a very short time after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Big Bang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because of the large energy input required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initiate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fusion reactions.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Research is being carried out into how to control a fusion reaction to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generate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Uncontrolled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thermonuclear weapons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(hydrogen bombs).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Images/Content/Maths/1389575538536-1031564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1803875"/>
            <a:ext cx="4762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76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455136"/>
            <a:ext cx="11239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Unlike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involves splitting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atoms,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involves fusing together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such as hydrogen and helium.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128837"/>
            <a:ext cx="7588250" cy="1879166"/>
          </a:xfrm>
          <a:prstGeom prst="rect">
            <a:avLst/>
          </a:prstGeom>
        </p:spPr>
      </p:pic>
      <p:pic>
        <p:nvPicPr>
          <p:cNvPr id="3074" name="Picture 2" descr="https://www.educationperfect.com/media/content/Science/1538973150.560051g/1538973150183-303626047070823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058281"/>
            <a:ext cx="5518150" cy="261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44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765939"/>
            <a:ext cx="11569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from nuclear fusion.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large nucleus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less than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combined masses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smaller nuclei. This is called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 loss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it is converted into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find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released by using the following formula: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ΔE=Δmc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endParaRPr lang="en-AU" sz="2400" b="0" i="0" baseline="3000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35716022.829761g/1435716020463-100961881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2" y="4211637"/>
            <a:ext cx="3800475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75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000" y="0"/>
            <a:ext cx="12204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for calculating mass loss.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Consider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fusion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deuterium with tritium: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63" y="1200329"/>
            <a:ext cx="6789738" cy="561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4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11747500" cy="67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4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426135"/>
            <a:ext cx="115951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fusion reaction can occur with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deuterium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helium-3.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359" y="1003301"/>
            <a:ext cx="5428003" cy="9255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9100" y="2182336"/>
            <a:ext cx="1132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is released from this reaction through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gamma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γ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Deuterium already contains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neutron,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no positrons are emitted in this reaction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712" y="3636188"/>
            <a:ext cx="38004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1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548839"/>
            <a:ext cx="11620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released by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fusion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 to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fission?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released per nucleon in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a greater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percentage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mass is transformed into energy, as fusion works with much smaller atoms.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German/1449023091.639591g/1449023114252-193821553279345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675" y="2838450"/>
            <a:ext cx="476250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314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37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KaTeX_Math</vt:lpstr>
      <vt:lpstr>Office Theme</vt:lpstr>
      <vt:lpstr>Nuclear 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Fusion</dc:title>
  <dc:creator>Joseph D'cruz</dc:creator>
  <cp:lastModifiedBy>Joseph D'cruz</cp:lastModifiedBy>
  <cp:revision>1</cp:revision>
  <dcterms:created xsi:type="dcterms:W3CDTF">2020-07-14T09:40:59Z</dcterms:created>
  <dcterms:modified xsi:type="dcterms:W3CDTF">2020-07-14T09:41:18Z</dcterms:modified>
</cp:coreProperties>
</file>