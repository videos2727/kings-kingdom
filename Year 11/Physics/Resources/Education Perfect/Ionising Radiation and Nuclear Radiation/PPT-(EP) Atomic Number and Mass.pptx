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1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677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305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974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812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919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27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46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1187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839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803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4C075-E8A5-467D-BA23-F8DCE6FE82C6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D8B47-1A9D-49C8-A6D4-160FC09B1C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525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KZv9bsFD3w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Atomic Number and Mass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704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7400" y="217438"/>
            <a:ext cx="10756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number,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atomic mass.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010101"/>
                </a:solidFill>
                <a:effectLst/>
                <a:latin typeface="Arial" panose="020B0604020202020204" pitchFamily="34" charset="0"/>
              </a:rPr>
              <a:t> the number of </a:t>
            </a:r>
            <a:r>
              <a:rPr lang="en-AU" sz="2400" b="1" i="0" dirty="0" smtClean="0">
                <a:solidFill>
                  <a:srgbClr val="010101"/>
                </a:solidFill>
                <a:effectLst/>
                <a:latin typeface="Arial" panose="020B0604020202020204" pitchFamily="34" charset="0"/>
              </a:rPr>
              <a:t>protons, neutrons</a:t>
            </a:r>
            <a:r>
              <a:rPr lang="en-AU" sz="2400" b="0" i="0" dirty="0" smtClean="0">
                <a:solidFill>
                  <a:srgbClr val="010101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010101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010101"/>
                </a:solidFill>
                <a:effectLst/>
                <a:latin typeface="Arial" panose="020B0604020202020204" pitchFamily="34" charset="0"/>
              </a:rPr>
              <a:t> in an atom from atomic number and mass.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010101"/>
                </a:solidFill>
                <a:effectLst/>
                <a:latin typeface="Arial" panose="020B0604020202020204" pitchFamily="34" charset="0"/>
              </a:rPr>
              <a:t> the different types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nuclide families.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01737020.604571g/1501737017153-439281365505577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219" y="2741662"/>
            <a:ext cx="4441262" cy="384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65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educationperfect.com/media/content/Science/1424900012.103741g/1424900014013-653064705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775" y="187325"/>
            <a:ext cx="380047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736600" y="3224937"/>
            <a:ext cx="10782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 is how many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nucleus has.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what defines an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element!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an atom has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 it is hydrogen, if it has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8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 it is oxygen and if it has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94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protons it is plutonium.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45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709136"/>
            <a:ext cx="10947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 neutral.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have the same amount of electrons as protons, so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 is also how many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has.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18940920.320531g/1418940896085-49514480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575" y="3659188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65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866339"/>
            <a:ext cx="107061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8B008B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mass of </a:t>
            </a:r>
            <a:r>
              <a:rPr lang="en-AU" sz="2400" b="1" i="0" dirty="0" smtClean="0">
                <a:solidFill>
                  <a:srgbClr val="8B008B"/>
                </a:solidFill>
                <a:effectLst/>
                <a:latin typeface="Arial" panose="020B0604020202020204" pitchFamily="34" charset="0"/>
              </a:rPr>
              <a:t>one atom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element.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number of protons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plus the </a:t>
            </a:r>
            <a:r>
              <a:rPr lang="en-AU" sz="2400" b="1" i="0" dirty="0" smtClean="0">
                <a:solidFill>
                  <a:srgbClr val="9400D3"/>
                </a:solidFill>
                <a:effectLst/>
                <a:latin typeface="Arial" panose="020B0604020202020204" pitchFamily="34" charset="0"/>
              </a:rPr>
              <a:t>number of 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nucleus of the atom.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are not considered when calculating the mass number because their mass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small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compared to protons and neutrons.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0130070.273911g/1440130066899-102673255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75" y="3756025"/>
            <a:ext cx="523875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415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769541"/>
            <a:ext cx="6959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Because </a:t>
            </a:r>
            <a:r>
              <a:rPr lang="en-AU" sz="2400" b="1" i="0" dirty="0" smtClean="0">
                <a:solidFill>
                  <a:srgbClr val="538D9F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only defined by the number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have, they can have different numbers of </a:t>
            </a:r>
            <a:r>
              <a:rPr lang="en-AU" sz="2400" b="1" i="0" dirty="0" smtClean="0">
                <a:solidFill>
                  <a:srgbClr val="9400D3"/>
                </a:solidFill>
                <a:effectLst/>
                <a:latin typeface="Arial" panose="020B0604020202020204" pitchFamily="34" charset="0"/>
              </a:rPr>
              <a:t>neutrons.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 neutrons and protons contribute to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atom, so different atoms of the same element can have different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mass numbers.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Atomic 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mass number of an element. Being a calculated average, the atomic mass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usually not a whole number.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the value displayed on the periodic table alongside the atomic number.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398.309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80300" y="205740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6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KZv9bsFD3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48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421839"/>
            <a:ext cx="112903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 number of neutrons in an atom, subtract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mass number: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0000"/>
                </a:solidFill>
                <a:effectLst/>
                <a:latin typeface="KaTeX_Main"/>
              </a:rPr>
              <a:t>mass number - atomic number = number of neutrons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KaTeX_Main"/>
              </a:rPr>
              <a:t>​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the </a:t>
            </a:r>
            <a:r>
              <a:rPr lang="en-AU" sz="2400" b="1" i="0" dirty="0" smtClean="0">
                <a:solidFill>
                  <a:srgbClr val="8B539F"/>
                </a:solidFill>
                <a:effectLst/>
                <a:latin typeface="Arial" panose="020B0604020202020204" pitchFamily="34" charset="0"/>
              </a:rPr>
              <a:t>mass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(number of protons + neutrons) of one form of hydrogen could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(number of protons) 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Therefore the number of </a:t>
            </a:r>
            <a:r>
              <a:rPr lang="en-AU" sz="2400" b="1" i="0" dirty="0" smtClean="0">
                <a:solidFill>
                  <a:srgbClr val="9400D3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this hydrogen atom 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2−1=1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25300564.451691g/1525300563547-411304081673847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912" y="3881437"/>
            <a:ext cx="761047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97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319038"/>
            <a:ext cx="115697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Nuclides.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Nuclides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are defined as the range of atomic nuclei associated with a particular atom, which is defined by the atomic number and the various isotopes of that atom as identified by the mass number.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 hydrogen can have the following nuclides: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49615838.142061g/1449615850589-251828309966150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314700"/>
            <a:ext cx="57150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89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495638"/>
            <a:ext cx="11671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Organising nuclides.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organise atoms into groups based on the number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level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electrons.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several different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nuclide families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we can organise atoms into.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1439852135.238241g/1439852131920-188064252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5" y="2571750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51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424240"/>
            <a:ext cx="11557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Nuclide families.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Isotopes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have the same number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protons,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vary in numbers of </a:t>
            </a:r>
            <a:r>
              <a:rPr lang="en-AU" sz="2400" b="1" i="0" dirty="0" smtClean="0">
                <a:solidFill>
                  <a:srgbClr val="9400D3"/>
                </a:solidFill>
                <a:effectLst/>
                <a:latin typeface="Arial" panose="020B0604020202020204" pitchFamily="34" charset="0"/>
              </a:rPr>
              <a:t>neutrons.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Isobars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have the same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mass number.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does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necessarily mean that they have the same number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9400D3"/>
                </a:solidFill>
                <a:effectLst/>
                <a:latin typeface="Arial" panose="020B0604020202020204" pitchFamily="34" charset="0"/>
              </a:rPr>
              <a:t>Isotones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 same number of </a:t>
            </a:r>
            <a:r>
              <a:rPr lang="en-AU" sz="2400" b="1" i="0" dirty="0" smtClean="0">
                <a:solidFill>
                  <a:srgbClr val="9400D3"/>
                </a:solidFill>
                <a:effectLst/>
                <a:latin typeface="Arial" panose="020B0604020202020204" pitchFamily="34" charset="0"/>
              </a:rPr>
              <a:t>neutrons.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Nuclear isomers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 same number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neutrons,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have different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energy states.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441839450.688511g/1441839461214-190167314605982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3360737"/>
            <a:ext cx="3800475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909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43</Paragraphs>
  <Slides>11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KaTeX_Main</vt:lpstr>
      <vt:lpstr>Office Theme</vt:lpstr>
      <vt:lpstr>Atomic Number and Mass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Atomic Number and Mass</dc:title>
  <dc:creator>Joseph D'cruz</dc:creator>
  <cp:lastModifiedBy>Joseph D'cruz</cp:lastModifiedBy>
  <cp:revision>1</cp:revision>
  <dcterms:created xsi:type="dcterms:W3CDTF">2020-07-14T08:03:26Z</dcterms:created>
  <dcterms:modified xsi:type="dcterms:W3CDTF">2020-07-14T08:03:42Z</dcterms:modified>
</cp:coreProperties>
</file>