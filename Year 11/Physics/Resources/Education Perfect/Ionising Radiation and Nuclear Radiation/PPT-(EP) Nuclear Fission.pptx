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7566C-10EE-4268-BA7D-729744353DD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5052D-962C-4704-90CC-9770B6C61D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1087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7566C-10EE-4268-BA7D-729744353DD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5052D-962C-4704-90CC-9770B6C61D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5323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7566C-10EE-4268-BA7D-729744353DD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5052D-962C-4704-90CC-9770B6C61D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7451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7566C-10EE-4268-BA7D-729744353DD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5052D-962C-4704-90CC-9770B6C61D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8517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7566C-10EE-4268-BA7D-729744353DD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5052D-962C-4704-90CC-9770B6C61D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8497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7566C-10EE-4268-BA7D-729744353DD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5052D-962C-4704-90CC-9770B6C61D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2278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7566C-10EE-4268-BA7D-729744353DD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5052D-962C-4704-90CC-9770B6C61D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1152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7566C-10EE-4268-BA7D-729744353DD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5052D-962C-4704-90CC-9770B6C61D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4772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7566C-10EE-4268-BA7D-729744353DD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5052D-962C-4704-90CC-9770B6C61D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1416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7566C-10EE-4268-BA7D-729744353DD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5052D-962C-4704-90CC-9770B6C61D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7711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7566C-10EE-4268-BA7D-729744353DD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5052D-962C-4704-90CC-9770B6C61D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7117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D7566C-10EE-4268-BA7D-729744353DD4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5052D-962C-4704-90CC-9770B6C61D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1274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_pY5HeZpNr8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Nuclear Fission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6698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711538"/>
            <a:ext cx="108966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to: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8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Define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8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nuclear fission.</a:t>
            </a:r>
            <a:endParaRPr lang="en-AU" sz="28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8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 </a:t>
            </a:r>
            <a:r>
              <a:rPr lang="en-AU" sz="28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neutron-induced nuclear fission reaction,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including references to extra neutrons produced from many of these reactions.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8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Explain 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sz="28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fission chain reaction.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523319943.837351g/1523319943786-1656506804099016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8675" y="3048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2749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9100" y="1235839"/>
            <a:ext cx="115951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Nuclear fission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process of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splitting the atom.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is defined as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process in which a large unstable nucleus splits, forming two (or more) smaller, more stable nuclei and releasing neutrons and energy.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large,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unstable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atom absorbs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neutron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which causes it to split into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two smaller nuclei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These two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fission fragments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much more stable than the original nucleus.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896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_pY5HeZpNr8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975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2800" y="645636"/>
            <a:ext cx="110363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Let's look at an example: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Uranium-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235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absorbs 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slow neutron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form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uranium-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236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is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extremely unstable.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immediately decays into two smaller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fission fragments.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423619283.359871g/1423619262429-1598908143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7075" y="2970212"/>
            <a:ext cx="3790950" cy="202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457200" y="5277535"/>
            <a:ext cx="11125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Two or three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fast neutrons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also produced in this reaction.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083264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5500" y="569436"/>
            <a:ext cx="110109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Fission chain reactions.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Chain reactions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occur when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neutrons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produced in one fission reaction strike another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unstable nucleus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inducing another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fission reaction.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423620951.53261g/1423620930581-1598908143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3425" y="2238374"/>
            <a:ext cx="6115050" cy="4619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9555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1200" y="430937"/>
            <a:ext cx="110109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Chain reactions can be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controlled or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uncontrolled.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Controlled reactions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used in nuclear power plants because they </a:t>
            </a:r>
            <a:r>
              <a:rPr lang="en-AU" sz="2400" b="1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sustain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original effect.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Uncontrolled reactions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used in nuclear bombs because they </a:t>
            </a:r>
            <a:r>
              <a:rPr lang="en-AU" sz="2400" b="1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magnify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original effect.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423620951.53261g/1423620930581-1598908143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575" y="2369929"/>
            <a:ext cx="6115050" cy="4619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7667625" y="3747888"/>
            <a:ext cx="42125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diagram shows an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uncontrolled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reaction.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259550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522238"/>
            <a:ext cx="11303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 how is a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fission chain reaction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controlled?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neutrons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released from the fission of a nucleus, they must be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absorbed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not allowed to split more atoms.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way,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rate of splitting the atoms and energy released is controlled.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456978849.207911g/1456978851711-291527926653615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499" y="3362706"/>
            <a:ext cx="3698875" cy="3595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6846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935841"/>
            <a:ext cx="113665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 which atoms are used in fission reactions?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Any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fissionable nuclide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under go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nuclear fission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after absorbing a neutron. We mentioned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uranium-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235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before, but there are some other fissionable nuclides, although they are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uncommon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Uranium-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235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plutonium-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239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both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fissionable.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slow neutron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(low energy) can induce nuclear fission with these atoms. Atoms that </a:t>
            </a:r>
            <a:r>
              <a:rPr lang="en-AU" sz="2400" b="0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only require slow neutrons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split are described as </a:t>
            </a:r>
            <a:r>
              <a:rPr lang="en-AU" sz="2400" b="1" i="0" u="sng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fissile.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Uranium-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238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only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slightly fissionable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It requires a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fast neutron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(high energy) to undergo nuclear fission.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2773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</Words>
  <Application>Microsoft Office PowerPoint</Application>
  <PresentationFormat>Widescreen</PresentationFormat>
  <Paragraphs>34</Paragraphs>
  <Slides>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KaTeX_Main</vt:lpstr>
      <vt:lpstr>Office Theme</vt:lpstr>
      <vt:lpstr>Nuclear Fission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Nuclear Fission</dc:title>
  <dc:creator>Joseph D'cruz</dc:creator>
  <cp:lastModifiedBy>Joseph D'cruz</cp:lastModifiedBy>
  <cp:revision>1</cp:revision>
  <dcterms:created xsi:type="dcterms:W3CDTF">2020-07-14T09:35:26Z</dcterms:created>
  <dcterms:modified xsi:type="dcterms:W3CDTF">2020-07-14T09:35:40Z</dcterms:modified>
</cp:coreProperties>
</file>