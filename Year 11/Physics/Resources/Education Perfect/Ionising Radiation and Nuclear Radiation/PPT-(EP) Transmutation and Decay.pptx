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00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86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92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07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01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38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92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863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93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61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67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CF4BF-7A2D-498A-9589-9A85FF5EC54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65BE3-82E2-49EA-9C70-622D6A6816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28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Transmutation and Decay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19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559138"/>
            <a:ext cx="1079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natural radioactive decay.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binding energy per nucleon.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Maths/1467342844.790121g/1467342848658-180790954409303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42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514340"/>
            <a:ext cx="11557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Natural radioactive decay.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atoms are naturally unstable and will release particles or energy to become more stable. The three types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natural 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alpha,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Natural radioactive decay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defined as the process by which the nucleus of an unstable atom loses energy by emitting radiation, including alpha particles, beta particles, gamma rays and electrons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without artificial stimulus to do so.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4133860"/>
            <a:ext cx="9529046" cy="24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4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378242"/>
            <a:ext cx="116459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process in which an isotope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intentionally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caused to change by nuclear processes into an isotope of another element.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term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transmutation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actually had a questionable beginning, as it was used by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alchemists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describe the process of changing metals such as lead into gold. These claims were shown to be fraudulent, so the term was discredited.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early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century,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natural 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observed, and scientists began to realise that elements could be changed into different elements.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5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429736"/>
            <a:ext cx="11544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successful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achieved by Patrick Blackett in 1925.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 bombarded nitrogen with alpha particles and successfully produced oxygen: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25" y="2198687"/>
            <a:ext cx="3794726" cy="9763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6924" y="3374291"/>
            <a:ext cx="111410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1932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first nuclear fission was achieved by bombarding lithium with protons, causing it to split into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alpha particles: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24" y="4205288"/>
            <a:ext cx="4117975" cy="117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4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211941"/>
            <a:ext cx="1148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difference between the mass of an intact nucleus and the sum of the masses of the individual nucleons of which it is made.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 defect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of nucleus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of nucleons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mass of the nucleons is calculated by multiplying the mass of a proton by the number of protons, plus the mass of a neutron by the number of neutrons.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So why do separate particles weigh more than when they are joined together in a nucleus?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9640978.465291g/1529640978266-2374073830049361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629" y="5092700"/>
            <a:ext cx="5619421" cy="17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0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363141"/>
            <a:ext cx="11303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answer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mechanical work that must be done against the forces holding a nucleus together to disassemble it into component parts.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Basically, some of the mass of the nucleons is converted into energy to hold the nucleus together!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mass is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 equivalent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defect.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8525367.073491g/1538525365906-238192881027455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4810124"/>
            <a:ext cx="5448300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8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965200"/>
            <a:ext cx="109093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same for a nucleon in different atoms?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answer this you need to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 of each nucleon.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binding energy per nucleon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binding energy divided by the number of nucleons in the nucleus of an atom.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this is plotted against atomic mass, it shows that as you increase mass from hydrogen through the lighter elements,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binding energy per nucleon increases.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due to higher forces between the increasing nucleons. In heavier elements there is less change in binding energy per nucleon, eventually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decreasing slightl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 due to the impact of electromagnetic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06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Images/Content/Science/1371510511930-773882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566736"/>
            <a:ext cx="9064625" cy="595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14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355938"/>
            <a:ext cx="11366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fission (the process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splitting the atom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releases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huge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amounts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original, unstable atom is converted into energy. We will look at the fission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mass defect, and calculate the energy released.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Images/Content/Science/1370901030199-764741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2911475"/>
            <a:ext cx="3810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02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176937"/>
            <a:ext cx="11214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Artificial transmutation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uranium-235.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equation shows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splitting into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xenon-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140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strontium-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94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nuclear fission. Notice that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one 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induce the reaction, 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two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produced.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7" y="2274887"/>
            <a:ext cx="5548313" cy="8760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0700" y="3628936"/>
            <a:ext cx="11214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do our mass calculations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unified atomic mass units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u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rather than kilograms. This is because the mass in kilograms is incredibly small, and using unified atomic mass units makes our calculations easier.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24" y="4997702"/>
            <a:ext cx="4816475" cy="114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7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0"/>
            <a:ext cx="513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loss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found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initial 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minus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final mass.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work through the equation below to demonstrate how to find this.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-46663"/>
            <a:ext cx="5880100" cy="690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5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20500" cy="693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1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Office Theme</vt:lpstr>
      <vt:lpstr>Transmutation and Decay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Transmutation and Decay</dc:title>
  <dc:creator>Joseph D'cruz</dc:creator>
  <cp:lastModifiedBy>Joseph D'cruz</cp:lastModifiedBy>
  <cp:revision>1</cp:revision>
  <dcterms:created xsi:type="dcterms:W3CDTF">2020-07-14T09:31:06Z</dcterms:created>
  <dcterms:modified xsi:type="dcterms:W3CDTF">2020-07-14T09:31:22Z</dcterms:modified>
</cp:coreProperties>
</file>