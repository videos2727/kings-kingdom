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FD3FD-8A4C-442D-B36E-94F3154A1C1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81A4-38BA-42A2-BC99-3EAC397F0E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2434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FD3FD-8A4C-442D-B36E-94F3154A1C1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81A4-38BA-42A2-BC99-3EAC397F0E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9686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FD3FD-8A4C-442D-B36E-94F3154A1C1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81A4-38BA-42A2-BC99-3EAC397F0E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327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FD3FD-8A4C-442D-B36E-94F3154A1C1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81A4-38BA-42A2-BC99-3EAC397F0E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9126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FD3FD-8A4C-442D-B36E-94F3154A1C1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81A4-38BA-42A2-BC99-3EAC397F0E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974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FD3FD-8A4C-442D-B36E-94F3154A1C1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81A4-38BA-42A2-BC99-3EAC397F0E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6707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FD3FD-8A4C-442D-B36E-94F3154A1C1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81A4-38BA-42A2-BC99-3EAC397F0E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9730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FD3FD-8A4C-442D-B36E-94F3154A1C1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81A4-38BA-42A2-BC99-3EAC397F0E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495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FD3FD-8A4C-442D-B36E-94F3154A1C1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81A4-38BA-42A2-BC99-3EAC397F0E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1841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FD3FD-8A4C-442D-B36E-94F3154A1C1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81A4-38BA-42A2-BC99-3EAC397F0E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8680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FD3FD-8A4C-442D-B36E-94F3154A1C1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81A4-38BA-42A2-BC99-3EAC397F0E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3406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FD3FD-8A4C-442D-B36E-94F3154A1C1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1081A4-38BA-42A2-BC99-3EAC397F0E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202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27qSAqafQ6o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ZlFz3AAwwBQ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Types of Radiation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9740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5300" y="383739"/>
            <a:ext cx="115062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natural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radioactive decay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terms of stability.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Define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alpha radiation,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beta positive radiation, beta negative radiation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gamma radiation.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Describe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alpha,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beta positive, beta negative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gamma radiation,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including the properties of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penetrating ability, charge, mass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ionisation ability.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480460005.591681g/1480460012350-1007632958772249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7671" y="3048000"/>
            <a:ext cx="336232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1652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" y="124242"/>
            <a:ext cx="115316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Radioactive decay.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Atoms in nature are either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stable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unstable.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is determined by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nuclear forces.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the forces are balanced, the atom is stable. If the forces are unbalanced, such as due to a different ratio of protons to neutrons, the nucleus will have an excess of energy. It will spontaneously give out particles or energy to become stable.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Natural radioactive decay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process by which the nucleus of an unstable atom loses energy by emitting radiation, including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alpha particles, beta particles, gamma rays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without artificial stimulus to do so.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German/1449023091.639591g/1449023114252-1938215532793457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9331" y="4279226"/>
            <a:ext cx="3233737" cy="2731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6152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7qSAqafQ6o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352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6400" y="280938"/>
            <a:ext cx="115443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Alpha radiation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basically the emission of a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helium nucleus.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because alpha particles are made up of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two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protons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two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neutrons.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Alpha particles are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large, positively charged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slow moving.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They have the symbol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α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422398746.194051g/1422398733328-261542630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75" y="2822575"/>
            <a:ext cx="3810000" cy="3228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5181600" y="3282900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They have a </a:t>
            </a:r>
            <a:r>
              <a:rPr lang="en-AU" sz="2400" b="0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range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few centimetres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air and have a very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low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penetrating power.</a:t>
            </a:r>
            <a:r>
              <a:rPr lang="en-AU" sz="2400" dirty="0" smtClean="0"/>
              <a:t/>
            </a:r>
            <a:br>
              <a:rPr lang="en-AU" sz="2400" dirty="0" smtClean="0"/>
            </a:br>
            <a:r>
              <a:rPr lang="en-AU" sz="2400" dirty="0" smtClean="0"/>
              <a:t/>
            </a:r>
            <a:br>
              <a:rPr lang="en-AU" sz="2400" dirty="0" smtClean="0"/>
            </a:b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Alpha particles can not pass through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paper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skin.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400136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4700" y="187742"/>
            <a:ext cx="109982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Alpha particles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were discovered by New Zealand scientist, Ernest Rutherford, in 1909.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Alpha decay tends to occur in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heavier elements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such as Uranium, Polonium and Thorium.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occurs when the ratio of neutrons to protons in the nucleus is low.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Alpha particles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highly ionising </a:t>
            </a:r>
            <a:r>
              <a:rPr lang="en-AU" sz="2400" b="0" i="0" dirty="0" smtClean="0">
                <a:solidFill>
                  <a:srgbClr val="444449"/>
                </a:solidFill>
                <a:effectLst/>
                <a:latin typeface="Arial" panose="020B0604020202020204" pitchFamily="34" charset="0"/>
              </a:rPr>
              <a:t>because of their </a:t>
            </a:r>
            <a:r>
              <a:rPr lang="en-AU" sz="2400" b="1" i="0" dirty="0" smtClean="0">
                <a:solidFill>
                  <a:srgbClr val="444449"/>
                </a:solidFill>
                <a:effectLst/>
                <a:latin typeface="Arial" panose="020B0604020202020204" pitchFamily="34" charset="0"/>
              </a:rPr>
              <a:t>double positive charge,</a:t>
            </a:r>
            <a:r>
              <a:rPr lang="en-AU" sz="2400" b="0" i="0" dirty="0" smtClean="0">
                <a:solidFill>
                  <a:srgbClr val="444449"/>
                </a:solidFill>
                <a:effectLst/>
                <a:latin typeface="Arial" panose="020B0604020202020204" pitchFamily="34" charset="0"/>
              </a:rPr>
              <a:t> large mass and because they are relatively slow. As they can only penetrate a short distance, they are generally not dangerous to biological tissue unless they are inside the body, such as through ingestion or inhalation.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450299100.492691g/1450299101456-3453687487443712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799" y="4636294"/>
            <a:ext cx="2911475" cy="2183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9419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9400" y="163543"/>
            <a:ext cx="116713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are two types of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beta radiation: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electron emission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(or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β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−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decay) and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positron emission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(or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β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+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decay).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Both of these particles have a </a:t>
            </a:r>
            <a:r>
              <a:rPr lang="en-AU" sz="2400" b="0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range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few metres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moderate penetrating power.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Beta particles can be blocked by a few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millimetres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aluminium.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Electron emission is the emission of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negatively charged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electron. This is modelled by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neutron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changing into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proton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an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electron.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Positron emission is the emission of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positively charged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electron. This is modelled by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proton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changing into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neutron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an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440216144.271861g/1440216139911-1067949183-2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4475" y="486410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ttps://www.educationperfect.com/media/content/Science/1440216202.609551g/1440216199949-1067949183-2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175" y="4864100"/>
            <a:ext cx="1876425" cy="1895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9291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8000" y="257245"/>
            <a:ext cx="115062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Henri Becquerel, the French physicist, first discovered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beta radiation.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Beta negative radiation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occurs when the ratio of neutrons to protons in the nucleus is too high. An excess neutron transforms into a proton and an electron, then the electron is released.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Beta positive radiation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occurs when the ratio of neutrons to protons in the nucleus is too low. An excess proton transforms into a neutron and a positron, then the positron is released. A positron has the same mass as an electron, but the opposite charge.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Beta particles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less ionising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alpha particles,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having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single charge.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They can travel a few metres through air or millimetres into living tissue, and exposure can cause burns to the skin. If beta emitting radionuclides are ingested or inhaled, they can damage internal organs.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422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2100" y="130939"/>
            <a:ext cx="116586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Gamma radiation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 form of very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high frequency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electromagnetic radiation.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Gamma rays are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highly penetrating.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They can be blocked by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30cm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steel,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their intensity can be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halved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by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1cm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lead.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is no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maximum range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gamma rays in air. This is because they are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so energetic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they are not absorbed by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air.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407906361029-1434198247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875" y="2954337"/>
            <a:ext cx="3648075" cy="3800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2745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300" y="111542"/>
            <a:ext cx="119126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French physicist, Paul Villard, discovered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gamma radiation.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Gamma rays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a form of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electromagnetic radiation.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They can be described as photons (massless particles) which travel as waves at the speed of light.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They are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less ionising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alpha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beta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radiation, but can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penetrate much greater distances,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requiring materials such as lead to stop them.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Gamma emitters have many uses, including measuring flow of liquids in industry, sterilisation of medical equipment, measurement of thickness of materials and pasteurising some foods.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522113988.580361f/1522113989156-4400586549743887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0687" y="4266526"/>
            <a:ext cx="6219825" cy="2402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5459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98392" y="94734"/>
            <a:ext cx="43220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Summary of radiation types.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58" y="687387"/>
            <a:ext cx="10837441" cy="454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880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63600" y="2244636"/>
            <a:ext cx="105283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effect of electric and magnetic fields on radiation.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Alpha,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beta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gamma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radiation all behave differently in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electric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magnetic fields.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63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ZlFz3AAwwBQ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494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700" y="591235"/>
            <a:ext cx="113538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Alpha radiation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deflected in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same direction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 direction of the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electric field.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Science/1422398995.469461g/1422398982360-261542630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775" y="1620837"/>
            <a:ext cx="3257550" cy="3800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533400" y="5774035"/>
            <a:ext cx="110998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Electric fields always go from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positive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plate to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negative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plate. Therefore, alpha particles move towards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negative plate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this system.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599037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650439"/>
            <a:ext cx="112014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Beta radiation.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β-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decay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emits negative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electrons,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they are deflected in 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opposite direction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electric field.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means they move to 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positive plate.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β+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decay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emits positive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positrons,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they are deflected in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same direction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 direction of the electric field. Therefore, they move to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negative plate.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https://www.educationperfect.com/media/content/Science/1440466706.579121g/1440466700998-760626008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975" y="3619499"/>
            <a:ext cx="4695825" cy="3238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70819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5300" y="45135"/>
            <a:ext cx="114681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Gamma radiation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 </a:t>
            </a:r>
            <a:r>
              <a:rPr lang="en-AU" sz="2400" b="1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 charge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so it is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not deflected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it passes through an electric field.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42" name="Picture 2" descr="https://www.educationperfect.com/media/content/Science/1407906361029-1434198247-2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8575" y="1049336"/>
            <a:ext cx="2003425" cy="2087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762000" y="3719036"/>
            <a:ext cx="112014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Alpha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particles have 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greater mass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beta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particles, so alpha radiation is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deflected less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beta radiation in electric fields. They both experience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same 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but the heavier alpha particle has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less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acceleration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a light beta particle.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316319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Microsoft Office PowerPoint</Application>
  <PresentationFormat>Widescreen</PresentationFormat>
  <Paragraphs>65</Paragraphs>
  <Slides>16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KaTeX_Main</vt:lpstr>
      <vt:lpstr>KaTeX_Math</vt:lpstr>
      <vt:lpstr>Office Theme</vt:lpstr>
      <vt:lpstr>Types of Radiation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 of Radiation</dc:title>
  <dc:creator>Joseph D'cruz</dc:creator>
  <cp:lastModifiedBy>Joseph D'cruz</cp:lastModifiedBy>
  <cp:revision>1</cp:revision>
  <dcterms:created xsi:type="dcterms:W3CDTF">2020-07-14T08:15:21Z</dcterms:created>
  <dcterms:modified xsi:type="dcterms:W3CDTF">2020-07-14T08:15:34Z</dcterms:modified>
</cp:coreProperties>
</file>