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A5A4E-640E-4A3B-B079-4CADF339240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C4EB-5EC3-4CDB-95F7-5C90C2004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9438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A5A4E-640E-4A3B-B079-4CADF339240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C4EB-5EC3-4CDB-95F7-5C90C2004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6783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A5A4E-640E-4A3B-B079-4CADF339240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C4EB-5EC3-4CDB-95F7-5C90C2004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3625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A5A4E-640E-4A3B-B079-4CADF339240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C4EB-5EC3-4CDB-95F7-5C90C2004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179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A5A4E-640E-4A3B-B079-4CADF339240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C4EB-5EC3-4CDB-95F7-5C90C2004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7826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A5A4E-640E-4A3B-B079-4CADF339240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C4EB-5EC3-4CDB-95F7-5C90C2004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7295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A5A4E-640E-4A3B-B079-4CADF339240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C4EB-5EC3-4CDB-95F7-5C90C2004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5451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A5A4E-640E-4A3B-B079-4CADF339240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C4EB-5EC3-4CDB-95F7-5C90C2004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171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A5A4E-640E-4A3B-B079-4CADF339240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C4EB-5EC3-4CDB-95F7-5C90C2004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824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A5A4E-640E-4A3B-B079-4CADF339240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C4EB-5EC3-4CDB-95F7-5C90C2004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6357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A5A4E-640E-4A3B-B079-4CADF339240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5C4EB-5EC3-4CDB-95F7-5C90C2004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1876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A5A4E-640E-4A3B-B079-4CADF339240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5C4EB-5EC3-4CDB-95F7-5C90C2004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96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Energy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9146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0300" y="827038"/>
            <a:ext cx="1041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energy in terms of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electron volts (eV)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Joules (J).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Einstein's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mass-energy equivalence relationship.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problems involving Einstein's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 mass-energy equivalence relationship.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35707939.84861g/1435707924646-1009618813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75" y="30353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903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" y="595343"/>
            <a:ext cx="85471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are probably familiar with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SI unit of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- 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Joule.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defined as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energy transferred to an object when a force of one Newton acts in the direction of movement for a distance of one metre.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unit was named after an English Physicist,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James Joule,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who famously studied the relationships between heat and work.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working on an atomic scale, the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 Joule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too large a unit to be helpful in calculations. Instead we often use the unit called an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electron Volt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(eV)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 is defined as a unit of energy equal to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work done on an electron in accelerating it through an electrical potential difference of 1 volt.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57381330.096461g/1457381345296-4430316404955122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475" y="2427178"/>
            <a:ext cx="2619375" cy="380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075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1400" y="680641"/>
            <a:ext cx="104013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how much energy is an electron Volt?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1eV≈1.602×10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−19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J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Atomic properties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such as ionisation energies are usually quoted in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eV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there are often large numbers of electron Volts, prefixes may be used: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1MeV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mega electron Volt, or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1×10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6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eV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1GeV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giga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electron Volt, or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1×10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9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eV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094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" y="1777137"/>
            <a:ext cx="105283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You've heard a lot about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Conservation of Energy -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specifically that energy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can not be created or destroyed -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Conservation of Mass.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something unexpected happens in the nucleus of the atom.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205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9300" y="270639"/>
            <a:ext cx="102235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sum of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masses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individual nucleons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more than the mass of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nucleus.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does this happen?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answer lies in Einstein's famous equation: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ΔE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Δmc</a:t>
            </a:r>
            <a:r>
              <a:rPr lang="en-AU" sz="2400" b="1" i="0" baseline="30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 equation states that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 is a form of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just like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 explains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missing mass, called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 defect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</a:t>
            </a:r>
            <a:r>
              <a:rPr lang="en-AU" sz="2400" b="1" i="0" dirty="0" err="1" smtClean="0">
                <a:solidFill>
                  <a:srgbClr val="444444"/>
                </a:solidFill>
                <a:effectLst/>
                <a:latin typeface="KaTeX_Main"/>
              </a:rPr>
              <a:t>Δm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was transformed into energy.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Images/Content/German/1366599286672-5912881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852" y="3937000"/>
            <a:ext cx="2913698" cy="292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7133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6300" y="260340"/>
            <a:ext cx="10668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Einstein's mass-energy equivalence relationship.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ΔE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Δmc</a:t>
            </a:r>
            <a:r>
              <a:rPr lang="en-AU" sz="2400" b="1" i="0" baseline="30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endParaRPr lang="en-AU" sz="2400" b="0" i="0" baseline="3000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famous equation,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ΔE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represents a change in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energy.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err="1" smtClean="0">
                <a:solidFill>
                  <a:srgbClr val="444444"/>
                </a:solidFill>
                <a:effectLst/>
                <a:latin typeface="KaTeX_Main"/>
              </a:rPr>
              <a:t>Δm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change in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mass.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sz="24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speed of light,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is a constant.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c≈3×10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8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endParaRPr lang="en-AU" sz="2400" b="0" i="0" baseline="3000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375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2300" y="251936"/>
            <a:ext cx="111379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 defect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converted into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energy.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energy, called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nuclear binding energy,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energy needed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break the nucleus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 the nucleons that make it up.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41839450.688511g/1441839461214-190167314605982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1012" y="1722437"/>
            <a:ext cx="3800475" cy="3171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82600" y="5368836"/>
            <a:ext cx="11277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nuclear binding energy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per nucleon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used as a measure of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stability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stable nucleus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more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binding energy per nucleon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an unstable nucleus.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17345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7900" y="694035"/>
            <a:ext cx="108331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 defect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difference between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 of the </a:t>
            </a:r>
            <a:r>
              <a:rPr lang="en-AU" sz="2400" b="1" i="0" u="sng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nucleus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 of the nucleons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make it up.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624" y="1655762"/>
            <a:ext cx="4232275" cy="3860739"/>
          </a:xfrm>
          <a:prstGeom prst="rect">
            <a:avLst/>
          </a:prstGeom>
        </p:spPr>
      </p:pic>
      <p:pic>
        <p:nvPicPr>
          <p:cNvPr id="5122" name="Picture 2" descr="https://www.educationperfect.com/media/content/Science/1441839264.693151g/1441839266662-1901673146059824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0975" y="1932480"/>
            <a:ext cx="3810000" cy="3714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7705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2800" y="359539"/>
            <a:ext cx="10820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Binding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 the mechanical work that must be done against the forces holding a nucleus together to disassemble it into component parts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find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binding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nucleus with the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E=Δmc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formula.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speed of light.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c≈3.00×10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8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endParaRPr lang="en-AU" sz="2400" b="0" i="0" baseline="3000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441839450.688511g/1441839461214-190167314605982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2433637"/>
            <a:ext cx="3800475" cy="3171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635500" y="4553635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energy is always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negative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because it is being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released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nucleus.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263722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KaTeX_Main</vt:lpstr>
      <vt:lpstr>Office Theme</vt:lpstr>
      <vt:lpstr>Energy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</dc:title>
  <dc:creator>Joseph D'cruz</dc:creator>
  <cp:lastModifiedBy>Joseph D'cruz</cp:lastModifiedBy>
  <cp:revision>1</cp:revision>
  <dcterms:created xsi:type="dcterms:W3CDTF">2020-07-14T09:24:29Z</dcterms:created>
  <dcterms:modified xsi:type="dcterms:W3CDTF">2020-07-14T09:24:49Z</dcterms:modified>
</cp:coreProperties>
</file>