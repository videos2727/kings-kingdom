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89279-640F-420C-AC64-04DA1052967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2C2C6-7D50-4A39-ACC4-C57C70F3B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508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89279-640F-420C-AC64-04DA1052967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2C2C6-7D50-4A39-ACC4-C57C70F3B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6146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89279-640F-420C-AC64-04DA1052967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2C2C6-7D50-4A39-ACC4-C57C70F3B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9755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89279-640F-420C-AC64-04DA1052967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2C2C6-7D50-4A39-ACC4-C57C70F3B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68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89279-640F-420C-AC64-04DA1052967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2C2C6-7D50-4A39-ACC4-C57C70F3B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2306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89279-640F-420C-AC64-04DA1052967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2C2C6-7D50-4A39-ACC4-C57C70F3B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6238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89279-640F-420C-AC64-04DA1052967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2C2C6-7D50-4A39-ACC4-C57C70F3B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1283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89279-640F-420C-AC64-04DA1052967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2C2C6-7D50-4A39-ACC4-C57C70F3B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5261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89279-640F-420C-AC64-04DA1052967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2C2C6-7D50-4A39-ACC4-C57C70F3B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9567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89279-640F-420C-AC64-04DA1052967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2C2C6-7D50-4A39-ACC4-C57C70F3B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6251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89279-640F-420C-AC64-04DA1052967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2C2C6-7D50-4A39-ACC4-C57C70F3B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5475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F89279-640F-420C-AC64-04DA1052967B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2C2C6-7D50-4A39-ACC4-C57C70F3BC2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488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-cv2SahLTv0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Nuclear Medicine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453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026636"/>
            <a:ext cx="108585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some of the ways in which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radioactivity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be used in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nuclear medicine.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List</a:t>
            </a:r>
            <a:r>
              <a:rPr lang="en-AU" sz="2400" b="0" i="0" dirty="0" smtClean="0">
                <a:solidFill>
                  <a:srgbClr val="010101"/>
                </a:solidFill>
                <a:effectLst/>
                <a:latin typeface="Arial" panose="020B0604020202020204" pitchFamily="34" charset="0"/>
              </a:rPr>
              <a:t> some of the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isotopes</a:t>
            </a:r>
            <a:r>
              <a:rPr lang="en-AU" sz="2400" b="0" i="0" dirty="0" smtClean="0">
                <a:solidFill>
                  <a:srgbClr val="010101"/>
                </a:solidFill>
                <a:effectLst/>
                <a:latin typeface="Arial" panose="020B0604020202020204" pitchFamily="34" charset="0"/>
              </a:rPr>
              <a:t> used in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nuclear medicine.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55311765.487861g/1455311766671-4467561341991954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875" y="3057524"/>
            <a:ext cx="2476500" cy="3800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3741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7400" y="659537"/>
            <a:ext cx="109093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Radioactive elements are used in medicine to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detect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treat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medical problems.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Elements which emit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gamma radiation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γ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are used 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detect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problems, while elements which emit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beta radiation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β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−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are used 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treat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them.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23601300.975661g/1423601278181-959899380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1812" y="3652837"/>
            <a:ext cx="3800475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4132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-cv2SahLTv0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860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332939"/>
            <a:ext cx="11557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Radioactive elements for medical use are made in Australia.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because radioactive elements often have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short half lives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This means that they can't be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imported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other countries, so we need to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make our own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OPAL reactor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Sydney is used to make most of the elements Australia needs for medical purposes.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Images/Content/French/1366931392430-595017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2275" y="3454400"/>
            <a:ext cx="3267075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7236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6400" y="705535"/>
            <a:ext cx="11074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Here are some of the main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gamma ray emitting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isotopes and their medical uses.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962" y="1625600"/>
            <a:ext cx="7488238" cy="515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801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04736"/>
            <a:ext cx="11023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Isotopes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medical treatment.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Radioactive isotopes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release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they decay (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β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−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decay) are used for medical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treatment.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674" y="2754312"/>
            <a:ext cx="4848225" cy="336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023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Office PowerPoint</Application>
  <PresentationFormat>Widescreen</PresentationFormat>
  <Paragraphs>17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KaTeX_Main</vt:lpstr>
      <vt:lpstr>KaTeX_Math</vt:lpstr>
      <vt:lpstr>Office Theme</vt:lpstr>
      <vt:lpstr>Nuclear Medicine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Nuclear Medicine</dc:title>
  <dc:creator>Joseph D'cruz</dc:creator>
  <cp:lastModifiedBy>Joseph D'cruz</cp:lastModifiedBy>
  <cp:revision>2</cp:revision>
  <dcterms:created xsi:type="dcterms:W3CDTF">2020-07-14T09:19:28Z</dcterms:created>
  <dcterms:modified xsi:type="dcterms:W3CDTF">2020-07-14T09:20:03Z</dcterms:modified>
</cp:coreProperties>
</file>