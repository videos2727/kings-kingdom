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A9EB-68F9-4204-B511-3F35D40C39C7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BC14-057A-4137-BDEF-471B12ED33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116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A9EB-68F9-4204-B511-3F35D40C39C7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BC14-057A-4137-BDEF-471B12ED33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925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A9EB-68F9-4204-B511-3F35D40C39C7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BC14-057A-4137-BDEF-471B12ED33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8879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A9EB-68F9-4204-B511-3F35D40C39C7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BC14-057A-4137-BDEF-471B12ED33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34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A9EB-68F9-4204-B511-3F35D40C39C7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BC14-057A-4137-BDEF-471B12ED33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4793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A9EB-68F9-4204-B511-3F35D40C39C7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BC14-057A-4137-BDEF-471B12ED33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889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A9EB-68F9-4204-B511-3F35D40C39C7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BC14-057A-4137-BDEF-471B12ED33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29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A9EB-68F9-4204-B511-3F35D40C39C7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BC14-057A-4137-BDEF-471B12ED33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21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A9EB-68F9-4204-B511-3F35D40C39C7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BC14-057A-4137-BDEF-471B12ED33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9157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A9EB-68F9-4204-B511-3F35D40C39C7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BC14-057A-4137-BDEF-471B12ED33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699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A9EB-68F9-4204-B511-3F35D40C39C7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FBC14-057A-4137-BDEF-471B12ED33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6294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FA9EB-68F9-4204-B511-3F35D40C39C7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FBC14-057A-4137-BDEF-471B12ED33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070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uJ3ea9fa6CA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Introduction to Radiation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9904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1306036"/>
            <a:ext cx="10998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Differentiate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ionising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non-ionising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radiation.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Understand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concept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background radiation.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English%20&amp;%20Literature/1506569991.729461g/1506569979791-1926775328190819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262" y="3048000"/>
            <a:ext cx="28860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0363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556736"/>
            <a:ext cx="10985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what is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radiation?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Radiation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 the emission of energy as electromagnetic waves or as moving subatomic particles, especially high-energy particles, which cause ionisation.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Physics/1534301541.332841g/1534301541132-224544989881746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3179762"/>
            <a:ext cx="8229600" cy="311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790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" y="1533436"/>
            <a:ext cx="106553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Radiation is either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ionising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non-ionising.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Ionising radiation removes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atoms, and results in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atom changing.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897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J3ea9fa6CA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45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503272" y="513834"/>
            <a:ext cx="49756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Ionising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radiation is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high energy.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18112" y="1174234"/>
            <a:ext cx="35413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examples include:</a:t>
            </a:r>
            <a:endParaRPr lang="en-AU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091928"/>
              </p:ext>
            </p:extLst>
          </p:nvPr>
        </p:nvGraphicFramePr>
        <p:xfrm>
          <a:off x="3634783" y="1734344"/>
          <a:ext cx="3347634" cy="2766060"/>
        </p:xfrm>
        <a:graphic>
          <a:graphicData uri="http://schemas.openxmlformats.org/drawingml/2006/table">
            <a:tbl>
              <a:tblPr/>
              <a:tblGrid>
                <a:gridCol w="490134">
                  <a:extLst>
                    <a:ext uri="{9D8B030D-6E8A-4147-A177-3AD203B41FA5}">
                      <a16:colId xmlns:a16="http://schemas.microsoft.com/office/drawing/2014/main" val="49812064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476239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Gamma rays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770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X-rays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102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Ultraviolet Light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666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Cosmic rays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983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Alpha and Beta particles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898824"/>
                  </a:ext>
                </a:extLst>
              </a:tr>
            </a:tbl>
          </a:graphicData>
        </a:graphic>
      </p:graphicFrame>
      <p:pic>
        <p:nvPicPr>
          <p:cNvPr id="3076" name="Picture 4" descr="https://www.educationperfect.com/media/content/Science/1419893095.604911g/1419893053224-1624922719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350" y="2423954"/>
            <a:ext cx="3800475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664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38400" y="27493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Non-ionising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radiation is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low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examples include: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24400" y="1876336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Visible light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Infrared radiation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Microwave radiation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Radiowaves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4000" y="3768636"/>
            <a:ext cx="11760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Non-ionising radiation can still affect our bodies, even though they don't ionise atoms.</a:t>
            </a:r>
          </a:p>
          <a:p>
            <a:r>
              <a:rPr lang="en-AU" sz="2400" dirty="0" smtClean="0"/>
              <a:t/>
            </a:r>
            <a:br>
              <a:rPr lang="en-AU" sz="2400" dirty="0" smtClean="0"/>
            </a:b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83330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00" y="351135"/>
            <a:ext cx="12014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Electromagnetic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radiation can be modelled either as 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continuous wave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as if they're made up of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massless particles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called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photons.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Images/Content/Maths/1372134751683-78154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900" y="1182132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7800" y="4192538"/>
            <a:ext cx="11925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may have noticed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alpha and beta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particles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ionising list earlier. These are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particles,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not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electromagnetic radiation.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We'll cover these more in the next lesson, but you need to know that these particles are emitted from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radioactive decay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are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highly energetic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they can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ionise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024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433338"/>
            <a:ext cx="11938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Background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radiation is all around us.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can be either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cosmic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terrestrial.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Cosmic radiation comes from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space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When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protons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interact with the Earth's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atmosphere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cause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cosmic showers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radiation. This can cause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auroras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Images/Content/Maths/1372825125424-7886123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5950" y="3441700"/>
            <a:ext cx="33147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99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591235"/>
            <a:ext cx="114681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Terrestrial radiation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comes from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radioactive decay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elements in the Earth's </a:t>
            </a:r>
            <a:r>
              <a:rPr lang="en-AU" sz="2400" b="1" i="0" dirty="0" smtClean="0">
                <a:solidFill>
                  <a:srgbClr val="FEB900"/>
                </a:solidFill>
                <a:effectLst/>
                <a:latin typeface="Arial" panose="020B0604020202020204" pitchFamily="34" charset="0"/>
              </a:rPr>
              <a:t>crust.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Images/Content/EP%20Training/1375700301255-8180643-2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142223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66700" y="3317439"/>
            <a:ext cx="11785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Radioactive decay contributes to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Earth. There are radioactive elements such as Uranium and Thorium in the Earth's mantle and crust. As these decay, they release large amounts of heat energy.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Radioactive chemicals in the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soil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enter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food chain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radioactive minerals may be absorbed by plants, which are then eaten by animals, passing along the radioactive materials.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044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1480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Widescreen</PresentationFormat>
  <Paragraphs>45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Introduction to Radiation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Radiation</dc:title>
  <dc:creator>Joseph D'cruz</dc:creator>
  <cp:lastModifiedBy>Joseph D'cruz</cp:lastModifiedBy>
  <cp:revision>1</cp:revision>
  <dcterms:created xsi:type="dcterms:W3CDTF">2020-07-14T08:08:14Z</dcterms:created>
  <dcterms:modified xsi:type="dcterms:W3CDTF">2020-07-14T08:08:28Z</dcterms:modified>
</cp:coreProperties>
</file>