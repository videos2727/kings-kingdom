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54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687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192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306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59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085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50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207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38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036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262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C7DBD-483C-47F8-B8D4-5DCED021078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04DA2-26DF-4976-A987-6DB593C05E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12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TRL7o2kPqw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Effects of Radiation on Humans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465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788938"/>
            <a:ext cx="11620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Smart Lesson, you should be able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127F06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ionising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and the effect that it can have on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living cells.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Compare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contrast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ionising abilities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different types of radiation.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6FA6E3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units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radiation dose.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3417564.339921g/1523417564351-352903083562155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2" y="2727930"/>
            <a:ext cx="7610475" cy="423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63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1700" y="684937"/>
            <a:ext cx="10210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 </a:t>
            </a:r>
            <a:r>
              <a:rPr lang="en-AU" sz="2400" b="1" i="0" dirty="0" smtClean="0">
                <a:solidFill>
                  <a:srgbClr val="008B8B"/>
                </a:solidFill>
                <a:effectLst/>
                <a:latin typeface="Arial" panose="020B0604020202020204" pitchFamily="34" charset="0"/>
              </a:rPr>
              <a:t>ions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formed when atoms or molecules gain or lose electrons to become </a:t>
            </a:r>
            <a:r>
              <a:rPr lang="en-AU" sz="2400" b="1" i="0" dirty="0" smtClean="0">
                <a:solidFill>
                  <a:srgbClr val="008B8B"/>
                </a:solidFill>
                <a:effectLst/>
                <a:latin typeface="Arial" panose="020B0604020202020204" pitchFamily="34" charset="0"/>
              </a:rPr>
              <a:t>charged.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Alpha, beta and gamma radiation are all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ionising,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that when they bump into atoms or molecules they can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knock electrons off them, forming ions.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55657834.068111g/1455657835218-267723583396322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2993261"/>
            <a:ext cx="5715000" cy="359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46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583337"/>
            <a:ext cx="1143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ionising radiation enters living cells, it can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destroy the biological molecules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or form ions which then go on to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react with other molecules.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unwanted reactions cause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damage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cells and can kill them.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23417601.284521g/1523417601296-3529030835621552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3090862"/>
            <a:ext cx="4762500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01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42039"/>
            <a:ext cx="11836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different types of radiation have different </a:t>
            </a:r>
            <a:r>
              <a:rPr lang="en-AU" sz="2400" b="1" i="0" dirty="0" smtClean="0">
                <a:solidFill>
                  <a:srgbClr val="ED6810"/>
                </a:solidFill>
                <a:effectLst/>
                <a:latin typeface="Arial" panose="020B0604020202020204" pitchFamily="34" charset="0"/>
              </a:rPr>
              <a:t>ionising abilities.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ionising ability is the ability of the radiation to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knock electrons off atoms or molecules.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ionising ability depends on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mass and 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particle. The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greater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mass and charge, the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more easily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can knock electrons off, therefore the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more ionising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radiation.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German/1454355833.307061g/1454355847367-108179385666778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300" y="3313642"/>
            <a:ext cx="5003800" cy="354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30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785843"/>
            <a:ext cx="11734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three different types of ionising radiation each have a different ionising ability.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83B9F5"/>
                </a:solidFill>
                <a:effectLst/>
                <a:latin typeface="Arial" panose="020B0604020202020204" pitchFamily="34" charset="0"/>
              </a:rPr>
              <a:t>Alpha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 </a:t>
            </a:r>
            <a:r>
              <a:rPr lang="en-AU" sz="2400" b="1" i="0" dirty="0" smtClean="0">
                <a:solidFill>
                  <a:srgbClr val="83B9F5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ionising ability because alpha particles are large and have a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+2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charge. Alpha particles cause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damage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living tissues.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8CF05"/>
                </a:solidFill>
                <a:effectLst/>
                <a:latin typeface="Arial" panose="020B0604020202020204" pitchFamily="34" charset="0"/>
              </a:rPr>
              <a:t>Beta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 </a:t>
            </a:r>
            <a:r>
              <a:rPr lang="en-AU" sz="2400" b="1" i="0" dirty="0" smtClean="0">
                <a:solidFill>
                  <a:srgbClr val="48CF05"/>
                </a:solidFill>
                <a:effectLst/>
                <a:latin typeface="Arial" panose="020B0604020202020204" pitchFamily="34" charset="0"/>
              </a:rPr>
              <a:t>moderate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ionising ability because beta particles are smaller and have a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charge. They cause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 damage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living tissues.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7920C"/>
                </a:solidFill>
                <a:effectLst/>
                <a:latin typeface="Arial" panose="020B0604020202020204" pitchFamily="34" charset="0"/>
              </a:rPr>
              <a:t>Gamma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 </a:t>
            </a:r>
            <a:r>
              <a:rPr lang="en-AU" sz="2400" b="1" i="0" dirty="0" smtClean="0">
                <a:solidFill>
                  <a:srgbClr val="F7920C"/>
                </a:solidFill>
                <a:effectLst/>
                <a:latin typeface="Arial" panose="020B0604020202020204" pitchFamily="34" charset="0"/>
              </a:rPr>
              <a:t>low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ionising ability because gamma rays have no mass and no charge. Gamma rays cause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least damage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living tissues out of these three types of radiation. However, they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still cause damage!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12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283339"/>
            <a:ext cx="11137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Exposing living cells to </a:t>
            </a:r>
            <a:r>
              <a:rPr lang="en-AU" sz="2400" b="1" i="0" dirty="0" smtClean="0">
                <a:solidFill>
                  <a:srgbClr val="ED6810"/>
                </a:solidFill>
                <a:effectLst/>
                <a:latin typeface="Arial" panose="020B0604020202020204" pitchFamily="34" charset="0"/>
              </a:rPr>
              <a:t>ionising radiation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cause the cells to </a:t>
            </a:r>
            <a:r>
              <a:rPr lang="en-AU" sz="2400" b="1" i="0" dirty="0" smtClean="0">
                <a:solidFill>
                  <a:srgbClr val="ED6810"/>
                </a:solidFill>
                <a:effectLst/>
                <a:latin typeface="Arial" panose="020B0604020202020204" pitchFamily="34" charset="0"/>
              </a:rPr>
              <a:t>mutate or die.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biological molecules in a cell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damaged beyond repair,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cell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dies.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can cause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radiation burns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radiation sickness.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ionising radiation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damages the DNA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the cell without killing the cell, it causes </a:t>
            </a:r>
            <a:r>
              <a:rPr lang="en-AU" sz="2400" b="1" i="0" dirty="0" smtClean="0">
                <a:solidFill>
                  <a:srgbClr val="76B26A"/>
                </a:solidFill>
                <a:effectLst/>
                <a:latin typeface="Arial" panose="020B0604020202020204" pitchFamily="34" charset="0"/>
              </a:rPr>
              <a:t>mutations.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mutations can cause things like </a:t>
            </a:r>
            <a:r>
              <a:rPr lang="en-AU" sz="2400" b="1" i="0" dirty="0" smtClean="0">
                <a:solidFill>
                  <a:srgbClr val="76B26A"/>
                </a:solidFill>
                <a:effectLst/>
                <a:latin typeface="Arial" panose="020B0604020202020204" pitchFamily="34" charset="0"/>
              </a:rPr>
              <a:t>cancer.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9113183.5468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55900" y="3330327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244039"/>
            <a:ext cx="11861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Radiation burns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caused by short exposure to large amounts of ionising radiation.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Cells on the </a:t>
            </a:r>
            <a:r>
              <a:rPr lang="en-AU" sz="2400" b="1" i="0" dirty="0" smtClean="0">
                <a:solidFill>
                  <a:srgbClr val="DF6614"/>
                </a:solidFill>
                <a:effectLst/>
                <a:latin typeface="Arial" panose="020B0604020202020204" pitchFamily="34" charset="0"/>
              </a:rPr>
              <a:t>surface of the skin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damaged, causing </a:t>
            </a:r>
            <a:r>
              <a:rPr lang="en-AU" sz="2400" b="1" i="0" dirty="0" smtClean="0">
                <a:solidFill>
                  <a:srgbClr val="DF6614"/>
                </a:solidFill>
                <a:effectLst/>
                <a:latin typeface="Arial" panose="020B0604020202020204" pitchFamily="34" charset="0"/>
              </a:rPr>
              <a:t>redness and blistering.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can take a few days for the redness to appear and up to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weeks for the blisters to appear. It can look like a severe case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sunburn,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sunburn is a form of radiation burn caused by radiation from the Sun.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55053370.769931g/1455053372387-383991870218378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275" y="3089275"/>
            <a:ext cx="333375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714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442436"/>
            <a:ext cx="1051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ED3510"/>
                </a:solidFill>
                <a:effectLst/>
                <a:latin typeface="Arial" panose="020B0604020202020204" pitchFamily="34" charset="0"/>
              </a:rPr>
              <a:t>Radiation sickness,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radiation poisoning, is caused by short exposure to a large amount of radiation, or exposure to a smaller amount of radiation over a longer time.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5300" y="255183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EDA410"/>
                </a:solidFill>
                <a:effectLst/>
                <a:latin typeface="Arial" panose="020B0604020202020204" pitchFamily="34" charset="0"/>
              </a:rPr>
              <a:t>symptoms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radiation sickness include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nausea, vomiting, diarrhoea, fever and hair loss.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EDA410"/>
                </a:solidFill>
                <a:effectLst/>
                <a:latin typeface="Arial" panose="020B0604020202020204" pitchFamily="34" charset="0"/>
              </a:rPr>
              <a:t>severity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symptoms depends on </a:t>
            </a:r>
            <a:r>
              <a:rPr lang="en-AU" sz="2400" b="1" i="0" dirty="0" smtClean="0">
                <a:solidFill>
                  <a:srgbClr val="EDA410"/>
                </a:solidFill>
                <a:effectLst/>
                <a:latin typeface="Arial" panose="020B0604020202020204" pitchFamily="34" charset="0"/>
              </a:rPr>
              <a:t>how much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 is absorbed. They will also appear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quickly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a person has absorbed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amount of radiation.</a:t>
            </a:r>
            <a:endParaRPr lang="en-AU" sz="2400" dirty="0"/>
          </a:p>
        </p:txBody>
      </p:sp>
      <p:pic>
        <p:nvPicPr>
          <p:cNvPr id="4" name="1509654321.6022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71610" y="2222500"/>
            <a:ext cx="4523490" cy="344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5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233740"/>
            <a:ext cx="11709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ionising radiation gets inside the cell and damages the DNA without causing the cell to die, </a:t>
            </a:r>
            <a:r>
              <a:rPr lang="en-AU" sz="2400" b="1" i="0" dirty="0" smtClean="0">
                <a:solidFill>
                  <a:srgbClr val="49099B"/>
                </a:solidFill>
                <a:effectLst/>
                <a:latin typeface="Arial" panose="020B0604020202020204" pitchFamily="34" charset="0"/>
              </a:rPr>
              <a:t>mutations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2B6CD5"/>
                </a:solidFill>
                <a:effectLst/>
                <a:latin typeface="Arial" panose="020B0604020202020204" pitchFamily="34" charset="0"/>
              </a:rPr>
              <a:t>DNA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molecule found inside every single cell in your body. It contains all of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genetic information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tells the cell </a:t>
            </a:r>
            <a:r>
              <a:rPr lang="en-AU" sz="2400" b="1" i="0" dirty="0" smtClean="0">
                <a:solidFill>
                  <a:srgbClr val="2B6CD5"/>
                </a:solidFill>
                <a:effectLst/>
                <a:latin typeface="Arial" panose="020B0604020202020204" pitchFamily="34" charset="0"/>
              </a:rPr>
              <a:t>how to function properly.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DNA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damaged or altered,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cell can stop functioning properly, and can even develop into a </a:t>
            </a:r>
            <a:r>
              <a:rPr lang="en-AU" sz="2400" b="1" i="0" dirty="0" smtClean="0">
                <a:solidFill>
                  <a:srgbClr val="2B6CD5"/>
                </a:solidFill>
                <a:effectLst/>
                <a:latin typeface="Arial" panose="020B0604020202020204" pitchFamily="34" charset="0"/>
              </a:rPr>
              <a:t>cancer cell.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Images/Content/Science/1375056648626-806729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75" y="3821112"/>
            <a:ext cx="3810000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645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-17859"/>
            <a:ext cx="11569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Mutations caused by radiation are unlikely to turn someone into the Incredible Hulk.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Instead, mutations that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prevent the cell from functioning correctly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likely to occur. This also depends on the </a:t>
            </a:r>
            <a:r>
              <a:rPr lang="en-AU" sz="2400" b="1" i="0" dirty="0" smtClean="0">
                <a:solidFill>
                  <a:srgbClr val="76B26A"/>
                </a:solidFill>
                <a:effectLst/>
                <a:latin typeface="Arial" panose="020B0604020202020204" pitchFamily="34" charset="0"/>
              </a:rPr>
              <a:t>amount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radiation the person is exposed to.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small amount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radiation might cause a few mutations that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do not have a major effect on the cell.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sz="2400" b="1" i="0" dirty="0" smtClean="0">
                <a:solidFill>
                  <a:srgbClr val="50899C"/>
                </a:solidFill>
                <a:effectLst/>
                <a:latin typeface="Arial" panose="020B0604020202020204" pitchFamily="34" charset="0"/>
              </a:rPr>
              <a:t>large amount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radiation might cause many mutations that </a:t>
            </a:r>
            <a:r>
              <a:rPr lang="en-AU" sz="2400" b="1" i="0" dirty="0" smtClean="0">
                <a:solidFill>
                  <a:srgbClr val="50899C"/>
                </a:solidFill>
                <a:effectLst/>
                <a:latin typeface="Arial" panose="020B0604020202020204" pitchFamily="34" charset="0"/>
              </a:rPr>
              <a:t>prevent the cell from functioning at all, causing it to die.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23417601.284521g/1523417601296-3529030835621552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575" y="3929062"/>
            <a:ext cx="4762500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60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486539"/>
            <a:ext cx="1168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radiation causes a mutation in the gametes (egg or sperm cells), this mutation can be </a:t>
            </a:r>
            <a:r>
              <a:rPr lang="en-AU" sz="2400" b="1" i="0" dirty="0" smtClean="0">
                <a:solidFill>
                  <a:srgbClr val="49099B"/>
                </a:solidFill>
                <a:effectLst/>
                <a:latin typeface="Arial" panose="020B0604020202020204" pitchFamily="34" charset="0"/>
              </a:rPr>
              <a:t>passed 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organism's </a:t>
            </a:r>
            <a:r>
              <a:rPr lang="en-AU" sz="2400" b="1" i="0" dirty="0" smtClean="0">
                <a:solidFill>
                  <a:srgbClr val="49099B"/>
                </a:solidFill>
                <a:effectLst/>
                <a:latin typeface="Arial" panose="020B0604020202020204" pitchFamily="34" charset="0"/>
              </a:rPr>
              <a:t>offspring.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called an </a:t>
            </a:r>
            <a:r>
              <a:rPr lang="en-AU" sz="2400" b="1" i="1" dirty="0" smtClean="0">
                <a:solidFill>
                  <a:srgbClr val="CC0033"/>
                </a:solidFill>
                <a:effectLst/>
                <a:latin typeface="Arial" panose="020B0604020202020204" pitchFamily="34" charset="0"/>
              </a:rPr>
              <a:t>inherited mutation.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Studies of men who worked with </a:t>
            </a:r>
            <a:r>
              <a:rPr lang="en-AU" sz="2400" b="1" i="0" dirty="0" smtClean="0">
                <a:solidFill>
                  <a:srgbClr val="CC0033"/>
                </a:solidFill>
                <a:effectLst/>
                <a:latin typeface="Arial" panose="020B0604020202020204" pitchFamily="34" charset="0"/>
              </a:rPr>
              <a:t>radioactive materials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found that these men were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more likely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have children who developed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leukaemia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men who did not work with radioactive materials.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57559414.3161g/1457559419632-1257933202151763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3695699"/>
            <a:ext cx="4762500" cy="316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582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686138"/>
            <a:ext cx="11442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are exposed to </a:t>
            </a:r>
            <a:r>
              <a:rPr lang="en-AU" sz="2400" b="1" i="0" dirty="0" smtClean="0">
                <a:solidFill>
                  <a:srgbClr val="ED6810"/>
                </a:solidFill>
                <a:effectLst/>
                <a:latin typeface="Arial" panose="020B0604020202020204" pitchFamily="34" charset="0"/>
              </a:rPr>
              <a:t>ionising radiation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every day from various sources including the Sun, bananas and other humans.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this is not usually harmful because of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amount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radiation you are exposed to. The amount of radiation that is absorbed is called the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dose.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5457921.1271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32099" y="3806824"/>
            <a:ext cx="5244563" cy="232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8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322640"/>
            <a:ext cx="11506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amount of radiation that is absorbed in a specified amount of time is called the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dose.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dose of radiation is measured in </a:t>
            </a:r>
            <a:r>
              <a:rPr lang="en-AU" sz="2400" b="1" i="0" dirty="0" err="1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sieverts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have the symbol 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KaTeX_Main"/>
              </a:rPr>
              <a:t>Sv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Sieverts are a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measure of the health risk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ionising radiation on the human body.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KaTeX_Main"/>
              </a:rPr>
              <a:t>Sv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extremely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dose of radiation that will cause severe radiation sickness, so doses are usually measured in </a:t>
            </a:r>
            <a:r>
              <a:rPr lang="en-AU" sz="2400" b="1" i="0" dirty="0" err="1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microsieverts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μ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KaTeX_Main"/>
              </a:rPr>
              <a:t>Sv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microsievert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is one millionth of a 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sievert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55159229.744551g/1455159230695-368842912765559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843" y="4064000"/>
            <a:ext cx="3718314" cy="246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928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35340"/>
            <a:ext cx="11328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 year, the average dose of radiation you receive is approximately 1700μSv.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About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1400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μ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from </a:t>
            </a:r>
            <a:r>
              <a:rPr lang="en-AU" sz="2400" b="1" i="0" dirty="0" smtClean="0">
                <a:solidFill>
                  <a:srgbClr val="DE26EA"/>
                </a:solidFill>
                <a:effectLst/>
                <a:latin typeface="Arial" panose="020B0604020202020204" pitchFamily="34" charset="0"/>
              </a:rPr>
              <a:t>terrestrial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(radiation from radioisotopes in the </a:t>
            </a:r>
            <a:r>
              <a:rPr lang="en-AU" sz="2400" b="1" i="0" dirty="0" smtClean="0">
                <a:solidFill>
                  <a:srgbClr val="DE26EA"/>
                </a:solidFill>
                <a:effectLst/>
                <a:latin typeface="Arial" panose="020B0604020202020204" pitchFamily="34" charset="0"/>
              </a:rPr>
              <a:t>ground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 about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300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μ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from </a:t>
            </a:r>
            <a:r>
              <a:rPr lang="en-AU" sz="2400" b="1" i="0" dirty="0" smtClean="0">
                <a:solidFill>
                  <a:srgbClr val="CC0063"/>
                </a:solidFill>
                <a:effectLst/>
                <a:latin typeface="Arial" panose="020B0604020202020204" pitchFamily="34" charset="0"/>
              </a:rPr>
              <a:t>cosmic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(radiation from radioisotopes in </a:t>
            </a:r>
            <a:r>
              <a:rPr lang="en-AU" sz="2400" b="1" i="0" dirty="0" smtClean="0">
                <a:solidFill>
                  <a:srgbClr val="CC0063"/>
                </a:solidFill>
                <a:effectLst/>
                <a:latin typeface="Arial" panose="020B0604020202020204" pitchFamily="34" charset="0"/>
              </a:rPr>
              <a:t>outer space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These doses are very small, so they are considered </a:t>
            </a:r>
            <a:r>
              <a:rPr lang="en-AU" sz="2400" b="1" i="0" dirty="0" smtClean="0">
                <a:solidFill>
                  <a:srgbClr val="202B5D"/>
                </a:solidFill>
                <a:effectLst/>
                <a:latin typeface="Arial" panose="020B0604020202020204" pitchFamily="34" charset="0"/>
              </a:rPr>
              <a:t>harmless.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  <p:pic>
        <p:nvPicPr>
          <p:cNvPr id="10242" name="Picture 2" descr="https://www.educationperfect.com/media/content/Science/1443649731.515511g/1443649756917-282621517425067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575" y="35687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360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L7o2kPqw0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9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Widescreen</PresentationFormat>
  <Paragraphs>62</Paragraphs>
  <Slides>16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KaTeX_Main</vt:lpstr>
      <vt:lpstr>KaTeX_Math</vt:lpstr>
      <vt:lpstr>Office Theme</vt:lpstr>
      <vt:lpstr>Effects of Radiation on Humans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Effects of Radiation on Humans</dc:title>
  <dc:creator>Joseph D'cruz</dc:creator>
  <cp:lastModifiedBy>Joseph D'cruz</cp:lastModifiedBy>
  <cp:revision>1</cp:revision>
  <dcterms:created xsi:type="dcterms:W3CDTF">2020-07-14T09:56:36Z</dcterms:created>
  <dcterms:modified xsi:type="dcterms:W3CDTF">2020-07-14T09:58:14Z</dcterms:modified>
</cp:coreProperties>
</file>