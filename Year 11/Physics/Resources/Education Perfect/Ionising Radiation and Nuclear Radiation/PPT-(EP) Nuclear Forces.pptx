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16" autoAdjust="0"/>
    <p:restoredTop sz="94660"/>
  </p:normalViewPr>
  <p:slideViewPr>
    <p:cSldViewPr snapToGrid="0">
      <p:cViewPr varScale="1">
        <p:scale>
          <a:sx n="76" d="100"/>
          <a:sy n="76" d="100"/>
        </p:scale>
        <p:origin x="126" y="7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B3A0E-980A-4538-80DA-47DC843AB11B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B58CA-F119-4FC8-B1C8-999291441E2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396501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B3A0E-980A-4538-80DA-47DC843AB11B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B58CA-F119-4FC8-B1C8-999291441E2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38946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B3A0E-980A-4538-80DA-47DC843AB11B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B58CA-F119-4FC8-B1C8-999291441E2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808291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B3A0E-980A-4538-80DA-47DC843AB11B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B58CA-F119-4FC8-B1C8-999291441E2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552075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B3A0E-980A-4538-80DA-47DC843AB11B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B58CA-F119-4FC8-B1C8-999291441E2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328304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B3A0E-980A-4538-80DA-47DC843AB11B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B58CA-F119-4FC8-B1C8-999291441E2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981735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B3A0E-980A-4538-80DA-47DC843AB11B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B58CA-F119-4FC8-B1C8-999291441E2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61941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B3A0E-980A-4538-80DA-47DC843AB11B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B58CA-F119-4FC8-B1C8-999291441E2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966552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B3A0E-980A-4538-80DA-47DC843AB11B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B58CA-F119-4FC8-B1C8-999291441E2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098649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B3A0E-980A-4538-80DA-47DC843AB11B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B58CA-F119-4FC8-B1C8-999291441E2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91398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B3A0E-980A-4538-80DA-47DC843AB11B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B58CA-F119-4FC8-B1C8-999291441E2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743365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8B3A0E-980A-4538-80DA-47DC843AB11B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5B58CA-F119-4FC8-B1C8-999291441E2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295794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Layout" Target="../slideLayouts/slideLayout7.xml"/><Relationship Id="rId1" Type="http://schemas.openxmlformats.org/officeDocument/2006/relationships/video" Target="https://www.youtube.com/embed/AqZeWH5F9Kw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 smtClean="0"/>
              <a:t>Nuclear Forces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671641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06500" y="886936"/>
            <a:ext cx="104648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 this Smart Lesson you will learn to: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sz="2400" b="1" i="0" dirty="0" smtClean="0">
                <a:solidFill>
                  <a:srgbClr val="009900"/>
                </a:solidFill>
                <a:effectLst/>
                <a:latin typeface="Arial" panose="020B0604020202020204" pitchFamily="34" charset="0"/>
              </a:rPr>
              <a:t>Define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strong nuclear force.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AU" sz="2400" b="1" i="0" dirty="0" smtClean="0">
                <a:solidFill>
                  <a:srgbClr val="009900"/>
                </a:solidFill>
                <a:effectLst/>
                <a:latin typeface="Arial" panose="020B0604020202020204" pitchFamily="34" charset="0"/>
              </a:rPr>
              <a:t>Explain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stability of a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nuclide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 terms of forces and numbers of protons and neutrons.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6" name="Picture 2" descr="https://www.educationperfect.com/media/content/German/1471842481.871611g/1471842481370-398732399601953-40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3900" y="2692400"/>
            <a:ext cx="38100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579005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qZeWH5F9Kw"/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11341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144367" y="488434"/>
            <a:ext cx="498886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</a:t>
            </a:r>
            <a:r>
              <a:rPr lang="en-AU" sz="2400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 four fundamental forces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are:</a:t>
            </a:r>
            <a:endParaRPr lang="en-AU" sz="2400" b="1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7513283"/>
              </p:ext>
            </p:extLst>
          </p:nvPr>
        </p:nvGraphicFramePr>
        <p:xfrm>
          <a:off x="4064000" y="1105694"/>
          <a:ext cx="10515600" cy="228600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194228063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en-AU" sz="2400">
                          <a:effectLst/>
                          <a:latin typeface="KaTeX_Main"/>
                        </a:rPr>
                        <a:t/>
                      </a:r>
                      <a:br>
                        <a:rPr lang="en-AU" sz="2400">
                          <a:effectLst/>
                          <a:latin typeface="KaTeX_Main"/>
                        </a:rPr>
                      </a:br>
                      <a:r>
                        <a:rPr lang="en-AU" sz="2400">
                          <a:effectLst/>
                          <a:latin typeface="KaTeX_Main"/>
                        </a:rPr>
                        <a:t>1</a:t>
                      </a:r>
                      <a:r>
                        <a:rPr lang="en-AU" sz="2400">
                          <a:effectLst/>
                        </a:rPr>
                        <a:t>. </a:t>
                      </a:r>
                      <a:r>
                        <a:rPr lang="en-AU" sz="2400" b="1">
                          <a:solidFill>
                            <a:srgbClr val="0066CC"/>
                          </a:solidFill>
                          <a:effectLst/>
                        </a:rPr>
                        <a:t>Gravitational</a:t>
                      </a:r>
                      <a:r>
                        <a:rPr lang="en-AU" sz="2400">
                          <a:effectLst/>
                        </a:rPr>
                        <a:t> forces.</a:t>
                      </a:r>
                    </a:p>
                  </a:txBody>
                  <a:tcPr marL="57150" marR="5715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98655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en-AU" sz="2400" dirty="0">
                          <a:effectLst/>
                          <a:latin typeface="KaTeX_Main"/>
                        </a:rPr>
                        <a:t>2</a:t>
                      </a:r>
                      <a:r>
                        <a:rPr lang="en-AU" sz="2400" dirty="0">
                          <a:effectLst/>
                        </a:rPr>
                        <a:t>. </a:t>
                      </a:r>
                      <a:r>
                        <a:rPr lang="en-AU" sz="2400" b="1" dirty="0">
                          <a:solidFill>
                            <a:srgbClr val="F30277"/>
                          </a:solidFill>
                          <a:effectLst/>
                        </a:rPr>
                        <a:t>Electromagnetic</a:t>
                      </a:r>
                      <a:r>
                        <a:rPr lang="en-AU" sz="2400" dirty="0">
                          <a:effectLst/>
                        </a:rPr>
                        <a:t> forces.</a:t>
                      </a:r>
                    </a:p>
                  </a:txBody>
                  <a:tcPr marL="57150" marR="5715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69101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en-AU" sz="2400" dirty="0">
                          <a:effectLst/>
                          <a:latin typeface="KaTeX_Main"/>
                        </a:rPr>
                        <a:t>3</a:t>
                      </a:r>
                      <a:r>
                        <a:rPr lang="en-AU" sz="2400" dirty="0">
                          <a:effectLst/>
                        </a:rPr>
                        <a:t>. </a:t>
                      </a:r>
                      <a:r>
                        <a:rPr lang="en-AU" sz="2400" b="1" dirty="0">
                          <a:solidFill>
                            <a:srgbClr val="64B131"/>
                          </a:solidFill>
                          <a:effectLst/>
                        </a:rPr>
                        <a:t>Strong nuclear </a:t>
                      </a:r>
                      <a:r>
                        <a:rPr lang="en-AU" sz="2400" dirty="0">
                          <a:effectLst/>
                        </a:rPr>
                        <a:t>forces.</a:t>
                      </a:r>
                    </a:p>
                  </a:txBody>
                  <a:tcPr marL="57150" marR="5715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46329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en-AU" sz="2400" dirty="0">
                          <a:effectLst/>
                          <a:latin typeface="KaTeX_Main"/>
                        </a:rPr>
                        <a:t>4</a:t>
                      </a:r>
                      <a:r>
                        <a:rPr lang="en-AU" sz="2400" dirty="0">
                          <a:effectLst/>
                        </a:rPr>
                        <a:t>. </a:t>
                      </a:r>
                      <a:r>
                        <a:rPr lang="en-AU" sz="2400" b="1" dirty="0">
                          <a:solidFill>
                            <a:srgbClr val="FB6611"/>
                          </a:solidFill>
                          <a:effectLst/>
                        </a:rPr>
                        <a:t>Weak nuclear</a:t>
                      </a:r>
                      <a:r>
                        <a:rPr lang="en-AU" sz="2400" dirty="0">
                          <a:effectLst/>
                        </a:rPr>
                        <a:t> forces.</a:t>
                      </a:r>
                    </a:p>
                  </a:txBody>
                  <a:tcPr marL="57150" marR="5715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3990406"/>
                  </a:ext>
                </a:extLst>
              </a:tr>
            </a:tbl>
          </a:graphicData>
        </a:graphic>
      </p:graphicFrame>
      <p:pic>
        <p:nvPicPr>
          <p:cNvPr id="2051" name="Picture 3" descr="https://www.educationperfect.com/media/content/Geography/1532471864.211391g/1532471864100-2933590973110699-optimised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0" y="3547289"/>
            <a:ext cx="6096000" cy="3248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843634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479082" y="590034"/>
            <a:ext cx="728596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So how does the nucleus of the atom stay together?</a:t>
            </a:r>
            <a:endParaRPr lang="en-AU" sz="2400" dirty="0"/>
          </a:p>
        </p:txBody>
      </p:sp>
      <p:sp>
        <p:nvSpPr>
          <p:cNvPr id="3" name="Rectangle 2"/>
          <p:cNvSpPr/>
          <p:nvPr/>
        </p:nvSpPr>
        <p:spPr>
          <a:xfrm>
            <a:off x="889000" y="1676738"/>
            <a:ext cx="107569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Like charges repel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due to their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electromagnetic force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, so there must be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another force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which overcomes this to hold the nucleus together.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 </a:t>
            </a:r>
            <a:r>
              <a:rPr lang="en-AU" sz="2400" b="1" i="0" dirty="0" smtClean="0">
                <a:solidFill>
                  <a:srgbClr val="64B131"/>
                </a:solidFill>
                <a:effectLst/>
                <a:latin typeface="Arial" panose="020B0604020202020204" pitchFamily="34" charset="0"/>
              </a:rPr>
              <a:t>gravitational force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the attractive force between two masses. However, gravity is far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too weak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overcome the electromagnetic force.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49159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632936"/>
            <a:ext cx="105664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AU" sz="2400" b="1" i="0" dirty="0" smtClean="0">
                <a:solidFill>
                  <a:srgbClr val="64B131"/>
                </a:solidFill>
                <a:effectLst/>
                <a:latin typeface="Arial" panose="020B0604020202020204" pitchFamily="34" charset="0"/>
              </a:rPr>
              <a:t>strong nuclear force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a force which acts </a:t>
            </a:r>
            <a:r>
              <a:rPr lang="en-AU" sz="2400" b="1" i="0" dirty="0" smtClean="0">
                <a:solidFill>
                  <a:srgbClr val="64B131"/>
                </a:solidFill>
                <a:effectLst/>
                <a:latin typeface="Arial" panose="020B0604020202020204" pitchFamily="34" charset="0"/>
              </a:rPr>
              <a:t>between nucleons.</a:t>
            </a:r>
            <a:endParaRPr lang="en-AU" sz="24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It is stronger than the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electromagnetic force,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so it holds the nucleus together.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17500" y="3811012"/>
            <a:ext cx="105537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There is a fourth force, called the </a:t>
            </a:r>
            <a:r>
              <a:rPr lang="en-AU" sz="2400" b="1" i="0" dirty="0" smtClean="0">
                <a:solidFill>
                  <a:srgbClr val="FB6611"/>
                </a:solidFill>
                <a:effectLst/>
                <a:latin typeface="Arial" panose="020B0604020202020204" pitchFamily="34" charset="0"/>
              </a:rPr>
              <a:t>weak nuclear force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 This acts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within nucleons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AU" sz="2400" b="1" i="0" dirty="0" smtClean="0">
                <a:solidFill>
                  <a:srgbClr val="FB6611"/>
                </a:solidFill>
                <a:effectLst/>
                <a:latin typeface="Arial" panose="020B0604020202020204" pitchFamily="34" charset="0"/>
              </a:rPr>
              <a:t>weak nuclear forces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between subatomic particles lead to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radioactive decay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play an important role in nuclear fission.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1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Definition: a </a:t>
            </a:r>
            <a:r>
              <a:rPr lang="en-AU" sz="2400" b="1" i="1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nucleon</a:t>
            </a:r>
            <a:r>
              <a:rPr lang="en-AU" sz="2400" b="0" i="1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the particles (protons and neutrons) that make up the nucleus of an atom.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074" name="Picture 2" descr="https://www.educationperfect.com/media/content/Science/1443470873.705691g/1443470872541-66909541878141-8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5575" y="2046288"/>
            <a:ext cx="7610475" cy="1666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517474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87400" y="1257638"/>
            <a:ext cx="105029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So how are </a:t>
            </a:r>
            <a:r>
              <a:rPr lang="en-AU" sz="2400" b="1" i="0" dirty="0" smtClean="0">
                <a:solidFill>
                  <a:srgbClr val="64B131"/>
                </a:solidFill>
                <a:effectLst/>
                <a:latin typeface="Arial" panose="020B0604020202020204" pitchFamily="34" charset="0"/>
              </a:rPr>
              <a:t>strong nuclear forces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defined?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sz="2400" b="0" i="1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 </a:t>
            </a:r>
            <a:r>
              <a:rPr lang="en-AU" sz="2400" b="1" i="1" dirty="0" smtClean="0">
                <a:solidFill>
                  <a:srgbClr val="64B131"/>
                </a:solidFill>
                <a:effectLst/>
                <a:latin typeface="Arial" panose="020B0604020202020204" pitchFamily="34" charset="0"/>
              </a:rPr>
              <a:t>strong nuclear force</a:t>
            </a:r>
            <a:r>
              <a:rPr lang="en-AU" sz="2400" b="0" i="1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one of the four fundamental forces; the strong nuclear force acts over small distances in the nucleus to hold the nucleons together against the repulsive electrostatic forces exerted between the protons; the strong nuclear force is mediated by gluons.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21312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96900" y="207139"/>
            <a:ext cx="110236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Which force is strongest?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Gravitational forces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are the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weakest force.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You might expect the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weak nuclear force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be weaker, but it is actually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KaTeX_Main"/>
              </a:rPr>
              <a:t>10</a:t>
            </a:r>
            <a:r>
              <a:rPr lang="en-AU" sz="2400" b="1" i="0" baseline="30000" dirty="0" smtClean="0">
                <a:solidFill>
                  <a:srgbClr val="444444"/>
                </a:solidFill>
                <a:effectLst/>
                <a:latin typeface="KaTeX_Main"/>
              </a:rPr>
              <a:t>32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times stronger than gravity!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electromagnetic force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stronger than the weak nuclear force. However, we know that the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strong nuclear force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must be the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strongest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since it can overcome electromagnetic forces.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1509321822.2373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419600" y="3829050"/>
            <a:ext cx="3733800" cy="2800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093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636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42900" y="421839"/>
            <a:ext cx="116078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Stability of the nucleus.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Now that we know the forces acting on the nucleus, we can understand how these forces interact to make a nucleus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stable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or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unstable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key idea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that you need to remember for this section is that the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strong nuclear force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overcomes the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electromagnetic repulsive force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098" name="Picture 2" descr="https://www.educationperfect.com/media/content/Science/1441839450.688511g/1441839461214-1901673146059824-4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1375" y="3273425"/>
            <a:ext cx="3800475" cy="3171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600172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71500" y="428536"/>
            <a:ext cx="111252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Neutrons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buffer the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protons,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reducing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electrostatic force between them.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This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increases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stability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the nucleus.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122" name="Picture 2" descr="https://www.educationperfect.com/media/content/Science/1422395939.786361g/1422395934127-1849799161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1675" y="1830388"/>
            <a:ext cx="2495550" cy="1838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482600" y="3668713"/>
            <a:ext cx="108966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nucleus is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stable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when there are enough neutrons to act as charge buffers towards the positive protons. Most stable nuclei are roughly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half neutrons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half protons.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However,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heavy nuclei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have lots of protons, so they have a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very large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electromagnetic force. This means that heavy nuclei need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more neutrons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than protons to be stable.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62781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9100" y="455136"/>
            <a:ext cx="114173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Unstable nuclei.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An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unstable nucleus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always tries to become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more stable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 It does this by emitting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alpha, beta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or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gamma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radiation.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146" name="Picture 2" descr="https://www.educationperfect.com/media/content/Science/1406505399290-1436577686-4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2575" y="2024796"/>
            <a:ext cx="3800475" cy="259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419100" y="4615596"/>
            <a:ext cx="115062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Emitting this radiation causes the composition of the nucleus to change, making it more stable.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Alpha particles have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two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protons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and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two </a:t>
            </a:r>
            <a:r>
              <a:rPr lang="en-AU" sz="2400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neutrons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, beta particles are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electrons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or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positrons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gamma radiation is </a:t>
            </a:r>
            <a:r>
              <a:rPr lang="en-AU" sz="2400" b="1" i="0" dirty="0" smtClean="0">
                <a:solidFill>
                  <a:srgbClr val="64B131"/>
                </a:solidFill>
                <a:effectLst/>
                <a:latin typeface="Arial" panose="020B0604020202020204" pitchFamily="34" charset="0"/>
              </a:rPr>
              <a:t>energy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64846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81</Words>
  <Application>Microsoft Office PowerPoint</Application>
  <PresentationFormat>Widescreen</PresentationFormat>
  <Paragraphs>46</Paragraphs>
  <Slides>11</Slides>
  <Notes>0</Notes>
  <HiddenSlides>0</HiddenSlides>
  <MMClips>2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KaTeX_Main</vt:lpstr>
      <vt:lpstr>Office Theme</vt:lpstr>
      <vt:lpstr>Nuclear Forces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Nuclear Forces</dc:title>
  <dc:creator>Joseph D'cruz</dc:creator>
  <cp:lastModifiedBy>Joseph D'cruz</cp:lastModifiedBy>
  <cp:revision>2</cp:revision>
  <dcterms:created xsi:type="dcterms:W3CDTF">2020-07-14T07:58:33Z</dcterms:created>
  <dcterms:modified xsi:type="dcterms:W3CDTF">2020-07-14T07:59:24Z</dcterms:modified>
</cp:coreProperties>
</file>