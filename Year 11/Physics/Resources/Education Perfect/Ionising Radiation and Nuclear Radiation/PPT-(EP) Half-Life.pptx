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475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28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99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059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80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0631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68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850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8499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56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672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849DE-EFD1-4515-9BB8-2582E0A8ECF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94F9C-5BFD-4ADB-81DB-3EA5DEBC5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148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KWAsz59F8g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Half-Life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609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0300" y="1064736"/>
            <a:ext cx="9842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half-life.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radioactive decay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 whole numbers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half-lives.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3671760.710781g/1453671762892-355625924331683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675" y="3119437"/>
            <a:ext cx="476250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22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1100" y="2104936"/>
            <a:ext cx="9918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Half-life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definition.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1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half-life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time taken for half of the atoms in a sample of the material to undergo radioactive decay.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26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WAsz59F8gA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9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62100" y="299135"/>
            <a:ext cx="8978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the following formula when working with half-lives: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787" y="1185862"/>
            <a:ext cx="3376613" cy="12892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9900" y="2389138"/>
            <a:ext cx="11379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/>
            </a:r>
            <a:b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</a:b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0​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number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original sample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atoms.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number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half-lives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must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always be a whole number - you can't have a quarter of a half-life!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Finally,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number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half-lives have occurred.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Images/Content/History/1360639177384-489343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435" y="4620536"/>
            <a:ext cx="2567802" cy="256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3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101938"/>
            <a:ext cx="11671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Worked example: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Carbon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−14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half-life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5730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years.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many particles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C−14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remain in a sample after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11,460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years have passed, if the initial sample contained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687" y="2410262"/>
            <a:ext cx="5230813" cy="440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98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52338"/>
            <a:ext cx="1193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Calculating the number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half-lives.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also find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number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half-lives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must have passed to produce a certain number of 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undecayed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particles.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do this we need to rearrange our half-life formula to make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subject.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87" y="3068637"/>
            <a:ext cx="2576513" cy="27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23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974" y="-1"/>
            <a:ext cx="6346825" cy="678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7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2" y="260349"/>
            <a:ext cx="10821988" cy="645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8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9" y="0"/>
            <a:ext cx="11421961" cy="4902200"/>
          </a:xfrm>
          <a:prstGeom prst="rect">
            <a:avLst/>
          </a:prstGeom>
        </p:spPr>
      </p:pic>
      <p:pic>
        <p:nvPicPr>
          <p:cNvPr id="3074" name="Picture 2" descr="https://www.educationperfect.com/media/content/Science/1537836024.073051g/1537836022198-2879154816983708-8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900" y="4746570"/>
            <a:ext cx="5086350" cy="1928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373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23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KaTeX_Math</vt:lpstr>
      <vt:lpstr>Office Theme</vt:lpstr>
      <vt:lpstr>Half-Life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Half-Life</dc:title>
  <dc:creator>Joseph D'cruz</dc:creator>
  <cp:lastModifiedBy>Joseph D'cruz</cp:lastModifiedBy>
  <cp:revision>1</cp:revision>
  <dcterms:created xsi:type="dcterms:W3CDTF">2020-07-14T09:15:01Z</dcterms:created>
  <dcterms:modified xsi:type="dcterms:W3CDTF">2020-07-14T09:15:18Z</dcterms:modified>
</cp:coreProperties>
</file>