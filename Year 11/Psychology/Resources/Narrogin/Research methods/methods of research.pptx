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9045-D5A4-4BBB-8058-C2E5A8BB414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2534-9992-4EBA-9D9D-9C6C8A046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3888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9045-D5A4-4BBB-8058-C2E5A8BB414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2534-9992-4EBA-9D9D-9C6C8A046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2614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9045-D5A4-4BBB-8058-C2E5A8BB414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2534-9992-4EBA-9D9D-9C6C8A046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6463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9045-D5A4-4BBB-8058-C2E5A8BB414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2534-9992-4EBA-9D9D-9C6C8A046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6474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9045-D5A4-4BBB-8058-C2E5A8BB414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2534-9992-4EBA-9D9D-9C6C8A046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0436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9045-D5A4-4BBB-8058-C2E5A8BB414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2534-9992-4EBA-9D9D-9C6C8A046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7867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9045-D5A4-4BBB-8058-C2E5A8BB414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2534-9992-4EBA-9D9D-9C6C8A046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8075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9045-D5A4-4BBB-8058-C2E5A8BB414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2534-9992-4EBA-9D9D-9C6C8A046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1823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9045-D5A4-4BBB-8058-C2E5A8BB414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2534-9992-4EBA-9D9D-9C6C8A046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9516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9045-D5A4-4BBB-8058-C2E5A8BB414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2534-9992-4EBA-9D9D-9C6C8A046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5208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9045-D5A4-4BBB-8058-C2E5A8BB414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2534-9992-4EBA-9D9D-9C6C8A046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8250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4B29045-D5A4-4BBB-8058-C2E5A8BB414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3E602534-9992-4EBA-9D9D-9C6C8A0468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0591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Scientific vs non-scientific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Scientific process – question, collect data, relate to hypothesis etc.</a:t>
            </a:r>
          </a:p>
          <a:p>
            <a:endParaRPr lang="en-AU" dirty="0"/>
          </a:p>
          <a:p>
            <a:r>
              <a:rPr lang="en-AU" dirty="0" smtClean="0"/>
              <a:t>Vs</a:t>
            </a:r>
          </a:p>
          <a:p>
            <a:endParaRPr lang="en-AU" dirty="0"/>
          </a:p>
          <a:p>
            <a:r>
              <a:rPr lang="en-AU" dirty="0" smtClean="0"/>
              <a:t>Non-scientific – opinion, common sense, anecdotal etc.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18462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Research methods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400" dirty="0" smtClean="0"/>
              <a:t>Experimental or non-experimental</a:t>
            </a:r>
          </a:p>
          <a:p>
            <a:endParaRPr lang="en-AU" sz="2400" dirty="0"/>
          </a:p>
          <a:p>
            <a:r>
              <a:rPr lang="en-AU" sz="2400" dirty="0" smtClean="0"/>
              <a:t>Non-experimental (descriptive):</a:t>
            </a:r>
          </a:p>
          <a:p>
            <a:r>
              <a:rPr lang="en-AU" sz="2400" dirty="0" smtClean="0"/>
              <a:t>1. case study – in-depth look at a person/family/event etc.</a:t>
            </a:r>
          </a:p>
          <a:p>
            <a:r>
              <a:rPr lang="en-AU" sz="2400" dirty="0" smtClean="0"/>
              <a:t>2. surveys – self-report</a:t>
            </a:r>
          </a:p>
          <a:p>
            <a:r>
              <a:rPr lang="en-AU" sz="2400" dirty="0" smtClean="0"/>
              <a:t>3. correlational studies – how two variables relate</a:t>
            </a:r>
          </a:p>
          <a:p>
            <a:r>
              <a:rPr lang="en-AU" sz="2400" dirty="0" smtClean="0"/>
              <a:t>4. archival research – using previously collected info for a new purpose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6951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1548</TotalTime>
  <Words>75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Corbel</vt:lpstr>
      <vt:lpstr>Wingdings 2</vt:lpstr>
      <vt:lpstr>Frame</vt:lpstr>
      <vt:lpstr>Scientific vs non-scientific</vt:lpstr>
      <vt:lpstr>Research methods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EDWARDS Natalie [Narrogin Senior High School]</dc:creator>
  <cp:lastModifiedBy>EDWARDS Natalie [Narrogin Senior High School]</cp:lastModifiedBy>
  <cp:revision>4</cp:revision>
  <dcterms:created xsi:type="dcterms:W3CDTF">2021-02-11T05:23:55Z</dcterms:created>
  <dcterms:modified xsi:type="dcterms:W3CDTF">2021-02-12T07:12:54Z</dcterms:modified>
</cp:coreProperties>
</file>