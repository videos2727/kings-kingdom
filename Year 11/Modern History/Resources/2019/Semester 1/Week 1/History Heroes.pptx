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074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62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377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4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34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26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938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89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85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68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36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2/05/2019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00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History Heroes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Term 2, Week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947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826327"/>
            <a:ext cx="8595360" cy="3353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5000" dirty="0" smtClean="0"/>
              <a:t>On what date was Herbert Hoover inaugurated as President (day, month, year)? 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103019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084022"/>
            <a:ext cx="8595360" cy="309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What date was the Wall Street Crash (month and year)?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212136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610196"/>
            <a:ext cx="8595360" cy="3569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State the </a:t>
            </a:r>
            <a:r>
              <a:rPr lang="en-AU" sz="5000" u="sng" dirty="0" smtClean="0"/>
              <a:t>full name </a:t>
            </a:r>
            <a:r>
              <a:rPr lang="en-AU" sz="5000" dirty="0" smtClean="0"/>
              <a:t>of one of Roosevelt’s Alphabet Agencies.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342634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017520"/>
            <a:ext cx="8595360" cy="3162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On what date did the Second World War begin in Europe (day, month, year)?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242730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142211"/>
            <a:ext cx="8595360" cy="3037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What event triggered the beginning of WW2?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161041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6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507971"/>
            <a:ext cx="8595360" cy="2672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On what date did America enter WW2 (day, month, year)?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1857201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7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200400"/>
            <a:ext cx="8595360" cy="2979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5000" dirty="0" smtClean="0"/>
              <a:t>What event triggered Roosevelt to enter America into WW2?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226523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389" y="2826327"/>
            <a:ext cx="3734077" cy="1325562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893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826327"/>
            <a:ext cx="8595360" cy="3353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000" dirty="0" smtClean="0"/>
              <a:t>On what date was Herbert Hoover inaugurated as President (day, month, year)? </a:t>
            </a:r>
          </a:p>
          <a:p>
            <a:pPr marL="0" indent="0">
              <a:buNone/>
            </a:pPr>
            <a:endParaRPr lang="en-AU" sz="3000" dirty="0"/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</a:rPr>
              <a:t>4</a:t>
            </a:r>
            <a:r>
              <a:rPr lang="en-AU" sz="3000" b="1" baseline="30000" dirty="0" smtClean="0">
                <a:solidFill>
                  <a:srgbClr val="FF0000"/>
                </a:solidFill>
              </a:rPr>
              <a:t>TH</a:t>
            </a:r>
            <a:r>
              <a:rPr lang="en-AU" sz="3000" b="1" dirty="0" smtClean="0">
                <a:solidFill>
                  <a:srgbClr val="FF0000"/>
                </a:solidFill>
              </a:rPr>
              <a:t> March 1929</a:t>
            </a:r>
            <a:endParaRPr lang="en-AU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72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084022"/>
            <a:ext cx="8595360" cy="30961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5000" dirty="0" smtClean="0"/>
              <a:t>What date was the Wall Street Crash (month and year)?</a:t>
            </a:r>
          </a:p>
          <a:p>
            <a:pPr marL="0" indent="0">
              <a:buNone/>
            </a:pPr>
            <a:endParaRPr lang="en-AU" sz="5000" dirty="0"/>
          </a:p>
          <a:p>
            <a:pPr marL="0" indent="0">
              <a:buNone/>
            </a:pPr>
            <a:r>
              <a:rPr lang="en-AU" sz="5000" b="1" dirty="0" smtClean="0">
                <a:solidFill>
                  <a:srgbClr val="FF0000"/>
                </a:solidFill>
              </a:rPr>
              <a:t>October 1929</a:t>
            </a:r>
            <a:endParaRPr lang="en-AU" sz="5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9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0"/>
            <a:ext cx="9692640" cy="847898"/>
          </a:xfrm>
        </p:spPr>
        <p:txBody>
          <a:bodyPr/>
          <a:lstStyle/>
          <a:p>
            <a:r>
              <a:rPr lang="en-AU" dirty="0" smtClean="0"/>
              <a:t>Question 3 (1 mark)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32756" y="906087"/>
            <a:ext cx="5461462" cy="5786199"/>
          </a:xfrm>
          <a:prstGeom prst="rect">
            <a:avLst/>
          </a:prstGeom>
          <a:solidFill>
            <a:schemeClr val="bg1"/>
          </a:solidFill>
        </p:spPr>
        <p:txBody>
          <a:bodyPr wrap="square" numCol="3" rtlCol="0">
            <a:spAutoFit/>
          </a:bodyPr>
          <a:lstStyle/>
          <a:p>
            <a:r>
              <a:rPr lang="en-AU" sz="1000" dirty="0" smtClean="0"/>
              <a:t>Agricultural </a:t>
            </a:r>
            <a:r>
              <a:rPr lang="en-AU" sz="1000" dirty="0"/>
              <a:t>Adjustment Administration</a:t>
            </a:r>
          </a:p>
          <a:p>
            <a:r>
              <a:rPr lang="en-AU" sz="1000" dirty="0" smtClean="0"/>
              <a:t>Civilian </a:t>
            </a:r>
            <a:r>
              <a:rPr lang="en-AU" sz="1000" dirty="0"/>
              <a:t>Conservation Corps</a:t>
            </a:r>
          </a:p>
          <a:p>
            <a:r>
              <a:rPr lang="en-AU" sz="1000" dirty="0" smtClean="0"/>
              <a:t>Civil </a:t>
            </a:r>
            <a:r>
              <a:rPr lang="en-AU" sz="1000" dirty="0"/>
              <a:t>Works Administration</a:t>
            </a:r>
          </a:p>
          <a:p>
            <a:r>
              <a:rPr lang="en-AU" sz="1000" dirty="0" smtClean="0"/>
              <a:t>Drought </a:t>
            </a:r>
            <a:r>
              <a:rPr lang="en-AU" sz="1000" dirty="0"/>
              <a:t>Relief Service</a:t>
            </a:r>
          </a:p>
          <a:p>
            <a:r>
              <a:rPr lang="en-AU" sz="1000" dirty="0" smtClean="0"/>
              <a:t>Subsistence </a:t>
            </a:r>
            <a:r>
              <a:rPr lang="en-AU" sz="1000" dirty="0"/>
              <a:t>Homesteads Division</a:t>
            </a:r>
          </a:p>
          <a:p>
            <a:r>
              <a:rPr lang="en-AU" sz="1000" dirty="0" smtClean="0"/>
              <a:t>Emergency </a:t>
            </a:r>
            <a:r>
              <a:rPr lang="en-AU" sz="1000" dirty="0"/>
              <a:t>Banking Act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Aviation Administration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Art Project</a:t>
            </a:r>
          </a:p>
          <a:p>
            <a:r>
              <a:rPr lang="en-AU" sz="1000" dirty="0" smtClean="0"/>
              <a:t>Farm </a:t>
            </a:r>
            <a:r>
              <a:rPr lang="en-AU" sz="1000" dirty="0"/>
              <a:t>Credit Administration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Communications Commission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Deposit Insurance Corporation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Emergency Relief Administration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Housing Administration</a:t>
            </a:r>
          </a:p>
          <a:p>
            <a:r>
              <a:rPr lang="en-AU" sz="1000" dirty="0" smtClean="0"/>
              <a:t>Fair </a:t>
            </a:r>
            <a:r>
              <a:rPr lang="en-AU" sz="1000" dirty="0" err="1"/>
              <a:t>Labor</a:t>
            </a:r>
            <a:r>
              <a:rPr lang="en-AU" sz="1000" dirty="0"/>
              <a:t> Standards Act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Music Project (part of WPA)</a:t>
            </a:r>
          </a:p>
          <a:p>
            <a:r>
              <a:rPr lang="en-AU" sz="1000" dirty="0" smtClean="0"/>
              <a:t>Farm </a:t>
            </a:r>
            <a:r>
              <a:rPr lang="en-AU" sz="1000" dirty="0"/>
              <a:t>Security Administration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Surplus Relief Corporation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Theatre Project (part of WPA)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Works Agency</a:t>
            </a:r>
          </a:p>
          <a:p>
            <a:r>
              <a:rPr lang="en-AU" sz="1000" dirty="0" smtClean="0"/>
              <a:t>Federal </a:t>
            </a:r>
            <a:r>
              <a:rPr lang="en-AU" sz="1000" dirty="0"/>
              <a:t>Writers' Project (part of WPA)</a:t>
            </a:r>
          </a:p>
          <a:p>
            <a:r>
              <a:rPr lang="en-AU" sz="1000" dirty="0" smtClean="0"/>
              <a:t>Home </a:t>
            </a:r>
            <a:r>
              <a:rPr lang="en-AU" sz="1000" dirty="0"/>
              <a:t>Owners' Loan Corporation</a:t>
            </a:r>
          </a:p>
          <a:p>
            <a:r>
              <a:rPr lang="en-AU" sz="1000" dirty="0" smtClean="0"/>
              <a:t>National </a:t>
            </a:r>
            <a:r>
              <a:rPr lang="en-AU" sz="1000" dirty="0"/>
              <a:t>Industrial Recovery Act</a:t>
            </a:r>
          </a:p>
          <a:p>
            <a:r>
              <a:rPr lang="en-AU" sz="1000" dirty="0" smtClean="0"/>
              <a:t>National </a:t>
            </a:r>
            <a:r>
              <a:rPr lang="en-AU" sz="1000" dirty="0" err="1"/>
              <a:t>Labor</a:t>
            </a:r>
            <a:r>
              <a:rPr lang="en-AU" sz="1000" dirty="0"/>
              <a:t> Relations Act</a:t>
            </a:r>
          </a:p>
          <a:p>
            <a:r>
              <a:rPr lang="en-AU" sz="1000" dirty="0" smtClean="0"/>
              <a:t>National </a:t>
            </a:r>
            <a:r>
              <a:rPr lang="en-AU" sz="1000" dirty="0" err="1"/>
              <a:t>Labor</a:t>
            </a:r>
            <a:r>
              <a:rPr lang="en-AU" sz="1000" dirty="0"/>
              <a:t> Relations Board/The Wagner Act</a:t>
            </a:r>
          </a:p>
          <a:p>
            <a:r>
              <a:rPr lang="en-AU" sz="1000" dirty="0" smtClean="0"/>
              <a:t>National </a:t>
            </a:r>
            <a:r>
              <a:rPr lang="en-AU" sz="1000" dirty="0"/>
              <a:t>Recovery Administration</a:t>
            </a:r>
          </a:p>
          <a:p>
            <a:r>
              <a:rPr lang="en-AU" sz="1000" dirty="0" smtClean="0"/>
              <a:t>National </a:t>
            </a:r>
            <a:r>
              <a:rPr lang="en-AU" sz="1000" dirty="0"/>
              <a:t>Youth Administration</a:t>
            </a:r>
          </a:p>
          <a:p>
            <a:r>
              <a:rPr lang="en-AU" sz="1000" dirty="0" smtClean="0"/>
              <a:t>Puerto </a:t>
            </a:r>
            <a:r>
              <a:rPr lang="en-AU" sz="1000" dirty="0"/>
              <a:t>Rico Reconstruction Administration</a:t>
            </a:r>
          </a:p>
          <a:p>
            <a:r>
              <a:rPr lang="en-AU" sz="1000" dirty="0" smtClean="0"/>
              <a:t>Public </a:t>
            </a:r>
            <a:r>
              <a:rPr lang="en-AU" sz="1000" dirty="0"/>
              <a:t>Works Administration</a:t>
            </a:r>
          </a:p>
          <a:p>
            <a:r>
              <a:rPr lang="en-AU" sz="1000" dirty="0" smtClean="0"/>
              <a:t>Resettlement </a:t>
            </a:r>
            <a:r>
              <a:rPr lang="en-AU" sz="1000" dirty="0"/>
              <a:t>Administration</a:t>
            </a:r>
          </a:p>
          <a:p>
            <a:r>
              <a:rPr lang="en-AU" sz="1000" dirty="0" smtClean="0"/>
              <a:t>Rural </a:t>
            </a:r>
            <a:r>
              <a:rPr lang="en-AU" sz="1000" dirty="0"/>
              <a:t>Electrification Administration (now Rural Utilities Service)</a:t>
            </a:r>
          </a:p>
          <a:p>
            <a:r>
              <a:rPr lang="en-AU" sz="1000" dirty="0" smtClean="0"/>
              <a:t>Securities </a:t>
            </a:r>
            <a:r>
              <a:rPr lang="en-AU" sz="1000" dirty="0"/>
              <a:t>and Exchange Commission</a:t>
            </a:r>
          </a:p>
          <a:p>
            <a:r>
              <a:rPr lang="en-AU" sz="1000" dirty="0" smtClean="0"/>
              <a:t>Social </a:t>
            </a:r>
            <a:r>
              <a:rPr lang="en-AU" sz="1000" dirty="0"/>
              <a:t>Security Administration</a:t>
            </a:r>
          </a:p>
          <a:p>
            <a:r>
              <a:rPr lang="en-AU" sz="1000" dirty="0" smtClean="0"/>
              <a:t>Social </a:t>
            </a:r>
            <a:r>
              <a:rPr lang="en-AU" sz="1000" dirty="0"/>
              <a:t>Security Board (now Social Security Administration)</a:t>
            </a:r>
          </a:p>
          <a:p>
            <a:r>
              <a:rPr lang="en-AU" sz="1000" dirty="0" smtClean="0"/>
              <a:t>Tennessee </a:t>
            </a:r>
            <a:r>
              <a:rPr lang="en-AU" sz="1000" dirty="0"/>
              <a:t>Valley Authority</a:t>
            </a:r>
          </a:p>
          <a:p>
            <a:r>
              <a:rPr lang="en-AU" sz="1000" dirty="0" smtClean="0"/>
              <a:t>United </a:t>
            </a:r>
            <a:r>
              <a:rPr lang="en-AU" sz="1000" dirty="0"/>
              <a:t>States Housing Authority</a:t>
            </a:r>
          </a:p>
          <a:p>
            <a:r>
              <a:rPr lang="en-AU" sz="1000" dirty="0" smtClean="0"/>
              <a:t>United </a:t>
            </a:r>
            <a:r>
              <a:rPr lang="en-AU" sz="1000" dirty="0"/>
              <a:t>States Maritime Commission</a:t>
            </a:r>
          </a:p>
          <a:p>
            <a:r>
              <a:rPr lang="en-AU" sz="1000" dirty="0" smtClean="0"/>
              <a:t>Works </a:t>
            </a:r>
            <a:r>
              <a:rPr lang="en-AU" sz="1000" dirty="0"/>
              <a:t>Progress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303049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017520"/>
            <a:ext cx="8595360" cy="31626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5000" dirty="0" smtClean="0"/>
              <a:t>On what date did the Second World War begin in Europe (day, month, year)?</a:t>
            </a:r>
          </a:p>
          <a:p>
            <a:pPr marL="0" indent="0">
              <a:buNone/>
            </a:pPr>
            <a:endParaRPr lang="en-AU" sz="5000" dirty="0"/>
          </a:p>
          <a:p>
            <a:pPr marL="0" indent="0">
              <a:buNone/>
            </a:pPr>
            <a:r>
              <a:rPr lang="en-AU" sz="5000" b="1" dirty="0" smtClean="0">
                <a:solidFill>
                  <a:srgbClr val="FF0000"/>
                </a:solidFill>
              </a:rPr>
              <a:t>September 1</a:t>
            </a:r>
            <a:r>
              <a:rPr lang="en-AU" sz="5000" b="1" baseline="30000" dirty="0" smtClean="0">
                <a:solidFill>
                  <a:srgbClr val="FF0000"/>
                </a:solidFill>
              </a:rPr>
              <a:t>st</a:t>
            </a:r>
            <a:r>
              <a:rPr lang="en-AU" sz="5000" b="1" dirty="0" smtClean="0">
                <a:solidFill>
                  <a:srgbClr val="FF0000"/>
                </a:solidFill>
              </a:rPr>
              <a:t> 1939</a:t>
            </a:r>
            <a:endParaRPr lang="en-AU" sz="5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78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142211"/>
            <a:ext cx="8595360" cy="30379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5000" dirty="0" smtClean="0"/>
              <a:t>What event triggered the beginning of WW2?</a:t>
            </a:r>
          </a:p>
          <a:p>
            <a:pPr marL="0" indent="0">
              <a:buNone/>
            </a:pPr>
            <a:endParaRPr lang="en-AU" sz="5000" dirty="0"/>
          </a:p>
          <a:p>
            <a:pPr marL="0" indent="0">
              <a:buNone/>
            </a:pPr>
            <a:r>
              <a:rPr lang="en-AU" sz="5000" b="1" dirty="0" smtClean="0">
                <a:solidFill>
                  <a:srgbClr val="FF0000"/>
                </a:solidFill>
              </a:rPr>
              <a:t>The invasion of Poland by Germany</a:t>
            </a:r>
            <a:endParaRPr lang="en-AU" sz="5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555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6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686" y="2626822"/>
            <a:ext cx="8595360" cy="31089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5000" dirty="0" smtClean="0"/>
              <a:t>On what date did America enter WW2 (day, month, year)?</a:t>
            </a:r>
          </a:p>
          <a:p>
            <a:pPr marL="0" indent="0">
              <a:buNone/>
            </a:pPr>
            <a:endParaRPr lang="en-AU" sz="5000" dirty="0"/>
          </a:p>
          <a:p>
            <a:pPr marL="0" indent="0">
              <a:buNone/>
            </a:pPr>
            <a:r>
              <a:rPr lang="en-AU" sz="5000" b="1" dirty="0">
                <a:solidFill>
                  <a:srgbClr val="FF0000"/>
                </a:solidFill>
              </a:rPr>
              <a:t>December 7, </a:t>
            </a:r>
            <a:r>
              <a:rPr lang="en-AU" sz="5000" b="1" dirty="0" smtClean="0">
                <a:solidFill>
                  <a:srgbClr val="FF0000"/>
                </a:solidFill>
              </a:rPr>
              <a:t>1941</a:t>
            </a:r>
            <a:endParaRPr lang="en-AU" sz="5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69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7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35629"/>
            <a:ext cx="8595360" cy="29797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5000" dirty="0" smtClean="0"/>
              <a:t>What event triggered Roosevelt to enter America into WW2?</a:t>
            </a:r>
          </a:p>
          <a:p>
            <a:pPr marL="0" indent="0">
              <a:buNone/>
            </a:pPr>
            <a:endParaRPr lang="en-AU" sz="5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5000" b="1" dirty="0" smtClean="0">
                <a:solidFill>
                  <a:srgbClr val="FF0000"/>
                </a:solidFill>
              </a:rPr>
              <a:t>The bombing of Pearl Harbour (American naval base) by the Japanese.</a:t>
            </a:r>
            <a:endParaRPr lang="en-AU" sz="5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7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RESULTS??</a:t>
            </a:r>
            <a:endParaRPr lang="en-AU" dirty="0"/>
          </a:p>
        </p:txBody>
      </p:sp>
      <p:pic>
        <p:nvPicPr>
          <p:cNvPr id="2050" name="Picture 2" descr="Image result for fdr thin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20" y="1691322"/>
            <a:ext cx="5649770" cy="443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75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 </a:t>
            </a:r>
            <a:endParaRPr lang="en-AU" dirty="0"/>
          </a:p>
        </p:txBody>
      </p:sp>
      <p:pic>
        <p:nvPicPr>
          <p:cNvPr id="1028" name="Picture 4" descr="Image result for sauce b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240" y="230262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13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88" y="205273"/>
            <a:ext cx="3684201" cy="4351337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Title: </a:t>
            </a:r>
            <a:r>
              <a:rPr lang="en-AU" dirty="0"/>
              <a:t>Cages cost money!</a:t>
            </a:r>
            <a:br>
              <a:rPr lang="en-AU" dirty="0"/>
            </a:br>
            <a:r>
              <a:rPr lang="en-AU" b="1" dirty="0"/>
              <a:t>Creator: </a:t>
            </a:r>
            <a:r>
              <a:rPr lang="en-AU" dirty="0"/>
              <a:t>Seuss, </a:t>
            </a:r>
            <a:r>
              <a:rPr lang="en-AU" dirty="0" err="1"/>
              <a:t>Dr.</a:t>
            </a:r>
            <a:r>
              <a:rPr lang="en-AU" dirty="0"/>
              <a:t/>
            </a:r>
            <a:br>
              <a:rPr lang="en-AU" dirty="0"/>
            </a:br>
            <a:r>
              <a:rPr lang="en-AU" b="1" dirty="0"/>
              <a:t>Publisher: </a:t>
            </a:r>
            <a:r>
              <a:rPr lang="en-AU" dirty="0"/>
              <a:t>PM Magazine</a:t>
            </a:r>
            <a:br>
              <a:rPr lang="en-AU" dirty="0"/>
            </a:br>
            <a:r>
              <a:rPr lang="en-AU" b="1" dirty="0"/>
              <a:t>Date: </a:t>
            </a:r>
            <a:r>
              <a:rPr lang="en-AU" dirty="0"/>
              <a:t>December 15, 1941</a:t>
            </a:r>
          </a:p>
        </p:txBody>
      </p:sp>
      <p:pic>
        <p:nvPicPr>
          <p:cNvPr id="2050" name="Picture 2" descr="https://library.ucsd.edu/dc/object/bb1809707b/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276" y="462967"/>
            <a:ext cx="731520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9505" y="5885411"/>
            <a:ext cx="37157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 smtClean="0">
                <a:solidFill>
                  <a:srgbClr val="FF0000"/>
                </a:solidFill>
              </a:rPr>
              <a:t>Instead of making notes about the source, list as many questions you have about the source.</a:t>
            </a:r>
            <a:endParaRPr lang="en-AU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8678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22</TotalTime>
  <Words>470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Schoolbook</vt:lpstr>
      <vt:lpstr>Wingdings 2</vt:lpstr>
      <vt:lpstr>View</vt:lpstr>
      <vt:lpstr>History Heroes</vt:lpstr>
      <vt:lpstr>Question 1 (3 marks)</vt:lpstr>
      <vt:lpstr>Question 2 (2 marks)</vt:lpstr>
      <vt:lpstr>Question 3 (1 mark)</vt:lpstr>
      <vt:lpstr>Question 4 (3 marks)</vt:lpstr>
      <vt:lpstr>Question 5 (1 mark)</vt:lpstr>
      <vt:lpstr>Question 6 (3 marks)</vt:lpstr>
      <vt:lpstr>Question 7 (1 mark)</vt:lpstr>
      <vt:lpstr>ANSWERS</vt:lpstr>
      <vt:lpstr>Question 1 (3 marks)</vt:lpstr>
      <vt:lpstr>Question 2 (2 marks)</vt:lpstr>
      <vt:lpstr>Question 3 (1 mark)</vt:lpstr>
      <vt:lpstr>Question 4 (3 marks)</vt:lpstr>
      <vt:lpstr>Question 5 (1 mark)</vt:lpstr>
      <vt:lpstr>Question 6 (3 marks)</vt:lpstr>
      <vt:lpstr>Question 7 (1 mark)</vt:lpstr>
      <vt:lpstr>RESULTS??</vt:lpstr>
      <vt:lpstr>Source of the week 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HAWKES Natasha [Narrogin Senior High School]</dc:creator>
  <cp:lastModifiedBy>HAWKES Natasha [Narrogin Senior High School]</cp:lastModifiedBy>
  <cp:revision>6</cp:revision>
  <dcterms:created xsi:type="dcterms:W3CDTF">2019-05-01T02:14:33Z</dcterms:created>
  <dcterms:modified xsi:type="dcterms:W3CDTF">2019-05-02T00:25:51Z</dcterms:modified>
</cp:coreProperties>
</file>