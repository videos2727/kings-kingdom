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D83B-8ADD-45C0-BD2B-F38F1126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B42-B377-4829-A90F-3D74E270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F287-F387-45C7-8866-F397B2B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2971-24E3-46D4-BF55-AFD2FB8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C2E1-195A-4A40-BE2C-1F9A869E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31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2879-43DD-428D-8ED2-D24250D3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EC48-4CA1-472D-84E1-0D894284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CA10-E591-43A3-A784-8DA4C52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B458-F8B1-4919-8B39-F58B967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B909-1A37-4F43-B4A5-F302E45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DA7-1907-4F54-8470-73A80AE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0F349-09B0-493E-A667-979F7CFA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7C4-074C-463E-9913-C8E43DE0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528-F41F-4369-B6F5-47537CC8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9E53-7294-4A0E-B867-22593CC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A3D-4B3F-4731-A873-80F1ABC0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9461-26CD-4E5D-8114-A90C98C00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0228-F082-4DFD-95C5-C0EEB8ECD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6A10-C048-4D88-8D88-8AB4FD6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4607-E463-4F1A-B554-79C61A2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A4B-4AB5-43B4-B49A-85C63FF0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322-0D59-4817-8148-572B5960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E548-7271-4108-B3E7-5CFEC31E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6C51-64E4-4CC8-8096-CB4CE43E9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0E15-569D-4813-B350-AE3FBA26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A66B-AF25-48AF-A85B-C8DC9786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97A7-71ED-4A97-8B0A-B81989A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B36D1-90F9-4595-A8DA-A8F0D134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A2A7-BCC5-49C5-B548-189FEC1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C04A-693B-40D3-8593-1D1EA7CE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8338-988D-463A-8D65-1055D17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0113-526B-4A57-84BB-FFC1999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26FD8-7187-4918-9230-41540979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3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FE9E5-DD64-4F8B-B780-7426941C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1471-E25B-4661-ABAC-D789E265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9CAC-F0E2-4BDA-B9FA-6BAA78AC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7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29B-CBBE-4FAC-B37F-0EA6E6BF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5CFB-E750-47C0-AC1F-E4A84B85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AA17-FA5E-4807-A2E5-33805E95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0092-61B5-4743-B241-960593A7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AC03E-3F44-4CC4-9E36-1A7A1FE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7925-B678-4D09-8B96-C3E76A9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13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23E4-2646-4CED-840E-6494AC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83AD-B8F1-48E0-A98F-E0DA01C3B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3284-DF45-4D64-8DAD-A23CC629E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D31-85C6-48F7-8989-B71492B6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31A0-F2CD-4964-B01C-B405D8DB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5074-A4CA-4E41-9E8F-7B762A9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4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03F-3C07-419A-A06A-5BF0830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6E0D-9408-4062-9D7E-664E5EF1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F889-65B4-4439-9C8C-699F4077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F50B-D3DC-4EFB-858E-58BA8737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7632-7E05-4EF6-BB89-6D996619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3543-DECE-47B2-BE1C-9641326E5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856A-3317-4A16-8673-7256B3FA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EDC2-311F-4D61-939C-C2EA9D9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1AD8-257A-4EF4-844E-B1EBEE0F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3EF7-418C-4FF6-AB38-9A4EB31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8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E0D7-F488-4033-89A2-754D398C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A8D9-2DCC-4A71-84EF-F643A964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BF8E-F90C-48C1-8D04-7CA323A0F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C96B-5C41-48A9-B215-9AF37C8C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66A-7ECA-4A02-B24C-C0AEC9D28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c.gov/pictures/item/94507245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is the period of study (years) we are looking at for unit 1?</a:t>
            </a:r>
          </a:p>
        </p:txBody>
      </p:sp>
    </p:spTree>
    <p:extLst>
      <p:ext uri="{BB962C8B-B14F-4D97-AF65-F5344CB8AC3E}">
        <p14:creationId xmlns:p14="http://schemas.microsoft.com/office/powerpoint/2010/main" val="1020806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are the four types of assessment in modern history?</a:t>
            </a:r>
          </a:p>
        </p:txBody>
      </p:sp>
    </p:spTree>
    <p:extLst>
      <p:ext uri="{BB962C8B-B14F-4D97-AF65-F5344CB8AC3E}">
        <p14:creationId xmlns:p14="http://schemas.microsoft.com/office/powerpoint/2010/main" val="384397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economic system do we look at when studying American history?</a:t>
            </a:r>
          </a:p>
        </p:txBody>
      </p:sp>
    </p:spTree>
    <p:extLst>
      <p:ext uri="{BB962C8B-B14F-4D97-AF65-F5344CB8AC3E}">
        <p14:creationId xmlns:p14="http://schemas.microsoft.com/office/powerpoint/2010/main" val="357590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years did the American civil war begin and end?</a:t>
            </a:r>
          </a:p>
        </p:txBody>
      </p:sp>
    </p:spTree>
    <p:extLst>
      <p:ext uri="{BB962C8B-B14F-4D97-AF65-F5344CB8AC3E}">
        <p14:creationId xmlns:p14="http://schemas.microsoft.com/office/powerpoint/2010/main" val="164463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The years between 1870-1890 are known as the _________ Age in American history.</a:t>
            </a:r>
          </a:p>
        </p:txBody>
      </p:sp>
    </p:spTree>
    <p:extLst>
      <p:ext uri="{BB962C8B-B14F-4D97-AF65-F5344CB8AC3E}">
        <p14:creationId xmlns:p14="http://schemas.microsoft.com/office/powerpoint/2010/main" val="34469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is the period of study (years) we are looking at for unit 1?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1907–1941</a:t>
            </a:r>
          </a:p>
        </p:txBody>
      </p:sp>
    </p:spTree>
    <p:extLst>
      <p:ext uri="{BB962C8B-B14F-4D97-AF65-F5344CB8AC3E}">
        <p14:creationId xmlns:p14="http://schemas.microsoft.com/office/powerpoint/2010/main" val="123806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>
                <a:latin typeface="Calisto MT" panose="02040603050505030304" pitchFamily="18" charset="0"/>
              </a:rPr>
              <a:t>What are the four types of assessment in modern history?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>
                <a:solidFill>
                  <a:srgbClr val="FF0000"/>
                </a:solidFill>
                <a:latin typeface="Calisto MT" panose="02040603050505030304" pitchFamily="18" charset="0"/>
              </a:rPr>
              <a:t>Historical inquiry, explanation (essay), source analysis, examination</a:t>
            </a:r>
          </a:p>
        </p:txBody>
      </p:sp>
    </p:spTree>
    <p:extLst>
      <p:ext uri="{BB962C8B-B14F-4D97-AF65-F5344CB8AC3E}">
        <p14:creationId xmlns:p14="http://schemas.microsoft.com/office/powerpoint/2010/main" val="48963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economic system do we look at when studying American history?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Capitalism </a:t>
            </a:r>
          </a:p>
        </p:txBody>
      </p:sp>
    </p:spTree>
    <p:extLst>
      <p:ext uri="{BB962C8B-B14F-4D97-AF65-F5344CB8AC3E}">
        <p14:creationId xmlns:p14="http://schemas.microsoft.com/office/powerpoint/2010/main" val="382033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>
                <a:latin typeface="Calisto MT" panose="02040603050505030304" pitchFamily="18" charset="0"/>
              </a:rPr>
              <a:t>What years did the American civil war begin and end?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5000" b="1" dirty="0">
                <a:solidFill>
                  <a:srgbClr val="FF0000"/>
                </a:solidFill>
                <a:latin typeface="Calisto MT" panose="02040603050505030304" pitchFamily="18" charset="0"/>
              </a:rPr>
              <a:t>1861 – 1865</a:t>
            </a:r>
          </a:p>
        </p:txBody>
      </p:sp>
    </p:spTree>
    <p:extLst>
      <p:ext uri="{BB962C8B-B14F-4D97-AF65-F5344CB8AC3E}">
        <p14:creationId xmlns:p14="http://schemas.microsoft.com/office/powerpoint/2010/main" val="285119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87957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4500" dirty="0">
                <a:latin typeface="Calisto MT" panose="02040603050505030304" pitchFamily="18" charset="0"/>
              </a:rPr>
              <a:t>The years between 1870-1890 are known as the _________ Age in American history.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sz="4500" b="1" dirty="0">
                <a:solidFill>
                  <a:srgbClr val="FF0000"/>
                </a:solidFill>
                <a:latin typeface="Calisto MT" panose="02040603050505030304" pitchFamily="18" charset="0"/>
              </a:rPr>
              <a:t>The Gilded Age</a:t>
            </a:r>
          </a:p>
        </p:txBody>
      </p:sp>
    </p:spTree>
    <p:extLst>
      <p:ext uri="{BB962C8B-B14F-4D97-AF65-F5344CB8AC3E}">
        <p14:creationId xmlns:p14="http://schemas.microsoft.com/office/powerpoint/2010/main" val="398493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omato sauce masterfoo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 smtClean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  <a:endParaRPr lang="en-US" sz="10000" b="1" cap="none" spc="50" dirty="0">
              <a:ln w="28575" cmpd="sng">
                <a:solidFill>
                  <a:schemeClr val="tx1"/>
                </a:solidFill>
                <a:prstDash val="solid"/>
              </a:ln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glow rad="38100">
                  <a:schemeClr val="tx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 result for historical source gilded 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857" y="0"/>
            <a:ext cx="92571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2508" y="612844"/>
            <a:ext cx="236081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b="1" dirty="0"/>
              <a:t>Title: </a:t>
            </a:r>
            <a:r>
              <a:rPr lang="en-AU" sz="1500" dirty="0"/>
              <a:t>The protectors of </a:t>
            </a:r>
            <a:r>
              <a:rPr lang="en-AU" sz="1500" dirty="0" smtClean="0"/>
              <a:t>our industries</a:t>
            </a:r>
          </a:p>
          <a:p>
            <a:endParaRPr lang="en-AU" sz="1500" b="1" dirty="0" smtClean="0"/>
          </a:p>
          <a:p>
            <a:r>
              <a:rPr lang="en-AU" sz="1500" b="1" dirty="0" smtClean="0"/>
              <a:t>Creator(s</a:t>
            </a:r>
            <a:r>
              <a:rPr lang="en-AU" sz="1500" b="1" dirty="0"/>
              <a:t>): </a:t>
            </a:r>
            <a:r>
              <a:rPr lang="en-AU" sz="1500" dirty="0"/>
              <a:t>Gillam, Bernhard, </a:t>
            </a:r>
            <a:r>
              <a:rPr lang="en-AU" sz="1500" dirty="0" smtClean="0"/>
              <a:t>1856-1896</a:t>
            </a:r>
            <a:endParaRPr lang="en-AU" sz="1500" b="1" dirty="0"/>
          </a:p>
          <a:p>
            <a:endParaRPr lang="en-AU" sz="1500" b="1" dirty="0" smtClean="0"/>
          </a:p>
          <a:p>
            <a:r>
              <a:rPr lang="en-AU" sz="1500" b="1" dirty="0" smtClean="0"/>
              <a:t>Date </a:t>
            </a:r>
            <a:r>
              <a:rPr lang="en-AU" sz="1500" b="1" dirty="0"/>
              <a:t>Created/Published: </a:t>
            </a:r>
            <a:r>
              <a:rPr lang="en-AU" sz="1500" dirty="0"/>
              <a:t>N.Y. : Published by </a:t>
            </a:r>
            <a:r>
              <a:rPr lang="en-AU" sz="1500" dirty="0" err="1"/>
              <a:t>Keppler</a:t>
            </a:r>
            <a:r>
              <a:rPr lang="en-AU" sz="1500" dirty="0"/>
              <a:t> &amp; </a:t>
            </a:r>
            <a:r>
              <a:rPr lang="en-AU" sz="1500" dirty="0" err="1"/>
              <a:t>Schwarzmann</a:t>
            </a:r>
            <a:r>
              <a:rPr lang="en-AU" sz="1500" dirty="0"/>
              <a:t>, 1883 February 7.</a:t>
            </a:r>
            <a:endParaRPr lang="en-AU" sz="1500" b="1" dirty="0"/>
          </a:p>
          <a:p>
            <a:endParaRPr lang="en-AU" sz="1500" b="1" dirty="0" smtClean="0"/>
          </a:p>
          <a:p>
            <a:r>
              <a:rPr lang="en-AU" sz="1500" b="1" dirty="0" smtClean="0"/>
              <a:t>Summary</a:t>
            </a:r>
            <a:r>
              <a:rPr lang="en-AU" sz="1500" b="1" dirty="0"/>
              <a:t>: </a:t>
            </a:r>
            <a:r>
              <a:rPr lang="en-AU" sz="1500" dirty="0"/>
              <a:t>Cartoon showing Cyrus Field, Jay Gould, Cornelius Vanderbilt, and Russell Sage, seated on bags of "millions", on large raft, and being carried by workers of various professions</a:t>
            </a:r>
            <a:r>
              <a:rPr lang="en-AU" sz="1500" dirty="0" smtClean="0"/>
              <a:t>.</a:t>
            </a:r>
          </a:p>
          <a:p>
            <a:endParaRPr lang="en-AU" sz="1500" b="1" dirty="0"/>
          </a:p>
          <a:p>
            <a:r>
              <a:rPr lang="en-AU" sz="1500" b="1" dirty="0">
                <a:hlinkClick r:id="rId3"/>
              </a:rPr>
              <a:t>https://www.loc.gov/pictures/item/94507245</a:t>
            </a:r>
            <a:r>
              <a:rPr lang="en-AU" sz="1500" b="1" dirty="0" smtClean="0">
                <a:hlinkClick r:id="rId3"/>
              </a:rPr>
              <a:t>/</a:t>
            </a:r>
            <a:r>
              <a:rPr lang="en-AU" sz="1500" b="1" dirty="0" smtClean="0"/>
              <a:t> </a:t>
            </a:r>
            <a:endParaRPr lang="en-AU" sz="1500" b="1" dirty="0"/>
          </a:p>
        </p:txBody>
      </p:sp>
    </p:spTree>
    <p:extLst>
      <p:ext uri="{BB962C8B-B14F-4D97-AF65-F5344CB8AC3E}">
        <p14:creationId xmlns:p14="http://schemas.microsoft.com/office/powerpoint/2010/main" val="367732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183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Calisto MT</vt:lpstr>
      <vt:lpstr>Office Theme</vt:lpstr>
      <vt:lpstr>History Heroes  Term 1, Week 1</vt:lpstr>
      <vt:lpstr>Question 1</vt:lpstr>
      <vt:lpstr>Question 2</vt:lpstr>
      <vt:lpstr>Question 3</vt:lpstr>
      <vt:lpstr>Question 4</vt:lpstr>
      <vt:lpstr>Question 5</vt:lpstr>
      <vt:lpstr>ANSWERS</vt:lpstr>
      <vt:lpstr>Question 1</vt:lpstr>
      <vt:lpstr>Question 2</vt:lpstr>
      <vt:lpstr>Question 3</vt:lpstr>
      <vt:lpstr>Question 4</vt:lpstr>
      <vt:lpstr>Question 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3</cp:revision>
  <dcterms:created xsi:type="dcterms:W3CDTF">2019-01-31T09:47:01Z</dcterms:created>
  <dcterms:modified xsi:type="dcterms:W3CDTF">2019-02-02T02:34:34Z</dcterms:modified>
</cp:coreProperties>
</file>