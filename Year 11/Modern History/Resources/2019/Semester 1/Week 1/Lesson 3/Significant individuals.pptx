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96"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A95A93F-7719-482C-8186-ED4AA5660718}" type="datetimeFigureOut">
              <a:rPr lang="en-AU" smtClean="0"/>
              <a:t>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163174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A95A93F-7719-482C-8186-ED4AA5660718}" type="datetimeFigureOut">
              <a:rPr lang="en-AU" smtClean="0"/>
              <a:t>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989130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A95A93F-7719-482C-8186-ED4AA5660718}" type="datetimeFigureOut">
              <a:rPr lang="en-AU" smtClean="0"/>
              <a:t>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1324642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95A93F-7719-482C-8186-ED4AA5660718}" type="datetimeFigureOut">
              <a:rPr lang="en-AU" smtClean="0"/>
              <a:t>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1554816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A95A93F-7719-482C-8186-ED4AA5660718}" type="datetimeFigureOut">
              <a:rPr lang="en-AU" smtClean="0"/>
              <a:t>6/02/2019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1262726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A95A93F-7719-482C-8186-ED4AA5660718}" type="datetimeFigureOut">
              <a:rPr lang="en-AU" smtClean="0"/>
              <a:t>6/02/2019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476002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95A93F-7719-482C-8186-ED4AA5660718}" type="datetimeFigureOut">
              <a:rPr lang="en-AU" smtClean="0"/>
              <a:t>6/02/2019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847990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95A93F-7719-482C-8186-ED4AA5660718}" type="datetimeFigureOut">
              <a:rPr lang="en-AU" smtClean="0"/>
              <a:t>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4002744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95A93F-7719-482C-8186-ED4AA5660718}" type="datetimeFigureOut">
              <a:rPr lang="en-AU" smtClean="0"/>
              <a:t>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72314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A95A93F-7719-482C-8186-ED4AA5660718}" type="datetimeFigureOut">
              <a:rPr lang="en-AU" smtClean="0"/>
              <a:t>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3521743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A95A93F-7719-482C-8186-ED4AA5660718}" type="datetimeFigureOut">
              <a:rPr lang="en-AU" smtClean="0"/>
              <a:t>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2726BE-3608-4A9D-B0D1-DE20DE71EBDB}" type="slidenum">
              <a:rPr lang="en-AU" smtClean="0"/>
              <a:t>‹#›</a:t>
            </a:fld>
            <a:endParaRPr lang="en-AU"/>
          </a:p>
        </p:txBody>
      </p:sp>
    </p:spTree>
    <p:extLst>
      <p:ext uri="{BB962C8B-B14F-4D97-AF65-F5344CB8AC3E}">
        <p14:creationId xmlns:p14="http://schemas.microsoft.com/office/powerpoint/2010/main" val="1732276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95A93F-7719-482C-8186-ED4AA5660718}" type="datetimeFigureOut">
              <a:rPr lang="en-AU" smtClean="0"/>
              <a:t>6/02/2019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726BE-3608-4A9D-B0D1-DE20DE71EBDB}" type="slidenum">
              <a:rPr lang="en-AU" smtClean="0"/>
              <a:t>‹#›</a:t>
            </a:fld>
            <a:endParaRPr lang="en-AU"/>
          </a:p>
        </p:txBody>
      </p:sp>
    </p:spTree>
    <p:extLst>
      <p:ext uri="{BB962C8B-B14F-4D97-AF65-F5344CB8AC3E}">
        <p14:creationId xmlns:p14="http://schemas.microsoft.com/office/powerpoint/2010/main" val="3455346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youtube.com/watch?v=xJ7G0MJ_Y2Q"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learningenglish.voanews.com/a/americas-presidents-herbert-hoover/4037382.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learningenglish.voanews.com/a/americas-presidents-franklin-roosevelt/4046663.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biography.com/people/henry-ford-929874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1" y="803325"/>
            <a:ext cx="5314536" cy="1325563"/>
          </a:xfrm>
        </p:spPr>
        <p:txBody>
          <a:bodyPr>
            <a:normAutofit/>
          </a:bodyPr>
          <a:lstStyle/>
          <a:p>
            <a:r>
              <a:rPr lang="en-AU" sz="5000" b="1" dirty="0"/>
              <a:t>Theodore Roosevelt</a:t>
            </a:r>
          </a:p>
        </p:txBody>
      </p:sp>
      <p:sp>
        <p:nvSpPr>
          <p:cNvPr id="3" name="Content Placeholder 2"/>
          <p:cNvSpPr>
            <a:spLocks noGrp="1"/>
          </p:cNvSpPr>
          <p:nvPr>
            <p:ph idx="1"/>
          </p:nvPr>
        </p:nvSpPr>
        <p:spPr>
          <a:xfrm>
            <a:off x="762000" y="2279018"/>
            <a:ext cx="5314543" cy="3559252"/>
          </a:xfrm>
        </p:spPr>
        <p:txBody>
          <a:bodyPr anchor="t">
            <a:normAutofit lnSpcReduction="10000"/>
          </a:bodyPr>
          <a:lstStyle/>
          <a:p>
            <a:pPr marL="0" indent="0">
              <a:buNone/>
            </a:pPr>
            <a:r>
              <a:rPr lang="en-AU" sz="4000" dirty="0"/>
              <a:t>26</a:t>
            </a:r>
            <a:r>
              <a:rPr lang="en-AU" sz="4000" baseline="30000" dirty="0"/>
              <a:t>th</a:t>
            </a:r>
            <a:r>
              <a:rPr lang="en-AU" sz="4000" dirty="0"/>
              <a:t> President of the United States (1901 to 1909)</a:t>
            </a:r>
          </a:p>
          <a:p>
            <a:pPr marL="0" indent="0">
              <a:buNone/>
            </a:pPr>
            <a:endParaRPr lang="en-AU" sz="1800" dirty="0"/>
          </a:p>
          <a:p>
            <a:pPr marL="0" indent="0">
              <a:buNone/>
            </a:pPr>
            <a:endParaRPr lang="en-AU" sz="1800" dirty="0"/>
          </a:p>
          <a:p>
            <a:pPr marL="0" indent="0">
              <a:buNone/>
            </a:pPr>
            <a:endParaRPr lang="en-AU" sz="1800" dirty="0"/>
          </a:p>
          <a:p>
            <a:pPr marL="0" indent="0">
              <a:buNone/>
            </a:pPr>
            <a:endParaRPr lang="en-AU" sz="1800" dirty="0"/>
          </a:p>
          <a:p>
            <a:pPr marL="0" indent="0">
              <a:buNone/>
            </a:pPr>
            <a:r>
              <a:rPr lang="en-AU" sz="1800" dirty="0"/>
              <a:t>https://www.youtube.com/watch?v=Z-M1-VqEEPA </a:t>
            </a:r>
          </a:p>
        </p:txBody>
      </p:sp>
      <p:sp>
        <p:nvSpPr>
          <p:cNvPr id="71"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mage result for â¢Theodore Roosevelt"/>
          <p:cNvPicPr>
            <a:picLocks noChangeAspect="1" noChangeArrowheads="1"/>
          </p:cNvPicPr>
          <p:nvPr/>
        </p:nvPicPr>
        <p:blipFill rotWithShape="1">
          <a:blip r:embed="rId2">
            <a:extLst>
              <a:ext uri="{28A0092B-C50C-407E-A947-70E740481C1C}">
                <a14:useLocalDpi xmlns:a14="http://schemas.microsoft.com/office/drawing/2010/main" val="0"/>
              </a:ext>
            </a:extLst>
          </a:blip>
          <a:srcRect t="17194" r="-2" b="13441"/>
          <a:stretch/>
        </p:blipFill>
        <p:spPr bwMode="auto">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84349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Image result for â¢ Woodrow Wilson"/>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r="-1" b="19191"/>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34">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542925" y="798445"/>
            <a:ext cx="5553075" cy="1311664"/>
          </a:xfrm>
        </p:spPr>
        <p:txBody>
          <a:bodyPr>
            <a:noAutofit/>
          </a:bodyPr>
          <a:lstStyle/>
          <a:p>
            <a:r>
              <a:rPr lang="en-AU" sz="6000" b="1" dirty="0">
                <a:solidFill>
                  <a:srgbClr val="000000"/>
                </a:solidFill>
              </a:rPr>
              <a:t>Woodrow Wilson</a:t>
            </a:r>
          </a:p>
        </p:txBody>
      </p:sp>
      <p:sp>
        <p:nvSpPr>
          <p:cNvPr id="3" name="Content Placeholder 2"/>
          <p:cNvSpPr>
            <a:spLocks noGrp="1"/>
          </p:cNvSpPr>
          <p:nvPr>
            <p:ph idx="1"/>
          </p:nvPr>
        </p:nvSpPr>
        <p:spPr>
          <a:xfrm>
            <a:off x="804997" y="2272143"/>
            <a:ext cx="4706803" cy="3788830"/>
          </a:xfrm>
        </p:spPr>
        <p:txBody>
          <a:bodyPr anchor="ctr">
            <a:normAutofit fontScale="92500" lnSpcReduction="10000"/>
          </a:bodyPr>
          <a:lstStyle/>
          <a:p>
            <a:pPr marL="0" indent="0">
              <a:buNone/>
            </a:pPr>
            <a:r>
              <a:rPr lang="en-AU" sz="4000" dirty="0">
                <a:solidFill>
                  <a:srgbClr val="000000"/>
                </a:solidFill>
              </a:rPr>
              <a:t>28th President of the United States from 1913 to 1921</a:t>
            </a:r>
          </a:p>
          <a:p>
            <a:pPr marL="0" indent="0">
              <a:buNone/>
            </a:pPr>
            <a:endParaRPr lang="en-AU" sz="2000" dirty="0">
              <a:solidFill>
                <a:srgbClr val="000000"/>
              </a:solidFill>
            </a:endParaRPr>
          </a:p>
          <a:p>
            <a:pPr marL="0" indent="0">
              <a:buNone/>
            </a:pPr>
            <a:endParaRPr lang="en-AU" sz="2000" dirty="0">
              <a:solidFill>
                <a:srgbClr val="000000"/>
              </a:solidFill>
            </a:endParaRPr>
          </a:p>
          <a:p>
            <a:pPr marL="0" indent="0">
              <a:buNone/>
            </a:pPr>
            <a:endParaRPr lang="en-AU" sz="2000" dirty="0">
              <a:solidFill>
                <a:srgbClr val="000000"/>
              </a:solidFill>
            </a:endParaRPr>
          </a:p>
          <a:p>
            <a:pPr marL="0" indent="0">
              <a:buNone/>
            </a:pPr>
            <a:endParaRPr lang="en-AU" sz="2000" dirty="0">
              <a:solidFill>
                <a:srgbClr val="000000"/>
              </a:solidFill>
            </a:endParaRPr>
          </a:p>
          <a:p>
            <a:pPr marL="0" indent="0">
              <a:buNone/>
            </a:pPr>
            <a:r>
              <a:rPr lang="en-AU" sz="2000" dirty="0">
                <a:solidFill>
                  <a:srgbClr val="000000"/>
                </a:solidFill>
                <a:hlinkClick r:id="rId4"/>
              </a:rPr>
              <a:t>https://www.youtube.com/watch?v=xJ7G0MJ_Y2Q</a:t>
            </a:r>
            <a:r>
              <a:rPr lang="en-AU" sz="2000" dirty="0">
                <a:solidFill>
                  <a:srgbClr val="000000"/>
                </a:solidFill>
              </a:rPr>
              <a:t> </a:t>
            </a:r>
          </a:p>
        </p:txBody>
      </p:sp>
    </p:spTree>
    <p:extLst>
      <p:ext uri="{BB962C8B-B14F-4D97-AF65-F5344CB8AC3E}">
        <p14:creationId xmlns:p14="http://schemas.microsoft.com/office/powerpoint/2010/main" val="588622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89465" y="604479"/>
            <a:ext cx="4645250" cy="2889114"/>
          </a:xfrm>
        </p:spPr>
        <p:txBody>
          <a:bodyPr vert="horz" lIns="91440" tIns="45720" rIns="91440" bIns="45720" rtlCol="0" anchor="b">
            <a:normAutofit/>
          </a:bodyPr>
          <a:lstStyle/>
          <a:p>
            <a:r>
              <a:rPr lang="en-US" sz="6000" b="1" dirty="0"/>
              <a:t>Calvin Coolidge</a:t>
            </a:r>
          </a:p>
        </p:txBody>
      </p:sp>
      <p:sp>
        <p:nvSpPr>
          <p:cNvPr id="3" name="Content Placeholder 2"/>
          <p:cNvSpPr>
            <a:spLocks noGrp="1"/>
          </p:cNvSpPr>
          <p:nvPr>
            <p:ph idx="1"/>
          </p:nvPr>
        </p:nvSpPr>
        <p:spPr>
          <a:xfrm>
            <a:off x="6746627" y="4200526"/>
            <a:ext cx="4645250" cy="1941118"/>
          </a:xfrm>
        </p:spPr>
        <p:txBody>
          <a:bodyPr vert="horz" lIns="91440" tIns="45720" rIns="91440" bIns="45720" rtlCol="0" anchor="t">
            <a:noAutofit/>
          </a:bodyPr>
          <a:lstStyle/>
          <a:p>
            <a:pPr marL="0" indent="0">
              <a:buNone/>
            </a:pPr>
            <a:r>
              <a:rPr lang="en-US" sz="4000" dirty="0"/>
              <a:t>30th President of the United States (1923 – 4 March 1929)</a:t>
            </a:r>
          </a:p>
        </p:txBody>
      </p:sp>
      <p:sp>
        <p:nvSpPr>
          <p:cNvPr id="71" name="Freeform: Shape 70">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Image result for â¢ Calvin Coolidge"/>
          <p:cNvPicPr>
            <a:picLocks noChangeAspect="1" noChangeArrowheads="1"/>
          </p:cNvPicPr>
          <p:nvPr/>
        </p:nvPicPr>
        <p:blipFill rotWithShape="1">
          <a:blip r:embed="rId2">
            <a:extLst>
              <a:ext uri="{28A0092B-C50C-407E-A947-70E740481C1C}">
                <a14:useLocalDpi xmlns:a14="http://schemas.microsoft.com/office/drawing/2010/main" val="0"/>
              </a:ext>
            </a:extLst>
          </a:blip>
          <a:srcRect l="9579" r="2580"/>
          <a:stretch/>
        </p:blipFill>
        <p:spPr bwMode="auto">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88576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age result for â¢ Herbert Hoove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r="2" b="13662"/>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557213" y="798445"/>
            <a:ext cx="5051421" cy="1311664"/>
          </a:xfrm>
        </p:spPr>
        <p:txBody>
          <a:bodyPr>
            <a:noAutofit/>
          </a:bodyPr>
          <a:lstStyle/>
          <a:p>
            <a:r>
              <a:rPr lang="en-AU" sz="6000" b="1" dirty="0">
                <a:solidFill>
                  <a:srgbClr val="000000"/>
                </a:solidFill>
              </a:rPr>
              <a:t>Herbert Hoover</a:t>
            </a:r>
          </a:p>
        </p:txBody>
      </p:sp>
      <p:sp>
        <p:nvSpPr>
          <p:cNvPr id="3" name="Content Placeholder 2"/>
          <p:cNvSpPr>
            <a:spLocks noGrp="1"/>
          </p:cNvSpPr>
          <p:nvPr>
            <p:ph idx="1"/>
          </p:nvPr>
        </p:nvSpPr>
        <p:spPr>
          <a:xfrm>
            <a:off x="557213" y="2270725"/>
            <a:ext cx="4706803" cy="3788830"/>
          </a:xfrm>
        </p:spPr>
        <p:txBody>
          <a:bodyPr anchor="ctr">
            <a:normAutofit lnSpcReduction="10000"/>
          </a:bodyPr>
          <a:lstStyle/>
          <a:p>
            <a:pPr marL="0" indent="0">
              <a:buNone/>
            </a:pPr>
            <a:r>
              <a:rPr lang="en-AU" sz="4000" dirty="0">
                <a:solidFill>
                  <a:srgbClr val="000000"/>
                </a:solidFill>
              </a:rPr>
              <a:t>31st President of the United States from 1929 to 1933 during the Great Depression.</a:t>
            </a:r>
          </a:p>
          <a:p>
            <a:pPr marL="0" indent="0">
              <a:buNone/>
            </a:pPr>
            <a:endParaRPr lang="en-AU" sz="2000" dirty="0">
              <a:solidFill>
                <a:srgbClr val="000000"/>
              </a:solidFill>
            </a:endParaRPr>
          </a:p>
          <a:p>
            <a:pPr marL="0" indent="0">
              <a:buNone/>
            </a:pPr>
            <a:endParaRPr lang="en-AU" sz="2000" dirty="0">
              <a:solidFill>
                <a:srgbClr val="000000"/>
              </a:solidFill>
            </a:endParaRPr>
          </a:p>
          <a:p>
            <a:pPr marL="0" indent="0">
              <a:buNone/>
            </a:pPr>
            <a:r>
              <a:rPr lang="en-AU" sz="2000" dirty="0">
                <a:solidFill>
                  <a:srgbClr val="000000"/>
                </a:solidFill>
                <a:hlinkClick r:id="rId4"/>
              </a:rPr>
              <a:t>https://learningenglish.voanews.com/a/americas-presidents-herbert-hoover/4037382.html</a:t>
            </a:r>
            <a:r>
              <a:rPr lang="en-AU" sz="2000" dirty="0">
                <a:solidFill>
                  <a:srgbClr val="000000"/>
                </a:solidFill>
              </a:rPr>
              <a:t> </a:t>
            </a:r>
          </a:p>
        </p:txBody>
      </p:sp>
    </p:spTree>
    <p:extLst>
      <p:ext uri="{BB962C8B-B14F-4D97-AF65-F5344CB8AC3E}">
        <p14:creationId xmlns:p14="http://schemas.microsoft.com/office/powerpoint/2010/main" val="15085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1" y="803325"/>
            <a:ext cx="5314536" cy="1325563"/>
          </a:xfrm>
        </p:spPr>
        <p:txBody>
          <a:bodyPr>
            <a:normAutofit/>
          </a:bodyPr>
          <a:lstStyle/>
          <a:p>
            <a:r>
              <a:rPr lang="en-AU" sz="6000" b="1" dirty="0"/>
              <a:t>F D Roosevelt</a:t>
            </a:r>
          </a:p>
        </p:txBody>
      </p:sp>
      <p:sp>
        <p:nvSpPr>
          <p:cNvPr id="3" name="Content Placeholder 2"/>
          <p:cNvSpPr>
            <a:spLocks noGrp="1"/>
          </p:cNvSpPr>
          <p:nvPr>
            <p:ph idx="1"/>
          </p:nvPr>
        </p:nvSpPr>
        <p:spPr>
          <a:xfrm>
            <a:off x="762000" y="2279018"/>
            <a:ext cx="5314543" cy="3375920"/>
          </a:xfrm>
        </p:spPr>
        <p:txBody>
          <a:bodyPr anchor="t">
            <a:normAutofit/>
          </a:bodyPr>
          <a:lstStyle/>
          <a:p>
            <a:pPr marL="0" indent="0">
              <a:buNone/>
            </a:pPr>
            <a:r>
              <a:rPr lang="en-AU" sz="4000" dirty="0"/>
              <a:t>32nd President of the United States from 1933 until his death in 1945.</a:t>
            </a:r>
          </a:p>
          <a:p>
            <a:pPr marL="0" indent="0">
              <a:buNone/>
            </a:pPr>
            <a:endParaRPr lang="en-AU" sz="1800" dirty="0"/>
          </a:p>
          <a:p>
            <a:pPr marL="0" indent="0">
              <a:buNone/>
            </a:pPr>
            <a:endParaRPr lang="en-AU" sz="1800" dirty="0"/>
          </a:p>
          <a:p>
            <a:pPr marL="0" indent="0">
              <a:buNone/>
            </a:pPr>
            <a:r>
              <a:rPr lang="en-AU" sz="1800" dirty="0">
                <a:hlinkClick r:id="rId2"/>
              </a:rPr>
              <a:t>https://learningenglish.voanews.com/a/americas-presidents-franklin-roosevelt/4046663.html</a:t>
            </a:r>
            <a:r>
              <a:rPr lang="en-AU" sz="1800" dirty="0"/>
              <a:t> </a:t>
            </a:r>
          </a:p>
        </p:txBody>
      </p:sp>
      <p:sp>
        <p:nvSpPr>
          <p:cNvPr id="5124"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122" name="Picture 2" descr="Image result for â¢ F D Roosevelt"/>
          <p:cNvPicPr>
            <a:picLocks noChangeAspect="1" noChangeArrowheads="1"/>
          </p:cNvPicPr>
          <p:nvPr/>
        </p:nvPicPr>
        <p:blipFill rotWithShape="1">
          <a:blip r:embed="rId3">
            <a:extLst>
              <a:ext uri="{28A0092B-C50C-407E-A947-70E740481C1C}">
                <a14:useLocalDpi xmlns:a14="http://schemas.microsoft.com/office/drawing/2010/main" val="0"/>
              </a:ext>
            </a:extLst>
          </a:blip>
          <a:srcRect l="24435" r="21435"/>
          <a:stretch/>
        </p:blipFill>
        <p:spPr bwMode="auto">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99573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5614876" y="70003"/>
            <a:ext cx="4977976" cy="1454051"/>
          </a:xfrm>
        </p:spPr>
        <p:txBody>
          <a:bodyPr>
            <a:normAutofit/>
          </a:bodyPr>
          <a:lstStyle/>
          <a:p>
            <a:r>
              <a:rPr lang="en-AU" sz="6000" b="1" dirty="0">
                <a:solidFill>
                  <a:srgbClr val="000000"/>
                </a:solidFill>
              </a:rPr>
              <a:t>J D Rockefeller</a:t>
            </a:r>
          </a:p>
        </p:txBody>
      </p:sp>
      <p:sp>
        <p:nvSpPr>
          <p:cNvPr id="14"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p:cNvPicPr>
            <a:picLocks noChangeAspect="1"/>
          </p:cNvPicPr>
          <p:nvPr/>
        </p:nvPicPr>
        <p:blipFill rotWithShape="1">
          <a:blip r:embed="rId3">
            <a:alphaModFix/>
            <a:extLst/>
          </a:blip>
          <a:srcRect l="10874" r="24873" b="-2"/>
          <a:stretch/>
        </p:blipFill>
        <p:spPr>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3" name="Content Placeholder 2"/>
          <p:cNvSpPr>
            <a:spLocks noGrp="1"/>
          </p:cNvSpPr>
          <p:nvPr>
            <p:ph idx="1"/>
          </p:nvPr>
        </p:nvSpPr>
        <p:spPr>
          <a:xfrm>
            <a:off x="5614876" y="2421682"/>
            <a:ext cx="6272324" cy="3639289"/>
          </a:xfrm>
        </p:spPr>
        <p:txBody>
          <a:bodyPr anchor="ctr">
            <a:noAutofit/>
          </a:bodyPr>
          <a:lstStyle/>
          <a:p>
            <a:pPr marL="0" indent="0">
              <a:buNone/>
            </a:pPr>
            <a:r>
              <a:rPr lang="en-AU" sz="4000" dirty="0">
                <a:solidFill>
                  <a:srgbClr val="000000"/>
                </a:solidFill>
              </a:rPr>
              <a:t>John Davison Rockefeller Sr. was an American oil industry business magnate, industrialist, and philanthropist. He is widely considered the wealthiest American of all time, and the richest person in modern history.</a:t>
            </a:r>
          </a:p>
        </p:txBody>
      </p:sp>
    </p:spTree>
    <p:extLst>
      <p:ext uri="{BB962C8B-B14F-4D97-AF65-F5344CB8AC3E}">
        <p14:creationId xmlns:p14="http://schemas.microsoft.com/office/powerpoint/2010/main" val="1522120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5320" y="365125"/>
            <a:ext cx="5120114" cy="1692794"/>
          </a:xfrm>
        </p:spPr>
        <p:txBody>
          <a:bodyPr>
            <a:normAutofit/>
          </a:bodyPr>
          <a:lstStyle/>
          <a:p>
            <a:r>
              <a:rPr lang="en-AU" sz="6000" b="1" dirty="0"/>
              <a:t>Henry Ford</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1475" y="2575033"/>
            <a:ext cx="5403959" cy="3917837"/>
          </a:xfrm>
        </p:spPr>
        <p:txBody>
          <a:bodyPr>
            <a:normAutofit fontScale="85000" lnSpcReduction="20000"/>
          </a:bodyPr>
          <a:lstStyle/>
          <a:p>
            <a:pPr marL="0" indent="0">
              <a:buNone/>
            </a:pPr>
            <a:r>
              <a:rPr lang="en-AU" sz="4000" dirty="0"/>
              <a:t>Henry Ford was an American captain of industry and a business magnate, the founder of the Ford Motor Company, and the sponsor of the development of the assembly line technique of mass production.</a:t>
            </a:r>
          </a:p>
          <a:p>
            <a:pPr marL="0" indent="0">
              <a:buNone/>
            </a:pPr>
            <a:endParaRPr lang="en-AU" sz="1800" dirty="0"/>
          </a:p>
          <a:p>
            <a:pPr marL="0" indent="0">
              <a:buNone/>
            </a:pPr>
            <a:r>
              <a:rPr lang="en-AU" sz="1800" dirty="0">
                <a:hlinkClick r:id="rId2"/>
              </a:rPr>
              <a:t>https://www.biography.com/people/henry-ford-9298747</a:t>
            </a:r>
            <a:r>
              <a:rPr lang="en-AU" sz="1800" dirty="0"/>
              <a:t> </a:t>
            </a:r>
          </a:p>
        </p:txBody>
      </p:sp>
      <p:pic>
        <p:nvPicPr>
          <p:cNvPr id="7170" name="Picture 2" descr="Image result for henry ford"/>
          <p:cNvPicPr>
            <a:picLocks noChangeAspect="1" noChangeArrowheads="1"/>
          </p:cNvPicPr>
          <p:nvPr/>
        </p:nvPicPr>
        <p:blipFill rotWithShape="1">
          <a:blip r:embed="rId3">
            <a:extLst>
              <a:ext uri="{28A0092B-C50C-407E-A947-70E740481C1C}">
                <a14:useLocalDpi xmlns:a14="http://schemas.microsoft.com/office/drawing/2010/main" val="0"/>
              </a:ext>
            </a:extLst>
          </a:blip>
          <a:srcRect b="18256"/>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800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221</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Theodore Roosevelt</vt:lpstr>
      <vt:lpstr>Woodrow Wilson</vt:lpstr>
      <vt:lpstr>Calvin Coolidge</vt:lpstr>
      <vt:lpstr>Herbert Hoover</vt:lpstr>
      <vt:lpstr>F D Roosevelt</vt:lpstr>
      <vt:lpstr>J D Rockefeller</vt:lpstr>
      <vt:lpstr>Henry Ford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Theodore Roosevelt</dc:title>
  <dc:creator>Natasha Hawkes</dc:creator>
  <cp:lastModifiedBy>Natasha Hawkes</cp:lastModifiedBy>
  <cp:revision>1</cp:revision>
  <dcterms:created xsi:type="dcterms:W3CDTF">2019-02-06T11:47:59Z</dcterms:created>
  <dcterms:modified xsi:type="dcterms:W3CDTF">2019-02-06T11:50:31Z</dcterms:modified>
</cp:coreProperties>
</file>