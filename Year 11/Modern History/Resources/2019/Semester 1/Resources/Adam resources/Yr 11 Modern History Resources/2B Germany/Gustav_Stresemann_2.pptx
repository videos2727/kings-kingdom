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7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3735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169707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978963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36671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303059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092707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250878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1377079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67680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77096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413654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FAA56-2321-4BDB-B4A2-56CC038686F6}" type="datetimeFigureOut">
              <a:rPr lang="en-GB" smtClean="0"/>
              <a:pPr/>
              <a:t>21/06/2011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7C752-FDA5-4DEE-8EDF-68988E8D7AE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="" xmlns:p14="http://schemas.microsoft.com/office/powerpoint/2010/main" val="3629152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1" Type="http://schemas.openxmlformats.org/officeDocument/2006/relationships/audio" Target="file:///D:\PGCE\St%20Francis%20Xavier\Teaching\GCSE\10D\BBC%20Newsnight%20Theme%20Opening%20Titles%20and%20Headline%20underscore%20music.mp3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audio" Target="file:///D:\PGCE\St%20Francis%20Xavier\Teaching\Year%208\8Y1\Tudors\Catchphrase%201986-1993%20Theme%20Tune.mp3" TargetMode="Externa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3.bp.blogspot.com/-ud1weYDGtkw/TcF4E8j7AZI/AAAAAAAAALE/-1fDWq8EeGI/s1600/roaring-lion1.jpg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3.bp.blogspot.com/-ud1weYDGtkw/TcF4E8j7AZI/AAAAAAAAALE/-1fDWq8EeGI/s1600/roaring-lion1.jpg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260648"/>
            <a:ext cx="7772400" cy="1470025"/>
          </a:xfrm>
        </p:spPr>
        <p:txBody>
          <a:bodyPr/>
          <a:lstStyle/>
          <a:p>
            <a:r>
              <a:rPr lang="en-GB" u="sng" dirty="0" smtClean="0"/>
              <a:t>Gustav Stresemann</a:t>
            </a:r>
            <a:r>
              <a:rPr lang="en-GB" dirty="0"/>
              <a:t/>
            </a:r>
            <a:br>
              <a:rPr lang="en-GB" dirty="0"/>
            </a:br>
            <a:r>
              <a:rPr lang="en-GB" sz="3200" dirty="0" smtClean="0"/>
              <a:t>(The Sequel)</a:t>
            </a:r>
            <a:endParaRPr lang="en-GB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0"/>
            <a:ext cx="6400800" cy="1752600"/>
          </a:xfrm>
        </p:spPr>
        <p:txBody>
          <a:bodyPr/>
          <a:lstStyle/>
          <a:p>
            <a:pPr algn="r"/>
            <a:r>
              <a:rPr lang="en-GB" u="sng" dirty="0" smtClean="0"/>
              <a:t>Tuesday 21</a:t>
            </a:r>
            <a:r>
              <a:rPr lang="en-GB" u="sng" baseline="30000" dirty="0" smtClean="0"/>
              <a:t>st</a:t>
            </a:r>
            <a:r>
              <a:rPr lang="en-GB" u="sng" dirty="0" smtClean="0"/>
              <a:t> June 2011</a:t>
            </a:r>
            <a:endParaRPr lang="en-GB" u="sng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478" y="1988840"/>
            <a:ext cx="2981325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43636" y="2571744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Shaun </a:t>
            </a:r>
            <a:r>
              <a:rPr lang="en-GB" dirty="0" err="1" smtClean="0"/>
              <a:t>Fenech</a:t>
            </a:r>
            <a:endParaRPr lang="en-GB" dirty="0" smtClean="0"/>
          </a:p>
          <a:p>
            <a:r>
              <a:rPr lang="en-GB" dirty="0" smtClean="0"/>
              <a:t>Sean Gill</a:t>
            </a:r>
          </a:p>
          <a:p>
            <a:r>
              <a:rPr lang="en-GB" dirty="0" smtClean="0"/>
              <a:t>Liam McKenna</a:t>
            </a:r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11156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Problems Ahead!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>
            <a:normAutofit fontScale="85000" lnSpcReduction="10000"/>
          </a:bodyPr>
          <a:lstStyle/>
          <a:p>
            <a:r>
              <a:rPr lang="en-GB" dirty="0" smtClean="0"/>
              <a:t>Gustav Stresemann was the “saviour” of the Weimar Republic…BUT there were some things even he could not ‘fix’.</a:t>
            </a:r>
            <a:br>
              <a:rPr lang="en-GB" dirty="0" smtClean="0"/>
            </a:br>
            <a:endParaRPr lang="en-GB" dirty="0" smtClean="0"/>
          </a:p>
          <a:p>
            <a:r>
              <a:rPr lang="en-GB" dirty="0" smtClean="0"/>
              <a:t>Due to these problems, historians believe that the prosperity of the Weimar Republic was largely an </a:t>
            </a:r>
            <a:r>
              <a:rPr lang="en-GB" b="1" u="sng" dirty="0" smtClean="0"/>
              <a:t>illusion.</a:t>
            </a:r>
            <a:endParaRPr lang="en-GB" b="1" u="sng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15909" r="37576"/>
          <a:stretch/>
        </p:blipFill>
        <p:spPr bwMode="auto">
          <a:xfrm>
            <a:off x="4583147" y="1916832"/>
            <a:ext cx="4028019" cy="36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08067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Read p262 and 263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u="sng" dirty="0" smtClean="0"/>
              <a:t>PROBLEMS</a:t>
            </a:r>
          </a:p>
          <a:p>
            <a:r>
              <a:rPr lang="en-GB" dirty="0" smtClean="0"/>
              <a:t>Economy</a:t>
            </a:r>
          </a:p>
          <a:p>
            <a:r>
              <a:rPr lang="en-GB" dirty="0" smtClean="0"/>
              <a:t>Culture</a:t>
            </a:r>
          </a:p>
          <a:p>
            <a:r>
              <a:rPr lang="en-GB" dirty="0" smtClean="0"/>
              <a:t>Politics</a:t>
            </a:r>
          </a:p>
          <a:p>
            <a:r>
              <a:rPr lang="en-GB" dirty="0" smtClean="0"/>
              <a:t>Foreign Policy</a:t>
            </a:r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311169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How far did the Weimar Republic recover after 1923?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Look at the state of the Weimar Republic in 1928. (Focus Task p263 )</a:t>
            </a:r>
            <a:br>
              <a:rPr lang="en-GB" dirty="0" smtClean="0"/>
            </a:br>
            <a:r>
              <a:rPr lang="en-GB" b="1" dirty="0" smtClean="0">
                <a:solidFill>
                  <a:srgbClr val="00B050"/>
                </a:solidFill>
              </a:rPr>
              <a:t>Political Opposition</a:t>
            </a: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solidFill>
                  <a:srgbClr val="00B0F0"/>
                </a:solidFill>
              </a:rPr>
              <a:t>Economic Problems</a:t>
            </a: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solidFill>
                  <a:srgbClr val="FFC000"/>
                </a:solidFill>
              </a:rPr>
              <a:t>Popular support</a:t>
            </a: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solidFill>
                  <a:srgbClr val="7030A0"/>
                </a:solidFill>
              </a:rPr>
              <a:t>Germany and the wider world</a:t>
            </a:r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solidFill>
                  <a:srgbClr val="C00000"/>
                </a:solidFill>
              </a:rPr>
              <a:t>Cultural Achievements</a:t>
            </a:r>
          </a:p>
          <a:p>
            <a:r>
              <a:rPr lang="en-GB" dirty="0" smtClean="0"/>
              <a:t>Rank each section out of 10</a:t>
            </a:r>
          </a:p>
          <a:p>
            <a:r>
              <a:rPr lang="en-GB" dirty="0" smtClean="0"/>
              <a:t>Include </a:t>
            </a:r>
            <a:r>
              <a:rPr lang="en-GB" b="1" dirty="0" smtClean="0">
                <a:solidFill>
                  <a:srgbClr val="FF0000"/>
                </a:solidFill>
              </a:rPr>
              <a:t>BOTH</a:t>
            </a:r>
            <a:r>
              <a:rPr lang="en-GB" dirty="0" smtClean="0"/>
              <a:t> successes and failures – then come to an </a:t>
            </a:r>
            <a:r>
              <a:rPr lang="en-GB" b="1" u="sng" dirty="0" smtClean="0"/>
              <a:t>overall</a:t>
            </a:r>
            <a:r>
              <a:rPr lang="en-GB" dirty="0" smtClean="0"/>
              <a:t> judgement.</a:t>
            </a:r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50939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3174" y="2500306"/>
            <a:ext cx="4186238" cy="1428760"/>
          </a:xfrm>
          <a:ln w="254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3200" dirty="0" smtClean="0"/>
              <a:t>How far did the Weimar Republic recover after 1923?</a:t>
            </a:r>
            <a:endParaRPr lang="en-GB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142844" y="142852"/>
            <a:ext cx="3500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C00000"/>
                </a:solidFill>
              </a:rPr>
              <a:t>Cultural Achievements</a:t>
            </a:r>
            <a:endParaRPr lang="en-GB" sz="2400" dirty="0"/>
          </a:p>
        </p:txBody>
      </p:sp>
      <p:sp>
        <p:nvSpPr>
          <p:cNvPr id="5" name="Rectangle 4"/>
          <p:cNvSpPr/>
          <p:nvPr/>
        </p:nvSpPr>
        <p:spPr>
          <a:xfrm>
            <a:off x="5129888" y="142852"/>
            <a:ext cx="4014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smtClean="0">
                <a:solidFill>
                  <a:srgbClr val="7030A0"/>
                </a:solidFill>
              </a:rPr>
              <a:t>Germany and the wider world</a:t>
            </a:r>
            <a:endParaRPr lang="en-GB" sz="2400" dirty="0"/>
          </a:p>
        </p:txBody>
      </p:sp>
      <p:sp>
        <p:nvSpPr>
          <p:cNvPr id="6" name="Rectangle 5"/>
          <p:cNvSpPr/>
          <p:nvPr/>
        </p:nvSpPr>
        <p:spPr>
          <a:xfrm>
            <a:off x="7286644" y="2643182"/>
            <a:ext cx="15001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rgbClr val="FFC000"/>
                </a:solidFill>
              </a:rPr>
              <a:t>Popular support</a:t>
            </a:r>
            <a:endParaRPr lang="en-GB" sz="2400" dirty="0"/>
          </a:p>
        </p:txBody>
      </p:sp>
      <p:sp>
        <p:nvSpPr>
          <p:cNvPr id="7" name="Rectangle 6"/>
          <p:cNvSpPr/>
          <p:nvPr/>
        </p:nvSpPr>
        <p:spPr>
          <a:xfrm>
            <a:off x="500034" y="2786058"/>
            <a:ext cx="17144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solidFill>
                  <a:srgbClr val="00B0F0"/>
                </a:solidFill>
              </a:rPr>
              <a:t>Economic Problems</a:t>
            </a:r>
            <a:endParaRPr lang="en-GB" sz="2400" dirty="0"/>
          </a:p>
        </p:txBody>
      </p:sp>
      <p:sp>
        <p:nvSpPr>
          <p:cNvPr id="8" name="Rectangle 7"/>
          <p:cNvSpPr/>
          <p:nvPr/>
        </p:nvSpPr>
        <p:spPr>
          <a:xfrm>
            <a:off x="3500430" y="4143380"/>
            <a:ext cx="26802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 smtClean="0">
                <a:solidFill>
                  <a:srgbClr val="00B050"/>
                </a:solidFill>
              </a:rPr>
              <a:t>Political Opposition</a:t>
            </a:r>
            <a:endParaRPr lang="en-GB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How far did the Weimar Republic recover after 1923?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85924"/>
          </a:xfrm>
        </p:spPr>
        <p:txBody>
          <a:bodyPr>
            <a:normAutofit/>
          </a:bodyPr>
          <a:lstStyle/>
          <a:p>
            <a:r>
              <a:rPr lang="en-GB" sz="2800" dirty="0" smtClean="0"/>
              <a:t>The Weimar Republic recovered to a small extent...</a:t>
            </a:r>
          </a:p>
          <a:p>
            <a:r>
              <a:rPr lang="en-GB" sz="2800" dirty="0" smtClean="0"/>
              <a:t>The Weimar Republic recovered to some extent... </a:t>
            </a:r>
          </a:p>
          <a:p>
            <a:r>
              <a:rPr lang="en-GB" sz="2800" dirty="0" smtClean="0"/>
              <a:t>The Weimar Republic recovered to a large extent</a:t>
            </a:r>
            <a:r>
              <a:rPr lang="en-GB" sz="2800" dirty="0" smtClean="0"/>
              <a:t>...</a:t>
            </a:r>
            <a:endParaRPr lang="en-GB" sz="28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1357290" y="3571876"/>
            <a:ext cx="600077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i="1" dirty="0" smtClean="0"/>
              <a:t>“The </a:t>
            </a:r>
            <a:r>
              <a:rPr lang="en-GB" sz="2800" b="1" i="1" dirty="0" smtClean="0"/>
              <a:t>Weimar Republic’s recovery and prosperity, was largely an </a:t>
            </a:r>
            <a:r>
              <a:rPr lang="en-GB" sz="2800" b="1" i="1" dirty="0" smtClean="0"/>
              <a:t>illusion.”</a:t>
            </a:r>
            <a:endParaRPr lang="en-GB" sz="2800" b="1" i="1" dirty="0"/>
          </a:p>
        </p:txBody>
      </p:sp>
      <p:pic>
        <p:nvPicPr>
          <p:cNvPr id="3074" name="Picture 2" descr="http://www.vectorstock.com/assets/composite/138945/agree-bad-disagree-vector-138945.jpg"/>
          <p:cNvPicPr>
            <a:picLocks noChangeAspect="1" noChangeArrowheads="1"/>
          </p:cNvPicPr>
          <p:nvPr/>
        </p:nvPicPr>
        <p:blipFill>
          <a:blip r:embed="rId2"/>
          <a:srcRect l="3947" t="31875" b="34375"/>
          <a:stretch>
            <a:fillRect/>
          </a:stretch>
        </p:blipFill>
        <p:spPr bwMode="auto">
          <a:xfrm>
            <a:off x="2571736" y="4786322"/>
            <a:ext cx="3476624" cy="12858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008" y="274638"/>
            <a:ext cx="4042792" cy="1143000"/>
          </a:xfrm>
        </p:spPr>
        <p:txBody>
          <a:bodyPr/>
          <a:lstStyle/>
          <a:p>
            <a:r>
              <a:rPr lang="en-GB" dirty="0" smtClean="0"/>
              <a:t>Debate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 smtClean="0"/>
              <a:t>With political pundits…</a:t>
            </a:r>
          </a:p>
          <a:p>
            <a:pPr marL="0" indent="0">
              <a:buNone/>
            </a:pPr>
            <a:endParaRPr lang="en-GB" dirty="0" smtClean="0"/>
          </a:p>
          <a:p>
            <a:r>
              <a:rPr lang="en-GB" dirty="0" smtClean="0"/>
              <a:t>Daniel Ward</a:t>
            </a:r>
            <a:endParaRPr lang="en-GB" dirty="0" smtClean="0"/>
          </a:p>
          <a:p>
            <a:r>
              <a:rPr lang="en-GB" dirty="0" smtClean="0"/>
              <a:t>Matt Lee</a:t>
            </a:r>
            <a:endParaRPr lang="en-GB" dirty="0" smtClean="0"/>
          </a:p>
          <a:p>
            <a:r>
              <a:rPr lang="en-GB" dirty="0" smtClean="0"/>
              <a:t>Jack Williams</a:t>
            </a:r>
            <a:endParaRPr lang="en-GB" dirty="0" smtClean="0"/>
          </a:p>
          <a:p>
            <a:r>
              <a:rPr lang="en-GB" dirty="0" smtClean="0"/>
              <a:t>James Dickey</a:t>
            </a:r>
            <a:endParaRPr lang="en-GB" dirty="0" smtClean="0"/>
          </a:p>
          <a:p>
            <a:r>
              <a:rPr lang="en-GB" dirty="0" smtClean="0"/>
              <a:t>Luke Hogg</a:t>
            </a:r>
            <a:endParaRPr lang="en-GB" dirty="0" smtClean="0"/>
          </a:p>
          <a:p>
            <a:r>
              <a:rPr lang="en-GB" dirty="0" smtClean="0"/>
              <a:t>Tom Shields</a:t>
            </a:r>
            <a:endParaRPr lang="en-GB" dirty="0" smtClean="0"/>
          </a:p>
          <a:p>
            <a:r>
              <a:rPr lang="en-GB" dirty="0" smtClean="0"/>
              <a:t>Liam </a:t>
            </a:r>
            <a:r>
              <a:rPr lang="en-GB" dirty="0" err="1" smtClean="0"/>
              <a:t>Fowles</a:t>
            </a:r>
            <a:endParaRPr lang="en-GB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331" y="116632"/>
            <a:ext cx="4457700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51520" y="3212976"/>
            <a:ext cx="41044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 smtClean="0"/>
              <a:t>How far did the Weimar Republic recover after 1923?</a:t>
            </a:r>
            <a:endParaRPr lang="en-GB" sz="4000" b="1" dirty="0"/>
          </a:p>
        </p:txBody>
      </p:sp>
      <p:pic>
        <p:nvPicPr>
          <p:cNvPr id="7" name="BBC Newsnight Theme Opening Titles and Headline underscore music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/>
          <a:stretch>
            <a:fillRect/>
          </a:stretch>
        </p:blipFill>
        <p:spPr>
          <a:xfrm>
            <a:off x="8572528" y="628652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8661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3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14348" y="214290"/>
            <a:ext cx="735811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914400" algn="ctr">
              <a:defRPr/>
            </a:pPr>
            <a:r>
              <a:rPr lang="en-US" sz="3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</a:rPr>
              <a:t>	</a:t>
            </a:r>
            <a:r>
              <a:rPr lang="en-US" sz="48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pitchFamily="34" charset="0"/>
              </a:rPr>
              <a:t>Was the Weimar Republic doomed from the start?</a:t>
            </a:r>
            <a:endParaRPr lang="en-US" sz="36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" pitchFamily="34" charset="0"/>
            </a:endParaRPr>
          </a:p>
        </p:txBody>
      </p:sp>
      <p:pic>
        <p:nvPicPr>
          <p:cNvPr id="1028" name="Picture 4" descr="http://l.thumbs.canstockphoto.com/canstock101454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488" y="2857496"/>
            <a:ext cx="3380120" cy="335758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950" y="188913"/>
            <a:ext cx="4941888" cy="617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5059363" y="1600200"/>
            <a:ext cx="4094162" cy="28924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3600" b="1" u="sng" dirty="0"/>
              <a:t>RULES</a:t>
            </a:r>
          </a:p>
          <a:p>
            <a:pPr marL="571500" indent="-571500">
              <a:buFont typeface="Arial" pitchFamily="34" charset="0"/>
              <a:buChar char="•"/>
              <a:defRPr/>
            </a:pPr>
            <a:endParaRPr lang="en-GB" sz="3200" dirty="0"/>
          </a:p>
          <a:p>
            <a:pPr marL="571500" indent="-571500">
              <a:buFont typeface="Arial" pitchFamily="34" charset="0"/>
              <a:buChar char="•"/>
              <a:defRPr/>
            </a:pPr>
            <a:r>
              <a:rPr lang="en-GB" sz="3200" dirty="0"/>
              <a:t>Hands up</a:t>
            </a:r>
          </a:p>
          <a:p>
            <a:pPr marL="571500" indent="-571500">
              <a:buFont typeface="Arial" pitchFamily="34" charset="0"/>
              <a:buChar char="•"/>
              <a:defRPr/>
            </a:pPr>
            <a:r>
              <a:rPr lang="en-GB" sz="3200" dirty="0"/>
              <a:t>Do </a:t>
            </a:r>
            <a:r>
              <a:rPr lang="en-GB" sz="3200" b="1" u="sng" dirty="0"/>
              <a:t>not</a:t>
            </a:r>
            <a:r>
              <a:rPr lang="en-GB" sz="3200" dirty="0"/>
              <a:t> shout out</a:t>
            </a:r>
          </a:p>
          <a:p>
            <a:pPr marL="571500" indent="-571500">
              <a:buFont typeface="Arial" pitchFamily="34" charset="0"/>
              <a:buChar char="•"/>
              <a:defRPr/>
            </a:pPr>
            <a:r>
              <a:rPr lang="en-GB" sz="3200" dirty="0"/>
              <a:t>Say what you see!</a:t>
            </a:r>
          </a:p>
          <a:p>
            <a:pPr>
              <a:defRPr/>
            </a:pPr>
            <a:endParaRPr lang="en-GB" dirty="0"/>
          </a:p>
        </p:txBody>
      </p:sp>
      <p:pic>
        <p:nvPicPr>
          <p:cNvPr id="5" name="Catchphrase 1986-1993 Theme Tune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/>
          <a:stretch>
            <a:fillRect/>
          </a:stretch>
        </p:blipFill>
        <p:spPr>
          <a:xfrm>
            <a:off x="5143504" y="6429396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94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Say what you see!</a:t>
            </a:r>
          </a:p>
        </p:txBody>
      </p:sp>
      <p:pic>
        <p:nvPicPr>
          <p:cNvPr id="28674" name="Picture 2" descr="http://www.cksinfo.com/clipart/nature/weather/wind/windy-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285992"/>
            <a:ext cx="3848100" cy="3343275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4572000" y="2500306"/>
            <a:ext cx="2624309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16600" b="1" cap="none" spc="0" dirty="0" smtClean="0">
                <a:ln/>
                <a:solidFill>
                  <a:schemeClr val="accent3"/>
                </a:solidFill>
                <a:effectLst/>
              </a:rPr>
              <a:t>AV</a:t>
            </a:r>
            <a:endParaRPr lang="en-US" sz="16600" b="1" cap="none" spc="0" dirty="0">
              <a:ln/>
              <a:solidFill>
                <a:schemeClr val="accent3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Say what you see!</a:t>
            </a:r>
          </a:p>
        </p:txBody>
      </p:sp>
      <p:pic>
        <p:nvPicPr>
          <p:cNvPr id="27650" name="Picture 2" descr="http://jspivey.wikispaces.com/file/view/france-french-flag-thumb.jpg/31459085/france-french-flag-thum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857364"/>
            <a:ext cx="3143272" cy="2975631"/>
          </a:xfrm>
          <a:prstGeom prst="rect">
            <a:avLst/>
          </a:prstGeom>
          <a:noFill/>
        </p:spPr>
      </p:pic>
      <p:pic>
        <p:nvPicPr>
          <p:cNvPr id="27652" name="Picture 4" descr="http://3.bp.blogspot.com/-ud1weYDGtkw/TcF4E8j7AZI/AAAAAAAAALE/-1fDWq8EeGI/s320/roaring-lion1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43438" y="2000240"/>
            <a:ext cx="3048000" cy="228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Say what you see!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5852" y="2143116"/>
            <a:ext cx="1111203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138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Y</a:t>
            </a:r>
            <a:endParaRPr lang="en-US" sz="138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6626" name="Picture 2" descr="http://files.list.co.uk/images/2007/08/16/AndrewMarrAuthorPic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1928802"/>
            <a:ext cx="5905500" cy="2571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Say what you see!</a:t>
            </a:r>
          </a:p>
        </p:txBody>
      </p:sp>
      <p:pic>
        <p:nvPicPr>
          <p:cNvPr id="25602" name="Picture 2" descr="http://www.topnews.in/files/Inflation-rat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43557" y="2714620"/>
            <a:ext cx="3600443" cy="2392841"/>
          </a:xfrm>
          <a:prstGeom prst="rect">
            <a:avLst/>
          </a:prstGeom>
          <a:noFill/>
        </p:spPr>
      </p:pic>
      <p:pic>
        <p:nvPicPr>
          <p:cNvPr id="25604" name="Picture 4" descr="http://graphics.hi5comments.net/graphics/hello/02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166934"/>
            <a:ext cx="3143240" cy="314324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214678" y="2928934"/>
            <a:ext cx="20717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800" dirty="0" smtClean="0"/>
              <a:t>PER</a:t>
            </a:r>
            <a:endParaRPr lang="en-GB" sz="8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Say what you see!</a:t>
            </a:r>
          </a:p>
        </p:txBody>
      </p:sp>
      <p:pic>
        <p:nvPicPr>
          <p:cNvPr id="24578" name="Picture 2" descr="http://doors-sliding.com/wp-content/uploads/2010/11/timber-sliding-doors-images-0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071678"/>
            <a:ext cx="4147700" cy="2776519"/>
          </a:xfrm>
          <a:prstGeom prst="rect">
            <a:avLst/>
          </a:prstGeom>
          <a:noFill/>
        </p:spPr>
      </p:pic>
      <p:pic>
        <p:nvPicPr>
          <p:cNvPr id="24580" name="Picture 4" descr="http://3.bp.blogspot.com/_Wfba03-RLqw/TTLHdmMwmvI/AAAAAAAAAdo/8QhuM9UL24A/s1600/planning-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285992"/>
            <a:ext cx="3929090" cy="236971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Say what you see!</a:t>
            </a:r>
          </a:p>
        </p:txBody>
      </p:sp>
      <p:pic>
        <p:nvPicPr>
          <p:cNvPr id="23554" name="Picture 2" descr="http://helenafrithpowell.com/wp-content/uploads/2009/04/baby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643050"/>
            <a:ext cx="2857500" cy="3705225"/>
          </a:xfrm>
          <a:prstGeom prst="rect">
            <a:avLst/>
          </a:prstGeom>
          <a:noFill/>
        </p:spPr>
      </p:pic>
      <p:pic>
        <p:nvPicPr>
          <p:cNvPr id="7" name="Picture 4" descr="http://3.bp.blogspot.com/_Wfba03-RLqw/TTLHdmMwmvI/AAAAAAAAAdo/8QhuM9UL24A/s1600/planning-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2285992"/>
            <a:ext cx="3929090" cy="236971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Say what you see!</a:t>
            </a:r>
          </a:p>
        </p:txBody>
      </p:sp>
      <p:pic>
        <p:nvPicPr>
          <p:cNvPr id="22530" name="Picture 2" descr="http://www.epltalk.com/wp-content/uploads/2009/03/champions-league-logo.jpg"/>
          <p:cNvPicPr>
            <a:picLocks noChangeAspect="1" noChangeArrowheads="1"/>
          </p:cNvPicPr>
          <p:nvPr/>
        </p:nvPicPr>
        <p:blipFill>
          <a:blip r:embed="rId2"/>
          <a:srcRect r="-2058" b="11184"/>
          <a:stretch>
            <a:fillRect/>
          </a:stretch>
        </p:blipFill>
        <p:spPr bwMode="auto">
          <a:xfrm>
            <a:off x="285720" y="1643050"/>
            <a:ext cx="3071834" cy="2571768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357158" y="4143380"/>
            <a:ext cx="2928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dirty="0" smtClean="0"/>
              <a:t>?</a:t>
            </a:r>
            <a:endParaRPr lang="en-GB" sz="4000" dirty="0"/>
          </a:p>
        </p:txBody>
      </p:sp>
      <p:pic>
        <p:nvPicPr>
          <p:cNvPr id="22532" name="Picture 4" descr="http://www.treehugger.com/nations-reduce-emissions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1785926"/>
            <a:ext cx="4457700" cy="28765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143000"/>
          </a:xfrm>
        </p:spPr>
        <p:txBody>
          <a:bodyPr/>
          <a:lstStyle/>
          <a:p>
            <a:pPr eaLnBrk="1" hangingPunct="1"/>
            <a:r>
              <a:rPr lang="en-GB" smtClean="0"/>
              <a:t>Say what you see!</a:t>
            </a:r>
          </a:p>
        </p:txBody>
      </p:sp>
      <p:pic>
        <p:nvPicPr>
          <p:cNvPr id="21506" name="Picture 2" descr="http://www.k-state.edu/facilities/depts/images/lock.png"/>
          <p:cNvPicPr>
            <a:picLocks noChangeAspect="1" noChangeArrowheads="1"/>
          </p:cNvPicPr>
          <p:nvPr/>
        </p:nvPicPr>
        <p:blipFill>
          <a:blip r:embed="rId2"/>
          <a:srcRect l="18000" t="6000" r="15999" b="9999"/>
          <a:stretch>
            <a:fillRect/>
          </a:stretch>
        </p:blipFill>
        <p:spPr bwMode="auto">
          <a:xfrm>
            <a:off x="142844" y="1857364"/>
            <a:ext cx="2643206" cy="336408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2571736" y="2357430"/>
            <a:ext cx="1620957" cy="31547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199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R</a:t>
            </a:r>
            <a:endParaRPr lang="en-US" sz="199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21508" name="Picture 4" descr="http://www.escapingthe9to5.com/wp-content/uploads/2011/01/N0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2714620"/>
            <a:ext cx="2720979" cy="2720979"/>
          </a:xfrm>
          <a:prstGeom prst="rect">
            <a:avLst/>
          </a:prstGeom>
          <a:noFill/>
        </p:spPr>
      </p:pic>
      <p:pic>
        <p:nvPicPr>
          <p:cNvPr id="21510" name="Picture 6" descr="http://franceshunter.files.wordpress.com/2010/04/jay-treaty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29454" y="2214554"/>
            <a:ext cx="1951309" cy="307656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143000"/>
          </a:xfrm>
        </p:spPr>
        <p:txBody>
          <a:bodyPr/>
          <a:lstStyle/>
          <a:p>
            <a:pPr eaLnBrk="1" hangingPunct="1"/>
            <a:r>
              <a:rPr lang="en-GB" smtClean="0"/>
              <a:t>Say what you see!</a:t>
            </a:r>
          </a:p>
        </p:txBody>
      </p:sp>
      <p:pic>
        <p:nvPicPr>
          <p:cNvPr id="31746" name="Picture 2" descr="http://2.bp.blogspot.com/_rB9bEo4ecBE/TKjm4XVqo4I/AAAAAAAAAzA/vwP5b7iL9mo/s1600/345px-Labour_Party_sv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714488"/>
            <a:ext cx="3286125" cy="3190875"/>
          </a:xfrm>
          <a:prstGeom prst="rect">
            <a:avLst/>
          </a:prstGeom>
          <a:noFill/>
        </p:spPr>
      </p:pic>
      <p:pic>
        <p:nvPicPr>
          <p:cNvPr id="31748" name="Picture 4" descr="http://www.blurgroup.com/wordpress/wp-content/uploads/2011/04/stock-exchange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934" y="1785926"/>
            <a:ext cx="4611469" cy="30718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143000"/>
          </a:xfrm>
        </p:spPr>
        <p:txBody>
          <a:bodyPr/>
          <a:lstStyle/>
          <a:p>
            <a:pPr eaLnBrk="1" hangingPunct="1"/>
            <a:r>
              <a:rPr lang="en-GB" smtClean="0"/>
              <a:t>Say what you see!</a:t>
            </a:r>
          </a:p>
        </p:txBody>
      </p:sp>
      <p:pic>
        <p:nvPicPr>
          <p:cNvPr id="33794" name="Picture 2" descr="http://images.clipartof.com/thumbnails/94524-Royalty-Free-RF-Clipart-Illustration-Of-A-Strong-Man-In-A-Spotted-Outfit-Holding-Up-A-Barbell.jpg"/>
          <p:cNvPicPr>
            <a:picLocks noChangeAspect="1" noChangeArrowheads="1"/>
          </p:cNvPicPr>
          <p:nvPr/>
        </p:nvPicPr>
        <p:blipFill>
          <a:blip r:embed="rId2"/>
          <a:srcRect b="11765"/>
          <a:stretch>
            <a:fillRect/>
          </a:stretch>
        </p:blipFill>
        <p:spPr bwMode="auto">
          <a:xfrm>
            <a:off x="2786050" y="1714488"/>
            <a:ext cx="3571900" cy="3571901"/>
          </a:xfrm>
          <a:prstGeom prst="rect">
            <a:avLst/>
          </a:prstGeom>
          <a:noFill/>
        </p:spPr>
      </p:pic>
      <p:pic>
        <p:nvPicPr>
          <p:cNvPr id="33796" name="Picture 4" descr="http://sisterhoodofthegame.files.wordpress.com/2010/07/image-axd.jpeg"/>
          <p:cNvPicPr>
            <a:picLocks noChangeAspect="1" noChangeArrowheads="1"/>
          </p:cNvPicPr>
          <p:nvPr/>
        </p:nvPicPr>
        <p:blipFill>
          <a:blip r:embed="rId3"/>
          <a:srcRect l="8530" t="10040" r="9011" b="11646"/>
          <a:stretch>
            <a:fillRect/>
          </a:stretch>
        </p:blipFill>
        <p:spPr bwMode="auto">
          <a:xfrm>
            <a:off x="285720" y="3929066"/>
            <a:ext cx="2231064" cy="1500198"/>
          </a:xfrm>
          <a:prstGeom prst="rect">
            <a:avLst/>
          </a:prstGeom>
          <a:noFill/>
        </p:spPr>
      </p:pic>
      <p:pic>
        <p:nvPicPr>
          <p:cNvPr id="7" name="Picture 4" descr="http://sisterhoodofthegame.files.wordpress.com/2010/07/image-axd.jpeg"/>
          <p:cNvPicPr>
            <a:picLocks noChangeAspect="1" noChangeArrowheads="1"/>
          </p:cNvPicPr>
          <p:nvPr/>
        </p:nvPicPr>
        <p:blipFill>
          <a:blip r:embed="rId3"/>
          <a:srcRect l="8530" t="10040" r="9011" b="11646"/>
          <a:stretch>
            <a:fillRect/>
          </a:stretch>
        </p:blipFill>
        <p:spPr bwMode="auto">
          <a:xfrm>
            <a:off x="6072198" y="4000504"/>
            <a:ext cx="2231064" cy="15001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500034" y="285728"/>
            <a:ext cx="8229600" cy="1143000"/>
          </a:xfrm>
        </p:spPr>
        <p:txBody>
          <a:bodyPr/>
          <a:lstStyle/>
          <a:p>
            <a:pPr eaLnBrk="1" hangingPunct="1"/>
            <a:r>
              <a:rPr lang="en-GB" smtClean="0"/>
              <a:t>Say what you see!</a:t>
            </a:r>
          </a:p>
        </p:txBody>
      </p:sp>
      <p:pic>
        <p:nvPicPr>
          <p:cNvPr id="8" name="Picture 4" descr="http://3.bp.blogspot.com/-ud1weYDGtkw/TcF4E8j7AZI/AAAAAAAAALE/-1fDWq8EeGI/s320/roaring-lion1.jpg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643182"/>
            <a:ext cx="3048000" cy="22860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4429124" y="2857496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43570" y="2643182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86380" y="3143248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3438" y="3857628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16" y="4071942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29256" y="3786190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86578" y="2571744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01024" y="2357430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43834" y="2857496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00892" y="3571876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86710" y="3500438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72198" y="3714752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15074" y="3214686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00892" y="3143248"/>
            <a:ext cx="50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20</a:t>
            </a:r>
            <a:endParaRPr lang="en-GB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260</Words>
  <Application>Microsoft Office PowerPoint</Application>
  <PresentationFormat>On-screen Show (4:3)</PresentationFormat>
  <Paragraphs>76</Paragraphs>
  <Slides>20</Slides>
  <Notes>0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Gustav Stresemann (The Sequel)</vt:lpstr>
      <vt:lpstr>Problems Ahead!</vt:lpstr>
      <vt:lpstr>Read p262 and 263</vt:lpstr>
      <vt:lpstr>How far did the Weimar Republic recover after 1923?</vt:lpstr>
      <vt:lpstr>How far did the Weimar Republic recover after 1923?</vt:lpstr>
      <vt:lpstr>How far did the Weimar Republic recover after 1923?</vt:lpstr>
      <vt:lpstr>Debate</vt:lpstr>
      <vt:lpstr>Slide 8</vt:lpstr>
      <vt:lpstr>Slide 9</vt:lpstr>
      <vt:lpstr>Say what you see!</vt:lpstr>
      <vt:lpstr>Say what you see!</vt:lpstr>
      <vt:lpstr>Say what you see!</vt:lpstr>
      <vt:lpstr>Say what you see!</vt:lpstr>
      <vt:lpstr>Say what you see!</vt:lpstr>
      <vt:lpstr>Say what you see!</vt:lpstr>
      <vt:lpstr>Say what you see!</vt:lpstr>
      <vt:lpstr>Say what you see!</vt:lpstr>
      <vt:lpstr>Say what you see!</vt:lpstr>
      <vt:lpstr>Say what you see!</vt:lpstr>
      <vt:lpstr>Say what you see!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Gustav Streseman (The Sequel)</dc:title>
  <dc:creator>Lainey-bop</dc:creator>
  <cp:lastModifiedBy>sfx</cp:lastModifiedBy>
  <cp:revision>21</cp:revision>
  <dcterms:created xsi:type="dcterms:W3CDTF">2011-06-18T19:18:56Z</dcterms:created>
  <dcterms:modified xsi:type="dcterms:W3CDTF">2011-06-21T08:42:24Z</dcterms:modified>
</cp:coreProperties>
</file>