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8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B7E0-5ACA-4998-87A9-1900D497E606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E3D-27AC-4987-AFBC-45F8F23BF2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918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B7E0-5ACA-4998-87A9-1900D497E606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E3D-27AC-4987-AFBC-45F8F23BF2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756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B7E0-5ACA-4998-87A9-1900D497E606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E3D-27AC-4987-AFBC-45F8F23BF2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3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B7E0-5ACA-4998-87A9-1900D497E606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E3D-27AC-4987-AFBC-45F8F23BF2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7502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B7E0-5ACA-4998-87A9-1900D497E606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E3D-27AC-4987-AFBC-45F8F23BF2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653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B7E0-5ACA-4998-87A9-1900D497E606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E3D-27AC-4987-AFBC-45F8F23BF2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75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B7E0-5ACA-4998-87A9-1900D497E606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E3D-27AC-4987-AFBC-45F8F23BF2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569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B7E0-5ACA-4998-87A9-1900D497E606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E3D-27AC-4987-AFBC-45F8F23BF2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7797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B7E0-5ACA-4998-87A9-1900D497E606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E3D-27AC-4987-AFBC-45F8F23BF2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6767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B7E0-5ACA-4998-87A9-1900D497E606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E3D-27AC-4987-AFBC-45F8F23BF2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436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EB7E0-5ACA-4998-87A9-1900D497E606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E3D-27AC-4987-AFBC-45F8F23BF2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706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EB7E0-5ACA-4998-87A9-1900D497E606}" type="datetimeFigureOut">
              <a:rPr lang="en-AU" smtClean="0"/>
              <a:t>8/08/2013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EFE3D-27AC-4987-AFBC-45F8F23BF2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0425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google.com.au/url?sa=i&amp;rct=j&amp;q=kurt%20von%20schleicher&amp;source=images&amp;cd=&amp;cad=rja&amp;docid=QbYYVHl9rDKNrM&amp;tbnid=lf4WkO7tQEwszM:&amp;ved=0CAUQjRw&amp;url=http%3A%2F%2Fona.blog.so-net.ne.jp%2F_pages%2Fuser%2Fiphone%2Farticle%3Fname%3D2010-09-17&amp;ei=NgEDUuu4JsiekQWr34H4Dw&amp;bvm=bv.50310824,d.dGI&amp;psig=AFQjCNFZF9Auf3G_pSe_BnrEsKHF43tKLw&amp;ust=1376015007750194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hyperlink" Target="http://www.google.com.au/url?sa=i&amp;rct=j&amp;q=franz%20von%20papen&amp;source=images&amp;cd=&amp;cad=rja&amp;docid=6HPt3mJeB55hbM&amp;tbnid=owR81wj-SCueBM:&amp;ved=0CAUQjRw&amp;url=http%3A%2F%2Fpropagander3.tripod.com%2Fnur16.html&amp;ei=kwEDUsnQF42glQXb3YGICw&amp;bvm=bv.50310824,d.dGI&amp;psig=AFQjCNEYEHLPgC2yFBkeJjxV5lGY6sOqbg&amp;ust=1376015111253867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11663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Kurt Von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b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Franz von Papen</a:t>
            </a:r>
            <a:endParaRPr lang="en-A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5661248"/>
            <a:ext cx="6400800" cy="838944"/>
          </a:xfrm>
        </p:spPr>
        <p:txBody>
          <a:bodyPr/>
          <a:lstStyle/>
          <a:p>
            <a:r>
              <a:rPr lang="en-AU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Hitler’s unwitting enablers.</a:t>
            </a:r>
            <a:endParaRPr lang="en-AU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http://ona.c.blog.so-net.ne.jp/_images/blog/_1d6/ona/Kurt20von20Schleicher.jpg?c=a1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060848"/>
            <a:ext cx="2376264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t0.gstatic.com/images?q=tbn:ANd9GcRF033szxM-a7Qc_jchricThQLDs7UuHBl1uO-3yFDk_tCeHv2lkg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3" y="2060848"/>
            <a:ext cx="2134592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404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048672"/>
          </a:xfrm>
        </p:spPr>
        <p:txBody>
          <a:bodyPr/>
          <a:lstStyle/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Kurt von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was the head of the army’s political bureau in 1929, Defence Minister in 1930 and Chancellor in 1932-33.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was seen as a secretive manipulator and believed in establishing a authoritarian Presidential regime backed by a strong army.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Hitler’s sharp rise in popularity in 1930 saw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intensify his efforts to win his support.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believed that it was necessary to cooperate with the Nazi’s to achieve his aims.</a:t>
            </a:r>
            <a:endParaRPr lang="en-A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78830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264696"/>
          </a:xfrm>
        </p:spPr>
        <p:txBody>
          <a:bodyPr>
            <a:normAutofit fontScale="92500" lnSpcReduction="10000"/>
          </a:bodyPr>
          <a:lstStyle/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early 1932, while Defence Minister,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approached Hitler with the view to secure his support in a change of government.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Hitler demanded that fresh elections be called and a ban that existed against his SA paramilitary wing be lifted.</a:t>
            </a:r>
          </a:p>
          <a:p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confident that he could control Hitler and the Nazis, agreed to his terms.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Through the use of malicious rumormongering and back room dealing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forced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to resign as Chancellor on 30 May, 1932.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Franz von Papen was recommended as a replacement as leader of the Reichstag.</a:t>
            </a:r>
            <a:endParaRPr lang="en-A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862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20680"/>
          </a:xfrm>
        </p:spPr>
        <p:txBody>
          <a:bodyPr>
            <a:noAutofit/>
          </a:bodyPr>
          <a:lstStyle/>
          <a:p>
            <a:r>
              <a:rPr lang="en-AU" sz="33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Franz von Papen was an associate of </a:t>
            </a:r>
            <a:r>
              <a:rPr lang="en-AU" sz="33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sz="33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who had been approached about the position only a few days before </a:t>
            </a:r>
            <a:r>
              <a:rPr lang="en-AU" sz="33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Brunings</a:t>
            </a:r>
            <a:r>
              <a:rPr lang="en-AU" sz="33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resignation.</a:t>
            </a:r>
          </a:p>
          <a:p>
            <a:r>
              <a:rPr lang="en-AU" sz="33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was a politician without a party when he was appointed as Chancellor on 31 May, 1932.</a:t>
            </a:r>
          </a:p>
          <a:p>
            <a:r>
              <a:rPr lang="en-AU" sz="33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was to govern without a parliamentary majority and had to rely on Presidential decrees and the toleration of the Nazis.</a:t>
            </a:r>
          </a:p>
        </p:txBody>
      </p:sp>
    </p:spTree>
    <p:extLst>
      <p:ext uri="{BB962C8B-B14F-4D97-AF65-F5344CB8AC3E}">
        <p14:creationId xmlns:p14="http://schemas.microsoft.com/office/powerpoint/2010/main" val="1050589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92500" lnSpcReduction="10000"/>
          </a:bodyPr>
          <a:lstStyle/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nature of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Papens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position was made clear in a exchange between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another minister: The minister said to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that Papen had no “head” for politics.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replied “</a:t>
            </a:r>
            <a:r>
              <a:rPr lang="en-AU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doesn’t need a head.  His job is to be a hat”.</a:t>
            </a:r>
          </a:p>
          <a:p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Papen planned to manipulate the growing Nazi party to formulate their own system of government. They were still confident that they could control Hitler.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June 16 they followed through on their promise to Hitler and lifted the ban on the SA. This would be another serious miscalculation.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4850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20680"/>
          </a:xfrm>
        </p:spPr>
        <p:txBody>
          <a:bodyPr>
            <a:normAutofit fontScale="85000" lnSpcReduction="10000"/>
          </a:bodyPr>
          <a:lstStyle/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early 1933 the Reichstag had effectively ceased to function.  Successive Chancellors had to rely executive powers to pass legislation due to the inability of any party to gain a majority.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Rifts began to appear between the equally ambitious </a:t>
            </a:r>
            <a:r>
              <a:rPr lang="en-AU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Schleicher</a:t>
            </a:r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Papen.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an attempt to see off his rival, Papen hatched a plan to persuade President Hindenburg to install Hitler as Chancellor and him as Vice Chancellor.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 argued that power would serve as a motivation for Hitler to moderate his policies.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Hitler was installed as Chancellor on 30 January 1933.</a:t>
            </a:r>
          </a:p>
          <a:p>
            <a:r>
              <a:rPr lang="en-AU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Papen would not have to wait long to realise how wrong he was.</a:t>
            </a:r>
            <a:endParaRPr lang="en-AU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394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462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Kurt Von Schleicher &amp; Franz von Papen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ARKSWA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Kurt Von Schleicher &amp; Franz von Papen</dc:title>
  <dc:creator>Kieren</dc:creator>
  <cp:lastModifiedBy>Kieren</cp:lastModifiedBy>
  <cp:revision>11</cp:revision>
  <dcterms:created xsi:type="dcterms:W3CDTF">2013-08-08T02:19:46Z</dcterms:created>
  <dcterms:modified xsi:type="dcterms:W3CDTF">2013-08-09T05:39:49Z</dcterms:modified>
</cp:coreProperties>
</file>