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88" r:id="rId4"/>
    <p:sldId id="289" r:id="rId5"/>
    <p:sldId id="262" r:id="rId6"/>
    <p:sldId id="285" r:id="rId7"/>
    <p:sldId id="290" r:id="rId8"/>
    <p:sldId id="291" r:id="rId9"/>
    <p:sldId id="278" r:id="rId10"/>
    <p:sldId id="268" r:id="rId11"/>
    <p:sldId id="287" r:id="rId12"/>
    <p:sldId id="29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D83B-8ADD-45C0-BD2B-F38F11265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47B42-B377-4829-A90F-3D74E2709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FF287-F387-45C7-8866-F397B2B9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72971-24E3-46D4-BF55-AFD2FB84F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FC2E1-195A-4A40-BE2C-1F9A869E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31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2879-43DD-428D-8ED2-D24250D3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0EC48-4CA1-472D-84E1-0D8942842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CA10-E591-43A3-A784-8DA4C52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4B458-F8B1-4919-8B39-F58B9674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3B909-1A37-4F43-B4A5-F302E45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27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EDA7-1907-4F54-8470-73A80AED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0F349-09B0-493E-A667-979F7CFA4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027C4-074C-463E-9913-C8E43DE04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D7528-F41F-4369-B6F5-47537CC81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99E53-7294-4A0E-B867-22593CC0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A3D-4B3F-4731-A873-80F1ABC0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79461-26CD-4E5D-8114-A90C98C00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0228-F082-4DFD-95C5-C0EEB8ECD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6A10-C048-4D88-8D88-8AB4FD66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24607-E463-4F1A-B554-79C61A2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9CA4B-4AB5-43B4-B49A-85C63FF06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44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0322-0D59-4817-8148-572B59603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FE548-7271-4108-B3E7-5CFEC31E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96C51-64E4-4CC8-8096-CB4CE43E9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70E15-569D-4813-B350-AE3FBA26C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BA66B-AF25-48AF-A85B-C8DC9786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E97A7-71ED-4A97-8B0A-B81989AB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B36D1-90F9-4595-A8DA-A8F0D1341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4A2A7-BCC5-49C5-B548-189FEC17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8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BC04A-693B-40D3-8593-1D1EA7CE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8338-988D-463A-8D65-1055D175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0113-526B-4A57-84BB-FFC1999C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26FD8-7187-4918-9230-41540979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8388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FE9E5-DD64-4F8B-B780-7426941C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F1471-E25B-4661-ABAC-D789E265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D9CAC-F0E2-4BDA-B9FA-6BAA78AC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73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F629B-CBBE-4FAC-B37F-0EA6E6BF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5CFB-E750-47C0-AC1F-E4A84B85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CAA17-FA5E-4807-A2E5-33805E95C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90092-61B5-4743-B241-960593A7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AC03E-3F44-4CC4-9E36-1A7A1FE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A7925-B678-4D09-8B96-C3E76A9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133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23E4-2646-4CED-840E-6494AC674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9883AD-B8F1-48E0-A98F-E0DA01C3B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43284-DF45-4D64-8DAD-A23CC629E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D0D31-85C6-48F7-8989-B71492B6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631A0-F2CD-4964-B01C-B405D8DBD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C5074-A4CA-4E41-9E8F-7B762A910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640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5503F-3C07-419A-A06A-5BF0830A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56E0D-9408-4062-9D7E-664E5EF12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0F889-65B4-4439-9C8C-699F40776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6F50B-D3DC-4EFB-858E-58BA8737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7632-7E05-4EF6-BB89-6D996619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9111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613543-DECE-47B2-BE1C-9641326E5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4856A-3317-4A16-8673-7256B3FA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AEDC2-311F-4D61-939C-C2EA9D9D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1AD8-257A-4EF4-844E-B1EBEE0F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B3EF7-418C-4FF6-AB38-9A4EB31B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68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0E0D7-F488-4033-89A2-754D398C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8A8D9-2DCC-4A71-84EF-F643A964E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4BF8E-F90C-48C1-8D04-7CA323A0F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8BDEC-7D89-4C8D-893C-705DACB5379B}" type="datetimeFigureOut">
              <a:rPr lang="en-AU" smtClean="0"/>
              <a:t>8/03/2019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C96B-5C41-48A9-B215-9AF37C8C68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E66A-7ECA-4A02-B24C-C0AEC9D28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E5CF0-F96C-456C-B343-DD65FCCEB87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8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XgkuM2NhY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74CC-0888-412A-95C7-09FE31C007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434" y="1272889"/>
            <a:ext cx="7653132" cy="2747272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en-AU" sz="8900" b="1" dirty="0">
                <a:latin typeface="Calisto MT" panose="02040603050505030304" pitchFamily="18" charset="0"/>
              </a:rPr>
              <a:t>History Heroes</a:t>
            </a: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/>
            </a:r>
            <a:br>
              <a:rPr lang="en-AU" dirty="0">
                <a:latin typeface="Calisto MT" panose="02040603050505030304" pitchFamily="18" charset="0"/>
              </a:rPr>
            </a:br>
            <a:r>
              <a:rPr lang="en-AU" dirty="0">
                <a:latin typeface="Calisto MT" panose="02040603050505030304" pitchFamily="18" charset="0"/>
              </a:rPr>
              <a:t>Term 1, Week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BB51DB-113C-418D-84A6-6792717DA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9052" y="5947435"/>
            <a:ext cx="8013895" cy="55183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>
                <a:hlinkClick r:id="rId2"/>
              </a:rPr>
              <a:t>https://www.youtube.com/watch?v=lXgkuM2NhYI</a:t>
            </a:r>
            <a:r>
              <a:rPr lang="en-AU" dirty="0"/>
              <a:t> 0.50-1.00 </a:t>
            </a:r>
          </a:p>
        </p:txBody>
      </p:sp>
    </p:spTree>
    <p:extLst>
      <p:ext uri="{BB962C8B-B14F-4D97-AF65-F5344CB8AC3E}">
        <p14:creationId xmlns:p14="http://schemas.microsoft.com/office/powerpoint/2010/main" val="226374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1 (2 marks)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Who was William Taft?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955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 smtClean="0">
                <a:latin typeface="Calisto MT" panose="02040603050505030304" pitchFamily="18" charset="0"/>
              </a:rPr>
              <a:t>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year did America enter WW1?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434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3</a:t>
            </a:r>
            <a:r>
              <a:rPr lang="en-AU" sz="7000" dirty="0" smtClean="0">
                <a:latin typeface="Calisto MT" panose="02040603050505030304" pitchFamily="18" charset="0"/>
              </a:rPr>
              <a:t> (2 marks)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dirty="0" smtClean="0">
                <a:latin typeface="Calisto MT" panose="02040603050505030304" pitchFamily="18" charset="0"/>
              </a:rPr>
              <a:t>What was one economic impact of WW1 on America?</a:t>
            </a:r>
            <a:endParaRPr lang="en-AU" sz="6000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21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213" y="1743006"/>
            <a:ext cx="9975574" cy="337198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AU" sz="13000" b="1" dirty="0">
                <a:latin typeface="Calisto MT" panose="020406030505050303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388521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 smtClean="0">
                <a:latin typeface="Calisto MT" panose="02040603050505030304" pitchFamily="18" charset="0"/>
              </a:rPr>
              <a:t>1 (2 marks)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Republican President from 1908-1912.</a:t>
            </a:r>
          </a:p>
          <a:p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Sought to end laissez-faire politics. </a:t>
            </a:r>
          </a:p>
          <a:p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Believed in economic diplomacy, rather than military might.</a:t>
            </a:r>
            <a:endParaRPr lang="en-AU" sz="5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6000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541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2</a:t>
            </a:r>
            <a:r>
              <a:rPr lang="en-AU" sz="7000" dirty="0" smtClean="0">
                <a:latin typeface="Calisto MT" panose="02040603050505030304" pitchFamily="18" charset="0"/>
              </a:rPr>
              <a:t> </a:t>
            </a:r>
            <a:r>
              <a:rPr lang="en-AU" sz="7000" dirty="0" smtClean="0">
                <a:latin typeface="Calisto MT" panose="02040603050505030304" pitchFamily="18" charset="0"/>
              </a:rPr>
              <a:t>(1 mark)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AU" sz="6000" dirty="0" smtClean="0">
              <a:latin typeface="Calisto MT" panose="02040603050505030304" pitchFamily="18" charset="0"/>
            </a:endParaRPr>
          </a:p>
          <a:p>
            <a:pPr marL="0" indent="0">
              <a:buNone/>
            </a:pPr>
            <a:endParaRPr lang="en-AU" sz="6000" dirty="0">
              <a:latin typeface="Calisto MT" panose="02040603050505030304" pitchFamily="18" charset="0"/>
            </a:endParaRPr>
          </a:p>
          <a:p>
            <a:pPr marL="0" indent="0">
              <a:buNone/>
            </a:pPr>
            <a:r>
              <a:rPr lang="en-AU" sz="6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1917</a:t>
            </a:r>
            <a:endParaRPr lang="en-AU" sz="6000" b="1" dirty="0">
              <a:solidFill>
                <a:srgbClr val="FF0000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86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DF3F3-3F8C-4B69-BD0E-62522D444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AU" sz="7000" dirty="0">
                <a:latin typeface="Calisto MT" panose="02040603050505030304" pitchFamily="18" charset="0"/>
              </a:rPr>
              <a:t>Question </a:t>
            </a:r>
            <a:r>
              <a:rPr lang="en-AU" sz="7000" dirty="0">
                <a:latin typeface="Calisto MT" panose="02040603050505030304" pitchFamily="18" charset="0"/>
              </a:rPr>
              <a:t>3</a:t>
            </a:r>
            <a:r>
              <a:rPr lang="en-AU" sz="7000" dirty="0" smtClean="0">
                <a:latin typeface="Calisto MT" panose="02040603050505030304" pitchFamily="18" charset="0"/>
              </a:rPr>
              <a:t> (2 marks)</a:t>
            </a:r>
            <a:endParaRPr lang="en-AU" sz="7000" dirty="0"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5000" b="1" dirty="0" smtClean="0">
                <a:solidFill>
                  <a:srgbClr val="FF0000"/>
                </a:solidFill>
                <a:latin typeface="Calisto MT" panose="02040603050505030304" pitchFamily="18" charset="0"/>
              </a:rPr>
              <a:t>America’s economy boomed during WW1 as industries in Germany and Britain were halted by war and American companies supplied ammunition and food to the allies.</a:t>
            </a:r>
          </a:p>
        </p:txBody>
      </p:sp>
    </p:spTree>
    <p:extLst>
      <p:ext uri="{BB962C8B-B14F-4D97-AF65-F5344CB8AC3E}">
        <p14:creationId xmlns:p14="http://schemas.microsoft.com/office/powerpoint/2010/main" val="59763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5B982-CF80-4C22-91D1-2833784C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935" y="1315278"/>
            <a:ext cx="4224130" cy="4227443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AU" sz="6000" b="1" dirty="0">
                <a:latin typeface="Calisto MT" panose="02040603050505030304" pitchFamily="18" charset="0"/>
              </a:rPr>
              <a:t>Total</a:t>
            </a:r>
          </a:p>
          <a:p>
            <a:pPr marL="0" indent="0">
              <a:buNone/>
            </a:pPr>
            <a:endParaRPr lang="en-AU" sz="6000" b="1" dirty="0">
              <a:latin typeface="Calisto MT" panose="02040603050505030304" pitchFamily="18" charset="0"/>
            </a:endParaRPr>
          </a:p>
          <a:p>
            <a:pPr marL="0" indent="0" algn="ctr">
              <a:buNone/>
            </a:pPr>
            <a:r>
              <a:rPr lang="en-AU" sz="6000" b="1" dirty="0" smtClean="0">
                <a:latin typeface="Calisto MT" panose="02040603050505030304" pitchFamily="18" charset="0"/>
              </a:rPr>
              <a:t>/</a:t>
            </a:r>
            <a:r>
              <a:rPr lang="en-AU" sz="6000" b="1" dirty="0">
                <a:latin typeface="Calisto MT" panose="0204060305050503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12798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83493" y="215822"/>
            <a:ext cx="5145271" cy="641773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2Left"/>
              <a:lightRig rig="threePt" dir="t"/>
            </a:scene3d>
          </a:bodyPr>
          <a:lstStyle/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Source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of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the </a:t>
            </a:r>
          </a:p>
          <a:p>
            <a:pPr algn="ctr"/>
            <a:r>
              <a:rPr lang="en-US" sz="10000" b="1" cap="none" spc="50" dirty="0">
                <a:ln w="28575" cmpd="sng">
                  <a:solidFill>
                    <a:schemeClr val="tx1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glow rad="38100">
                    <a:schemeClr val="tx1">
                      <a:alpha val="40000"/>
                    </a:schemeClr>
                  </a:glow>
                </a:effectLst>
              </a:rPr>
              <a:t>week!</a:t>
            </a:r>
          </a:p>
        </p:txBody>
      </p:sp>
      <p:pic>
        <p:nvPicPr>
          <p:cNvPr id="1026" name="Picture 2" descr="Image result for aioli sauce co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793" y="1330036"/>
            <a:ext cx="4364182" cy="4364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764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09513" y="2219498"/>
            <a:ext cx="2103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Circa 1917</a:t>
            </a:r>
          </a:p>
          <a:p>
            <a:endParaRPr lang="en-AU" sz="1200" dirty="0"/>
          </a:p>
          <a:p>
            <a:r>
              <a:rPr lang="en-AU" sz="1200" dirty="0" smtClean="0"/>
              <a:t>H. </a:t>
            </a:r>
            <a:r>
              <a:rPr lang="en-AU" sz="1200" dirty="0" err="1" smtClean="0"/>
              <a:t>Bressler</a:t>
            </a:r>
            <a:endParaRPr lang="en-AU" sz="1200" dirty="0" smtClean="0"/>
          </a:p>
          <a:p>
            <a:endParaRPr lang="en-AU" sz="1200" dirty="0"/>
          </a:p>
          <a:p>
            <a:r>
              <a:rPr lang="en-AU" sz="1200" dirty="0" smtClean="0"/>
              <a:t>Imperial War Museum</a:t>
            </a:r>
            <a:endParaRPr lang="en-AU" sz="1200" dirty="0"/>
          </a:p>
        </p:txBody>
      </p:sp>
      <p:pic>
        <p:nvPicPr>
          <p:cNvPr id="1026" name="Picture 2" descr="Image result for help uncle sam stamp out the kai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920" y="132617"/>
            <a:ext cx="4324985" cy="646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8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analysis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Liberty loans - sold </a:t>
            </a:r>
            <a:r>
              <a:rPr lang="en-AU" dirty="0"/>
              <a:t>in the United States to support the allied cause in World War I. </a:t>
            </a:r>
            <a:endParaRPr lang="en-AU" dirty="0" smtClean="0"/>
          </a:p>
          <a:p>
            <a:r>
              <a:rPr lang="en-AU" dirty="0" smtClean="0"/>
              <a:t>Sold through commercial banks</a:t>
            </a:r>
          </a:p>
          <a:p>
            <a:r>
              <a:rPr lang="en-AU" dirty="0" smtClean="0"/>
              <a:t>Government needed money to finance the war</a:t>
            </a:r>
          </a:p>
          <a:p>
            <a:r>
              <a:rPr lang="en-AU" dirty="0" smtClean="0"/>
              <a:t>Third Liberty Loan campaign</a:t>
            </a:r>
          </a:p>
          <a:p>
            <a:r>
              <a:rPr lang="en-AU" dirty="0" smtClean="0"/>
              <a:t>Patriotic duty</a:t>
            </a:r>
          </a:p>
          <a:p>
            <a:r>
              <a:rPr lang="en-AU" dirty="0"/>
              <a:t>Propaganda - information, especially of a biased or misleading nature, used to promote a political cause or point of view.</a:t>
            </a:r>
          </a:p>
        </p:txBody>
      </p:sp>
    </p:spTree>
    <p:extLst>
      <p:ext uri="{BB962C8B-B14F-4D97-AF65-F5344CB8AC3E}">
        <p14:creationId xmlns:p14="http://schemas.microsoft.com/office/powerpoint/2010/main" val="405436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189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Calisto MT</vt:lpstr>
      <vt:lpstr>Office Theme</vt:lpstr>
      <vt:lpstr>History Heroes  Term 1, Week 5</vt:lpstr>
      <vt:lpstr>Question 1 (2 marks)</vt:lpstr>
      <vt:lpstr>Question 2 (1 mark)</vt:lpstr>
      <vt:lpstr>Question 3 (2 marks)</vt:lpstr>
      <vt:lpstr>ANSWERS</vt:lpstr>
      <vt:lpstr>Question 1 (2 marks)</vt:lpstr>
      <vt:lpstr>Question 2 (1 mark)</vt:lpstr>
      <vt:lpstr>Question 3 (2 marks)</vt:lpstr>
      <vt:lpstr>PowerPoint Presentation</vt:lpstr>
      <vt:lpstr>PowerPoint Presentation</vt:lpstr>
      <vt:lpstr>PowerPoint Presentation</vt:lpstr>
      <vt:lpstr>Source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  Term 1, Week 1</dc:title>
  <dc:creator>Natasha Hawkes</dc:creator>
  <cp:lastModifiedBy>HAWKES Natasha [Narrogin Senior High School]</cp:lastModifiedBy>
  <cp:revision>27</cp:revision>
  <dcterms:created xsi:type="dcterms:W3CDTF">2019-01-31T09:47:01Z</dcterms:created>
  <dcterms:modified xsi:type="dcterms:W3CDTF">2019-03-07T23:59:59Z</dcterms:modified>
</cp:coreProperties>
</file>