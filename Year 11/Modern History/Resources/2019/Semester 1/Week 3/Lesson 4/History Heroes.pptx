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0" r:id="rId5"/>
    <p:sldId id="271" r:id="rId6"/>
    <p:sldId id="272" r:id="rId7"/>
    <p:sldId id="262" r:id="rId8"/>
    <p:sldId id="273" r:id="rId9"/>
    <p:sldId id="274" r:id="rId10"/>
    <p:sldId id="275" r:id="rId11"/>
    <p:sldId id="280" r:id="rId12"/>
    <p:sldId id="277" r:id="rId13"/>
    <p:sldId id="278" r:id="rId14"/>
    <p:sldId id="268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4D83B-8ADD-45C0-BD2B-F38F11265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A47B42-B377-4829-A90F-3D74E2709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FF287-F387-45C7-8866-F397B2B9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72971-24E3-46D4-BF55-AFD2FB84F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FC2E1-195A-4A40-BE2C-1F9A869E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2318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02879-43DD-428D-8ED2-D24250D3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0EC48-4CA1-472D-84E1-0D8942842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3CA10-E591-43A3-A784-8DA4C522D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4B458-F8B1-4919-8B39-F58B9674B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3B909-1A37-4F43-B4A5-F302E45B8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927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DEDA7-1907-4F54-8470-73A80AED1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0F349-09B0-493E-A667-979F7CFA4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027C4-074C-463E-9913-C8E43DE04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D7528-F41F-4369-B6F5-47537CC81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99E53-7294-4A0E-B867-22593CC07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032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8CA3D-4B3F-4731-A873-80F1ABC09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79461-26CD-4E5D-8114-A90C98C00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00228-F082-4DFD-95C5-C0EEB8ECD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66A10-C048-4D88-8D88-8AB4FD661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24607-E463-4F1A-B554-79C61A267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9CA4B-4AB5-43B4-B49A-85C63FF06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844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D0322-0D59-4817-8148-572B59603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FE548-7271-4108-B3E7-5CFEC31E2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96C51-64E4-4CC8-8096-CB4CE43E9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E70E15-569D-4813-B350-AE3FBA26C1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2BA66B-AF25-48AF-A85B-C8DC9786B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7E97A7-71ED-4A97-8B0A-B81989AB0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9B36D1-90F9-4595-A8DA-A8F0D1341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4A2A7-BCC5-49C5-B548-189FEC17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1680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BC04A-693B-40D3-8593-1D1EA7CE8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C8338-988D-463A-8D65-1055D1752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70113-526B-4A57-84BB-FFC1999C6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26FD8-7187-4918-9230-41540979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8388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DFE9E5-DD64-4F8B-B780-7426941C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F1471-E25B-4661-ABAC-D789E265E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D9CAC-F0E2-4BDA-B9FA-6BAA78AC8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073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F629B-CBBE-4FAC-B37F-0EA6E6BF4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D5CFB-E750-47C0-AC1F-E4A84B85D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CAA17-FA5E-4807-A2E5-33805E95C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90092-61B5-4743-B241-960593A7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AC03E-3F44-4CC4-9E36-1A7A1FE9E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A7925-B678-4D09-8B96-C3E76A99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1133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723E4-2646-4CED-840E-6494AC674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9883AD-B8F1-48E0-A98F-E0DA01C3B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43284-DF45-4D64-8DAD-A23CC629E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D0D31-85C6-48F7-8989-B71492B6C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631A0-F2CD-4964-B01C-B405D8DBD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C5074-A4CA-4E41-9E8F-7B762A910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6402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5503F-3C07-419A-A06A-5BF0830AD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56E0D-9408-4062-9D7E-664E5EF12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0F889-65B4-4439-9C8C-699F40776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6F50B-D3DC-4EFB-858E-58BA8737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07632-7E05-4EF6-BB89-6D996619A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9111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613543-DECE-47B2-BE1C-9641326E5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4856A-3317-4A16-8673-7256B3FA2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AEDC2-311F-4D61-939C-C2EA9D9D3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B1AD8-257A-4EF4-844E-B1EBEE0F0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B3EF7-418C-4FF6-AB38-9A4EB31BC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684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40E0D7-F488-4033-89A2-754D398C6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8A8D9-2DCC-4A71-84EF-F643A964E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4BF8E-F90C-48C1-8D04-7CA323A0FA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8BDEC-7D89-4C8D-893C-705DACB5379B}" type="datetimeFigureOut">
              <a:rPr lang="en-AU" smtClean="0"/>
              <a:t>21/02/2019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EC96B-5C41-48A9-B215-9AF37C8C68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5E66A-7ECA-4A02-B24C-C0AEC9D28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2873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lXgkuM2NhY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974CC-0888-412A-95C7-09FE31C007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9434" y="1272889"/>
            <a:ext cx="7653132" cy="274727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AU" sz="8900" b="1" dirty="0">
                <a:latin typeface="Calisto MT" panose="02040603050505030304" pitchFamily="18" charset="0"/>
              </a:rPr>
              <a:t>History Heroes</a:t>
            </a:r>
            <a:r>
              <a:rPr lang="en-AU" dirty="0">
                <a:latin typeface="Calisto MT" panose="02040603050505030304" pitchFamily="18" charset="0"/>
              </a:rPr>
              <a:t/>
            </a:r>
            <a:br>
              <a:rPr lang="en-AU" dirty="0">
                <a:latin typeface="Calisto MT" panose="02040603050505030304" pitchFamily="18" charset="0"/>
              </a:rPr>
            </a:br>
            <a:r>
              <a:rPr lang="en-AU" dirty="0">
                <a:latin typeface="Calisto MT" panose="02040603050505030304" pitchFamily="18" charset="0"/>
              </a:rPr>
              <a:t/>
            </a:r>
            <a:br>
              <a:rPr lang="en-AU" dirty="0">
                <a:latin typeface="Calisto MT" panose="02040603050505030304" pitchFamily="18" charset="0"/>
              </a:rPr>
            </a:br>
            <a:r>
              <a:rPr lang="en-AU" dirty="0">
                <a:latin typeface="Calisto MT" panose="02040603050505030304" pitchFamily="18" charset="0"/>
              </a:rPr>
              <a:t>Term 1, </a:t>
            </a:r>
            <a:r>
              <a:rPr lang="en-AU">
                <a:latin typeface="Calisto MT" panose="02040603050505030304" pitchFamily="18" charset="0"/>
              </a:rPr>
              <a:t>Week 3</a:t>
            </a:r>
            <a:endParaRPr lang="en-AU" dirty="0">
              <a:latin typeface="Calisto MT" panose="0204060305050503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BB51DB-113C-418D-84A6-6792717DA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9052" y="5947435"/>
            <a:ext cx="8013895" cy="551839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>
                <a:hlinkClick r:id="rId2"/>
              </a:rPr>
              <a:t>https://www.youtube.com/watch?v=lXgkuM2NhYI</a:t>
            </a:r>
            <a:r>
              <a:rPr lang="en-AU" dirty="0"/>
              <a:t> 0.50-1.00 </a:t>
            </a:r>
          </a:p>
        </p:txBody>
      </p:sp>
    </p:spTree>
    <p:extLst>
      <p:ext uri="{BB962C8B-B14F-4D97-AF65-F5344CB8AC3E}">
        <p14:creationId xmlns:p14="http://schemas.microsoft.com/office/powerpoint/2010/main" val="2263745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1 (1 mark full name)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dirty="0">
                <a:latin typeface="Calisto MT" panose="02040603050505030304" pitchFamily="18" charset="0"/>
              </a:rPr>
              <a:t>Which President abolished slavery in 1865?</a:t>
            </a:r>
          </a:p>
        </p:txBody>
      </p:sp>
    </p:spTree>
    <p:extLst>
      <p:ext uri="{BB962C8B-B14F-4D97-AF65-F5344CB8AC3E}">
        <p14:creationId xmlns:p14="http://schemas.microsoft.com/office/powerpoint/2010/main" val="1020806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5000" dirty="0">
                <a:latin typeface="Calisto MT" panose="02040603050505030304" pitchFamily="18" charset="0"/>
              </a:rPr>
              <a:t>Question 2 (9 marks, 1 for each state)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dirty="0">
                <a:latin typeface="Calisto MT" panose="02040603050505030304" pitchFamily="18" charset="0"/>
              </a:rPr>
              <a:t>Which US states make up the West region of USA?</a:t>
            </a:r>
          </a:p>
        </p:txBody>
      </p:sp>
    </p:spTree>
    <p:extLst>
      <p:ext uri="{BB962C8B-B14F-4D97-AF65-F5344CB8AC3E}">
        <p14:creationId xmlns:p14="http://schemas.microsoft.com/office/powerpoint/2010/main" val="455256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3 (2 marks)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dirty="0">
                <a:latin typeface="Calisto MT" panose="02040603050505030304" pitchFamily="18" charset="0"/>
              </a:rPr>
              <a:t>From the 1850s which were the two main political parties?</a:t>
            </a:r>
          </a:p>
        </p:txBody>
      </p:sp>
    </p:spTree>
    <p:extLst>
      <p:ext uri="{BB962C8B-B14F-4D97-AF65-F5344CB8AC3E}">
        <p14:creationId xmlns:p14="http://schemas.microsoft.com/office/powerpoint/2010/main" val="2433955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4 (1 mark)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How many immigrants entered USA betwee</a:t>
            </a:r>
            <a:r>
              <a:rPr lang="en-AU" sz="6000" dirty="0" smtClean="0">
                <a:latin typeface="Calisto MT" panose="02040603050505030304" pitchFamily="18" charset="0"/>
              </a:rPr>
              <a:t>n 1850 and 1914?</a:t>
            </a:r>
            <a:endParaRPr lang="en-AU" sz="60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947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5 (1 mark)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dirty="0">
                <a:latin typeface="Calisto MT" panose="02040603050505030304" pitchFamily="18" charset="0"/>
              </a:rPr>
              <a:t>Define ‘mass consumption’.</a:t>
            </a:r>
          </a:p>
        </p:txBody>
      </p:sp>
    </p:spTree>
    <p:extLst>
      <p:ext uri="{BB962C8B-B14F-4D97-AF65-F5344CB8AC3E}">
        <p14:creationId xmlns:p14="http://schemas.microsoft.com/office/powerpoint/2010/main" val="3220006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213" y="1743006"/>
            <a:ext cx="9975574" cy="337198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AU" sz="13000" b="1" dirty="0">
                <a:latin typeface="Calisto MT" panose="02040603050505030304" pitchFamily="18" charset="0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3388521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1 (1 mark full name)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6000" dirty="0">
                <a:latin typeface="Calisto MT" panose="02040603050505030304" pitchFamily="18" charset="0"/>
              </a:rPr>
              <a:t>Which President abolished slavery in 1865?</a:t>
            </a:r>
          </a:p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b="1" dirty="0">
                <a:solidFill>
                  <a:srgbClr val="FF0000"/>
                </a:solidFill>
                <a:latin typeface="Calisto MT" panose="02040603050505030304" pitchFamily="18" charset="0"/>
              </a:rPr>
              <a:t>Abraham Lincoln</a:t>
            </a:r>
          </a:p>
        </p:txBody>
      </p:sp>
    </p:spTree>
    <p:extLst>
      <p:ext uri="{BB962C8B-B14F-4D97-AF65-F5344CB8AC3E}">
        <p14:creationId xmlns:p14="http://schemas.microsoft.com/office/powerpoint/2010/main" val="2301045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5000" dirty="0">
                <a:latin typeface="Calisto MT" panose="02040603050505030304" pitchFamily="18" charset="0"/>
              </a:rPr>
              <a:t>Question 2 (9 marks, 1 for each state)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6000" dirty="0">
                <a:latin typeface="Calisto MT" panose="02040603050505030304" pitchFamily="18" charset="0"/>
              </a:rPr>
              <a:t>Which US states make up the West region of USA?</a:t>
            </a:r>
          </a:p>
          <a:p>
            <a:pPr marL="0" indent="0">
              <a:buNone/>
            </a:pPr>
            <a:r>
              <a:rPr lang="en-AU" sz="6000" b="1" dirty="0">
                <a:solidFill>
                  <a:srgbClr val="FF0000"/>
                </a:solidFill>
                <a:latin typeface="Calisto MT" panose="02040603050505030304" pitchFamily="18" charset="0"/>
              </a:rPr>
              <a:t>Colorado, California, Idaho, Montana, Nevada, Oregon, Utah, Washington, Wyoming</a:t>
            </a:r>
          </a:p>
        </p:txBody>
      </p:sp>
    </p:spTree>
    <p:extLst>
      <p:ext uri="{BB962C8B-B14F-4D97-AF65-F5344CB8AC3E}">
        <p14:creationId xmlns:p14="http://schemas.microsoft.com/office/powerpoint/2010/main" val="200061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3 (2 marks)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6000" dirty="0">
                <a:latin typeface="Calisto MT" panose="02040603050505030304" pitchFamily="18" charset="0"/>
              </a:rPr>
              <a:t>From the 1850s which were the two main political parties in the US?</a:t>
            </a:r>
          </a:p>
          <a:p>
            <a:pPr marL="0" indent="0">
              <a:buNone/>
            </a:pPr>
            <a:r>
              <a:rPr lang="en-AU" sz="6000" b="1" dirty="0">
                <a:solidFill>
                  <a:srgbClr val="FF0000"/>
                </a:solidFill>
                <a:latin typeface="Calisto MT" panose="02040603050505030304" pitchFamily="18" charset="0"/>
              </a:rPr>
              <a:t>Democrats and Republicans</a:t>
            </a:r>
          </a:p>
        </p:txBody>
      </p:sp>
    </p:spTree>
    <p:extLst>
      <p:ext uri="{BB962C8B-B14F-4D97-AF65-F5344CB8AC3E}">
        <p14:creationId xmlns:p14="http://schemas.microsoft.com/office/powerpoint/2010/main" val="2762942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4 (1 mark)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How many immigrants entered USA betwee</a:t>
            </a:r>
            <a:r>
              <a:rPr lang="en-AU" sz="6000" dirty="0" smtClean="0">
                <a:latin typeface="Calisto MT" panose="02040603050505030304" pitchFamily="18" charset="0"/>
              </a:rPr>
              <a:t>n 1850 and 1914?</a:t>
            </a:r>
          </a:p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40 million</a:t>
            </a:r>
            <a:endParaRPr lang="en-AU" sz="6000" b="1" dirty="0">
              <a:solidFill>
                <a:srgbClr val="FF0000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735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5 (1 mark)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6000" dirty="0">
                <a:latin typeface="Calisto MT" panose="02040603050505030304" pitchFamily="18" charset="0"/>
              </a:rPr>
              <a:t>Define ‘mass consumption’.</a:t>
            </a:r>
          </a:p>
          <a:p>
            <a:pPr marL="0" indent="0">
              <a:buNone/>
            </a:pPr>
            <a:r>
              <a:rPr lang="en-AU" sz="6000" b="1" dirty="0">
                <a:solidFill>
                  <a:srgbClr val="FF0000"/>
                </a:solidFill>
                <a:latin typeface="Calisto MT" panose="02040603050505030304" pitchFamily="18" charset="0"/>
              </a:rPr>
              <a:t>The purchase of goods beyond the minimal need of food and shelter, by the majority of the population.</a:t>
            </a:r>
          </a:p>
        </p:txBody>
      </p:sp>
    </p:spTree>
    <p:extLst>
      <p:ext uri="{BB962C8B-B14F-4D97-AF65-F5344CB8AC3E}">
        <p14:creationId xmlns:p14="http://schemas.microsoft.com/office/powerpoint/2010/main" val="3825305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3935" y="1315278"/>
            <a:ext cx="4224130" cy="422744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AU" sz="6000" b="1" dirty="0">
                <a:latin typeface="Calisto MT" panose="02040603050505030304" pitchFamily="18" charset="0"/>
              </a:rPr>
              <a:t>Total</a:t>
            </a:r>
          </a:p>
          <a:p>
            <a:pPr marL="0" indent="0">
              <a:buNone/>
            </a:pPr>
            <a:endParaRPr lang="en-AU" sz="6000" b="1" dirty="0">
              <a:latin typeface="Calisto MT" panose="02040603050505030304" pitchFamily="18" charset="0"/>
            </a:endParaRPr>
          </a:p>
          <a:p>
            <a:pPr marL="0" indent="0" algn="ctr">
              <a:buNone/>
            </a:pPr>
            <a:r>
              <a:rPr lang="en-AU" sz="6000" b="1" dirty="0">
                <a:latin typeface="Calisto MT" panose="02040603050505030304" pitchFamily="18" charset="0"/>
              </a:rPr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512798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83493" y="215822"/>
            <a:ext cx="5145271" cy="641773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2Left"/>
              <a:lightRig rig="threePt" dir="t"/>
            </a:scene3d>
          </a:bodyPr>
          <a:lstStyle/>
          <a:p>
            <a:pPr algn="ctr"/>
            <a:r>
              <a:rPr lang="en-US" sz="10000" b="1" cap="none" spc="50" dirty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Source </a:t>
            </a:r>
          </a:p>
          <a:p>
            <a:pPr algn="ctr"/>
            <a:r>
              <a:rPr lang="en-US" sz="10000" b="1" cap="none" spc="50" dirty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of </a:t>
            </a:r>
          </a:p>
          <a:p>
            <a:pPr algn="ctr"/>
            <a:r>
              <a:rPr lang="en-US" sz="10000" b="1" cap="none" spc="50" dirty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the </a:t>
            </a:r>
          </a:p>
          <a:p>
            <a:pPr algn="ctr"/>
            <a:r>
              <a:rPr lang="en-US" sz="10000" b="1" cap="none" spc="50" dirty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week!</a:t>
            </a:r>
          </a:p>
        </p:txBody>
      </p:sp>
      <p:pic>
        <p:nvPicPr>
          <p:cNvPr id="3" name="Picture 2" descr="Image result for hp sauce">
            <a:extLst>
              <a:ext uri="{FF2B5EF4-FFF2-40B4-BE49-F238E27FC236}">
                <a16:creationId xmlns:a16="http://schemas.microsoft.com/office/drawing/2014/main" id="{5AB12D7B-695B-4C57-98FD-0F62A3A18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92" y="335091"/>
            <a:ext cx="5840421" cy="5840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764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3D7793-E91D-4688-9214-4A4869F38475}"/>
              </a:ext>
            </a:extLst>
          </p:cNvPr>
          <p:cNvSpPr txBox="1"/>
          <p:nvPr/>
        </p:nvSpPr>
        <p:spPr>
          <a:xfrm>
            <a:off x="390939" y="184586"/>
            <a:ext cx="11410121" cy="648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dirty="0"/>
              <a:t>“ Immigration had made the USA a very mixed society. By 1920 there were 103 different nationalities living there. The motto on the Great Seal of the USA is </a:t>
            </a:r>
            <a:r>
              <a:rPr lang="en-AU" sz="2800" i="1" dirty="0"/>
              <a:t>E pluribus </a:t>
            </a:r>
            <a:r>
              <a:rPr lang="en-AU" sz="2800" i="1" dirty="0" err="1"/>
              <a:t>unum</a:t>
            </a:r>
            <a:r>
              <a:rPr lang="en-AU" sz="2800" i="1" dirty="0"/>
              <a:t> </a:t>
            </a:r>
            <a:r>
              <a:rPr lang="en-AU" sz="2800" dirty="0"/>
              <a:t>which means: ‘From the many: one.’ The idea was that America was like a melting pot, where immigrants lost their old identity and became Americans.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In practice, however, each new group of immigrants was treated with great suspicion by many of those who had already settled in America.”</a:t>
            </a:r>
          </a:p>
          <a:p>
            <a:pPr>
              <a:lnSpc>
                <a:spcPct val="150000"/>
              </a:lnSpc>
            </a:pPr>
            <a:endParaRPr lang="en-AU" sz="2800" dirty="0"/>
          </a:p>
          <a:p>
            <a:pPr>
              <a:lnSpc>
                <a:spcPct val="150000"/>
              </a:lnSpc>
            </a:pPr>
            <a:r>
              <a:rPr lang="en-AU" sz="2800" dirty="0"/>
              <a:t>-T. </a:t>
            </a:r>
            <a:r>
              <a:rPr lang="en-AU" sz="2800" dirty="0" err="1"/>
              <a:t>Fiehn</a:t>
            </a:r>
            <a:r>
              <a:rPr lang="en-AU" sz="2800" dirty="0"/>
              <a:t> et al. (2002). </a:t>
            </a:r>
            <a:r>
              <a:rPr lang="en-AU" sz="2800" u="sng" dirty="0"/>
              <a:t>The USA Between the Wars 1919-1941. </a:t>
            </a:r>
            <a:r>
              <a:rPr lang="en-AU" sz="2800" dirty="0"/>
              <a:t>London, England: John Murray Publishers</a:t>
            </a:r>
          </a:p>
        </p:txBody>
      </p:sp>
    </p:spTree>
    <p:extLst>
      <p:ext uri="{BB962C8B-B14F-4D97-AF65-F5344CB8AC3E}">
        <p14:creationId xmlns:p14="http://schemas.microsoft.com/office/powerpoint/2010/main" val="3837442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339</Words>
  <Application>Microsoft Office PowerPoint</Application>
  <PresentationFormat>Widescreen</PresentationFormat>
  <Paragraphs>46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Calisto MT</vt:lpstr>
      <vt:lpstr>Office Theme</vt:lpstr>
      <vt:lpstr>History Heroes  Term 1, Week 3</vt:lpstr>
      <vt:lpstr>Question 1 (1 mark full name)</vt:lpstr>
      <vt:lpstr>Question 2 (9 marks, 1 for each state)</vt:lpstr>
      <vt:lpstr>Question 3 (2 marks)</vt:lpstr>
      <vt:lpstr>Question 4 (1 mark)</vt:lpstr>
      <vt:lpstr>Question 5 (1 mark)</vt:lpstr>
      <vt:lpstr>ANSWERS</vt:lpstr>
      <vt:lpstr>Question 1 (1 mark full name)</vt:lpstr>
      <vt:lpstr>Question 2 (9 marks, 1 for each state)</vt:lpstr>
      <vt:lpstr>Question 3 (2 marks)</vt:lpstr>
      <vt:lpstr>Question 4 (1 mark)</vt:lpstr>
      <vt:lpstr>Question 5 (1 mark)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Heroes  Term 1, Week 1</dc:title>
  <dc:creator>Natasha Hawkes</dc:creator>
  <cp:lastModifiedBy>HAWKES Natasha [Narrogin Senior High School]</cp:lastModifiedBy>
  <cp:revision>21</cp:revision>
  <dcterms:created xsi:type="dcterms:W3CDTF">2019-01-31T09:47:01Z</dcterms:created>
  <dcterms:modified xsi:type="dcterms:W3CDTF">2019-02-21T09:01:48Z</dcterms:modified>
</cp:coreProperties>
</file>