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image" Target="../media/image7.png"/><Relationship Id="rId6" Type="http://schemas.openxmlformats.org/officeDocument/2006/relationships/hyperlink" Target="http://commons.wikimedia.org/wiki/file:dark_blue_left_arrow.svg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://en.wikipedia.org/wiki/File:Dark_blue_right_arrow.svg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image" Target="../media/image7.png"/><Relationship Id="rId6" Type="http://schemas.openxmlformats.org/officeDocument/2006/relationships/hyperlink" Target="http://commons.wikimedia.org/wiki/file:dark_blue_left_arrow.svg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://en.wikipedia.org/wiki/File:Dark_blue_right_arrow.sv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66EF6C-CD9A-420F-8239-D53DDE327A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D47BEDF-46C4-47DD-AA73-0B4A475EC01F}">
      <dgm:prSet/>
      <dgm:spPr/>
      <dgm:t>
        <a:bodyPr/>
        <a:lstStyle/>
        <a:p>
          <a:pPr>
            <a:defRPr b="1"/>
          </a:pPr>
          <a:r>
            <a:rPr lang="en-AU"/>
            <a:t>The Supreme Court</a:t>
          </a:r>
          <a:endParaRPr lang="en-US"/>
        </a:p>
      </dgm:t>
    </dgm:pt>
    <dgm:pt modelId="{2271CEF0-D174-4D17-86BD-D5D571897358}" type="parTrans" cxnId="{E11B6240-BE1F-45FE-8B94-B5B7EB8961DC}">
      <dgm:prSet/>
      <dgm:spPr/>
      <dgm:t>
        <a:bodyPr/>
        <a:lstStyle/>
        <a:p>
          <a:endParaRPr lang="en-US"/>
        </a:p>
      </dgm:t>
    </dgm:pt>
    <dgm:pt modelId="{902B9BF8-E4E1-486C-B32E-9F97B7552830}" type="sibTrans" cxnId="{E11B6240-BE1F-45FE-8B94-B5B7EB8961DC}">
      <dgm:prSet/>
      <dgm:spPr/>
      <dgm:t>
        <a:bodyPr/>
        <a:lstStyle/>
        <a:p>
          <a:endParaRPr lang="en-US"/>
        </a:p>
      </dgm:t>
    </dgm:pt>
    <dgm:pt modelId="{5301C976-019C-46CE-B8D7-84E0EEE05447}">
      <dgm:prSet custT="1"/>
      <dgm:spPr/>
      <dgm:t>
        <a:bodyPr/>
        <a:lstStyle/>
        <a:p>
          <a:r>
            <a:rPr lang="en-AU" sz="2500" dirty="0"/>
            <a:t>From 1933 to 1936, FDR encountered legal obstacles to parts of his New Deal</a:t>
          </a:r>
          <a:endParaRPr lang="en-US" sz="2500" dirty="0"/>
        </a:p>
      </dgm:t>
    </dgm:pt>
    <dgm:pt modelId="{995BCE4D-1048-445C-819A-6BBADF62B45E}" type="parTrans" cxnId="{08DDA230-E1BE-491E-A06E-BA0BB26BA38F}">
      <dgm:prSet/>
      <dgm:spPr/>
      <dgm:t>
        <a:bodyPr/>
        <a:lstStyle/>
        <a:p>
          <a:endParaRPr lang="en-US"/>
        </a:p>
      </dgm:t>
    </dgm:pt>
    <dgm:pt modelId="{D15DD7DC-5F45-4981-9E61-89F682062DDF}" type="sibTrans" cxnId="{08DDA230-E1BE-491E-A06E-BA0BB26BA38F}">
      <dgm:prSet/>
      <dgm:spPr/>
      <dgm:t>
        <a:bodyPr/>
        <a:lstStyle/>
        <a:p>
          <a:endParaRPr lang="en-US"/>
        </a:p>
      </dgm:t>
    </dgm:pt>
    <dgm:pt modelId="{364A8A80-A213-4158-9BB4-2E36355A58AC}">
      <dgm:prSet/>
      <dgm:spPr/>
      <dgm:t>
        <a:bodyPr/>
        <a:lstStyle/>
        <a:p>
          <a:pPr>
            <a:defRPr b="1"/>
          </a:pPr>
          <a:r>
            <a:rPr lang="en-AU"/>
            <a:t>The Right</a:t>
          </a:r>
          <a:endParaRPr lang="en-US"/>
        </a:p>
      </dgm:t>
    </dgm:pt>
    <dgm:pt modelId="{C0171228-86F4-403D-9F93-BFE2A6A3C250}" type="parTrans" cxnId="{A526BBC5-CCBF-4903-AE56-7DBB06642D18}">
      <dgm:prSet/>
      <dgm:spPr/>
      <dgm:t>
        <a:bodyPr/>
        <a:lstStyle/>
        <a:p>
          <a:endParaRPr lang="en-US"/>
        </a:p>
      </dgm:t>
    </dgm:pt>
    <dgm:pt modelId="{F76B71E4-4261-409A-917B-605265C9D491}" type="sibTrans" cxnId="{A526BBC5-CCBF-4903-AE56-7DBB06642D18}">
      <dgm:prSet/>
      <dgm:spPr/>
      <dgm:t>
        <a:bodyPr/>
        <a:lstStyle/>
        <a:p>
          <a:endParaRPr lang="en-US"/>
        </a:p>
      </dgm:t>
    </dgm:pt>
    <dgm:pt modelId="{959CE7F8-0C13-4D0A-915D-2F861F37B62C}">
      <dgm:prSet custT="1"/>
      <dgm:spPr/>
      <dgm:t>
        <a:bodyPr/>
        <a:lstStyle/>
        <a:p>
          <a:r>
            <a:rPr lang="en-AU" sz="2500" dirty="0"/>
            <a:t>Argued FDR’s measures went too far toward people relying on welfare</a:t>
          </a:r>
          <a:endParaRPr lang="en-US" sz="2500" dirty="0"/>
        </a:p>
      </dgm:t>
    </dgm:pt>
    <dgm:pt modelId="{6A75A679-DB66-4E3F-8FBA-BA7EE4535EDB}" type="parTrans" cxnId="{018E2DAD-6BA2-43BC-BAA0-792AFBAA16B1}">
      <dgm:prSet/>
      <dgm:spPr/>
      <dgm:t>
        <a:bodyPr/>
        <a:lstStyle/>
        <a:p>
          <a:endParaRPr lang="en-US"/>
        </a:p>
      </dgm:t>
    </dgm:pt>
    <dgm:pt modelId="{25709B01-60B0-4989-ABA7-88D77423A436}" type="sibTrans" cxnId="{018E2DAD-6BA2-43BC-BAA0-792AFBAA16B1}">
      <dgm:prSet/>
      <dgm:spPr/>
      <dgm:t>
        <a:bodyPr/>
        <a:lstStyle/>
        <a:p>
          <a:endParaRPr lang="en-US"/>
        </a:p>
      </dgm:t>
    </dgm:pt>
    <dgm:pt modelId="{57700079-D0EC-4DD3-B5C6-40EE6F08568A}">
      <dgm:prSet/>
      <dgm:spPr/>
      <dgm:t>
        <a:bodyPr/>
        <a:lstStyle/>
        <a:p>
          <a:pPr>
            <a:defRPr b="1"/>
          </a:pPr>
          <a:r>
            <a:rPr lang="en-AU"/>
            <a:t>The Left</a:t>
          </a:r>
          <a:endParaRPr lang="en-US"/>
        </a:p>
      </dgm:t>
    </dgm:pt>
    <dgm:pt modelId="{5A1DA0C1-D210-4ECA-8A05-C26CC90C938A}" type="parTrans" cxnId="{D222313D-7461-42DC-9817-6FB790A32CDB}">
      <dgm:prSet/>
      <dgm:spPr/>
      <dgm:t>
        <a:bodyPr/>
        <a:lstStyle/>
        <a:p>
          <a:endParaRPr lang="en-US"/>
        </a:p>
      </dgm:t>
    </dgm:pt>
    <dgm:pt modelId="{7E7AC9F8-DFF4-4503-A1A1-553D4A9CC563}" type="sibTrans" cxnId="{D222313D-7461-42DC-9817-6FB790A32CDB}">
      <dgm:prSet/>
      <dgm:spPr/>
      <dgm:t>
        <a:bodyPr/>
        <a:lstStyle/>
        <a:p>
          <a:endParaRPr lang="en-US"/>
        </a:p>
      </dgm:t>
    </dgm:pt>
    <dgm:pt modelId="{F2CC4A1F-C22B-4FED-9989-F4494AFCE40A}">
      <dgm:prSet custT="1"/>
      <dgm:spPr/>
      <dgm:t>
        <a:bodyPr/>
        <a:lstStyle/>
        <a:p>
          <a:r>
            <a:rPr lang="en-AU" sz="2500" dirty="0"/>
            <a:t>Argued FDR’s measures did not go far enough</a:t>
          </a:r>
          <a:endParaRPr lang="en-US" sz="2500" dirty="0"/>
        </a:p>
      </dgm:t>
    </dgm:pt>
    <dgm:pt modelId="{ACB469CB-7810-4D06-AF6F-C79D3D6D2179}" type="parTrans" cxnId="{F8279EE1-4B50-4D5F-BA57-2BF7896C80DF}">
      <dgm:prSet/>
      <dgm:spPr/>
      <dgm:t>
        <a:bodyPr/>
        <a:lstStyle/>
        <a:p>
          <a:endParaRPr lang="en-US"/>
        </a:p>
      </dgm:t>
    </dgm:pt>
    <dgm:pt modelId="{5B99E20A-3A3A-423C-9157-4D860C8ED500}" type="sibTrans" cxnId="{F8279EE1-4B50-4D5F-BA57-2BF7896C80DF}">
      <dgm:prSet/>
      <dgm:spPr/>
      <dgm:t>
        <a:bodyPr/>
        <a:lstStyle/>
        <a:p>
          <a:endParaRPr lang="en-US"/>
        </a:p>
      </dgm:t>
    </dgm:pt>
    <dgm:pt modelId="{1C1A4A85-43FB-4E39-89F9-889763E4D856}" type="pres">
      <dgm:prSet presAssocID="{2366EF6C-CD9A-420F-8239-D53DDE327AB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19B63F-7C8A-4F4D-96D1-D8EB641335FB}" type="pres">
      <dgm:prSet presAssocID="{3D47BEDF-46C4-47DD-AA73-0B4A475EC01F}" presName="compNode" presStyleCnt="0"/>
      <dgm:spPr/>
    </dgm:pt>
    <dgm:pt modelId="{47B80729-EBFA-462A-A8AD-1DAE8DB2C2F1}" type="pres">
      <dgm:prSet presAssocID="{3D47BEDF-46C4-47DD-AA73-0B4A475EC0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BEC029D-8F9E-43B4-A5ED-AC5BAAFECFAA}" type="pres">
      <dgm:prSet presAssocID="{3D47BEDF-46C4-47DD-AA73-0B4A475EC01F}" presName="iconSpace" presStyleCnt="0"/>
      <dgm:spPr/>
    </dgm:pt>
    <dgm:pt modelId="{3C80F25D-23C6-427A-A023-1CAA186B5235}" type="pres">
      <dgm:prSet presAssocID="{3D47BEDF-46C4-47DD-AA73-0B4A475EC01F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B80DA15-73D6-4161-8470-CE599B64A083}" type="pres">
      <dgm:prSet presAssocID="{3D47BEDF-46C4-47DD-AA73-0B4A475EC01F}" presName="txSpace" presStyleCnt="0"/>
      <dgm:spPr/>
    </dgm:pt>
    <dgm:pt modelId="{0FAC5188-E33B-44F8-A3D2-F98367AF83AE}" type="pres">
      <dgm:prSet presAssocID="{3D47BEDF-46C4-47DD-AA73-0B4A475EC01F}" presName="desTx" presStyleLbl="revTx" presStyleIdx="1" presStyleCnt="6" custScaleY="136493" custLinFactNeighborX="-13" custLinFactNeighborY="73053">
        <dgm:presLayoutVars/>
      </dgm:prSet>
      <dgm:spPr/>
      <dgm:t>
        <a:bodyPr/>
        <a:lstStyle/>
        <a:p>
          <a:endParaRPr lang="en-US"/>
        </a:p>
      </dgm:t>
    </dgm:pt>
    <dgm:pt modelId="{CCCB9900-0BB8-4B01-BCD3-4FCA1EEBE61C}" type="pres">
      <dgm:prSet presAssocID="{902B9BF8-E4E1-486C-B32E-9F97B7552830}" presName="sibTrans" presStyleCnt="0"/>
      <dgm:spPr/>
    </dgm:pt>
    <dgm:pt modelId="{49ED6015-4119-4B6E-B456-0CA1DD25D382}" type="pres">
      <dgm:prSet presAssocID="{364A8A80-A213-4158-9BB4-2E36355A58AC}" presName="compNode" presStyleCnt="0"/>
      <dgm:spPr/>
    </dgm:pt>
    <dgm:pt modelId="{6C39BD3D-DB6B-4FE3-A494-7EB03568FF50}" type="pres">
      <dgm:prSet presAssocID="{364A8A80-A213-4158-9BB4-2E36355A58AC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t>
        <a:bodyPr/>
        <a:lstStyle/>
        <a:p>
          <a:endParaRPr lang="en-US"/>
        </a:p>
      </dgm:t>
      <dgm:extLst/>
    </dgm:pt>
    <dgm:pt modelId="{9A1EFCCC-7902-40BD-A5D1-8215A41737E6}" type="pres">
      <dgm:prSet presAssocID="{364A8A80-A213-4158-9BB4-2E36355A58AC}" presName="iconSpace" presStyleCnt="0"/>
      <dgm:spPr/>
    </dgm:pt>
    <dgm:pt modelId="{0BBC3225-6371-4FDF-9DFC-D0ADABD89F93}" type="pres">
      <dgm:prSet presAssocID="{364A8A80-A213-4158-9BB4-2E36355A58AC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B96E16B-697C-4416-92B5-D6B86F256330}" type="pres">
      <dgm:prSet presAssocID="{364A8A80-A213-4158-9BB4-2E36355A58AC}" presName="txSpace" presStyleCnt="0"/>
      <dgm:spPr/>
    </dgm:pt>
    <dgm:pt modelId="{40736ED9-DF7F-4506-A469-5A84A95979F5}" type="pres">
      <dgm:prSet presAssocID="{364A8A80-A213-4158-9BB4-2E36355A58AC}" presName="desTx" presStyleLbl="revTx" presStyleIdx="3" presStyleCnt="6">
        <dgm:presLayoutVars/>
      </dgm:prSet>
      <dgm:spPr/>
      <dgm:t>
        <a:bodyPr/>
        <a:lstStyle/>
        <a:p>
          <a:endParaRPr lang="en-US"/>
        </a:p>
      </dgm:t>
    </dgm:pt>
    <dgm:pt modelId="{D2639246-645A-4117-B36F-27E860F1AE13}" type="pres">
      <dgm:prSet presAssocID="{F76B71E4-4261-409A-917B-605265C9D491}" presName="sibTrans" presStyleCnt="0"/>
      <dgm:spPr/>
    </dgm:pt>
    <dgm:pt modelId="{D3F74317-9FC6-4493-8E6D-F9533E73C919}" type="pres">
      <dgm:prSet presAssocID="{57700079-D0EC-4DD3-B5C6-40EE6F08568A}" presName="compNode" presStyleCnt="0"/>
      <dgm:spPr/>
    </dgm:pt>
    <dgm:pt modelId="{633BB4AE-9835-4061-8860-84A377453777}" type="pres">
      <dgm:prSet presAssocID="{57700079-D0EC-4DD3-B5C6-40EE6F08568A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t>
        <a:bodyPr/>
        <a:lstStyle/>
        <a:p>
          <a:endParaRPr lang="en-US"/>
        </a:p>
      </dgm:t>
      <dgm:extLst/>
    </dgm:pt>
    <dgm:pt modelId="{59379E37-1633-4AFA-A2E6-322570E55854}" type="pres">
      <dgm:prSet presAssocID="{57700079-D0EC-4DD3-B5C6-40EE6F08568A}" presName="iconSpace" presStyleCnt="0"/>
      <dgm:spPr/>
    </dgm:pt>
    <dgm:pt modelId="{378C0316-8106-4BD9-B29C-75EA9B3D5C6A}" type="pres">
      <dgm:prSet presAssocID="{57700079-D0EC-4DD3-B5C6-40EE6F08568A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4C0C10B-5F80-4EAF-8BDA-15B2BAE37B86}" type="pres">
      <dgm:prSet presAssocID="{57700079-D0EC-4DD3-B5C6-40EE6F08568A}" presName="txSpace" presStyleCnt="0"/>
      <dgm:spPr/>
    </dgm:pt>
    <dgm:pt modelId="{7CF332DB-6B29-473B-B7B7-0576F51FCB73}" type="pres">
      <dgm:prSet presAssocID="{57700079-D0EC-4DD3-B5C6-40EE6F08568A}" presName="desTx" presStyleLbl="revTx" presStyleIdx="5" presStyleCnt="6">
        <dgm:presLayoutVars/>
      </dgm:prSet>
      <dgm:spPr/>
      <dgm:t>
        <a:bodyPr/>
        <a:lstStyle/>
        <a:p>
          <a:endParaRPr lang="en-US"/>
        </a:p>
      </dgm:t>
    </dgm:pt>
  </dgm:ptLst>
  <dgm:cxnLst>
    <dgm:cxn modelId="{4370C565-FB61-43DB-8192-037F7BEF96AE}" type="presOf" srcId="{959CE7F8-0C13-4D0A-915D-2F861F37B62C}" destId="{40736ED9-DF7F-4506-A469-5A84A95979F5}" srcOrd="0" destOrd="0" presId="urn:microsoft.com/office/officeart/2018/5/layout/CenteredIconLabelDescriptionList"/>
    <dgm:cxn modelId="{D222313D-7461-42DC-9817-6FB790A32CDB}" srcId="{2366EF6C-CD9A-420F-8239-D53DDE327AB3}" destId="{57700079-D0EC-4DD3-B5C6-40EE6F08568A}" srcOrd="2" destOrd="0" parTransId="{5A1DA0C1-D210-4ECA-8A05-C26CC90C938A}" sibTransId="{7E7AC9F8-DFF4-4503-A1A1-553D4A9CC563}"/>
    <dgm:cxn modelId="{98F99338-5F6C-46FE-A25A-B3F671086C07}" type="presOf" srcId="{F2CC4A1F-C22B-4FED-9989-F4494AFCE40A}" destId="{7CF332DB-6B29-473B-B7B7-0576F51FCB73}" srcOrd="0" destOrd="0" presId="urn:microsoft.com/office/officeart/2018/5/layout/CenteredIconLabelDescriptionList"/>
    <dgm:cxn modelId="{F8279EE1-4B50-4D5F-BA57-2BF7896C80DF}" srcId="{57700079-D0EC-4DD3-B5C6-40EE6F08568A}" destId="{F2CC4A1F-C22B-4FED-9989-F4494AFCE40A}" srcOrd="0" destOrd="0" parTransId="{ACB469CB-7810-4D06-AF6F-C79D3D6D2179}" sibTransId="{5B99E20A-3A3A-423C-9157-4D860C8ED500}"/>
    <dgm:cxn modelId="{BB6227D6-DE95-4AAA-81A0-F186CAEE3A59}" type="presOf" srcId="{3D47BEDF-46C4-47DD-AA73-0B4A475EC01F}" destId="{3C80F25D-23C6-427A-A023-1CAA186B5235}" srcOrd="0" destOrd="0" presId="urn:microsoft.com/office/officeart/2018/5/layout/CenteredIconLabelDescriptionList"/>
    <dgm:cxn modelId="{0F1A56D4-077D-4A20-91AA-9985E556AD1B}" type="presOf" srcId="{2366EF6C-CD9A-420F-8239-D53DDE327AB3}" destId="{1C1A4A85-43FB-4E39-89F9-889763E4D856}" srcOrd="0" destOrd="0" presId="urn:microsoft.com/office/officeart/2018/5/layout/CenteredIconLabelDescriptionList"/>
    <dgm:cxn modelId="{E11B6240-BE1F-45FE-8B94-B5B7EB8961DC}" srcId="{2366EF6C-CD9A-420F-8239-D53DDE327AB3}" destId="{3D47BEDF-46C4-47DD-AA73-0B4A475EC01F}" srcOrd="0" destOrd="0" parTransId="{2271CEF0-D174-4D17-86BD-D5D571897358}" sibTransId="{902B9BF8-E4E1-486C-B32E-9F97B7552830}"/>
    <dgm:cxn modelId="{4549DB24-C3F7-4A9D-AF6B-231DF3887AED}" type="presOf" srcId="{364A8A80-A213-4158-9BB4-2E36355A58AC}" destId="{0BBC3225-6371-4FDF-9DFC-D0ADABD89F93}" srcOrd="0" destOrd="0" presId="urn:microsoft.com/office/officeart/2018/5/layout/CenteredIconLabelDescriptionList"/>
    <dgm:cxn modelId="{08DDA230-E1BE-491E-A06E-BA0BB26BA38F}" srcId="{3D47BEDF-46C4-47DD-AA73-0B4A475EC01F}" destId="{5301C976-019C-46CE-B8D7-84E0EEE05447}" srcOrd="0" destOrd="0" parTransId="{995BCE4D-1048-445C-819A-6BBADF62B45E}" sibTransId="{D15DD7DC-5F45-4981-9E61-89F682062DDF}"/>
    <dgm:cxn modelId="{A526BBC5-CCBF-4903-AE56-7DBB06642D18}" srcId="{2366EF6C-CD9A-420F-8239-D53DDE327AB3}" destId="{364A8A80-A213-4158-9BB4-2E36355A58AC}" srcOrd="1" destOrd="0" parTransId="{C0171228-86F4-403D-9F93-BFE2A6A3C250}" sibTransId="{F76B71E4-4261-409A-917B-605265C9D491}"/>
    <dgm:cxn modelId="{4446F0DE-8EF2-4470-A805-F1E7176D50E6}" type="presOf" srcId="{5301C976-019C-46CE-B8D7-84E0EEE05447}" destId="{0FAC5188-E33B-44F8-A3D2-F98367AF83AE}" srcOrd="0" destOrd="0" presId="urn:microsoft.com/office/officeart/2018/5/layout/CenteredIconLabelDescriptionList"/>
    <dgm:cxn modelId="{2DE28A1D-527A-46AA-960B-150FEBCC6DE5}" type="presOf" srcId="{57700079-D0EC-4DD3-B5C6-40EE6F08568A}" destId="{378C0316-8106-4BD9-B29C-75EA9B3D5C6A}" srcOrd="0" destOrd="0" presId="urn:microsoft.com/office/officeart/2018/5/layout/CenteredIconLabelDescriptionList"/>
    <dgm:cxn modelId="{018E2DAD-6BA2-43BC-BAA0-792AFBAA16B1}" srcId="{364A8A80-A213-4158-9BB4-2E36355A58AC}" destId="{959CE7F8-0C13-4D0A-915D-2F861F37B62C}" srcOrd="0" destOrd="0" parTransId="{6A75A679-DB66-4E3F-8FBA-BA7EE4535EDB}" sibTransId="{25709B01-60B0-4989-ABA7-88D77423A436}"/>
    <dgm:cxn modelId="{FAB0B41F-DF84-4B1E-AF84-18788871E21F}" type="presParOf" srcId="{1C1A4A85-43FB-4E39-89F9-889763E4D856}" destId="{5619B63F-7C8A-4F4D-96D1-D8EB641335FB}" srcOrd="0" destOrd="0" presId="urn:microsoft.com/office/officeart/2018/5/layout/CenteredIconLabelDescriptionList"/>
    <dgm:cxn modelId="{BDFD9381-C587-4386-8151-30C9DF28EBE7}" type="presParOf" srcId="{5619B63F-7C8A-4F4D-96D1-D8EB641335FB}" destId="{47B80729-EBFA-462A-A8AD-1DAE8DB2C2F1}" srcOrd="0" destOrd="0" presId="urn:microsoft.com/office/officeart/2018/5/layout/CenteredIconLabelDescriptionList"/>
    <dgm:cxn modelId="{33053324-42DB-4852-8B68-038AA38036DD}" type="presParOf" srcId="{5619B63F-7C8A-4F4D-96D1-D8EB641335FB}" destId="{5BEC029D-8F9E-43B4-A5ED-AC5BAAFECFAA}" srcOrd="1" destOrd="0" presId="urn:microsoft.com/office/officeart/2018/5/layout/CenteredIconLabelDescriptionList"/>
    <dgm:cxn modelId="{15CF7B26-4DDA-42A6-BF61-C5A5ADC36CF1}" type="presParOf" srcId="{5619B63F-7C8A-4F4D-96D1-D8EB641335FB}" destId="{3C80F25D-23C6-427A-A023-1CAA186B5235}" srcOrd="2" destOrd="0" presId="urn:microsoft.com/office/officeart/2018/5/layout/CenteredIconLabelDescriptionList"/>
    <dgm:cxn modelId="{9237E81C-AC0A-4061-A200-73A4352012AF}" type="presParOf" srcId="{5619B63F-7C8A-4F4D-96D1-D8EB641335FB}" destId="{AB80DA15-73D6-4161-8470-CE599B64A083}" srcOrd="3" destOrd="0" presId="urn:microsoft.com/office/officeart/2018/5/layout/CenteredIconLabelDescriptionList"/>
    <dgm:cxn modelId="{3FDF3750-A33A-4F7D-8590-80555D50F96A}" type="presParOf" srcId="{5619B63F-7C8A-4F4D-96D1-D8EB641335FB}" destId="{0FAC5188-E33B-44F8-A3D2-F98367AF83AE}" srcOrd="4" destOrd="0" presId="urn:microsoft.com/office/officeart/2018/5/layout/CenteredIconLabelDescriptionList"/>
    <dgm:cxn modelId="{E1894CFD-34F4-431E-B841-2905FC8EBB3A}" type="presParOf" srcId="{1C1A4A85-43FB-4E39-89F9-889763E4D856}" destId="{CCCB9900-0BB8-4B01-BCD3-4FCA1EEBE61C}" srcOrd="1" destOrd="0" presId="urn:microsoft.com/office/officeart/2018/5/layout/CenteredIconLabelDescriptionList"/>
    <dgm:cxn modelId="{84FE0791-1701-48B7-A4F4-AC9C96064AFF}" type="presParOf" srcId="{1C1A4A85-43FB-4E39-89F9-889763E4D856}" destId="{49ED6015-4119-4B6E-B456-0CA1DD25D382}" srcOrd="2" destOrd="0" presId="urn:microsoft.com/office/officeart/2018/5/layout/CenteredIconLabelDescriptionList"/>
    <dgm:cxn modelId="{6E471F00-A6C8-422E-A675-174285EEF04F}" type="presParOf" srcId="{49ED6015-4119-4B6E-B456-0CA1DD25D382}" destId="{6C39BD3D-DB6B-4FE3-A494-7EB03568FF50}" srcOrd="0" destOrd="0" presId="urn:microsoft.com/office/officeart/2018/5/layout/CenteredIconLabelDescriptionList"/>
    <dgm:cxn modelId="{2867D6DB-EEA2-40D8-A7FD-353B79201387}" type="presParOf" srcId="{49ED6015-4119-4B6E-B456-0CA1DD25D382}" destId="{9A1EFCCC-7902-40BD-A5D1-8215A41737E6}" srcOrd="1" destOrd="0" presId="urn:microsoft.com/office/officeart/2018/5/layout/CenteredIconLabelDescriptionList"/>
    <dgm:cxn modelId="{3AAD77F7-FCAA-4451-A9FF-580CDFF0EF9B}" type="presParOf" srcId="{49ED6015-4119-4B6E-B456-0CA1DD25D382}" destId="{0BBC3225-6371-4FDF-9DFC-D0ADABD89F93}" srcOrd="2" destOrd="0" presId="urn:microsoft.com/office/officeart/2018/5/layout/CenteredIconLabelDescriptionList"/>
    <dgm:cxn modelId="{8761494F-61A1-4C37-82F1-2A314C79622A}" type="presParOf" srcId="{49ED6015-4119-4B6E-B456-0CA1DD25D382}" destId="{1B96E16B-697C-4416-92B5-D6B86F256330}" srcOrd="3" destOrd="0" presId="urn:microsoft.com/office/officeart/2018/5/layout/CenteredIconLabelDescriptionList"/>
    <dgm:cxn modelId="{2526354E-A858-4A66-A906-C67B8A08F1E8}" type="presParOf" srcId="{49ED6015-4119-4B6E-B456-0CA1DD25D382}" destId="{40736ED9-DF7F-4506-A469-5A84A95979F5}" srcOrd="4" destOrd="0" presId="urn:microsoft.com/office/officeart/2018/5/layout/CenteredIconLabelDescriptionList"/>
    <dgm:cxn modelId="{A270F82A-9CAC-4531-BC02-1C0212E591E2}" type="presParOf" srcId="{1C1A4A85-43FB-4E39-89F9-889763E4D856}" destId="{D2639246-645A-4117-B36F-27E860F1AE13}" srcOrd="3" destOrd="0" presId="urn:microsoft.com/office/officeart/2018/5/layout/CenteredIconLabelDescriptionList"/>
    <dgm:cxn modelId="{6ADA252E-F430-4BF6-8049-FA37566E5B15}" type="presParOf" srcId="{1C1A4A85-43FB-4E39-89F9-889763E4D856}" destId="{D3F74317-9FC6-4493-8E6D-F9533E73C919}" srcOrd="4" destOrd="0" presId="urn:microsoft.com/office/officeart/2018/5/layout/CenteredIconLabelDescriptionList"/>
    <dgm:cxn modelId="{C616517B-898A-4640-9971-6318A9F3FF98}" type="presParOf" srcId="{D3F74317-9FC6-4493-8E6D-F9533E73C919}" destId="{633BB4AE-9835-4061-8860-84A377453777}" srcOrd="0" destOrd="0" presId="urn:microsoft.com/office/officeart/2018/5/layout/CenteredIconLabelDescriptionList"/>
    <dgm:cxn modelId="{1B486A49-6629-4D2F-BC65-F5BC87177768}" type="presParOf" srcId="{D3F74317-9FC6-4493-8E6D-F9533E73C919}" destId="{59379E37-1633-4AFA-A2E6-322570E55854}" srcOrd="1" destOrd="0" presId="urn:microsoft.com/office/officeart/2018/5/layout/CenteredIconLabelDescriptionList"/>
    <dgm:cxn modelId="{4B675572-9201-40C6-B878-C13CD355DA0F}" type="presParOf" srcId="{D3F74317-9FC6-4493-8E6D-F9533E73C919}" destId="{378C0316-8106-4BD9-B29C-75EA9B3D5C6A}" srcOrd="2" destOrd="0" presId="urn:microsoft.com/office/officeart/2018/5/layout/CenteredIconLabelDescriptionList"/>
    <dgm:cxn modelId="{C99D5BDA-F700-40D4-AD52-A7B2AC872B71}" type="presParOf" srcId="{D3F74317-9FC6-4493-8E6D-F9533E73C919}" destId="{A4C0C10B-5F80-4EAF-8BDA-15B2BAE37B86}" srcOrd="3" destOrd="0" presId="urn:microsoft.com/office/officeart/2018/5/layout/CenteredIconLabelDescriptionList"/>
    <dgm:cxn modelId="{9070F312-F32A-4536-89CD-41831CBD75A1}" type="presParOf" srcId="{D3F74317-9FC6-4493-8E6D-F9533E73C919}" destId="{7CF332DB-6B29-473B-B7B7-0576F51FCB7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80729-EBFA-462A-A8AD-1DAE8DB2C2F1}">
      <dsp:nvSpPr>
        <dsp:cNvPr id="0" name=""/>
        <dsp:cNvSpPr/>
      </dsp:nvSpPr>
      <dsp:spPr>
        <a:xfrm>
          <a:off x="983787" y="273522"/>
          <a:ext cx="1048810" cy="1048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0F25D-23C6-427A-A023-1CAA186B5235}">
      <dsp:nvSpPr>
        <dsp:cNvPr id="0" name=""/>
        <dsp:cNvSpPr/>
      </dsp:nvSpPr>
      <dsp:spPr>
        <a:xfrm>
          <a:off x="9891" y="1453779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2500" kern="1200"/>
            <a:t>The Supreme Court</a:t>
          </a:r>
          <a:endParaRPr lang="en-US" sz="2500" kern="1200"/>
        </a:p>
      </dsp:txBody>
      <dsp:txXfrm>
        <a:off x="9891" y="1453779"/>
        <a:ext cx="2996602" cy="449490"/>
      </dsp:txXfrm>
    </dsp:sp>
    <dsp:sp modelId="{0FAC5188-E33B-44F8-A3D2-F98367AF83AE}">
      <dsp:nvSpPr>
        <dsp:cNvPr id="0" name=""/>
        <dsp:cNvSpPr/>
      </dsp:nvSpPr>
      <dsp:spPr>
        <a:xfrm>
          <a:off x="9502" y="1790547"/>
          <a:ext cx="2996602" cy="2260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From 1933 to 1936, FDR encountered legal obstacles to parts of his New Deal</a:t>
          </a:r>
          <a:endParaRPr lang="en-US" sz="2500" kern="1200" dirty="0"/>
        </a:p>
      </dsp:txBody>
      <dsp:txXfrm>
        <a:off x="9502" y="1790547"/>
        <a:ext cx="2996602" cy="2260752"/>
      </dsp:txXfrm>
    </dsp:sp>
    <dsp:sp modelId="{6C39BD3D-DB6B-4FE3-A494-7EB03568FF50}">
      <dsp:nvSpPr>
        <dsp:cNvPr id="0" name=""/>
        <dsp:cNvSpPr/>
      </dsp:nvSpPr>
      <dsp:spPr>
        <a:xfrm>
          <a:off x="4504794" y="497213"/>
          <a:ext cx="1048810" cy="104881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C3225-6371-4FDF-9DFC-D0ADABD89F93}">
      <dsp:nvSpPr>
        <dsp:cNvPr id="0" name=""/>
        <dsp:cNvSpPr/>
      </dsp:nvSpPr>
      <dsp:spPr>
        <a:xfrm>
          <a:off x="3530898" y="1677470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2500" kern="1200"/>
            <a:t>The Right</a:t>
          </a:r>
          <a:endParaRPr lang="en-US" sz="2500" kern="1200"/>
        </a:p>
      </dsp:txBody>
      <dsp:txXfrm>
        <a:off x="3530898" y="1677470"/>
        <a:ext cx="2996602" cy="449490"/>
      </dsp:txXfrm>
    </dsp:sp>
    <dsp:sp modelId="{40736ED9-DF7F-4506-A469-5A84A95979F5}">
      <dsp:nvSpPr>
        <dsp:cNvPr id="0" name=""/>
        <dsp:cNvSpPr/>
      </dsp:nvSpPr>
      <dsp:spPr>
        <a:xfrm>
          <a:off x="3530898" y="2188097"/>
          <a:ext cx="2996602" cy="1365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Argued FDR’s measures went too far toward people relying on welfare</a:t>
          </a:r>
          <a:endParaRPr lang="en-US" sz="2500" kern="1200" dirty="0"/>
        </a:p>
      </dsp:txBody>
      <dsp:txXfrm>
        <a:off x="3530898" y="2188097"/>
        <a:ext cx="2996602" cy="1365988"/>
      </dsp:txXfrm>
    </dsp:sp>
    <dsp:sp modelId="{633BB4AE-9835-4061-8860-84A377453777}">
      <dsp:nvSpPr>
        <dsp:cNvPr id="0" name=""/>
        <dsp:cNvSpPr/>
      </dsp:nvSpPr>
      <dsp:spPr>
        <a:xfrm>
          <a:off x="8025802" y="497213"/>
          <a:ext cx="1048810" cy="104881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0316-8106-4BD9-B29C-75EA9B3D5C6A}">
      <dsp:nvSpPr>
        <dsp:cNvPr id="0" name=""/>
        <dsp:cNvSpPr/>
      </dsp:nvSpPr>
      <dsp:spPr>
        <a:xfrm>
          <a:off x="7051906" y="1677470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2500" kern="1200"/>
            <a:t>The Left</a:t>
          </a:r>
          <a:endParaRPr lang="en-US" sz="2500" kern="1200"/>
        </a:p>
      </dsp:txBody>
      <dsp:txXfrm>
        <a:off x="7051906" y="1677470"/>
        <a:ext cx="2996602" cy="449490"/>
      </dsp:txXfrm>
    </dsp:sp>
    <dsp:sp modelId="{7CF332DB-6B29-473B-B7B7-0576F51FCB73}">
      <dsp:nvSpPr>
        <dsp:cNvPr id="0" name=""/>
        <dsp:cNvSpPr/>
      </dsp:nvSpPr>
      <dsp:spPr>
        <a:xfrm>
          <a:off x="7051906" y="2188097"/>
          <a:ext cx="2996602" cy="1365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Argued FDR’s measures did not go far enough</a:t>
          </a:r>
          <a:endParaRPr lang="en-US" sz="2500" kern="1200" dirty="0"/>
        </a:p>
      </dsp:txBody>
      <dsp:txXfrm>
        <a:off x="7051906" y="2188097"/>
        <a:ext cx="2996602" cy="1365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5741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043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62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94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575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681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784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45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23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78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82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9655DD1-9BCB-4943-B132-6DB8BABD9B60}" type="datetimeFigureOut">
              <a:rPr lang="en-AU" smtClean="0"/>
              <a:t>15/05/2019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B385EA18-7FDB-4EBD-B3BC-1A4191FAD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07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6684" y="584171"/>
            <a:ext cx="4608021" cy="23876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Roosevelt and the New Deals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7506" y="3440430"/>
            <a:ext cx="4026131" cy="711646"/>
          </a:xfrm>
        </p:spPr>
        <p:txBody>
          <a:bodyPr/>
          <a:lstStyle/>
          <a:p>
            <a:r>
              <a:rPr lang="en-AU" dirty="0" smtClean="0"/>
              <a:t>The Great Depression 1929-1939</a:t>
            </a:r>
            <a:endParaRPr lang="en-AU" dirty="0"/>
          </a:p>
        </p:txBody>
      </p:sp>
      <p:pic>
        <p:nvPicPr>
          <p:cNvPr id="1026" name="Picture 2" descr="Image result for roosevelt new deal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00800" cy="688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25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523" y="2759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Who opposed Roosevelt and the New Deals?</a:t>
            </a:r>
            <a:endParaRPr lang="en-AU" dirty="0"/>
          </a:p>
        </p:txBody>
      </p:sp>
      <p:pic>
        <p:nvPicPr>
          <p:cNvPr id="2050" name="Picture 2" descr="Image result for supreme court oppose roosevel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" t="20835" r="49105" b="7916"/>
          <a:stretch/>
        </p:blipFill>
        <p:spPr bwMode="auto">
          <a:xfrm>
            <a:off x="166254" y="1601484"/>
            <a:ext cx="4638502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45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1208-8225-411A-A73E-F067F48B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Opposition to the New Deal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B3DA7C-6752-47B8-87B8-207BE504049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5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710" y="77308"/>
            <a:ext cx="10058400" cy="1609344"/>
          </a:xfrm>
        </p:spPr>
        <p:txBody>
          <a:bodyPr/>
          <a:lstStyle/>
          <a:p>
            <a:r>
              <a:rPr lang="en-AU" dirty="0" smtClean="0"/>
              <a:t>Opposition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10" y="1537855"/>
            <a:ext cx="10820677" cy="5012574"/>
          </a:xfrm>
        </p:spPr>
        <p:txBody>
          <a:bodyPr>
            <a:noAutofit/>
          </a:bodyPr>
          <a:lstStyle/>
          <a:p>
            <a:r>
              <a:rPr lang="en-AU" sz="2200" dirty="0" smtClean="0"/>
              <a:t>People believed the New Deals interfered too much in peoples’ lives.</a:t>
            </a:r>
          </a:p>
          <a:p>
            <a:r>
              <a:rPr lang="en-AU" sz="2200" dirty="0" smtClean="0"/>
              <a:t>The rich</a:t>
            </a:r>
          </a:p>
          <a:p>
            <a:pPr lvl="1"/>
            <a:r>
              <a:rPr lang="en-AU" sz="2200" dirty="0" smtClean="0"/>
              <a:t>Resented having to pay higher taxes to support works of the New Deal agencies.</a:t>
            </a:r>
          </a:p>
          <a:p>
            <a:pPr lvl="1"/>
            <a:r>
              <a:rPr lang="en-AU" sz="2200" dirty="0" smtClean="0"/>
              <a:t>Bitter Roosevelt had taken some of their power.</a:t>
            </a:r>
          </a:p>
          <a:p>
            <a:r>
              <a:rPr lang="en-AU" sz="2200" dirty="0" smtClean="0"/>
              <a:t>Businesses</a:t>
            </a:r>
          </a:p>
          <a:p>
            <a:pPr lvl="1"/>
            <a:r>
              <a:rPr lang="en-AU" sz="2200" dirty="0" smtClean="0"/>
              <a:t>Business leaders didn’t like government interference in their affairs.</a:t>
            </a:r>
          </a:p>
          <a:p>
            <a:pPr lvl="1"/>
            <a:r>
              <a:rPr lang="en-AU" sz="2200" dirty="0" smtClean="0"/>
              <a:t>Angry about Roosevelt’s support for trade unions.</a:t>
            </a:r>
          </a:p>
          <a:p>
            <a:pPr lvl="1"/>
            <a:r>
              <a:rPr lang="en-AU" sz="2200" dirty="0" smtClean="0"/>
              <a:t>1934 formed Liberty League to oppose the New Deal.</a:t>
            </a:r>
          </a:p>
          <a:p>
            <a:r>
              <a:rPr lang="en-AU" sz="2200" dirty="0" smtClean="0"/>
              <a:t>Republicans</a:t>
            </a:r>
          </a:p>
          <a:p>
            <a:pPr lvl="1"/>
            <a:r>
              <a:rPr lang="en-AU" sz="2200" dirty="0" smtClean="0"/>
              <a:t>Believed Roosevelt was behaving like a dictator, making government too powerful.</a:t>
            </a:r>
          </a:p>
          <a:p>
            <a:pPr lvl="1"/>
            <a:r>
              <a:rPr lang="en-AU" sz="2200" dirty="0" smtClean="0"/>
              <a:t>Compared to Hitler and Stalin.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3179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</TotalTime>
  <Words>152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Georgia</vt:lpstr>
      <vt:lpstr>Trebuchet MS</vt:lpstr>
      <vt:lpstr>Wingdings</vt:lpstr>
      <vt:lpstr>Wood Type</vt:lpstr>
      <vt:lpstr>Roosevelt and the New Deals</vt:lpstr>
      <vt:lpstr>Who opposed Roosevelt and the New Deals?</vt:lpstr>
      <vt:lpstr>Opposition to the New Deal</vt:lpstr>
      <vt:lpstr>Opposition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Roosevelt and the New Deals</dc:title>
  <dc:creator>HAWKES Natasha [Narrogin Senior High School]</dc:creator>
  <cp:lastModifiedBy>HAWKES Natasha [Narrogin Senior High School]</cp:lastModifiedBy>
  <cp:revision>2</cp:revision>
  <dcterms:created xsi:type="dcterms:W3CDTF">2019-05-14T07:53:45Z</dcterms:created>
  <dcterms:modified xsi:type="dcterms:W3CDTF">2019-05-15T03:52:22Z</dcterms:modified>
</cp:coreProperties>
</file>