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5" r:id="rId3"/>
    <p:sldId id="279" r:id="rId4"/>
    <p:sldId id="280" r:id="rId5"/>
    <p:sldId id="281" r:id="rId6"/>
    <p:sldId id="282" r:id="rId7"/>
    <p:sldId id="264" r:id="rId8"/>
    <p:sldId id="283" r:id="rId9"/>
    <p:sldId id="284" r:id="rId10"/>
    <p:sldId id="285" r:id="rId11"/>
    <p:sldId id="286" r:id="rId12"/>
    <p:sldId id="287" r:id="rId13"/>
    <p:sldId id="272" r:id="rId14"/>
    <p:sldId id="273" r:id="rId15"/>
    <p:sldId id="274" r:id="rId16"/>
    <p:sldId id="288" r:id="rId17"/>
    <p:sldId id="289" r:id="rId18"/>
    <p:sldId id="276" r:id="rId19"/>
    <p:sldId id="277" r:id="rId20"/>
    <p:sldId id="278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570745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762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463771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74516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034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94268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938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08971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49851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31685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8368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1292840" y="0"/>
            <a:ext cx="914400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61872" y="365760"/>
            <a:ext cx="9692640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797542" y="998537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317503F3-AE6C-4A64-9032-3940224DC0FB}" type="datetimeFigureOut">
              <a:rPr lang="en-AU" smtClean="0"/>
              <a:t>17/05/2019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9959341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292840" y="6172200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5EFCF74C-E67C-4167-A819-5BB2EE4EB58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240057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History Heroes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Term 2, Week 3</a:t>
            </a:r>
            <a:endParaRPr lang="en-AU" dirty="0"/>
          </a:p>
        </p:txBody>
      </p:sp>
      <p:pic>
        <p:nvPicPr>
          <p:cNvPr id="1026" name="Picture 2" descr="Image result for woodrow wilson meme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97"/>
          <a:stretch/>
        </p:blipFill>
        <p:spPr bwMode="auto">
          <a:xfrm>
            <a:off x="5917692" y="426443"/>
            <a:ext cx="4762500" cy="3098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94772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 (2 marks)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Who were the KKK?</a:t>
            </a:r>
          </a:p>
          <a:p>
            <a:pPr marL="0" indent="0">
              <a:buNone/>
            </a:pPr>
            <a:endParaRPr lang="en-AU" sz="4000" dirty="0" smtClean="0"/>
          </a:p>
          <a:p>
            <a:pPr marL="0" indent="0">
              <a:buNone/>
            </a:pPr>
            <a:r>
              <a:rPr lang="en-AU" sz="4000" dirty="0" smtClean="0"/>
              <a:t>(Write out name in full and give brief description of)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3404273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352502"/>
            <a:ext cx="8595360" cy="3827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/>
              <a:t>Who was Andrew Carnegie?</a:t>
            </a:r>
          </a:p>
        </p:txBody>
      </p:sp>
    </p:spTree>
    <p:extLst>
      <p:ext uri="{BB962C8B-B14F-4D97-AF65-F5344CB8AC3E}">
        <p14:creationId xmlns:p14="http://schemas.microsoft.com/office/powerpoint/2010/main" val="39241554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3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427316"/>
            <a:ext cx="8595360" cy="3752821"/>
          </a:xfrm>
        </p:spPr>
        <p:txBody>
          <a:bodyPr/>
          <a:lstStyle/>
          <a:p>
            <a:pPr marL="0" indent="0">
              <a:buNone/>
            </a:pPr>
            <a:r>
              <a:rPr lang="en-AU" sz="4000" dirty="0" smtClean="0"/>
              <a:t>What years was Woodrow Wilson President?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927877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385753"/>
            <a:ext cx="8595360" cy="3794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was the Manhattan Project?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584277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718262"/>
            <a:ext cx="8595360" cy="3461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is capitalism?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27450732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389" y="2826327"/>
            <a:ext cx="3734077" cy="1325562"/>
          </a:xfrm>
        </p:spPr>
        <p:txBody>
          <a:bodyPr/>
          <a:lstStyle/>
          <a:p>
            <a:r>
              <a:rPr lang="en-AU" dirty="0" smtClean="0"/>
              <a:t>ANSWERS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1868930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1 (2 marks)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AU" sz="4000" dirty="0" smtClean="0"/>
              <a:t>Who were the KKK?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A secret, white supremacist organisation founded in 1877, and was revived during the 1920s. The organisation used violence to intimidate African Americans, Catholics, foreigners, Jews and bootleggers.</a:t>
            </a:r>
          </a:p>
        </p:txBody>
      </p:sp>
    </p:spTree>
    <p:extLst>
      <p:ext uri="{BB962C8B-B14F-4D97-AF65-F5344CB8AC3E}">
        <p14:creationId xmlns:p14="http://schemas.microsoft.com/office/powerpoint/2010/main" val="13395321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2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352502"/>
            <a:ext cx="8595360" cy="38276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/>
              <a:t>Who was Andrew Carnegie</a:t>
            </a:r>
            <a:r>
              <a:rPr lang="en-AU" sz="4000" dirty="0" smtClean="0"/>
              <a:t>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A tycoon of the steel and iron industries in the late 1800s.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987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3 (2 marks)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427316"/>
            <a:ext cx="8595360" cy="3752821"/>
          </a:xfrm>
        </p:spPr>
        <p:txBody>
          <a:bodyPr/>
          <a:lstStyle/>
          <a:p>
            <a:pPr marL="0" indent="0">
              <a:buNone/>
            </a:pPr>
            <a:r>
              <a:rPr lang="en-AU" sz="4000" dirty="0" smtClean="0"/>
              <a:t>What years was Woodrow Wilson President?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1913-1921</a:t>
            </a:r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4424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4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385753"/>
            <a:ext cx="8595360" cy="3794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was the Manhattan Project?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A top-secret scientific program to develop an atomic weapon for use during WW2.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8079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Question 5 (1 mark)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718262"/>
            <a:ext cx="8595360" cy="346187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sz="4000" dirty="0" smtClean="0"/>
              <a:t>What is capitalism?</a:t>
            </a:r>
          </a:p>
          <a:p>
            <a:pPr marL="0" indent="0">
              <a:buNone/>
            </a:pPr>
            <a:endParaRPr lang="en-AU" sz="4000" dirty="0"/>
          </a:p>
          <a:p>
            <a:pPr marL="0" indent="0">
              <a:buNone/>
            </a:pPr>
            <a:r>
              <a:rPr lang="en-AU" sz="4000" dirty="0" smtClean="0">
                <a:solidFill>
                  <a:srgbClr val="FF0000"/>
                </a:solidFill>
              </a:rPr>
              <a:t>An economic and political system in which a country’s trade and industry are privately owned.</a:t>
            </a:r>
            <a:endParaRPr lang="en-AU" sz="4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9671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RESULTS??</a:t>
            </a:r>
            <a:endParaRPr lang="en-AU" dirty="0"/>
          </a:p>
        </p:txBody>
      </p:sp>
      <p:pic>
        <p:nvPicPr>
          <p:cNvPr id="2050" name="Picture 2" descr="Image result for fdr thinki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87020" y="1691322"/>
            <a:ext cx="5649770" cy="4439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1229" y="2693324"/>
            <a:ext cx="225274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5000" dirty="0" smtClean="0"/>
              <a:t>/7</a:t>
            </a:r>
            <a:endParaRPr lang="en-AU" sz="5000" dirty="0"/>
          </a:p>
        </p:txBody>
      </p:sp>
    </p:spTree>
    <p:extLst>
      <p:ext uri="{BB962C8B-B14F-4D97-AF65-F5344CB8AC3E}">
        <p14:creationId xmlns:p14="http://schemas.microsoft.com/office/powerpoint/2010/main" val="41127576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Source of the week </a:t>
            </a:r>
            <a:endParaRPr lang="en-AU" dirty="0"/>
          </a:p>
        </p:txBody>
      </p:sp>
      <p:pic>
        <p:nvPicPr>
          <p:cNvPr id="4098" name="Picture 2" descr="Image result for hersheys sauce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35535" y="2063922"/>
            <a:ext cx="4245436" cy="4245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166131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488" y="205273"/>
            <a:ext cx="3149981" cy="22636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AU" b="1" dirty="0"/>
              <a:t>Title: </a:t>
            </a:r>
            <a:r>
              <a:rPr lang="en-AU" dirty="0"/>
              <a:t>For the sunny South. An airship with a "Jim Crow" trailer</a:t>
            </a:r>
            <a:endParaRPr lang="en-AU" b="1" dirty="0"/>
          </a:p>
          <a:p>
            <a:pPr marL="0" indent="0">
              <a:buNone/>
            </a:pPr>
            <a:r>
              <a:rPr lang="en-AU" b="1" dirty="0"/>
              <a:t>Date Created/Published: </a:t>
            </a:r>
            <a:r>
              <a:rPr lang="en-AU" dirty="0"/>
              <a:t>1913</a:t>
            </a:r>
            <a:r>
              <a:rPr lang="en-AU" dirty="0" smtClean="0"/>
              <a:t>.</a:t>
            </a:r>
            <a:endParaRPr lang="en-AU" b="1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20058" t="12757" r="21104" b="5267"/>
          <a:stretch/>
        </p:blipFill>
        <p:spPr>
          <a:xfrm>
            <a:off x="3674225" y="448886"/>
            <a:ext cx="8071660" cy="609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5867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b="1" dirty="0" smtClean="0"/>
              <a:t>Jim Crow Laws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61872" y="2560320"/>
            <a:ext cx="8595360" cy="3619817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AU" sz="4000" dirty="0" smtClean="0"/>
              <a:t>Laws enacted in the late 19</a:t>
            </a:r>
            <a:r>
              <a:rPr lang="en-AU" sz="4000" baseline="30000" dirty="0" smtClean="0"/>
              <a:t>th</a:t>
            </a:r>
            <a:r>
              <a:rPr lang="en-AU" sz="4000" dirty="0" smtClean="0"/>
              <a:t> and early 20</a:t>
            </a:r>
            <a:r>
              <a:rPr lang="en-AU" sz="4000" baseline="30000" dirty="0" smtClean="0"/>
              <a:t>th</a:t>
            </a:r>
            <a:r>
              <a:rPr lang="en-AU" sz="4000" dirty="0" smtClean="0"/>
              <a:t> centuries. State-based laws segregating white Americans and African Americans. The laws extended to education, housing, work, transport and sexual relations.</a:t>
            </a:r>
            <a:endParaRPr lang="en-AU" sz="4000" dirty="0"/>
          </a:p>
        </p:txBody>
      </p:sp>
    </p:spTree>
    <p:extLst>
      <p:ext uri="{BB962C8B-B14F-4D97-AF65-F5344CB8AC3E}">
        <p14:creationId xmlns:p14="http://schemas.microsoft.com/office/powerpoint/2010/main" val="7572453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97" y="1679171"/>
            <a:ext cx="9692640" cy="1325562"/>
          </a:xfrm>
        </p:spPr>
        <p:txBody>
          <a:bodyPr/>
          <a:lstStyle/>
          <a:p>
            <a:r>
              <a:rPr lang="en-AU" dirty="0" smtClean="0"/>
              <a:t>Cornell Notetaking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045502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9115" y="2443942"/>
            <a:ext cx="9692640" cy="1670857"/>
          </a:xfrm>
        </p:spPr>
        <p:txBody>
          <a:bodyPr>
            <a:normAutofit/>
          </a:bodyPr>
          <a:lstStyle/>
          <a:p>
            <a:r>
              <a:rPr lang="en-AU" sz="5000" dirty="0" smtClean="0"/>
              <a:t>What is the difference between </a:t>
            </a:r>
            <a:r>
              <a:rPr lang="en-AU" sz="5000" b="1" u="sng" dirty="0" smtClean="0"/>
              <a:t>capitalism</a:t>
            </a:r>
            <a:r>
              <a:rPr lang="en-AU" sz="5000" dirty="0" smtClean="0"/>
              <a:t> and </a:t>
            </a:r>
            <a:r>
              <a:rPr lang="en-AU" sz="5000" b="1" u="sng" dirty="0" smtClean="0"/>
              <a:t>communism</a:t>
            </a:r>
            <a:r>
              <a:rPr lang="en-AU" sz="5000" dirty="0" smtClean="0"/>
              <a:t>?</a:t>
            </a:r>
            <a:endParaRPr lang="en-AU" sz="5000" dirty="0"/>
          </a:p>
        </p:txBody>
      </p:sp>
      <p:pic>
        <p:nvPicPr>
          <p:cNvPr id="3074" name="Picture 2" descr="Image result for communis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21449" y="256585"/>
            <a:ext cx="2803052" cy="1868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apitalism symbol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19758" y="4433455"/>
            <a:ext cx="1806228" cy="210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0210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923" y="157942"/>
            <a:ext cx="9692640" cy="1325562"/>
          </a:xfrm>
        </p:spPr>
        <p:txBody>
          <a:bodyPr/>
          <a:lstStyle/>
          <a:p>
            <a:r>
              <a:rPr lang="en-AU" dirty="0" smtClean="0"/>
              <a:t>Capitalism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947651" y="2136371"/>
            <a:ext cx="8944494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Capitalism is an economic system in which the trade and industry of the economy is owned and controlled by private individuals, to make profit</a:t>
            </a:r>
            <a:r>
              <a:rPr lang="en-AU" sz="2000" dirty="0" smtClean="0"/>
              <a:t>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Based on the principle of individual rights.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Promotes class distinctions/divisions.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Democratic government.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T</a:t>
            </a:r>
            <a:r>
              <a:rPr lang="en-AU" sz="2000" dirty="0" smtClean="0"/>
              <a:t>he </a:t>
            </a:r>
            <a:r>
              <a:rPr lang="en-AU" sz="2000" dirty="0"/>
              <a:t>resources or the means of production lies with a private owner.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T</a:t>
            </a:r>
            <a:r>
              <a:rPr lang="en-AU" sz="2000" dirty="0" smtClean="0"/>
              <a:t>he </a:t>
            </a:r>
            <a:r>
              <a:rPr lang="en-AU" sz="2000" dirty="0"/>
              <a:t>profit in a capitalist structure belong to the private owner only.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Capitalism </a:t>
            </a:r>
            <a:r>
              <a:rPr lang="en-AU" sz="2000" dirty="0"/>
              <a:t>stands for private property.</a:t>
            </a:r>
          </a:p>
          <a:p>
            <a:pPr marL="171450" indent="-171450" fontAlgn="t">
              <a:buFont typeface="Arial" panose="020B0604020202020204" pitchFamily="34" charset="0"/>
              <a:buChar char="•"/>
            </a:pPr>
            <a:endParaRPr lang="en-AU" sz="800" dirty="0"/>
          </a:p>
        </p:txBody>
      </p:sp>
      <p:pic>
        <p:nvPicPr>
          <p:cNvPr id="8" name="Picture 4" descr="Image result for capitalism symbol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0573" y="157942"/>
            <a:ext cx="1806228" cy="21056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674276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050" y="66502"/>
            <a:ext cx="9692640" cy="1325562"/>
          </a:xfrm>
        </p:spPr>
        <p:txBody>
          <a:bodyPr/>
          <a:lstStyle/>
          <a:p>
            <a:r>
              <a:rPr lang="en-AU" dirty="0" smtClean="0"/>
              <a:t>Communism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789710" y="1550006"/>
            <a:ext cx="9310254" cy="5170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/>
              <a:t>Communism refers to social system in which country's trade and industry are controlled by the community and the share of each individual relies on his ability and needs</a:t>
            </a:r>
            <a:r>
              <a:rPr lang="en-AU" sz="2000" dirty="0" smtClean="0"/>
              <a:t>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Based on the principle of community rights.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Promotes egalitarian society.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 smtClean="0"/>
              <a:t>Totalitarian system of government.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T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he </a:t>
            </a: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community or society solely owns the resources or the means of production. </a:t>
            </a:r>
            <a:endParaRPr lang="en-AU" sz="2000" dirty="0" smtClean="0">
              <a:solidFill>
                <a:srgbClr val="000000"/>
              </a:solidFill>
              <a:latin typeface="Georgia" panose="02040502050405020303" pitchFamily="18" charset="0"/>
            </a:endParaRP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T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he </a:t>
            </a: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profit of any enterprise is equally shared by all the people in 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communism.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T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he </a:t>
            </a: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society is above 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individuals.</a:t>
            </a:r>
          </a:p>
          <a:p>
            <a:pPr marL="171450" indent="-171450" fontAlgn="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S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tands </a:t>
            </a:r>
            <a:r>
              <a:rPr lang="en-AU" sz="2000" dirty="0">
                <a:solidFill>
                  <a:srgbClr val="000000"/>
                </a:solidFill>
                <a:latin typeface="Georgia" panose="02040502050405020303" pitchFamily="18" charset="0"/>
              </a:rPr>
              <a:t>for abolishing private </a:t>
            </a:r>
            <a:r>
              <a:rPr lang="en-AU" sz="2000" dirty="0" smtClean="0">
                <a:solidFill>
                  <a:srgbClr val="000000"/>
                </a:solidFill>
                <a:latin typeface="Georgia" panose="02040502050405020303" pitchFamily="18" charset="0"/>
              </a:rPr>
              <a:t>property.</a:t>
            </a:r>
            <a:endParaRPr lang="en-AU" sz="2000" dirty="0"/>
          </a:p>
        </p:txBody>
      </p:sp>
      <p:pic>
        <p:nvPicPr>
          <p:cNvPr id="7" name="Picture 2" descr="Image result for communism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578" y="122989"/>
            <a:ext cx="2140526" cy="14270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0711270"/>
      </p:ext>
    </p:extLst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rgbClr val="000000"/>
      </a:dk1>
      <a:lt1>
        <a:srgbClr val="FFFFFF"/>
      </a:lt1>
      <a:dk2>
        <a:srgbClr val="46464A"/>
      </a:dk2>
      <a:lt2>
        <a:srgbClr val="D6D3CC"/>
      </a:lt2>
      <a:accent1>
        <a:srgbClr val="6F6F74"/>
      </a:accent1>
      <a:accent2>
        <a:srgbClr val="92A9B9"/>
      </a:accent2>
      <a:accent3>
        <a:srgbClr val="A7B789"/>
      </a:accent3>
      <a:accent4>
        <a:srgbClr val="B9A489"/>
      </a:accent4>
      <a:accent5>
        <a:srgbClr val="8D6374"/>
      </a:accent5>
      <a:accent6>
        <a:srgbClr val="9B7362"/>
      </a:accent6>
      <a:hlink>
        <a:srgbClr val="67AABF"/>
      </a:hlink>
      <a:folHlink>
        <a:srgbClr val="ABAFA5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View</Template>
  <TotalTime>111</TotalTime>
  <Words>433</Words>
  <Application>Microsoft Office PowerPoint</Application>
  <PresentationFormat>Widescreen</PresentationFormat>
  <Paragraphs>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Century Schoolbook</vt:lpstr>
      <vt:lpstr>Georgia</vt:lpstr>
      <vt:lpstr>Wingdings 2</vt:lpstr>
      <vt:lpstr>View</vt:lpstr>
      <vt:lpstr>History Heroes</vt:lpstr>
      <vt:lpstr>Question 1 (2 marks) </vt:lpstr>
      <vt:lpstr>Question 2 (1 mark)</vt:lpstr>
      <vt:lpstr>Question 3 (2 marks)</vt:lpstr>
      <vt:lpstr>Question 4 (1 mark)</vt:lpstr>
      <vt:lpstr>Question 5 (1 mark)</vt:lpstr>
      <vt:lpstr>ANSWERS</vt:lpstr>
      <vt:lpstr>Question 1 (2 marks) </vt:lpstr>
      <vt:lpstr>Question 2 (1 mark)</vt:lpstr>
      <vt:lpstr>Question 3 (2 marks)</vt:lpstr>
      <vt:lpstr>Question 4 (1 mark)</vt:lpstr>
      <vt:lpstr>Question 5 (1 mark)</vt:lpstr>
      <vt:lpstr>RESULTS??</vt:lpstr>
      <vt:lpstr>Source of the week </vt:lpstr>
      <vt:lpstr>PowerPoint Presentation</vt:lpstr>
      <vt:lpstr>Jim Crow Laws</vt:lpstr>
      <vt:lpstr>Cornell Notetaking</vt:lpstr>
      <vt:lpstr>What is the difference between capitalism and communism?</vt:lpstr>
      <vt:lpstr>Capitalism</vt:lpstr>
      <vt:lpstr>Communism</vt:lpstr>
    </vt:vector>
  </TitlesOfParts>
  <Company>Department of Education Western Australia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Heroes</dc:title>
  <dc:creator>HAWKES Natasha [Narrogin Senior High School]</dc:creator>
  <cp:lastModifiedBy>HAWKES Natasha [Narrogin Senior High School]</cp:lastModifiedBy>
  <cp:revision>21</cp:revision>
  <dcterms:created xsi:type="dcterms:W3CDTF">2019-05-01T02:14:33Z</dcterms:created>
  <dcterms:modified xsi:type="dcterms:W3CDTF">2019-05-17T00:20:31Z</dcterms:modified>
</cp:coreProperties>
</file>