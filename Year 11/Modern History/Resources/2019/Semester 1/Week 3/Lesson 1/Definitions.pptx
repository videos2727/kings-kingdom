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07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44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79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1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665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73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50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6567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12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640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981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8B890-AFFE-4157-A10D-2BC4EC54479A}" type="datetimeFigureOut">
              <a:rPr lang="en-AU" smtClean="0"/>
              <a:t>18/02/2019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EAE3B-9B6B-4089-9E1D-18E775FD8D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15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532015"/>
            <a:ext cx="11563003" cy="61347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 err="1" smtClean="0"/>
              <a:t>Audacious</a:t>
            </a:r>
            <a:r>
              <a:rPr lang="fr-FR" b="1" dirty="0" smtClean="0"/>
              <a:t>: </a:t>
            </a:r>
            <a:r>
              <a:rPr lang="en-AU" dirty="0" smtClean="0"/>
              <a:t>Extremely </a:t>
            </a:r>
            <a:r>
              <a:rPr lang="en-AU" dirty="0"/>
              <a:t>bold or daring; recklessly brave; </a:t>
            </a:r>
            <a:r>
              <a:rPr lang="en-AU" dirty="0" smtClean="0"/>
              <a:t>fearless.</a:t>
            </a:r>
            <a:endParaRPr lang="fr-FR" dirty="0" smtClean="0"/>
          </a:p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b="1" dirty="0" smtClean="0"/>
              <a:t>Filament:  </a:t>
            </a:r>
            <a:r>
              <a:rPr lang="fr-FR" dirty="0" smtClean="0"/>
              <a:t>A </a:t>
            </a:r>
            <a:r>
              <a:rPr lang="fr-FR" dirty="0" err="1" smtClean="0"/>
              <a:t>thin</a:t>
            </a:r>
            <a:r>
              <a:rPr lang="fr-FR" dirty="0" smtClean="0"/>
              <a:t> </a:t>
            </a:r>
            <a:r>
              <a:rPr lang="fr-FR" dirty="0" err="1" smtClean="0"/>
              <a:t>wire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b="1" dirty="0" err="1" smtClean="0"/>
              <a:t>Irrevocable</a:t>
            </a:r>
            <a:r>
              <a:rPr lang="fr-FR" b="1" dirty="0" smtClean="0"/>
              <a:t>: </a:t>
            </a:r>
            <a:r>
              <a:rPr lang="en-AU" dirty="0"/>
              <a:t>N</a:t>
            </a:r>
            <a:r>
              <a:rPr lang="en-AU" dirty="0" smtClean="0"/>
              <a:t>ot able to be changed, reversed, or recovered; final.</a:t>
            </a:r>
            <a:endParaRPr lang="fr-FR" dirty="0" smtClean="0"/>
          </a:p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b="1" dirty="0" err="1" smtClean="0"/>
              <a:t>Molten</a:t>
            </a:r>
            <a:r>
              <a:rPr lang="fr-FR" b="1" dirty="0" smtClean="0"/>
              <a:t>: </a:t>
            </a:r>
            <a:r>
              <a:rPr lang="en-AU" dirty="0" smtClean="0"/>
              <a:t>Molten rock, metal, or glass has been heated to a very high temperature and has become a hot, thick liquid.</a:t>
            </a:r>
            <a:endParaRPr lang="fr-FR" dirty="0" smtClean="0"/>
          </a:p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b="1" dirty="0" smtClean="0"/>
              <a:t>Rogue: </a:t>
            </a:r>
            <a:r>
              <a:rPr lang="en-AU" dirty="0"/>
              <a:t>B</a:t>
            </a:r>
            <a:r>
              <a:rPr lang="en-AU" dirty="0" smtClean="0"/>
              <a:t>ehaving in ways that are not expected or not normal.</a:t>
            </a:r>
            <a:endParaRPr lang="fr-FR" dirty="0" smtClean="0"/>
          </a:p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b="1" dirty="0" err="1" smtClean="0"/>
              <a:t>Tenement</a:t>
            </a:r>
            <a:r>
              <a:rPr lang="fr-FR" b="1" dirty="0" smtClean="0"/>
              <a:t>: </a:t>
            </a:r>
            <a:r>
              <a:rPr lang="en-AU" b="1" dirty="0" smtClean="0"/>
              <a:t> </a:t>
            </a:r>
            <a:r>
              <a:rPr lang="en-AU" dirty="0" smtClean="0"/>
              <a:t>A large building divided into apartments.</a:t>
            </a:r>
            <a:endParaRPr lang="fr-FR" dirty="0" smtClean="0"/>
          </a:p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b="1" dirty="0" err="1" smtClean="0"/>
              <a:t>Unscrupulous</a:t>
            </a:r>
            <a:r>
              <a:rPr lang="fr-FR" b="1" dirty="0" smtClean="0"/>
              <a:t>: </a:t>
            </a:r>
            <a:r>
              <a:rPr lang="en-AU" dirty="0" smtClean="0"/>
              <a:t>Having </a:t>
            </a:r>
            <a:r>
              <a:rPr lang="en-AU" dirty="0"/>
              <a:t>or showing no moral principles; not honest or fair.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b="1" dirty="0" err="1" smtClean="0"/>
              <a:t>Veritable</a:t>
            </a:r>
            <a:r>
              <a:rPr lang="fr-FR" b="1" dirty="0" smtClean="0"/>
              <a:t>: </a:t>
            </a:r>
            <a:r>
              <a:rPr lang="fr-FR" dirty="0" err="1"/>
              <a:t>U</a:t>
            </a:r>
            <a:r>
              <a:rPr lang="fr-FR" dirty="0" err="1" smtClean="0"/>
              <a:t>sed</a:t>
            </a:r>
            <a:r>
              <a:rPr lang="fr-FR" dirty="0" smtClean="0"/>
              <a:t> for </a:t>
            </a:r>
            <a:r>
              <a:rPr lang="fr-FR" dirty="0" err="1" smtClean="0"/>
              <a:t>emphasis</a:t>
            </a:r>
            <a:r>
              <a:rPr lang="fr-FR" dirty="0" smtClean="0"/>
              <a:t> (a </a:t>
            </a:r>
            <a:r>
              <a:rPr lang="fr-FR" dirty="0" err="1" smtClean="0"/>
              <a:t>veritable</a:t>
            </a:r>
            <a:r>
              <a:rPr lang="fr-FR" dirty="0" smtClean="0"/>
              <a:t> </a:t>
            </a:r>
            <a:r>
              <a:rPr lang="fr-FR" dirty="0" err="1" smtClean="0"/>
              <a:t>triumph</a:t>
            </a:r>
            <a:r>
              <a:rPr lang="fr-FR" dirty="0"/>
              <a:t>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9605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HAWKES Natasha [Narrogin Senior High School]</dc:creator>
  <cp:lastModifiedBy>HAWKES Natasha [Narrogin Senior High School]</cp:lastModifiedBy>
  <cp:revision>1</cp:revision>
  <dcterms:created xsi:type="dcterms:W3CDTF">2019-02-18T05:24:18Z</dcterms:created>
  <dcterms:modified xsi:type="dcterms:W3CDTF">2019-02-18T05:24:29Z</dcterms:modified>
</cp:coreProperties>
</file>