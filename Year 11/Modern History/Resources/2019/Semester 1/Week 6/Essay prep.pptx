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4" d="100"/>
          <a:sy n="64" d="100"/>
        </p:scale>
        <p:origin x="78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ECA96-4258-4FBF-9E0B-02DE69493F4B}" type="datetimeFigureOut">
              <a:rPr lang="en-AU" smtClean="0"/>
              <a:t>12/03/2019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FE72D-8BEA-437B-8808-43151B39E35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18362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ECA96-4258-4FBF-9E0B-02DE69493F4B}" type="datetimeFigureOut">
              <a:rPr lang="en-AU" smtClean="0"/>
              <a:t>12/03/2019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FE72D-8BEA-437B-8808-43151B39E35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90350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ECA96-4258-4FBF-9E0B-02DE69493F4B}" type="datetimeFigureOut">
              <a:rPr lang="en-AU" smtClean="0"/>
              <a:t>12/03/2019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FE72D-8BEA-437B-8808-43151B39E35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20653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ECA96-4258-4FBF-9E0B-02DE69493F4B}" type="datetimeFigureOut">
              <a:rPr lang="en-AU" smtClean="0"/>
              <a:t>12/03/2019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FE72D-8BEA-437B-8808-43151B39E35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614681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ECA96-4258-4FBF-9E0B-02DE69493F4B}" type="datetimeFigureOut">
              <a:rPr lang="en-AU" smtClean="0"/>
              <a:t>12/03/2019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FE72D-8BEA-437B-8808-43151B39E35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82236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ECA96-4258-4FBF-9E0B-02DE69493F4B}" type="datetimeFigureOut">
              <a:rPr lang="en-AU" smtClean="0"/>
              <a:t>12/03/2019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FE72D-8BEA-437B-8808-43151B39E35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9891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ECA96-4258-4FBF-9E0B-02DE69493F4B}" type="datetimeFigureOut">
              <a:rPr lang="en-AU" smtClean="0"/>
              <a:t>12/03/2019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FE72D-8BEA-437B-8808-43151B39E35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3067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ECA96-4258-4FBF-9E0B-02DE69493F4B}" type="datetimeFigureOut">
              <a:rPr lang="en-AU" smtClean="0"/>
              <a:t>12/03/2019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FE72D-8BEA-437B-8808-43151B39E35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33335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ECA96-4258-4FBF-9E0B-02DE69493F4B}" type="datetimeFigureOut">
              <a:rPr lang="en-AU" smtClean="0"/>
              <a:t>12/03/2019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FE72D-8BEA-437B-8808-43151B39E35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489051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ECA96-4258-4FBF-9E0B-02DE69493F4B}" type="datetimeFigureOut">
              <a:rPr lang="en-AU" smtClean="0"/>
              <a:t>12/03/2019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FE72D-8BEA-437B-8808-43151B39E35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69502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ECA96-4258-4FBF-9E0B-02DE69493F4B}" type="datetimeFigureOut">
              <a:rPr lang="en-AU" smtClean="0"/>
              <a:t>12/03/2019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FE72D-8BEA-437B-8808-43151B39E35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35379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9ECA96-4258-4FBF-9E0B-02DE69493F4B}" type="datetimeFigureOut">
              <a:rPr lang="en-AU" smtClean="0"/>
              <a:t>12/03/2019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2FE72D-8BEA-437B-8808-43151B39E35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45846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8814" y="972589"/>
            <a:ext cx="9144000" cy="4555374"/>
          </a:xfrm>
        </p:spPr>
        <p:txBody>
          <a:bodyPr>
            <a:normAutofit/>
          </a:bodyPr>
          <a:lstStyle/>
          <a:p>
            <a:r>
              <a:rPr lang="en-AU" b="1" dirty="0"/>
              <a:t>Analyse the social, economic and political impacts World War One had on America</a:t>
            </a:r>
            <a:r>
              <a:rPr lang="en-AU" b="1" dirty="0" smtClean="0"/>
              <a:t>.</a:t>
            </a:r>
            <a:r>
              <a:rPr lang="en-AU" dirty="0"/>
              <a:t/>
            </a:r>
            <a:br>
              <a:rPr lang="en-AU" dirty="0"/>
            </a:br>
            <a:r>
              <a:rPr lang="en-AU" b="1" dirty="0"/>
              <a:t> </a:t>
            </a:r>
            <a:r>
              <a:rPr lang="en-AU" dirty="0"/>
              <a:t/>
            </a:r>
            <a:br>
              <a:rPr lang="en-AU" dirty="0"/>
            </a:br>
            <a:r>
              <a:rPr lang="en-AU" sz="3300" dirty="0" smtClean="0"/>
              <a:t>(identify components and the relationships between them; draw out and relate implications)</a:t>
            </a:r>
            <a:endParaRPr lang="en-AU" sz="3300" dirty="0"/>
          </a:p>
        </p:txBody>
      </p:sp>
    </p:spTree>
    <p:extLst>
      <p:ext uri="{BB962C8B-B14F-4D97-AF65-F5344CB8AC3E}">
        <p14:creationId xmlns:p14="http://schemas.microsoft.com/office/powerpoint/2010/main" val="467733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b="1" dirty="0"/>
              <a:t>Analyse the </a:t>
            </a:r>
            <a:r>
              <a:rPr lang="en-AU" sz="6000" b="1" u="sng" dirty="0"/>
              <a:t>social</a:t>
            </a:r>
            <a:r>
              <a:rPr lang="en-AU" b="1" dirty="0"/>
              <a:t>, economic and political impacts World War One had on America</a:t>
            </a:r>
            <a:r>
              <a:rPr lang="en-AU" b="1" dirty="0" smtClean="0"/>
              <a:t>.</a:t>
            </a:r>
            <a:endParaRPr lang="en-AU" sz="3000" dirty="0"/>
          </a:p>
        </p:txBody>
      </p:sp>
      <p:sp>
        <p:nvSpPr>
          <p:cNvPr id="4" name="TextBox 3"/>
          <p:cNvSpPr txBox="1"/>
          <p:nvPr/>
        </p:nvSpPr>
        <p:spPr>
          <a:xfrm>
            <a:off x="897775" y="2152996"/>
            <a:ext cx="106402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 smtClean="0"/>
          </a:p>
          <a:p>
            <a:r>
              <a:rPr lang="en-AU" dirty="0" smtClean="0"/>
              <a:t>Socially, America was impacted by World War One…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11281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b="1" dirty="0"/>
              <a:t>Analyse the social, </a:t>
            </a:r>
            <a:r>
              <a:rPr lang="en-AU" sz="6000" b="1" u="sng" dirty="0"/>
              <a:t>economic</a:t>
            </a:r>
            <a:r>
              <a:rPr lang="en-AU" b="1" dirty="0"/>
              <a:t> and political impacts World War One had on America</a:t>
            </a:r>
            <a:r>
              <a:rPr lang="en-AU" b="1" dirty="0" smtClean="0"/>
              <a:t>.</a:t>
            </a:r>
            <a:endParaRPr lang="en-AU" sz="3000" dirty="0"/>
          </a:p>
        </p:txBody>
      </p:sp>
      <p:sp>
        <p:nvSpPr>
          <p:cNvPr id="4" name="TextBox 3"/>
          <p:cNvSpPr txBox="1"/>
          <p:nvPr/>
        </p:nvSpPr>
        <p:spPr>
          <a:xfrm>
            <a:off x="897775" y="2152996"/>
            <a:ext cx="106402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dirty="0" smtClean="0">
                <a:solidFill>
                  <a:prstClr val="black"/>
                </a:solidFill>
                <a:latin typeface="Calibri" panose="020F0502020204030204"/>
              </a:rPr>
              <a:t>Economically</a:t>
            </a:r>
            <a:r>
              <a:rPr kumimoji="0" lang="en-AU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America was impacted by World War One…</a:t>
            </a:r>
          </a:p>
        </p:txBody>
      </p:sp>
    </p:spTree>
    <p:extLst>
      <p:ext uri="{BB962C8B-B14F-4D97-AF65-F5344CB8AC3E}">
        <p14:creationId xmlns:p14="http://schemas.microsoft.com/office/powerpoint/2010/main" val="4050125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b="1" dirty="0"/>
              <a:t>Analyse the social, economic and </a:t>
            </a:r>
            <a:r>
              <a:rPr lang="en-AU" sz="6000" b="1" u="sng" dirty="0"/>
              <a:t>political</a:t>
            </a:r>
            <a:r>
              <a:rPr lang="en-AU" b="1" dirty="0"/>
              <a:t> impacts World War One had on America</a:t>
            </a:r>
            <a:r>
              <a:rPr lang="en-AU" b="1" dirty="0" smtClean="0"/>
              <a:t>.</a:t>
            </a:r>
            <a:endParaRPr lang="en-AU" sz="5000" b="1" u="sng" dirty="0"/>
          </a:p>
        </p:txBody>
      </p:sp>
      <p:sp>
        <p:nvSpPr>
          <p:cNvPr id="4" name="TextBox 3"/>
          <p:cNvSpPr txBox="1"/>
          <p:nvPr/>
        </p:nvSpPr>
        <p:spPr>
          <a:xfrm>
            <a:off x="897775" y="2152996"/>
            <a:ext cx="106402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dirty="0" smtClean="0">
                <a:solidFill>
                  <a:prstClr val="black"/>
                </a:solidFill>
                <a:latin typeface="Calibri" panose="020F0502020204030204"/>
              </a:rPr>
              <a:t>Politically</a:t>
            </a:r>
            <a:r>
              <a:rPr kumimoji="0" lang="en-AU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America was impacted by World War One…</a:t>
            </a:r>
          </a:p>
        </p:txBody>
      </p:sp>
    </p:spTree>
    <p:extLst>
      <p:ext uri="{BB962C8B-B14F-4D97-AF65-F5344CB8AC3E}">
        <p14:creationId xmlns:p14="http://schemas.microsoft.com/office/powerpoint/2010/main" val="4077741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902" y="112203"/>
            <a:ext cx="10515600" cy="790343"/>
          </a:xfrm>
        </p:spPr>
        <p:txBody>
          <a:bodyPr>
            <a:noAutofit/>
          </a:bodyPr>
          <a:lstStyle/>
          <a:p>
            <a:r>
              <a:rPr lang="en-AU" sz="3000" b="1" dirty="0"/>
              <a:t>Analyse the social, economic and political impacts World War One had on America</a:t>
            </a:r>
            <a:r>
              <a:rPr lang="en-AU" sz="3000" b="1" dirty="0" smtClean="0"/>
              <a:t>.</a:t>
            </a:r>
            <a:endParaRPr lang="en-AU" sz="30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8311484"/>
              </p:ext>
            </p:extLst>
          </p:nvPr>
        </p:nvGraphicFramePr>
        <p:xfrm>
          <a:off x="236451" y="902546"/>
          <a:ext cx="11750502" cy="57476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16834">
                  <a:extLst>
                    <a:ext uri="{9D8B030D-6E8A-4147-A177-3AD203B41FA5}">
                      <a16:colId xmlns:a16="http://schemas.microsoft.com/office/drawing/2014/main" val="4097950006"/>
                    </a:ext>
                  </a:extLst>
                </a:gridCol>
                <a:gridCol w="3916834">
                  <a:extLst>
                    <a:ext uri="{9D8B030D-6E8A-4147-A177-3AD203B41FA5}">
                      <a16:colId xmlns:a16="http://schemas.microsoft.com/office/drawing/2014/main" val="197683933"/>
                    </a:ext>
                  </a:extLst>
                </a:gridCol>
                <a:gridCol w="3916834">
                  <a:extLst>
                    <a:ext uri="{9D8B030D-6E8A-4147-A177-3AD203B41FA5}">
                      <a16:colId xmlns:a16="http://schemas.microsoft.com/office/drawing/2014/main" val="2841857881"/>
                    </a:ext>
                  </a:extLst>
                </a:gridCol>
              </a:tblGrid>
              <a:tr h="500992"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social</a:t>
                      </a:r>
                      <a:endParaRPr lang="en-AU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economic</a:t>
                      </a:r>
                      <a:endParaRPr lang="en-AU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political</a:t>
                      </a:r>
                      <a:endParaRPr lang="en-AU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1393729"/>
                  </a:ext>
                </a:extLst>
              </a:tr>
              <a:tr h="5246644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94893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419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Essay plan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AU" dirty="0" smtClean="0"/>
              <a:t>L</a:t>
            </a:r>
          </a:p>
          <a:p>
            <a:pPr marL="0" indent="0">
              <a:buNone/>
            </a:pPr>
            <a:r>
              <a:rPr lang="en-AU" dirty="0" smtClean="0"/>
              <a:t>A</a:t>
            </a:r>
          </a:p>
          <a:p>
            <a:pPr marL="0" indent="0">
              <a:buNone/>
            </a:pPr>
            <a:r>
              <a:rPr lang="en-AU" dirty="0" smtClean="0"/>
              <a:t>M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 smtClean="0"/>
              <a:t>T</a:t>
            </a:r>
          </a:p>
          <a:p>
            <a:pPr marL="0" indent="0">
              <a:buNone/>
            </a:pPr>
            <a:r>
              <a:rPr lang="en-AU" dirty="0" smtClean="0"/>
              <a:t>E</a:t>
            </a:r>
          </a:p>
          <a:p>
            <a:pPr marL="0" indent="0">
              <a:buNone/>
            </a:pPr>
            <a:r>
              <a:rPr lang="en-AU" dirty="0" smtClean="0"/>
              <a:t>X</a:t>
            </a:r>
          </a:p>
          <a:p>
            <a:pPr marL="0" indent="0">
              <a:buNone/>
            </a:pPr>
            <a:r>
              <a:rPr lang="en-AU" dirty="0" smtClean="0"/>
              <a:t>R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 smtClean="0"/>
              <a:t>A</a:t>
            </a:r>
          </a:p>
          <a:p>
            <a:pPr marL="0" indent="0">
              <a:buNone/>
            </a:pPr>
            <a:r>
              <a:rPr lang="en-AU" dirty="0" smtClean="0"/>
              <a:t>M</a:t>
            </a:r>
          </a:p>
          <a:p>
            <a:pPr marL="0" indent="0">
              <a:buNone/>
            </a:pPr>
            <a:r>
              <a:rPr lang="en-AU" dirty="0"/>
              <a:t>L</a:t>
            </a:r>
          </a:p>
        </p:txBody>
      </p:sp>
    </p:spTree>
    <p:extLst>
      <p:ext uri="{BB962C8B-B14F-4D97-AF65-F5344CB8AC3E}">
        <p14:creationId xmlns:p14="http://schemas.microsoft.com/office/powerpoint/2010/main" val="3300917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120</Words>
  <Application>Microsoft Office PowerPoint</Application>
  <PresentationFormat>Widescreen</PresentationFormat>
  <Paragraphs>27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Analyse the social, economic and political impacts World War One had on America.   (identify components and the relationships between them; draw out and relate implications)</vt:lpstr>
      <vt:lpstr>Analyse the social, economic and political impacts World War One had on America.</vt:lpstr>
      <vt:lpstr>Analyse the social, economic and political impacts World War One had on America.</vt:lpstr>
      <vt:lpstr>Analyse the social, economic and political impacts World War One had on America.</vt:lpstr>
      <vt:lpstr>Analyse the social, economic and political impacts World War One had on America.</vt:lpstr>
      <vt:lpstr>Essay plan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Explain how World War One impacted America socially, economically and politically.   (Relate cause and effect; make the relationships between things evident; provide why and/or how)</dc:title>
  <dc:creator>HAWKES Natasha [Narrogin Senior High School]</dc:creator>
  <cp:lastModifiedBy>HAWKES Natasha [Narrogin Senior High School]</cp:lastModifiedBy>
  <cp:revision>7</cp:revision>
  <dcterms:created xsi:type="dcterms:W3CDTF">2019-03-07T02:51:29Z</dcterms:created>
  <dcterms:modified xsi:type="dcterms:W3CDTF">2019-03-12T07:00:22Z</dcterms:modified>
</cp:coreProperties>
</file>