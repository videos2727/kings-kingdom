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566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947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351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068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9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07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013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974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7596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18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4CCF2-8DC8-4668-A7D6-FBA5D2B449E3}" type="datetimeFigureOut">
              <a:rPr lang="en-AU" smtClean="0"/>
              <a:t>14/03/2019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B78C5-E913-46AA-9200-07974E1C69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55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5142"/>
            <a:ext cx="10515600" cy="556182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dirty="0" smtClean="0"/>
              <a:t>Apparatus: the equipment or machinery needed for a particular activity or purpose.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Bedrock: solid rock underlying loose rocks and soil.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Derrick: a kind of crane with a movable pivoted arm for moving heavy weights, especially on a ship.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Detrimental: to cause harm.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Exorbitant: unreasonably high (really high price).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Fusion: the process or result of joining two or more things together to form a single thing.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Rotary: a machine, revolving around something.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Temperance: abstinence from alcoholic drink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2550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HAWKES Natasha [Narrogin Senior High School]</dc:creator>
  <cp:lastModifiedBy>HAWKES Natasha [Narrogin Senior High School]</cp:lastModifiedBy>
  <cp:revision>1</cp:revision>
  <dcterms:created xsi:type="dcterms:W3CDTF">2019-03-14T00:13:14Z</dcterms:created>
  <dcterms:modified xsi:type="dcterms:W3CDTF">2019-03-14T00:13:33Z</dcterms:modified>
</cp:coreProperties>
</file>