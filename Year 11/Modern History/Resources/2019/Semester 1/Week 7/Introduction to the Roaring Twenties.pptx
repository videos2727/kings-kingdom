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0F6BDE-7478-42CC-A7E7-A42924739B1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2E1E932-1A7A-4934-832A-59878ED71E43}">
      <dgm:prSet phldrT="[Text]" custT="1"/>
      <dgm:spPr>
        <a:noFill/>
        <a:ln>
          <a:solidFill>
            <a:srgbClr val="FF0000"/>
          </a:solidFill>
        </a:ln>
      </dgm:spPr>
      <dgm:t>
        <a:bodyPr/>
        <a:lstStyle/>
        <a:p>
          <a:r>
            <a:rPr lang="en-AU" sz="2000" dirty="0">
              <a:solidFill>
                <a:schemeClr val="tx1"/>
              </a:solidFill>
            </a:rPr>
            <a:t>1865-1900</a:t>
          </a:r>
        </a:p>
      </dgm:t>
    </dgm:pt>
    <dgm:pt modelId="{53A0662A-0809-4013-8E28-F07EFFE77E5B}" type="parTrans" cxnId="{9931F70C-C696-45D0-8201-5EC6E8D949ED}">
      <dgm:prSet/>
      <dgm:spPr/>
      <dgm:t>
        <a:bodyPr/>
        <a:lstStyle/>
        <a:p>
          <a:endParaRPr lang="en-AU"/>
        </a:p>
      </dgm:t>
    </dgm:pt>
    <dgm:pt modelId="{443EBEDF-57D5-421D-A6E6-7BC0DD84E229}" type="sibTrans" cxnId="{9931F70C-C696-45D0-8201-5EC6E8D949ED}">
      <dgm:prSet/>
      <dgm:spPr/>
      <dgm:t>
        <a:bodyPr/>
        <a:lstStyle/>
        <a:p>
          <a:endParaRPr lang="en-AU"/>
        </a:p>
      </dgm:t>
    </dgm:pt>
    <dgm:pt modelId="{BAEC3AAC-074D-42A4-B0A7-CE699402B64F}">
      <dgm:prSet phldrT="[Text]" custT="1"/>
      <dgm:spPr>
        <a:noFill/>
        <a:ln>
          <a:solidFill>
            <a:srgbClr val="00B050"/>
          </a:solidFill>
        </a:ln>
      </dgm:spPr>
      <dgm:t>
        <a:bodyPr/>
        <a:lstStyle/>
        <a:p>
          <a:r>
            <a:rPr lang="en-AU" sz="1900" dirty="0">
              <a:solidFill>
                <a:schemeClr val="tx1"/>
              </a:solidFill>
            </a:rPr>
            <a:t>1900-1919</a:t>
          </a:r>
        </a:p>
      </dgm:t>
    </dgm:pt>
    <dgm:pt modelId="{D6B7B1E7-7569-4532-91A6-A58423D88C13}" type="parTrans" cxnId="{C6953FFC-81C6-49E5-A5BD-9688F10EF515}">
      <dgm:prSet/>
      <dgm:spPr/>
      <dgm:t>
        <a:bodyPr/>
        <a:lstStyle/>
        <a:p>
          <a:endParaRPr lang="en-AU"/>
        </a:p>
      </dgm:t>
    </dgm:pt>
    <dgm:pt modelId="{A2FE838E-AD41-4061-815E-C28AE220EF44}" type="sibTrans" cxnId="{C6953FFC-81C6-49E5-A5BD-9688F10EF515}">
      <dgm:prSet/>
      <dgm:spPr/>
      <dgm:t>
        <a:bodyPr/>
        <a:lstStyle/>
        <a:p>
          <a:endParaRPr lang="en-AU"/>
        </a:p>
      </dgm:t>
    </dgm:pt>
    <dgm:pt modelId="{FCDE0E69-A9F3-482E-A79D-FB638B3E853C}">
      <dgm:prSet phldrT="[Text]" custT="1"/>
      <dgm:spPr>
        <a:noFill/>
        <a:ln>
          <a:solidFill>
            <a:srgbClr val="0070C0"/>
          </a:solidFill>
        </a:ln>
      </dgm:spPr>
      <dgm:t>
        <a:bodyPr/>
        <a:lstStyle/>
        <a:p>
          <a:r>
            <a:rPr lang="en-AU" sz="1900" dirty="0">
              <a:solidFill>
                <a:schemeClr val="tx1"/>
              </a:solidFill>
            </a:rPr>
            <a:t>1919-1921</a:t>
          </a:r>
        </a:p>
      </dgm:t>
    </dgm:pt>
    <dgm:pt modelId="{6096D056-443E-4542-8E45-EE6E780A1C8B}" type="parTrans" cxnId="{2C841A78-35D2-40A7-B887-FA350A554086}">
      <dgm:prSet/>
      <dgm:spPr/>
      <dgm:t>
        <a:bodyPr/>
        <a:lstStyle/>
        <a:p>
          <a:endParaRPr lang="en-AU"/>
        </a:p>
      </dgm:t>
    </dgm:pt>
    <dgm:pt modelId="{CD1A2F5E-924B-4708-B621-7577DD4DEA75}" type="sibTrans" cxnId="{2C841A78-35D2-40A7-B887-FA350A554086}">
      <dgm:prSet/>
      <dgm:spPr/>
      <dgm:t>
        <a:bodyPr/>
        <a:lstStyle/>
        <a:p>
          <a:endParaRPr lang="en-AU"/>
        </a:p>
      </dgm:t>
    </dgm:pt>
    <dgm:pt modelId="{B2661910-9232-4715-934A-10FDE5064019}">
      <dgm:prSet phldrT="[Text]" custT="1"/>
      <dgm:spPr>
        <a:noFill/>
        <a:ln>
          <a:solidFill>
            <a:srgbClr val="FF0000"/>
          </a:solidFill>
        </a:ln>
      </dgm:spPr>
      <dgm:t>
        <a:bodyPr/>
        <a:lstStyle/>
        <a:p>
          <a:r>
            <a:rPr lang="en-AU" sz="2000" dirty="0">
              <a:solidFill>
                <a:schemeClr val="tx1"/>
              </a:solidFill>
            </a:rPr>
            <a:t> </a:t>
          </a:r>
        </a:p>
      </dgm:t>
    </dgm:pt>
    <dgm:pt modelId="{06145EBA-D123-4412-A1A5-94536237F3B8}" type="parTrans" cxnId="{793BE718-3816-4B7A-A27B-869B7918D96D}">
      <dgm:prSet/>
      <dgm:spPr/>
      <dgm:t>
        <a:bodyPr/>
        <a:lstStyle/>
        <a:p>
          <a:endParaRPr lang="en-AU"/>
        </a:p>
      </dgm:t>
    </dgm:pt>
    <dgm:pt modelId="{6E21BD1F-6DF2-4C94-B086-B63F8CFF9059}" type="sibTrans" cxnId="{793BE718-3816-4B7A-A27B-869B7918D96D}">
      <dgm:prSet/>
      <dgm:spPr/>
      <dgm:t>
        <a:bodyPr/>
        <a:lstStyle/>
        <a:p>
          <a:endParaRPr lang="en-AU"/>
        </a:p>
      </dgm:t>
    </dgm:pt>
    <dgm:pt modelId="{25EA4D30-7174-4283-B846-A51258655652}">
      <dgm:prSet phldrT="[Text]" custT="1"/>
      <dgm:spPr>
        <a:noFill/>
        <a:ln>
          <a:solidFill>
            <a:srgbClr val="FF0000"/>
          </a:solidFill>
        </a:ln>
      </dgm:spPr>
      <dgm:t>
        <a:bodyPr/>
        <a:lstStyle/>
        <a:p>
          <a:r>
            <a:rPr lang="en-AU" sz="2000" dirty="0">
              <a:solidFill>
                <a:schemeClr val="tx1"/>
              </a:solidFill>
            </a:rPr>
            <a:t> </a:t>
          </a:r>
        </a:p>
      </dgm:t>
    </dgm:pt>
    <dgm:pt modelId="{E842FB3B-F099-4BB8-8226-9AF7E8057EFC}" type="parTrans" cxnId="{032C10F7-57A3-417E-A246-D9FBD3AD0CAB}">
      <dgm:prSet/>
      <dgm:spPr/>
      <dgm:t>
        <a:bodyPr/>
        <a:lstStyle/>
        <a:p>
          <a:endParaRPr lang="en-AU"/>
        </a:p>
      </dgm:t>
    </dgm:pt>
    <dgm:pt modelId="{F539F8D7-3504-43BE-B396-207736C2374B}" type="sibTrans" cxnId="{032C10F7-57A3-417E-A246-D9FBD3AD0CAB}">
      <dgm:prSet/>
      <dgm:spPr/>
      <dgm:t>
        <a:bodyPr/>
        <a:lstStyle/>
        <a:p>
          <a:endParaRPr lang="en-AU"/>
        </a:p>
      </dgm:t>
    </dgm:pt>
    <dgm:pt modelId="{F6CC8097-F24F-4E11-B344-787CE5FF4216}">
      <dgm:prSet custT="1"/>
      <dgm:spPr>
        <a:noFill/>
        <a:ln>
          <a:solidFill>
            <a:srgbClr val="00B050"/>
          </a:solidFill>
        </a:ln>
      </dgm:spPr>
      <dgm:t>
        <a:bodyPr/>
        <a:lstStyle/>
        <a:p>
          <a:r>
            <a:rPr lang="en-AU" sz="1900" dirty="0">
              <a:solidFill>
                <a:schemeClr val="tx1"/>
              </a:solidFill>
            </a:rPr>
            <a:t> </a:t>
          </a:r>
        </a:p>
      </dgm:t>
    </dgm:pt>
    <dgm:pt modelId="{1A8D2CA5-1F20-4420-B5B8-D41D30AF9984}" type="parTrans" cxnId="{6D5EF85E-F770-4E97-B726-CAB21F5FDAB7}">
      <dgm:prSet/>
      <dgm:spPr/>
      <dgm:t>
        <a:bodyPr/>
        <a:lstStyle/>
        <a:p>
          <a:endParaRPr lang="en-AU"/>
        </a:p>
      </dgm:t>
    </dgm:pt>
    <dgm:pt modelId="{24F98CA2-03CA-47E1-9B8B-3723F9505BF7}" type="sibTrans" cxnId="{6D5EF85E-F770-4E97-B726-CAB21F5FDAB7}">
      <dgm:prSet/>
      <dgm:spPr/>
      <dgm:t>
        <a:bodyPr/>
        <a:lstStyle/>
        <a:p>
          <a:endParaRPr lang="en-AU"/>
        </a:p>
      </dgm:t>
    </dgm:pt>
    <dgm:pt modelId="{A87E61C7-F1C0-4A6D-B02B-CDA6B286E54B}">
      <dgm:prSet custT="1"/>
      <dgm:spPr>
        <a:noFill/>
        <a:ln>
          <a:solidFill>
            <a:srgbClr val="00B050"/>
          </a:solidFill>
        </a:ln>
      </dgm:spPr>
      <dgm:t>
        <a:bodyPr/>
        <a:lstStyle/>
        <a:p>
          <a:r>
            <a:rPr lang="en-AU" sz="1900" dirty="0">
              <a:solidFill>
                <a:schemeClr val="tx1"/>
              </a:solidFill>
            </a:rPr>
            <a:t> </a:t>
          </a:r>
        </a:p>
      </dgm:t>
    </dgm:pt>
    <dgm:pt modelId="{1BB69B1E-1C7D-414A-910F-43FBB8CA313C}" type="parTrans" cxnId="{2D981054-9588-40AA-94E0-93FDBEABB24A}">
      <dgm:prSet/>
      <dgm:spPr/>
      <dgm:t>
        <a:bodyPr/>
        <a:lstStyle/>
        <a:p>
          <a:endParaRPr lang="en-AU"/>
        </a:p>
      </dgm:t>
    </dgm:pt>
    <dgm:pt modelId="{A426F4F8-7174-4602-A362-A723CF06E0D6}" type="sibTrans" cxnId="{2D981054-9588-40AA-94E0-93FDBEABB24A}">
      <dgm:prSet/>
      <dgm:spPr/>
      <dgm:t>
        <a:bodyPr/>
        <a:lstStyle/>
        <a:p>
          <a:endParaRPr lang="en-AU"/>
        </a:p>
      </dgm:t>
    </dgm:pt>
    <dgm:pt modelId="{B0F7A1C8-026D-4730-996C-B5102E72C8D7}">
      <dgm:prSet custT="1"/>
      <dgm:spPr>
        <a:noFill/>
        <a:ln>
          <a:solidFill>
            <a:srgbClr val="00B050"/>
          </a:solidFill>
        </a:ln>
      </dgm:spPr>
      <dgm:t>
        <a:bodyPr/>
        <a:lstStyle/>
        <a:p>
          <a:r>
            <a:rPr lang="en-AU" sz="1900" dirty="0">
              <a:solidFill>
                <a:schemeClr val="tx1"/>
              </a:solidFill>
            </a:rPr>
            <a:t> </a:t>
          </a:r>
        </a:p>
      </dgm:t>
    </dgm:pt>
    <dgm:pt modelId="{8D57C9B2-73AA-42B4-B14E-11F7DD45CC25}" type="parTrans" cxnId="{9D75B892-D799-47C4-A69D-F2CD7DB9E960}">
      <dgm:prSet/>
      <dgm:spPr/>
      <dgm:t>
        <a:bodyPr/>
        <a:lstStyle/>
        <a:p>
          <a:endParaRPr lang="en-AU"/>
        </a:p>
      </dgm:t>
    </dgm:pt>
    <dgm:pt modelId="{E550C9C3-8680-4715-8911-16727FBA697B}" type="sibTrans" cxnId="{9D75B892-D799-47C4-A69D-F2CD7DB9E960}">
      <dgm:prSet/>
      <dgm:spPr/>
      <dgm:t>
        <a:bodyPr/>
        <a:lstStyle/>
        <a:p>
          <a:endParaRPr lang="en-AU"/>
        </a:p>
      </dgm:t>
    </dgm:pt>
    <dgm:pt modelId="{EF04FA81-3592-419C-B34F-89608CEF91DF}">
      <dgm:prSet custT="1"/>
      <dgm:spPr>
        <a:noFill/>
        <a:ln>
          <a:solidFill>
            <a:srgbClr val="00B050"/>
          </a:solidFill>
        </a:ln>
      </dgm:spPr>
      <dgm:t>
        <a:bodyPr/>
        <a:lstStyle/>
        <a:p>
          <a:r>
            <a:rPr lang="en-AU" sz="1900" dirty="0">
              <a:solidFill>
                <a:schemeClr val="tx1"/>
              </a:solidFill>
            </a:rPr>
            <a:t>  </a:t>
          </a:r>
        </a:p>
      </dgm:t>
    </dgm:pt>
    <dgm:pt modelId="{EA150E30-08F3-428E-ABC0-49424B5A1A4C}" type="parTrans" cxnId="{CD82BA2F-8E27-43E0-B749-DEA27116F5FB}">
      <dgm:prSet/>
      <dgm:spPr/>
      <dgm:t>
        <a:bodyPr/>
        <a:lstStyle/>
        <a:p>
          <a:endParaRPr lang="en-AU"/>
        </a:p>
      </dgm:t>
    </dgm:pt>
    <dgm:pt modelId="{EB5A8F99-A020-43A9-9C1E-7E00354F35EE}" type="sibTrans" cxnId="{CD82BA2F-8E27-43E0-B749-DEA27116F5FB}">
      <dgm:prSet/>
      <dgm:spPr/>
      <dgm:t>
        <a:bodyPr/>
        <a:lstStyle/>
        <a:p>
          <a:endParaRPr lang="en-AU"/>
        </a:p>
      </dgm:t>
    </dgm:pt>
    <dgm:pt modelId="{E0215025-7376-4DAA-8EBB-B30E00CCB097}">
      <dgm:prSet phldrT="[Text]" custT="1"/>
      <dgm:spPr>
        <a:noFill/>
        <a:ln>
          <a:solidFill>
            <a:srgbClr val="FF0000"/>
          </a:solidFill>
        </a:ln>
      </dgm:spPr>
      <dgm:t>
        <a:bodyPr/>
        <a:lstStyle/>
        <a:p>
          <a:r>
            <a:rPr lang="en-AU" sz="2000" dirty="0">
              <a:solidFill>
                <a:schemeClr val="tx1"/>
              </a:solidFill>
            </a:rPr>
            <a:t> </a:t>
          </a:r>
        </a:p>
      </dgm:t>
    </dgm:pt>
    <dgm:pt modelId="{97F1718D-20FF-4DCC-BD0A-DDCB622E60F0}" type="parTrans" cxnId="{8FF0901C-EC66-4781-977F-4270795A1BE2}">
      <dgm:prSet/>
      <dgm:spPr/>
      <dgm:t>
        <a:bodyPr/>
        <a:lstStyle/>
        <a:p>
          <a:endParaRPr lang="en-AU"/>
        </a:p>
      </dgm:t>
    </dgm:pt>
    <dgm:pt modelId="{1EF8BF44-F28C-406E-BF5E-A76837A71D16}" type="sibTrans" cxnId="{8FF0901C-EC66-4781-977F-4270795A1BE2}">
      <dgm:prSet/>
      <dgm:spPr/>
      <dgm:t>
        <a:bodyPr/>
        <a:lstStyle/>
        <a:p>
          <a:endParaRPr lang="en-AU"/>
        </a:p>
      </dgm:t>
    </dgm:pt>
    <dgm:pt modelId="{C9F151BA-E914-4850-B6A1-14CD8EBE9716}">
      <dgm:prSet phldrT="[Text]" custT="1"/>
      <dgm:spPr>
        <a:noFill/>
        <a:ln>
          <a:solidFill>
            <a:srgbClr val="0070C0"/>
          </a:solidFill>
        </a:ln>
      </dgm:spPr>
      <dgm:t>
        <a:bodyPr/>
        <a:lstStyle/>
        <a:p>
          <a:r>
            <a:rPr lang="en-AU" sz="1900" dirty="0">
              <a:solidFill>
                <a:schemeClr val="tx1"/>
              </a:solidFill>
            </a:rPr>
            <a:t> </a:t>
          </a:r>
        </a:p>
      </dgm:t>
    </dgm:pt>
    <dgm:pt modelId="{B3C745A7-53C4-4917-BB54-75F4BAB02D8E}" type="parTrans" cxnId="{9D3BE24E-3ECA-4E10-BD37-2C421F1F8323}">
      <dgm:prSet/>
      <dgm:spPr/>
      <dgm:t>
        <a:bodyPr/>
        <a:lstStyle/>
        <a:p>
          <a:endParaRPr lang="en-AU"/>
        </a:p>
      </dgm:t>
    </dgm:pt>
    <dgm:pt modelId="{C36D2DD0-2C0B-4A7E-85ED-827D2F7C7F84}" type="sibTrans" cxnId="{9D3BE24E-3ECA-4E10-BD37-2C421F1F8323}">
      <dgm:prSet/>
      <dgm:spPr/>
      <dgm:t>
        <a:bodyPr/>
        <a:lstStyle/>
        <a:p>
          <a:endParaRPr lang="en-AU"/>
        </a:p>
      </dgm:t>
    </dgm:pt>
    <dgm:pt modelId="{E3A38FB2-E672-4B84-8A94-8C1E5F1AA8C4}">
      <dgm:prSet phldrT="[Text]" custT="1"/>
      <dgm:spPr>
        <a:noFill/>
        <a:ln>
          <a:solidFill>
            <a:srgbClr val="0070C0"/>
          </a:solidFill>
        </a:ln>
      </dgm:spPr>
      <dgm:t>
        <a:bodyPr/>
        <a:lstStyle/>
        <a:p>
          <a:r>
            <a:rPr lang="en-AU" sz="1900" dirty="0">
              <a:solidFill>
                <a:schemeClr val="tx1"/>
              </a:solidFill>
            </a:rPr>
            <a:t> </a:t>
          </a:r>
        </a:p>
      </dgm:t>
    </dgm:pt>
    <dgm:pt modelId="{707A2985-125E-46AD-9179-14D14688D08C}" type="parTrans" cxnId="{694D062E-6739-4AF4-9B50-99B3DF0FFB95}">
      <dgm:prSet/>
      <dgm:spPr/>
      <dgm:t>
        <a:bodyPr/>
        <a:lstStyle/>
        <a:p>
          <a:endParaRPr lang="en-AU"/>
        </a:p>
      </dgm:t>
    </dgm:pt>
    <dgm:pt modelId="{AC956057-0610-4238-BE7B-BC05E58C57DF}" type="sibTrans" cxnId="{694D062E-6739-4AF4-9B50-99B3DF0FFB95}">
      <dgm:prSet/>
      <dgm:spPr/>
      <dgm:t>
        <a:bodyPr/>
        <a:lstStyle/>
        <a:p>
          <a:endParaRPr lang="en-AU"/>
        </a:p>
      </dgm:t>
    </dgm:pt>
    <dgm:pt modelId="{AFF15CE9-5E6D-463A-A2CF-81AA154E00CD}">
      <dgm:prSet phldrT="[Text]" custT="1"/>
      <dgm:spPr>
        <a:noFill/>
        <a:ln>
          <a:solidFill>
            <a:srgbClr val="0070C0"/>
          </a:solidFill>
        </a:ln>
      </dgm:spPr>
      <dgm:t>
        <a:bodyPr/>
        <a:lstStyle/>
        <a:p>
          <a:r>
            <a:rPr lang="en-AU" sz="1900" dirty="0">
              <a:solidFill>
                <a:schemeClr val="tx1"/>
              </a:solidFill>
            </a:rPr>
            <a:t> </a:t>
          </a:r>
        </a:p>
      </dgm:t>
    </dgm:pt>
    <dgm:pt modelId="{96FF1210-DBD6-4E1C-B22B-DB7A7F45F37B}" type="parTrans" cxnId="{DAA6AFB3-0F7C-4E76-AAD5-5BBB6DBCD364}">
      <dgm:prSet/>
      <dgm:spPr/>
      <dgm:t>
        <a:bodyPr/>
        <a:lstStyle/>
        <a:p>
          <a:endParaRPr lang="en-AU"/>
        </a:p>
      </dgm:t>
    </dgm:pt>
    <dgm:pt modelId="{AC62A171-4BAD-4B02-BD7D-927BF398DFE4}" type="sibTrans" cxnId="{DAA6AFB3-0F7C-4E76-AAD5-5BBB6DBCD364}">
      <dgm:prSet/>
      <dgm:spPr/>
      <dgm:t>
        <a:bodyPr/>
        <a:lstStyle/>
        <a:p>
          <a:endParaRPr lang="en-AU"/>
        </a:p>
      </dgm:t>
    </dgm:pt>
    <dgm:pt modelId="{E71D6EB1-1931-4C3E-81D7-309DABFB2B5D}">
      <dgm:prSet phldrT="[Text]" custT="1"/>
      <dgm:spPr>
        <a:noFill/>
        <a:ln>
          <a:solidFill>
            <a:srgbClr val="0070C0"/>
          </a:solidFill>
        </a:ln>
      </dgm:spPr>
      <dgm:t>
        <a:bodyPr/>
        <a:lstStyle/>
        <a:p>
          <a:r>
            <a:rPr lang="en-AU" sz="1900" dirty="0">
              <a:solidFill>
                <a:schemeClr val="tx1"/>
              </a:solidFill>
            </a:rPr>
            <a:t> </a:t>
          </a:r>
        </a:p>
      </dgm:t>
    </dgm:pt>
    <dgm:pt modelId="{4883D9C9-7EEC-4839-BBB2-9848B5637B39}" type="parTrans" cxnId="{71188D30-5D85-400E-B1E6-9DFA635D31E9}">
      <dgm:prSet/>
      <dgm:spPr/>
      <dgm:t>
        <a:bodyPr/>
        <a:lstStyle/>
        <a:p>
          <a:endParaRPr lang="en-AU"/>
        </a:p>
      </dgm:t>
    </dgm:pt>
    <dgm:pt modelId="{03EAF094-46AB-4400-B2B2-AF5CC94E9325}" type="sibTrans" cxnId="{71188D30-5D85-400E-B1E6-9DFA635D31E9}">
      <dgm:prSet/>
      <dgm:spPr/>
      <dgm:t>
        <a:bodyPr/>
        <a:lstStyle/>
        <a:p>
          <a:endParaRPr lang="en-AU"/>
        </a:p>
      </dgm:t>
    </dgm:pt>
    <dgm:pt modelId="{17C4ADE0-60F1-4048-AD86-86D96804EAC4}">
      <dgm:prSet phldrT="[Text]" custT="1"/>
      <dgm:spPr>
        <a:noFill/>
        <a:ln>
          <a:solidFill>
            <a:srgbClr val="0070C0"/>
          </a:solidFill>
        </a:ln>
      </dgm:spPr>
      <dgm:t>
        <a:bodyPr/>
        <a:lstStyle/>
        <a:p>
          <a:r>
            <a:rPr lang="en-AU" sz="1900" dirty="0">
              <a:solidFill>
                <a:schemeClr val="tx1"/>
              </a:solidFill>
            </a:rPr>
            <a:t> </a:t>
          </a:r>
        </a:p>
      </dgm:t>
    </dgm:pt>
    <dgm:pt modelId="{6A95681A-69F5-484A-BC0D-8BBE5AC0B70F}" type="parTrans" cxnId="{92D1CFFB-196A-4337-885C-96ED6C679D57}">
      <dgm:prSet/>
      <dgm:spPr/>
      <dgm:t>
        <a:bodyPr/>
        <a:lstStyle/>
        <a:p>
          <a:endParaRPr lang="en-AU"/>
        </a:p>
      </dgm:t>
    </dgm:pt>
    <dgm:pt modelId="{87D87D40-79DF-4193-A9BF-A138F5B9B4B6}" type="sibTrans" cxnId="{92D1CFFB-196A-4337-885C-96ED6C679D57}">
      <dgm:prSet/>
      <dgm:spPr/>
      <dgm:t>
        <a:bodyPr/>
        <a:lstStyle/>
        <a:p>
          <a:endParaRPr lang="en-AU"/>
        </a:p>
      </dgm:t>
    </dgm:pt>
    <dgm:pt modelId="{57903A0E-16B5-4450-8F79-AC2486AEAB3B}">
      <dgm:prSet/>
      <dgm:spPr>
        <a:noFill/>
        <a:ln>
          <a:solidFill>
            <a:srgbClr val="00B050"/>
          </a:solidFill>
        </a:ln>
      </dgm:spPr>
      <dgm:t>
        <a:bodyPr/>
        <a:lstStyle/>
        <a:p>
          <a:endParaRPr lang="en-AU" sz="1500" dirty="0"/>
        </a:p>
      </dgm:t>
    </dgm:pt>
    <dgm:pt modelId="{6DF90B80-FA34-4E3F-B43A-9C8692D342E3}" type="sibTrans" cxnId="{9828F847-E7B0-4CEE-BD54-BB4EFCD4C4EC}">
      <dgm:prSet/>
      <dgm:spPr/>
      <dgm:t>
        <a:bodyPr/>
        <a:lstStyle/>
        <a:p>
          <a:endParaRPr lang="en-AU"/>
        </a:p>
      </dgm:t>
    </dgm:pt>
    <dgm:pt modelId="{4F2A023A-745D-4344-955F-B3A63EFFF7CE}" type="parTrans" cxnId="{9828F847-E7B0-4CEE-BD54-BB4EFCD4C4EC}">
      <dgm:prSet/>
      <dgm:spPr/>
      <dgm:t>
        <a:bodyPr/>
        <a:lstStyle/>
        <a:p>
          <a:endParaRPr lang="en-AU"/>
        </a:p>
      </dgm:t>
    </dgm:pt>
    <dgm:pt modelId="{57A90710-68E8-4DC0-9F4D-AEE87C53D3B0}" type="pres">
      <dgm:prSet presAssocID="{210F6BDE-7478-42CC-A7E7-A42924739B13}" presName="Name0" presStyleCnt="0">
        <dgm:presLayoutVars>
          <dgm:dir/>
          <dgm:resizeHandles val="exact"/>
        </dgm:presLayoutVars>
      </dgm:prSet>
      <dgm:spPr/>
    </dgm:pt>
    <dgm:pt modelId="{37E48BA7-FBA7-492E-9006-B60723989C48}" type="pres">
      <dgm:prSet presAssocID="{12E1E932-1A7A-4934-832A-59878ED71E43}" presName="node" presStyleLbl="node1" presStyleIdx="0" presStyleCnt="3" custScaleX="304296" custScaleY="28326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9A44F9-9D0A-4148-9940-0356BBF93EC8}" type="pres">
      <dgm:prSet presAssocID="{443EBEDF-57D5-421D-A6E6-7BC0DD84E229}" presName="sibTrans" presStyleLbl="sibTrans2D1" presStyleIdx="0" presStyleCnt="2"/>
      <dgm:spPr/>
      <dgm:t>
        <a:bodyPr/>
        <a:lstStyle/>
        <a:p>
          <a:endParaRPr lang="en-US"/>
        </a:p>
      </dgm:t>
    </dgm:pt>
    <dgm:pt modelId="{0AFCE17F-F479-49FC-AFE4-59FD02CDD5BD}" type="pres">
      <dgm:prSet presAssocID="{443EBEDF-57D5-421D-A6E6-7BC0DD84E229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497FC793-34DC-4AA0-846D-79A01A5596C2}" type="pres">
      <dgm:prSet presAssocID="{BAEC3AAC-074D-42A4-B0A7-CE699402B64F}" presName="node" presStyleLbl="node1" presStyleIdx="1" presStyleCnt="3" custScaleX="304296" custScaleY="28326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3AF9E2-ABB3-4DF8-8206-41301F6CD57D}" type="pres">
      <dgm:prSet presAssocID="{A2FE838E-AD41-4061-815E-C28AE220EF44}" presName="sibTrans" presStyleLbl="sibTrans2D1" presStyleIdx="1" presStyleCnt="2"/>
      <dgm:spPr/>
      <dgm:t>
        <a:bodyPr/>
        <a:lstStyle/>
        <a:p>
          <a:endParaRPr lang="en-US"/>
        </a:p>
      </dgm:t>
    </dgm:pt>
    <dgm:pt modelId="{E3203175-843B-4F8D-A35B-073F724C48A8}" type="pres">
      <dgm:prSet presAssocID="{A2FE838E-AD41-4061-815E-C28AE220EF44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509618A4-D803-482D-9DA9-02A6D09F3663}" type="pres">
      <dgm:prSet presAssocID="{FCDE0E69-A9F3-482E-A79D-FB638B3E853C}" presName="node" presStyleLbl="node1" presStyleIdx="2" presStyleCnt="3" custScaleX="304296" custScaleY="28326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2D1CFFB-196A-4337-885C-96ED6C679D57}" srcId="{FCDE0E69-A9F3-482E-A79D-FB638B3E853C}" destId="{17C4ADE0-60F1-4048-AD86-86D96804EAC4}" srcOrd="4" destOrd="0" parTransId="{6A95681A-69F5-484A-BC0D-8BBE5AC0B70F}" sibTransId="{87D87D40-79DF-4193-A9BF-A138F5B9B4B6}"/>
    <dgm:cxn modelId="{9622E798-8E31-4172-AB70-C05BD78A1C6F}" type="presOf" srcId="{443EBEDF-57D5-421D-A6E6-7BC0DD84E229}" destId="{9F9A44F9-9D0A-4148-9940-0356BBF93EC8}" srcOrd="0" destOrd="0" presId="urn:microsoft.com/office/officeart/2005/8/layout/process1"/>
    <dgm:cxn modelId="{9828F847-E7B0-4CEE-BD54-BB4EFCD4C4EC}" srcId="{BAEC3AAC-074D-42A4-B0A7-CE699402B64F}" destId="{57903A0E-16B5-4450-8F79-AC2486AEAB3B}" srcOrd="4" destOrd="0" parTransId="{4F2A023A-745D-4344-955F-B3A63EFFF7CE}" sibTransId="{6DF90B80-FA34-4E3F-B43A-9C8692D342E3}"/>
    <dgm:cxn modelId="{2D981054-9588-40AA-94E0-93FDBEABB24A}" srcId="{BAEC3AAC-074D-42A4-B0A7-CE699402B64F}" destId="{A87E61C7-F1C0-4A6D-B02B-CDA6B286E54B}" srcOrd="1" destOrd="0" parTransId="{1BB69B1E-1C7D-414A-910F-43FBB8CA313C}" sibTransId="{A426F4F8-7174-4602-A362-A723CF06E0D6}"/>
    <dgm:cxn modelId="{43463985-96C7-4F5E-B1B8-69657D7385FE}" type="presOf" srcId="{A2FE838E-AD41-4061-815E-C28AE220EF44}" destId="{0C3AF9E2-ABB3-4DF8-8206-41301F6CD57D}" srcOrd="0" destOrd="0" presId="urn:microsoft.com/office/officeart/2005/8/layout/process1"/>
    <dgm:cxn modelId="{0788ED0F-C297-4373-863D-9F3293D2683A}" type="presOf" srcId="{BAEC3AAC-074D-42A4-B0A7-CE699402B64F}" destId="{497FC793-34DC-4AA0-846D-79A01A5596C2}" srcOrd="0" destOrd="0" presId="urn:microsoft.com/office/officeart/2005/8/layout/process1"/>
    <dgm:cxn modelId="{CD82BA2F-8E27-43E0-B749-DEA27116F5FB}" srcId="{BAEC3AAC-074D-42A4-B0A7-CE699402B64F}" destId="{EF04FA81-3592-419C-B34F-89608CEF91DF}" srcOrd="3" destOrd="0" parTransId="{EA150E30-08F3-428E-ABC0-49424B5A1A4C}" sibTransId="{EB5A8F99-A020-43A9-9C1E-7E00354F35EE}"/>
    <dgm:cxn modelId="{CCE6FF23-304E-4DB7-A2C3-0813DB5DA856}" type="presOf" srcId="{210F6BDE-7478-42CC-A7E7-A42924739B13}" destId="{57A90710-68E8-4DC0-9F4D-AEE87C53D3B0}" srcOrd="0" destOrd="0" presId="urn:microsoft.com/office/officeart/2005/8/layout/process1"/>
    <dgm:cxn modelId="{694D062E-6739-4AF4-9B50-99B3DF0FFB95}" srcId="{FCDE0E69-A9F3-482E-A79D-FB638B3E853C}" destId="{E3A38FB2-E672-4B84-8A94-8C1E5F1AA8C4}" srcOrd="1" destOrd="0" parTransId="{707A2985-125E-46AD-9179-14D14688D08C}" sibTransId="{AC956057-0610-4238-BE7B-BC05E58C57DF}"/>
    <dgm:cxn modelId="{71188D30-5D85-400E-B1E6-9DFA635D31E9}" srcId="{FCDE0E69-A9F3-482E-A79D-FB638B3E853C}" destId="{E71D6EB1-1931-4C3E-81D7-309DABFB2B5D}" srcOrd="3" destOrd="0" parTransId="{4883D9C9-7EEC-4839-BBB2-9848B5637B39}" sibTransId="{03EAF094-46AB-4400-B2B2-AF5CC94E9325}"/>
    <dgm:cxn modelId="{9E207627-A52E-4399-A701-F873D3ADC993}" type="presOf" srcId="{A2FE838E-AD41-4061-815E-C28AE220EF44}" destId="{E3203175-843B-4F8D-A35B-073F724C48A8}" srcOrd="1" destOrd="0" presId="urn:microsoft.com/office/officeart/2005/8/layout/process1"/>
    <dgm:cxn modelId="{450C153E-BE86-4763-AD61-CABEA933A09E}" type="presOf" srcId="{FCDE0E69-A9F3-482E-A79D-FB638B3E853C}" destId="{509618A4-D803-482D-9DA9-02A6D09F3663}" srcOrd="0" destOrd="0" presId="urn:microsoft.com/office/officeart/2005/8/layout/process1"/>
    <dgm:cxn modelId="{032C10F7-57A3-417E-A246-D9FBD3AD0CAB}" srcId="{12E1E932-1A7A-4934-832A-59878ED71E43}" destId="{25EA4D30-7174-4283-B846-A51258655652}" srcOrd="1" destOrd="0" parTransId="{E842FB3B-F099-4BB8-8226-9AF7E8057EFC}" sibTransId="{F539F8D7-3504-43BE-B396-207736C2374B}"/>
    <dgm:cxn modelId="{6D5EF85E-F770-4E97-B726-CAB21F5FDAB7}" srcId="{BAEC3AAC-074D-42A4-B0A7-CE699402B64F}" destId="{F6CC8097-F24F-4E11-B344-787CE5FF4216}" srcOrd="0" destOrd="0" parTransId="{1A8D2CA5-1F20-4420-B5B8-D41D30AF9984}" sibTransId="{24F98CA2-03CA-47E1-9B8B-3723F9505BF7}"/>
    <dgm:cxn modelId="{8FF0901C-EC66-4781-977F-4270795A1BE2}" srcId="{12E1E932-1A7A-4934-832A-59878ED71E43}" destId="{E0215025-7376-4DAA-8EBB-B30E00CCB097}" srcOrd="2" destOrd="0" parTransId="{97F1718D-20FF-4DCC-BD0A-DDCB622E60F0}" sibTransId="{1EF8BF44-F28C-406E-BF5E-A76837A71D16}"/>
    <dgm:cxn modelId="{DFBA858D-4D75-46B7-86CA-146154CE8D3A}" type="presOf" srcId="{17C4ADE0-60F1-4048-AD86-86D96804EAC4}" destId="{509618A4-D803-482D-9DA9-02A6D09F3663}" srcOrd="0" destOrd="5" presId="urn:microsoft.com/office/officeart/2005/8/layout/process1"/>
    <dgm:cxn modelId="{B1AFF863-F5F2-4D72-A1FB-2C17F4085869}" type="presOf" srcId="{57903A0E-16B5-4450-8F79-AC2486AEAB3B}" destId="{497FC793-34DC-4AA0-846D-79A01A5596C2}" srcOrd="0" destOrd="5" presId="urn:microsoft.com/office/officeart/2005/8/layout/process1"/>
    <dgm:cxn modelId="{793BE718-3816-4B7A-A27B-869B7918D96D}" srcId="{12E1E932-1A7A-4934-832A-59878ED71E43}" destId="{B2661910-9232-4715-934A-10FDE5064019}" srcOrd="0" destOrd="0" parTransId="{06145EBA-D123-4412-A1A5-94536237F3B8}" sibTransId="{6E21BD1F-6DF2-4C94-B086-B63F8CFF9059}"/>
    <dgm:cxn modelId="{DAA6AFB3-0F7C-4E76-AAD5-5BBB6DBCD364}" srcId="{FCDE0E69-A9F3-482E-A79D-FB638B3E853C}" destId="{AFF15CE9-5E6D-463A-A2CF-81AA154E00CD}" srcOrd="2" destOrd="0" parTransId="{96FF1210-DBD6-4E1C-B22B-DB7A7F45F37B}" sibTransId="{AC62A171-4BAD-4B02-BD7D-927BF398DFE4}"/>
    <dgm:cxn modelId="{9D599CDD-8041-47A1-A49E-B4A3854344DB}" type="presOf" srcId="{B2661910-9232-4715-934A-10FDE5064019}" destId="{37E48BA7-FBA7-492E-9006-B60723989C48}" srcOrd="0" destOrd="1" presId="urn:microsoft.com/office/officeart/2005/8/layout/process1"/>
    <dgm:cxn modelId="{20B1D4BA-6AAA-45E8-BED2-9E644324A106}" type="presOf" srcId="{EF04FA81-3592-419C-B34F-89608CEF91DF}" destId="{497FC793-34DC-4AA0-846D-79A01A5596C2}" srcOrd="0" destOrd="4" presId="urn:microsoft.com/office/officeart/2005/8/layout/process1"/>
    <dgm:cxn modelId="{228C4EC1-F1B4-4799-8489-7640D1298CC8}" type="presOf" srcId="{B0F7A1C8-026D-4730-996C-B5102E72C8D7}" destId="{497FC793-34DC-4AA0-846D-79A01A5596C2}" srcOrd="0" destOrd="3" presId="urn:microsoft.com/office/officeart/2005/8/layout/process1"/>
    <dgm:cxn modelId="{289EC929-F4B4-439D-B1EE-329F98FCBAF1}" type="presOf" srcId="{C9F151BA-E914-4850-B6A1-14CD8EBE9716}" destId="{509618A4-D803-482D-9DA9-02A6D09F3663}" srcOrd="0" destOrd="1" presId="urn:microsoft.com/office/officeart/2005/8/layout/process1"/>
    <dgm:cxn modelId="{C352C149-316D-4C90-8957-AA040CE8D193}" type="presOf" srcId="{443EBEDF-57D5-421D-A6E6-7BC0DD84E229}" destId="{0AFCE17F-F479-49FC-AFE4-59FD02CDD5BD}" srcOrd="1" destOrd="0" presId="urn:microsoft.com/office/officeart/2005/8/layout/process1"/>
    <dgm:cxn modelId="{9D75B892-D799-47C4-A69D-F2CD7DB9E960}" srcId="{BAEC3AAC-074D-42A4-B0A7-CE699402B64F}" destId="{B0F7A1C8-026D-4730-996C-B5102E72C8D7}" srcOrd="2" destOrd="0" parTransId="{8D57C9B2-73AA-42B4-B14E-11F7DD45CC25}" sibTransId="{E550C9C3-8680-4715-8911-16727FBA697B}"/>
    <dgm:cxn modelId="{9D3BE24E-3ECA-4E10-BD37-2C421F1F8323}" srcId="{FCDE0E69-A9F3-482E-A79D-FB638B3E853C}" destId="{C9F151BA-E914-4850-B6A1-14CD8EBE9716}" srcOrd="0" destOrd="0" parTransId="{B3C745A7-53C4-4917-BB54-75F4BAB02D8E}" sibTransId="{C36D2DD0-2C0B-4A7E-85ED-827D2F7C7F84}"/>
    <dgm:cxn modelId="{C6953FFC-81C6-49E5-A5BD-9688F10EF515}" srcId="{210F6BDE-7478-42CC-A7E7-A42924739B13}" destId="{BAEC3AAC-074D-42A4-B0A7-CE699402B64F}" srcOrd="1" destOrd="0" parTransId="{D6B7B1E7-7569-4532-91A6-A58423D88C13}" sibTransId="{A2FE838E-AD41-4061-815E-C28AE220EF44}"/>
    <dgm:cxn modelId="{A06CA9DF-3B8C-4E4C-8F48-793E81E7062D}" type="presOf" srcId="{25EA4D30-7174-4283-B846-A51258655652}" destId="{37E48BA7-FBA7-492E-9006-B60723989C48}" srcOrd="0" destOrd="2" presId="urn:microsoft.com/office/officeart/2005/8/layout/process1"/>
    <dgm:cxn modelId="{A398FD46-0563-4127-8E67-83194301D3CF}" type="presOf" srcId="{AFF15CE9-5E6D-463A-A2CF-81AA154E00CD}" destId="{509618A4-D803-482D-9DA9-02A6D09F3663}" srcOrd="0" destOrd="3" presId="urn:microsoft.com/office/officeart/2005/8/layout/process1"/>
    <dgm:cxn modelId="{9931F70C-C696-45D0-8201-5EC6E8D949ED}" srcId="{210F6BDE-7478-42CC-A7E7-A42924739B13}" destId="{12E1E932-1A7A-4934-832A-59878ED71E43}" srcOrd="0" destOrd="0" parTransId="{53A0662A-0809-4013-8E28-F07EFFE77E5B}" sibTransId="{443EBEDF-57D5-421D-A6E6-7BC0DD84E229}"/>
    <dgm:cxn modelId="{0162A1EF-5EFA-4A4B-855C-FF830F152594}" type="presOf" srcId="{F6CC8097-F24F-4E11-B344-787CE5FF4216}" destId="{497FC793-34DC-4AA0-846D-79A01A5596C2}" srcOrd="0" destOrd="1" presId="urn:microsoft.com/office/officeart/2005/8/layout/process1"/>
    <dgm:cxn modelId="{09B4BA9F-6436-49EC-80CC-A32904094BB1}" type="presOf" srcId="{E0215025-7376-4DAA-8EBB-B30E00CCB097}" destId="{37E48BA7-FBA7-492E-9006-B60723989C48}" srcOrd="0" destOrd="3" presId="urn:microsoft.com/office/officeart/2005/8/layout/process1"/>
    <dgm:cxn modelId="{CE1F1E52-DEF5-4E81-8695-B7946AB29A19}" type="presOf" srcId="{A87E61C7-F1C0-4A6D-B02B-CDA6B286E54B}" destId="{497FC793-34DC-4AA0-846D-79A01A5596C2}" srcOrd="0" destOrd="2" presId="urn:microsoft.com/office/officeart/2005/8/layout/process1"/>
    <dgm:cxn modelId="{850FD076-4817-40D1-98E2-B68D22179A8D}" type="presOf" srcId="{E3A38FB2-E672-4B84-8A94-8C1E5F1AA8C4}" destId="{509618A4-D803-482D-9DA9-02A6D09F3663}" srcOrd="0" destOrd="2" presId="urn:microsoft.com/office/officeart/2005/8/layout/process1"/>
    <dgm:cxn modelId="{608CE923-B3E2-4B1B-BE48-4D73DE9DD1D3}" type="presOf" srcId="{E71D6EB1-1931-4C3E-81D7-309DABFB2B5D}" destId="{509618A4-D803-482D-9DA9-02A6D09F3663}" srcOrd="0" destOrd="4" presId="urn:microsoft.com/office/officeart/2005/8/layout/process1"/>
    <dgm:cxn modelId="{2C841A78-35D2-40A7-B887-FA350A554086}" srcId="{210F6BDE-7478-42CC-A7E7-A42924739B13}" destId="{FCDE0E69-A9F3-482E-A79D-FB638B3E853C}" srcOrd="2" destOrd="0" parTransId="{6096D056-443E-4542-8E45-EE6E780A1C8B}" sibTransId="{CD1A2F5E-924B-4708-B621-7577DD4DEA75}"/>
    <dgm:cxn modelId="{D07F2E83-E7B7-4387-AE01-CDBBAB0A9941}" type="presOf" srcId="{12E1E932-1A7A-4934-832A-59878ED71E43}" destId="{37E48BA7-FBA7-492E-9006-B60723989C48}" srcOrd="0" destOrd="0" presId="urn:microsoft.com/office/officeart/2005/8/layout/process1"/>
    <dgm:cxn modelId="{B072FCDC-BD06-4529-B80C-1AB2F8F7D785}" type="presParOf" srcId="{57A90710-68E8-4DC0-9F4D-AEE87C53D3B0}" destId="{37E48BA7-FBA7-492E-9006-B60723989C48}" srcOrd="0" destOrd="0" presId="urn:microsoft.com/office/officeart/2005/8/layout/process1"/>
    <dgm:cxn modelId="{A1A54F94-1544-46FF-91E0-49D26923C622}" type="presParOf" srcId="{57A90710-68E8-4DC0-9F4D-AEE87C53D3B0}" destId="{9F9A44F9-9D0A-4148-9940-0356BBF93EC8}" srcOrd="1" destOrd="0" presId="urn:microsoft.com/office/officeart/2005/8/layout/process1"/>
    <dgm:cxn modelId="{95E6C8FC-D0D3-49F2-ABB2-0C00E3B4437C}" type="presParOf" srcId="{9F9A44F9-9D0A-4148-9940-0356BBF93EC8}" destId="{0AFCE17F-F479-49FC-AFE4-59FD02CDD5BD}" srcOrd="0" destOrd="0" presId="urn:microsoft.com/office/officeart/2005/8/layout/process1"/>
    <dgm:cxn modelId="{51A19B23-E018-4C57-8BB1-2B9362850197}" type="presParOf" srcId="{57A90710-68E8-4DC0-9F4D-AEE87C53D3B0}" destId="{497FC793-34DC-4AA0-846D-79A01A5596C2}" srcOrd="2" destOrd="0" presId="urn:microsoft.com/office/officeart/2005/8/layout/process1"/>
    <dgm:cxn modelId="{3365BEAE-8A20-4DBE-B445-22553C26273B}" type="presParOf" srcId="{57A90710-68E8-4DC0-9F4D-AEE87C53D3B0}" destId="{0C3AF9E2-ABB3-4DF8-8206-41301F6CD57D}" srcOrd="3" destOrd="0" presId="urn:microsoft.com/office/officeart/2005/8/layout/process1"/>
    <dgm:cxn modelId="{72F6677F-E3A4-4DD4-A32D-D3F8B51C37FC}" type="presParOf" srcId="{0C3AF9E2-ABB3-4DF8-8206-41301F6CD57D}" destId="{E3203175-843B-4F8D-A35B-073F724C48A8}" srcOrd="0" destOrd="0" presId="urn:microsoft.com/office/officeart/2005/8/layout/process1"/>
    <dgm:cxn modelId="{7CC3ED7A-2C31-45FE-B965-CE1477F35E73}" type="presParOf" srcId="{57A90710-68E8-4DC0-9F4D-AEE87C53D3B0}" destId="{509618A4-D803-482D-9DA9-02A6D09F366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AE5D9D-DCC6-4DFC-9BBD-22D7BCC8B2BA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976207A-200A-455C-BEA6-303CA9DA3AEF}">
      <dgm:prSet/>
      <dgm:spPr/>
      <dgm:t>
        <a:bodyPr/>
        <a:lstStyle/>
        <a:p>
          <a:r>
            <a:rPr lang="en-AU"/>
            <a:t>Farmers (mid-west and south)</a:t>
          </a:r>
          <a:endParaRPr lang="en-US"/>
        </a:p>
      </dgm:t>
    </dgm:pt>
    <dgm:pt modelId="{FED8C666-31DA-4367-B4AC-2F03FC7131D6}" type="parTrans" cxnId="{67A83999-D613-4D82-80EB-D83A8AE8C6AA}">
      <dgm:prSet/>
      <dgm:spPr/>
      <dgm:t>
        <a:bodyPr/>
        <a:lstStyle/>
        <a:p>
          <a:endParaRPr lang="en-US"/>
        </a:p>
      </dgm:t>
    </dgm:pt>
    <dgm:pt modelId="{8E897546-D230-4F9B-93CD-F7313E23F072}" type="sibTrans" cxnId="{67A83999-D613-4D82-80EB-D83A8AE8C6AA}">
      <dgm:prSet/>
      <dgm:spPr/>
      <dgm:t>
        <a:bodyPr/>
        <a:lstStyle/>
        <a:p>
          <a:endParaRPr lang="en-US"/>
        </a:p>
      </dgm:t>
    </dgm:pt>
    <dgm:pt modelId="{5E1DF930-D840-4BC7-A834-F050F0AB0ED7}">
      <dgm:prSet/>
      <dgm:spPr/>
      <dgm:t>
        <a:bodyPr/>
        <a:lstStyle/>
        <a:p>
          <a:r>
            <a:rPr lang="en-AU"/>
            <a:t>‘Staple’ industry workers (textiles, coal-mining and railways formerly USA’s staple)</a:t>
          </a:r>
          <a:endParaRPr lang="en-US"/>
        </a:p>
      </dgm:t>
    </dgm:pt>
    <dgm:pt modelId="{59970142-1386-4719-93AF-F240DACC28E3}" type="parTrans" cxnId="{F158DD8E-BEF2-407C-957A-7E6F57F4AF4E}">
      <dgm:prSet/>
      <dgm:spPr/>
      <dgm:t>
        <a:bodyPr/>
        <a:lstStyle/>
        <a:p>
          <a:endParaRPr lang="en-US"/>
        </a:p>
      </dgm:t>
    </dgm:pt>
    <dgm:pt modelId="{21075433-4072-4109-B573-96047256C18F}" type="sibTrans" cxnId="{F158DD8E-BEF2-407C-957A-7E6F57F4AF4E}">
      <dgm:prSet/>
      <dgm:spPr/>
      <dgm:t>
        <a:bodyPr/>
        <a:lstStyle/>
        <a:p>
          <a:endParaRPr lang="en-US"/>
        </a:p>
      </dgm:t>
    </dgm:pt>
    <dgm:pt modelId="{A13552E4-D0F4-4B30-9E53-ED6D56FCA8B7}">
      <dgm:prSet/>
      <dgm:spPr/>
      <dgm:t>
        <a:bodyPr/>
        <a:lstStyle/>
        <a:p>
          <a:r>
            <a:rPr lang="en-AU"/>
            <a:t>Blacks, Asians, Hispanics and American Indians</a:t>
          </a:r>
          <a:endParaRPr lang="en-US"/>
        </a:p>
      </dgm:t>
    </dgm:pt>
    <dgm:pt modelId="{9A8B4563-8735-4962-B70C-2D080B4D674E}" type="parTrans" cxnId="{DAB3C0CE-A98A-46FD-B627-6F1D7979AE35}">
      <dgm:prSet/>
      <dgm:spPr/>
      <dgm:t>
        <a:bodyPr/>
        <a:lstStyle/>
        <a:p>
          <a:endParaRPr lang="en-US"/>
        </a:p>
      </dgm:t>
    </dgm:pt>
    <dgm:pt modelId="{59636FE1-F70B-43E2-A913-DABEFD24AD4E}" type="sibTrans" cxnId="{DAB3C0CE-A98A-46FD-B627-6F1D7979AE35}">
      <dgm:prSet/>
      <dgm:spPr/>
      <dgm:t>
        <a:bodyPr/>
        <a:lstStyle/>
        <a:p>
          <a:endParaRPr lang="en-US"/>
        </a:p>
      </dgm:t>
    </dgm:pt>
    <dgm:pt modelId="{518A978A-DA2B-4917-8F71-50E719C9F3B4}">
      <dgm:prSet/>
      <dgm:spPr/>
      <dgm:t>
        <a:bodyPr/>
        <a:lstStyle/>
        <a:p>
          <a:r>
            <a:rPr lang="en-AU"/>
            <a:t>Unemployed people suffered because of lack of welfare services</a:t>
          </a:r>
          <a:endParaRPr lang="en-US"/>
        </a:p>
      </dgm:t>
    </dgm:pt>
    <dgm:pt modelId="{A34DD90C-E85B-47B0-98C1-3A3875571B8D}" type="parTrans" cxnId="{877CAB15-732A-48A6-9CF0-E70DCB59EA85}">
      <dgm:prSet/>
      <dgm:spPr/>
      <dgm:t>
        <a:bodyPr/>
        <a:lstStyle/>
        <a:p>
          <a:endParaRPr lang="en-US"/>
        </a:p>
      </dgm:t>
    </dgm:pt>
    <dgm:pt modelId="{3A8B025E-0FF0-4D94-8F0B-8E5E38D793DB}" type="sibTrans" cxnId="{877CAB15-732A-48A6-9CF0-E70DCB59EA85}">
      <dgm:prSet/>
      <dgm:spPr/>
      <dgm:t>
        <a:bodyPr/>
        <a:lstStyle/>
        <a:p>
          <a:endParaRPr lang="en-US"/>
        </a:p>
      </dgm:t>
    </dgm:pt>
    <dgm:pt modelId="{EE3EACF0-2453-4E64-92BA-86A4D6CF0AD3}">
      <dgm:prSet/>
      <dgm:spPr/>
      <dgm:t>
        <a:bodyPr/>
        <a:lstStyle/>
        <a:p>
          <a:r>
            <a:rPr lang="en-AU"/>
            <a:t>Catholics and Jewish people</a:t>
          </a:r>
          <a:endParaRPr lang="en-US"/>
        </a:p>
      </dgm:t>
    </dgm:pt>
    <dgm:pt modelId="{E0F545E3-2C22-444F-9691-AA04B0940EB0}" type="parTrans" cxnId="{8D41DFFE-4A64-41E4-8647-9D5467F556D2}">
      <dgm:prSet/>
      <dgm:spPr/>
      <dgm:t>
        <a:bodyPr/>
        <a:lstStyle/>
        <a:p>
          <a:endParaRPr lang="en-US"/>
        </a:p>
      </dgm:t>
    </dgm:pt>
    <dgm:pt modelId="{5B965C16-38D1-4770-B836-BB71273D794A}" type="sibTrans" cxnId="{8D41DFFE-4A64-41E4-8647-9D5467F556D2}">
      <dgm:prSet/>
      <dgm:spPr/>
      <dgm:t>
        <a:bodyPr/>
        <a:lstStyle/>
        <a:p>
          <a:endParaRPr lang="en-US"/>
        </a:p>
      </dgm:t>
    </dgm:pt>
    <dgm:pt modelId="{24FF46C5-ED4D-4E21-9223-73A831B2CA74}">
      <dgm:prSet/>
      <dgm:spPr/>
      <dgm:t>
        <a:bodyPr/>
        <a:lstStyle/>
        <a:p>
          <a:r>
            <a:rPr lang="en-AU"/>
            <a:t>Immigrants from all nations and ethnic groups</a:t>
          </a:r>
          <a:endParaRPr lang="en-US"/>
        </a:p>
      </dgm:t>
    </dgm:pt>
    <dgm:pt modelId="{EF491C4C-47FB-47F1-B4E3-0F20373E97C9}" type="parTrans" cxnId="{46F56251-9368-4C6F-AACD-387C9660D28D}">
      <dgm:prSet/>
      <dgm:spPr/>
      <dgm:t>
        <a:bodyPr/>
        <a:lstStyle/>
        <a:p>
          <a:endParaRPr lang="en-US"/>
        </a:p>
      </dgm:t>
    </dgm:pt>
    <dgm:pt modelId="{FA79F0AF-FDCE-407F-AA89-96E27A14DC1D}" type="sibTrans" cxnId="{46F56251-9368-4C6F-AACD-387C9660D28D}">
      <dgm:prSet/>
      <dgm:spPr/>
      <dgm:t>
        <a:bodyPr/>
        <a:lstStyle/>
        <a:p>
          <a:endParaRPr lang="en-US"/>
        </a:p>
      </dgm:t>
    </dgm:pt>
    <dgm:pt modelId="{A9FEEFCF-CE69-4482-9566-F91CE17FCE98}" type="pres">
      <dgm:prSet presAssocID="{CFAE5D9D-DCC6-4DFC-9BBD-22D7BCC8B2BA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17987AE9-2701-495A-B1E4-F79E68CE3FBA}" type="pres">
      <dgm:prSet presAssocID="{9976207A-200A-455C-BEA6-303CA9DA3AEF}" presName="thickLine" presStyleLbl="alignNode1" presStyleIdx="0" presStyleCnt="6"/>
      <dgm:spPr/>
    </dgm:pt>
    <dgm:pt modelId="{19BE86BF-A4A3-4D6D-BBCE-325885C93E60}" type="pres">
      <dgm:prSet presAssocID="{9976207A-200A-455C-BEA6-303CA9DA3AEF}" presName="horz1" presStyleCnt="0"/>
      <dgm:spPr/>
    </dgm:pt>
    <dgm:pt modelId="{4AB5786C-9D95-4E8D-ADD2-761A725763B6}" type="pres">
      <dgm:prSet presAssocID="{9976207A-200A-455C-BEA6-303CA9DA3AEF}" presName="tx1" presStyleLbl="revTx" presStyleIdx="0" presStyleCnt="6"/>
      <dgm:spPr/>
      <dgm:t>
        <a:bodyPr/>
        <a:lstStyle/>
        <a:p>
          <a:endParaRPr lang="en-US"/>
        </a:p>
      </dgm:t>
    </dgm:pt>
    <dgm:pt modelId="{307B4BBD-5018-4C22-A83B-6C40D536341D}" type="pres">
      <dgm:prSet presAssocID="{9976207A-200A-455C-BEA6-303CA9DA3AEF}" presName="vert1" presStyleCnt="0"/>
      <dgm:spPr/>
    </dgm:pt>
    <dgm:pt modelId="{AB9B160D-A343-411B-BEB4-47D70ED97688}" type="pres">
      <dgm:prSet presAssocID="{5E1DF930-D840-4BC7-A834-F050F0AB0ED7}" presName="thickLine" presStyleLbl="alignNode1" presStyleIdx="1" presStyleCnt="6"/>
      <dgm:spPr/>
    </dgm:pt>
    <dgm:pt modelId="{B21D838E-D924-412C-B6AB-54A79DBAD094}" type="pres">
      <dgm:prSet presAssocID="{5E1DF930-D840-4BC7-A834-F050F0AB0ED7}" presName="horz1" presStyleCnt="0"/>
      <dgm:spPr/>
    </dgm:pt>
    <dgm:pt modelId="{E05A91FA-EA7A-45F9-9D3F-60BCA7FF7507}" type="pres">
      <dgm:prSet presAssocID="{5E1DF930-D840-4BC7-A834-F050F0AB0ED7}" presName="tx1" presStyleLbl="revTx" presStyleIdx="1" presStyleCnt="6"/>
      <dgm:spPr/>
      <dgm:t>
        <a:bodyPr/>
        <a:lstStyle/>
        <a:p>
          <a:endParaRPr lang="en-US"/>
        </a:p>
      </dgm:t>
    </dgm:pt>
    <dgm:pt modelId="{1179E14B-B0A4-427A-8DF1-1B2C077B690F}" type="pres">
      <dgm:prSet presAssocID="{5E1DF930-D840-4BC7-A834-F050F0AB0ED7}" presName="vert1" presStyleCnt="0"/>
      <dgm:spPr/>
    </dgm:pt>
    <dgm:pt modelId="{4D330EDF-9CEE-4FE5-8049-E9D3223D2F74}" type="pres">
      <dgm:prSet presAssocID="{A13552E4-D0F4-4B30-9E53-ED6D56FCA8B7}" presName="thickLine" presStyleLbl="alignNode1" presStyleIdx="2" presStyleCnt="6"/>
      <dgm:spPr/>
    </dgm:pt>
    <dgm:pt modelId="{83EF6EEB-FC70-4D2E-8A3D-A3BB0D4CF8A8}" type="pres">
      <dgm:prSet presAssocID="{A13552E4-D0F4-4B30-9E53-ED6D56FCA8B7}" presName="horz1" presStyleCnt="0"/>
      <dgm:spPr/>
    </dgm:pt>
    <dgm:pt modelId="{19E80E58-D56B-44C0-841C-53F89D438729}" type="pres">
      <dgm:prSet presAssocID="{A13552E4-D0F4-4B30-9E53-ED6D56FCA8B7}" presName="tx1" presStyleLbl="revTx" presStyleIdx="2" presStyleCnt="6"/>
      <dgm:spPr/>
      <dgm:t>
        <a:bodyPr/>
        <a:lstStyle/>
        <a:p>
          <a:endParaRPr lang="en-US"/>
        </a:p>
      </dgm:t>
    </dgm:pt>
    <dgm:pt modelId="{E95EFD11-D3DB-41FA-A233-BD7186BC5CF0}" type="pres">
      <dgm:prSet presAssocID="{A13552E4-D0F4-4B30-9E53-ED6D56FCA8B7}" presName="vert1" presStyleCnt="0"/>
      <dgm:spPr/>
    </dgm:pt>
    <dgm:pt modelId="{17B3EA25-2FF0-47F0-8952-FD4203549762}" type="pres">
      <dgm:prSet presAssocID="{518A978A-DA2B-4917-8F71-50E719C9F3B4}" presName="thickLine" presStyleLbl="alignNode1" presStyleIdx="3" presStyleCnt="6"/>
      <dgm:spPr/>
    </dgm:pt>
    <dgm:pt modelId="{7D4961D0-86C0-4769-A3D1-7C2B6C244743}" type="pres">
      <dgm:prSet presAssocID="{518A978A-DA2B-4917-8F71-50E719C9F3B4}" presName="horz1" presStyleCnt="0"/>
      <dgm:spPr/>
    </dgm:pt>
    <dgm:pt modelId="{A57F940D-A9C8-4F55-B6E2-6A88F2EFD618}" type="pres">
      <dgm:prSet presAssocID="{518A978A-DA2B-4917-8F71-50E719C9F3B4}" presName="tx1" presStyleLbl="revTx" presStyleIdx="3" presStyleCnt="6"/>
      <dgm:spPr/>
      <dgm:t>
        <a:bodyPr/>
        <a:lstStyle/>
        <a:p>
          <a:endParaRPr lang="en-US"/>
        </a:p>
      </dgm:t>
    </dgm:pt>
    <dgm:pt modelId="{5E1D969C-6DB8-44C7-8A58-8F7A5C61FBAA}" type="pres">
      <dgm:prSet presAssocID="{518A978A-DA2B-4917-8F71-50E719C9F3B4}" presName="vert1" presStyleCnt="0"/>
      <dgm:spPr/>
    </dgm:pt>
    <dgm:pt modelId="{362B1CB1-1E4A-4DFB-96B6-A8F244E255F2}" type="pres">
      <dgm:prSet presAssocID="{EE3EACF0-2453-4E64-92BA-86A4D6CF0AD3}" presName="thickLine" presStyleLbl="alignNode1" presStyleIdx="4" presStyleCnt="6"/>
      <dgm:spPr/>
    </dgm:pt>
    <dgm:pt modelId="{75E25440-CAE9-4D05-A0C0-16DE9EFC78BB}" type="pres">
      <dgm:prSet presAssocID="{EE3EACF0-2453-4E64-92BA-86A4D6CF0AD3}" presName="horz1" presStyleCnt="0"/>
      <dgm:spPr/>
    </dgm:pt>
    <dgm:pt modelId="{69E12705-1693-419E-9374-C072E8653309}" type="pres">
      <dgm:prSet presAssocID="{EE3EACF0-2453-4E64-92BA-86A4D6CF0AD3}" presName="tx1" presStyleLbl="revTx" presStyleIdx="4" presStyleCnt="6"/>
      <dgm:spPr/>
      <dgm:t>
        <a:bodyPr/>
        <a:lstStyle/>
        <a:p>
          <a:endParaRPr lang="en-US"/>
        </a:p>
      </dgm:t>
    </dgm:pt>
    <dgm:pt modelId="{18AAD754-FD56-4AFB-9158-E6DB3B43389B}" type="pres">
      <dgm:prSet presAssocID="{EE3EACF0-2453-4E64-92BA-86A4D6CF0AD3}" presName="vert1" presStyleCnt="0"/>
      <dgm:spPr/>
    </dgm:pt>
    <dgm:pt modelId="{B7EB12E9-337D-4AD7-94EA-85DCEB779CE4}" type="pres">
      <dgm:prSet presAssocID="{24FF46C5-ED4D-4E21-9223-73A831B2CA74}" presName="thickLine" presStyleLbl="alignNode1" presStyleIdx="5" presStyleCnt="6"/>
      <dgm:spPr/>
    </dgm:pt>
    <dgm:pt modelId="{7FF82B03-328A-49C9-9CB9-3BE4B5205B8E}" type="pres">
      <dgm:prSet presAssocID="{24FF46C5-ED4D-4E21-9223-73A831B2CA74}" presName="horz1" presStyleCnt="0"/>
      <dgm:spPr/>
    </dgm:pt>
    <dgm:pt modelId="{0F450EAD-A7C5-40ED-9B04-13A869B0770B}" type="pres">
      <dgm:prSet presAssocID="{24FF46C5-ED4D-4E21-9223-73A831B2CA74}" presName="tx1" presStyleLbl="revTx" presStyleIdx="5" presStyleCnt="6"/>
      <dgm:spPr/>
      <dgm:t>
        <a:bodyPr/>
        <a:lstStyle/>
        <a:p>
          <a:endParaRPr lang="en-US"/>
        </a:p>
      </dgm:t>
    </dgm:pt>
    <dgm:pt modelId="{DBD75EE0-53D2-41C5-85BA-C7E03E14B7FF}" type="pres">
      <dgm:prSet presAssocID="{24FF46C5-ED4D-4E21-9223-73A831B2CA74}" presName="vert1" presStyleCnt="0"/>
      <dgm:spPr/>
    </dgm:pt>
  </dgm:ptLst>
  <dgm:cxnLst>
    <dgm:cxn modelId="{2A5A5C9B-6408-49D3-897D-301EBFF741DF}" type="presOf" srcId="{24FF46C5-ED4D-4E21-9223-73A831B2CA74}" destId="{0F450EAD-A7C5-40ED-9B04-13A869B0770B}" srcOrd="0" destOrd="0" presId="urn:microsoft.com/office/officeart/2008/layout/LinedList"/>
    <dgm:cxn modelId="{46F56251-9368-4C6F-AACD-387C9660D28D}" srcId="{CFAE5D9D-DCC6-4DFC-9BBD-22D7BCC8B2BA}" destId="{24FF46C5-ED4D-4E21-9223-73A831B2CA74}" srcOrd="5" destOrd="0" parTransId="{EF491C4C-47FB-47F1-B4E3-0F20373E97C9}" sibTransId="{FA79F0AF-FDCE-407F-AA89-96E27A14DC1D}"/>
    <dgm:cxn modelId="{0B9A0AB1-FD12-4A86-A4C5-63FA791A5F5B}" type="presOf" srcId="{A13552E4-D0F4-4B30-9E53-ED6D56FCA8B7}" destId="{19E80E58-D56B-44C0-841C-53F89D438729}" srcOrd="0" destOrd="0" presId="urn:microsoft.com/office/officeart/2008/layout/LinedList"/>
    <dgm:cxn modelId="{84D6AB3C-EB7D-4867-A948-B039E051B4FB}" type="presOf" srcId="{CFAE5D9D-DCC6-4DFC-9BBD-22D7BCC8B2BA}" destId="{A9FEEFCF-CE69-4482-9566-F91CE17FCE98}" srcOrd="0" destOrd="0" presId="urn:microsoft.com/office/officeart/2008/layout/LinedList"/>
    <dgm:cxn modelId="{877CAB15-732A-48A6-9CF0-E70DCB59EA85}" srcId="{CFAE5D9D-DCC6-4DFC-9BBD-22D7BCC8B2BA}" destId="{518A978A-DA2B-4917-8F71-50E719C9F3B4}" srcOrd="3" destOrd="0" parTransId="{A34DD90C-E85B-47B0-98C1-3A3875571B8D}" sibTransId="{3A8B025E-0FF0-4D94-8F0B-8E5E38D793DB}"/>
    <dgm:cxn modelId="{9432D3B8-16F5-4F91-99D9-A07589BAD9DF}" type="presOf" srcId="{518A978A-DA2B-4917-8F71-50E719C9F3B4}" destId="{A57F940D-A9C8-4F55-B6E2-6A88F2EFD618}" srcOrd="0" destOrd="0" presId="urn:microsoft.com/office/officeart/2008/layout/LinedList"/>
    <dgm:cxn modelId="{F158DD8E-BEF2-407C-957A-7E6F57F4AF4E}" srcId="{CFAE5D9D-DCC6-4DFC-9BBD-22D7BCC8B2BA}" destId="{5E1DF930-D840-4BC7-A834-F050F0AB0ED7}" srcOrd="1" destOrd="0" parTransId="{59970142-1386-4719-93AF-F240DACC28E3}" sibTransId="{21075433-4072-4109-B573-96047256C18F}"/>
    <dgm:cxn modelId="{A58A05CE-4F99-436C-A6F8-5223F123A82E}" type="presOf" srcId="{EE3EACF0-2453-4E64-92BA-86A4D6CF0AD3}" destId="{69E12705-1693-419E-9374-C072E8653309}" srcOrd="0" destOrd="0" presId="urn:microsoft.com/office/officeart/2008/layout/LinedList"/>
    <dgm:cxn modelId="{8D41DFFE-4A64-41E4-8647-9D5467F556D2}" srcId="{CFAE5D9D-DCC6-4DFC-9BBD-22D7BCC8B2BA}" destId="{EE3EACF0-2453-4E64-92BA-86A4D6CF0AD3}" srcOrd="4" destOrd="0" parTransId="{E0F545E3-2C22-444F-9691-AA04B0940EB0}" sibTransId="{5B965C16-38D1-4770-B836-BB71273D794A}"/>
    <dgm:cxn modelId="{3B672386-0CA3-4BE9-AE57-8A63BED7F7E1}" type="presOf" srcId="{9976207A-200A-455C-BEA6-303CA9DA3AEF}" destId="{4AB5786C-9D95-4E8D-ADD2-761A725763B6}" srcOrd="0" destOrd="0" presId="urn:microsoft.com/office/officeart/2008/layout/LinedList"/>
    <dgm:cxn modelId="{C9CD4AD9-8440-4DB6-BA5C-D8544A52FDCC}" type="presOf" srcId="{5E1DF930-D840-4BC7-A834-F050F0AB0ED7}" destId="{E05A91FA-EA7A-45F9-9D3F-60BCA7FF7507}" srcOrd="0" destOrd="0" presId="urn:microsoft.com/office/officeart/2008/layout/LinedList"/>
    <dgm:cxn modelId="{DAB3C0CE-A98A-46FD-B627-6F1D7979AE35}" srcId="{CFAE5D9D-DCC6-4DFC-9BBD-22D7BCC8B2BA}" destId="{A13552E4-D0F4-4B30-9E53-ED6D56FCA8B7}" srcOrd="2" destOrd="0" parTransId="{9A8B4563-8735-4962-B70C-2D080B4D674E}" sibTransId="{59636FE1-F70B-43E2-A913-DABEFD24AD4E}"/>
    <dgm:cxn modelId="{67A83999-D613-4D82-80EB-D83A8AE8C6AA}" srcId="{CFAE5D9D-DCC6-4DFC-9BBD-22D7BCC8B2BA}" destId="{9976207A-200A-455C-BEA6-303CA9DA3AEF}" srcOrd="0" destOrd="0" parTransId="{FED8C666-31DA-4367-B4AC-2F03FC7131D6}" sibTransId="{8E897546-D230-4F9B-93CD-F7313E23F072}"/>
    <dgm:cxn modelId="{5A4761E8-38E9-4249-AE52-AE9B5E5ECDA4}" type="presParOf" srcId="{A9FEEFCF-CE69-4482-9566-F91CE17FCE98}" destId="{17987AE9-2701-495A-B1E4-F79E68CE3FBA}" srcOrd="0" destOrd="0" presId="urn:microsoft.com/office/officeart/2008/layout/LinedList"/>
    <dgm:cxn modelId="{9E35F0B9-2445-47FF-843F-62F79D12F701}" type="presParOf" srcId="{A9FEEFCF-CE69-4482-9566-F91CE17FCE98}" destId="{19BE86BF-A4A3-4D6D-BBCE-325885C93E60}" srcOrd="1" destOrd="0" presId="urn:microsoft.com/office/officeart/2008/layout/LinedList"/>
    <dgm:cxn modelId="{8E4D325D-2324-4240-8882-69D517572E99}" type="presParOf" srcId="{19BE86BF-A4A3-4D6D-BBCE-325885C93E60}" destId="{4AB5786C-9D95-4E8D-ADD2-761A725763B6}" srcOrd="0" destOrd="0" presId="urn:microsoft.com/office/officeart/2008/layout/LinedList"/>
    <dgm:cxn modelId="{4B04B566-9D56-4559-A876-4C673177602E}" type="presParOf" srcId="{19BE86BF-A4A3-4D6D-BBCE-325885C93E60}" destId="{307B4BBD-5018-4C22-A83B-6C40D536341D}" srcOrd="1" destOrd="0" presId="urn:microsoft.com/office/officeart/2008/layout/LinedList"/>
    <dgm:cxn modelId="{5BEBD1F1-2021-47A5-B330-83DD797E7B1B}" type="presParOf" srcId="{A9FEEFCF-CE69-4482-9566-F91CE17FCE98}" destId="{AB9B160D-A343-411B-BEB4-47D70ED97688}" srcOrd="2" destOrd="0" presId="urn:microsoft.com/office/officeart/2008/layout/LinedList"/>
    <dgm:cxn modelId="{29DEC09D-B85B-4037-B2F4-85ED528CDBFF}" type="presParOf" srcId="{A9FEEFCF-CE69-4482-9566-F91CE17FCE98}" destId="{B21D838E-D924-412C-B6AB-54A79DBAD094}" srcOrd="3" destOrd="0" presId="urn:microsoft.com/office/officeart/2008/layout/LinedList"/>
    <dgm:cxn modelId="{192931EA-9C94-4AD7-840B-80740B38515B}" type="presParOf" srcId="{B21D838E-D924-412C-B6AB-54A79DBAD094}" destId="{E05A91FA-EA7A-45F9-9D3F-60BCA7FF7507}" srcOrd="0" destOrd="0" presId="urn:microsoft.com/office/officeart/2008/layout/LinedList"/>
    <dgm:cxn modelId="{A873480A-00DF-4A73-BFC2-86992BAB28B0}" type="presParOf" srcId="{B21D838E-D924-412C-B6AB-54A79DBAD094}" destId="{1179E14B-B0A4-427A-8DF1-1B2C077B690F}" srcOrd="1" destOrd="0" presId="urn:microsoft.com/office/officeart/2008/layout/LinedList"/>
    <dgm:cxn modelId="{05D28161-9F2E-44F6-A611-9A6430689650}" type="presParOf" srcId="{A9FEEFCF-CE69-4482-9566-F91CE17FCE98}" destId="{4D330EDF-9CEE-4FE5-8049-E9D3223D2F74}" srcOrd="4" destOrd="0" presId="urn:microsoft.com/office/officeart/2008/layout/LinedList"/>
    <dgm:cxn modelId="{A776D652-4476-4964-836A-1E1357008E0E}" type="presParOf" srcId="{A9FEEFCF-CE69-4482-9566-F91CE17FCE98}" destId="{83EF6EEB-FC70-4D2E-8A3D-A3BB0D4CF8A8}" srcOrd="5" destOrd="0" presId="urn:microsoft.com/office/officeart/2008/layout/LinedList"/>
    <dgm:cxn modelId="{83738E2C-5CAE-48B2-9413-9E5167C15976}" type="presParOf" srcId="{83EF6EEB-FC70-4D2E-8A3D-A3BB0D4CF8A8}" destId="{19E80E58-D56B-44C0-841C-53F89D438729}" srcOrd="0" destOrd="0" presId="urn:microsoft.com/office/officeart/2008/layout/LinedList"/>
    <dgm:cxn modelId="{9432CF21-70E4-4F61-9970-50790201F6D3}" type="presParOf" srcId="{83EF6EEB-FC70-4D2E-8A3D-A3BB0D4CF8A8}" destId="{E95EFD11-D3DB-41FA-A233-BD7186BC5CF0}" srcOrd="1" destOrd="0" presId="urn:microsoft.com/office/officeart/2008/layout/LinedList"/>
    <dgm:cxn modelId="{591E4B9F-FC23-4A70-9DA2-853A30B39EC3}" type="presParOf" srcId="{A9FEEFCF-CE69-4482-9566-F91CE17FCE98}" destId="{17B3EA25-2FF0-47F0-8952-FD4203549762}" srcOrd="6" destOrd="0" presId="urn:microsoft.com/office/officeart/2008/layout/LinedList"/>
    <dgm:cxn modelId="{C09C931B-F240-4ACB-9FCB-F0BE930B6F40}" type="presParOf" srcId="{A9FEEFCF-CE69-4482-9566-F91CE17FCE98}" destId="{7D4961D0-86C0-4769-A3D1-7C2B6C244743}" srcOrd="7" destOrd="0" presId="urn:microsoft.com/office/officeart/2008/layout/LinedList"/>
    <dgm:cxn modelId="{52CE2A5C-61A6-4E04-BA28-1CF015ED5057}" type="presParOf" srcId="{7D4961D0-86C0-4769-A3D1-7C2B6C244743}" destId="{A57F940D-A9C8-4F55-B6E2-6A88F2EFD618}" srcOrd="0" destOrd="0" presId="urn:microsoft.com/office/officeart/2008/layout/LinedList"/>
    <dgm:cxn modelId="{61E32D15-15DE-4C66-A146-6AEAC15AC094}" type="presParOf" srcId="{7D4961D0-86C0-4769-A3D1-7C2B6C244743}" destId="{5E1D969C-6DB8-44C7-8A58-8F7A5C61FBAA}" srcOrd="1" destOrd="0" presId="urn:microsoft.com/office/officeart/2008/layout/LinedList"/>
    <dgm:cxn modelId="{C855A99D-F69C-4C19-AE43-A8785B0D8F82}" type="presParOf" srcId="{A9FEEFCF-CE69-4482-9566-F91CE17FCE98}" destId="{362B1CB1-1E4A-4DFB-96B6-A8F244E255F2}" srcOrd="8" destOrd="0" presId="urn:microsoft.com/office/officeart/2008/layout/LinedList"/>
    <dgm:cxn modelId="{CDAD1F80-1A6D-4241-B481-3EF367E4D194}" type="presParOf" srcId="{A9FEEFCF-CE69-4482-9566-F91CE17FCE98}" destId="{75E25440-CAE9-4D05-A0C0-16DE9EFC78BB}" srcOrd="9" destOrd="0" presId="urn:microsoft.com/office/officeart/2008/layout/LinedList"/>
    <dgm:cxn modelId="{76E58970-CF2D-4BCA-A811-9A12E1E722F9}" type="presParOf" srcId="{75E25440-CAE9-4D05-A0C0-16DE9EFC78BB}" destId="{69E12705-1693-419E-9374-C072E8653309}" srcOrd="0" destOrd="0" presId="urn:microsoft.com/office/officeart/2008/layout/LinedList"/>
    <dgm:cxn modelId="{DD701350-62BC-49E2-A8F8-AE13A30FE75A}" type="presParOf" srcId="{75E25440-CAE9-4D05-A0C0-16DE9EFC78BB}" destId="{18AAD754-FD56-4AFB-9158-E6DB3B43389B}" srcOrd="1" destOrd="0" presId="urn:microsoft.com/office/officeart/2008/layout/LinedList"/>
    <dgm:cxn modelId="{CAE71F3D-50BE-402E-8521-A1BBFCA4CFEF}" type="presParOf" srcId="{A9FEEFCF-CE69-4482-9566-F91CE17FCE98}" destId="{B7EB12E9-337D-4AD7-94EA-85DCEB779CE4}" srcOrd="10" destOrd="0" presId="urn:microsoft.com/office/officeart/2008/layout/LinedList"/>
    <dgm:cxn modelId="{0D998DA4-9DF2-42B2-92B2-B14A45293303}" type="presParOf" srcId="{A9FEEFCF-CE69-4482-9566-F91CE17FCE98}" destId="{7FF82B03-328A-49C9-9CB9-3BE4B5205B8E}" srcOrd="11" destOrd="0" presId="urn:microsoft.com/office/officeart/2008/layout/LinedList"/>
    <dgm:cxn modelId="{A3EB3174-03DD-460C-9C5A-C53733CB4D28}" type="presParOf" srcId="{7FF82B03-328A-49C9-9CB9-3BE4B5205B8E}" destId="{0F450EAD-A7C5-40ED-9B04-13A869B0770B}" srcOrd="0" destOrd="0" presId="urn:microsoft.com/office/officeart/2008/layout/LinedList"/>
    <dgm:cxn modelId="{782DF098-E355-4702-9537-CD8DA7E8887E}" type="presParOf" srcId="{7FF82B03-328A-49C9-9CB9-3BE4B5205B8E}" destId="{DBD75EE0-53D2-41C5-85BA-C7E03E14B7F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48BA7-FBA7-492E-9006-B60723989C48}">
      <dsp:nvSpPr>
        <dsp:cNvPr id="0" name=""/>
        <dsp:cNvSpPr/>
      </dsp:nvSpPr>
      <dsp:spPr>
        <a:xfrm>
          <a:off x="489" y="1805116"/>
          <a:ext cx="3648106" cy="2225646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 dirty="0">
              <a:solidFill>
                <a:schemeClr val="tx1"/>
              </a:solidFill>
            </a:rPr>
            <a:t>1865-1900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>
              <a:solidFill>
                <a:schemeClr val="tx1"/>
              </a:solidFill>
            </a:rPr>
            <a:t>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>
              <a:solidFill>
                <a:schemeClr val="tx1"/>
              </a:solidFill>
            </a:rPr>
            <a:t>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>
              <a:solidFill>
                <a:schemeClr val="tx1"/>
              </a:solidFill>
            </a:rPr>
            <a:t> </a:t>
          </a:r>
        </a:p>
      </dsp:txBody>
      <dsp:txXfrm>
        <a:off x="65676" y="1870303"/>
        <a:ext cx="3517732" cy="2095272"/>
      </dsp:txXfrm>
    </dsp:sp>
    <dsp:sp modelId="{9F9A44F9-9D0A-4148-9940-0356BBF93EC8}">
      <dsp:nvSpPr>
        <dsp:cNvPr id="0" name=""/>
        <dsp:cNvSpPr/>
      </dsp:nvSpPr>
      <dsp:spPr>
        <a:xfrm>
          <a:off x="3768483" y="2769279"/>
          <a:ext cx="254159" cy="2973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1200" kern="1200"/>
        </a:p>
      </dsp:txBody>
      <dsp:txXfrm>
        <a:off x="3768483" y="2828743"/>
        <a:ext cx="177911" cy="178391"/>
      </dsp:txXfrm>
    </dsp:sp>
    <dsp:sp modelId="{497FC793-34DC-4AA0-846D-79A01A5596C2}">
      <dsp:nvSpPr>
        <dsp:cNvPr id="0" name=""/>
        <dsp:cNvSpPr/>
      </dsp:nvSpPr>
      <dsp:spPr>
        <a:xfrm>
          <a:off x="4128143" y="1805116"/>
          <a:ext cx="3648106" cy="2225646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900" kern="1200" dirty="0">
              <a:solidFill>
                <a:schemeClr val="tx1"/>
              </a:solidFill>
            </a:rPr>
            <a:t>1900-1919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900" kern="1200" dirty="0">
              <a:solidFill>
                <a:schemeClr val="tx1"/>
              </a:solidFill>
            </a:rPr>
            <a:t>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900" kern="1200" dirty="0">
              <a:solidFill>
                <a:schemeClr val="tx1"/>
              </a:solidFill>
            </a:rPr>
            <a:t>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900" kern="1200" dirty="0">
              <a:solidFill>
                <a:schemeClr val="tx1"/>
              </a:solidFill>
            </a:rPr>
            <a:t>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900" kern="1200" dirty="0">
              <a:solidFill>
                <a:schemeClr val="tx1"/>
              </a:solidFill>
            </a:rPr>
            <a:t> 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AU" sz="1500" kern="1200" dirty="0"/>
        </a:p>
      </dsp:txBody>
      <dsp:txXfrm>
        <a:off x="4193330" y="1870303"/>
        <a:ext cx="3517732" cy="2095272"/>
      </dsp:txXfrm>
    </dsp:sp>
    <dsp:sp modelId="{0C3AF9E2-ABB3-4DF8-8206-41301F6CD57D}">
      <dsp:nvSpPr>
        <dsp:cNvPr id="0" name=""/>
        <dsp:cNvSpPr/>
      </dsp:nvSpPr>
      <dsp:spPr>
        <a:xfrm>
          <a:off x="7896137" y="2769279"/>
          <a:ext cx="254159" cy="2973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1200" kern="1200"/>
        </a:p>
      </dsp:txBody>
      <dsp:txXfrm>
        <a:off x="7896137" y="2828743"/>
        <a:ext cx="177911" cy="178391"/>
      </dsp:txXfrm>
    </dsp:sp>
    <dsp:sp modelId="{509618A4-D803-482D-9DA9-02A6D09F3663}">
      <dsp:nvSpPr>
        <dsp:cNvPr id="0" name=""/>
        <dsp:cNvSpPr/>
      </dsp:nvSpPr>
      <dsp:spPr>
        <a:xfrm>
          <a:off x="8255797" y="1805116"/>
          <a:ext cx="3648106" cy="2225646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900" kern="1200" dirty="0">
              <a:solidFill>
                <a:schemeClr val="tx1"/>
              </a:solidFill>
            </a:rPr>
            <a:t>1919-1921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900" kern="1200" dirty="0">
              <a:solidFill>
                <a:schemeClr val="tx1"/>
              </a:solidFill>
            </a:rPr>
            <a:t>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900" kern="1200" dirty="0">
              <a:solidFill>
                <a:schemeClr val="tx1"/>
              </a:solidFill>
            </a:rPr>
            <a:t>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900" kern="1200" dirty="0">
              <a:solidFill>
                <a:schemeClr val="tx1"/>
              </a:solidFill>
            </a:rPr>
            <a:t>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900" kern="1200" dirty="0">
              <a:solidFill>
                <a:schemeClr val="tx1"/>
              </a:solidFill>
            </a:rPr>
            <a:t>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900" kern="1200" dirty="0">
              <a:solidFill>
                <a:schemeClr val="tx1"/>
              </a:solidFill>
            </a:rPr>
            <a:t> </a:t>
          </a:r>
        </a:p>
      </dsp:txBody>
      <dsp:txXfrm>
        <a:off x="8320984" y="1870303"/>
        <a:ext cx="3517732" cy="20952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987AE9-2701-495A-B1E4-F79E68CE3FBA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AB5786C-9D95-4E8D-ADD2-761A725763B6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400" kern="1200"/>
            <a:t>Farmers (mid-west and south)</a:t>
          </a:r>
          <a:endParaRPr lang="en-US" sz="2400" kern="1200"/>
        </a:p>
      </dsp:txBody>
      <dsp:txXfrm>
        <a:off x="0" y="2124"/>
        <a:ext cx="10515600" cy="724514"/>
      </dsp:txXfrm>
    </dsp:sp>
    <dsp:sp modelId="{AB9B160D-A343-411B-BEB4-47D70ED97688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5A91FA-EA7A-45F9-9D3F-60BCA7FF7507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400" kern="1200"/>
            <a:t>‘Staple’ industry workers (textiles, coal-mining and railways formerly USA’s staple)</a:t>
          </a:r>
          <a:endParaRPr lang="en-US" sz="2400" kern="1200"/>
        </a:p>
      </dsp:txBody>
      <dsp:txXfrm>
        <a:off x="0" y="726639"/>
        <a:ext cx="10515600" cy="724514"/>
      </dsp:txXfrm>
    </dsp:sp>
    <dsp:sp modelId="{4D330EDF-9CEE-4FE5-8049-E9D3223D2F74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E80E58-D56B-44C0-841C-53F89D438729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400" kern="1200"/>
            <a:t>Blacks, Asians, Hispanics and American Indians</a:t>
          </a:r>
          <a:endParaRPr lang="en-US" sz="2400" kern="1200"/>
        </a:p>
      </dsp:txBody>
      <dsp:txXfrm>
        <a:off x="0" y="1451154"/>
        <a:ext cx="10515600" cy="724514"/>
      </dsp:txXfrm>
    </dsp:sp>
    <dsp:sp modelId="{17B3EA25-2FF0-47F0-8952-FD4203549762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57F940D-A9C8-4F55-B6E2-6A88F2EFD618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400" kern="1200"/>
            <a:t>Unemployed people suffered because of lack of welfare services</a:t>
          </a:r>
          <a:endParaRPr lang="en-US" sz="2400" kern="1200"/>
        </a:p>
      </dsp:txBody>
      <dsp:txXfrm>
        <a:off x="0" y="2175669"/>
        <a:ext cx="10515600" cy="724514"/>
      </dsp:txXfrm>
    </dsp:sp>
    <dsp:sp modelId="{362B1CB1-1E4A-4DFB-96B6-A8F244E255F2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E12705-1693-419E-9374-C072E8653309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400" kern="1200"/>
            <a:t>Catholics and Jewish people</a:t>
          </a:r>
          <a:endParaRPr lang="en-US" sz="2400" kern="1200"/>
        </a:p>
      </dsp:txBody>
      <dsp:txXfrm>
        <a:off x="0" y="2900183"/>
        <a:ext cx="10515600" cy="724514"/>
      </dsp:txXfrm>
    </dsp:sp>
    <dsp:sp modelId="{B7EB12E9-337D-4AD7-94EA-85DCEB779CE4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450EAD-A7C5-40ED-9B04-13A869B0770B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400" kern="1200"/>
            <a:t>Immigrants from all nations and ethnic groups</a:t>
          </a:r>
          <a:endParaRPr lang="en-US" sz="2400" kern="1200"/>
        </a:p>
      </dsp:txBody>
      <dsp:txXfrm>
        <a:off x="0" y="3624698"/>
        <a:ext cx="10515600" cy="724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FB25C-056E-4E57-9216-93FA825161D1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FC6AC-7150-4EF5-B218-DC8C186C26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6810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1865-1900 (Post-Civil War era, Second Industrial Revolution, Gilded Age)</a:t>
            </a:r>
          </a:p>
          <a:p>
            <a:r>
              <a:rPr lang="en-AU" dirty="0"/>
              <a:t>1900-1919 (T. Roosevelt, W. Taft, W. Wilson, Henry Ford and assembly line, WW1)</a:t>
            </a:r>
          </a:p>
          <a:p>
            <a:r>
              <a:rPr lang="en-AU" dirty="0"/>
              <a:t>1919-1921 (W. Wilson and 14 points, Red Summer, Red Scare, 19</a:t>
            </a:r>
            <a:r>
              <a:rPr lang="en-AU" baseline="30000" dirty="0"/>
              <a:t>th</a:t>
            </a:r>
            <a:r>
              <a:rPr lang="en-AU" dirty="0"/>
              <a:t> Amendment, Harding ‘return to normalcy’)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FC6AC-7150-4EF5-B218-DC8C186C263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1216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Does it teach us anything? It teaches us about women’s behaviour and fashion, but does not teach us about other women in society who opposed these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FC6AC-7150-4EF5-B218-DC8C186C2632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0145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1FC74-1D30-4973-93AC-FEB9DBF08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E5730-228E-47B0-B790-271DA0A02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03F85-8F3C-43F8-8C16-ACF1355D6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89358-207A-4C4F-94A9-63F00288461C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BA172-6C3C-4D98-A446-1705AC45D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FE75A-C4F9-4B43-B702-A304A60B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FD01-2244-4E08-A40A-95313728DB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9697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35B6-E4CF-4E7C-A43D-C6CC0FC55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2A302-1EC0-4C77-B5C0-295CF6B0D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63C2F-07B1-4532-85F3-02A68DDAE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89358-207A-4C4F-94A9-63F00288461C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B09BC-B518-42BE-B2F1-09CFD7022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54838-AC3E-4CB0-8D32-CF08F9F01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FD01-2244-4E08-A40A-95313728DB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0822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7D46-CDD9-43E4-A63A-BE6792B64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DB184-72C2-492E-96FF-B831EB0E7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7EE38-7BB8-49ED-BC6C-815A04766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89358-207A-4C4F-94A9-63F00288461C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9632D-CB2A-45EB-8D89-78B3B0314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AC3FE-5870-4307-A72F-DA48FF35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FD01-2244-4E08-A40A-95313728DB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1400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30B4A-A8BC-49A1-97F1-1CC7E096B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FCD3E-B60A-4E7C-8EAB-41C4DB4D0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44EF8-F084-4675-84BF-0E09D6B53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511D5-4682-492F-AC8A-EA64F0ED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89358-207A-4C4F-94A9-63F00288461C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A945D-FDE1-4139-8498-36390693B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7C575-497B-4B9A-848C-E4AEA4F26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FD01-2244-4E08-A40A-95313728DB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9221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C5D94-2615-44F8-8C6C-0B582EC63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00308-CD95-4323-B84D-CF04F0D1D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5C12F-C0E3-4CEF-821B-FBFD8FFA4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9D73E9-7040-4C07-8F08-A2ADA3BE71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03EF2F-FB28-4FDF-BAC4-8196DD2F6B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4D6DE6-E7CD-44F8-B227-6F818399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89358-207A-4C4F-94A9-63F00288461C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F77E3C-1081-4DBA-B7B6-C34695FD5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D5EEF9-15DB-458D-9B58-DE6D043B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FD01-2244-4E08-A40A-95313728DB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151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204A-10E4-4018-99F2-6DF623E43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CF52B-9796-41D9-9449-DCF91FC3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89358-207A-4C4F-94A9-63F00288461C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6C6FA-54AE-4AAD-935F-F824F3204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583B4-9111-4BDD-8FB4-D3BE85233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FD01-2244-4E08-A40A-95313728DB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0491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100D23-E27C-47C4-86A2-86EC1FE16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89358-207A-4C4F-94A9-63F00288461C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9586E6-62CF-44DB-86C2-6C7657BFC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CB95C-BAEA-4D8A-A7C6-2BAE9182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FD01-2244-4E08-A40A-95313728DB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9527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4ECE5-2D53-4365-86E6-2B563F7F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0BB5F-8B5C-47AF-9154-D78438370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FBE7B6-6DC7-4D6B-BD4A-75D894A83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02C7E-6E85-4E74-8F95-B52B15F5B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89358-207A-4C4F-94A9-63F00288461C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04BFC-678C-467C-B727-77F2929A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4A9D5-BFD2-490B-A55D-98F8036E4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FD01-2244-4E08-A40A-95313728DB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1251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0DE4E-B2C4-4052-AC59-35EECF636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5C3C38-3C5C-41FB-B82A-3FB89534FC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14670-671A-4FCC-9D0A-3DF0A4063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6360F-725F-4563-912C-25004F59B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89358-207A-4C4F-94A9-63F00288461C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94E00-BD68-4085-B701-CE3ED39B2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ACF74-DC4E-4E92-B675-6991812FA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FD01-2244-4E08-A40A-95313728DB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3010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B4460-3074-41F3-B63D-5C73E6976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5D0B1-B44C-4B69-BC8F-69FAF65B8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A7F38-71D3-4B47-9E7B-9CD896F8E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89358-207A-4C4F-94A9-63F00288461C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FD66C-12EE-4F35-97DB-3C482D662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B6A12-48EC-43C4-BDEE-F555788F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FD01-2244-4E08-A40A-95313728DB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7405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EEFA5E-8305-45D8-A145-18E1902A3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271E0-1F7C-493F-AE65-D336BE9DB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804BF-FC62-4980-A4F8-883E924FA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89358-207A-4C4F-94A9-63F00288461C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0B5FB-E710-406A-96AA-BDE5054E1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477B3-E309-4107-A0AD-F86EA736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FD01-2244-4E08-A40A-95313728DB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0165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00552-F79F-4C5F-9C2B-94E842EDB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1A278-A711-402F-9A90-75EE5A96D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B53F6-A4E9-4048-A4DB-6D08CC2B7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89358-207A-4C4F-94A9-63F00288461C}" type="datetimeFigureOut">
              <a:rPr lang="en-AU" smtClean="0"/>
              <a:t>21/03/2019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669DA-D1B5-458B-B26B-92CB6A06C1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FE0A2-19D1-4B47-92E1-22C5739CA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4FD01-2244-4E08-A40A-95313728DB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9964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fOR1XCMf7A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roaring twenties">
            <a:extLst>
              <a:ext uri="{FF2B5EF4-FFF2-40B4-BE49-F238E27FC236}">
                <a16:creationId xmlns:a16="http://schemas.microsoft.com/office/drawing/2014/main" id="{E9D97641-8C0F-4DB1-8EE6-BA12B496C6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5" b="1665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738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2AFF-4EBF-4939-85E3-D7B7BC52A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story  far…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4BE6E40-405E-48F8-9CBF-16FC2329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7301945"/>
              </p:ext>
            </p:extLst>
          </p:nvPr>
        </p:nvGraphicFramePr>
        <p:xfrm>
          <a:off x="143803" y="0"/>
          <a:ext cx="11904394" cy="5835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766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9E87CD-88D9-41A7-A79E-F6F492BD0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Roaring 20's: Crash Course US History #32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4B47D-032B-48B4-B031-CC137EA93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5368" y="4074718"/>
            <a:ext cx="6105194" cy="68207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200" kern="1200" dirty="0">
                <a:solidFill>
                  <a:srgbClr val="FFFFFF"/>
                </a:solidFill>
                <a:latin typeface="+mn-lt"/>
                <a:ea typeface="+mn-ea"/>
                <a:cs typeface="+mn-cs"/>
                <a:hlinkClick r:id="rId3"/>
              </a:rPr>
              <a:t>https://www.youtube.com/watch?v=VfOR1XCMf7A</a:t>
            </a:r>
            <a:r>
              <a:rPr lang="en-US" sz="2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651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22813-FD34-468F-9823-E1FE739F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AU">
                <a:solidFill>
                  <a:srgbClr val="FFFFFF"/>
                </a:solidFill>
              </a:rPr>
              <a:t>Other names given to the Roaring Twenties</a:t>
            </a:r>
          </a:p>
        </p:txBody>
      </p:sp>
      <p:pic>
        <p:nvPicPr>
          <p:cNvPr id="2050" name="Picture 2" descr="Image result for jazz age">
            <a:extLst>
              <a:ext uri="{FF2B5EF4-FFF2-40B4-BE49-F238E27FC236}">
                <a16:creationId xmlns:a16="http://schemas.microsoft.com/office/drawing/2014/main" id="{B7AF3AD9-E18F-4142-BC02-ED8506EB5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2411"/>
          <a:stretch/>
        </p:blipFill>
        <p:spPr bwMode="auto">
          <a:xfrm>
            <a:off x="327547" y="321733"/>
            <a:ext cx="7058306" cy="410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A987E-8772-45C1-9B07-E85167B3E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r>
              <a:rPr lang="en-AU" sz="3000" dirty="0">
                <a:solidFill>
                  <a:srgbClr val="FFFFFF"/>
                </a:solidFill>
              </a:rPr>
              <a:t>The Golden Twenties</a:t>
            </a:r>
          </a:p>
          <a:p>
            <a:r>
              <a:rPr lang="en-AU" sz="3000" dirty="0">
                <a:solidFill>
                  <a:srgbClr val="FFFFFF"/>
                </a:solidFill>
              </a:rPr>
              <a:t>The Decade of Prosperity</a:t>
            </a:r>
          </a:p>
          <a:p>
            <a:r>
              <a:rPr lang="en-AU" sz="3000" dirty="0">
                <a:solidFill>
                  <a:srgbClr val="FFFFFF"/>
                </a:solidFill>
              </a:rPr>
              <a:t>The Republican Decade</a:t>
            </a:r>
          </a:p>
          <a:p>
            <a:r>
              <a:rPr lang="en-AU" sz="3000" dirty="0">
                <a:solidFill>
                  <a:srgbClr val="FFFFFF"/>
                </a:solidFill>
              </a:rPr>
              <a:t>The Jazz Age</a:t>
            </a:r>
          </a:p>
          <a:p>
            <a:r>
              <a:rPr lang="en-AU" sz="3000" dirty="0">
                <a:solidFill>
                  <a:srgbClr val="FFFFFF"/>
                </a:solidFill>
              </a:rPr>
              <a:t>The Period of Plenty</a:t>
            </a:r>
          </a:p>
        </p:txBody>
      </p:sp>
    </p:spTree>
    <p:extLst>
      <p:ext uri="{BB962C8B-B14F-4D97-AF65-F5344CB8AC3E}">
        <p14:creationId xmlns:p14="http://schemas.microsoft.com/office/powerpoint/2010/main" val="428957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6969FA-CE3F-4BAC-B757-EC6F6FD58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n-AU">
                <a:solidFill>
                  <a:schemeClr val="accent1"/>
                </a:solidFill>
              </a:rPr>
              <a:t>Reasons for economic prosperity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616CC-B3E6-4E0E-904C-F0C6540FF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492369"/>
            <a:ext cx="6770491" cy="5880296"/>
          </a:xfrm>
        </p:spPr>
        <p:txBody>
          <a:bodyPr anchor="ctr">
            <a:normAutofit/>
          </a:bodyPr>
          <a:lstStyle/>
          <a:p>
            <a:pPr marL="514350" indent="-514350">
              <a:buAutoNum type="arabicPeriod"/>
            </a:pPr>
            <a:r>
              <a:rPr lang="en-AU" sz="2300" dirty="0"/>
              <a:t>Increased efficiency of US industry</a:t>
            </a:r>
          </a:p>
          <a:p>
            <a:pPr marL="514350" indent="-514350">
              <a:buAutoNum type="arabicPeriod"/>
            </a:pPr>
            <a:r>
              <a:rPr lang="en-AU" sz="2300" dirty="0"/>
              <a:t>Improved transportation </a:t>
            </a:r>
          </a:p>
          <a:p>
            <a:pPr marL="514350" indent="-514350">
              <a:buAutoNum type="arabicPeriod"/>
            </a:pPr>
            <a:r>
              <a:rPr lang="en-AU" sz="2300" dirty="0"/>
              <a:t>Better marketing and sales strategies </a:t>
            </a:r>
          </a:p>
          <a:p>
            <a:pPr lvl="1"/>
            <a:r>
              <a:rPr lang="en-AU" sz="2300" dirty="0"/>
              <a:t>Catchy slogans </a:t>
            </a:r>
          </a:p>
          <a:p>
            <a:pPr lvl="1"/>
            <a:r>
              <a:rPr lang="en-AU" sz="2300" dirty="0"/>
              <a:t>Advertising through radio, newspaper, magazines</a:t>
            </a:r>
          </a:p>
          <a:p>
            <a:pPr marL="514350" indent="-514350">
              <a:buAutoNum type="arabicPeriod"/>
            </a:pPr>
            <a:r>
              <a:rPr lang="en-AU" sz="2300" dirty="0"/>
              <a:t>Invention and development of new goods and the variety of choices </a:t>
            </a:r>
          </a:p>
          <a:p>
            <a:pPr lvl="1"/>
            <a:r>
              <a:rPr lang="en-AU" sz="2300" dirty="0"/>
              <a:t>New consumer items – cigarette lighters, radios</a:t>
            </a:r>
          </a:p>
          <a:p>
            <a:pPr marL="514350" indent="-514350">
              <a:buAutoNum type="arabicPeriod"/>
            </a:pPr>
            <a:r>
              <a:rPr lang="en-AU" sz="2300" dirty="0"/>
              <a:t>The ease of obtaining finance </a:t>
            </a:r>
          </a:p>
          <a:p>
            <a:pPr lvl="1"/>
            <a:r>
              <a:rPr lang="en-AU" sz="2300" dirty="0"/>
              <a:t>Loans grew from $32b in 1919 to $60b in 1929</a:t>
            </a:r>
          </a:p>
          <a:p>
            <a:pPr marL="514350" indent="-514350">
              <a:buAutoNum type="arabicPeriod"/>
            </a:pPr>
            <a:r>
              <a:rPr lang="en-AU" sz="2300" dirty="0"/>
              <a:t>The growth of large (super) corporations</a:t>
            </a:r>
          </a:p>
          <a:p>
            <a:pPr marL="514350" indent="-514350">
              <a:buAutoNum type="arabicPeriod"/>
            </a:pPr>
            <a:r>
              <a:rPr lang="en-AU" sz="2300" dirty="0"/>
              <a:t>The policies of the Republican Government</a:t>
            </a:r>
          </a:p>
          <a:p>
            <a:pPr lvl="1"/>
            <a:r>
              <a:rPr lang="en-AU" sz="2300" dirty="0"/>
              <a:t>Laissez-Faire</a:t>
            </a:r>
          </a:p>
          <a:p>
            <a:pPr lvl="1"/>
            <a:r>
              <a:rPr lang="en-AU" sz="2300" dirty="0"/>
              <a:t>High tariffs on foreign goods</a:t>
            </a:r>
          </a:p>
        </p:txBody>
      </p:sp>
    </p:spTree>
    <p:extLst>
      <p:ext uri="{BB962C8B-B14F-4D97-AF65-F5344CB8AC3E}">
        <p14:creationId xmlns:p14="http://schemas.microsoft.com/office/powerpoint/2010/main" val="664290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B41C5C-0F34-4DDA-9D7C-5E717F35F6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6134677" y="303591"/>
            <a:ext cx="5735590" cy="5896743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55FF63-8854-40FF-8E09-78FC7A46B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1903" y="469757"/>
            <a:ext cx="5221266" cy="1344975"/>
          </a:xfrm>
        </p:spPr>
        <p:txBody>
          <a:bodyPr>
            <a:normAutofit/>
          </a:bodyPr>
          <a:lstStyle/>
          <a:p>
            <a:pPr algn="ctr"/>
            <a:r>
              <a:rPr lang="en-AU" sz="4000" dirty="0"/>
              <a:t>Industries of the 1920s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7B13E-BB22-4597-BEF0-7806A7169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1903" y="1814732"/>
            <a:ext cx="5235490" cy="4080041"/>
          </a:xfrm>
        </p:spPr>
        <p:txBody>
          <a:bodyPr>
            <a:normAutofit/>
          </a:bodyPr>
          <a:lstStyle/>
          <a:p>
            <a:r>
              <a:rPr lang="en-AU" sz="2400" dirty="0"/>
              <a:t>The motor vehicle industry was the most important of the period, contributing 13% of manufacturing production and 4 million jobs.</a:t>
            </a:r>
          </a:p>
          <a:p>
            <a:r>
              <a:rPr lang="en-AU" sz="2400" dirty="0"/>
              <a:t>Other industries that experienced rapid expansion in the period were:</a:t>
            </a:r>
          </a:p>
          <a:p>
            <a:pPr lvl="1"/>
            <a:r>
              <a:rPr lang="en-AU" dirty="0"/>
              <a:t>Electricity</a:t>
            </a:r>
          </a:p>
          <a:p>
            <a:pPr lvl="1"/>
            <a:r>
              <a:rPr lang="en-AU" dirty="0"/>
              <a:t>Banking and finance </a:t>
            </a:r>
          </a:p>
          <a:p>
            <a:pPr lvl="1"/>
            <a:r>
              <a:rPr lang="en-AU" dirty="0"/>
              <a:t>Advertising, newspapers, magazines, radio and film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44A239-661E-44A1-A017-8D31F3FF3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286"/>
              </p:ext>
            </p:extLst>
          </p:nvPr>
        </p:nvGraphicFramePr>
        <p:xfrm>
          <a:off x="484632" y="1482927"/>
          <a:ext cx="5126737" cy="37367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68689">
                  <a:extLst>
                    <a:ext uri="{9D8B030D-6E8A-4147-A177-3AD203B41FA5}">
                      <a16:colId xmlns:a16="http://schemas.microsoft.com/office/drawing/2014/main" val="756553065"/>
                    </a:ext>
                  </a:extLst>
                </a:gridCol>
                <a:gridCol w="1329024">
                  <a:extLst>
                    <a:ext uri="{9D8B030D-6E8A-4147-A177-3AD203B41FA5}">
                      <a16:colId xmlns:a16="http://schemas.microsoft.com/office/drawing/2014/main" val="2648433941"/>
                    </a:ext>
                  </a:extLst>
                </a:gridCol>
                <a:gridCol w="1329024">
                  <a:extLst>
                    <a:ext uri="{9D8B030D-6E8A-4147-A177-3AD203B41FA5}">
                      <a16:colId xmlns:a16="http://schemas.microsoft.com/office/drawing/2014/main" val="3830345267"/>
                    </a:ext>
                  </a:extLst>
                </a:gridCol>
              </a:tblGrid>
              <a:tr h="934175"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Sales of motor vehicles</a:t>
                      </a:r>
                    </a:p>
                  </a:txBody>
                  <a:tcPr marL="126240" marR="126240" marT="63120" marB="631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1919</a:t>
                      </a:r>
                    </a:p>
                  </a:txBody>
                  <a:tcPr marL="126240" marR="126240" marT="63120" marB="631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1929</a:t>
                      </a:r>
                    </a:p>
                  </a:txBody>
                  <a:tcPr marL="126240" marR="126240" marT="63120" marB="63120"/>
                </a:tc>
                <a:extLst>
                  <a:ext uri="{0D108BD9-81ED-4DB2-BD59-A6C34878D82A}">
                    <a16:rowId xmlns:a16="http://schemas.microsoft.com/office/drawing/2014/main" val="789091941"/>
                  </a:ext>
                </a:extLst>
              </a:tr>
              <a:tr h="934175">
                <a:tc>
                  <a:txBody>
                    <a:bodyPr/>
                    <a:lstStyle/>
                    <a:p>
                      <a:r>
                        <a:rPr lang="en-AU" sz="2500"/>
                        <a:t>Passenger cars</a:t>
                      </a:r>
                    </a:p>
                  </a:txBody>
                  <a:tcPr marL="126240" marR="126240" marT="63120" marB="631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1.6 million</a:t>
                      </a:r>
                    </a:p>
                  </a:txBody>
                  <a:tcPr marL="126240" marR="126240" marT="63120" marB="631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4.5 million</a:t>
                      </a:r>
                    </a:p>
                  </a:txBody>
                  <a:tcPr marL="126240" marR="126240" marT="63120" marB="63120"/>
                </a:tc>
                <a:extLst>
                  <a:ext uri="{0D108BD9-81ED-4DB2-BD59-A6C34878D82A}">
                    <a16:rowId xmlns:a16="http://schemas.microsoft.com/office/drawing/2014/main" val="3103339837"/>
                  </a:ext>
                </a:extLst>
              </a:tr>
              <a:tr h="934175">
                <a:tc>
                  <a:txBody>
                    <a:bodyPr/>
                    <a:lstStyle/>
                    <a:p>
                      <a:r>
                        <a:rPr lang="en-AU" sz="2500"/>
                        <a:t>Trucks and busses</a:t>
                      </a:r>
                    </a:p>
                  </a:txBody>
                  <a:tcPr marL="126240" marR="126240" marT="63120" marB="631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0.9 million</a:t>
                      </a:r>
                    </a:p>
                  </a:txBody>
                  <a:tcPr marL="126240" marR="126240" marT="63120" marB="631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3.5 million</a:t>
                      </a:r>
                    </a:p>
                  </a:txBody>
                  <a:tcPr marL="126240" marR="126240" marT="63120" marB="63120"/>
                </a:tc>
                <a:extLst>
                  <a:ext uri="{0D108BD9-81ED-4DB2-BD59-A6C34878D82A}">
                    <a16:rowId xmlns:a16="http://schemas.microsoft.com/office/drawing/2014/main" val="1249014214"/>
                  </a:ext>
                </a:extLst>
              </a:tr>
              <a:tr h="934175">
                <a:tc>
                  <a:txBody>
                    <a:bodyPr/>
                    <a:lstStyle/>
                    <a:p>
                      <a:r>
                        <a:rPr lang="en-AU" sz="2500"/>
                        <a:t>tractors</a:t>
                      </a:r>
                    </a:p>
                  </a:txBody>
                  <a:tcPr marL="126240" marR="126240" marT="63120" marB="631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0.25 million</a:t>
                      </a:r>
                    </a:p>
                  </a:txBody>
                  <a:tcPr marL="126240" marR="126240" marT="63120" marB="631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500"/>
                        <a:t>0.5 million</a:t>
                      </a:r>
                    </a:p>
                  </a:txBody>
                  <a:tcPr marL="126240" marR="126240" marT="63120" marB="63120"/>
                </a:tc>
                <a:extLst>
                  <a:ext uri="{0D108BD9-81ED-4DB2-BD59-A6C34878D82A}">
                    <a16:rowId xmlns:a16="http://schemas.microsoft.com/office/drawing/2014/main" val="2381904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822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1FA37-3B67-4F36-AF2D-329E195F3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/>
              <a:t>Groups ‘excluded’ from the prosperity of the 1920s</a:t>
            </a:r>
          </a:p>
        </p:txBody>
      </p:sp>
      <p:graphicFrame>
        <p:nvGraphicFramePr>
          <p:cNvPr id="80" name="Content Placeholder 2">
            <a:extLst>
              <a:ext uri="{FF2B5EF4-FFF2-40B4-BE49-F238E27FC236}">
                <a16:creationId xmlns:a16="http://schemas.microsoft.com/office/drawing/2014/main" id="{00AB15B1-6579-426A-A49D-E97C74E179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723304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748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5DE8-EDF8-44CD-9864-9138E69C9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AU" dirty="0"/>
              <a:t>Women </a:t>
            </a:r>
          </a:p>
        </p:txBody>
      </p:sp>
      <p:pic>
        <p:nvPicPr>
          <p:cNvPr id="4098" name="Picture 2" descr="Image result for flapper 1920\">
            <a:extLst>
              <a:ext uri="{FF2B5EF4-FFF2-40B4-BE49-F238E27FC236}">
                <a16:creationId xmlns:a16="http://schemas.microsoft.com/office/drawing/2014/main" id="{8AD6A587-B40E-4081-A37E-213188274F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r="4737"/>
          <a:stretch/>
        </p:blipFill>
        <p:spPr bwMode="auto">
          <a:xfrm>
            <a:off x="20" y="10"/>
            <a:ext cx="4635571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160F8-50DD-48D7-8CD2-7E077C63F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893634" cy="4103072"/>
          </a:xfrm>
        </p:spPr>
        <p:txBody>
          <a:bodyPr>
            <a:normAutofit/>
          </a:bodyPr>
          <a:lstStyle/>
          <a:p>
            <a:r>
              <a:rPr lang="en-AU" sz="1700" dirty="0"/>
              <a:t>19</a:t>
            </a:r>
            <a:r>
              <a:rPr lang="en-AU" sz="1700" baseline="30000" dirty="0"/>
              <a:t>th</a:t>
            </a:r>
            <a:r>
              <a:rPr lang="en-AU" sz="1700" dirty="0"/>
              <a:t> Amendment (1919) gave women the right to vote.</a:t>
            </a:r>
          </a:p>
          <a:p>
            <a:r>
              <a:rPr lang="en-AU" sz="1700" dirty="0"/>
              <a:t>The Great War emancipated women in many ways:</a:t>
            </a:r>
          </a:p>
          <a:p>
            <a:pPr lvl="1"/>
            <a:r>
              <a:rPr lang="en-AU" sz="1700" dirty="0"/>
              <a:t>Women found work in newly emerging areas of the economy</a:t>
            </a:r>
          </a:p>
          <a:p>
            <a:pPr lvl="1"/>
            <a:r>
              <a:rPr lang="en-AU" sz="1700" dirty="0"/>
              <a:t>Women ‘played’ the stock exchange</a:t>
            </a:r>
          </a:p>
          <a:p>
            <a:r>
              <a:rPr lang="en-AU" sz="1700" dirty="0"/>
              <a:t>The more emancipated women became known as ‘flappers’.</a:t>
            </a:r>
          </a:p>
          <a:p>
            <a:pPr lvl="1"/>
            <a:r>
              <a:rPr lang="en-AU" sz="1700" dirty="0"/>
              <a:t>Drinking and smoking in public</a:t>
            </a:r>
          </a:p>
          <a:p>
            <a:pPr lvl="1"/>
            <a:r>
              <a:rPr lang="en-AU" sz="1700" dirty="0"/>
              <a:t>Dance styles</a:t>
            </a:r>
          </a:p>
          <a:p>
            <a:pPr lvl="1"/>
            <a:r>
              <a:rPr lang="en-AU" sz="1700" dirty="0"/>
              <a:t>Driving cars and riding on motorbikes</a:t>
            </a:r>
          </a:p>
          <a:p>
            <a:pPr lvl="1"/>
            <a:r>
              <a:rPr lang="en-AU" sz="1700" dirty="0"/>
              <a:t>Using makeup</a:t>
            </a:r>
          </a:p>
          <a:p>
            <a:pPr lvl="1"/>
            <a:r>
              <a:rPr lang="en-AU" sz="1700" dirty="0"/>
              <a:t>Bobbing of hair</a:t>
            </a:r>
          </a:p>
          <a:p>
            <a:r>
              <a:rPr lang="en-AU" sz="1700" dirty="0"/>
              <a:t>Whilst women enjoyed a greater degree of freedom during the 1920s, they did not enjoy economic or social equality with males.</a:t>
            </a:r>
          </a:p>
          <a:p>
            <a:endParaRPr lang="en-AU" sz="1700" dirty="0"/>
          </a:p>
        </p:txBody>
      </p:sp>
    </p:spTree>
    <p:extLst>
      <p:ext uri="{BB962C8B-B14F-4D97-AF65-F5344CB8AC3E}">
        <p14:creationId xmlns:p14="http://schemas.microsoft.com/office/powerpoint/2010/main" val="1780613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678531-4BAB-43BE-8528-A88941A1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AU">
                <a:solidFill>
                  <a:srgbClr val="FFFFFF"/>
                </a:solidFill>
              </a:rPr>
              <a:t>Popular activities during the 1920s</a:t>
            </a:r>
          </a:p>
        </p:txBody>
      </p:sp>
      <p:pic>
        <p:nvPicPr>
          <p:cNvPr id="5122" name="Picture 2" descr="Image result for women 1920s car">
            <a:extLst>
              <a:ext uri="{FF2B5EF4-FFF2-40B4-BE49-F238E27FC236}">
                <a16:creationId xmlns:a16="http://schemas.microsoft.com/office/drawing/2014/main" id="{078B53E3-1F03-4B98-BCF7-5E6132AB3F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7"/>
          <a:stretch/>
        </p:blipFill>
        <p:spPr bwMode="auto">
          <a:xfrm>
            <a:off x="327547" y="321733"/>
            <a:ext cx="7058306" cy="410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D34B7-E560-47E0-9C76-2E4A90A72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1694" y="481626"/>
            <a:ext cx="3976050" cy="5910656"/>
          </a:xfrm>
        </p:spPr>
        <p:txBody>
          <a:bodyPr anchor="ctr">
            <a:normAutofit/>
          </a:bodyPr>
          <a:lstStyle/>
          <a:p>
            <a:r>
              <a:rPr lang="en-AU" sz="2000" dirty="0">
                <a:solidFill>
                  <a:srgbClr val="FFFFFF"/>
                </a:solidFill>
              </a:rPr>
              <a:t>Increased wealth and leisure time by the majority of people led to the search for entertainment and diversion.</a:t>
            </a:r>
          </a:p>
          <a:p>
            <a:r>
              <a:rPr lang="en-AU" sz="2000" dirty="0">
                <a:solidFill>
                  <a:srgbClr val="FFFFFF"/>
                </a:solidFill>
              </a:rPr>
              <a:t>Popular people</a:t>
            </a:r>
          </a:p>
          <a:p>
            <a:pPr lvl="1"/>
            <a:r>
              <a:rPr lang="en-AU" sz="1600" dirty="0">
                <a:solidFill>
                  <a:srgbClr val="FFFFFF"/>
                </a:solidFill>
              </a:rPr>
              <a:t>Babe Ruth</a:t>
            </a:r>
          </a:p>
          <a:p>
            <a:pPr lvl="1"/>
            <a:r>
              <a:rPr lang="en-AU" sz="1600" dirty="0">
                <a:solidFill>
                  <a:srgbClr val="FFFFFF"/>
                </a:solidFill>
              </a:rPr>
              <a:t>Charlie Chaplin</a:t>
            </a:r>
          </a:p>
          <a:p>
            <a:r>
              <a:rPr lang="en-AU" sz="2000" dirty="0">
                <a:solidFill>
                  <a:srgbClr val="FFFFFF"/>
                </a:solidFill>
              </a:rPr>
              <a:t>Popular activities included:</a:t>
            </a:r>
          </a:p>
          <a:p>
            <a:pPr lvl="1"/>
            <a:r>
              <a:rPr lang="en-AU" sz="2000" dirty="0">
                <a:solidFill>
                  <a:srgbClr val="FFFFFF"/>
                </a:solidFill>
              </a:rPr>
              <a:t>Films</a:t>
            </a:r>
          </a:p>
          <a:p>
            <a:pPr lvl="1"/>
            <a:r>
              <a:rPr lang="en-AU" sz="2000" dirty="0">
                <a:solidFill>
                  <a:srgbClr val="FFFFFF"/>
                </a:solidFill>
              </a:rPr>
              <a:t>Music-jazz</a:t>
            </a:r>
          </a:p>
          <a:p>
            <a:pPr lvl="1"/>
            <a:r>
              <a:rPr lang="en-AU" sz="2000" dirty="0">
                <a:solidFill>
                  <a:srgbClr val="FFFFFF"/>
                </a:solidFill>
              </a:rPr>
              <a:t>Radio</a:t>
            </a:r>
          </a:p>
          <a:p>
            <a:pPr lvl="1"/>
            <a:r>
              <a:rPr lang="en-AU" sz="2000" dirty="0">
                <a:solidFill>
                  <a:srgbClr val="FFFFFF"/>
                </a:solidFill>
              </a:rPr>
              <a:t>Sport</a:t>
            </a:r>
          </a:p>
          <a:p>
            <a:r>
              <a:rPr lang="en-AU" sz="2000" dirty="0">
                <a:solidFill>
                  <a:srgbClr val="FFFFFF"/>
                </a:solidFill>
              </a:rPr>
              <a:t>Popular pursuits</a:t>
            </a:r>
          </a:p>
          <a:p>
            <a:pPr lvl="2"/>
            <a:r>
              <a:rPr lang="en-AU" dirty="0">
                <a:solidFill>
                  <a:srgbClr val="FFFFFF"/>
                </a:solidFill>
              </a:rPr>
              <a:t>Pole sitting</a:t>
            </a:r>
          </a:p>
          <a:p>
            <a:pPr lvl="2"/>
            <a:r>
              <a:rPr lang="en-AU" dirty="0">
                <a:solidFill>
                  <a:srgbClr val="FFFFFF"/>
                </a:solidFill>
              </a:rPr>
              <a:t>Sunday drives</a:t>
            </a:r>
          </a:p>
          <a:p>
            <a:pPr lvl="2"/>
            <a:r>
              <a:rPr lang="en-AU" dirty="0">
                <a:solidFill>
                  <a:srgbClr val="FFFFFF"/>
                </a:solidFill>
              </a:rPr>
              <a:t>Parties</a:t>
            </a:r>
          </a:p>
          <a:p>
            <a:pPr lvl="2"/>
            <a:r>
              <a:rPr lang="en-AU" dirty="0">
                <a:solidFill>
                  <a:srgbClr val="FFFFFF"/>
                </a:solidFill>
              </a:rPr>
              <a:t>Gambling </a:t>
            </a:r>
          </a:p>
        </p:txBody>
      </p:sp>
    </p:spTree>
    <p:extLst>
      <p:ext uri="{BB962C8B-B14F-4D97-AF65-F5344CB8AC3E}">
        <p14:creationId xmlns:p14="http://schemas.microsoft.com/office/powerpoint/2010/main" val="242101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1E864-EC5F-45CF-9F31-B25396502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AU" sz="3700"/>
              <a:t>Violence and intolerance during the 1920s</a:t>
            </a:r>
          </a:p>
        </p:txBody>
      </p:sp>
      <p:cxnSp>
        <p:nvCxnSpPr>
          <p:cNvPr id="11" name="Straight Arrow Connector 8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5E562-2F1F-46D4-941A-567F4949E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3" y="2575033"/>
            <a:ext cx="5550351" cy="3917839"/>
          </a:xfrm>
        </p:spPr>
        <p:txBody>
          <a:bodyPr>
            <a:normAutofit/>
          </a:bodyPr>
          <a:lstStyle/>
          <a:p>
            <a:r>
              <a:rPr lang="en-AU" sz="2200" dirty="0"/>
              <a:t>Racial/ethnic</a:t>
            </a:r>
          </a:p>
          <a:p>
            <a:pPr lvl="1"/>
            <a:r>
              <a:rPr lang="en-AU" sz="2200" dirty="0"/>
              <a:t>Ku Klux Klan</a:t>
            </a:r>
          </a:p>
          <a:p>
            <a:pPr lvl="1"/>
            <a:r>
              <a:rPr lang="en-AU" sz="2200" dirty="0"/>
              <a:t>Immigration Restriction Acts</a:t>
            </a:r>
          </a:p>
          <a:p>
            <a:r>
              <a:rPr lang="en-AU" sz="2200" dirty="0"/>
              <a:t>Political</a:t>
            </a:r>
          </a:p>
          <a:p>
            <a:pPr lvl="1"/>
            <a:r>
              <a:rPr lang="en-AU" sz="2200" dirty="0"/>
              <a:t>Red Scare 1919-1920</a:t>
            </a:r>
          </a:p>
          <a:p>
            <a:r>
              <a:rPr lang="en-AU" sz="2200" dirty="0"/>
              <a:t>Social </a:t>
            </a:r>
          </a:p>
          <a:p>
            <a:pPr lvl="1"/>
            <a:r>
              <a:rPr lang="en-AU" sz="2200" dirty="0"/>
              <a:t>Volstead Act/18</a:t>
            </a:r>
            <a:r>
              <a:rPr lang="en-AU" sz="2200" baseline="30000" dirty="0"/>
              <a:t>th</a:t>
            </a:r>
            <a:r>
              <a:rPr lang="en-AU" sz="2200" dirty="0"/>
              <a:t> Amendment 1920 – abolition of intoxicating liquor (drinks containing 0.5% of alcohol or more)</a:t>
            </a:r>
          </a:p>
          <a:p>
            <a:pPr lvl="1"/>
            <a:r>
              <a:rPr lang="en-AU" sz="2200" dirty="0"/>
              <a:t>Sacco and Vanzetti immigrant anarchists </a:t>
            </a:r>
          </a:p>
        </p:txBody>
      </p:sp>
      <p:pic>
        <p:nvPicPr>
          <p:cNvPr id="4" name="Picture 2" descr="Image result for ku klux klan">
            <a:extLst>
              <a:ext uri="{FF2B5EF4-FFF2-40B4-BE49-F238E27FC236}">
                <a16:creationId xmlns:a16="http://schemas.microsoft.com/office/drawing/2014/main" id="{45ADC9F9-4CD0-4060-B79F-2401A5C604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2" r="15557"/>
          <a:stretch/>
        </p:blipFill>
        <p:spPr bwMode="auto"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252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Prohibition – ‘The Noble Experiment’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 smtClean="0"/>
              <a:t>January </a:t>
            </a:r>
            <a:r>
              <a:rPr lang="en-AU" dirty="0"/>
              <a:t>29, </a:t>
            </a:r>
            <a:r>
              <a:rPr lang="en-AU" dirty="0" smtClean="0"/>
              <a:t>1919 - 18th </a:t>
            </a:r>
            <a:r>
              <a:rPr lang="en-AU" dirty="0"/>
              <a:t>Amendment </a:t>
            </a:r>
            <a:r>
              <a:rPr lang="en-AU" dirty="0" smtClean="0"/>
              <a:t>(came into effect a year later)</a:t>
            </a:r>
          </a:p>
          <a:p>
            <a:pPr lvl="1"/>
            <a:r>
              <a:rPr lang="en-AU" dirty="0" smtClean="0"/>
              <a:t>October </a:t>
            </a:r>
            <a:r>
              <a:rPr lang="en-AU" dirty="0"/>
              <a:t>1919, Congress </a:t>
            </a:r>
            <a:r>
              <a:rPr lang="en-AU" dirty="0" smtClean="0"/>
              <a:t>passed </a:t>
            </a:r>
            <a:r>
              <a:rPr lang="en-AU" dirty="0"/>
              <a:t>National Prohibition </a:t>
            </a:r>
            <a:r>
              <a:rPr lang="en-AU" dirty="0" smtClean="0"/>
              <a:t>Act/Volstead Act</a:t>
            </a:r>
            <a:endParaRPr lang="en-AU" dirty="0"/>
          </a:p>
          <a:p>
            <a:r>
              <a:rPr lang="en-AU" dirty="0" smtClean="0"/>
              <a:t>Women </a:t>
            </a:r>
            <a:r>
              <a:rPr lang="en-AU" dirty="0"/>
              <a:t>played a strong role in the </a:t>
            </a:r>
            <a:r>
              <a:rPr lang="en-AU" b="1" dirty="0"/>
              <a:t>temperance movement</a:t>
            </a:r>
            <a:r>
              <a:rPr lang="en-AU" dirty="0"/>
              <a:t>, as alcohol was seen as a destructive force in families and marriages</a:t>
            </a:r>
            <a:r>
              <a:rPr lang="en-AU" dirty="0" smtClean="0"/>
              <a:t>.</a:t>
            </a:r>
          </a:p>
          <a:p>
            <a:r>
              <a:rPr lang="en-AU" dirty="0"/>
              <a:t>Anti-Saloon League</a:t>
            </a:r>
            <a:endParaRPr lang="en-AU" dirty="0" smtClean="0"/>
          </a:p>
          <a:p>
            <a:r>
              <a:rPr lang="en-AU" dirty="0" smtClean="0"/>
              <a:t>Ultimately, Prohibition failed.</a:t>
            </a:r>
          </a:p>
          <a:p>
            <a:pPr lvl="1"/>
            <a:r>
              <a:rPr lang="en-AU" dirty="0" smtClean="0"/>
              <a:t>Created gangster ideals (Al Capone)</a:t>
            </a:r>
          </a:p>
          <a:p>
            <a:pPr lvl="1"/>
            <a:r>
              <a:rPr lang="en-AU" dirty="0" smtClean="0"/>
              <a:t>Bootlegging, moonshine </a:t>
            </a:r>
          </a:p>
          <a:p>
            <a:pPr lvl="1"/>
            <a:r>
              <a:rPr lang="en-AU" dirty="0" smtClean="0"/>
              <a:t>Speakeasies </a:t>
            </a:r>
          </a:p>
          <a:p>
            <a:pPr lvl="1"/>
            <a:r>
              <a:rPr lang="en-AU" dirty="0" smtClean="0"/>
              <a:t>Rise of criminal activity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“A </a:t>
            </a:r>
            <a:r>
              <a:rPr lang="en-AU" dirty="0"/>
              <a:t>great social and economic experiment, noble in motive and far reaching in </a:t>
            </a:r>
            <a:r>
              <a:rPr lang="en-AU" dirty="0" smtClean="0"/>
              <a:t>purpose.” –Herbert Hoover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5863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C91FD-DBD3-43DE-93E3-F34AD871A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339905" cy="5698050"/>
          </a:xfrm>
        </p:spPr>
        <p:txBody>
          <a:bodyPr>
            <a:normAutofit/>
          </a:bodyPr>
          <a:lstStyle/>
          <a:p>
            <a:r>
              <a:rPr lang="en-AU" sz="5000" dirty="0"/>
              <a:t>Message</a:t>
            </a:r>
            <a:r>
              <a:rPr lang="en-AU" dirty="0"/>
              <a:t/>
            </a:r>
            <a:br>
              <a:rPr lang="en-AU" dirty="0"/>
            </a:br>
            <a:r>
              <a:rPr lang="en-AU" dirty="0"/>
              <a:t/>
            </a:r>
            <a:br>
              <a:rPr lang="en-AU" dirty="0"/>
            </a:br>
            <a:r>
              <a:rPr lang="en-US" sz="3000" dirty="0"/>
              <a:t>1926 cartoon by Clive Weed in the satirical weekly </a:t>
            </a:r>
            <a:r>
              <a:rPr lang="en-US" sz="3000" i="1" dirty="0"/>
              <a:t>Judge </a:t>
            </a:r>
            <a:r>
              <a:rPr lang="en-US" sz="3000" dirty="0"/>
              <a:t>about Prohibition</a:t>
            </a:r>
            <a:r>
              <a:rPr lang="en-US" sz="3000" i="1" dirty="0"/>
              <a:t>.</a:t>
            </a:r>
            <a:r>
              <a:rPr lang="en-US" sz="3000" dirty="0"/>
              <a:t> </a:t>
            </a:r>
            <a:endParaRPr lang="en-AU" sz="3000" dirty="0"/>
          </a:p>
        </p:txBody>
      </p:sp>
      <p:pic>
        <p:nvPicPr>
          <p:cNvPr id="1026" name="Picture 2" descr="http://historymatters.gmu.edu/mpimages/mp198.jpg">
            <a:extLst>
              <a:ext uri="{FF2B5EF4-FFF2-40B4-BE49-F238E27FC236}">
                <a16:creationId xmlns:a16="http://schemas.microsoft.com/office/drawing/2014/main" id="{8461F133-F135-4DA1-9A7C-08DE544D1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884" y="365125"/>
            <a:ext cx="5048910" cy="6224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11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0068-AEC6-48A1-A8F0-9EF091C86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43"/>
            <a:ext cx="10515600" cy="1325563"/>
          </a:xfrm>
        </p:spPr>
        <p:txBody>
          <a:bodyPr/>
          <a:lstStyle/>
          <a:p>
            <a:r>
              <a:rPr lang="en-AU" dirty="0"/>
              <a:t>Author’s perspective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A895C-AE4A-4E77-9F51-703449033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9717"/>
            <a:ext cx="10515600" cy="5265151"/>
          </a:xfrm>
          <a:ln>
            <a:solidFill>
              <a:schemeClr val="tx1"/>
            </a:solidFill>
          </a:ln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4300" dirty="0"/>
              <a:t>“…every criminal, every gambler, every thug, every libertine, every girl-</a:t>
            </a:r>
            <a:r>
              <a:rPr lang="en-AU" sz="4300" dirty="0" err="1"/>
              <a:t>ruiner</a:t>
            </a:r>
            <a:r>
              <a:rPr lang="en-AU" sz="4300" dirty="0"/>
              <a:t>, every home-wrecker, every wife-beater, every dope-peddler, every moonshiner, every crooked politician, every pagan papist priest…every Roman controlled newspaper, every hyphenated American, every lawless alien…”</a:t>
            </a:r>
          </a:p>
          <a:p>
            <a:pPr marL="0" indent="0">
              <a:lnSpc>
                <a:spcPct val="150000"/>
              </a:lnSpc>
              <a:buNone/>
            </a:pPr>
            <a:endParaRPr lang="en-AU" dirty="0"/>
          </a:p>
          <a:p>
            <a:pPr marL="0" indent="0">
              <a:lnSpc>
                <a:spcPct val="150000"/>
              </a:lnSpc>
              <a:buNone/>
            </a:pPr>
            <a:r>
              <a:rPr lang="en-AU" i="1" dirty="0"/>
              <a:t>In 1926, in a Kansas newspaper, the Klan described who they were fighting against.</a:t>
            </a:r>
          </a:p>
        </p:txBody>
      </p:sp>
    </p:spTree>
    <p:extLst>
      <p:ext uri="{BB962C8B-B14F-4D97-AF65-F5344CB8AC3E}">
        <p14:creationId xmlns:p14="http://schemas.microsoft.com/office/powerpoint/2010/main" val="3078640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C303-D406-40E5-826F-F027144A1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982" y="497860"/>
            <a:ext cx="2988212" cy="4811559"/>
          </a:xfrm>
        </p:spPr>
        <p:txBody>
          <a:bodyPr>
            <a:normAutofit/>
          </a:bodyPr>
          <a:lstStyle/>
          <a:p>
            <a:r>
              <a:rPr lang="en-AU" sz="3000" dirty="0" smtClean="0"/>
              <a:t>To what extent is </a:t>
            </a:r>
            <a:r>
              <a:rPr lang="en-AU" sz="3000" dirty="0" smtClean="0"/>
              <a:t>source 3 useful in explaining the changes in society in the United States in the 1920s?</a:t>
            </a:r>
            <a:r>
              <a:rPr lang="en-AU" sz="3000" dirty="0" smtClean="0"/>
              <a:t> </a:t>
            </a:r>
            <a:endParaRPr lang="en-AU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81766-151A-487C-A857-7DB683330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763" y="5957057"/>
            <a:ext cx="3494649" cy="53581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Flappers, circa 1920s</a:t>
            </a:r>
          </a:p>
        </p:txBody>
      </p:sp>
      <p:pic>
        <p:nvPicPr>
          <p:cNvPr id="2050" name="Picture 2" descr="Image result for flappers 1920s">
            <a:extLst>
              <a:ext uri="{FF2B5EF4-FFF2-40B4-BE49-F238E27FC236}">
                <a16:creationId xmlns:a16="http://schemas.microsoft.com/office/drawing/2014/main" id="{47E0B3E5-25D0-46D1-887E-46BB507A0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412" y="162719"/>
            <a:ext cx="8125558" cy="654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82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EEB8D-067C-485E-BBA7-11DD991C6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99228" cy="3063875"/>
          </a:xfrm>
        </p:spPr>
        <p:txBody>
          <a:bodyPr>
            <a:normAutofit/>
          </a:bodyPr>
          <a:lstStyle/>
          <a:p>
            <a:r>
              <a:rPr lang="en-AU" dirty="0"/>
              <a:t>Historical context (what, when, cause, effect)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52803-D523-4073-822E-5B9310C71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6428" y="4705850"/>
            <a:ext cx="2439572" cy="1956655"/>
          </a:xfrm>
        </p:spPr>
        <p:txBody>
          <a:bodyPr/>
          <a:lstStyle/>
          <a:p>
            <a:pPr marL="0" indent="0">
              <a:buNone/>
            </a:pPr>
            <a:r>
              <a:rPr lang="en-AU" i="1" dirty="0"/>
              <a:t>1925 Eureka Vacuum Cleaner Advertisement</a:t>
            </a:r>
          </a:p>
        </p:txBody>
      </p:sp>
      <p:pic>
        <p:nvPicPr>
          <p:cNvPr id="1026" name="Picture 2" descr="Image result for vacuum cleaner advertisement 1920s america">
            <a:extLst>
              <a:ext uri="{FF2B5EF4-FFF2-40B4-BE49-F238E27FC236}">
                <a16:creationId xmlns:a16="http://schemas.microsoft.com/office/drawing/2014/main" id="{8B387BA6-48E7-4FE6-B2AD-D88C38764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087" y="195494"/>
            <a:ext cx="4961036" cy="6467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591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6F34E-21F2-4BC2-976D-DD122A1CE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Evaluate</a:t>
            </a:r>
            <a:r>
              <a:rPr lang="en-US" dirty="0"/>
              <a:t> the </a:t>
            </a:r>
            <a:r>
              <a:rPr lang="en-US" b="1" dirty="0"/>
              <a:t>extent</a:t>
            </a:r>
            <a:r>
              <a:rPr lang="en-US" dirty="0"/>
              <a:t> to which the sources </a:t>
            </a:r>
            <a:r>
              <a:rPr lang="en-US" b="1" dirty="0"/>
              <a:t>give an accurate insight into the time period.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669940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761</Words>
  <Application>Microsoft Office PowerPoint</Application>
  <PresentationFormat>Widescreen</PresentationFormat>
  <Paragraphs>127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The story  far…</vt:lpstr>
      <vt:lpstr>The Roaring 20's: Crash Course US History #32</vt:lpstr>
      <vt:lpstr>Other names given to the Roaring Twenties</vt:lpstr>
      <vt:lpstr>Reasons for economic prosperity</vt:lpstr>
      <vt:lpstr>Industries of the 1920s</vt:lpstr>
      <vt:lpstr>Groups ‘excluded’ from the prosperity of the 1920s</vt:lpstr>
      <vt:lpstr>Women </vt:lpstr>
      <vt:lpstr>Popular activities during the 1920s</vt:lpstr>
      <vt:lpstr>Violence and intolerance during the 1920s</vt:lpstr>
      <vt:lpstr>Prohibition – ‘The Noble Experiment’ </vt:lpstr>
      <vt:lpstr>Message  1926 cartoon by Clive Weed in the satirical weekly Judge about Prohibition. </vt:lpstr>
      <vt:lpstr>Author’s perspective </vt:lpstr>
      <vt:lpstr>To what extent is source 3 useful in explaining the changes in society in the United States in the 1920s? </vt:lpstr>
      <vt:lpstr>Historical context (what, when, cause, effect) </vt:lpstr>
      <vt:lpstr>Evaluate the extent to which the sources give an accurate insight into the time period.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Natasha Hawkes</dc:creator>
  <cp:lastModifiedBy>HAWKES Natasha [Narrogin Senior High School]</cp:lastModifiedBy>
  <cp:revision>13</cp:revision>
  <dcterms:created xsi:type="dcterms:W3CDTF">2019-03-13T12:40:55Z</dcterms:created>
  <dcterms:modified xsi:type="dcterms:W3CDTF">2019-03-21T05:26:56Z</dcterms:modified>
</cp:coreProperties>
</file>