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5" r:id="rId3"/>
    <p:sldId id="277" r:id="rId4"/>
    <p:sldId id="276" r:id="rId5"/>
    <p:sldId id="278" r:id="rId6"/>
    <p:sldId id="279" r:id="rId7"/>
    <p:sldId id="264" r:id="rId8"/>
    <p:sldId id="280" r:id="rId9"/>
    <p:sldId id="281" r:id="rId10"/>
    <p:sldId id="282" r:id="rId11"/>
    <p:sldId id="283" r:id="rId12"/>
    <p:sldId id="284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7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17503F3-AE6C-4A64-9032-3940224DC0FB}" type="datetimeFigureOut">
              <a:rPr lang="en-AU" smtClean="0"/>
              <a:t>9/05/2019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7074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9/05/2019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7620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9/05/2019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63771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9/05/2019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4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9/05/2019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0342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9/05/2019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4268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9/05/2019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9380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9/05/2019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089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9/05/2019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9851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9/05/2019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1685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9/05/2019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836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17503F3-AE6C-4A64-9032-3940224DC0FB}" type="datetimeFigureOut">
              <a:rPr lang="en-AU" smtClean="0"/>
              <a:t>9/05/2019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4005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History Heroes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Term 2, Week </a:t>
            </a:r>
            <a:r>
              <a:rPr lang="en-AU" dirty="0" smtClean="0"/>
              <a:t>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49477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1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759825"/>
            <a:ext cx="8595360" cy="3420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dirty="0" smtClean="0"/>
              <a:t>What was the name of one major black political movement/group active in the 1920s?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68591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2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275215"/>
            <a:ext cx="8595360" cy="2904922"/>
          </a:xfrm>
        </p:spPr>
        <p:txBody>
          <a:bodyPr>
            <a:normAutofit/>
          </a:bodyPr>
          <a:lstStyle/>
          <a:p>
            <a:r>
              <a:rPr lang="en-AU" sz="4000" dirty="0" smtClean="0"/>
              <a:t>Who were Sacco and Vanzetti?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91240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3 (3 marks)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443942"/>
            <a:ext cx="8595360" cy="3736195"/>
          </a:xfrm>
        </p:spPr>
        <p:txBody>
          <a:bodyPr>
            <a:normAutofit/>
          </a:bodyPr>
          <a:lstStyle/>
          <a:p>
            <a:r>
              <a:rPr lang="en-AU" sz="4000" dirty="0" smtClean="0"/>
              <a:t>On what date were Sacco and Vanzetti executed (day, month, year)?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2295183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4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308465"/>
            <a:ext cx="8595360" cy="2871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dirty="0" smtClean="0"/>
              <a:t>What was another name given to the Scopes Trial?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1215763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5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882044"/>
            <a:ext cx="8595360" cy="2298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dirty="0" smtClean="0"/>
              <a:t>What was </a:t>
            </a:r>
            <a:r>
              <a:rPr lang="en-AU" sz="4000" smtClean="0"/>
              <a:t>the </a:t>
            </a:r>
            <a:r>
              <a:rPr lang="en-AU" sz="4000" smtClean="0"/>
              <a:t>Scopes </a:t>
            </a:r>
            <a:r>
              <a:rPr lang="en-AU" sz="4000" dirty="0"/>
              <a:t>T</a:t>
            </a:r>
            <a:r>
              <a:rPr lang="en-AU" sz="4000" smtClean="0"/>
              <a:t>rial </a:t>
            </a:r>
            <a:r>
              <a:rPr lang="en-AU" sz="4000" dirty="0" smtClean="0"/>
              <a:t>about?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518625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0389" y="2826327"/>
            <a:ext cx="3734077" cy="1325562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689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1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427316"/>
            <a:ext cx="8595360" cy="375282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4000" dirty="0" smtClean="0"/>
              <a:t>What was the name of one major black political movement/group active in the 1920s?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r>
              <a:rPr lang="en-AU" sz="4000" b="1" dirty="0" smtClean="0">
                <a:solidFill>
                  <a:srgbClr val="FF0000"/>
                </a:solidFill>
              </a:rPr>
              <a:t>NAACP</a:t>
            </a:r>
          </a:p>
          <a:p>
            <a:pPr marL="0" indent="0">
              <a:buNone/>
            </a:pPr>
            <a:r>
              <a:rPr lang="en-AU" sz="4000" b="1" dirty="0" smtClean="0">
                <a:solidFill>
                  <a:srgbClr val="FF0000"/>
                </a:solidFill>
              </a:rPr>
              <a:t>UNIA</a:t>
            </a:r>
            <a:endParaRPr lang="en-A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547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2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275215"/>
            <a:ext cx="8595360" cy="290492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AU" sz="4000" dirty="0" smtClean="0"/>
              <a:t>Who were Sacco and Vanzetti?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r>
              <a:rPr lang="en-AU" sz="4000" b="1" dirty="0" smtClean="0">
                <a:solidFill>
                  <a:srgbClr val="FF0000"/>
                </a:solidFill>
              </a:rPr>
              <a:t>Italian-born labourers who were accused of being anarchists. They were arrested during the height of the Red Scare and charged with the murder of </a:t>
            </a:r>
            <a:r>
              <a:rPr lang="en-AU" sz="4000" b="1" dirty="0" err="1" smtClean="0">
                <a:solidFill>
                  <a:srgbClr val="FF0000"/>
                </a:solidFill>
              </a:rPr>
              <a:t>Parmenter</a:t>
            </a:r>
            <a:r>
              <a:rPr lang="en-AU" sz="4000" b="1" dirty="0" smtClean="0">
                <a:solidFill>
                  <a:srgbClr val="FF0000"/>
                </a:solidFill>
              </a:rPr>
              <a:t> and the guard. </a:t>
            </a:r>
            <a:endParaRPr lang="en-A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185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3 (3 marks)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443942"/>
            <a:ext cx="8595360" cy="3736195"/>
          </a:xfrm>
        </p:spPr>
        <p:txBody>
          <a:bodyPr>
            <a:normAutofit/>
          </a:bodyPr>
          <a:lstStyle/>
          <a:p>
            <a:r>
              <a:rPr lang="en-AU" sz="4000" dirty="0" smtClean="0"/>
              <a:t>On what date were Sacco and Vanzetti executed (day, month, year)?</a:t>
            </a:r>
          </a:p>
          <a:p>
            <a:endParaRPr lang="en-AU" sz="4000" dirty="0"/>
          </a:p>
          <a:p>
            <a:pPr marL="0" indent="0">
              <a:buNone/>
            </a:pPr>
            <a:r>
              <a:rPr lang="en-AU" sz="4000" b="1" dirty="0" smtClean="0">
                <a:solidFill>
                  <a:srgbClr val="FF0000"/>
                </a:solidFill>
              </a:rPr>
              <a:t>24</a:t>
            </a:r>
            <a:r>
              <a:rPr lang="en-AU" sz="4000" b="1" baseline="30000" dirty="0" smtClean="0">
                <a:solidFill>
                  <a:srgbClr val="FF0000"/>
                </a:solidFill>
              </a:rPr>
              <a:t>th</a:t>
            </a:r>
            <a:r>
              <a:rPr lang="en-AU" sz="4000" b="1" dirty="0" smtClean="0">
                <a:solidFill>
                  <a:srgbClr val="FF0000"/>
                </a:solidFill>
              </a:rPr>
              <a:t> August 1927</a:t>
            </a:r>
            <a:endParaRPr lang="en-A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016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4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308465"/>
            <a:ext cx="8595360" cy="2871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dirty="0" smtClean="0"/>
              <a:t>What was another name given to the Scopes Trial?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r>
              <a:rPr lang="en-AU" sz="4000" b="1" dirty="0" smtClean="0">
                <a:solidFill>
                  <a:srgbClr val="FF0000"/>
                </a:solidFill>
              </a:rPr>
              <a:t>The Monkey Trial</a:t>
            </a:r>
            <a:endParaRPr lang="en-A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2253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5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3233652"/>
            <a:ext cx="8595360" cy="294648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AU" sz="4000" dirty="0" smtClean="0"/>
              <a:t>What was the Scopes </a:t>
            </a:r>
            <a:r>
              <a:rPr lang="en-AU" sz="4000" dirty="0"/>
              <a:t>T</a:t>
            </a:r>
            <a:r>
              <a:rPr lang="en-AU" sz="4000" dirty="0" smtClean="0"/>
              <a:t>rial about?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r>
              <a:rPr lang="en-AU" sz="4000" b="1" dirty="0" smtClean="0">
                <a:solidFill>
                  <a:srgbClr val="FF0000"/>
                </a:solidFill>
              </a:rPr>
              <a:t>Challenging fundamentalist Christian views and teachings in schools. Scopes was a teacher who went against the law and taught students about non-Christian scientific findings.</a:t>
            </a:r>
            <a:endParaRPr lang="en-A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680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RESULTS??</a:t>
            </a:r>
            <a:endParaRPr lang="en-AU" dirty="0"/>
          </a:p>
        </p:txBody>
      </p:sp>
      <p:pic>
        <p:nvPicPr>
          <p:cNvPr id="2050" name="Picture 2" descr="Image result for fdr think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020" y="1691322"/>
            <a:ext cx="5649770" cy="443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21229" y="2693324"/>
            <a:ext cx="225274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5000" dirty="0" smtClean="0"/>
              <a:t>/7</a:t>
            </a:r>
            <a:endParaRPr lang="en-AU" sz="5000" dirty="0"/>
          </a:p>
        </p:txBody>
      </p:sp>
    </p:spTree>
    <p:extLst>
      <p:ext uri="{BB962C8B-B14F-4D97-AF65-F5344CB8AC3E}">
        <p14:creationId xmlns:p14="http://schemas.microsoft.com/office/powerpoint/2010/main" val="4112757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Source of the week </a:t>
            </a:r>
            <a:endParaRPr lang="en-AU" dirty="0"/>
          </a:p>
        </p:txBody>
      </p:sp>
      <p:pic>
        <p:nvPicPr>
          <p:cNvPr id="1026" name="Picture 2" descr="Image result for american sau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801" y="2302625"/>
            <a:ext cx="4126519" cy="4126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613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488" y="205273"/>
            <a:ext cx="3684201" cy="983447"/>
          </a:xfrm>
        </p:spPr>
        <p:txBody>
          <a:bodyPr/>
          <a:lstStyle/>
          <a:p>
            <a:pPr marL="0" indent="0">
              <a:buNone/>
            </a:pPr>
            <a:r>
              <a:rPr lang="en-AU" b="1" dirty="0" smtClean="0"/>
              <a:t>Creator</a:t>
            </a:r>
            <a:r>
              <a:rPr lang="en-AU" b="1" dirty="0"/>
              <a:t>: </a:t>
            </a:r>
            <a:r>
              <a:rPr lang="en-AU" dirty="0"/>
              <a:t>Charles </a:t>
            </a:r>
            <a:r>
              <a:rPr lang="en-AU" dirty="0" smtClean="0"/>
              <a:t>Alston</a:t>
            </a:r>
            <a:r>
              <a:rPr lang="en-AU" dirty="0"/>
              <a:t/>
            </a:r>
            <a:br>
              <a:rPr lang="en-AU" dirty="0"/>
            </a:br>
            <a:r>
              <a:rPr lang="en-AU" b="1" dirty="0"/>
              <a:t>Date: </a:t>
            </a:r>
            <a:r>
              <a:rPr lang="en-AU" dirty="0" smtClean="0"/>
              <a:t>1944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798" y="205273"/>
            <a:ext cx="6644614" cy="647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58678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40</TotalTime>
  <Words>248</Words>
  <Application>Microsoft Office PowerPoint</Application>
  <PresentationFormat>Widescreen</PresentationFormat>
  <Paragraphs>38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Schoolbook</vt:lpstr>
      <vt:lpstr>Wingdings 2</vt:lpstr>
      <vt:lpstr>View</vt:lpstr>
      <vt:lpstr>History Heroes</vt:lpstr>
      <vt:lpstr>Question 1 (1 mark)</vt:lpstr>
      <vt:lpstr>Question 2 (1 mark)</vt:lpstr>
      <vt:lpstr>Question 3 (3 marks)</vt:lpstr>
      <vt:lpstr>Question 4 (1 mark)</vt:lpstr>
      <vt:lpstr>Question 5 (1 mark)</vt:lpstr>
      <vt:lpstr>ANSWERS</vt:lpstr>
      <vt:lpstr>Question 1 (1 mark)</vt:lpstr>
      <vt:lpstr>Question 2 (1 mark)</vt:lpstr>
      <vt:lpstr>Question 3 (3 marks)</vt:lpstr>
      <vt:lpstr>Question 4 (1 mark)</vt:lpstr>
      <vt:lpstr>Question 5 (1 mark)</vt:lpstr>
      <vt:lpstr>RESULTS??</vt:lpstr>
      <vt:lpstr>Source of the week 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Heroes</dc:title>
  <dc:creator>HAWKES Natasha [Narrogin Senior High School]</dc:creator>
  <cp:lastModifiedBy>HAWKES Natasha [Narrogin Senior High School]</cp:lastModifiedBy>
  <cp:revision>11</cp:revision>
  <dcterms:created xsi:type="dcterms:W3CDTF">2019-05-01T02:14:33Z</dcterms:created>
  <dcterms:modified xsi:type="dcterms:W3CDTF">2019-05-09T04:42:44Z</dcterms:modified>
</cp:coreProperties>
</file>