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4" r:id="rId4"/>
    <p:sldId id="258" r:id="rId5"/>
    <p:sldId id="265" r:id="rId6"/>
    <p:sldId id="259" r:id="rId7"/>
    <p:sldId id="266" r:id="rId8"/>
    <p:sldId id="260" r:id="rId9"/>
    <p:sldId id="267" r:id="rId10"/>
    <p:sldId id="268" r:id="rId11"/>
    <p:sldId id="261" r:id="rId12"/>
    <p:sldId id="262" r:id="rId13"/>
    <p:sldId id="269" r:id="rId14"/>
    <p:sldId id="263"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64" d="100"/>
          <a:sy n="64" d="100"/>
        </p:scale>
        <p:origin x="78" y="27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2" name="Freeform 6" title="Page Number Shape"/>
          <p:cNvSpPr/>
          <p:nvPr/>
        </p:nvSpPr>
        <p:spPr bwMode="auto">
          <a:xfrm>
            <a:off x="11784011" y="118920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2"/>
          </a:solidFill>
          <a:ln w="0">
            <a:noFill/>
            <a:prstDash val="solid"/>
            <a:round/>
            <a:headEnd/>
            <a:tailEnd/>
          </a:ln>
        </p:spPr>
      </p:sp>
      <p:sp>
        <p:nvSpPr>
          <p:cNvPr id="2" name="Title 1"/>
          <p:cNvSpPr>
            <a:spLocks noGrp="1"/>
          </p:cNvSpPr>
          <p:nvPr>
            <p:ph type="ctrTitle"/>
          </p:nvPr>
        </p:nvSpPr>
        <p:spPr>
          <a:xfrm>
            <a:off x="1088913" y="1143293"/>
            <a:ext cx="7034362" cy="4268965"/>
          </a:xfrm>
        </p:spPr>
        <p:txBody>
          <a:bodyPr anchor="t">
            <a:normAutofit/>
          </a:bodyPr>
          <a:lstStyle>
            <a:lvl1pPr algn="l">
              <a:lnSpc>
                <a:spcPct val="85000"/>
              </a:lnSpc>
              <a:defRPr sz="7700" cap="all" baseline="0">
                <a:solidFill>
                  <a:schemeClr val="tx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088914" y="5537925"/>
            <a:ext cx="7034362" cy="706355"/>
          </a:xfrm>
        </p:spPr>
        <p:txBody>
          <a:bodyPr>
            <a:normAutofit/>
          </a:bodyPr>
          <a:lstStyle>
            <a:lvl1pPr marL="0" indent="0" algn="l">
              <a:lnSpc>
                <a:spcPct val="114000"/>
              </a:lnSpc>
              <a:spcBef>
                <a:spcPts val="0"/>
              </a:spcBef>
              <a:buNone/>
              <a:defRPr sz="2000" b="0" i="1"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1088913" y="6314440"/>
            <a:ext cx="1596622" cy="365125"/>
          </a:xfrm>
        </p:spPr>
        <p:txBody>
          <a:bodyPr/>
          <a:lstStyle>
            <a:lvl1pPr algn="l">
              <a:defRPr sz="1200">
                <a:solidFill>
                  <a:schemeClr val="tx2"/>
                </a:solidFill>
              </a:defRPr>
            </a:lvl1pPr>
          </a:lstStyle>
          <a:p>
            <a:fld id="{73F8C489-E93C-4612-BB6C-4FAD2FE992BF}" type="datetimeFigureOut">
              <a:rPr lang="en-AU" smtClean="0"/>
              <a:t>30/08/2019</a:t>
            </a:fld>
            <a:endParaRPr lang="en-AU"/>
          </a:p>
        </p:txBody>
      </p:sp>
      <p:sp>
        <p:nvSpPr>
          <p:cNvPr id="5" name="Footer Placeholder 4"/>
          <p:cNvSpPr>
            <a:spLocks noGrp="1"/>
          </p:cNvSpPr>
          <p:nvPr>
            <p:ph type="ftr" sz="quarter" idx="11"/>
          </p:nvPr>
        </p:nvSpPr>
        <p:spPr>
          <a:xfrm>
            <a:off x="3000591" y="6314440"/>
            <a:ext cx="5122683" cy="365125"/>
          </a:xfrm>
        </p:spPr>
        <p:txBody>
          <a:bodyPr/>
          <a:lstStyle>
            <a:lvl1pPr algn="l">
              <a:defRPr b="0">
                <a:solidFill>
                  <a:schemeClr val="tx2"/>
                </a:solidFill>
              </a:defRPr>
            </a:lvl1pPr>
          </a:lstStyle>
          <a:p>
            <a:endParaRPr lang="en-AU"/>
          </a:p>
        </p:txBody>
      </p:sp>
      <p:sp>
        <p:nvSpPr>
          <p:cNvPr id="6" name="Slide Number Placeholder 5"/>
          <p:cNvSpPr>
            <a:spLocks noGrp="1"/>
          </p:cNvSpPr>
          <p:nvPr>
            <p:ph type="sldNum" sz="quarter" idx="12"/>
          </p:nvPr>
        </p:nvSpPr>
        <p:spPr>
          <a:xfrm>
            <a:off x="11784011" y="1416216"/>
            <a:ext cx="407988" cy="365125"/>
          </a:xfrm>
        </p:spPr>
        <p:txBody>
          <a:bodyPr/>
          <a:lstStyle>
            <a:lvl1pPr algn="r">
              <a:defRPr>
                <a:solidFill>
                  <a:schemeClr val="bg2"/>
                </a:solidFill>
              </a:defRPr>
            </a:lvl1pPr>
          </a:lstStyle>
          <a:p>
            <a:fld id="{8C3E9698-1D18-4531-85CB-5785A4CE63A5}" type="slidenum">
              <a:rPr lang="en-AU" smtClean="0"/>
              <a:t>‹#›</a:t>
            </a:fld>
            <a:endParaRPr lang="en-AU"/>
          </a:p>
        </p:txBody>
      </p:sp>
      <p:cxnSp>
        <p:nvCxnSpPr>
          <p:cNvPr id="9" name="Straight Connector 8" title="Verticle Rule Line"/>
          <p:cNvCxnSpPr/>
          <p:nvPr/>
        </p:nvCxnSpPr>
        <p:spPr>
          <a:xfrm>
            <a:off x="773855" y="1257300"/>
            <a:ext cx="0" cy="560070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9462869"/>
      </p:ext>
    </p:extLst>
  </p:cSld>
  <p:clrMapOvr>
    <a:overrideClrMapping bg1="dk1" tx1="lt1" bg2="dk2" tx2="lt2" accent1="accent1" accent2="accent2" accent3="accent3" accent4="accent4" accent5="accent5" accent6="accent6" hlink="hlink" folHlink="folHlink"/>
  </p:clrMapOvr>
  <p:extLst mod="1">
    <p:ext uri="{DCECCB84-F9BA-43D5-87BE-67443E8EF086}">
      <p15:sldGuideLst xmlns:p15="http://schemas.microsoft.com/office/powerpoint/2012/main">
        <p15:guide id="1" orient="horz" pos="79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3F8C489-E93C-4612-BB6C-4FAD2FE992BF}" type="datetimeFigureOut">
              <a:rPr lang="en-AU" smtClean="0"/>
              <a:t>30/08/2019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C3E9698-1D18-4531-85CB-5785A4CE63A5}" type="slidenum">
              <a:rPr lang="en-AU" smtClean="0"/>
              <a:t>‹#›</a:t>
            </a:fld>
            <a:endParaRPr lang="en-AU"/>
          </a:p>
        </p:txBody>
      </p:sp>
    </p:spTree>
    <p:extLst>
      <p:ext uri="{BB962C8B-B14F-4D97-AF65-F5344CB8AC3E}">
        <p14:creationId xmlns:p14="http://schemas.microsoft.com/office/powerpoint/2010/main" val="10476524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7" name="Freeform 6" title="Page Number Shape"/>
          <p:cNvSpPr/>
          <p:nvPr/>
        </p:nvSpPr>
        <p:spPr bwMode="auto">
          <a:xfrm>
            <a:off x="11784011" y="1393748"/>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sp>
      <p:sp>
        <p:nvSpPr>
          <p:cNvPr id="2" name="Title 1"/>
          <p:cNvSpPr>
            <a:spLocks noGrp="1"/>
          </p:cNvSpPr>
          <p:nvPr>
            <p:ph type="title"/>
          </p:nvPr>
        </p:nvSpPr>
        <p:spPr>
          <a:xfrm>
            <a:off x="1947673" y="2571722"/>
            <a:ext cx="8296654" cy="3286153"/>
          </a:xfrm>
        </p:spPr>
        <p:txBody>
          <a:bodyPr anchor="t">
            <a:normAutofit/>
          </a:bodyPr>
          <a:lstStyle>
            <a:lvl1pPr>
              <a:lnSpc>
                <a:spcPct val="85000"/>
              </a:lnSpc>
              <a:defRPr sz="7700" cap="all" baseline="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947673" y="1393748"/>
            <a:ext cx="8401429" cy="819150"/>
          </a:xfrm>
        </p:spPr>
        <p:txBody>
          <a:bodyPr anchor="ctr">
            <a:normAutofit/>
          </a:bodyPr>
          <a:lstStyle>
            <a:lvl1pPr marL="0" indent="0" algn="r">
              <a:lnSpc>
                <a:spcPct val="113000"/>
              </a:lnSpc>
              <a:spcBef>
                <a:spcPts val="0"/>
              </a:spcBef>
              <a:buNone/>
              <a:defRPr sz="2000" b="0" i="1" baseline="0">
                <a:solidFill>
                  <a:schemeClr val="tx1">
                    <a:lumMod val="85000"/>
                    <a:lumOff val="1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8742955" y="6314439"/>
            <a:ext cx="1596622" cy="365125"/>
          </a:xfrm>
        </p:spPr>
        <p:txBody>
          <a:bodyPr/>
          <a:lstStyle>
            <a:lvl1pPr>
              <a:defRPr sz="1200">
                <a:solidFill>
                  <a:schemeClr val="tx1">
                    <a:lumMod val="85000"/>
                    <a:lumOff val="15000"/>
                  </a:schemeClr>
                </a:solidFill>
              </a:defRPr>
            </a:lvl1pPr>
          </a:lstStyle>
          <a:p>
            <a:fld id="{73F8C489-E93C-4612-BB6C-4FAD2FE992BF}" type="datetimeFigureOut">
              <a:rPr lang="en-AU" smtClean="0"/>
              <a:t>30/08/2019</a:t>
            </a:fld>
            <a:endParaRPr lang="en-AU"/>
          </a:p>
        </p:txBody>
      </p:sp>
      <p:sp>
        <p:nvSpPr>
          <p:cNvPr id="5" name="Footer Placeholder 4"/>
          <p:cNvSpPr>
            <a:spLocks noGrp="1"/>
          </p:cNvSpPr>
          <p:nvPr>
            <p:ph type="ftr" sz="quarter" idx="11"/>
          </p:nvPr>
        </p:nvSpPr>
        <p:spPr>
          <a:xfrm>
            <a:off x="1947673" y="6314440"/>
            <a:ext cx="6480226" cy="365125"/>
          </a:xfrm>
        </p:spPr>
        <p:txBody>
          <a:bodyPr/>
          <a:lstStyle>
            <a:lvl1pPr>
              <a:defRPr b="0">
                <a:solidFill>
                  <a:schemeClr val="tx1">
                    <a:lumMod val="85000"/>
                    <a:lumOff val="15000"/>
                  </a:schemeClr>
                </a:solidFill>
              </a:defRPr>
            </a:lvl1pPr>
          </a:lstStyle>
          <a:p>
            <a:endParaRPr lang="en-AU"/>
          </a:p>
        </p:txBody>
      </p:sp>
      <p:sp>
        <p:nvSpPr>
          <p:cNvPr id="6" name="Slide Number Placeholder 5"/>
          <p:cNvSpPr>
            <a:spLocks noGrp="1"/>
          </p:cNvSpPr>
          <p:nvPr>
            <p:ph type="sldNum" sz="quarter" idx="12"/>
          </p:nvPr>
        </p:nvSpPr>
        <p:spPr>
          <a:xfrm>
            <a:off x="11784011" y="1620760"/>
            <a:ext cx="407988" cy="365125"/>
          </a:xfrm>
        </p:spPr>
        <p:txBody>
          <a:bodyPr/>
          <a:lstStyle>
            <a:lvl1pPr>
              <a:defRPr>
                <a:solidFill>
                  <a:schemeClr val="bg2"/>
                </a:solidFill>
              </a:defRPr>
            </a:lvl1pPr>
          </a:lstStyle>
          <a:p>
            <a:fld id="{8C3E9698-1D18-4531-85CB-5785A4CE63A5}" type="slidenum">
              <a:rPr lang="en-AU" smtClean="0"/>
              <a:t>‹#›</a:t>
            </a:fld>
            <a:endParaRPr lang="en-AU"/>
          </a:p>
        </p:txBody>
      </p:sp>
      <p:cxnSp>
        <p:nvCxnSpPr>
          <p:cNvPr id="10" name="Straight Connector 9" title="Horizontal Rule Line"/>
          <p:cNvCxnSpPr/>
          <p:nvPr/>
        </p:nvCxnSpPr>
        <p:spPr>
          <a:xfrm flipH="1">
            <a:off x="1" y="6178167"/>
            <a:ext cx="10244326"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3005170"/>
      </p:ext>
    </p:extLst>
  </p:cSld>
  <p:clrMapOvr>
    <a:masterClrMapping/>
  </p:clrMapOvr>
  <p:extLst mod="1">
    <p:ext uri="{DCECCB84-F9BA-43D5-87BE-67443E8EF086}">
      <p15:sldGuideLst xmlns:p15="http://schemas.microsoft.com/office/powerpoint/2012/main">
        <p15:guide id="1" pos="645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5181600" y="540628"/>
            <a:ext cx="6248400" cy="2488946"/>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181600" y="3712467"/>
            <a:ext cx="6248400" cy="248222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73F8C489-E93C-4612-BB6C-4FAD2FE992BF}" type="datetimeFigureOut">
              <a:rPr lang="en-AU" smtClean="0"/>
              <a:t>30/08/2019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C3E9698-1D18-4531-85CB-5785A4CE63A5}" type="slidenum">
              <a:rPr lang="en-AU" smtClean="0"/>
              <a:t>‹#›</a:t>
            </a:fld>
            <a:endParaRPr lang="en-AU"/>
          </a:p>
        </p:txBody>
      </p:sp>
    </p:spTree>
    <p:extLst>
      <p:ext uri="{BB962C8B-B14F-4D97-AF65-F5344CB8AC3E}">
        <p14:creationId xmlns:p14="http://schemas.microsoft.com/office/powerpoint/2010/main" val="188209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62000" y="557784"/>
            <a:ext cx="3831336" cy="4956048"/>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5181600" y="558065"/>
            <a:ext cx="6245352" cy="914400"/>
          </a:xfrm>
        </p:spPr>
        <p:txBody>
          <a:bodyPr anchor="b">
            <a:normAutofit/>
          </a:bodyPr>
          <a:lstStyle>
            <a:lvl1pPr marL="0" indent="0">
              <a:lnSpc>
                <a:spcPct val="113000"/>
              </a:lnSpc>
              <a:spcBef>
                <a:spcPts val="0"/>
              </a:spcBef>
              <a:buNone/>
              <a:defRPr sz="2400" b="0" i="1" baseline="0">
                <a:solidFill>
                  <a:schemeClr val="tx1">
                    <a:lumMod val="85000"/>
                    <a:lumOff val="1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5181600" y="1526671"/>
            <a:ext cx="6245352" cy="175564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181600" y="3700826"/>
            <a:ext cx="6248400" cy="914400"/>
          </a:xfrm>
        </p:spPr>
        <p:txBody>
          <a:bodyPr anchor="b">
            <a:normAutofit/>
          </a:bodyPr>
          <a:lstStyle>
            <a:lvl1pPr marL="0" indent="0">
              <a:buNone/>
              <a:defRPr sz="2400" b="0" i="1" baseline="0">
                <a:solidFill>
                  <a:schemeClr val="tx1">
                    <a:lumMod val="85000"/>
                    <a:lumOff val="1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181600" y="4669432"/>
            <a:ext cx="6245352" cy="175564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73F8C489-E93C-4612-BB6C-4FAD2FE992BF}" type="datetimeFigureOut">
              <a:rPr lang="en-AU" smtClean="0"/>
              <a:t>30/08/2019</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8C3E9698-1D18-4531-85CB-5785A4CE63A5}" type="slidenum">
              <a:rPr lang="en-AU" smtClean="0"/>
              <a:t>‹#›</a:t>
            </a:fld>
            <a:endParaRPr lang="en-AU"/>
          </a:p>
        </p:txBody>
      </p:sp>
    </p:spTree>
    <p:extLst>
      <p:ext uri="{BB962C8B-B14F-4D97-AF65-F5344CB8AC3E}">
        <p14:creationId xmlns:p14="http://schemas.microsoft.com/office/powerpoint/2010/main" val="19395954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73F8C489-E93C-4612-BB6C-4FAD2FE992BF}" type="datetimeFigureOut">
              <a:rPr lang="en-AU" smtClean="0"/>
              <a:t>30/08/2019</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8C3E9698-1D18-4531-85CB-5785A4CE63A5}" type="slidenum">
              <a:rPr lang="en-AU" smtClean="0"/>
              <a:t>‹#›</a:t>
            </a:fld>
            <a:endParaRPr lang="en-AU"/>
          </a:p>
        </p:txBody>
      </p:sp>
    </p:spTree>
    <p:extLst>
      <p:ext uri="{BB962C8B-B14F-4D97-AF65-F5344CB8AC3E}">
        <p14:creationId xmlns:p14="http://schemas.microsoft.com/office/powerpoint/2010/main" val="3590164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3F8C489-E93C-4612-BB6C-4FAD2FE992BF}" type="datetimeFigureOut">
              <a:rPr lang="en-AU" smtClean="0"/>
              <a:t>30/08/2019</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8C3E9698-1D18-4531-85CB-5785A4CE63A5}" type="slidenum">
              <a:rPr lang="en-AU" smtClean="0"/>
              <a:t>‹#›</a:t>
            </a:fld>
            <a:endParaRPr lang="en-AU"/>
          </a:p>
        </p:txBody>
      </p:sp>
    </p:spTree>
    <p:extLst>
      <p:ext uri="{BB962C8B-B14F-4D97-AF65-F5344CB8AC3E}">
        <p14:creationId xmlns:p14="http://schemas.microsoft.com/office/powerpoint/2010/main" val="3823418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62000" y="555479"/>
            <a:ext cx="3838776" cy="1921022"/>
          </a:xfrm>
        </p:spPr>
        <p:txBody>
          <a:bodyPr anchor="t">
            <a:noAutofit/>
          </a:bodyPr>
          <a:lstStyle>
            <a:lvl1pPr>
              <a:lnSpc>
                <a:spcPct val="93000"/>
              </a:lnSpc>
              <a:defRPr sz="4000"/>
            </a:lvl1pPr>
          </a:lstStyle>
          <a:p>
            <a:r>
              <a:rPr lang="en-US" smtClean="0"/>
              <a:t>Click to edit Master title style</a:t>
            </a:r>
            <a:endParaRPr lang="en-US" dirty="0"/>
          </a:p>
        </p:txBody>
      </p:sp>
      <p:sp>
        <p:nvSpPr>
          <p:cNvPr id="3" name="Content Placeholder 2"/>
          <p:cNvSpPr>
            <a:spLocks noGrp="1"/>
          </p:cNvSpPr>
          <p:nvPr>
            <p:ph idx="1"/>
          </p:nvPr>
        </p:nvSpPr>
        <p:spPr>
          <a:xfrm>
            <a:off x="5181600" y="564147"/>
            <a:ext cx="6248400" cy="5622644"/>
          </a:xfrm>
        </p:spPr>
        <p:txBody>
          <a:bodyPr/>
          <a:lstStyle>
            <a:lvl1pPr>
              <a:lnSpc>
                <a:spcPct val="112000"/>
              </a:lnSpc>
              <a:defRPr sz="2000"/>
            </a:lvl1pPr>
            <a:lvl2pPr>
              <a:lnSpc>
                <a:spcPct val="112000"/>
              </a:lnSpc>
              <a:defRPr sz="1800"/>
            </a:lvl2pPr>
            <a:lvl3pPr>
              <a:lnSpc>
                <a:spcPct val="112000"/>
              </a:lnSpc>
              <a:defRPr sz="1600"/>
            </a:lvl3pPr>
            <a:lvl4pPr>
              <a:lnSpc>
                <a:spcPct val="112000"/>
              </a:lnSpc>
              <a:defRPr sz="1400"/>
            </a:lvl4pPr>
            <a:lvl5pPr>
              <a:lnSpc>
                <a:spcPct val="112000"/>
              </a:lnSpc>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762000" y="2621512"/>
            <a:ext cx="3838776" cy="3239537"/>
          </a:xfrm>
        </p:spPr>
        <p:txBody>
          <a:bodyPr/>
          <a:lstStyle>
            <a:lvl1pPr marL="0" indent="0" algn="r">
              <a:lnSpc>
                <a:spcPct val="125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3F8C489-E93C-4612-BB6C-4FAD2FE992BF}" type="datetimeFigureOut">
              <a:rPr lang="en-AU" smtClean="0"/>
              <a:t>30/08/2019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C3E9698-1D18-4531-85CB-5785A4CE63A5}" type="slidenum">
              <a:rPr lang="en-AU" smtClean="0"/>
              <a:t>‹#›</a:t>
            </a:fld>
            <a:endParaRPr lang="en-AU"/>
          </a:p>
        </p:txBody>
      </p:sp>
    </p:spTree>
    <p:extLst>
      <p:ext uri="{BB962C8B-B14F-4D97-AF65-F5344CB8AC3E}">
        <p14:creationId xmlns:p14="http://schemas.microsoft.com/office/powerpoint/2010/main" val="21668703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58952" y="557261"/>
            <a:ext cx="3840480" cy="1919239"/>
          </a:xfrm>
        </p:spPr>
        <p:txBody>
          <a:bodyPr anchor="t">
            <a:noAutofit/>
          </a:bodyPr>
          <a:lstStyle>
            <a:lvl1pPr>
              <a:lnSpc>
                <a:spcPct val="93000"/>
              </a:lnSpc>
              <a:defRPr sz="400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257800" y="0"/>
            <a:ext cx="6172200"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758952" y="2621512"/>
            <a:ext cx="3840480" cy="3236976"/>
          </a:xfrm>
        </p:spPr>
        <p:txBody>
          <a:bodyPr/>
          <a:lstStyle>
            <a:lvl1pPr marL="0" indent="0" algn="r">
              <a:lnSpc>
                <a:spcPct val="125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3F8C489-E93C-4612-BB6C-4FAD2FE992BF}" type="datetimeFigureOut">
              <a:rPr lang="en-AU" smtClean="0"/>
              <a:t>30/08/2019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C3E9698-1D18-4531-85CB-5785A4CE63A5}" type="slidenum">
              <a:rPr lang="en-AU" smtClean="0"/>
              <a:t>‹#›</a:t>
            </a:fld>
            <a:endParaRPr lang="en-AU"/>
          </a:p>
        </p:txBody>
      </p:sp>
    </p:spTree>
    <p:extLst>
      <p:ext uri="{BB962C8B-B14F-4D97-AF65-F5344CB8AC3E}">
        <p14:creationId xmlns:p14="http://schemas.microsoft.com/office/powerpoint/2010/main" val="10348777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181600" y="640080"/>
            <a:ext cx="6248398" cy="5584142"/>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3F8C489-E93C-4612-BB6C-4FAD2FE992BF}" type="datetimeFigureOut">
              <a:rPr lang="en-AU" smtClean="0"/>
              <a:t>30/08/2019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C3E9698-1D18-4531-85CB-5785A4CE63A5}" type="slidenum">
              <a:rPr lang="en-AU" smtClean="0"/>
              <a:t>‹#›</a:t>
            </a:fld>
            <a:endParaRPr lang="en-AU"/>
          </a:p>
        </p:txBody>
      </p:sp>
    </p:spTree>
    <p:extLst>
      <p:ext uri="{BB962C8B-B14F-4D97-AF65-F5344CB8AC3E}">
        <p14:creationId xmlns:p14="http://schemas.microsoft.com/office/powerpoint/2010/main" val="25415230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12" name="Freeform 6" title="Page Number Shape"/>
          <p:cNvSpPr/>
          <p:nvPr/>
        </p:nvSpPr>
        <p:spPr bwMode="auto">
          <a:xfrm>
            <a:off x="11784011" y="5380580"/>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rgbClr val="262626"/>
          </a:solidFill>
          <a:ln w="0">
            <a:noFill/>
            <a:prstDash val="solid"/>
            <a:round/>
            <a:headEnd/>
            <a:tailEnd/>
          </a:ln>
        </p:spPr>
      </p:sp>
      <p:sp>
        <p:nvSpPr>
          <p:cNvPr id="2" name="Vertical Title 1"/>
          <p:cNvSpPr>
            <a:spLocks noGrp="1"/>
          </p:cNvSpPr>
          <p:nvPr>
            <p:ph type="title" orient="vert"/>
          </p:nvPr>
        </p:nvSpPr>
        <p:spPr>
          <a:xfrm>
            <a:off x="7990765" y="642931"/>
            <a:ext cx="2446670" cy="4678106"/>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642932"/>
            <a:ext cx="7070678" cy="4678105"/>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6536187" y="5927131"/>
            <a:ext cx="3814856" cy="365125"/>
          </a:xfrm>
        </p:spPr>
        <p:txBody>
          <a:bodyPr/>
          <a:lstStyle/>
          <a:p>
            <a:fld id="{73F8C489-E93C-4612-BB6C-4FAD2FE992BF}" type="datetimeFigureOut">
              <a:rPr lang="en-AU" smtClean="0"/>
              <a:t>30/08/2019</a:t>
            </a:fld>
            <a:endParaRPr lang="en-AU"/>
          </a:p>
        </p:txBody>
      </p:sp>
      <p:sp>
        <p:nvSpPr>
          <p:cNvPr id="5" name="Footer Placeholder 4"/>
          <p:cNvSpPr>
            <a:spLocks noGrp="1"/>
          </p:cNvSpPr>
          <p:nvPr>
            <p:ph type="ftr" sz="quarter" idx="11"/>
          </p:nvPr>
        </p:nvSpPr>
        <p:spPr>
          <a:xfrm>
            <a:off x="6536187" y="6315949"/>
            <a:ext cx="3814856" cy="365125"/>
          </a:xfrm>
        </p:spPr>
        <p:txBody>
          <a:bodyPr/>
          <a:lstStyle/>
          <a:p>
            <a:endParaRPr lang="en-AU"/>
          </a:p>
        </p:txBody>
      </p:sp>
      <p:sp>
        <p:nvSpPr>
          <p:cNvPr id="6" name="Slide Number Placeholder 5"/>
          <p:cNvSpPr>
            <a:spLocks noGrp="1"/>
          </p:cNvSpPr>
          <p:nvPr>
            <p:ph type="sldNum" sz="quarter" idx="12"/>
          </p:nvPr>
        </p:nvSpPr>
        <p:spPr>
          <a:xfrm>
            <a:off x="11784011" y="5607592"/>
            <a:ext cx="407988" cy="365125"/>
          </a:xfrm>
        </p:spPr>
        <p:txBody>
          <a:bodyPr/>
          <a:lstStyle/>
          <a:p>
            <a:fld id="{8C3E9698-1D18-4531-85CB-5785A4CE63A5}" type="slidenum">
              <a:rPr lang="en-AU" smtClean="0"/>
              <a:t>‹#›</a:t>
            </a:fld>
            <a:endParaRPr lang="en-AU"/>
          </a:p>
        </p:txBody>
      </p:sp>
      <p:cxnSp>
        <p:nvCxnSpPr>
          <p:cNvPr id="13" name="Straight Connector 12" title="Horizontal Rule Line"/>
          <p:cNvCxnSpPr/>
          <p:nvPr/>
        </p:nvCxnSpPr>
        <p:spPr>
          <a:xfrm>
            <a:off x="0" y="6199730"/>
            <a:ext cx="10260011"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3156157"/>
      </p:ext>
    </p:extLst>
  </p:cSld>
  <p:clrMapOvr>
    <a:masterClrMapping/>
  </p:clrMapOvr>
  <p:extLst mod="1">
    <p:ext uri="{DCECCB84-F9BA-43D5-87BE-67443E8EF086}">
      <p15:sldGuideLst xmlns:p15="http://schemas.microsoft.com/office/powerpoint/2012/main">
        <p15:guide id="1" pos="645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 name="Freeform 6" title="Page Number Shape"/>
          <p:cNvSpPr/>
          <p:nvPr/>
        </p:nvSpPr>
        <p:spPr bwMode="auto">
          <a:xfrm>
            <a:off x="11784011" y="5380580"/>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sp>
      <p:sp>
        <p:nvSpPr>
          <p:cNvPr id="2" name="Title Placeholder 1"/>
          <p:cNvSpPr>
            <a:spLocks noGrp="1"/>
          </p:cNvSpPr>
          <p:nvPr>
            <p:ph type="title"/>
          </p:nvPr>
        </p:nvSpPr>
        <p:spPr>
          <a:xfrm>
            <a:off x="762000" y="559678"/>
            <a:ext cx="3833906" cy="4952492"/>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181600" y="569066"/>
            <a:ext cx="6248398" cy="5655156"/>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2001" y="5930060"/>
            <a:ext cx="3814856" cy="365125"/>
          </a:xfrm>
          <a:prstGeom prst="rect">
            <a:avLst/>
          </a:prstGeom>
        </p:spPr>
        <p:txBody>
          <a:bodyPr vert="horz" lIns="91440" tIns="45720" rIns="91440" bIns="45720" rtlCol="0" anchor="t"/>
          <a:lstStyle>
            <a:lvl1pPr algn="r">
              <a:defRPr sz="1000" b="0" i="1" baseline="0">
                <a:solidFill>
                  <a:schemeClr val="tx1">
                    <a:lumMod val="85000"/>
                    <a:lumOff val="15000"/>
                  </a:schemeClr>
                </a:solidFill>
                <a:latin typeface="+mj-lt"/>
              </a:defRPr>
            </a:lvl1pPr>
          </a:lstStyle>
          <a:p>
            <a:fld id="{73F8C489-E93C-4612-BB6C-4FAD2FE992BF}" type="datetimeFigureOut">
              <a:rPr lang="en-AU" smtClean="0"/>
              <a:t>30/08/2019</a:t>
            </a:fld>
            <a:endParaRPr lang="en-AU"/>
          </a:p>
        </p:txBody>
      </p:sp>
      <p:sp>
        <p:nvSpPr>
          <p:cNvPr id="5" name="Footer Placeholder 4"/>
          <p:cNvSpPr>
            <a:spLocks noGrp="1"/>
          </p:cNvSpPr>
          <p:nvPr>
            <p:ph type="ftr" sz="quarter" idx="3"/>
          </p:nvPr>
        </p:nvSpPr>
        <p:spPr>
          <a:xfrm>
            <a:off x="762001" y="6314440"/>
            <a:ext cx="3814856" cy="365125"/>
          </a:xfrm>
          <a:prstGeom prst="rect">
            <a:avLst/>
          </a:prstGeom>
        </p:spPr>
        <p:txBody>
          <a:bodyPr vert="horz" lIns="91440" tIns="45720" rIns="91440" bIns="45720" rtlCol="0" anchor="t"/>
          <a:lstStyle>
            <a:lvl1pPr algn="r">
              <a:defRPr sz="1200" b="1" i="1" baseline="0">
                <a:solidFill>
                  <a:schemeClr val="tx1">
                    <a:lumMod val="85000"/>
                    <a:lumOff val="15000"/>
                  </a:schemeClr>
                </a:solidFill>
                <a:latin typeface="+mj-lt"/>
              </a:defRPr>
            </a:lvl1pPr>
          </a:lstStyle>
          <a:p>
            <a:endParaRPr lang="en-AU"/>
          </a:p>
        </p:txBody>
      </p:sp>
      <p:sp>
        <p:nvSpPr>
          <p:cNvPr id="6" name="Slide Number Placeholder 5"/>
          <p:cNvSpPr>
            <a:spLocks noGrp="1"/>
          </p:cNvSpPr>
          <p:nvPr>
            <p:ph type="sldNum" sz="quarter" idx="4"/>
          </p:nvPr>
        </p:nvSpPr>
        <p:spPr>
          <a:xfrm>
            <a:off x="11784011" y="5607592"/>
            <a:ext cx="407988" cy="365125"/>
          </a:xfrm>
          <a:prstGeom prst="rect">
            <a:avLst/>
          </a:prstGeom>
        </p:spPr>
        <p:txBody>
          <a:bodyPr vert="horz" lIns="91440" tIns="45720" rIns="91440" bIns="45720" rtlCol="0" anchor="ctr"/>
          <a:lstStyle>
            <a:lvl1pPr algn="r">
              <a:defRPr sz="1200" b="0" i="1" baseline="0">
                <a:solidFill>
                  <a:schemeClr val="bg2"/>
                </a:solidFill>
                <a:latin typeface="+mj-lt"/>
              </a:defRPr>
            </a:lvl1pPr>
          </a:lstStyle>
          <a:p>
            <a:fld id="{8C3E9698-1D18-4531-85CB-5785A4CE63A5}" type="slidenum">
              <a:rPr lang="en-AU" smtClean="0"/>
              <a:t>‹#›</a:t>
            </a:fld>
            <a:endParaRPr lang="en-AU"/>
          </a:p>
        </p:txBody>
      </p:sp>
      <p:cxnSp>
        <p:nvCxnSpPr>
          <p:cNvPr id="10" name="Straight Connector 9" title="Horizontal Rule Line"/>
          <p:cNvCxnSpPr/>
          <p:nvPr/>
        </p:nvCxnSpPr>
        <p:spPr>
          <a:xfrm>
            <a:off x="0" y="6199730"/>
            <a:ext cx="4495800"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99802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p:titleStyle>
    <p:bodyStyle>
      <a:lvl1pPr marL="283464" indent="-283464" algn="l" defTabSz="914400" rtl="0" eaLnBrk="1" latinLnBrk="0" hangingPunct="1">
        <a:lnSpc>
          <a:spcPct val="112000"/>
        </a:lnSpc>
        <a:spcBef>
          <a:spcPts val="900"/>
        </a:spcBef>
        <a:buFont typeface="Arial" panose="020B0604020202020204" pitchFamily="34" charset="0"/>
        <a:buChar char="•"/>
        <a:defRPr sz="2000" kern="1200" baseline="0">
          <a:solidFill>
            <a:schemeClr val="tx1">
              <a:lumMod val="85000"/>
              <a:lumOff val="15000"/>
            </a:schemeClr>
          </a:solidFill>
          <a:latin typeface="+mn-lt"/>
          <a:ea typeface="+mn-ea"/>
          <a:cs typeface="+mn-cs"/>
        </a:defRPr>
      </a:lvl1pPr>
      <a:lvl2pPr marL="685800" indent="-283464" algn="l" defTabSz="914400" rtl="0" eaLnBrk="1" latinLnBrk="0" hangingPunct="1">
        <a:lnSpc>
          <a:spcPct val="112000"/>
        </a:lnSpc>
        <a:spcBef>
          <a:spcPts val="900"/>
        </a:spcBef>
        <a:buFont typeface="Corbel" panose="020B0503020204020204" pitchFamily="34" charset="0"/>
        <a:buChar char="–"/>
        <a:defRPr sz="1800" kern="1200" baseline="0">
          <a:solidFill>
            <a:schemeClr val="tx1">
              <a:lumMod val="85000"/>
              <a:lumOff val="15000"/>
            </a:schemeClr>
          </a:solidFill>
          <a:latin typeface="+mn-lt"/>
          <a:ea typeface="+mn-ea"/>
          <a:cs typeface="+mn-cs"/>
        </a:defRPr>
      </a:lvl2pPr>
      <a:lvl3pPr marL="1143000" indent="-283464" algn="l" defTabSz="914400" rtl="0" eaLnBrk="1" latinLnBrk="0" hangingPunct="1">
        <a:lnSpc>
          <a:spcPct val="112000"/>
        </a:lnSpc>
        <a:spcBef>
          <a:spcPts val="900"/>
        </a:spcBef>
        <a:buFont typeface="Arial" panose="020B0604020202020204" pitchFamily="34" charset="0"/>
        <a:buChar char="•"/>
        <a:defRPr sz="1600" kern="1200" baseline="0">
          <a:solidFill>
            <a:schemeClr val="tx1">
              <a:lumMod val="85000"/>
              <a:lumOff val="15000"/>
            </a:schemeClr>
          </a:solidFill>
          <a:latin typeface="+mn-lt"/>
          <a:ea typeface="+mn-ea"/>
          <a:cs typeface="+mn-cs"/>
        </a:defRPr>
      </a:lvl3pPr>
      <a:lvl4pPr marL="1600200" indent="-283464" algn="l" defTabSz="914400" rtl="0" eaLnBrk="1" latinLnBrk="0" hangingPunct="1">
        <a:lnSpc>
          <a:spcPct val="112000"/>
        </a:lnSpc>
        <a:spcBef>
          <a:spcPts val="900"/>
        </a:spcBef>
        <a:buFont typeface="Corbel" panose="020B0503020204020204" pitchFamily="34" charset="0"/>
        <a:buChar char="–"/>
        <a:defRPr sz="1400" kern="1200" baseline="0">
          <a:solidFill>
            <a:schemeClr val="tx1">
              <a:lumMod val="85000"/>
              <a:lumOff val="15000"/>
            </a:schemeClr>
          </a:solidFill>
          <a:latin typeface="+mn-lt"/>
          <a:ea typeface="+mn-ea"/>
          <a:cs typeface="+mn-cs"/>
        </a:defRPr>
      </a:lvl4pPr>
      <a:lvl5pPr marL="2057400" indent="-283464" algn="l" defTabSz="914400" rtl="0" eaLnBrk="1" latinLnBrk="0" hangingPunct="1">
        <a:lnSpc>
          <a:spcPct val="112000"/>
        </a:lnSpc>
        <a:spcBef>
          <a:spcPts val="9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2832">
          <p15:clr>
            <a:srgbClr val="F26B43"/>
          </p15:clr>
        </p15:guide>
        <p15:guide id="2" pos="480">
          <p15:clr>
            <a:srgbClr val="F26B43"/>
          </p15:clr>
        </p15:guide>
        <p15:guide id="3" orient="horz" pos="432">
          <p15:clr>
            <a:srgbClr val="F26B43"/>
          </p15:clr>
        </p15:guide>
        <p15:guide id="4" pos="7200">
          <p15:clr>
            <a:srgbClr val="F26B43"/>
          </p15:clr>
        </p15:guide>
        <p15:guide id="5" pos="32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History Heroes</a:t>
            </a:r>
            <a:endParaRPr lang="en-AU" dirty="0"/>
          </a:p>
        </p:txBody>
      </p:sp>
      <p:sp>
        <p:nvSpPr>
          <p:cNvPr id="3" name="Subtitle 2"/>
          <p:cNvSpPr>
            <a:spLocks noGrp="1"/>
          </p:cNvSpPr>
          <p:nvPr>
            <p:ph type="subTitle" idx="1"/>
          </p:nvPr>
        </p:nvSpPr>
        <p:spPr/>
        <p:txBody>
          <a:bodyPr>
            <a:normAutofit fontScale="92500" lnSpcReduction="10000"/>
          </a:bodyPr>
          <a:lstStyle/>
          <a:p>
            <a:r>
              <a:rPr lang="en-AU" dirty="0" smtClean="0"/>
              <a:t>Term 3</a:t>
            </a:r>
          </a:p>
          <a:p>
            <a:r>
              <a:rPr lang="en-AU" dirty="0" smtClean="0"/>
              <a:t>Week 6</a:t>
            </a:r>
            <a:endParaRPr lang="en-AU" dirty="0"/>
          </a:p>
        </p:txBody>
      </p:sp>
      <p:pic>
        <p:nvPicPr>
          <p:cNvPr id="1026" name="Picture 2" descr="Image result for ww2 memes"/>
          <p:cNvPicPr>
            <a:picLocks noChangeAspect="1" noChangeArrowheads="1"/>
          </p:cNvPicPr>
          <p:nvPr/>
        </p:nvPicPr>
        <p:blipFill rotWithShape="1">
          <a:blip r:embed="rId2">
            <a:extLst>
              <a:ext uri="{28A0092B-C50C-407E-A947-70E740481C1C}">
                <a14:useLocalDpi xmlns:a14="http://schemas.microsoft.com/office/drawing/2010/main" val="0"/>
              </a:ext>
            </a:extLst>
          </a:blip>
          <a:srcRect b="4255"/>
          <a:stretch/>
        </p:blipFill>
        <p:spPr bwMode="auto">
          <a:xfrm>
            <a:off x="6728580" y="1446414"/>
            <a:ext cx="4690739" cy="40732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430680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3000" dirty="0" smtClean="0"/>
              <a:t>1. Compare </a:t>
            </a:r>
            <a:r>
              <a:rPr lang="en-AU" sz="3000" dirty="0"/>
              <a:t>and contrast the messages of Sources 1 and 2</a:t>
            </a:r>
            <a:r>
              <a:rPr lang="en-AU" sz="3000" dirty="0" smtClean="0"/>
              <a:t>. </a:t>
            </a:r>
            <a:br>
              <a:rPr lang="en-AU" sz="3000" dirty="0" smtClean="0"/>
            </a:br>
            <a:r>
              <a:rPr lang="en-AU" sz="3000" dirty="0"/>
              <a:t/>
            </a:r>
            <a:br>
              <a:rPr lang="en-AU" sz="3000" dirty="0"/>
            </a:br>
            <a:r>
              <a:rPr lang="en-AU" sz="3000" dirty="0" smtClean="0"/>
              <a:t>(4 marks)</a:t>
            </a:r>
            <a:br>
              <a:rPr lang="en-AU" sz="3000" dirty="0" smtClean="0"/>
            </a:br>
            <a:r>
              <a:rPr lang="en-AU" sz="3000" dirty="0"/>
              <a:t/>
            </a:r>
            <a:br>
              <a:rPr lang="en-AU" sz="3000" dirty="0"/>
            </a:br>
            <a:r>
              <a:rPr lang="en-AU" sz="3000" b="1" dirty="0" smtClean="0"/>
              <a:t>What are the four things you must do for this question?  </a:t>
            </a:r>
            <a:endParaRPr lang="en-AU" sz="3000" b="1" dirty="0"/>
          </a:p>
        </p:txBody>
      </p:sp>
      <p:sp>
        <p:nvSpPr>
          <p:cNvPr id="3" name="Content Placeholder 2"/>
          <p:cNvSpPr>
            <a:spLocks noGrp="1"/>
          </p:cNvSpPr>
          <p:nvPr>
            <p:ph idx="1"/>
          </p:nvPr>
        </p:nvSpPr>
        <p:spPr/>
        <p:txBody>
          <a:bodyPr/>
          <a:lstStyle/>
          <a:p>
            <a:endParaRPr lang="en-AU"/>
          </a:p>
        </p:txBody>
      </p:sp>
    </p:spTree>
    <p:extLst>
      <p:ext uri="{BB962C8B-B14F-4D97-AF65-F5344CB8AC3E}">
        <p14:creationId xmlns:p14="http://schemas.microsoft.com/office/powerpoint/2010/main" val="148803019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3000" dirty="0" smtClean="0"/>
              <a:t>1. Compare </a:t>
            </a:r>
            <a:r>
              <a:rPr lang="en-AU" sz="3000" dirty="0"/>
              <a:t>and contrast the messages of Sources 1 and 2</a:t>
            </a:r>
            <a:r>
              <a:rPr lang="en-AU" sz="3000" dirty="0" smtClean="0"/>
              <a:t>. </a:t>
            </a:r>
            <a:br>
              <a:rPr lang="en-AU" sz="3000" dirty="0" smtClean="0"/>
            </a:br>
            <a:r>
              <a:rPr lang="en-AU" sz="3000" dirty="0"/>
              <a:t/>
            </a:r>
            <a:br>
              <a:rPr lang="en-AU" sz="3000" dirty="0"/>
            </a:br>
            <a:r>
              <a:rPr lang="en-AU" sz="3000" dirty="0" smtClean="0"/>
              <a:t>(4 marks)</a:t>
            </a:r>
            <a:br>
              <a:rPr lang="en-AU" sz="3000" dirty="0" smtClean="0"/>
            </a:br>
            <a:r>
              <a:rPr lang="en-AU" sz="3000" dirty="0"/>
              <a:t/>
            </a:r>
            <a:br>
              <a:rPr lang="en-AU" sz="3000" dirty="0"/>
            </a:br>
            <a:r>
              <a:rPr lang="en-AU" sz="3000" b="1" dirty="0" smtClean="0"/>
              <a:t>What are the four things you must do for this question?  </a:t>
            </a:r>
            <a:endParaRPr lang="en-AU" sz="3000" b="1" dirty="0"/>
          </a:p>
        </p:txBody>
      </p:sp>
      <p:sp>
        <p:nvSpPr>
          <p:cNvPr id="3" name="Content Placeholder 2"/>
          <p:cNvSpPr>
            <a:spLocks noGrp="1"/>
          </p:cNvSpPr>
          <p:nvPr>
            <p:ph idx="1"/>
          </p:nvPr>
        </p:nvSpPr>
        <p:spPr/>
        <p:txBody>
          <a:bodyPr/>
          <a:lstStyle/>
          <a:p>
            <a:pPr marL="457200" indent="-457200">
              <a:buAutoNum type="arabicPeriod"/>
            </a:pPr>
            <a:r>
              <a:rPr lang="en-AU" dirty="0" smtClean="0"/>
              <a:t>State the message of source 1</a:t>
            </a:r>
          </a:p>
          <a:p>
            <a:pPr marL="457200" indent="-457200">
              <a:buAutoNum type="arabicPeriod"/>
            </a:pPr>
            <a:r>
              <a:rPr lang="en-AU" dirty="0" smtClean="0"/>
              <a:t>State the message of source 2</a:t>
            </a:r>
          </a:p>
          <a:p>
            <a:pPr marL="457200" indent="-457200">
              <a:buAutoNum type="arabicPeriod"/>
            </a:pPr>
            <a:r>
              <a:rPr lang="en-AU" dirty="0" smtClean="0"/>
              <a:t>Outline what is similar about the message of the sources</a:t>
            </a:r>
          </a:p>
          <a:p>
            <a:pPr marL="457200" indent="-457200">
              <a:buAutoNum type="arabicPeriod"/>
            </a:pPr>
            <a:r>
              <a:rPr lang="en-AU" dirty="0" smtClean="0"/>
              <a:t>Outline what is different about the message of the sources</a:t>
            </a:r>
          </a:p>
          <a:p>
            <a:pPr marL="0" indent="0">
              <a:buNone/>
            </a:pPr>
            <a:endParaRPr lang="en-AU" dirty="0"/>
          </a:p>
        </p:txBody>
      </p:sp>
    </p:spTree>
    <p:extLst>
      <p:ext uri="{BB962C8B-B14F-4D97-AF65-F5344CB8AC3E}">
        <p14:creationId xmlns:p14="http://schemas.microsoft.com/office/powerpoint/2010/main" val="337332153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z="2800" dirty="0" smtClean="0"/>
              <a:t>2. Evaluate </a:t>
            </a:r>
            <a:r>
              <a:rPr lang="en-AU" sz="2800" dirty="0"/>
              <a:t>the usefulness, in terms of strengths and weaknesses, of Sources 1 and 2 in relation </a:t>
            </a:r>
            <a:r>
              <a:rPr lang="en-AU" sz="2800" dirty="0" smtClean="0"/>
              <a:t>to crises in Germany in 1923.</a:t>
            </a:r>
            <a:br>
              <a:rPr lang="en-AU" sz="2800" dirty="0" smtClean="0"/>
            </a:br>
            <a:r>
              <a:rPr lang="en-AU" sz="2800" dirty="0"/>
              <a:t/>
            </a:r>
            <a:br>
              <a:rPr lang="en-AU" sz="2800" dirty="0"/>
            </a:br>
            <a:r>
              <a:rPr lang="en-AU" sz="2800" dirty="0" smtClean="0"/>
              <a:t>(5 marks)</a:t>
            </a:r>
            <a:br>
              <a:rPr lang="en-AU" sz="2800" dirty="0" smtClean="0"/>
            </a:br>
            <a:r>
              <a:rPr lang="en-AU" sz="2800" dirty="0"/>
              <a:t/>
            </a:r>
            <a:br>
              <a:rPr lang="en-AU" sz="2800" dirty="0"/>
            </a:br>
            <a:r>
              <a:rPr lang="en-AU" sz="2800" b="1" dirty="0" smtClean="0"/>
              <a:t>What are the five things you must do for this question?</a:t>
            </a:r>
            <a:r>
              <a:rPr lang="en-AU" sz="2000" b="1" dirty="0" smtClean="0"/>
              <a:t/>
            </a:r>
            <a:br>
              <a:rPr lang="en-AU" sz="2000" b="1" dirty="0" smtClean="0"/>
            </a:br>
            <a:r>
              <a:rPr lang="en-AU" sz="2000" b="1" dirty="0"/>
              <a:t/>
            </a:r>
            <a:br>
              <a:rPr lang="en-AU" sz="2000" b="1" dirty="0"/>
            </a:br>
            <a:endParaRPr lang="en-AU" sz="2000" b="1" dirty="0"/>
          </a:p>
        </p:txBody>
      </p:sp>
      <p:sp>
        <p:nvSpPr>
          <p:cNvPr id="3" name="Content Placeholder 2"/>
          <p:cNvSpPr>
            <a:spLocks noGrp="1"/>
          </p:cNvSpPr>
          <p:nvPr>
            <p:ph idx="1"/>
          </p:nvPr>
        </p:nvSpPr>
        <p:spPr/>
        <p:txBody>
          <a:bodyPr/>
          <a:lstStyle/>
          <a:p>
            <a:endParaRPr lang="en-AU"/>
          </a:p>
        </p:txBody>
      </p:sp>
    </p:spTree>
    <p:extLst>
      <p:ext uri="{BB962C8B-B14F-4D97-AF65-F5344CB8AC3E}">
        <p14:creationId xmlns:p14="http://schemas.microsoft.com/office/powerpoint/2010/main" val="404723027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2500" dirty="0" smtClean="0"/>
              <a:t>2. Evaluate </a:t>
            </a:r>
            <a:r>
              <a:rPr lang="en-AU" sz="2500" dirty="0"/>
              <a:t>the usefulness, in terms of strengths and weaknesses, of Sources 1 and 2 in relation </a:t>
            </a:r>
            <a:r>
              <a:rPr lang="en-AU" sz="2500" dirty="0" smtClean="0"/>
              <a:t>to crises in Germany in 1923.</a:t>
            </a:r>
            <a:br>
              <a:rPr lang="en-AU" sz="2500" dirty="0" smtClean="0"/>
            </a:br>
            <a:r>
              <a:rPr lang="en-AU" sz="2500" dirty="0"/>
              <a:t/>
            </a:r>
            <a:br>
              <a:rPr lang="en-AU" sz="2500" dirty="0"/>
            </a:br>
            <a:r>
              <a:rPr lang="en-AU" sz="2500" dirty="0" smtClean="0"/>
              <a:t>(5 marks)</a:t>
            </a:r>
            <a:br>
              <a:rPr lang="en-AU" sz="2500" dirty="0" smtClean="0"/>
            </a:br>
            <a:r>
              <a:rPr lang="en-AU" sz="2500" dirty="0"/>
              <a:t/>
            </a:r>
            <a:br>
              <a:rPr lang="en-AU" sz="2500" dirty="0"/>
            </a:br>
            <a:r>
              <a:rPr lang="en-AU" sz="2500" b="1" dirty="0" smtClean="0"/>
              <a:t>What are the five things you must do for this question?</a:t>
            </a:r>
            <a:endParaRPr lang="en-AU" sz="2000" dirty="0"/>
          </a:p>
        </p:txBody>
      </p:sp>
      <p:sp>
        <p:nvSpPr>
          <p:cNvPr id="3" name="Content Placeholder 2"/>
          <p:cNvSpPr>
            <a:spLocks noGrp="1"/>
          </p:cNvSpPr>
          <p:nvPr>
            <p:ph idx="1"/>
          </p:nvPr>
        </p:nvSpPr>
        <p:spPr/>
        <p:txBody>
          <a:bodyPr>
            <a:normAutofit/>
          </a:bodyPr>
          <a:lstStyle/>
          <a:p>
            <a:pPr marL="457200" indent="-457200">
              <a:buAutoNum type="arabicPeriod"/>
            </a:pPr>
            <a:r>
              <a:rPr lang="en-AU" dirty="0" smtClean="0"/>
              <a:t>Provide examples of useful information source 1 in relation to crises in Germany in 1923 </a:t>
            </a:r>
          </a:p>
          <a:p>
            <a:pPr marL="457200" indent="-457200">
              <a:buFont typeface="Arial" panose="020B0604020202020204" pitchFamily="34" charset="0"/>
              <a:buAutoNum type="arabicPeriod"/>
            </a:pPr>
            <a:r>
              <a:rPr lang="en-AU" dirty="0"/>
              <a:t>Provide examples of </a:t>
            </a:r>
            <a:r>
              <a:rPr lang="en-AU" dirty="0" smtClean="0"/>
              <a:t>not useful </a:t>
            </a:r>
            <a:r>
              <a:rPr lang="en-AU" dirty="0"/>
              <a:t>information source 1 in relation to crises in Germany in 1923 </a:t>
            </a:r>
            <a:endParaRPr lang="en-AU" dirty="0" smtClean="0"/>
          </a:p>
          <a:p>
            <a:pPr marL="457200" indent="-457200">
              <a:buAutoNum type="arabicPeriod"/>
            </a:pPr>
            <a:r>
              <a:rPr lang="en-AU" dirty="0"/>
              <a:t>Provide examples of useful information source </a:t>
            </a:r>
            <a:r>
              <a:rPr lang="en-AU" dirty="0" smtClean="0"/>
              <a:t>2 </a:t>
            </a:r>
            <a:r>
              <a:rPr lang="en-AU" dirty="0"/>
              <a:t>in relation to crises in Germany in 1923 </a:t>
            </a:r>
          </a:p>
          <a:p>
            <a:pPr marL="457200" indent="-457200">
              <a:buFont typeface="Arial" panose="020B0604020202020204" pitchFamily="34" charset="0"/>
              <a:buAutoNum type="arabicPeriod"/>
            </a:pPr>
            <a:r>
              <a:rPr lang="en-AU" dirty="0"/>
              <a:t>Provide examples of not useful information source </a:t>
            </a:r>
            <a:r>
              <a:rPr lang="en-AU" dirty="0" smtClean="0"/>
              <a:t>2 </a:t>
            </a:r>
            <a:r>
              <a:rPr lang="en-AU" dirty="0"/>
              <a:t>in relation to crises in Germany in 1923 </a:t>
            </a:r>
            <a:endParaRPr lang="en-AU" dirty="0" smtClean="0"/>
          </a:p>
          <a:p>
            <a:pPr marL="457200" indent="-457200">
              <a:buFont typeface="Arial" panose="020B0604020202020204" pitchFamily="34" charset="0"/>
              <a:buAutoNum type="arabicPeriod"/>
            </a:pPr>
            <a:r>
              <a:rPr lang="en-AU" dirty="0" smtClean="0"/>
              <a:t>Evaluate the usefulness of the sources as evidence about the question.</a:t>
            </a:r>
            <a:endParaRPr lang="en-AU" dirty="0"/>
          </a:p>
          <a:p>
            <a:pPr marL="0" indent="0">
              <a:buNone/>
            </a:pPr>
            <a:endParaRPr lang="en-AU" dirty="0" smtClean="0"/>
          </a:p>
        </p:txBody>
      </p:sp>
    </p:spTree>
    <p:extLst>
      <p:ext uri="{BB962C8B-B14F-4D97-AF65-F5344CB8AC3E}">
        <p14:creationId xmlns:p14="http://schemas.microsoft.com/office/powerpoint/2010/main" val="224230263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z="3000" dirty="0" smtClean="0"/>
              <a:t>3. Explain </a:t>
            </a:r>
            <a:r>
              <a:rPr lang="en-AU" sz="3000" dirty="0"/>
              <a:t>the historical context of Source 3. Include the relevant events, people and ideas depicted or represented in the source</a:t>
            </a:r>
            <a:r>
              <a:rPr lang="en-AU" sz="3000" dirty="0" smtClean="0"/>
              <a:t>.</a:t>
            </a:r>
            <a:br>
              <a:rPr lang="en-AU" sz="3000" dirty="0" smtClean="0"/>
            </a:br>
            <a:r>
              <a:rPr lang="en-AU" sz="3000" dirty="0"/>
              <a:t/>
            </a:r>
            <a:br>
              <a:rPr lang="en-AU" sz="3000" dirty="0"/>
            </a:br>
            <a:r>
              <a:rPr lang="en-AU" sz="3000" dirty="0" smtClean="0"/>
              <a:t>(4 marks)</a:t>
            </a:r>
            <a:br>
              <a:rPr lang="en-AU" sz="3000" dirty="0" smtClean="0"/>
            </a:br>
            <a:r>
              <a:rPr lang="en-AU" sz="3000" dirty="0"/>
              <a:t/>
            </a:r>
            <a:br>
              <a:rPr lang="en-AU" sz="3000" dirty="0"/>
            </a:br>
            <a:r>
              <a:rPr lang="en-AU" sz="3000" b="1" dirty="0" smtClean="0"/>
              <a:t>What are the four things you must do for this question? </a:t>
            </a:r>
            <a:endParaRPr lang="en-AU" sz="3000" b="1" dirty="0"/>
          </a:p>
        </p:txBody>
      </p:sp>
      <p:sp>
        <p:nvSpPr>
          <p:cNvPr id="4" name="Content Placeholder 3"/>
          <p:cNvSpPr>
            <a:spLocks noGrp="1"/>
          </p:cNvSpPr>
          <p:nvPr>
            <p:ph idx="1"/>
          </p:nvPr>
        </p:nvSpPr>
        <p:spPr/>
        <p:txBody>
          <a:bodyPr/>
          <a:lstStyle/>
          <a:p>
            <a:endParaRPr lang="en-AU"/>
          </a:p>
        </p:txBody>
      </p:sp>
    </p:spTree>
    <p:extLst>
      <p:ext uri="{BB962C8B-B14F-4D97-AF65-F5344CB8AC3E}">
        <p14:creationId xmlns:p14="http://schemas.microsoft.com/office/powerpoint/2010/main" val="149312593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z="3000" dirty="0" smtClean="0"/>
              <a:t>3. Explain </a:t>
            </a:r>
            <a:r>
              <a:rPr lang="en-AU" sz="3000" dirty="0"/>
              <a:t>the historical context of Source 3. Include the relevant events, people and ideas depicted or represented in the source</a:t>
            </a:r>
            <a:r>
              <a:rPr lang="en-AU" sz="3000" dirty="0" smtClean="0"/>
              <a:t>.</a:t>
            </a:r>
            <a:br>
              <a:rPr lang="en-AU" sz="3000" dirty="0" smtClean="0"/>
            </a:br>
            <a:r>
              <a:rPr lang="en-AU" sz="3000" dirty="0"/>
              <a:t/>
            </a:r>
            <a:br>
              <a:rPr lang="en-AU" sz="3000" dirty="0"/>
            </a:br>
            <a:r>
              <a:rPr lang="en-AU" sz="3000" dirty="0" smtClean="0"/>
              <a:t>(4 marks)</a:t>
            </a:r>
            <a:br>
              <a:rPr lang="en-AU" sz="3000" dirty="0" smtClean="0"/>
            </a:br>
            <a:r>
              <a:rPr lang="en-AU" sz="3000" dirty="0"/>
              <a:t/>
            </a:r>
            <a:br>
              <a:rPr lang="en-AU" sz="3000" dirty="0"/>
            </a:br>
            <a:r>
              <a:rPr lang="en-AU" sz="3000" b="1" dirty="0" smtClean="0"/>
              <a:t>What are the four things you must do for this question? </a:t>
            </a:r>
            <a:endParaRPr lang="en-AU" sz="3000" b="1" dirty="0"/>
          </a:p>
        </p:txBody>
      </p:sp>
      <p:sp>
        <p:nvSpPr>
          <p:cNvPr id="3" name="Content Placeholder 2"/>
          <p:cNvSpPr>
            <a:spLocks noGrp="1"/>
          </p:cNvSpPr>
          <p:nvPr>
            <p:ph idx="1"/>
          </p:nvPr>
        </p:nvSpPr>
        <p:spPr/>
        <p:txBody>
          <a:bodyPr/>
          <a:lstStyle/>
          <a:p>
            <a:pPr marL="457200" indent="-457200">
              <a:buAutoNum type="arabicPeriod"/>
            </a:pPr>
            <a:r>
              <a:rPr lang="en-AU" dirty="0" smtClean="0"/>
              <a:t>What and when</a:t>
            </a:r>
          </a:p>
          <a:p>
            <a:pPr marL="457200" indent="-457200">
              <a:buAutoNum type="arabicPeriod"/>
            </a:pPr>
            <a:r>
              <a:rPr lang="en-AU" dirty="0" smtClean="0"/>
              <a:t>Cause</a:t>
            </a:r>
          </a:p>
          <a:p>
            <a:pPr marL="457200" indent="-457200">
              <a:buAutoNum type="arabicPeriod"/>
            </a:pPr>
            <a:r>
              <a:rPr lang="en-AU" dirty="0" smtClean="0"/>
              <a:t>Effect </a:t>
            </a:r>
          </a:p>
          <a:p>
            <a:pPr marL="457200" indent="-457200">
              <a:buAutoNum type="arabicPeriod"/>
            </a:pPr>
            <a:r>
              <a:rPr lang="en-AU" dirty="0" smtClean="0"/>
              <a:t>Significance</a:t>
            </a:r>
            <a:endParaRPr lang="en-AU" dirty="0"/>
          </a:p>
        </p:txBody>
      </p:sp>
    </p:spTree>
    <p:extLst>
      <p:ext uri="{BB962C8B-B14F-4D97-AF65-F5344CB8AC3E}">
        <p14:creationId xmlns:p14="http://schemas.microsoft.com/office/powerpoint/2010/main" val="361866558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z="3000" dirty="0" smtClean="0"/>
              <a:t>4. Identify </a:t>
            </a:r>
            <a:r>
              <a:rPr lang="en-AU" sz="3000" dirty="0"/>
              <a:t>and account for the authors’ perspectives in Sources 3 and 4 in relation </a:t>
            </a:r>
            <a:r>
              <a:rPr lang="en-AU" sz="3000" dirty="0" smtClean="0"/>
              <a:t>to German foreign policy in the 1920s.</a:t>
            </a:r>
            <a:br>
              <a:rPr lang="en-AU" sz="3000" dirty="0" smtClean="0"/>
            </a:br>
            <a:r>
              <a:rPr lang="en-AU" sz="3000" dirty="0"/>
              <a:t/>
            </a:r>
            <a:br>
              <a:rPr lang="en-AU" sz="3000" dirty="0"/>
            </a:br>
            <a:r>
              <a:rPr lang="en-AU" sz="3000" dirty="0" smtClean="0"/>
              <a:t>(6 marks)</a:t>
            </a:r>
            <a:br>
              <a:rPr lang="en-AU" sz="3000" dirty="0" smtClean="0"/>
            </a:br>
            <a:r>
              <a:rPr lang="en-AU" sz="3000" dirty="0"/>
              <a:t/>
            </a:r>
            <a:br>
              <a:rPr lang="en-AU" sz="3000" dirty="0"/>
            </a:br>
            <a:r>
              <a:rPr lang="en-AU" sz="3000" b="1" dirty="0" smtClean="0"/>
              <a:t>Where do the six marks come from for this question?</a:t>
            </a:r>
            <a:endParaRPr lang="en-AU" sz="3000" b="1" dirty="0"/>
          </a:p>
        </p:txBody>
      </p:sp>
      <p:sp>
        <p:nvSpPr>
          <p:cNvPr id="3" name="Content Placeholder 2"/>
          <p:cNvSpPr>
            <a:spLocks noGrp="1"/>
          </p:cNvSpPr>
          <p:nvPr>
            <p:ph idx="1"/>
          </p:nvPr>
        </p:nvSpPr>
        <p:spPr/>
        <p:txBody>
          <a:bodyPr/>
          <a:lstStyle/>
          <a:p>
            <a:endParaRPr lang="en-AU"/>
          </a:p>
        </p:txBody>
      </p:sp>
    </p:spTree>
    <p:extLst>
      <p:ext uri="{BB962C8B-B14F-4D97-AF65-F5344CB8AC3E}">
        <p14:creationId xmlns:p14="http://schemas.microsoft.com/office/powerpoint/2010/main" val="344118015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z="3000" dirty="0" smtClean="0"/>
              <a:t>4. Identify </a:t>
            </a:r>
            <a:r>
              <a:rPr lang="en-AU" sz="3000" dirty="0"/>
              <a:t>and account for the authors’ perspectives in Sources 3 and 4 in relation </a:t>
            </a:r>
            <a:r>
              <a:rPr lang="en-AU" sz="3000" dirty="0" smtClean="0"/>
              <a:t>to German foreign policy in the 1920s.</a:t>
            </a:r>
            <a:br>
              <a:rPr lang="en-AU" sz="3000" dirty="0" smtClean="0"/>
            </a:br>
            <a:r>
              <a:rPr lang="en-AU" sz="3000" dirty="0"/>
              <a:t/>
            </a:r>
            <a:br>
              <a:rPr lang="en-AU" sz="3000" dirty="0"/>
            </a:br>
            <a:r>
              <a:rPr lang="en-AU" sz="3000" dirty="0" smtClean="0"/>
              <a:t>(6 marks)</a:t>
            </a:r>
            <a:br>
              <a:rPr lang="en-AU" sz="3000" dirty="0" smtClean="0"/>
            </a:br>
            <a:r>
              <a:rPr lang="en-AU" sz="3000" dirty="0"/>
              <a:t/>
            </a:r>
            <a:br>
              <a:rPr lang="en-AU" sz="3000" dirty="0"/>
            </a:br>
            <a:r>
              <a:rPr lang="en-AU" sz="3000" b="1" dirty="0"/>
              <a:t>Where do the six marks come from for this question?</a:t>
            </a:r>
          </a:p>
        </p:txBody>
      </p:sp>
      <p:sp>
        <p:nvSpPr>
          <p:cNvPr id="3" name="Content Placeholder 2"/>
          <p:cNvSpPr>
            <a:spLocks noGrp="1"/>
          </p:cNvSpPr>
          <p:nvPr>
            <p:ph idx="1"/>
          </p:nvPr>
        </p:nvSpPr>
        <p:spPr/>
        <p:txBody>
          <a:bodyPr>
            <a:normAutofit/>
          </a:bodyPr>
          <a:lstStyle/>
          <a:p>
            <a:pPr marL="457200" indent="-457200">
              <a:buAutoNum type="arabicPeriod"/>
            </a:pPr>
            <a:r>
              <a:rPr lang="en-AU" dirty="0" smtClean="0"/>
              <a:t>Identify the author and their perspective in source 3.</a:t>
            </a:r>
          </a:p>
          <a:p>
            <a:pPr marL="457200" indent="-457200">
              <a:buAutoNum type="arabicPeriod"/>
            </a:pPr>
            <a:r>
              <a:rPr lang="en-AU" dirty="0" smtClean="0"/>
              <a:t>Account for the author’s perspective in source 3 (give </a:t>
            </a:r>
            <a:r>
              <a:rPr lang="en-AU" dirty="0"/>
              <a:t>a reason - bias, motives, time, place, purpose) </a:t>
            </a:r>
            <a:r>
              <a:rPr lang="en-AU" dirty="0" smtClean="0"/>
              <a:t>(2 marks)</a:t>
            </a:r>
          </a:p>
          <a:p>
            <a:pPr marL="457200" indent="-457200">
              <a:buAutoNum type="arabicPeriod"/>
            </a:pPr>
            <a:r>
              <a:rPr lang="en-AU" dirty="0" smtClean="0"/>
              <a:t>Identify the author and perspective in source 4.</a:t>
            </a:r>
          </a:p>
          <a:p>
            <a:pPr marL="457200" indent="-457200">
              <a:buAutoNum type="arabicPeriod"/>
            </a:pPr>
            <a:r>
              <a:rPr lang="en-AU" dirty="0" smtClean="0"/>
              <a:t>Account for the author’s perspective in source 4 (give </a:t>
            </a:r>
            <a:r>
              <a:rPr lang="en-AU" dirty="0"/>
              <a:t>a reason - bias, motives, time, place, purpose) </a:t>
            </a:r>
            <a:r>
              <a:rPr lang="en-AU" dirty="0" smtClean="0"/>
              <a:t>(2 marks)</a:t>
            </a:r>
          </a:p>
        </p:txBody>
      </p:sp>
    </p:spTree>
    <p:extLst>
      <p:ext uri="{BB962C8B-B14F-4D97-AF65-F5344CB8AC3E}">
        <p14:creationId xmlns:p14="http://schemas.microsoft.com/office/powerpoint/2010/main" val="135966454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2500" dirty="0" smtClean="0"/>
              <a:t>5. Evaluate </a:t>
            </a:r>
            <a:r>
              <a:rPr lang="en-AU" sz="2500" dirty="0"/>
              <a:t>the extent to which the four sources give an accurate insight into attitudes regarding changes in domestic economic policies during the period of study</a:t>
            </a:r>
            <a:r>
              <a:rPr lang="en-AU" sz="2500" dirty="0" smtClean="0"/>
              <a:t>.</a:t>
            </a:r>
            <a:br>
              <a:rPr lang="en-AU" sz="2500" dirty="0" smtClean="0"/>
            </a:br>
            <a:r>
              <a:rPr lang="en-AU" sz="2500" dirty="0"/>
              <a:t/>
            </a:r>
            <a:br>
              <a:rPr lang="en-AU" sz="2500" dirty="0"/>
            </a:br>
            <a:r>
              <a:rPr lang="en-AU" sz="2500" dirty="0" smtClean="0"/>
              <a:t>(6 marks)</a:t>
            </a:r>
            <a:br>
              <a:rPr lang="en-AU" sz="2500" dirty="0" smtClean="0"/>
            </a:br>
            <a:r>
              <a:rPr lang="en-AU" sz="2500" dirty="0"/>
              <a:t/>
            </a:r>
            <a:br>
              <a:rPr lang="en-AU" sz="2500" dirty="0"/>
            </a:br>
            <a:r>
              <a:rPr lang="en-AU" sz="2500" b="1" dirty="0" smtClean="0"/>
              <a:t>Where do each of the six marks for this question come from?</a:t>
            </a:r>
            <a:endParaRPr lang="en-AU" sz="2500" b="1" dirty="0"/>
          </a:p>
        </p:txBody>
      </p:sp>
      <p:sp>
        <p:nvSpPr>
          <p:cNvPr id="4" name="Content Placeholder 3"/>
          <p:cNvSpPr>
            <a:spLocks noGrp="1"/>
          </p:cNvSpPr>
          <p:nvPr>
            <p:ph idx="1"/>
          </p:nvPr>
        </p:nvSpPr>
        <p:spPr/>
        <p:txBody>
          <a:bodyPr/>
          <a:lstStyle/>
          <a:p>
            <a:endParaRPr lang="en-AU" dirty="0"/>
          </a:p>
        </p:txBody>
      </p:sp>
    </p:spTree>
    <p:extLst>
      <p:ext uri="{BB962C8B-B14F-4D97-AF65-F5344CB8AC3E}">
        <p14:creationId xmlns:p14="http://schemas.microsoft.com/office/powerpoint/2010/main" val="4069896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2500" dirty="0" smtClean="0"/>
              <a:t>5. Evaluate </a:t>
            </a:r>
            <a:r>
              <a:rPr lang="en-AU" sz="2500" dirty="0"/>
              <a:t>the extent to which the four sources give an accurate insight into attitudes regarding changes in domestic economic policies during the period of study</a:t>
            </a:r>
            <a:r>
              <a:rPr lang="en-AU" sz="2500" dirty="0" smtClean="0"/>
              <a:t>.</a:t>
            </a:r>
            <a:br>
              <a:rPr lang="en-AU" sz="2500" dirty="0" smtClean="0"/>
            </a:br>
            <a:r>
              <a:rPr lang="en-AU" sz="2500" dirty="0"/>
              <a:t/>
            </a:r>
            <a:br>
              <a:rPr lang="en-AU" sz="2500" dirty="0"/>
            </a:br>
            <a:r>
              <a:rPr lang="en-AU" sz="2500" dirty="0" smtClean="0"/>
              <a:t>(6 marks)</a:t>
            </a:r>
            <a:br>
              <a:rPr lang="en-AU" sz="2500" dirty="0" smtClean="0"/>
            </a:br>
            <a:r>
              <a:rPr lang="en-AU" sz="2500" dirty="0"/>
              <a:t/>
            </a:r>
            <a:br>
              <a:rPr lang="en-AU" sz="2500" dirty="0"/>
            </a:br>
            <a:r>
              <a:rPr lang="en-AU" sz="2500" b="1" dirty="0" smtClean="0"/>
              <a:t>Where do each of the six marks for this question come from?</a:t>
            </a:r>
            <a:endParaRPr lang="en-AU" sz="2500" b="1" dirty="0"/>
          </a:p>
        </p:txBody>
      </p:sp>
      <p:sp>
        <p:nvSpPr>
          <p:cNvPr id="3" name="Content Placeholder 2"/>
          <p:cNvSpPr>
            <a:spLocks noGrp="1"/>
          </p:cNvSpPr>
          <p:nvPr>
            <p:ph idx="1"/>
          </p:nvPr>
        </p:nvSpPr>
        <p:spPr/>
        <p:txBody>
          <a:bodyPr/>
          <a:lstStyle/>
          <a:p>
            <a:pPr marL="457200" indent="-457200">
              <a:buAutoNum type="arabicPeriod"/>
            </a:pPr>
            <a:r>
              <a:rPr lang="en-AU" dirty="0" smtClean="0"/>
              <a:t>Articulate </a:t>
            </a:r>
            <a:r>
              <a:rPr lang="en-AU" dirty="0"/>
              <a:t>the different attitudes of change that are </a:t>
            </a:r>
            <a:r>
              <a:rPr lang="en-AU" dirty="0" smtClean="0"/>
              <a:t>shown in all four sources </a:t>
            </a:r>
            <a:r>
              <a:rPr lang="en-AU" dirty="0"/>
              <a:t>(2 marks). </a:t>
            </a:r>
            <a:endParaRPr lang="en-AU" dirty="0" smtClean="0"/>
          </a:p>
          <a:p>
            <a:pPr marL="457200" indent="-457200">
              <a:buAutoNum type="arabicPeriod"/>
            </a:pPr>
            <a:r>
              <a:rPr lang="en-AU" dirty="0" smtClean="0"/>
              <a:t>Identify </a:t>
            </a:r>
            <a:r>
              <a:rPr lang="en-AU" dirty="0"/>
              <a:t>attitudes that have been </a:t>
            </a:r>
            <a:r>
              <a:rPr lang="en-AU" dirty="0" smtClean="0"/>
              <a:t>omitted in each of the sources </a:t>
            </a:r>
            <a:r>
              <a:rPr lang="en-AU" dirty="0"/>
              <a:t>(1 mark</a:t>
            </a:r>
            <a:r>
              <a:rPr lang="en-AU" dirty="0" smtClean="0"/>
              <a:t>).</a:t>
            </a:r>
          </a:p>
          <a:p>
            <a:pPr marL="457200" indent="-457200">
              <a:buAutoNum type="arabicPeriod"/>
            </a:pPr>
            <a:r>
              <a:rPr lang="en-AU" dirty="0" smtClean="0"/>
              <a:t>Evaluate </a:t>
            </a:r>
            <a:r>
              <a:rPr lang="en-AU" u="sng" dirty="0"/>
              <a:t>the extent to which </a:t>
            </a:r>
            <a:r>
              <a:rPr lang="en-AU" dirty="0"/>
              <a:t>the sources reflect the different attitudes regarding changes in domestic economic policies during the period of study (3 marks). </a:t>
            </a:r>
          </a:p>
        </p:txBody>
      </p:sp>
    </p:spTree>
    <p:extLst>
      <p:ext uri="{BB962C8B-B14F-4D97-AF65-F5344CB8AC3E}">
        <p14:creationId xmlns:p14="http://schemas.microsoft.com/office/powerpoint/2010/main" val="239601756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3000" dirty="0" smtClean="0"/>
              <a:t>6. </a:t>
            </a:r>
            <a:r>
              <a:rPr lang="en-AU" sz="3000" dirty="0"/>
              <a:t>What </a:t>
            </a:r>
            <a:r>
              <a:rPr lang="en-AU" sz="3000" dirty="0" smtClean="0"/>
              <a:t>does </a:t>
            </a:r>
            <a:r>
              <a:rPr lang="en-AU" sz="3000" dirty="0" err="1" smtClean="0"/>
              <a:t>Volksgemeinschaft</a:t>
            </a:r>
            <a:r>
              <a:rPr lang="en-AU" sz="3000" dirty="0" smtClean="0"/>
              <a:t> mean?</a:t>
            </a:r>
            <a:br>
              <a:rPr lang="en-AU" sz="3000" dirty="0" smtClean="0"/>
            </a:br>
            <a:r>
              <a:rPr lang="en-AU" sz="3000" dirty="0"/>
              <a:t/>
            </a:r>
            <a:br>
              <a:rPr lang="en-AU" sz="3000" dirty="0"/>
            </a:br>
            <a:r>
              <a:rPr lang="en-AU" sz="3000" dirty="0" smtClean="0"/>
              <a:t>(1 mark) </a:t>
            </a:r>
            <a:endParaRPr lang="en-AU" sz="3000" dirty="0"/>
          </a:p>
        </p:txBody>
      </p:sp>
      <p:sp>
        <p:nvSpPr>
          <p:cNvPr id="3" name="Content Placeholder 2"/>
          <p:cNvSpPr>
            <a:spLocks noGrp="1"/>
          </p:cNvSpPr>
          <p:nvPr>
            <p:ph idx="1"/>
          </p:nvPr>
        </p:nvSpPr>
        <p:spPr/>
        <p:txBody>
          <a:bodyPr/>
          <a:lstStyle/>
          <a:p>
            <a:endParaRPr lang="en-AU"/>
          </a:p>
        </p:txBody>
      </p:sp>
    </p:spTree>
    <p:extLst>
      <p:ext uri="{BB962C8B-B14F-4D97-AF65-F5344CB8AC3E}">
        <p14:creationId xmlns:p14="http://schemas.microsoft.com/office/powerpoint/2010/main" val="28334208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3000" dirty="0" smtClean="0"/>
              <a:t>6. </a:t>
            </a:r>
            <a:r>
              <a:rPr lang="en-AU" sz="3000" dirty="0"/>
              <a:t>What </a:t>
            </a:r>
            <a:r>
              <a:rPr lang="en-AU" sz="3000" dirty="0" smtClean="0"/>
              <a:t>does </a:t>
            </a:r>
            <a:r>
              <a:rPr lang="en-AU" sz="3000" dirty="0" err="1" smtClean="0"/>
              <a:t>Volksgemeinschaft</a:t>
            </a:r>
            <a:r>
              <a:rPr lang="en-AU" sz="3000" dirty="0" smtClean="0"/>
              <a:t> mean?</a:t>
            </a:r>
            <a:br>
              <a:rPr lang="en-AU" sz="3000" dirty="0" smtClean="0"/>
            </a:br>
            <a:r>
              <a:rPr lang="en-AU" sz="3000" dirty="0"/>
              <a:t/>
            </a:r>
            <a:br>
              <a:rPr lang="en-AU" sz="3000" dirty="0"/>
            </a:br>
            <a:r>
              <a:rPr lang="en-AU" sz="3000" dirty="0" smtClean="0"/>
              <a:t>(1 mark) </a:t>
            </a:r>
            <a:endParaRPr lang="en-AU" sz="3000" dirty="0"/>
          </a:p>
        </p:txBody>
      </p:sp>
      <p:sp>
        <p:nvSpPr>
          <p:cNvPr id="3" name="Content Placeholder 2"/>
          <p:cNvSpPr>
            <a:spLocks noGrp="1"/>
          </p:cNvSpPr>
          <p:nvPr>
            <p:ph idx="1"/>
          </p:nvPr>
        </p:nvSpPr>
        <p:spPr/>
        <p:txBody>
          <a:bodyPr/>
          <a:lstStyle/>
          <a:p>
            <a:pPr marL="0" indent="0">
              <a:buNone/>
            </a:pPr>
            <a:r>
              <a:rPr lang="en-AU" dirty="0" smtClean="0"/>
              <a:t>The People’s Community</a:t>
            </a:r>
            <a:endParaRPr lang="en-AU" dirty="0"/>
          </a:p>
        </p:txBody>
      </p:sp>
    </p:spTree>
    <p:extLst>
      <p:ext uri="{BB962C8B-B14F-4D97-AF65-F5344CB8AC3E}">
        <p14:creationId xmlns:p14="http://schemas.microsoft.com/office/powerpoint/2010/main" val="30369286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26756" y="551366"/>
            <a:ext cx="3789571" cy="4952492"/>
          </a:xfrm>
        </p:spPr>
        <p:txBody>
          <a:bodyPr/>
          <a:lstStyle/>
          <a:p>
            <a:r>
              <a:rPr lang="en-AU" dirty="0" smtClean="0"/>
              <a:t>How did you go?</a:t>
            </a:r>
            <a:br>
              <a:rPr lang="en-AU" dirty="0" smtClean="0"/>
            </a:br>
            <a:r>
              <a:rPr lang="en-AU" dirty="0" smtClean="0"/>
              <a:t>/26</a:t>
            </a:r>
            <a:endParaRPr lang="en-AU" dirty="0"/>
          </a:p>
        </p:txBody>
      </p:sp>
      <p:pic>
        <p:nvPicPr>
          <p:cNvPr id="2050" name="Picture 2" descr="Image result for hitler thinki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18755" y="1153323"/>
            <a:ext cx="2859580" cy="5504692"/>
          </a:xfrm>
          <a:prstGeom prst="rect">
            <a:avLst/>
          </a:prstGeom>
          <a:noFill/>
          <a:extLst>
            <a:ext uri="{909E8E84-426E-40DD-AFC4-6F175D3DCCD1}">
              <a14:hiddenFill xmlns:a14="http://schemas.microsoft.com/office/drawing/2010/main">
                <a:solidFill>
                  <a:srgbClr val="FFFFFF"/>
                </a:solidFill>
              </a14:hiddenFill>
            </a:ext>
          </a:extLst>
        </p:spPr>
      </p:pic>
      <p:sp>
        <p:nvSpPr>
          <p:cNvPr id="4" name="Cloud Callout 3"/>
          <p:cNvSpPr/>
          <p:nvPr/>
        </p:nvSpPr>
        <p:spPr>
          <a:xfrm>
            <a:off x="6926756" y="0"/>
            <a:ext cx="5265244" cy="3402767"/>
          </a:xfrm>
          <a:prstGeom prst="cloudCallout">
            <a:avLst>
              <a:gd name="adj1" fmla="val -86405"/>
              <a:gd name="adj2" fmla="val 13069"/>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1742377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Source of the week</a:t>
            </a:r>
            <a:endParaRPr lang="en-AU" dirty="0"/>
          </a:p>
        </p:txBody>
      </p:sp>
      <p:pic>
        <p:nvPicPr>
          <p:cNvPr id="1026" name="Picture 2" descr="Image result for german chutney sau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5850" y="559678"/>
            <a:ext cx="4435291" cy="55141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89907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nazi propaganda hitler go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5809784"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6610662" y="869430"/>
            <a:ext cx="3762531" cy="2368445"/>
          </a:xfrm>
          <a:prstGeom prst="rect">
            <a:avLst/>
          </a:prstGeom>
          <a:noFill/>
        </p:spPr>
        <p:txBody>
          <a:bodyPr wrap="square" rtlCol="0">
            <a:spAutoFit/>
          </a:bodyPr>
          <a:lstStyle/>
          <a:p>
            <a:endParaRPr lang="en-AU" dirty="0"/>
          </a:p>
        </p:txBody>
      </p:sp>
      <p:sp>
        <p:nvSpPr>
          <p:cNvPr id="3" name="TextBox 2"/>
          <p:cNvSpPr txBox="1"/>
          <p:nvPr/>
        </p:nvSpPr>
        <p:spPr>
          <a:xfrm>
            <a:off x="6610662" y="1274164"/>
            <a:ext cx="3043004" cy="646331"/>
          </a:xfrm>
          <a:prstGeom prst="rect">
            <a:avLst/>
          </a:prstGeom>
          <a:noFill/>
        </p:spPr>
        <p:txBody>
          <a:bodyPr wrap="square" rtlCol="0">
            <a:spAutoFit/>
          </a:bodyPr>
          <a:lstStyle/>
          <a:p>
            <a:r>
              <a:rPr lang="de-DE" b="1" dirty="0"/>
              <a:t>Adolf Hitler, Propaganda, Poster, </a:t>
            </a:r>
            <a:r>
              <a:rPr lang="de-DE" b="1" dirty="0" smtClean="0"/>
              <a:t>NSDAP</a:t>
            </a:r>
            <a:endParaRPr lang="de-DE" b="1" dirty="0"/>
          </a:p>
        </p:txBody>
      </p:sp>
    </p:spTree>
    <p:extLst>
      <p:ext uri="{BB962C8B-B14F-4D97-AF65-F5344CB8AC3E}">
        <p14:creationId xmlns:p14="http://schemas.microsoft.com/office/powerpoint/2010/main" val="2107842747"/>
      </p:ext>
    </p:extLst>
  </p:cSld>
  <p:clrMapOvr>
    <a:masterClrMapping/>
  </p:clrMapOvr>
</p:sld>
</file>

<file path=ppt/theme/theme1.xml><?xml version="1.0" encoding="utf-8"?>
<a:theme xmlns:a="http://schemas.openxmlformats.org/drawingml/2006/main" name="Headlines">
  <a:themeElements>
    <a:clrScheme name="Headlines">
      <a:dk1>
        <a:sysClr val="windowText" lastClr="000000"/>
      </a:dk1>
      <a:lt1>
        <a:sysClr val="window" lastClr="FFFFFF"/>
      </a:lt1>
      <a:dk2>
        <a:srgbClr val="1D1A1D"/>
      </a:dk2>
      <a:lt2>
        <a:srgbClr val="F5F5F5"/>
      </a:lt2>
      <a:accent1>
        <a:srgbClr val="439EB7"/>
      </a:accent1>
      <a:accent2>
        <a:srgbClr val="E28B55"/>
      </a:accent2>
      <a:accent3>
        <a:srgbClr val="DCB64D"/>
      </a:accent3>
      <a:accent4>
        <a:srgbClr val="4CA198"/>
      </a:accent4>
      <a:accent5>
        <a:srgbClr val="835B82"/>
      </a:accent5>
      <a:accent6>
        <a:srgbClr val="645135"/>
      </a:accent6>
      <a:hlink>
        <a:srgbClr val="439EB7"/>
      </a:hlink>
      <a:folHlink>
        <a:srgbClr val="835B82"/>
      </a:folHlink>
    </a:clrScheme>
    <a:fontScheme name="Headlines">
      <a:majorFont>
        <a:latin typeface="Century Schoolbook" panose="02040604050505020304"/>
        <a:ea typeface=""/>
        <a:cs typeface=""/>
        <a:font script="Jpan" typeface="メイリオ"/>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Headlines">
      <a:fillStyleLst>
        <a:solidFill>
          <a:schemeClr val="phClr"/>
        </a:solidFill>
        <a:solidFill>
          <a:schemeClr val="phClr">
            <a:tint val="67000"/>
            <a:satMod val="105000"/>
          </a:schemeClr>
        </a:solidFill>
        <a:gradFill rotWithShape="1">
          <a:gsLst>
            <a:gs pos="0">
              <a:schemeClr val="phClr">
                <a:tint val="100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6350" cap="flat" cmpd="sng" algn="in">
          <a:solidFill>
            <a:schemeClr val="phClr"/>
          </a:solidFill>
          <a:prstDash val="solid"/>
        </a:ln>
        <a:ln w="12700" cap="flat" cmpd="sng" algn="in">
          <a:solidFill>
            <a:schemeClr val="phClr"/>
          </a:solidFill>
          <a:prstDash val="solid"/>
        </a:ln>
        <a:ln w="19050" cap="flat" cmpd="sng" algn="in">
          <a:solidFill>
            <a:schemeClr val="phClr">
              <a:satMod val="150000"/>
            </a:schemeClr>
          </a:solidFill>
          <a:prstDash val="solid"/>
        </a:ln>
      </a:lnStyleLst>
      <a:effectStyleLst>
        <a:effectStyle>
          <a:effectLst/>
        </a:effectStyle>
        <a:effectStyle>
          <a:effectLst/>
        </a:effectStyle>
        <a:effectStyle>
          <a:effectLst>
            <a:innerShdw blurRad="88900" dist="25400" dir="10800000">
              <a:srgbClr val="000000">
                <a:alpha val="25000"/>
              </a:srgbClr>
            </a:innerShdw>
            <a:outerShdw blurRad="25400" dist="25400" dir="5400000" rotWithShape="0">
              <a:srgbClr val="FFFFFF">
                <a:alpha val="1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adlines" id="{3841520A-25F2-4EB8-BE4C-611DB5ABEED9}" vid="{ECD25A4C-D97E-4C12-84B1-63580BFFAEEB}"/>
    </a:ext>
  </a:extLst>
</a:theme>
</file>

<file path=docProps/app.xml><?xml version="1.0" encoding="utf-8"?>
<Properties xmlns="http://schemas.openxmlformats.org/officeDocument/2006/extended-properties" xmlns:vt="http://schemas.openxmlformats.org/officeDocument/2006/docPropsVTypes">
  <Template>TM10001103[[fn=Headlines]]</Template>
  <TotalTime>39</TotalTime>
  <Words>519</Words>
  <Application>Microsoft Office PowerPoint</Application>
  <PresentationFormat>Widescreen</PresentationFormat>
  <Paragraphs>39</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Century Schoolbook</vt:lpstr>
      <vt:lpstr>Corbel</vt:lpstr>
      <vt:lpstr>Headlines</vt:lpstr>
      <vt:lpstr>History Heroes</vt:lpstr>
      <vt:lpstr>1. Compare and contrast the messages of Sources 1 and 2.   (4 marks)  What are the four things you must do for this question?  </vt:lpstr>
      <vt:lpstr>1. Compare and contrast the messages of Sources 1 and 2.   (4 marks)  What are the four things you must do for this question?  </vt:lpstr>
      <vt:lpstr>2. Evaluate the usefulness, in terms of strengths and weaknesses, of Sources 1 and 2 in relation to crises in Germany in 1923.  (5 marks)  What are the five things you must do for this question?  </vt:lpstr>
      <vt:lpstr>2. Evaluate the usefulness, in terms of strengths and weaknesses, of Sources 1 and 2 in relation to crises in Germany in 1923.  (5 marks)  What are the five things you must do for this question?</vt:lpstr>
      <vt:lpstr>3. Explain the historical context of Source 3. Include the relevant events, people and ideas depicted or represented in the source.  (4 marks)  What are the four things you must do for this question? </vt:lpstr>
      <vt:lpstr>3. Explain the historical context of Source 3. Include the relevant events, people and ideas depicted or represented in the source.  (4 marks)  What are the four things you must do for this question? </vt:lpstr>
      <vt:lpstr>4. Identify and account for the authors’ perspectives in Sources 3 and 4 in relation to German foreign policy in the 1920s.  (6 marks)  Where do the six marks come from for this question?</vt:lpstr>
      <vt:lpstr>4. Identify and account for the authors’ perspectives in Sources 3 and 4 in relation to German foreign policy in the 1920s.  (6 marks)  Where do the six marks come from for this question?</vt:lpstr>
      <vt:lpstr>5. Evaluate the extent to which the four sources give an accurate insight into attitudes regarding changes in domestic economic policies during the period of study.  (6 marks)  Where do each of the six marks for this question come from?</vt:lpstr>
      <vt:lpstr>5. Evaluate the extent to which the four sources give an accurate insight into attitudes regarding changes in domestic economic policies during the period of study.  (6 marks)  Where do each of the six marks for this question come from?</vt:lpstr>
      <vt:lpstr>6. What does Volksgemeinschaft mean?  (1 mark) </vt:lpstr>
      <vt:lpstr>6. What does Volksgemeinschaft mean?  (1 mark) </vt:lpstr>
      <vt:lpstr>How did you go? /26</vt:lpstr>
      <vt:lpstr>Source of the week</vt:lpstr>
      <vt:lpstr>PowerPoint Presentation</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History Heroes</dc:title>
  <dc:creator>HAWKES Natasha [Narrogin Senior High School]</dc:creator>
  <cp:lastModifiedBy>HAWKES Natasha [Narrogin Senior High School]</cp:lastModifiedBy>
  <cp:revision>7</cp:revision>
  <dcterms:created xsi:type="dcterms:W3CDTF">2019-08-29T02:46:30Z</dcterms:created>
  <dcterms:modified xsi:type="dcterms:W3CDTF">2019-08-30T06:12:08Z</dcterms:modified>
</cp:coreProperties>
</file>