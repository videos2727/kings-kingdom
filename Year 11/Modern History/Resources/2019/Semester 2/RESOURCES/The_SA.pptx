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1"/>
  </p:sldMasterIdLst>
  <p:notesMasterIdLst>
    <p:notesMasterId r:id="rId14"/>
  </p:notesMasterIdLst>
  <p:sldIdLst>
    <p:sldId id="256" r:id="rId2"/>
    <p:sldId id="264" r:id="rId3"/>
    <p:sldId id="257" r:id="rId4"/>
    <p:sldId id="258" r:id="rId5"/>
    <p:sldId id="259" r:id="rId6"/>
    <p:sldId id="260" r:id="rId7"/>
    <p:sldId id="261" r:id="rId8"/>
    <p:sldId id="262" r:id="rId9"/>
    <p:sldId id="266" r:id="rId10"/>
    <p:sldId id="263" r:id="rId11"/>
    <p:sldId id="265" r:id="rId12"/>
    <p:sldId id="267" r:id="rId13"/>
  </p:sldIdLst>
  <p:sldSz cx="9144000" cy="6858000" type="screen4x3"/>
  <p:notesSz cx="6858000" cy="9144000"/>
  <p:defaultTextStyle>
    <a:defPPr>
      <a:defRPr lang="en-GB"/>
    </a:defPPr>
    <a:lvl1pPr algn="l" rtl="0" fontAlgn="base">
      <a:spcBef>
        <a:spcPct val="0"/>
      </a:spcBef>
      <a:spcAft>
        <a:spcPct val="0"/>
      </a:spcAft>
      <a:defRPr sz="2400" kern="1200">
        <a:solidFill>
          <a:schemeClr val="tx1"/>
        </a:solidFill>
        <a:latin typeface="Times New Roman" charset="0"/>
        <a:ea typeface="+mn-ea"/>
        <a:cs typeface="+mn-cs"/>
      </a:defRPr>
    </a:lvl1pPr>
    <a:lvl2pPr marL="457200" algn="l" rtl="0" fontAlgn="base">
      <a:spcBef>
        <a:spcPct val="0"/>
      </a:spcBef>
      <a:spcAft>
        <a:spcPct val="0"/>
      </a:spcAft>
      <a:defRPr sz="2400" kern="1200">
        <a:solidFill>
          <a:schemeClr val="tx1"/>
        </a:solidFill>
        <a:latin typeface="Times New Roman" charset="0"/>
        <a:ea typeface="+mn-ea"/>
        <a:cs typeface="+mn-cs"/>
      </a:defRPr>
    </a:lvl2pPr>
    <a:lvl3pPr marL="914400" algn="l" rtl="0" fontAlgn="base">
      <a:spcBef>
        <a:spcPct val="0"/>
      </a:spcBef>
      <a:spcAft>
        <a:spcPct val="0"/>
      </a:spcAft>
      <a:defRPr sz="2400" kern="1200">
        <a:solidFill>
          <a:schemeClr val="tx1"/>
        </a:solidFill>
        <a:latin typeface="Times New Roman" charset="0"/>
        <a:ea typeface="+mn-ea"/>
        <a:cs typeface="+mn-cs"/>
      </a:defRPr>
    </a:lvl3pPr>
    <a:lvl4pPr marL="1371600" algn="l" rtl="0" fontAlgn="base">
      <a:spcBef>
        <a:spcPct val="0"/>
      </a:spcBef>
      <a:spcAft>
        <a:spcPct val="0"/>
      </a:spcAft>
      <a:defRPr sz="2400" kern="1200">
        <a:solidFill>
          <a:schemeClr val="tx1"/>
        </a:solidFill>
        <a:latin typeface="Times New Roman" charset="0"/>
        <a:ea typeface="+mn-ea"/>
        <a:cs typeface="+mn-cs"/>
      </a:defRPr>
    </a:lvl4pPr>
    <a:lvl5pPr marL="1828800" algn="l" rtl="0" fontAlgn="base">
      <a:spcBef>
        <a:spcPct val="0"/>
      </a:spcBef>
      <a:spcAft>
        <a:spcPct val="0"/>
      </a:spcAft>
      <a:defRPr sz="2400" kern="1200">
        <a:solidFill>
          <a:schemeClr val="tx1"/>
        </a:solidFill>
        <a:latin typeface="Times New Roman" charset="0"/>
        <a:ea typeface="+mn-ea"/>
        <a:cs typeface="+mn-cs"/>
      </a:defRPr>
    </a:lvl5pPr>
    <a:lvl6pPr marL="2286000" algn="l" defTabSz="914400" rtl="0" eaLnBrk="1" latinLnBrk="0" hangingPunct="1">
      <a:defRPr sz="2400" kern="1200">
        <a:solidFill>
          <a:schemeClr val="tx1"/>
        </a:solidFill>
        <a:latin typeface="Times New Roman" charset="0"/>
        <a:ea typeface="+mn-ea"/>
        <a:cs typeface="+mn-cs"/>
      </a:defRPr>
    </a:lvl6pPr>
    <a:lvl7pPr marL="2743200" algn="l" defTabSz="914400" rtl="0" eaLnBrk="1" latinLnBrk="0" hangingPunct="1">
      <a:defRPr sz="2400" kern="1200">
        <a:solidFill>
          <a:schemeClr val="tx1"/>
        </a:solidFill>
        <a:latin typeface="Times New Roman" charset="0"/>
        <a:ea typeface="+mn-ea"/>
        <a:cs typeface="+mn-cs"/>
      </a:defRPr>
    </a:lvl7pPr>
    <a:lvl8pPr marL="3200400" algn="l" defTabSz="914400" rtl="0" eaLnBrk="1" latinLnBrk="0" hangingPunct="1">
      <a:defRPr sz="2400" kern="1200">
        <a:solidFill>
          <a:schemeClr val="tx1"/>
        </a:solidFill>
        <a:latin typeface="Times New Roman" charset="0"/>
        <a:ea typeface="+mn-ea"/>
        <a:cs typeface="+mn-cs"/>
      </a:defRPr>
    </a:lvl8pPr>
    <a:lvl9pPr marL="3657600" algn="l" defTabSz="914400" rtl="0" eaLnBrk="1" latinLnBrk="0" hangingPunct="1">
      <a:defRPr sz="2400" kern="1200">
        <a:solidFill>
          <a:schemeClr val="tx1"/>
        </a:solidFill>
        <a:latin typeface="Times New Roman"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505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2692" autoAdjust="0"/>
    <p:restoredTop sz="90929"/>
  </p:normalViewPr>
  <p:slideViewPr>
    <p:cSldViewPr>
      <p:cViewPr varScale="1">
        <p:scale>
          <a:sx n="71" d="100"/>
          <a:sy n="71" d="100"/>
        </p:scale>
        <p:origin x="-864" y="-10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8" d="100"/>
          <a:sy n="58" d="100"/>
        </p:scale>
        <p:origin x="-1812" y="-72"/>
      </p:cViewPr>
      <p:guideLst>
        <p:guide orient="horz" pos="2880"/>
        <p:guide pos="2160"/>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1479B60-F490-4C5C-A2A5-22638A88EC98}" type="datetimeFigureOut">
              <a:rPr lang="en-AU" smtClean="0"/>
              <a:t>25/11/2011</a:t>
            </a:fld>
            <a:endParaRPr lang="en-AU"/>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D4222A4-9A4E-4B54-A5B7-EEB2570F7926}" type="slidenum">
              <a:rPr lang="en-AU" smtClean="0"/>
              <a:t>‹#›</a:t>
            </a:fld>
            <a:endParaRPr lang="en-AU"/>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5D4222A4-9A4E-4B54-A5B7-EEB2570F7926}" type="slidenum">
              <a:rPr lang="en-AU" smtClean="0"/>
              <a:t>1</a:t>
            </a:fld>
            <a:endParaRPr lang="en-AU"/>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5D4222A4-9A4E-4B54-A5B7-EEB2570F7926}" type="slidenum">
              <a:rPr lang="en-AU" smtClean="0"/>
              <a:t>2</a:t>
            </a:fld>
            <a:endParaRPr lang="en-AU"/>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5D4222A4-9A4E-4B54-A5B7-EEB2570F7926}" type="slidenum">
              <a:rPr lang="en-AU" smtClean="0"/>
              <a:t>3</a:t>
            </a:fld>
            <a:endParaRPr lang="en-AU"/>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5D4222A4-9A4E-4B54-A5B7-EEB2570F7926}" type="slidenum">
              <a:rPr lang="en-AU" smtClean="0"/>
              <a:t>4</a:t>
            </a:fld>
            <a:endParaRPr lang="en-AU"/>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5D4222A4-9A4E-4B54-A5B7-EEB2570F7926}" type="slidenum">
              <a:rPr lang="en-AU" smtClean="0"/>
              <a:t>5</a:t>
            </a:fld>
            <a:endParaRPr lang="en-AU"/>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5D4222A4-9A4E-4B54-A5B7-EEB2570F7926}" type="slidenum">
              <a:rPr lang="en-AU" smtClean="0"/>
              <a:t>6</a:t>
            </a:fld>
            <a:endParaRPr lang="en-AU"/>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5D4222A4-9A4E-4B54-A5B7-EEB2570F7926}" type="slidenum">
              <a:rPr lang="en-AU" smtClean="0"/>
              <a:t>7</a:t>
            </a:fld>
            <a:endParaRPr lang="en-AU"/>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5D4222A4-9A4E-4B54-A5B7-EEB2570F7926}" type="slidenum">
              <a:rPr lang="en-AU" smtClean="0"/>
              <a:t>8</a:t>
            </a:fld>
            <a:endParaRPr lang="en-AU"/>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5D4222A4-9A4E-4B54-A5B7-EEB2570F7926}" type="slidenum">
              <a:rPr lang="en-AU" smtClean="0"/>
              <a:t>9</a:t>
            </a:fld>
            <a:endParaRPr lang="en-AU"/>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5D4222A4-9A4E-4B54-A5B7-EEB2570F7926}" type="slidenum">
              <a:rPr lang="en-AU" smtClean="0"/>
              <a:t>10</a:t>
            </a:fld>
            <a:endParaRPr lang="en-AU"/>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5D4222A4-9A4E-4B54-A5B7-EEB2570F7926}" type="slidenum">
              <a:rPr lang="en-AU" smtClean="0"/>
              <a:t>11</a:t>
            </a:fld>
            <a:endParaRPr lang="en-AU"/>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5D4222A4-9A4E-4B54-A5B7-EEB2570F7926}" type="slidenum">
              <a:rPr lang="en-AU" smtClean="0"/>
              <a:t>12</a:t>
            </a:fld>
            <a:endParaRPr lang="en-AU"/>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194" name="Rectangle 2"/>
          <p:cNvSpPr>
            <a:spLocks noChangeArrowheads="1"/>
          </p:cNvSpPr>
          <p:nvPr/>
        </p:nvSpPr>
        <p:spPr bwMode="auto">
          <a:xfrm>
            <a:off x="0" y="0"/>
            <a:ext cx="4572000" cy="6858000"/>
          </a:xfrm>
          <a:prstGeom prst="rect">
            <a:avLst/>
          </a:prstGeom>
          <a:solidFill>
            <a:schemeClr val="accent1"/>
          </a:solidFill>
          <a:ln w="9525">
            <a:noFill/>
            <a:miter lim="800000"/>
            <a:headEnd/>
            <a:tailEnd/>
          </a:ln>
          <a:effectLst/>
        </p:spPr>
        <p:txBody>
          <a:bodyPr wrap="none" anchor="ctr"/>
          <a:lstStyle/>
          <a:p>
            <a:pPr algn="ctr"/>
            <a:endParaRPr kumimoji="1" lang="en-AU"/>
          </a:p>
        </p:txBody>
      </p:sp>
      <p:sp>
        <p:nvSpPr>
          <p:cNvPr id="8195" name="AutoShape 3"/>
          <p:cNvSpPr>
            <a:spLocks noChangeArrowheads="1"/>
          </p:cNvSpPr>
          <p:nvPr/>
        </p:nvSpPr>
        <p:spPr bwMode="auto">
          <a:xfrm>
            <a:off x="685800" y="990600"/>
            <a:ext cx="5181600" cy="1905000"/>
          </a:xfrm>
          <a:prstGeom prst="roundRect">
            <a:avLst>
              <a:gd name="adj" fmla="val 50000"/>
            </a:avLst>
          </a:prstGeom>
          <a:solidFill>
            <a:schemeClr val="bg1"/>
          </a:solidFill>
          <a:ln w="9525">
            <a:noFill/>
            <a:round/>
            <a:headEnd/>
            <a:tailEnd/>
          </a:ln>
          <a:effectLst/>
        </p:spPr>
        <p:txBody>
          <a:bodyPr wrap="none" anchor="ctr"/>
          <a:lstStyle/>
          <a:p>
            <a:pPr algn="ctr"/>
            <a:endParaRPr kumimoji="1" lang="en-AU"/>
          </a:p>
        </p:txBody>
      </p:sp>
      <p:sp>
        <p:nvSpPr>
          <p:cNvPr id="8197" name="Rectangle 5"/>
          <p:cNvSpPr>
            <a:spLocks noGrp="1" noChangeArrowheads="1"/>
          </p:cNvSpPr>
          <p:nvPr>
            <p:ph type="subTitle" idx="1"/>
          </p:nvPr>
        </p:nvSpPr>
        <p:spPr>
          <a:xfrm>
            <a:off x="4673600" y="2927350"/>
            <a:ext cx="3657600" cy="1822450"/>
          </a:xfrm>
        </p:spPr>
        <p:txBody>
          <a:bodyPr anchor="b"/>
          <a:lstStyle>
            <a:lvl1pPr marL="0" indent="0">
              <a:buFont typeface="Wingdings" pitchFamily="2" charset="2"/>
              <a:buNone/>
              <a:defRPr>
                <a:solidFill>
                  <a:schemeClr val="tx2"/>
                </a:solidFill>
              </a:defRPr>
            </a:lvl1pPr>
          </a:lstStyle>
          <a:p>
            <a:r>
              <a:rPr lang="en-GB"/>
              <a:t>Click to edit Master subtitle style</a:t>
            </a:r>
          </a:p>
        </p:txBody>
      </p:sp>
      <p:grpSp>
        <p:nvGrpSpPr>
          <p:cNvPr id="8210" name="Group 18"/>
          <p:cNvGrpSpPr>
            <a:grpSpLocks/>
          </p:cNvGrpSpPr>
          <p:nvPr/>
        </p:nvGrpSpPr>
        <p:grpSpPr bwMode="auto">
          <a:xfrm>
            <a:off x="3632200" y="4889500"/>
            <a:ext cx="4876800" cy="319088"/>
            <a:chOff x="2288" y="3080"/>
            <a:chExt cx="3072" cy="201"/>
          </a:xfrm>
        </p:grpSpPr>
        <p:sp>
          <p:nvSpPr>
            <p:cNvPr id="8204" name="AutoShape 12"/>
            <p:cNvSpPr>
              <a:spLocks noChangeArrowheads="1"/>
            </p:cNvSpPr>
            <p:nvPr/>
          </p:nvSpPr>
          <p:spPr bwMode="auto">
            <a:xfrm flipH="1">
              <a:off x="2288" y="3080"/>
              <a:ext cx="2914" cy="200"/>
            </a:xfrm>
            <a:prstGeom prst="roundRect">
              <a:avLst>
                <a:gd name="adj" fmla="val 0"/>
              </a:avLst>
            </a:prstGeom>
            <a:solidFill>
              <a:schemeClr val="bg2"/>
            </a:solidFill>
            <a:ln w="9525">
              <a:noFill/>
              <a:round/>
              <a:headEnd/>
              <a:tailEnd/>
            </a:ln>
            <a:effectLst/>
          </p:spPr>
          <p:txBody>
            <a:bodyPr wrap="none" anchor="ctr"/>
            <a:lstStyle/>
            <a:p>
              <a:endParaRPr lang="en-AU"/>
            </a:p>
          </p:txBody>
        </p:sp>
        <p:sp>
          <p:nvSpPr>
            <p:cNvPr id="8205" name="AutoShape 13"/>
            <p:cNvSpPr>
              <a:spLocks noChangeArrowheads="1"/>
            </p:cNvSpPr>
            <p:nvPr/>
          </p:nvSpPr>
          <p:spPr bwMode="auto">
            <a:xfrm>
              <a:off x="5196" y="3080"/>
              <a:ext cx="164" cy="201"/>
            </a:xfrm>
            <a:prstGeom prst="flowChartDelay">
              <a:avLst/>
            </a:prstGeom>
            <a:solidFill>
              <a:schemeClr val="bg2"/>
            </a:solidFill>
            <a:ln w="9525">
              <a:noFill/>
              <a:miter lim="800000"/>
              <a:headEnd/>
              <a:tailEnd/>
            </a:ln>
            <a:effectLst/>
          </p:spPr>
          <p:txBody>
            <a:bodyPr wrap="none" anchor="ctr"/>
            <a:lstStyle/>
            <a:p>
              <a:endParaRPr lang="en-AU"/>
            </a:p>
          </p:txBody>
        </p:sp>
      </p:grpSp>
      <p:sp>
        <p:nvSpPr>
          <p:cNvPr id="8206" name="Rectangle 14"/>
          <p:cNvSpPr>
            <a:spLocks noGrp="1" noChangeArrowheads="1"/>
          </p:cNvSpPr>
          <p:nvPr>
            <p:ph type="dt" sz="quarter" idx="2"/>
          </p:nvPr>
        </p:nvSpPr>
        <p:spPr>
          <a:xfrm>
            <a:off x="2667000" y="6553200"/>
            <a:ext cx="1905000" cy="304800"/>
          </a:xfrm>
        </p:spPr>
        <p:txBody>
          <a:bodyPr/>
          <a:lstStyle>
            <a:lvl1pPr>
              <a:defRPr>
                <a:solidFill>
                  <a:schemeClr val="bg1"/>
                </a:solidFill>
              </a:defRPr>
            </a:lvl1pPr>
          </a:lstStyle>
          <a:p>
            <a:endParaRPr lang="en-GB"/>
          </a:p>
        </p:txBody>
      </p:sp>
      <p:sp>
        <p:nvSpPr>
          <p:cNvPr id="8207" name="Rectangle 15"/>
          <p:cNvSpPr>
            <a:spLocks noGrp="1" noChangeArrowheads="1"/>
          </p:cNvSpPr>
          <p:nvPr>
            <p:ph type="ftr" sz="quarter" idx="3"/>
          </p:nvPr>
        </p:nvSpPr>
        <p:spPr>
          <a:xfrm>
            <a:off x="5195888" y="6553200"/>
            <a:ext cx="3279775" cy="304800"/>
          </a:xfrm>
        </p:spPr>
        <p:txBody>
          <a:bodyPr/>
          <a:lstStyle>
            <a:lvl1pPr algn="r">
              <a:defRPr/>
            </a:lvl1pPr>
          </a:lstStyle>
          <a:p>
            <a:endParaRPr lang="en-GB"/>
          </a:p>
        </p:txBody>
      </p:sp>
      <p:sp>
        <p:nvSpPr>
          <p:cNvPr id="8209" name="Rectangle 17"/>
          <p:cNvSpPr>
            <a:spLocks noGrp="1" noChangeArrowheads="1"/>
          </p:cNvSpPr>
          <p:nvPr>
            <p:ph type="sldNum" sz="quarter" idx="4"/>
          </p:nvPr>
        </p:nvSpPr>
        <p:spPr>
          <a:xfrm>
            <a:off x="9525" y="6359525"/>
            <a:ext cx="587375" cy="488950"/>
          </a:xfrm>
        </p:spPr>
        <p:txBody>
          <a:bodyPr anchorCtr="0"/>
          <a:lstStyle>
            <a:lvl1pPr>
              <a:defRPr/>
            </a:lvl1pPr>
          </a:lstStyle>
          <a:p>
            <a:fld id="{3468D49B-4902-4440-B5EF-E9617F941990}" type="slidenum">
              <a:rPr lang="en-GB"/>
              <a:pPr/>
              <a:t>‹#›</a:t>
            </a:fld>
            <a:endParaRPr lang="en-GB"/>
          </a:p>
        </p:txBody>
      </p:sp>
      <p:sp>
        <p:nvSpPr>
          <p:cNvPr id="8211" name="Rectangle 19"/>
          <p:cNvSpPr>
            <a:spLocks noGrp="1" noChangeArrowheads="1"/>
          </p:cNvSpPr>
          <p:nvPr>
            <p:ph type="ctrTitle" sz="quarter"/>
          </p:nvPr>
        </p:nvSpPr>
        <p:spPr>
          <a:xfrm>
            <a:off x="936625" y="1425575"/>
            <a:ext cx="7772400" cy="1143000"/>
          </a:xfrm>
        </p:spPr>
        <p:txBody>
          <a:bodyPr anchor="ctr"/>
          <a:lstStyle>
            <a:lvl1pPr algn="ctr">
              <a:defRPr>
                <a:solidFill>
                  <a:schemeClr val="tx1"/>
                </a:solidFill>
              </a:defRPr>
            </a:lvl1pPr>
          </a:lstStyle>
          <a:p>
            <a:r>
              <a:rPr lang="en-GB"/>
              <a:t>Click to edit Master 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lvl1pPr>
              <a:defRPr/>
            </a:lvl1pPr>
          </a:lstStyle>
          <a:p>
            <a:endParaRPr lang="en-GB"/>
          </a:p>
        </p:txBody>
      </p:sp>
      <p:sp>
        <p:nvSpPr>
          <p:cNvPr id="5" name="Footer Placeholder 4"/>
          <p:cNvSpPr>
            <a:spLocks noGrp="1"/>
          </p:cNvSpPr>
          <p:nvPr>
            <p:ph type="ftr" sz="quarter" idx="11"/>
          </p:nvPr>
        </p:nvSpPr>
        <p:spPr/>
        <p:txBody>
          <a:bodyPr/>
          <a:lstStyle>
            <a:lvl1pPr>
              <a:defRPr/>
            </a:lvl1pPr>
          </a:lstStyle>
          <a:p>
            <a:endParaRPr lang="en-GB"/>
          </a:p>
        </p:txBody>
      </p:sp>
      <p:sp>
        <p:nvSpPr>
          <p:cNvPr id="6" name="Slide Number Placeholder 5"/>
          <p:cNvSpPr>
            <a:spLocks noGrp="1"/>
          </p:cNvSpPr>
          <p:nvPr>
            <p:ph type="sldNum" sz="quarter" idx="12"/>
          </p:nvPr>
        </p:nvSpPr>
        <p:spPr/>
        <p:txBody>
          <a:bodyPr/>
          <a:lstStyle>
            <a:lvl1pPr>
              <a:defRPr/>
            </a:lvl1pPr>
          </a:lstStyle>
          <a:p>
            <a:fld id="{6E597BFD-4673-41D7-B3C6-8821095E6B4A}" type="slidenum">
              <a:rPr lang="en-GB"/>
              <a:pPr/>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endParaRPr lang="en-GB"/>
          </a:p>
        </p:txBody>
      </p:sp>
      <p:sp>
        <p:nvSpPr>
          <p:cNvPr id="5" name="Footer Placeholder 4"/>
          <p:cNvSpPr>
            <a:spLocks noGrp="1"/>
          </p:cNvSpPr>
          <p:nvPr>
            <p:ph type="ftr" sz="quarter" idx="11"/>
          </p:nvPr>
        </p:nvSpPr>
        <p:spPr/>
        <p:txBody>
          <a:bodyPr/>
          <a:lstStyle>
            <a:lvl1pPr>
              <a:defRPr/>
            </a:lvl1pPr>
          </a:lstStyle>
          <a:p>
            <a:endParaRPr lang="en-GB"/>
          </a:p>
        </p:txBody>
      </p:sp>
      <p:sp>
        <p:nvSpPr>
          <p:cNvPr id="6" name="Slide Number Placeholder 5"/>
          <p:cNvSpPr>
            <a:spLocks noGrp="1"/>
          </p:cNvSpPr>
          <p:nvPr>
            <p:ph type="sldNum" sz="quarter" idx="12"/>
          </p:nvPr>
        </p:nvSpPr>
        <p:spPr/>
        <p:txBody>
          <a:bodyPr/>
          <a:lstStyle>
            <a:lvl1pPr>
              <a:defRPr/>
            </a:lvl1pPr>
          </a:lstStyle>
          <a:p>
            <a:fld id="{AAB8A20A-CE9C-4540-BE55-8F8E0CD7BD64}" type="slidenum">
              <a:rPr lang="en-GB"/>
              <a:pPr/>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914400" y="2362200"/>
            <a:ext cx="3924300" cy="3733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4991100" y="2362200"/>
            <a:ext cx="3924300" cy="3733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lvl1pPr>
              <a:defRPr/>
            </a:lvl1pPr>
          </a:lstStyle>
          <a:p>
            <a:endParaRPr lang="en-GB"/>
          </a:p>
        </p:txBody>
      </p:sp>
      <p:sp>
        <p:nvSpPr>
          <p:cNvPr id="6" name="Footer Placeholder 5"/>
          <p:cNvSpPr>
            <a:spLocks noGrp="1"/>
          </p:cNvSpPr>
          <p:nvPr>
            <p:ph type="ftr" sz="quarter" idx="11"/>
          </p:nvPr>
        </p:nvSpPr>
        <p:spPr/>
        <p:txBody>
          <a:bodyPr/>
          <a:lstStyle>
            <a:lvl1pPr>
              <a:defRPr/>
            </a:lvl1pPr>
          </a:lstStyle>
          <a:p>
            <a:endParaRPr lang="en-GB"/>
          </a:p>
        </p:txBody>
      </p:sp>
      <p:sp>
        <p:nvSpPr>
          <p:cNvPr id="7" name="Slide Number Placeholder 6"/>
          <p:cNvSpPr>
            <a:spLocks noGrp="1"/>
          </p:cNvSpPr>
          <p:nvPr>
            <p:ph type="sldNum" sz="quarter" idx="12"/>
          </p:nvPr>
        </p:nvSpPr>
        <p:spPr/>
        <p:txBody>
          <a:bodyPr/>
          <a:lstStyle>
            <a:lvl1pPr>
              <a:defRPr/>
            </a:lvl1pPr>
          </a:lstStyle>
          <a:p>
            <a:fld id="{4C59F40C-2DC6-4A7F-8EDA-FC90F56C2F10}" type="slidenum">
              <a:rPr lang="en-GB"/>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lvl1pPr>
              <a:defRPr/>
            </a:lvl1pPr>
          </a:lstStyle>
          <a:p>
            <a:endParaRPr lang="en-GB"/>
          </a:p>
        </p:txBody>
      </p:sp>
      <p:sp>
        <p:nvSpPr>
          <p:cNvPr id="8" name="Footer Placeholder 7"/>
          <p:cNvSpPr>
            <a:spLocks noGrp="1"/>
          </p:cNvSpPr>
          <p:nvPr>
            <p:ph type="ftr" sz="quarter" idx="11"/>
          </p:nvPr>
        </p:nvSpPr>
        <p:spPr/>
        <p:txBody>
          <a:bodyPr/>
          <a:lstStyle>
            <a:lvl1pPr>
              <a:defRPr/>
            </a:lvl1pPr>
          </a:lstStyle>
          <a:p>
            <a:endParaRPr lang="en-GB"/>
          </a:p>
        </p:txBody>
      </p:sp>
      <p:sp>
        <p:nvSpPr>
          <p:cNvPr id="9" name="Slide Number Placeholder 8"/>
          <p:cNvSpPr>
            <a:spLocks noGrp="1"/>
          </p:cNvSpPr>
          <p:nvPr>
            <p:ph type="sldNum" sz="quarter" idx="12"/>
          </p:nvPr>
        </p:nvSpPr>
        <p:spPr/>
        <p:txBody>
          <a:bodyPr/>
          <a:lstStyle>
            <a:lvl1pPr>
              <a:defRPr/>
            </a:lvl1pPr>
          </a:lstStyle>
          <a:p>
            <a:fld id="{CB4589BB-92D9-44AF-A3C0-1AE06E710DB1}" type="slidenum">
              <a:rPr lang="en-GB"/>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lvl1pPr>
              <a:defRPr/>
            </a:lvl1pPr>
          </a:lstStyle>
          <a:p>
            <a:endParaRPr lang="en-GB"/>
          </a:p>
        </p:txBody>
      </p:sp>
      <p:sp>
        <p:nvSpPr>
          <p:cNvPr id="4" name="Footer Placeholder 3"/>
          <p:cNvSpPr>
            <a:spLocks noGrp="1"/>
          </p:cNvSpPr>
          <p:nvPr>
            <p:ph type="ftr" sz="quarter" idx="11"/>
          </p:nvPr>
        </p:nvSpPr>
        <p:spPr/>
        <p:txBody>
          <a:bodyPr/>
          <a:lstStyle>
            <a:lvl1pPr>
              <a:defRPr/>
            </a:lvl1pPr>
          </a:lstStyle>
          <a:p>
            <a:endParaRPr lang="en-GB"/>
          </a:p>
        </p:txBody>
      </p:sp>
      <p:sp>
        <p:nvSpPr>
          <p:cNvPr id="5" name="Slide Number Placeholder 4"/>
          <p:cNvSpPr>
            <a:spLocks noGrp="1"/>
          </p:cNvSpPr>
          <p:nvPr>
            <p:ph type="sldNum" sz="quarter" idx="12"/>
          </p:nvPr>
        </p:nvSpPr>
        <p:spPr/>
        <p:txBody>
          <a:bodyPr/>
          <a:lstStyle>
            <a:lvl1pPr>
              <a:defRPr/>
            </a:lvl1pPr>
          </a:lstStyle>
          <a:p>
            <a:fld id="{C1BE2638-CF3F-4906-83FB-81AF94E8D261}" type="slidenum">
              <a:rPr lang="en-GB"/>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GB"/>
          </a:p>
        </p:txBody>
      </p:sp>
      <p:sp>
        <p:nvSpPr>
          <p:cNvPr id="3" name="Footer Placeholder 2"/>
          <p:cNvSpPr>
            <a:spLocks noGrp="1"/>
          </p:cNvSpPr>
          <p:nvPr>
            <p:ph type="ftr" sz="quarter" idx="11"/>
          </p:nvPr>
        </p:nvSpPr>
        <p:spPr/>
        <p:txBody>
          <a:bodyPr/>
          <a:lstStyle>
            <a:lvl1pPr>
              <a:defRPr/>
            </a:lvl1pPr>
          </a:lstStyle>
          <a:p>
            <a:endParaRPr lang="en-GB"/>
          </a:p>
        </p:txBody>
      </p:sp>
      <p:sp>
        <p:nvSpPr>
          <p:cNvPr id="4" name="Slide Number Placeholder 3"/>
          <p:cNvSpPr>
            <a:spLocks noGrp="1"/>
          </p:cNvSpPr>
          <p:nvPr>
            <p:ph type="sldNum" sz="quarter" idx="12"/>
          </p:nvPr>
        </p:nvSpPr>
        <p:spPr/>
        <p:txBody>
          <a:bodyPr/>
          <a:lstStyle>
            <a:lvl1pPr>
              <a:defRPr/>
            </a:lvl1pPr>
          </a:lstStyle>
          <a:p>
            <a:fld id="{BEF73BCA-19A9-43EE-AF97-A462E9765551}" type="slidenum">
              <a:rPr lang="en-GB"/>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GB"/>
          </a:p>
        </p:txBody>
      </p:sp>
      <p:sp>
        <p:nvSpPr>
          <p:cNvPr id="6" name="Footer Placeholder 5"/>
          <p:cNvSpPr>
            <a:spLocks noGrp="1"/>
          </p:cNvSpPr>
          <p:nvPr>
            <p:ph type="ftr" sz="quarter" idx="11"/>
          </p:nvPr>
        </p:nvSpPr>
        <p:spPr/>
        <p:txBody>
          <a:bodyPr/>
          <a:lstStyle>
            <a:lvl1pPr>
              <a:defRPr/>
            </a:lvl1pPr>
          </a:lstStyle>
          <a:p>
            <a:endParaRPr lang="en-GB"/>
          </a:p>
        </p:txBody>
      </p:sp>
      <p:sp>
        <p:nvSpPr>
          <p:cNvPr id="7" name="Slide Number Placeholder 6"/>
          <p:cNvSpPr>
            <a:spLocks noGrp="1"/>
          </p:cNvSpPr>
          <p:nvPr>
            <p:ph type="sldNum" sz="quarter" idx="12"/>
          </p:nvPr>
        </p:nvSpPr>
        <p:spPr/>
        <p:txBody>
          <a:bodyPr/>
          <a:lstStyle>
            <a:lvl1pPr>
              <a:defRPr/>
            </a:lvl1pPr>
          </a:lstStyle>
          <a:p>
            <a:fld id="{EAA4A7FF-0510-419E-88C5-D2E6CFB1E20B}" type="slidenum">
              <a:rPr lang="en-GB"/>
              <a:pPr/>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GB"/>
          </a:p>
        </p:txBody>
      </p:sp>
      <p:sp>
        <p:nvSpPr>
          <p:cNvPr id="6" name="Footer Placeholder 5"/>
          <p:cNvSpPr>
            <a:spLocks noGrp="1"/>
          </p:cNvSpPr>
          <p:nvPr>
            <p:ph type="ftr" sz="quarter" idx="11"/>
          </p:nvPr>
        </p:nvSpPr>
        <p:spPr/>
        <p:txBody>
          <a:bodyPr/>
          <a:lstStyle>
            <a:lvl1pPr>
              <a:defRPr/>
            </a:lvl1pPr>
          </a:lstStyle>
          <a:p>
            <a:endParaRPr lang="en-GB"/>
          </a:p>
        </p:txBody>
      </p:sp>
      <p:sp>
        <p:nvSpPr>
          <p:cNvPr id="7" name="Slide Number Placeholder 6"/>
          <p:cNvSpPr>
            <a:spLocks noGrp="1"/>
          </p:cNvSpPr>
          <p:nvPr>
            <p:ph type="sldNum" sz="quarter" idx="12"/>
          </p:nvPr>
        </p:nvSpPr>
        <p:spPr/>
        <p:txBody>
          <a:bodyPr/>
          <a:lstStyle>
            <a:lvl1pPr>
              <a:defRPr/>
            </a:lvl1pPr>
          </a:lstStyle>
          <a:p>
            <a:fld id="{4F3334B8-D8B6-42F2-B1A9-F5BC799FC68E}" type="slidenum">
              <a:rPr lang="en-GB"/>
              <a:pPr/>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lvl1pPr>
              <a:defRPr/>
            </a:lvl1pPr>
          </a:lstStyle>
          <a:p>
            <a:endParaRPr lang="en-GB"/>
          </a:p>
        </p:txBody>
      </p:sp>
      <p:sp>
        <p:nvSpPr>
          <p:cNvPr id="5" name="Footer Placeholder 4"/>
          <p:cNvSpPr>
            <a:spLocks noGrp="1"/>
          </p:cNvSpPr>
          <p:nvPr>
            <p:ph type="ftr" sz="quarter" idx="11"/>
          </p:nvPr>
        </p:nvSpPr>
        <p:spPr/>
        <p:txBody>
          <a:bodyPr/>
          <a:lstStyle>
            <a:lvl1pPr>
              <a:defRPr/>
            </a:lvl1pPr>
          </a:lstStyle>
          <a:p>
            <a:endParaRPr lang="en-GB"/>
          </a:p>
        </p:txBody>
      </p:sp>
      <p:sp>
        <p:nvSpPr>
          <p:cNvPr id="6" name="Slide Number Placeholder 5"/>
          <p:cNvSpPr>
            <a:spLocks noGrp="1"/>
          </p:cNvSpPr>
          <p:nvPr>
            <p:ph type="sldNum" sz="quarter" idx="12"/>
          </p:nvPr>
        </p:nvSpPr>
        <p:spPr/>
        <p:txBody>
          <a:bodyPr/>
          <a:lstStyle>
            <a:lvl1pPr>
              <a:defRPr/>
            </a:lvl1pPr>
          </a:lstStyle>
          <a:p>
            <a:fld id="{F5338A5E-6736-4653-B72A-3E585AFD3228}" type="slidenum">
              <a:rPr lang="en-GB"/>
              <a:pPr/>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15150" y="762000"/>
            <a:ext cx="2000250" cy="5334000"/>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914400" y="762000"/>
            <a:ext cx="5848350" cy="53340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lvl1pPr>
              <a:defRPr/>
            </a:lvl1pPr>
          </a:lstStyle>
          <a:p>
            <a:endParaRPr lang="en-GB"/>
          </a:p>
        </p:txBody>
      </p:sp>
      <p:sp>
        <p:nvSpPr>
          <p:cNvPr id="5" name="Footer Placeholder 4"/>
          <p:cNvSpPr>
            <a:spLocks noGrp="1"/>
          </p:cNvSpPr>
          <p:nvPr>
            <p:ph type="ftr" sz="quarter" idx="11"/>
          </p:nvPr>
        </p:nvSpPr>
        <p:spPr/>
        <p:txBody>
          <a:bodyPr/>
          <a:lstStyle>
            <a:lvl1pPr>
              <a:defRPr/>
            </a:lvl1pPr>
          </a:lstStyle>
          <a:p>
            <a:endParaRPr lang="en-GB"/>
          </a:p>
        </p:txBody>
      </p:sp>
      <p:sp>
        <p:nvSpPr>
          <p:cNvPr id="6" name="Slide Number Placeholder 5"/>
          <p:cNvSpPr>
            <a:spLocks noGrp="1"/>
          </p:cNvSpPr>
          <p:nvPr>
            <p:ph type="sldNum" sz="quarter" idx="12"/>
          </p:nvPr>
        </p:nvSpPr>
        <p:spPr/>
        <p:txBody>
          <a:bodyPr/>
          <a:lstStyle>
            <a:lvl1pPr>
              <a:defRPr/>
            </a:lvl1pPr>
          </a:lstStyle>
          <a:p>
            <a:fld id="{01FCEFC8-9813-4468-BDF2-7EF77736805F}" type="slidenum">
              <a:rPr lang="en-GB"/>
              <a:pPr/>
              <a:t>‹#›</a:t>
            </a:fld>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reserve="1">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914400" y="762000"/>
            <a:ext cx="8001000" cy="1143000"/>
          </a:xfrm>
        </p:spPr>
        <p:txBody>
          <a:bodyPr/>
          <a:lstStyle/>
          <a:p>
            <a:r>
              <a:rPr lang="en-US" smtClean="0"/>
              <a:t>Click to edit Master title style</a:t>
            </a:r>
            <a:endParaRPr lang="en-AU"/>
          </a:p>
        </p:txBody>
      </p:sp>
      <p:sp>
        <p:nvSpPr>
          <p:cNvPr id="3" name="Text Placeholder 2"/>
          <p:cNvSpPr>
            <a:spLocks noGrp="1"/>
          </p:cNvSpPr>
          <p:nvPr>
            <p:ph type="body" sz="half" idx="1"/>
          </p:nvPr>
        </p:nvSpPr>
        <p:spPr>
          <a:xfrm>
            <a:off x="914400" y="2362200"/>
            <a:ext cx="3924300" cy="3733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lipArt Placeholder 3"/>
          <p:cNvSpPr>
            <a:spLocks noGrp="1"/>
          </p:cNvSpPr>
          <p:nvPr>
            <p:ph type="clipArt" sz="half" idx="2"/>
          </p:nvPr>
        </p:nvSpPr>
        <p:spPr>
          <a:xfrm>
            <a:off x="4991100" y="2362200"/>
            <a:ext cx="3924300" cy="3733800"/>
          </a:xfrm>
        </p:spPr>
        <p:txBody>
          <a:bodyPr/>
          <a:lstStyle/>
          <a:p>
            <a:endParaRPr lang="en-AU"/>
          </a:p>
        </p:txBody>
      </p:sp>
      <p:sp>
        <p:nvSpPr>
          <p:cNvPr id="5" name="Date Placeholder 4"/>
          <p:cNvSpPr>
            <a:spLocks noGrp="1"/>
          </p:cNvSpPr>
          <p:nvPr>
            <p:ph type="dt" sz="half" idx="10"/>
          </p:nvPr>
        </p:nvSpPr>
        <p:spPr>
          <a:xfrm>
            <a:off x="7010400" y="6553200"/>
            <a:ext cx="1905000" cy="304800"/>
          </a:xfrm>
        </p:spPr>
        <p:txBody>
          <a:bodyPr/>
          <a:lstStyle>
            <a:lvl1pPr>
              <a:defRPr/>
            </a:lvl1pPr>
          </a:lstStyle>
          <a:p>
            <a:endParaRPr lang="en-GB"/>
          </a:p>
        </p:txBody>
      </p:sp>
      <p:sp>
        <p:nvSpPr>
          <p:cNvPr id="6" name="Footer Placeholder 5"/>
          <p:cNvSpPr>
            <a:spLocks noGrp="1"/>
          </p:cNvSpPr>
          <p:nvPr>
            <p:ph type="ftr" sz="quarter" idx="11"/>
          </p:nvPr>
        </p:nvSpPr>
        <p:spPr>
          <a:xfrm>
            <a:off x="2936875" y="6529388"/>
            <a:ext cx="2895600" cy="304800"/>
          </a:xfrm>
        </p:spPr>
        <p:txBody>
          <a:bodyPr/>
          <a:lstStyle>
            <a:lvl1pPr>
              <a:defRPr/>
            </a:lvl1pPr>
          </a:lstStyle>
          <a:p>
            <a:endParaRPr lang="en-GB"/>
          </a:p>
        </p:txBody>
      </p:sp>
      <p:sp>
        <p:nvSpPr>
          <p:cNvPr id="7" name="Slide Number Placeholder 6"/>
          <p:cNvSpPr>
            <a:spLocks noGrp="1"/>
          </p:cNvSpPr>
          <p:nvPr>
            <p:ph type="sldNum" sz="quarter" idx="12"/>
          </p:nvPr>
        </p:nvSpPr>
        <p:spPr>
          <a:xfrm>
            <a:off x="84138" y="6343650"/>
            <a:ext cx="587375" cy="488950"/>
          </a:xfrm>
        </p:spPr>
        <p:txBody>
          <a:bodyPr/>
          <a:lstStyle>
            <a:lvl1pPr>
              <a:defRPr/>
            </a:lvl1pPr>
          </a:lstStyle>
          <a:p>
            <a:fld id="{2E07D059-7FD4-4A72-94A7-A199132581CA}" type="slidenum">
              <a:rPr lang="en-GB"/>
              <a:pPr/>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46" name="Group 22"/>
          <p:cNvGrpSpPr>
            <a:grpSpLocks/>
          </p:cNvGrpSpPr>
          <p:nvPr/>
        </p:nvGrpSpPr>
        <p:grpSpPr bwMode="auto">
          <a:xfrm>
            <a:off x="0" y="0"/>
            <a:ext cx="3200400" cy="6858000"/>
            <a:chOff x="0" y="0"/>
            <a:chExt cx="2016" cy="4320"/>
          </a:xfrm>
        </p:grpSpPr>
        <p:sp>
          <p:nvSpPr>
            <p:cNvPr id="1027" name="Rectangle 3"/>
            <p:cNvSpPr>
              <a:spLocks noChangeArrowheads="1"/>
            </p:cNvSpPr>
            <p:nvPr/>
          </p:nvSpPr>
          <p:spPr bwMode="auto">
            <a:xfrm>
              <a:off x="0" y="0"/>
              <a:ext cx="480" cy="4320"/>
            </a:xfrm>
            <a:prstGeom prst="rect">
              <a:avLst/>
            </a:prstGeom>
            <a:solidFill>
              <a:schemeClr val="accent1"/>
            </a:solidFill>
            <a:ln w="9525">
              <a:noFill/>
              <a:miter lim="800000"/>
              <a:headEnd/>
              <a:tailEnd/>
            </a:ln>
            <a:effectLst/>
          </p:spPr>
          <p:txBody>
            <a:bodyPr wrap="none" anchor="ctr"/>
            <a:lstStyle/>
            <a:p>
              <a:endParaRPr lang="en-AU"/>
            </a:p>
          </p:txBody>
        </p:sp>
        <p:sp>
          <p:nvSpPr>
            <p:cNvPr id="1028" name="Rectangle 4"/>
            <p:cNvSpPr>
              <a:spLocks noChangeArrowheads="1"/>
            </p:cNvSpPr>
            <p:nvPr/>
          </p:nvSpPr>
          <p:spPr bwMode="auto">
            <a:xfrm>
              <a:off x="432" y="0"/>
              <a:ext cx="1584" cy="672"/>
            </a:xfrm>
            <a:prstGeom prst="rect">
              <a:avLst/>
            </a:prstGeom>
            <a:solidFill>
              <a:schemeClr val="accent1"/>
            </a:solidFill>
            <a:ln w="9525">
              <a:noFill/>
              <a:miter lim="800000"/>
              <a:headEnd/>
              <a:tailEnd/>
            </a:ln>
            <a:effectLst/>
          </p:spPr>
          <p:txBody>
            <a:bodyPr wrap="none" anchor="ctr"/>
            <a:lstStyle/>
            <a:p>
              <a:endParaRPr lang="en-AU"/>
            </a:p>
          </p:txBody>
        </p:sp>
      </p:grpSp>
      <p:sp>
        <p:nvSpPr>
          <p:cNvPr id="1029" name="AutoShape 5"/>
          <p:cNvSpPr>
            <a:spLocks noChangeArrowheads="1"/>
          </p:cNvSpPr>
          <p:nvPr/>
        </p:nvSpPr>
        <p:spPr bwMode="auto">
          <a:xfrm>
            <a:off x="762000" y="762000"/>
            <a:ext cx="5105400" cy="609600"/>
          </a:xfrm>
          <a:prstGeom prst="roundRect">
            <a:avLst>
              <a:gd name="adj" fmla="val 50000"/>
            </a:avLst>
          </a:prstGeom>
          <a:solidFill>
            <a:schemeClr val="bg1"/>
          </a:solidFill>
          <a:ln w="9525">
            <a:noFill/>
            <a:round/>
            <a:headEnd/>
            <a:tailEnd/>
          </a:ln>
          <a:effectLst/>
        </p:spPr>
        <p:txBody>
          <a:bodyPr wrap="none" anchor="ctr"/>
          <a:lstStyle/>
          <a:p>
            <a:pPr algn="ctr"/>
            <a:endParaRPr kumimoji="1" lang="en-AU"/>
          </a:p>
        </p:txBody>
      </p:sp>
      <p:sp>
        <p:nvSpPr>
          <p:cNvPr id="1031" name="Rectangle 7"/>
          <p:cNvSpPr>
            <a:spLocks noGrp="1" noChangeArrowheads="1"/>
          </p:cNvSpPr>
          <p:nvPr>
            <p:ph type="title"/>
          </p:nvPr>
        </p:nvSpPr>
        <p:spPr bwMode="auto">
          <a:xfrm>
            <a:off x="914400" y="762000"/>
            <a:ext cx="8001000" cy="11430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p>
            <a:pPr lvl="0"/>
            <a:r>
              <a:rPr lang="en-GB" smtClean="0"/>
              <a:t>Click to edit Master title style</a:t>
            </a:r>
          </a:p>
        </p:txBody>
      </p:sp>
      <p:sp>
        <p:nvSpPr>
          <p:cNvPr id="1032" name="Rectangle 8"/>
          <p:cNvSpPr>
            <a:spLocks noGrp="1" noChangeArrowheads="1"/>
          </p:cNvSpPr>
          <p:nvPr>
            <p:ph type="body" idx="1"/>
          </p:nvPr>
        </p:nvSpPr>
        <p:spPr bwMode="auto">
          <a:xfrm>
            <a:off x="914400" y="2362200"/>
            <a:ext cx="8001000" cy="3733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p>
        </p:txBody>
      </p:sp>
      <p:sp>
        <p:nvSpPr>
          <p:cNvPr id="1037" name="Rectangle 13"/>
          <p:cNvSpPr>
            <a:spLocks noGrp="1" noChangeArrowheads="1"/>
          </p:cNvSpPr>
          <p:nvPr>
            <p:ph type="dt" sz="half" idx="2"/>
          </p:nvPr>
        </p:nvSpPr>
        <p:spPr bwMode="auto">
          <a:xfrm>
            <a:off x="7010400" y="6553200"/>
            <a:ext cx="1905000" cy="3048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spAutoFit/>
          </a:bodyPr>
          <a:lstStyle>
            <a:lvl1pPr algn="r">
              <a:defRPr sz="1400">
                <a:latin typeface="+mn-lt"/>
              </a:defRPr>
            </a:lvl1pPr>
          </a:lstStyle>
          <a:p>
            <a:endParaRPr lang="en-GB"/>
          </a:p>
        </p:txBody>
      </p:sp>
      <p:sp>
        <p:nvSpPr>
          <p:cNvPr id="1038" name="Rectangle 14"/>
          <p:cNvSpPr>
            <a:spLocks noGrp="1" noChangeArrowheads="1"/>
          </p:cNvSpPr>
          <p:nvPr>
            <p:ph type="ftr" sz="quarter" idx="3"/>
          </p:nvPr>
        </p:nvSpPr>
        <p:spPr bwMode="auto">
          <a:xfrm>
            <a:off x="2936875" y="6529388"/>
            <a:ext cx="2895600" cy="3048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spAutoFit/>
          </a:bodyPr>
          <a:lstStyle>
            <a:lvl1pPr algn="ctr">
              <a:defRPr sz="1400">
                <a:latin typeface="+mn-lt"/>
              </a:defRPr>
            </a:lvl1pPr>
          </a:lstStyle>
          <a:p>
            <a:endParaRPr lang="en-GB"/>
          </a:p>
        </p:txBody>
      </p:sp>
      <p:sp>
        <p:nvSpPr>
          <p:cNvPr id="1039" name="Rectangle 15"/>
          <p:cNvSpPr>
            <a:spLocks noGrp="1" noChangeArrowheads="1"/>
          </p:cNvSpPr>
          <p:nvPr>
            <p:ph type="sldNum" sz="quarter" idx="4"/>
          </p:nvPr>
        </p:nvSpPr>
        <p:spPr bwMode="auto">
          <a:xfrm>
            <a:off x="84138" y="6343650"/>
            <a:ext cx="587375" cy="488950"/>
          </a:xfrm>
          <a:prstGeom prst="rect">
            <a:avLst/>
          </a:prstGeom>
          <a:noFill/>
          <a:ln w="9525">
            <a:noFill/>
            <a:miter lim="800000"/>
            <a:headEnd/>
            <a:tailEnd/>
          </a:ln>
          <a:effectLst/>
        </p:spPr>
        <p:txBody>
          <a:bodyPr vert="horz" wrap="square" lIns="91440" tIns="45720" rIns="91440" bIns="45720" numCol="1" anchor="b" anchorCtr="1" compatLnSpc="1">
            <a:prstTxWarp prst="textNoShape">
              <a:avLst/>
            </a:prstTxWarp>
            <a:spAutoFit/>
          </a:bodyPr>
          <a:lstStyle>
            <a:lvl1pPr>
              <a:defRPr sz="2600" b="1">
                <a:solidFill>
                  <a:schemeClr val="bg1"/>
                </a:solidFill>
                <a:latin typeface="+mn-lt"/>
              </a:defRPr>
            </a:lvl1pPr>
          </a:lstStyle>
          <a:p>
            <a:fld id="{756457DF-B74D-47D8-A571-096760195C90}" type="slidenum">
              <a:rPr lang="en-GB"/>
              <a:pPr/>
              <a:t>‹#›</a:t>
            </a:fld>
            <a:endParaRPr lang="en-GB"/>
          </a:p>
        </p:txBody>
      </p:sp>
      <p:grpSp>
        <p:nvGrpSpPr>
          <p:cNvPr id="1045" name="Group 21"/>
          <p:cNvGrpSpPr>
            <a:grpSpLocks/>
          </p:cNvGrpSpPr>
          <p:nvPr/>
        </p:nvGrpSpPr>
        <p:grpSpPr bwMode="auto">
          <a:xfrm>
            <a:off x="228600" y="1981200"/>
            <a:ext cx="7391400" cy="319088"/>
            <a:chOff x="144" y="1248"/>
            <a:chExt cx="4656" cy="201"/>
          </a:xfrm>
        </p:grpSpPr>
        <p:sp>
          <p:nvSpPr>
            <p:cNvPr id="1036" name="AutoShape 12"/>
            <p:cNvSpPr>
              <a:spLocks noChangeArrowheads="1"/>
            </p:cNvSpPr>
            <p:nvPr/>
          </p:nvSpPr>
          <p:spPr bwMode="auto">
            <a:xfrm>
              <a:off x="384" y="1248"/>
              <a:ext cx="4416" cy="200"/>
            </a:xfrm>
            <a:prstGeom prst="roundRect">
              <a:avLst>
                <a:gd name="adj" fmla="val 0"/>
              </a:avLst>
            </a:prstGeom>
            <a:solidFill>
              <a:schemeClr val="bg2"/>
            </a:solidFill>
            <a:ln w="9525">
              <a:noFill/>
              <a:round/>
              <a:headEnd/>
              <a:tailEnd/>
            </a:ln>
            <a:effectLst/>
          </p:spPr>
          <p:txBody>
            <a:bodyPr wrap="none" anchor="ctr"/>
            <a:lstStyle/>
            <a:p>
              <a:endParaRPr lang="en-AU"/>
            </a:p>
          </p:txBody>
        </p:sp>
        <p:sp>
          <p:nvSpPr>
            <p:cNvPr id="1044" name="AutoShape 20"/>
            <p:cNvSpPr>
              <a:spLocks noChangeArrowheads="1"/>
            </p:cNvSpPr>
            <p:nvPr/>
          </p:nvSpPr>
          <p:spPr bwMode="auto">
            <a:xfrm flipH="1">
              <a:off x="144" y="1248"/>
              <a:ext cx="248" cy="201"/>
            </a:xfrm>
            <a:prstGeom prst="flowChartDelay">
              <a:avLst/>
            </a:prstGeom>
            <a:solidFill>
              <a:schemeClr val="bg2"/>
            </a:solidFill>
            <a:ln w="9525">
              <a:noFill/>
              <a:miter lim="800000"/>
              <a:headEnd/>
              <a:tailEnd/>
            </a:ln>
            <a:effectLst/>
          </p:spPr>
          <p:txBody>
            <a:bodyPr wrap="none" anchor="ctr"/>
            <a:lstStyle/>
            <a:p>
              <a:endParaRPr lang="en-AU"/>
            </a:p>
          </p:txBody>
        </p:sp>
      </p:grpSp>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 id="2147483664" r:id="rId11"/>
    <p:sldLayoutId id="2147483665" r:id="rId12"/>
  </p:sldLayoutIdLst>
  <p:txStyles>
    <p:titleStyle>
      <a:lvl1pPr algn="l" rtl="0" fontAlgn="base">
        <a:lnSpc>
          <a:spcPct val="90000"/>
        </a:lnSpc>
        <a:spcBef>
          <a:spcPct val="0"/>
        </a:spcBef>
        <a:spcAft>
          <a:spcPct val="0"/>
        </a:spcAft>
        <a:defRPr sz="3600" b="1">
          <a:solidFill>
            <a:schemeClr val="tx2"/>
          </a:solidFill>
          <a:latin typeface="+mj-lt"/>
          <a:ea typeface="+mj-ea"/>
          <a:cs typeface="+mj-cs"/>
        </a:defRPr>
      </a:lvl1pPr>
      <a:lvl2pPr algn="l" rtl="0" fontAlgn="base">
        <a:lnSpc>
          <a:spcPct val="90000"/>
        </a:lnSpc>
        <a:spcBef>
          <a:spcPct val="0"/>
        </a:spcBef>
        <a:spcAft>
          <a:spcPct val="0"/>
        </a:spcAft>
        <a:defRPr sz="3600" b="1">
          <a:solidFill>
            <a:schemeClr val="tx2"/>
          </a:solidFill>
          <a:latin typeface="Arial" charset="0"/>
        </a:defRPr>
      </a:lvl2pPr>
      <a:lvl3pPr algn="l" rtl="0" fontAlgn="base">
        <a:lnSpc>
          <a:spcPct val="90000"/>
        </a:lnSpc>
        <a:spcBef>
          <a:spcPct val="0"/>
        </a:spcBef>
        <a:spcAft>
          <a:spcPct val="0"/>
        </a:spcAft>
        <a:defRPr sz="3600" b="1">
          <a:solidFill>
            <a:schemeClr val="tx2"/>
          </a:solidFill>
          <a:latin typeface="Arial" charset="0"/>
        </a:defRPr>
      </a:lvl3pPr>
      <a:lvl4pPr algn="l" rtl="0" fontAlgn="base">
        <a:lnSpc>
          <a:spcPct val="90000"/>
        </a:lnSpc>
        <a:spcBef>
          <a:spcPct val="0"/>
        </a:spcBef>
        <a:spcAft>
          <a:spcPct val="0"/>
        </a:spcAft>
        <a:defRPr sz="3600" b="1">
          <a:solidFill>
            <a:schemeClr val="tx2"/>
          </a:solidFill>
          <a:latin typeface="Arial" charset="0"/>
        </a:defRPr>
      </a:lvl4pPr>
      <a:lvl5pPr algn="l" rtl="0" fontAlgn="base">
        <a:lnSpc>
          <a:spcPct val="90000"/>
        </a:lnSpc>
        <a:spcBef>
          <a:spcPct val="0"/>
        </a:spcBef>
        <a:spcAft>
          <a:spcPct val="0"/>
        </a:spcAft>
        <a:defRPr sz="3600" b="1">
          <a:solidFill>
            <a:schemeClr val="tx2"/>
          </a:solidFill>
          <a:latin typeface="Arial" charset="0"/>
        </a:defRPr>
      </a:lvl5pPr>
      <a:lvl6pPr marL="457200" algn="l" rtl="0" fontAlgn="base">
        <a:lnSpc>
          <a:spcPct val="90000"/>
        </a:lnSpc>
        <a:spcBef>
          <a:spcPct val="0"/>
        </a:spcBef>
        <a:spcAft>
          <a:spcPct val="0"/>
        </a:spcAft>
        <a:defRPr sz="3600" b="1">
          <a:solidFill>
            <a:schemeClr val="tx2"/>
          </a:solidFill>
          <a:latin typeface="Arial" charset="0"/>
        </a:defRPr>
      </a:lvl6pPr>
      <a:lvl7pPr marL="914400" algn="l" rtl="0" fontAlgn="base">
        <a:lnSpc>
          <a:spcPct val="90000"/>
        </a:lnSpc>
        <a:spcBef>
          <a:spcPct val="0"/>
        </a:spcBef>
        <a:spcAft>
          <a:spcPct val="0"/>
        </a:spcAft>
        <a:defRPr sz="3600" b="1">
          <a:solidFill>
            <a:schemeClr val="tx2"/>
          </a:solidFill>
          <a:latin typeface="Arial" charset="0"/>
        </a:defRPr>
      </a:lvl7pPr>
      <a:lvl8pPr marL="1371600" algn="l" rtl="0" fontAlgn="base">
        <a:lnSpc>
          <a:spcPct val="90000"/>
        </a:lnSpc>
        <a:spcBef>
          <a:spcPct val="0"/>
        </a:spcBef>
        <a:spcAft>
          <a:spcPct val="0"/>
        </a:spcAft>
        <a:defRPr sz="3600" b="1">
          <a:solidFill>
            <a:schemeClr val="tx2"/>
          </a:solidFill>
          <a:latin typeface="Arial" charset="0"/>
        </a:defRPr>
      </a:lvl8pPr>
      <a:lvl9pPr marL="1828800" algn="l" rtl="0" fontAlgn="base">
        <a:lnSpc>
          <a:spcPct val="90000"/>
        </a:lnSpc>
        <a:spcBef>
          <a:spcPct val="0"/>
        </a:spcBef>
        <a:spcAft>
          <a:spcPct val="0"/>
        </a:spcAft>
        <a:defRPr sz="3600" b="1">
          <a:solidFill>
            <a:schemeClr val="tx2"/>
          </a:solidFill>
          <a:latin typeface="Arial" charset="0"/>
        </a:defRPr>
      </a:lvl9pPr>
    </p:titleStyle>
    <p:bodyStyle>
      <a:lvl1pPr marL="342900" indent="-342900" algn="l" rtl="0" fontAlgn="base">
        <a:spcBef>
          <a:spcPct val="20000"/>
        </a:spcBef>
        <a:spcAft>
          <a:spcPct val="0"/>
        </a:spcAft>
        <a:buClr>
          <a:schemeClr val="tx1"/>
        </a:buClr>
        <a:buSzPct val="75000"/>
        <a:buFont typeface="Wingdings" pitchFamily="2" charset="2"/>
        <a:buChar char="l"/>
        <a:defRPr sz="2800">
          <a:solidFill>
            <a:schemeClr val="tx1"/>
          </a:solidFill>
          <a:latin typeface="+mn-lt"/>
          <a:ea typeface="+mn-ea"/>
          <a:cs typeface="+mn-cs"/>
        </a:defRPr>
      </a:lvl1pPr>
      <a:lvl2pPr marL="742950" indent="-285750" algn="l" rtl="0" fontAlgn="base">
        <a:spcBef>
          <a:spcPct val="20000"/>
        </a:spcBef>
        <a:spcAft>
          <a:spcPct val="0"/>
        </a:spcAft>
        <a:buClr>
          <a:schemeClr val="tx1"/>
        </a:buClr>
        <a:buSzPct val="75000"/>
        <a:buChar char="–"/>
        <a:defRPr sz="2400">
          <a:solidFill>
            <a:schemeClr val="tx1"/>
          </a:solidFill>
          <a:latin typeface="+mn-lt"/>
        </a:defRPr>
      </a:lvl2pPr>
      <a:lvl3pPr marL="1143000" indent="-228600" algn="l" rtl="0" fontAlgn="base">
        <a:spcBef>
          <a:spcPct val="20000"/>
        </a:spcBef>
        <a:spcAft>
          <a:spcPct val="0"/>
        </a:spcAft>
        <a:buClr>
          <a:schemeClr val="tx1"/>
        </a:buClr>
        <a:buSzPct val="75000"/>
        <a:buFont typeface="Wingdings" pitchFamily="2" charset="2"/>
        <a:buChar char="l"/>
        <a:defRPr sz="2000">
          <a:solidFill>
            <a:schemeClr val="tx1"/>
          </a:solidFill>
          <a:latin typeface="+mn-lt"/>
        </a:defRPr>
      </a:lvl3pPr>
      <a:lvl4pPr marL="1600200" indent="-228600" algn="l" rtl="0" fontAlgn="base">
        <a:spcBef>
          <a:spcPct val="20000"/>
        </a:spcBef>
        <a:spcAft>
          <a:spcPct val="0"/>
        </a:spcAft>
        <a:buClr>
          <a:schemeClr val="tx1"/>
        </a:buClr>
        <a:buSzPct val="80000"/>
        <a:buChar char="–"/>
        <a:defRPr>
          <a:solidFill>
            <a:schemeClr val="tx1"/>
          </a:solidFill>
          <a:latin typeface="+mn-lt"/>
        </a:defRPr>
      </a:lvl4pPr>
      <a:lvl5pPr marL="20574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defRPr>
      </a:lvl5pPr>
      <a:lvl6pPr marL="25146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defRPr>
      </a:lvl6pPr>
      <a:lvl7pPr marL="29718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defRPr>
      </a:lvl7pPr>
      <a:lvl8pPr marL="34290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defRPr>
      </a:lvl8pPr>
      <a:lvl9pPr marL="38862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ctrTitle"/>
          </p:nvPr>
        </p:nvSpPr>
        <p:spPr/>
        <p:txBody>
          <a:bodyPr/>
          <a:lstStyle/>
          <a:p>
            <a:r>
              <a:rPr lang="en-GB"/>
              <a:t>The Nazi Party</a:t>
            </a:r>
          </a:p>
        </p:txBody>
      </p:sp>
      <p:sp>
        <p:nvSpPr>
          <p:cNvPr id="41987" name="Rectangle 3"/>
          <p:cNvSpPr>
            <a:spLocks noGrp="1" noChangeArrowheads="1"/>
          </p:cNvSpPr>
          <p:nvPr>
            <p:ph type="subTitle" idx="1"/>
          </p:nvPr>
        </p:nvSpPr>
        <p:spPr>
          <a:xfrm>
            <a:off x="4673600" y="2927350"/>
            <a:ext cx="3657600" cy="654050"/>
          </a:xfrm>
        </p:spPr>
        <p:txBody>
          <a:bodyPr/>
          <a:lstStyle/>
          <a:p>
            <a:r>
              <a:rPr lang="en-GB"/>
              <a:t>Methods of control: The SA</a:t>
            </a:r>
          </a:p>
        </p:txBody>
      </p:sp>
      <p:sp>
        <p:nvSpPr>
          <p:cNvPr id="41988" name="Text Box 4"/>
          <p:cNvSpPr txBox="1">
            <a:spLocks noChangeArrowheads="1"/>
          </p:cNvSpPr>
          <p:nvPr/>
        </p:nvSpPr>
        <p:spPr bwMode="auto">
          <a:xfrm>
            <a:off x="4648200" y="3962400"/>
            <a:ext cx="3276600" cy="946150"/>
          </a:xfrm>
          <a:prstGeom prst="rect">
            <a:avLst/>
          </a:prstGeom>
          <a:noFill/>
          <a:ln w="9525">
            <a:noFill/>
            <a:miter lim="800000"/>
            <a:headEnd/>
            <a:tailEnd/>
          </a:ln>
          <a:effectLst/>
        </p:spPr>
        <p:txBody>
          <a:bodyPr>
            <a:spAutoFit/>
          </a:bodyPr>
          <a:lstStyle/>
          <a:p>
            <a:pPr>
              <a:spcBef>
                <a:spcPct val="50000"/>
              </a:spcBef>
            </a:pPr>
            <a:r>
              <a:rPr lang="en-GB" sz="2800">
                <a:solidFill>
                  <a:srgbClr val="FF5050"/>
                </a:solidFill>
                <a:latin typeface="Arial" charset="0"/>
              </a:rPr>
              <a:t>Using Source Material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r>
              <a:rPr lang="en-GB"/>
              <a:t>Lesson Objectives</a:t>
            </a:r>
          </a:p>
        </p:txBody>
      </p:sp>
      <p:sp>
        <p:nvSpPr>
          <p:cNvPr id="51203" name="Rectangle 3"/>
          <p:cNvSpPr>
            <a:spLocks noGrp="1" noChangeArrowheads="1"/>
          </p:cNvSpPr>
          <p:nvPr>
            <p:ph type="body" idx="1"/>
          </p:nvPr>
        </p:nvSpPr>
        <p:spPr>
          <a:xfrm>
            <a:off x="914400" y="2362200"/>
            <a:ext cx="7848600" cy="3810000"/>
          </a:xfrm>
        </p:spPr>
        <p:txBody>
          <a:bodyPr/>
          <a:lstStyle/>
          <a:p>
            <a:r>
              <a:rPr lang="en-GB" sz="2400"/>
              <a:t>In this lesson you will develop an understanding of:</a:t>
            </a:r>
          </a:p>
          <a:p>
            <a:r>
              <a:rPr lang="en-GB" sz="2000"/>
              <a:t>How the SA (Brownshirts) were used</a:t>
            </a:r>
          </a:p>
          <a:p>
            <a:r>
              <a:rPr lang="en-GB" sz="2000"/>
              <a:t>Hitler’s views on democracy</a:t>
            </a:r>
          </a:p>
          <a:p>
            <a:endParaRPr lang="en-GB" sz="2000"/>
          </a:p>
          <a:p>
            <a:r>
              <a:rPr lang="en-GB" sz="2400"/>
              <a:t>You will develop these historical skills</a:t>
            </a:r>
          </a:p>
          <a:p>
            <a:r>
              <a:rPr lang="en-GB" sz="2000"/>
              <a:t>Analysing the use of sources</a:t>
            </a:r>
          </a:p>
          <a:p>
            <a:r>
              <a:rPr lang="en-GB" sz="2000"/>
              <a:t>Inferring things from source material</a:t>
            </a:r>
          </a:p>
          <a:p>
            <a:r>
              <a:rPr lang="en-GB" sz="2000"/>
              <a:t>Structuring of answers to attain high marks.</a:t>
            </a:r>
          </a:p>
          <a:p>
            <a:endParaRPr lang="en-GB" sz="2000"/>
          </a:p>
          <a:p>
            <a:endParaRPr lang="en-GB" sz="2000"/>
          </a:p>
          <a:p>
            <a:endParaRPr lang="en-GB" sz="2400"/>
          </a:p>
          <a:p>
            <a:endParaRPr lang="en-GB" sz="2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r>
              <a:rPr lang="en-GB"/>
              <a:t>Purpose of the SA</a:t>
            </a:r>
          </a:p>
        </p:txBody>
      </p:sp>
      <p:sp>
        <p:nvSpPr>
          <p:cNvPr id="43011" name="Rectangle 3"/>
          <p:cNvSpPr>
            <a:spLocks noGrp="1" noChangeArrowheads="1"/>
          </p:cNvSpPr>
          <p:nvPr>
            <p:ph type="body" idx="1"/>
          </p:nvPr>
        </p:nvSpPr>
        <p:spPr/>
        <p:txBody>
          <a:bodyPr/>
          <a:lstStyle/>
          <a:p>
            <a:r>
              <a:rPr lang="en-GB"/>
              <a:t>The SA (Brownshirts) were directed to keep order at party meetings</a:t>
            </a:r>
          </a:p>
          <a:p>
            <a:r>
              <a:rPr lang="en-GB"/>
              <a:t>Later the SA were deployed to break up meetings of other parties</a:t>
            </a:r>
          </a:p>
          <a:p>
            <a:r>
              <a:rPr lang="en-GB"/>
              <a:t>Wore military style uniforms and used force to achieve ‘order’</a:t>
            </a:r>
          </a:p>
          <a:p>
            <a:r>
              <a:rPr lang="en-GB"/>
              <a:t>Intended to provide a strong image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30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30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4301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4301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build="p" autoUpdateAnimBg="0"/>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GB"/>
              <a:t>Evidence</a:t>
            </a:r>
          </a:p>
        </p:txBody>
      </p:sp>
      <p:sp>
        <p:nvSpPr>
          <p:cNvPr id="44035" name="Rectangle 3"/>
          <p:cNvSpPr>
            <a:spLocks noGrp="1" noChangeArrowheads="1"/>
          </p:cNvSpPr>
          <p:nvPr>
            <p:ph type="body" idx="1"/>
          </p:nvPr>
        </p:nvSpPr>
        <p:spPr/>
        <p:txBody>
          <a:bodyPr/>
          <a:lstStyle/>
          <a:p>
            <a:pPr>
              <a:lnSpc>
                <a:spcPct val="90000"/>
              </a:lnSpc>
            </a:pPr>
            <a:r>
              <a:rPr lang="en-GB" sz="2400"/>
              <a:t>Source 1</a:t>
            </a:r>
          </a:p>
          <a:p>
            <a:pPr>
              <a:lnSpc>
                <a:spcPct val="90000"/>
              </a:lnSpc>
              <a:buFont typeface="Wingdings" pitchFamily="2" charset="2"/>
              <a:buNone/>
            </a:pPr>
            <a:r>
              <a:rPr lang="en-GB" sz="2400"/>
              <a:t>    The trouble had not begun when my storm troopers attacked. Like wolves, they flung themselves in packs of eight or ten upon the enemy. After only five minutes, I hardly saw one of them who was not covered in blood. The hall looked as if a shell had struck it. Many of my supporters were being bandaged, others had to be driven away, but we had remained the masters of the situation. </a:t>
            </a:r>
          </a:p>
          <a:p>
            <a:pPr>
              <a:lnSpc>
                <a:spcPct val="90000"/>
              </a:lnSpc>
              <a:buFont typeface="Wingdings" pitchFamily="2" charset="2"/>
              <a:buNone/>
            </a:pPr>
            <a:r>
              <a:rPr lang="en-GB" sz="2400"/>
              <a:t>	Adolf Hitler, 1925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44035">
                                            <p:txEl>
                                              <p:pRg st="0" end="0"/>
                                            </p:txEl>
                                          </p:spTgt>
                                        </p:tgtEl>
                                        <p:attrNameLst>
                                          <p:attrName>style.visibility</p:attrName>
                                        </p:attrNameLst>
                                      </p:cBhvr>
                                      <p:to>
                                        <p:strVal val="visible"/>
                                      </p:to>
                                    </p:set>
                                    <p:animEffect transition="in" filter="blinds(vertical)">
                                      <p:cBhvr>
                                        <p:cTn id="7" dur="500"/>
                                        <p:tgtEl>
                                          <p:spTgt spid="4403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44035">
                                            <p:txEl>
                                              <p:pRg st="1" end="1"/>
                                            </p:txEl>
                                          </p:spTgt>
                                        </p:tgtEl>
                                        <p:attrNameLst>
                                          <p:attrName>style.visibility</p:attrName>
                                        </p:attrNameLst>
                                      </p:cBhvr>
                                      <p:to>
                                        <p:strVal val="visible"/>
                                      </p:to>
                                    </p:set>
                                    <p:animEffect transition="in" filter="blinds(vertical)">
                                      <p:cBhvr>
                                        <p:cTn id="12" dur="500"/>
                                        <p:tgtEl>
                                          <p:spTgt spid="4403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5" fill="hold" grpId="0" nodeType="clickEffect">
                                  <p:stCondLst>
                                    <p:cond delay="0"/>
                                  </p:stCondLst>
                                  <p:childTnLst>
                                    <p:set>
                                      <p:cBhvr>
                                        <p:cTn id="16" dur="1" fill="hold">
                                          <p:stCondLst>
                                            <p:cond delay="0"/>
                                          </p:stCondLst>
                                        </p:cTn>
                                        <p:tgtEl>
                                          <p:spTgt spid="44035">
                                            <p:txEl>
                                              <p:pRg st="2" end="2"/>
                                            </p:txEl>
                                          </p:spTgt>
                                        </p:tgtEl>
                                        <p:attrNameLst>
                                          <p:attrName>style.visibility</p:attrName>
                                        </p:attrNameLst>
                                      </p:cBhvr>
                                      <p:to>
                                        <p:strVal val="visible"/>
                                      </p:to>
                                    </p:set>
                                    <p:animEffect transition="in" filter="blinds(vertical)">
                                      <p:cBhvr>
                                        <p:cTn id="17" dur="500"/>
                                        <p:tgtEl>
                                          <p:spTgt spid="4403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5" grpId="0" build="p" autoUpdateAnimBg="0"/>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en-GB"/>
              <a:t>Using the evidence</a:t>
            </a:r>
          </a:p>
        </p:txBody>
      </p:sp>
      <p:sp>
        <p:nvSpPr>
          <p:cNvPr id="45059" name="Rectangle 3"/>
          <p:cNvSpPr>
            <a:spLocks noGrp="1" noChangeArrowheads="1"/>
          </p:cNvSpPr>
          <p:nvPr>
            <p:ph type="body" idx="1"/>
          </p:nvPr>
        </p:nvSpPr>
        <p:spPr/>
        <p:txBody>
          <a:bodyPr/>
          <a:lstStyle/>
          <a:p>
            <a:pPr marL="533400" indent="-533400"/>
            <a:r>
              <a:rPr lang="en-GB"/>
              <a:t>What does this source tell us?</a:t>
            </a:r>
          </a:p>
          <a:p>
            <a:pPr marL="533400" indent="-533400">
              <a:buFont typeface="Wingdings" pitchFamily="2" charset="2"/>
              <a:buAutoNum type="arabicPeriod"/>
            </a:pPr>
            <a:r>
              <a:rPr lang="en-GB" sz="2000"/>
              <a:t>That the Storm Troopers attacked opponents of the Nazi Party</a:t>
            </a:r>
          </a:p>
          <a:p>
            <a:pPr marL="533400" indent="-533400">
              <a:buFont typeface="Wingdings" pitchFamily="2" charset="2"/>
              <a:buAutoNum type="arabicPeriod"/>
            </a:pPr>
            <a:r>
              <a:rPr lang="en-GB" sz="2000"/>
              <a:t>That many of them were injured in the attack</a:t>
            </a:r>
          </a:p>
          <a:p>
            <a:pPr marL="533400" indent="-533400">
              <a:buFont typeface="Wingdings" pitchFamily="2" charset="2"/>
              <a:buAutoNum type="arabicPeriod"/>
            </a:pPr>
            <a:r>
              <a:rPr lang="en-GB" sz="2000"/>
              <a:t>That Hitler was present when this attack happened</a:t>
            </a:r>
          </a:p>
          <a:p>
            <a:pPr marL="533400" indent="-533400">
              <a:buFont typeface="Wingdings" pitchFamily="2" charset="2"/>
              <a:buAutoNum type="arabicPeriod"/>
            </a:pPr>
            <a:r>
              <a:rPr lang="en-GB" sz="2000"/>
              <a:t>That Hitler was most concerned with ensuring that the Nazi Party remained in control</a:t>
            </a:r>
          </a:p>
          <a:p>
            <a:pPr marL="533400" indent="-533400">
              <a:buFont typeface="Wingdings" pitchFamily="2" charset="2"/>
              <a:buAutoNum type="arabicPeriod"/>
            </a:pPr>
            <a:r>
              <a:rPr lang="en-GB" sz="2000"/>
              <a:t>That men were willing to fight for the Nazi Party</a:t>
            </a:r>
          </a:p>
          <a:p>
            <a:pPr marL="533400" indent="-533400">
              <a:buFont typeface="Wingdings" pitchFamily="2" charset="2"/>
              <a:buAutoNum type="arabicPeriod"/>
            </a:pPr>
            <a:r>
              <a:rPr lang="en-GB" sz="2000"/>
              <a:t>That dissent was not permitted</a:t>
            </a:r>
          </a:p>
          <a:p>
            <a:pPr marL="533400" indent="-533400">
              <a:buFont typeface="Wingdings" pitchFamily="2" charset="2"/>
              <a:buAutoNum type="arabicPeriod"/>
            </a:pPr>
            <a:endParaRPr lang="en-GB" sz="2000"/>
          </a:p>
          <a:p>
            <a:pPr marL="533400" indent="-533400">
              <a:buFont typeface="Wingdings" pitchFamily="2" charset="2"/>
              <a:buAutoNum type="arabicPeriod"/>
            </a:pPr>
            <a:endParaRPr lang="en-GB"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50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505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4505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4505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4505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4505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4505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9" grpId="0" build="p" autoUpdateAnimBg="0"/>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r>
              <a:rPr lang="en-GB"/>
              <a:t>Using the evidence</a:t>
            </a:r>
          </a:p>
        </p:txBody>
      </p:sp>
      <p:sp>
        <p:nvSpPr>
          <p:cNvPr id="47107" name="Rectangle 3"/>
          <p:cNvSpPr>
            <a:spLocks noGrp="1" noChangeArrowheads="1"/>
          </p:cNvSpPr>
          <p:nvPr>
            <p:ph type="body" idx="1"/>
          </p:nvPr>
        </p:nvSpPr>
        <p:spPr/>
        <p:txBody>
          <a:bodyPr/>
          <a:lstStyle/>
          <a:p>
            <a:pPr marL="533400" indent="-533400"/>
            <a:r>
              <a:rPr lang="en-GB"/>
              <a:t>What are the limitations of this source?</a:t>
            </a:r>
          </a:p>
          <a:p>
            <a:pPr marL="533400" indent="-533400">
              <a:buFont typeface="Wingdings" pitchFamily="2" charset="2"/>
              <a:buAutoNum type="arabicPeriod"/>
            </a:pPr>
            <a:r>
              <a:rPr lang="en-GB" sz="2400"/>
              <a:t>The source isn’t specific to time or place</a:t>
            </a:r>
          </a:p>
          <a:p>
            <a:pPr marL="533400" indent="-533400">
              <a:buFont typeface="Wingdings" pitchFamily="2" charset="2"/>
              <a:buAutoNum type="arabicPeriod"/>
            </a:pPr>
            <a:r>
              <a:rPr lang="en-GB" sz="2400"/>
              <a:t>No mention of who was attacked or why they were attacked</a:t>
            </a:r>
          </a:p>
          <a:p>
            <a:pPr marL="533400" indent="-533400">
              <a:buFont typeface="Wingdings" pitchFamily="2" charset="2"/>
              <a:buAutoNum type="arabicPeriod"/>
            </a:pPr>
            <a:r>
              <a:rPr lang="en-GB" sz="2400"/>
              <a:t>No mention of the numbers of men involved</a:t>
            </a:r>
          </a:p>
          <a:p>
            <a:pPr marL="533400" indent="-533400">
              <a:buFont typeface="Wingdings" pitchFamily="2" charset="2"/>
              <a:buAutoNum type="arabicPeriod"/>
            </a:pPr>
            <a:r>
              <a:rPr lang="en-GB" sz="2400"/>
              <a:t>The source doesn’t mention the organisation of the SA</a:t>
            </a:r>
          </a:p>
          <a:p>
            <a:pPr marL="533400" indent="-533400">
              <a:buFont typeface="Wingdings" pitchFamily="2" charset="2"/>
              <a:buAutoNum type="arabicPeriod"/>
            </a:pPr>
            <a:endParaRPr lang="en-GB" sz="2000"/>
          </a:p>
          <a:p>
            <a:pPr marL="533400" indent="-533400">
              <a:buFont typeface="Wingdings" pitchFamily="2" charset="2"/>
              <a:buAutoNum type="arabicPeriod"/>
            </a:pPr>
            <a:endParaRPr lang="en-GB" sz="2000"/>
          </a:p>
          <a:p>
            <a:pPr marL="533400" indent="-533400">
              <a:buFont typeface="Wingdings" pitchFamily="2" charset="2"/>
              <a:buAutoNum type="arabicPeriod"/>
            </a:pPr>
            <a:endParaRPr lang="en-GB"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anim calcmode="lin" valueType="num">
                                      <p:cBhvr additive="base">
                                        <p:cTn id="7" dur="500" fill="hold"/>
                                        <p:tgtEl>
                                          <p:spTgt spid="4710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710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7107">
                                            <p:txEl>
                                              <p:pRg st="1" end="1"/>
                                            </p:txEl>
                                          </p:spTgt>
                                        </p:tgtEl>
                                        <p:attrNameLst>
                                          <p:attrName>style.visibility</p:attrName>
                                        </p:attrNameLst>
                                      </p:cBhvr>
                                      <p:to>
                                        <p:strVal val="visible"/>
                                      </p:to>
                                    </p:set>
                                    <p:anim calcmode="lin" valueType="num">
                                      <p:cBhvr additive="base">
                                        <p:cTn id="13" dur="500" fill="hold"/>
                                        <p:tgtEl>
                                          <p:spTgt spid="4710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710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7107">
                                            <p:txEl>
                                              <p:pRg st="2" end="2"/>
                                            </p:txEl>
                                          </p:spTgt>
                                        </p:tgtEl>
                                        <p:attrNameLst>
                                          <p:attrName>style.visibility</p:attrName>
                                        </p:attrNameLst>
                                      </p:cBhvr>
                                      <p:to>
                                        <p:strVal val="visible"/>
                                      </p:to>
                                    </p:set>
                                    <p:anim calcmode="lin" valueType="num">
                                      <p:cBhvr additive="base">
                                        <p:cTn id="19" dur="500" fill="hold"/>
                                        <p:tgtEl>
                                          <p:spTgt spid="4710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710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7107">
                                            <p:txEl>
                                              <p:pRg st="3" end="3"/>
                                            </p:txEl>
                                          </p:spTgt>
                                        </p:tgtEl>
                                        <p:attrNameLst>
                                          <p:attrName>style.visibility</p:attrName>
                                        </p:attrNameLst>
                                      </p:cBhvr>
                                      <p:to>
                                        <p:strVal val="visible"/>
                                      </p:to>
                                    </p:set>
                                    <p:anim calcmode="lin" valueType="num">
                                      <p:cBhvr additive="base">
                                        <p:cTn id="25" dur="500" fill="hold"/>
                                        <p:tgtEl>
                                          <p:spTgt spid="4710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710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7107">
                                            <p:txEl>
                                              <p:pRg st="4" end="4"/>
                                            </p:txEl>
                                          </p:spTgt>
                                        </p:tgtEl>
                                        <p:attrNameLst>
                                          <p:attrName>style.visibility</p:attrName>
                                        </p:attrNameLst>
                                      </p:cBhvr>
                                      <p:to>
                                        <p:strVal val="visible"/>
                                      </p:to>
                                    </p:set>
                                    <p:anim calcmode="lin" valueType="num">
                                      <p:cBhvr additive="base">
                                        <p:cTn id="31" dur="500" fill="hold"/>
                                        <p:tgtEl>
                                          <p:spTgt spid="47107">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710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build="p" autoUpdateAnimBg="0"/>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r>
              <a:rPr lang="en-GB"/>
              <a:t>Is the Source useful to a historian?</a:t>
            </a:r>
          </a:p>
        </p:txBody>
      </p:sp>
      <p:sp>
        <p:nvSpPr>
          <p:cNvPr id="48131" name="Rectangle 3"/>
          <p:cNvSpPr>
            <a:spLocks noGrp="1" noChangeArrowheads="1"/>
          </p:cNvSpPr>
          <p:nvPr>
            <p:ph type="body" idx="1"/>
          </p:nvPr>
        </p:nvSpPr>
        <p:spPr/>
        <p:txBody>
          <a:bodyPr/>
          <a:lstStyle/>
          <a:p>
            <a:r>
              <a:rPr lang="en-GB" sz="2000"/>
              <a:t>It clearly has it’s uses. The extract is from Mein Kampf, so it provides us with Hitler’s own image of his Stormtroopers: which is useful for a historian to know. It also illustrates, briefly, how the SA reacted to dissent at meetings.</a:t>
            </a:r>
          </a:p>
          <a:p>
            <a:r>
              <a:rPr lang="en-GB" sz="2000"/>
              <a:t>The Source is limited in that it doesn’t provide any detail as to who was involved, what they reacted to or whether or not the SA were ordered to attack. </a:t>
            </a:r>
          </a:p>
          <a:p>
            <a:r>
              <a:rPr lang="en-GB" sz="2000"/>
              <a:t>A historian would need much more information about the SA if an objective analysis of the organisation was to be made. No mention is made here of the organisation of the SA, it’s function can only be inferred and the source is undoubtedly heavily bias.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48131">
                                            <p:txEl>
                                              <p:pRg st="0" end="0"/>
                                            </p:txEl>
                                          </p:spTgt>
                                        </p:tgtEl>
                                        <p:attrNameLst>
                                          <p:attrName>style.visibility</p:attrName>
                                        </p:attrNameLst>
                                      </p:cBhvr>
                                      <p:to>
                                        <p:strVal val="visible"/>
                                      </p:to>
                                    </p:set>
                                    <p:animEffect transition="in" filter="barn(inHorizontal)">
                                      <p:cBhvr>
                                        <p:cTn id="7" dur="500"/>
                                        <p:tgtEl>
                                          <p:spTgt spid="481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48131">
                                            <p:txEl>
                                              <p:pRg st="1" end="1"/>
                                            </p:txEl>
                                          </p:spTgt>
                                        </p:tgtEl>
                                        <p:attrNameLst>
                                          <p:attrName>style.visibility</p:attrName>
                                        </p:attrNameLst>
                                      </p:cBhvr>
                                      <p:to>
                                        <p:strVal val="visible"/>
                                      </p:to>
                                    </p:set>
                                    <p:animEffect transition="in" filter="barn(inHorizontal)">
                                      <p:cBhvr>
                                        <p:cTn id="12" dur="500"/>
                                        <p:tgtEl>
                                          <p:spTgt spid="4813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grpId="0" nodeType="clickEffect">
                                  <p:stCondLst>
                                    <p:cond delay="0"/>
                                  </p:stCondLst>
                                  <p:childTnLst>
                                    <p:set>
                                      <p:cBhvr>
                                        <p:cTn id="16" dur="1" fill="hold">
                                          <p:stCondLst>
                                            <p:cond delay="0"/>
                                          </p:stCondLst>
                                        </p:cTn>
                                        <p:tgtEl>
                                          <p:spTgt spid="48131">
                                            <p:txEl>
                                              <p:pRg st="2" end="2"/>
                                            </p:txEl>
                                          </p:spTgt>
                                        </p:tgtEl>
                                        <p:attrNameLst>
                                          <p:attrName>style.visibility</p:attrName>
                                        </p:attrNameLst>
                                      </p:cBhvr>
                                      <p:to>
                                        <p:strVal val="visible"/>
                                      </p:to>
                                    </p:set>
                                    <p:animEffect transition="in" filter="barn(inHorizontal)">
                                      <p:cBhvr>
                                        <p:cTn id="17" dur="500"/>
                                        <p:tgtEl>
                                          <p:spTgt spid="4813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1" grpId="0" build="p"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r>
              <a:rPr lang="en-GB"/>
              <a:t>Answering ‘usefulness’ questions</a:t>
            </a:r>
          </a:p>
        </p:txBody>
      </p:sp>
      <p:sp>
        <p:nvSpPr>
          <p:cNvPr id="49155" name="Rectangle 3"/>
          <p:cNvSpPr>
            <a:spLocks noGrp="1" noChangeArrowheads="1"/>
          </p:cNvSpPr>
          <p:nvPr>
            <p:ph type="body" idx="1"/>
          </p:nvPr>
        </p:nvSpPr>
        <p:spPr/>
        <p:txBody>
          <a:bodyPr/>
          <a:lstStyle/>
          <a:p>
            <a:pPr marL="533400" indent="-533400"/>
            <a:r>
              <a:rPr lang="en-GB"/>
              <a:t>Recommended structure</a:t>
            </a:r>
          </a:p>
          <a:p>
            <a:pPr marL="533400" indent="-533400"/>
            <a:r>
              <a:rPr lang="en-GB" sz="2000" b="1"/>
              <a:t>State the uses of the source in your opening paragraph.</a:t>
            </a:r>
            <a:r>
              <a:rPr lang="en-GB" sz="2000"/>
              <a:t> </a:t>
            </a:r>
          </a:p>
          <a:p>
            <a:pPr marL="533400" indent="-533400">
              <a:buFont typeface="Wingdings" pitchFamily="2" charset="2"/>
              <a:buNone/>
            </a:pPr>
            <a:r>
              <a:rPr lang="en-GB" sz="1400"/>
              <a:t>	Refer directly to the source here to make your understanding of the content explicit to the examiner. If the source supports a popular interpretation of events it would be wise to make reference to that here as well. (Only do this if you are sure though)</a:t>
            </a:r>
          </a:p>
          <a:p>
            <a:pPr marL="533400" indent="-533400"/>
            <a:r>
              <a:rPr lang="en-GB" sz="2000" b="1"/>
              <a:t>Identify and state the limitations of the source in the second paragraph.</a:t>
            </a:r>
            <a:r>
              <a:rPr lang="en-GB" sz="2000"/>
              <a:t> </a:t>
            </a:r>
          </a:p>
          <a:p>
            <a:pPr marL="533400" indent="-533400">
              <a:buFont typeface="Wingdings" pitchFamily="2" charset="2"/>
              <a:buNone/>
            </a:pPr>
            <a:r>
              <a:rPr lang="en-GB" sz="1400"/>
              <a:t>	No source tells you everything! What else would a historian need to know? Are there any mistakes in the source, is it bias? </a:t>
            </a:r>
          </a:p>
          <a:p>
            <a:pPr marL="533400" indent="-533400"/>
            <a:r>
              <a:rPr lang="en-GB" sz="2000" b="1"/>
              <a:t>Assess the sources usefulness in your closing paragraph.</a:t>
            </a:r>
            <a:endParaRPr lang="en-GB" sz="1400" b="1"/>
          </a:p>
          <a:p>
            <a:pPr marL="533400" indent="-533400">
              <a:buFont typeface="Wingdings" pitchFamily="2" charset="2"/>
              <a:buNone/>
            </a:pPr>
            <a:r>
              <a:rPr lang="en-GB" sz="2000" b="1"/>
              <a:t>	</a:t>
            </a:r>
            <a:r>
              <a:rPr lang="en-GB" sz="1400"/>
              <a:t>Provide an objective overview of how useful the source is.</a:t>
            </a:r>
            <a:r>
              <a:rPr lang="en-GB" sz="2000" b="1"/>
              <a:t> </a:t>
            </a:r>
          </a:p>
          <a:p>
            <a:pPr marL="533400" indent="-533400">
              <a:buFont typeface="Wingdings" pitchFamily="2" charset="2"/>
              <a:buNone/>
            </a:pPr>
            <a:endParaRPr lang="en-GB" sz="1400" b="1"/>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GB"/>
              <a:t>Now answer the question!</a:t>
            </a:r>
          </a:p>
        </p:txBody>
      </p:sp>
      <p:sp>
        <p:nvSpPr>
          <p:cNvPr id="55299" name="Rectangle 3"/>
          <p:cNvSpPr>
            <a:spLocks noGrp="1" noChangeArrowheads="1"/>
          </p:cNvSpPr>
          <p:nvPr>
            <p:ph type="body" idx="1"/>
          </p:nvPr>
        </p:nvSpPr>
        <p:spPr/>
        <p:txBody>
          <a:bodyPr/>
          <a:lstStyle/>
          <a:p>
            <a:pPr>
              <a:buFont typeface="Wingdings" pitchFamily="2" charset="2"/>
              <a:buNone/>
            </a:pPr>
            <a:r>
              <a:rPr lang="en-GB" sz="2000"/>
              <a:t>	The trouble had not begun when my storm troopers attacked. Like wolves, they flung themselves in packs of eight or ten upon the enemy. After only five minutes, I hardly saw one of them who was not covered in blood. The hall looked as if a shell had struck it. Many of my supporters were being bandaged, others had to be driven away, but we had remained the masters of the situation. </a:t>
            </a:r>
          </a:p>
          <a:p>
            <a:pPr>
              <a:buFont typeface="Wingdings" pitchFamily="2" charset="2"/>
              <a:buNone/>
            </a:pPr>
            <a:r>
              <a:rPr lang="en-GB" sz="2000"/>
              <a:t>	Adolf Hitler, 1925</a:t>
            </a:r>
          </a:p>
          <a:p>
            <a:pPr>
              <a:buFont typeface="Wingdings" pitchFamily="2" charset="2"/>
              <a:buNone/>
            </a:pPr>
            <a:endParaRPr lang="en-GB" sz="2000"/>
          </a:p>
          <a:p>
            <a:pPr>
              <a:buFont typeface="Wingdings" pitchFamily="2" charset="2"/>
              <a:buNone/>
            </a:pPr>
            <a:r>
              <a:rPr lang="en-GB" sz="2000"/>
              <a:t>Explain how useful the above source is to a Historian studying this aspect of Nazi Germany. </a:t>
            </a:r>
          </a:p>
          <a:p>
            <a:pPr>
              <a:buFont typeface="Wingdings" pitchFamily="2" charset="2"/>
              <a:buNone/>
            </a:pPr>
            <a:r>
              <a:rPr lang="en-GB" sz="2000" b="1"/>
              <a:t>Time allowed: </a:t>
            </a:r>
            <a:r>
              <a:rPr lang="en-GB" sz="2000" b="1">
                <a:solidFill>
                  <a:srgbClr val="FF5050"/>
                </a:solidFill>
              </a:rPr>
              <a:t>20 minutes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55299">
                                            <p:txEl>
                                              <p:pRg st="0" end="0"/>
                                            </p:txEl>
                                          </p:spTgt>
                                        </p:tgtEl>
                                        <p:attrNameLst>
                                          <p:attrName>style.visibility</p:attrName>
                                        </p:attrNameLst>
                                      </p:cBhvr>
                                      <p:to>
                                        <p:strVal val="visible"/>
                                      </p:to>
                                    </p:set>
                                    <p:anim calcmode="lin" valueType="num">
                                      <p:cBhvr>
                                        <p:cTn id="7" dur="1000" fill="hold"/>
                                        <p:tgtEl>
                                          <p:spTgt spid="55299">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55299">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55299">
                                            <p:txEl>
                                              <p:pRg st="0" end="0"/>
                                            </p:txEl>
                                          </p:spTgt>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55299">
                                            <p:txEl>
                                              <p:pRg st="0" end="0"/>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15" presetClass="entr" presetSubtype="0" fill="hold" grpId="0" nodeType="clickEffect">
                                  <p:stCondLst>
                                    <p:cond delay="0"/>
                                  </p:stCondLst>
                                  <p:childTnLst>
                                    <p:set>
                                      <p:cBhvr>
                                        <p:cTn id="14" dur="1" fill="hold">
                                          <p:stCondLst>
                                            <p:cond delay="0"/>
                                          </p:stCondLst>
                                        </p:cTn>
                                        <p:tgtEl>
                                          <p:spTgt spid="55299">
                                            <p:txEl>
                                              <p:pRg st="1" end="1"/>
                                            </p:txEl>
                                          </p:spTgt>
                                        </p:tgtEl>
                                        <p:attrNameLst>
                                          <p:attrName>style.visibility</p:attrName>
                                        </p:attrNameLst>
                                      </p:cBhvr>
                                      <p:to>
                                        <p:strVal val="visible"/>
                                      </p:to>
                                    </p:set>
                                    <p:anim calcmode="lin" valueType="num">
                                      <p:cBhvr>
                                        <p:cTn id="15" dur="1000" fill="hold"/>
                                        <p:tgtEl>
                                          <p:spTgt spid="55299">
                                            <p:txEl>
                                              <p:pRg st="1" end="1"/>
                                            </p:txEl>
                                          </p:spTgt>
                                        </p:tgtEl>
                                        <p:attrNameLst>
                                          <p:attrName>ppt_w</p:attrName>
                                        </p:attrNameLst>
                                      </p:cBhvr>
                                      <p:tavLst>
                                        <p:tav tm="0">
                                          <p:val>
                                            <p:fltVal val="0"/>
                                          </p:val>
                                        </p:tav>
                                        <p:tav tm="100000">
                                          <p:val>
                                            <p:strVal val="#ppt_w"/>
                                          </p:val>
                                        </p:tav>
                                      </p:tavLst>
                                    </p:anim>
                                    <p:anim calcmode="lin" valueType="num">
                                      <p:cBhvr>
                                        <p:cTn id="16" dur="1000" fill="hold"/>
                                        <p:tgtEl>
                                          <p:spTgt spid="55299">
                                            <p:txEl>
                                              <p:pRg st="1" end="1"/>
                                            </p:txEl>
                                          </p:spTgt>
                                        </p:tgtEl>
                                        <p:attrNameLst>
                                          <p:attrName>ppt_h</p:attrName>
                                        </p:attrNameLst>
                                      </p:cBhvr>
                                      <p:tavLst>
                                        <p:tav tm="0">
                                          <p:val>
                                            <p:fltVal val="0"/>
                                          </p:val>
                                        </p:tav>
                                        <p:tav tm="100000">
                                          <p:val>
                                            <p:strVal val="#ppt_h"/>
                                          </p:val>
                                        </p:tav>
                                      </p:tavLst>
                                    </p:anim>
                                    <p:anim calcmode="lin" valueType="num">
                                      <p:cBhvr>
                                        <p:cTn id="17" dur="1000" fill="hold"/>
                                        <p:tgtEl>
                                          <p:spTgt spid="55299">
                                            <p:txEl>
                                              <p:pRg st="1" end="1"/>
                                            </p:txEl>
                                          </p:spTgt>
                                        </p:tgtEl>
                                        <p:attrNameLst>
                                          <p:attrName>ppt_x</p:attrName>
                                        </p:attrNameLst>
                                      </p:cBhvr>
                                      <p:tavLst>
                                        <p:tav tm="0" fmla="#ppt_x+(cos(-2*pi*(1-$))*-#ppt_x-sin(-2*pi*(1-$))*(1-#ppt_y))*(1-$)">
                                          <p:val>
                                            <p:fltVal val="0"/>
                                          </p:val>
                                        </p:tav>
                                        <p:tav tm="100000">
                                          <p:val>
                                            <p:fltVal val="1"/>
                                          </p:val>
                                        </p:tav>
                                      </p:tavLst>
                                    </p:anim>
                                    <p:anim calcmode="lin" valueType="num">
                                      <p:cBhvr>
                                        <p:cTn id="18" dur="1000" fill="hold"/>
                                        <p:tgtEl>
                                          <p:spTgt spid="55299">
                                            <p:txEl>
                                              <p:pRg st="1" end="1"/>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9" fill="hold">
                      <p:stCondLst>
                        <p:cond delay="indefinite"/>
                      </p:stCondLst>
                      <p:childTnLst>
                        <p:par>
                          <p:cTn id="20" fill="hold">
                            <p:stCondLst>
                              <p:cond delay="0"/>
                            </p:stCondLst>
                            <p:childTnLst>
                              <p:par>
                                <p:cTn id="21" presetID="15" presetClass="entr" presetSubtype="0" fill="hold" grpId="0" nodeType="clickEffect">
                                  <p:stCondLst>
                                    <p:cond delay="0"/>
                                  </p:stCondLst>
                                  <p:childTnLst>
                                    <p:set>
                                      <p:cBhvr>
                                        <p:cTn id="22" dur="1" fill="hold">
                                          <p:stCondLst>
                                            <p:cond delay="0"/>
                                          </p:stCondLst>
                                        </p:cTn>
                                        <p:tgtEl>
                                          <p:spTgt spid="55299">
                                            <p:txEl>
                                              <p:pRg st="3" end="3"/>
                                            </p:txEl>
                                          </p:spTgt>
                                        </p:tgtEl>
                                        <p:attrNameLst>
                                          <p:attrName>style.visibility</p:attrName>
                                        </p:attrNameLst>
                                      </p:cBhvr>
                                      <p:to>
                                        <p:strVal val="visible"/>
                                      </p:to>
                                    </p:set>
                                    <p:anim calcmode="lin" valueType="num">
                                      <p:cBhvr>
                                        <p:cTn id="23" dur="1000" fill="hold"/>
                                        <p:tgtEl>
                                          <p:spTgt spid="55299">
                                            <p:txEl>
                                              <p:pRg st="3" end="3"/>
                                            </p:txEl>
                                          </p:spTgt>
                                        </p:tgtEl>
                                        <p:attrNameLst>
                                          <p:attrName>ppt_w</p:attrName>
                                        </p:attrNameLst>
                                      </p:cBhvr>
                                      <p:tavLst>
                                        <p:tav tm="0">
                                          <p:val>
                                            <p:fltVal val="0"/>
                                          </p:val>
                                        </p:tav>
                                        <p:tav tm="100000">
                                          <p:val>
                                            <p:strVal val="#ppt_w"/>
                                          </p:val>
                                        </p:tav>
                                      </p:tavLst>
                                    </p:anim>
                                    <p:anim calcmode="lin" valueType="num">
                                      <p:cBhvr>
                                        <p:cTn id="24" dur="1000" fill="hold"/>
                                        <p:tgtEl>
                                          <p:spTgt spid="55299">
                                            <p:txEl>
                                              <p:pRg st="3" end="3"/>
                                            </p:txEl>
                                          </p:spTgt>
                                        </p:tgtEl>
                                        <p:attrNameLst>
                                          <p:attrName>ppt_h</p:attrName>
                                        </p:attrNameLst>
                                      </p:cBhvr>
                                      <p:tavLst>
                                        <p:tav tm="0">
                                          <p:val>
                                            <p:fltVal val="0"/>
                                          </p:val>
                                        </p:tav>
                                        <p:tav tm="100000">
                                          <p:val>
                                            <p:strVal val="#ppt_h"/>
                                          </p:val>
                                        </p:tav>
                                      </p:tavLst>
                                    </p:anim>
                                    <p:anim calcmode="lin" valueType="num">
                                      <p:cBhvr>
                                        <p:cTn id="25" dur="1000" fill="hold"/>
                                        <p:tgtEl>
                                          <p:spTgt spid="55299">
                                            <p:txEl>
                                              <p:pRg st="3" end="3"/>
                                            </p:txEl>
                                          </p:spTgt>
                                        </p:tgtEl>
                                        <p:attrNameLst>
                                          <p:attrName>ppt_x</p:attrName>
                                        </p:attrNameLst>
                                      </p:cBhvr>
                                      <p:tavLst>
                                        <p:tav tm="0" fmla="#ppt_x+(cos(-2*pi*(1-$))*-#ppt_x-sin(-2*pi*(1-$))*(1-#ppt_y))*(1-$)">
                                          <p:val>
                                            <p:fltVal val="0"/>
                                          </p:val>
                                        </p:tav>
                                        <p:tav tm="100000">
                                          <p:val>
                                            <p:fltVal val="1"/>
                                          </p:val>
                                        </p:tav>
                                      </p:tavLst>
                                    </p:anim>
                                    <p:anim calcmode="lin" valueType="num">
                                      <p:cBhvr>
                                        <p:cTn id="26" dur="1000" fill="hold"/>
                                        <p:tgtEl>
                                          <p:spTgt spid="55299">
                                            <p:txEl>
                                              <p:pRg st="3" end="3"/>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7" fill="hold">
                      <p:stCondLst>
                        <p:cond delay="indefinite"/>
                      </p:stCondLst>
                      <p:childTnLst>
                        <p:par>
                          <p:cTn id="28" fill="hold">
                            <p:stCondLst>
                              <p:cond delay="0"/>
                            </p:stCondLst>
                            <p:childTnLst>
                              <p:par>
                                <p:cTn id="29" presetID="15" presetClass="entr" presetSubtype="0" fill="hold" grpId="0" nodeType="clickEffect">
                                  <p:stCondLst>
                                    <p:cond delay="0"/>
                                  </p:stCondLst>
                                  <p:childTnLst>
                                    <p:set>
                                      <p:cBhvr>
                                        <p:cTn id="30" dur="1" fill="hold">
                                          <p:stCondLst>
                                            <p:cond delay="0"/>
                                          </p:stCondLst>
                                        </p:cTn>
                                        <p:tgtEl>
                                          <p:spTgt spid="55299">
                                            <p:txEl>
                                              <p:pRg st="4" end="4"/>
                                            </p:txEl>
                                          </p:spTgt>
                                        </p:tgtEl>
                                        <p:attrNameLst>
                                          <p:attrName>style.visibility</p:attrName>
                                        </p:attrNameLst>
                                      </p:cBhvr>
                                      <p:to>
                                        <p:strVal val="visible"/>
                                      </p:to>
                                    </p:set>
                                    <p:anim calcmode="lin" valueType="num">
                                      <p:cBhvr>
                                        <p:cTn id="31" dur="1000" fill="hold"/>
                                        <p:tgtEl>
                                          <p:spTgt spid="55299">
                                            <p:txEl>
                                              <p:pRg st="4" end="4"/>
                                            </p:txEl>
                                          </p:spTgt>
                                        </p:tgtEl>
                                        <p:attrNameLst>
                                          <p:attrName>ppt_w</p:attrName>
                                        </p:attrNameLst>
                                      </p:cBhvr>
                                      <p:tavLst>
                                        <p:tav tm="0">
                                          <p:val>
                                            <p:fltVal val="0"/>
                                          </p:val>
                                        </p:tav>
                                        <p:tav tm="100000">
                                          <p:val>
                                            <p:strVal val="#ppt_w"/>
                                          </p:val>
                                        </p:tav>
                                      </p:tavLst>
                                    </p:anim>
                                    <p:anim calcmode="lin" valueType="num">
                                      <p:cBhvr>
                                        <p:cTn id="32" dur="1000" fill="hold"/>
                                        <p:tgtEl>
                                          <p:spTgt spid="55299">
                                            <p:txEl>
                                              <p:pRg st="4" end="4"/>
                                            </p:txEl>
                                          </p:spTgt>
                                        </p:tgtEl>
                                        <p:attrNameLst>
                                          <p:attrName>ppt_h</p:attrName>
                                        </p:attrNameLst>
                                      </p:cBhvr>
                                      <p:tavLst>
                                        <p:tav tm="0">
                                          <p:val>
                                            <p:fltVal val="0"/>
                                          </p:val>
                                        </p:tav>
                                        <p:tav tm="100000">
                                          <p:val>
                                            <p:strVal val="#ppt_h"/>
                                          </p:val>
                                        </p:tav>
                                      </p:tavLst>
                                    </p:anim>
                                    <p:anim calcmode="lin" valueType="num">
                                      <p:cBhvr>
                                        <p:cTn id="33" dur="1000" fill="hold"/>
                                        <p:tgtEl>
                                          <p:spTgt spid="55299">
                                            <p:txEl>
                                              <p:pRg st="4" end="4"/>
                                            </p:txEl>
                                          </p:spTgt>
                                        </p:tgtEl>
                                        <p:attrNameLst>
                                          <p:attrName>ppt_x</p:attrName>
                                        </p:attrNameLst>
                                      </p:cBhvr>
                                      <p:tavLst>
                                        <p:tav tm="0" fmla="#ppt_x+(cos(-2*pi*(1-$))*-#ppt_x-sin(-2*pi*(1-$))*(1-#ppt_y))*(1-$)">
                                          <p:val>
                                            <p:fltVal val="0"/>
                                          </p:val>
                                        </p:tav>
                                        <p:tav tm="100000">
                                          <p:val>
                                            <p:fltVal val="1"/>
                                          </p:val>
                                        </p:tav>
                                      </p:tavLst>
                                    </p:anim>
                                    <p:anim calcmode="lin" valueType="num">
                                      <p:cBhvr>
                                        <p:cTn id="34" dur="1000" fill="hold"/>
                                        <p:tgtEl>
                                          <p:spTgt spid="55299">
                                            <p:txEl>
                                              <p:pRg st="4" end="4"/>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9" grpId="0" build="p"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r>
              <a:rPr lang="en-GB"/>
              <a:t>Final check list</a:t>
            </a:r>
          </a:p>
        </p:txBody>
      </p:sp>
      <p:sp>
        <p:nvSpPr>
          <p:cNvPr id="50179" name="Rectangle 3"/>
          <p:cNvSpPr>
            <a:spLocks noGrp="1" noChangeArrowheads="1"/>
          </p:cNvSpPr>
          <p:nvPr>
            <p:ph type="body" idx="1"/>
          </p:nvPr>
        </p:nvSpPr>
        <p:spPr/>
        <p:txBody>
          <a:bodyPr/>
          <a:lstStyle/>
          <a:p>
            <a:pPr marL="533400" indent="-533400">
              <a:buFontTx/>
              <a:buNone/>
            </a:pPr>
            <a:r>
              <a:rPr lang="en-GB" sz="2000"/>
              <a:t>Does your answer:</a:t>
            </a:r>
          </a:p>
          <a:p>
            <a:pPr marL="533400" indent="-533400">
              <a:buFont typeface="Wingdings" pitchFamily="2" charset="2"/>
              <a:buChar char="ü"/>
            </a:pPr>
            <a:r>
              <a:rPr lang="en-GB" sz="2000"/>
              <a:t>State the uses of the source? </a:t>
            </a:r>
          </a:p>
          <a:p>
            <a:pPr marL="533400" indent="-533400">
              <a:buFont typeface="Wingdings" pitchFamily="2" charset="2"/>
              <a:buChar char="ü"/>
            </a:pPr>
            <a:r>
              <a:rPr lang="en-GB" sz="2000"/>
              <a:t>State the limitations of the source?</a:t>
            </a:r>
          </a:p>
          <a:p>
            <a:pPr marL="533400" indent="-533400">
              <a:buFont typeface="Wingdings" pitchFamily="2" charset="2"/>
              <a:buChar char="ü"/>
            </a:pPr>
            <a:r>
              <a:rPr lang="en-GB" sz="2000"/>
              <a:t>Make use of your knowledge to place the sources uses in context?</a:t>
            </a:r>
          </a:p>
          <a:p>
            <a:pPr marL="533400" indent="-533400">
              <a:buFont typeface="Wingdings" pitchFamily="2" charset="2"/>
              <a:buNone/>
            </a:pPr>
            <a:r>
              <a:rPr lang="en-GB" sz="2000"/>
              <a:t>Make sure you haven’t:</a:t>
            </a:r>
          </a:p>
          <a:p>
            <a:pPr marL="533400" indent="-533400"/>
            <a:r>
              <a:rPr lang="en-GB" sz="2000"/>
              <a:t>Repeated yourself</a:t>
            </a:r>
          </a:p>
          <a:p>
            <a:pPr marL="533400" indent="-533400"/>
            <a:r>
              <a:rPr lang="en-GB" sz="2000"/>
              <a:t>Made suggestions that aren’t backed up</a:t>
            </a:r>
          </a:p>
          <a:p>
            <a:pPr marL="533400" indent="-533400"/>
            <a:r>
              <a:rPr lang="en-GB" sz="2000"/>
              <a:t>Made spelling mistakes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r>
              <a:rPr lang="en-GB"/>
              <a:t>How this type of question is marked</a:t>
            </a:r>
          </a:p>
        </p:txBody>
      </p:sp>
      <p:sp>
        <p:nvSpPr>
          <p:cNvPr id="52227" name="Rectangle 3"/>
          <p:cNvSpPr>
            <a:spLocks noGrp="1" noChangeArrowheads="1"/>
          </p:cNvSpPr>
          <p:nvPr>
            <p:ph type="body" idx="1"/>
          </p:nvPr>
        </p:nvSpPr>
        <p:spPr/>
        <p:txBody>
          <a:bodyPr/>
          <a:lstStyle/>
          <a:p>
            <a:pPr>
              <a:lnSpc>
                <a:spcPct val="90000"/>
              </a:lnSpc>
            </a:pPr>
            <a:r>
              <a:rPr lang="en-GB" sz="1800"/>
              <a:t>0 marks: nothing of relevance</a:t>
            </a:r>
          </a:p>
          <a:p>
            <a:pPr>
              <a:lnSpc>
                <a:spcPct val="90000"/>
              </a:lnSpc>
            </a:pPr>
            <a:r>
              <a:rPr lang="en-GB" sz="1800"/>
              <a:t>1-2 marks: offers a general statement suggesting that the source may or may not be of use to a historian. The answer might quote from the source to support the claim.</a:t>
            </a:r>
          </a:p>
          <a:p>
            <a:pPr>
              <a:lnSpc>
                <a:spcPct val="90000"/>
              </a:lnSpc>
            </a:pPr>
            <a:r>
              <a:rPr lang="en-GB" sz="1800"/>
              <a:t>3-4 marks: answer recognises that there are uses and limitations of the source. These will be explained briefly. Student may quote from the source to support answer. This answer lacks detailed substantiation of major points. </a:t>
            </a:r>
          </a:p>
          <a:p>
            <a:pPr>
              <a:lnSpc>
                <a:spcPct val="90000"/>
              </a:lnSpc>
            </a:pPr>
            <a:r>
              <a:rPr lang="en-GB" sz="1800"/>
              <a:t>5-6 marks: answer clearly recognises that there are several uses of the source and explains these in the context of a study of the period. The student also explains the limitations of the source, making reference to other knowledge they have acquired to illustrate this clearly. The answer is objective in approach and does not jump to conclusions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222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222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5222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5222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7" grpId="0" build="p"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r>
              <a:rPr lang="en-GB"/>
              <a:t>Checking your understanding</a:t>
            </a:r>
          </a:p>
        </p:txBody>
      </p:sp>
      <p:sp>
        <p:nvSpPr>
          <p:cNvPr id="57347" name="Rectangle 3"/>
          <p:cNvSpPr>
            <a:spLocks noGrp="1" noChangeArrowheads="1"/>
          </p:cNvSpPr>
          <p:nvPr>
            <p:ph type="body" sz="half" idx="1"/>
          </p:nvPr>
        </p:nvSpPr>
        <p:spPr/>
        <p:txBody>
          <a:bodyPr/>
          <a:lstStyle/>
          <a:p>
            <a:pPr>
              <a:lnSpc>
                <a:spcPct val="90000"/>
              </a:lnSpc>
            </a:pPr>
            <a:r>
              <a:rPr lang="en-GB" sz="2400"/>
              <a:t>Cartoon by David Lowe, British cartoonist. 1934</a:t>
            </a:r>
          </a:p>
          <a:p>
            <a:pPr>
              <a:lnSpc>
                <a:spcPct val="90000"/>
              </a:lnSpc>
            </a:pPr>
            <a:endParaRPr lang="en-GB" sz="2400"/>
          </a:p>
          <a:p>
            <a:pPr>
              <a:lnSpc>
                <a:spcPct val="90000"/>
              </a:lnSpc>
            </a:pPr>
            <a:r>
              <a:rPr lang="en-GB" sz="2400"/>
              <a:t>How useful is this source to a Historian studying the nazi parties methods of control? </a:t>
            </a:r>
          </a:p>
          <a:p>
            <a:pPr>
              <a:lnSpc>
                <a:spcPct val="90000"/>
              </a:lnSpc>
            </a:pPr>
            <a:r>
              <a:rPr lang="en-GB" sz="2400"/>
              <a:t>Time allowed: 20 minutes (including planning time)</a:t>
            </a:r>
          </a:p>
        </p:txBody>
      </p:sp>
      <p:pic>
        <p:nvPicPr>
          <p:cNvPr id="57349" name="Picture 5" descr="GERnight"/>
          <p:cNvPicPr>
            <a:picLocks noGrp="1" noChangeAspect="1" noChangeArrowheads="1"/>
          </p:cNvPicPr>
          <p:nvPr>
            <p:ph type="clipArt" sz="half" idx="2"/>
          </p:nvPr>
        </p:nvPicPr>
        <p:blipFill>
          <a:blip r:embed="rId3" cstate="print"/>
          <a:srcRect/>
          <a:stretch>
            <a:fillRect/>
          </a:stretch>
        </p:blipFill>
        <p:spPr>
          <a:xfrm>
            <a:off x="4991100" y="2674938"/>
            <a:ext cx="3924300" cy="3106737"/>
          </a:xfrm>
        </p:spPr>
      </p:pic>
    </p:spTree>
  </p:cSld>
  <p:clrMapOvr>
    <a:masterClrMapping/>
  </p:clrMapOvr>
</p:sld>
</file>

<file path=ppt/theme/theme1.xml><?xml version="1.0" encoding="utf-8"?>
<a:theme xmlns:a="http://schemas.openxmlformats.org/drawingml/2006/main" name="Capsules">
  <a:themeElements>
    <a:clrScheme name="Capsules 2">
      <a:dk1>
        <a:srgbClr val="003366"/>
      </a:dk1>
      <a:lt1>
        <a:srgbClr val="FFFFFF"/>
      </a:lt1>
      <a:dk2>
        <a:srgbClr val="006666"/>
      </a:dk2>
      <a:lt2>
        <a:srgbClr val="003366"/>
      </a:lt2>
      <a:accent1>
        <a:srgbClr val="99CC99"/>
      </a:accent1>
      <a:accent2>
        <a:srgbClr val="33CCCC"/>
      </a:accent2>
      <a:accent3>
        <a:srgbClr val="FFFFFF"/>
      </a:accent3>
      <a:accent4>
        <a:srgbClr val="002A56"/>
      </a:accent4>
      <a:accent5>
        <a:srgbClr val="CAE2CA"/>
      </a:accent5>
      <a:accent6>
        <a:srgbClr val="2DB9B9"/>
      </a:accent6>
      <a:hlink>
        <a:srgbClr val="666699"/>
      </a:hlink>
      <a:folHlink>
        <a:srgbClr val="CC99FF"/>
      </a:folHlink>
    </a:clrScheme>
    <a:fontScheme name="Capsule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New Roman"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New Roman" charset="0"/>
          </a:defRPr>
        </a:defPPr>
      </a:lstStyle>
    </a:lnDef>
  </a:objectDefaults>
  <a:extraClrSchemeLst>
    <a:extraClrScheme>
      <a:clrScheme name="Capsules 1">
        <a:dk1>
          <a:srgbClr val="000066"/>
        </a:dk1>
        <a:lt1>
          <a:srgbClr val="FFFFEB"/>
        </a:lt1>
        <a:dk2>
          <a:srgbClr val="336699"/>
        </a:dk2>
        <a:lt2>
          <a:srgbClr val="FFFFEB"/>
        </a:lt2>
        <a:accent1>
          <a:srgbClr val="666699"/>
        </a:accent1>
        <a:accent2>
          <a:srgbClr val="99CCFF"/>
        </a:accent2>
        <a:accent3>
          <a:srgbClr val="ADB8CA"/>
        </a:accent3>
        <a:accent4>
          <a:srgbClr val="DADAC9"/>
        </a:accent4>
        <a:accent5>
          <a:srgbClr val="B8B8CA"/>
        </a:accent5>
        <a:accent6>
          <a:srgbClr val="8AB9E7"/>
        </a:accent6>
        <a:hlink>
          <a:srgbClr val="CCCCFF"/>
        </a:hlink>
        <a:folHlink>
          <a:srgbClr val="C68DFF"/>
        </a:folHlink>
      </a:clrScheme>
      <a:clrMap bg1="dk2" tx1="lt1" bg2="dk1" tx2="lt2" accent1="accent1" accent2="accent2" accent3="accent3" accent4="accent4" accent5="accent5" accent6="accent6" hlink="hlink" folHlink="folHlink"/>
    </a:extraClrScheme>
    <a:extraClrScheme>
      <a:clrScheme name="Capsules 2">
        <a:dk1>
          <a:srgbClr val="003366"/>
        </a:dk1>
        <a:lt1>
          <a:srgbClr val="FFFFFF"/>
        </a:lt1>
        <a:dk2>
          <a:srgbClr val="006666"/>
        </a:dk2>
        <a:lt2>
          <a:srgbClr val="003366"/>
        </a:lt2>
        <a:accent1>
          <a:srgbClr val="99CC99"/>
        </a:accent1>
        <a:accent2>
          <a:srgbClr val="33CCCC"/>
        </a:accent2>
        <a:accent3>
          <a:srgbClr val="FFFFFF"/>
        </a:accent3>
        <a:accent4>
          <a:srgbClr val="002A56"/>
        </a:accent4>
        <a:accent5>
          <a:srgbClr val="CAE2CA"/>
        </a:accent5>
        <a:accent6>
          <a:srgbClr val="2DB9B9"/>
        </a:accent6>
        <a:hlink>
          <a:srgbClr val="666699"/>
        </a:hlink>
        <a:folHlink>
          <a:srgbClr val="CC99FF"/>
        </a:folHlink>
      </a:clrScheme>
      <a:clrMap bg1="lt1" tx1="dk1" bg2="lt2" tx2="dk2" accent1="accent1" accent2="accent2" accent3="accent3" accent4="accent4" accent5="accent5" accent6="accent6" hlink="hlink" folHlink="folHlink"/>
    </a:extraClrScheme>
    <a:extraClrScheme>
      <a:clrScheme name="Capsules 3">
        <a:dk1>
          <a:srgbClr val="000000"/>
        </a:dk1>
        <a:lt1>
          <a:srgbClr val="FFFFFF"/>
        </a:lt1>
        <a:dk2>
          <a:srgbClr val="000000"/>
        </a:dk2>
        <a:lt2>
          <a:srgbClr val="5F5F5F"/>
        </a:lt2>
        <a:accent1>
          <a:srgbClr val="C0C0C0"/>
        </a:accent1>
        <a:accent2>
          <a:srgbClr val="808080"/>
        </a:accent2>
        <a:accent3>
          <a:srgbClr val="FFFFFF"/>
        </a:accent3>
        <a:accent4>
          <a:srgbClr val="000000"/>
        </a:accent4>
        <a:accent5>
          <a:srgbClr val="DCDCDC"/>
        </a:accent5>
        <a:accent6>
          <a:srgbClr val="737373"/>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Capsules 4">
        <a:dk1>
          <a:srgbClr val="000000"/>
        </a:dk1>
        <a:lt1>
          <a:srgbClr val="FFFFFF"/>
        </a:lt1>
        <a:dk2>
          <a:srgbClr val="9900CC"/>
        </a:dk2>
        <a:lt2>
          <a:srgbClr val="0033CC"/>
        </a:lt2>
        <a:accent1>
          <a:srgbClr val="FFCC66"/>
        </a:accent1>
        <a:accent2>
          <a:srgbClr val="33CC33"/>
        </a:accent2>
        <a:accent3>
          <a:srgbClr val="FFFFFF"/>
        </a:accent3>
        <a:accent4>
          <a:srgbClr val="000000"/>
        </a:accent4>
        <a:accent5>
          <a:srgbClr val="FFE2B8"/>
        </a:accent5>
        <a:accent6>
          <a:srgbClr val="2DB92D"/>
        </a:accent6>
        <a:hlink>
          <a:srgbClr val="9900CC"/>
        </a:hlink>
        <a:folHlink>
          <a:srgbClr val="9900C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Designs\Capsules.pot</Template>
  <TotalTime>119</TotalTime>
  <Words>714</Words>
  <Application>Microsoft Office PowerPoint</Application>
  <PresentationFormat>On-screen Show (4:3)</PresentationFormat>
  <Paragraphs>87</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Wingdings</vt:lpstr>
      <vt:lpstr>Times New Roman</vt:lpstr>
      <vt:lpstr>Capsules</vt:lpstr>
      <vt:lpstr>The Nazi Party</vt:lpstr>
      <vt:lpstr>Lesson Objectives</vt:lpstr>
      <vt:lpstr>Purpose of the SA</vt:lpstr>
      <vt:lpstr>Evidence</vt:lpstr>
      <vt:lpstr>Using the evidence</vt:lpstr>
      <vt:lpstr>Using the evidence</vt:lpstr>
      <vt:lpstr>Is the Source useful to a historian?</vt:lpstr>
      <vt:lpstr>Answering ‘usefulness’ questions</vt:lpstr>
      <vt:lpstr>Now answer the question!</vt:lpstr>
      <vt:lpstr>Final check list</vt:lpstr>
      <vt:lpstr>How this type of question is marked</vt:lpstr>
      <vt:lpstr>Checking your understanding</vt:lpstr>
    </vt:vector>
  </TitlesOfParts>
  <Company>Pre-installed Company</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Nazi Party</dc:title>
  <dc:creator>Dan</dc:creator>
  <cp:lastModifiedBy>Robyn</cp:lastModifiedBy>
  <cp:revision>7</cp:revision>
  <cp:lastPrinted>1601-01-01T00:00:00Z</cp:lastPrinted>
  <dcterms:created xsi:type="dcterms:W3CDTF">2001-11-18T09:47:27Z</dcterms:created>
  <dcterms:modified xsi:type="dcterms:W3CDTF">2011-11-25T14:23:27Z</dcterms:modified>
</cp:coreProperties>
</file>