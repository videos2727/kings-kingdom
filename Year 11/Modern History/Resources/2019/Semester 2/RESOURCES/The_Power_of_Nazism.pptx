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3" r:id="rId6"/>
    <p:sldId id="264" r:id="rId7"/>
    <p:sldId id="262" r:id="rId8"/>
    <p:sldId id="260" r:id="rId9"/>
    <p:sldId id="261" r:id="rId10"/>
  </p:sldIdLst>
  <p:sldSz cx="9144000" cy="6858000" type="screen4x3"/>
  <p:notesSz cx="6858000" cy="9144000"/>
  <p:defaultTextStyle>
    <a:defPPr>
      <a:defRPr lang="en-AU"/>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00"/>
    <a:srgbClr val="0000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111" autoAdjust="0"/>
    <p:restoredTop sz="90929"/>
  </p:normalViewPr>
  <p:slideViewPr>
    <p:cSldViewPr>
      <p:cViewPr varScale="1">
        <p:scale>
          <a:sx n="71" d="100"/>
          <a:sy n="71" d="100"/>
        </p:scale>
        <p:origin x="-1308" y="-108"/>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E14702E-9A73-4560-A79F-A91FC9523D05}" type="datetimeFigureOut">
              <a:rPr lang="en-AU" smtClean="0"/>
              <a:t>25/11/2011</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87BAB1B-FD21-4720-8884-461AD5186822}" type="slidenum">
              <a:rPr lang="en-AU" smtClean="0"/>
              <a:t>‹#›</a:t>
            </a:fld>
            <a:endParaRPr lang="en-AU"/>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287BAB1B-FD21-4720-8884-461AD5186822}" type="slidenum">
              <a:rPr lang="en-AU" smtClean="0"/>
              <a:t>1</a:t>
            </a:fld>
            <a:endParaRPr lang="en-AU"/>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287BAB1B-FD21-4720-8884-461AD5186822}" type="slidenum">
              <a:rPr lang="en-AU" smtClean="0"/>
              <a:t>2</a:t>
            </a:fld>
            <a:endParaRPr lang="en-AU"/>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287BAB1B-FD21-4720-8884-461AD5186822}" type="slidenum">
              <a:rPr lang="en-AU" smtClean="0"/>
              <a:t>3</a:t>
            </a:fld>
            <a:endParaRPr lang="en-AU"/>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287BAB1B-FD21-4720-8884-461AD5186822}" type="slidenum">
              <a:rPr lang="en-AU" smtClean="0"/>
              <a:t>4</a:t>
            </a:fld>
            <a:endParaRPr lang="en-AU"/>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287BAB1B-FD21-4720-8884-461AD5186822}" type="slidenum">
              <a:rPr lang="en-AU" smtClean="0"/>
              <a:t>5</a:t>
            </a:fld>
            <a:endParaRPr lang="en-AU"/>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287BAB1B-FD21-4720-8884-461AD5186822}" type="slidenum">
              <a:rPr lang="en-AU" smtClean="0"/>
              <a:t>6</a:t>
            </a:fld>
            <a:endParaRPr lang="en-AU"/>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287BAB1B-FD21-4720-8884-461AD5186822}" type="slidenum">
              <a:rPr lang="en-AU" smtClean="0"/>
              <a:t>7</a:t>
            </a:fld>
            <a:endParaRPr lang="en-AU"/>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287BAB1B-FD21-4720-8884-461AD5186822}" type="slidenum">
              <a:rPr lang="en-AU" smtClean="0"/>
              <a:t>8</a:t>
            </a:fld>
            <a:endParaRPr lang="en-AU"/>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287BAB1B-FD21-4720-8884-461AD5186822}" type="slidenum">
              <a:rPr lang="en-AU" smtClean="0"/>
              <a:t>9</a:t>
            </a:fld>
            <a:endParaRPr lang="en-A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C1C3CEBB-D1EF-4163-928E-058E30CD5FF6}" type="slidenum">
              <a:rPr lang="en-AU"/>
              <a:pPr/>
              <a:t>‹#›</a:t>
            </a:fld>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6031868D-38B2-4672-BB5A-4C09A0A3BD77}" type="slidenum">
              <a:rPr lang="en-AU"/>
              <a:pPr/>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DCE09BF8-AB28-4524-AB37-49C6523560AA}" type="slidenum">
              <a:rPr lang="en-AU"/>
              <a:pPr/>
              <a:t>‹#›</a:t>
            </a:fld>
            <a:endParaRPr lang="en-A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lvl1pPr>
              <a:defRPr/>
            </a:lvl1pPr>
          </a:lstStyle>
          <a:p>
            <a:endParaRPr lang="en-AU"/>
          </a:p>
        </p:txBody>
      </p:sp>
      <p:sp>
        <p:nvSpPr>
          <p:cNvPr id="6" name="Footer Placeholder 5"/>
          <p:cNvSpPr>
            <a:spLocks noGrp="1"/>
          </p:cNvSpPr>
          <p:nvPr>
            <p:ph type="ftr" sz="quarter" idx="11"/>
          </p:nvPr>
        </p:nvSpPr>
        <p:spPr/>
        <p:txBody>
          <a:bodyPr/>
          <a:lstStyle>
            <a:lvl1pPr>
              <a:defRPr/>
            </a:lvl1pPr>
          </a:lstStyle>
          <a:p>
            <a:endParaRPr lang="en-AU"/>
          </a:p>
        </p:txBody>
      </p:sp>
      <p:sp>
        <p:nvSpPr>
          <p:cNvPr id="7" name="Slide Number Placeholder 6"/>
          <p:cNvSpPr>
            <a:spLocks noGrp="1"/>
          </p:cNvSpPr>
          <p:nvPr>
            <p:ph type="sldNum" sz="quarter" idx="12"/>
          </p:nvPr>
        </p:nvSpPr>
        <p:spPr/>
        <p:txBody>
          <a:bodyPr/>
          <a:lstStyle>
            <a:lvl1pPr>
              <a:defRPr/>
            </a:lvl1pPr>
          </a:lstStyle>
          <a:p>
            <a:fld id="{74A0CD42-8903-42C2-8E81-D1BA4D036A8E}" type="slidenum">
              <a:rPr lang="en-AU"/>
              <a:pPr/>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lvl1pPr>
              <a:defRPr/>
            </a:lvl1pPr>
          </a:lstStyle>
          <a:p>
            <a:endParaRPr lang="en-AU"/>
          </a:p>
        </p:txBody>
      </p:sp>
      <p:sp>
        <p:nvSpPr>
          <p:cNvPr id="8" name="Footer Placeholder 7"/>
          <p:cNvSpPr>
            <a:spLocks noGrp="1"/>
          </p:cNvSpPr>
          <p:nvPr>
            <p:ph type="ftr" sz="quarter" idx="11"/>
          </p:nvPr>
        </p:nvSpPr>
        <p:spPr/>
        <p:txBody>
          <a:bodyPr/>
          <a:lstStyle>
            <a:lvl1pPr>
              <a:defRPr/>
            </a:lvl1pPr>
          </a:lstStyle>
          <a:p>
            <a:endParaRPr lang="en-AU"/>
          </a:p>
        </p:txBody>
      </p:sp>
      <p:sp>
        <p:nvSpPr>
          <p:cNvPr id="9" name="Slide Number Placeholder 8"/>
          <p:cNvSpPr>
            <a:spLocks noGrp="1"/>
          </p:cNvSpPr>
          <p:nvPr>
            <p:ph type="sldNum" sz="quarter" idx="12"/>
          </p:nvPr>
        </p:nvSpPr>
        <p:spPr/>
        <p:txBody>
          <a:bodyPr/>
          <a:lstStyle>
            <a:lvl1pPr>
              <a:defRPr/>
            </a:lvl1pPr>
          </a:lstStyle>
          <a:p>
            <a:fld id="{E1C33E82-DC06-4DF1-A258-1B15BE43FCD9}" type="slidenum">
              <a:rPr lang="en-AU"/>
              <a:pPr/>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lvl1pPr>
              <a:defRPr/>
            </a:lvl1pPr>
          </a:lstStyle>
          <a:p>
            <a:endParaRPr lang="en-AU"/>
          </a:p>
        </p:txBody>
      </p:sp>
      <p:sp>
        <p:nvSpPr>
          <p:cNvPr id="4" name="Footer Placeholder 3"/>
          <p:cNvSpPr>
            <a:spLocks noGrp="1"/>
          </p:cNvSpPr>
          <p:nvPr>
            <p:ph type="ftr" sz="quarter" idx="11"/>
          </p:nvPr>
        </p:nvSpPr>
        <p:spPr/>
        <p:txBody>
          <a:bodyPr/>
          <a:lstStyle>
            <a:lvl1pPr>
              <a:defRPr/>
            </a:lvl1pPr>
          </a:lstStyle>
          <a:p>
            <a:endParaRPr lang="en-AU"/>
          </a:p>
        </p:txBody>
      </p:sp>
      <p:sp>
        <p:nvSpPr>
          <p:cNvPr id="5" name="Slide Number Placeholder 4"/>
          <p:cNvSpPr>
            <a:spLocks noGrp="1"/>
          </p:cNvSpPr>
          <p:nvPr>
            <p:ph type="sldNum" sz="quarter" idx="12"/>
          </p:nvPr>
        </p:nvSpPr>
        <p:spPr/>
        <p:txBody>
          <a:bodyPr/>
          <a:lstStyle>
            <a:lvl1pPr>
              <a:defRPr/>
            </a:lvl1pPr>
          </a:lstStyle>
          <a:p>
            <a:fld id="{CC74BF50-27ED-4AC6-A105-27B083A3C813}" type="slidenum">
              <a:rPr lang="en-AU"/>
              <a:pPr/>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AU"/>
          </a:p>
        </p:txBody>
      </p:sp>
      <p:sp>
        <p:nvSpPr>
          <p:cNvPr id="3" name="Footer Placeholder 2"/>
          <p:cNvSpPr>
            <a:spLocks noGrp="1"/>
          </p:cNvSpPr>
          <p:nvPr>
            <p:ph type="ftr" sz="quarter" idx="11"/>
          </p:nvPr>
        </p:nvSpPr>
        <p:spPr/>
        <p:txBody>
          <a:bodyPr/>
          <a:lstStyle>
            <a:lvl1pPr>
              <a:defRPr/>
            </a:lvl1pPr>
          </a:lstStyle>
          <a:p>
            <a:endParaRPr lang="en-AU"/>
          </a:p>
        </p:txBody>
      </p:sp>
      <p:sp>
        <p:nvSpPr>
          <p:cNvPr id="4" name="Slide Number Placeholder 3"/>
          <p:cNvSpPr>
            <a:spLocks noGrp="1"/>
          </p:cNvSpPr>
          <p:nvPr>
            <p:ph type="sldNum" sz="quarter" idx="12"/>
          </p:nvPr>
        </p:nvSpPr>
        <p:spPr/>
        <p:txBody>
          <a:bodyPr/>
          <a:lstStyle>
            <a:lvl1pPr>
              <a:defRPr/>
            </a:lvl1pPr>
          </a:lstStyle>
          <a:p>
            <a:fld id="{F2EDD390-7311-47D6-967F-FB4F757A9C05}" type="slidenum">
              <a:rPr lang="en-AU"/>
              <a:pPr/>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AU"/>
          </a:p>
        </p:txBody>
      </p:sp>
      <p:sp>
        <p:nvSpPr>
          <p:cNvPr id="6" name="Footer Placeholder 5"/>
          <p:cNvSpPr>
            <a:spLocks noGrp="1"/>
          </p:cNvSpPr>
          <p:nvPr>
            <p:ph type="ftr" sz="quarter" idx="11"/>
          </p:nvPr>
        </p:nvSpPr>
        <p:spPr/>
        <p:txBody>
          <a:bodyPr/>
          <a:lstStyle>
            <a:lvl1pPr>
              <a:defRPr/>
            </a:lvl1pPr>
          </a:lstStyle>
          <a:p>
            <a:endParaRPr lang="en-AU"/>
          </a:p>
        </p:txBody>
      </p:sp>
      <p:sp>
        <p:nvSpPr>
          <p:cNvPr id="7" name="Slide Number Placeholder 6"/>
          <p:cNvSpPr>
            <a:spLocks noGrp="1"/>
          </p:cNvSpPr>
          <p:nvPr>
            <p:ph type="sldNum" sz="quarter" idx="12"/>
          </p:nvPr>
        </p:nvSpPr>
        <p:spPr/>
        <p:txBody>
          <a:bodyPr/>
          <a:lstStyle>
            <a:lvl1pPr>
              <a:defRPr/>
            </a:lvl1pPr>
          </a:lstStyle>
          <a:p>
            <a:fld id="{62382C39-9DB0-48E6-A4FD-6365FB24465D}" type="slidenum">
              <a:rPr lang="en-AU"/>
              <a:pPr/>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AU"/>
          </a:p>
        </p:txBody>
      </p:sp>
      <p:sp>
        <p:nvSpPr>
          <p:cNvPr id="6" name="Footer Placeholder 5"/>
          <p:cNvSpPr>
            <a:spLocks noGrp="1"/>
          </p:cNvSpPr>
          <p:nvPr>
            <p:ph type="ftr" sz="quarter" idx="11"/>
          </p:nvPr>
        </p:nvSpPr>
        <p:spPr/>
        <p:txBody>
          <a:bodyPr/>
          <a:lstStyle>
            <a:lvl1pPr>
              <a:defRPr/>
            </a:lvl1pPr>
          </a:lstStyle>
          <a:p>
            <a:endParaRPr lang="en-AU"/>
          </a:p>
        </p:txBody>
      </p:sp>
      <p:sp>
        <p:nvSpPr>
          <p:cNvPr id="7" name="Slide Number Placeholder 6"/>
          <p:cNvSpPr>
            <a:spLocks noGrp="1"/>
          </p:cNvSpPr>
          <p:nvPr>
            <p:ph type="sldNum" sz="quarter" idx="12"/>
          </p:nvPr>
        </p:nvSpPr>
        <p:spPr/>
        <p:txBody>
          <a:bodyPr/>
          <a:lstStyle>
            <a:lvl1pPr>
              <a:defRPr/>
            </a:lvl1pPr>
          </a:lstStyle>
          <a:p>
            <a:fld id="{43F83A97-0CE6-42BC-8D08-19D7D975C44D}" type="slidenum">
              <a:rPr lang="en-AU"/>
              <a:pPr/>
              <a:t>‹#›</a:t>
            </a:fld>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A8C0163B-A2BA-470C-9479-9822FA28A8A4}" type="slidenum">
              <a:rPr lang="en-AU"/>
              <a:pPr/>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01623F8C-8FA2-4F6A-A3B8-4BF4754DD353}" type="slidenum">
              <a:rPr lang="en-AU"/>
              <a:pPr/>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AU" smtClean="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n-AU"/>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en-AU"/>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50806E71-2679-4F2B-B6B9-3B78B2F19CE4}" type="slidenum">
              <a:rPr lang="en-AU"/>
              <a:pPr/>
              <a:t>‹#›</a:t>
            </a:fld>
            <a:endParaRPr lang="en-A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Times New Roman" pitchFamily="18" charset="0"/>
        </a:defRPr>
      </a:lvl2pPr>
      <a:lvl3pPr algn="ctr" rtl="0" fontAlgn="base">
        <a:spcBef>
          <a:spcPct val="0"/>
        </a:spcBef>
        <a:spcAft>
          <a:spcPct val="0"/>
        </a:spcAft>
        <a:defRPr sz="4400">
          <a:solidFill>
            <a:schemeClr val="tx2"/>
          </a:solidFill>
          <a:latin typeface="Times New Roman" pitchFamily="18" charset="0"/>
        </a:defRPr>
      </a:lvl3pPr>
      <a:lvl4pPr algn="ctr" rtl="0" fontAlgn="base">
        <a:spcBef>
          <a:spcPct val="0"/>
        </a:spcBef>
        <a:spcAft>
          <a:spcPct val="0"/>
        </a:spcAft>
        <a:defRPr sz="4400">
          <a:solidFill>
            <a:schemeClr val="tx2"/>
          </a:solidFill>
          <a:latin typeface="Times New Roman" pitchFamily="18" charset="0"/>
        </a:defRPr>
      </a:lvl4pPr>
      <a:lvl5pPr algn="ctr" rtl="0" fontAlgn="base">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hyperlink" Target="http://www.calvin.edu/academic/cas/gpa/story9.htm"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hyperlink" Target="http://www.calvin.edu/academic/cas/gpa/story10.htm"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descr="http://www.skalman.nu/third-reich/bilder/hitler-suit.jpg"/>
          <p:cNvPicPr>
            <a:picLocks noChangeAspect="1" noChangeArrowheads="1"/>
          </p:cNvPicPr>
          <p:nvPr/>
        </p:nvPicPr>
        <p:blipFill>
          <a:blip r:embed="rId3" cstate="print"/>
          <a:srcRect/>
          <a:stretch>
            <a:fillRect/>
          </a:stretch>
        </p:blipFill>
        <p:spPr bwMode="auto">
          <a:xfrm>
            <a:off x="457200" y="1371600"/>
            <a:ext cx="4119563" cy="5257800"/>
          </a:xfrm>
          <a:prstGeom prst="rect">
            <a:avLst/>
          </a:prstGeom>
          <a:noFill/>
        </p:spPr>
      </p:pic>
      <p:pic>
        <p:nvPicPr>
          <p:cNvPr id="2053" name="Picture 5" descr="http://www.calvin.edu/academic/cas/gpa/posters/ja1935.jpg"/>
          <p:cNvPicPr>
            <a:picLocks noChangeAspect="1" noChangeArrowheads="1"/>
          </p:cNvPicPr>
          <p:nvPr/>
        </p:nvPicPr>
        <p:blipFill>
          <a:blip r:embed="rId4" cstate="print"/>
          <a:srcRect/>
          <a:stretch>
            <a:fillRect/>
          </a:stretch>
        </p:blipFill>
        <p:spPr bwMode="auto">
          <a:xfrm>
            <a:off x="4800600" y="1371600"/>
            <a:ext cx="3729038" cy="5257800"/>
          </a:xfrm>
          <a:prstGeom prst="rect">
            <a:avLst/>
          </a:prstGeom>
          <a:noFill/>
        </p:spPr>
      </p:pic>
      <p:sp>
        <p:nvSpPr>
          <p:cNvPr id="2054" name="Rectangle 6"/>
          <p:cNvSpPr>
            <a:spLocks noChangeArrowheads="1"/>
          </p:cNvSpPr>
          <p:nvPr/>
        </p:nvSpPr>
        <p:spPr bwMode="auto">
          <a:xfrm>
            <a:off x="304800" y="228600"/>
            <a:ext cx="8458200" cy="990600"/>
          </a:xfrm>
          <a:prstGeom prst="rect">
            <a:avLst/>
          </a:prstGeom>
          <a:solidFill>
            <a:srgbClr val="000000"/>
          </a:solidFill>
          <a:ln w="9525">
            <a:solidFill>
              <a:schemeClr val="tx1"/>
            </a:solidFill>
            <a:miter lim="800000"/>
            <a:headEnd/>
            <a:tailEnd/>
          </a:ln>
          <a:effectLst/>
        </p:spPr>
        <p:txBody>
          <a:bodyPr wrap="none" anchor="ctr"/>
          <a:lstStyle/>
          <a:p>
            <a:pPr algn="ctr"/>
            <a:r>
              <a:rPr lang="en-AU" sz="7200">
                <a:solidFill>
                  <a:srgbClr val="CC0000"/>
                </a:solidFill>
              </a:rPr>
              <a:t>The Power of Nazism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descr="http://www.calvin.edu/academic/cas/gpa/posters/hitler1.jpg"/>
          <p:cNvPicPr>
            <a:picLocks noChangeAspect="1" noChangeArrowheads="1"/>
          </p:cNvPicPr>
          <p:nvPr/>
        </p:nvPicPr>
        <p:blipFill>
          <a:blip r:embed="rId3" cstate="print"/>
          <a:srcRect/>
          <a:stretch>
            <a:fillRect/>
          </a:stretch>
        </p:blipFill>
        <p:spPr bwMode="auto">
          <a:xfrm>
            <a:off x="2057400" y="44450"/>
            <a:ext cx="4854575" cy="6813550"/>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descr="http://www.calvin.edu/academic/cas/gpa/posters/ewige.jpg"/>
          <p:cNvPicPr>
            <a:picLocks noChangeAspect="1" noChangeArrowheads="1"/>
          </p:cNvPicPr>
          <p:nvPr/>
        </p:nvPicPr>
        <p:blipFill>
          <a:blip r:embed="rId3" cstate="print"/>
          <a:srcRect/>
          <a:stretch>
            <a:fillRect/>
          </a:stretch>
        </p:blipFill>
        <p:spPr bwMode="auto">
          <a:xfrm>
            <a:off x="838200" y="41275"/>
            <a:ext cx="4783138" cy="6816725"/>
          </a:xfrm>
          <a:prstGeom prst="rect">
            <a:avLst/>
          </a:prstGeom>
          <a:noFill/>
        </p:spPr>
      </p:pic>
      <p:sp>
        <p:nvSpPr>
          <p:cNvPr id="4100" name="Text Box 4"/>
          <p:cNvSpPr txBox="1">
            <a:spLocks noChangeArrowheads="1"/>
          </p:cNvSpPr>
          <p:nvPr/>
        </p:nvSpPr>
        <p:spPr bwMode="auto">
          <a:xfrm>
            <a:off x="6019800" y="2133600"/>
            <a:ext cx="2438400" cy="2835275"/>
          </a:xfrm>
          <a:prstGeom prst="rect">
            <a:avLst/>
          </a:prstGeom>
          <a:noFill/>
          <a:ln w="9525">
            <a:noFill/>
            <a:miter lim="800000"/>
            <a:headEnd/>
            <a:tailEnd/>
          </a:ln>
          <a:effectLst/>
        </p:spPr>
        <p:txBody>
          <a:bodyPr>
            <a:spAutoFit/>
          </a:bodyPr>
          <a:lstStyle/>
          <a:p>
            <a:pPr>
              <a:spcBef>
                <a:spcPct val="50000"/>
              </a:spcBef>
            </a:pPr>
            <a:r>
              <a:rPr lang="en-AU" sz="6000">
                <a:solidFill>
                  <a:schemeClr val="bg1"/>
                </a:solidFill>
              </a:rPr>
              <a:t>The Eternal Jew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descr="http://www.calvin.edu/academic/cas/gpa/posters/derjude.jpg"/>
          <p:cNvPicPr>
            <a:picLocks noChangeAspect="1" noChangeArrowheads="1"/>
          </p:cNvPicPr>
          <p:nvPr/>
        </p:nvPicPr>
        <p:blipFill>
          <a:blip r:embed="rId3" cstate="print"/>
          <a:srcRect/>
          <a:stretch>
            <a:fillRect/>
          </a:stretch>
        </p:blipFill>
        <p:spPr bwMode="auto">
          <a:xfrm>
            <a:off x="685800" y="152400"/>
            <a:ext cx="4549775" cy="6503988"/>
          </a:xfrm>
          <a:prstGeom prst="rect">
            <a:avLst/>
          </a:prstGeom>
          <a:noFill/>
        </p:spPr>
      </p:pic>
      <p:sp>
        <p:nvSpPr>
          <p:cNvPr id="5124" name="Rectangle 4"/>
          <p:cNvSpPr>
            <a:spLocks noChangeArrowheads="1"/>
          </p:cNvSpPr>
          <p:nvPr/>
        </p:nvSpPr>
        <p:spPr bwMode="auto">
          <a:xfrm>
            <a:off x="1884363" y="3017838"/>
            <a:ext cx="9144000" cy="0"/>
          </a:xfrm>
          <a:prstGeom prst="rect">
            <a:avLst/>
          </a:prstGeom>
          <a:noFill/>
          <a:ln w="9525">
            <a:noFill/>
            <a:miter lim="800000"/>
            <a:headEnd/>
            <a:tailEnd/>
          </a:ln>
          <a:effectLst/>
        </p:spPr>
        <p:txBody>
          <a:bodyPr>
            <a:spAutoFit/>
          </a:bodyPr>
          <a:lstStyle/>
          <a:p>
            <a:endParaRPr lang="en-AU"/>
          </a:p>
        </p:txBody>
      </p:sp>
      <p:sp>
        <p:nvSpPr>
          <p:cNvPr id="5125" name="Rectangle 5"/>
          <p:cNvSpPr>
            <a:spLocks noChangeArrowheads="1"/>
          </p:cNvSpPr>
          <p:nvPr/>
        </p:nvSpPr>
        <p:spPr bwMode="auto">
          <a:xfrm>
            <a:off x="1884363" y="3017838"/>
            <a:ext cx="5483225" cy="0"/>
          </a:xfrm>
          <a:prstGeom prst="rect">
            <a:avLst/>
          </a:prstGeom>
          <a:noFill/>
          <a:ln w="9525">
            <a:noFill/>
            <a:miter lim="800000"/>
            <a:headEnd/>
            <a:tailEnd/>
          </a:ln>
          <a:effectLst/>
        </p:spPr>
        <p:txBody>
          <a:bodyPr>
            <a:spAutoFit/>
          </a:bodyPr>
          <a:lstStyle/>
          <a:p>
            <a:endParaRPr lang="en-AU"/>
          </a:p>
        </p:txBody>
      </p:sp>
      <p:grpSp>
        <p:nvGrpSpPr>
          <p:cNvPr id="5130" name="Group 10"/>
          <p:cNvGrpSpPr>
            <a:grpSpLocks/>
          </p:cNvGrpSpPr>
          <p:nvPr/>
        </p:nvGrpSpPr>
        <p:grpSpPr bwMode="auto">
          <a:xfrm>
            <a:off x="5562600" y="1676400"/>
            <a:ext cx="3327400" cy="3429000"/>
            <a:chOff x="-3" y="-3"/>
            <a:chExt cx="3392" cy="524"/>
          </a:xfrm>
        </p:grpSpPr>
        <p:grpSp>
          <p:nvGrpSpPr>
            <p:cNvPr id="5128" name="Group 8"/>
            <p:cNvGrpSpPr>
              <a:grpSpLocks/>
            </p:cNvGrpSpPr>
            <p:nvPr/>
          </p:nvGrpSpPr>
          <p:grpSpPr bwMode="auto">
            <a:xfrm>
              <a:off x="0" y="0"/>
              <a:ext cx="3386" cy="518"/>
              <a:chOff x="0" y="0"/>
              <a:chExt cx="3386" cy="518"/>
            </a:xfrm>
          </p:grpSpPr>
          <p:sp>
            <p:nvSpPr>
              <p:cNvPr id="5126" name="Rectangle 6"/>
              <p:cNvSpPr>
                <a:spLocks noChangeArrowheads="1"/>
              </p:cNvSpPr>
              <p:nvPr/>
            </p:nvSpPr>
            <p:spPr bwMode="auto">
              <a:xfrm>
                <a:off x="0" y="0"/>
                <a:ext cx="3386" cy="518"/>
              </a:xfrm>
              <a:prstGeom prst="rect">
                <a:avLst/>
              </a:prstGeom>
              <a:noFill/>
              <a:ln w="9525">
                <a:noFill/>
                <a:miter lim="800000"/>
                <a:headEnd/>
                <a:tailEnd/>
              </a:ln>
              <a:effectLst/>
            </p:spPr>
            <p:txBody>
              <a:bodyPr anchor="ctr"/>
              <a:lstStyle/>
              <a:p>
                <a:r>
                  <a:rPr lang="en-AU" sz="4400">
                    <a:solidFill>
                      <a:schemeClr val="bg1"/>
                    </a:solidFill>
                  </a:rPr>
                  <a:t>"The Jew: The inciter of war, the prolonger of war."</a:t>
                </a:r>
              </a:p>
            </p:txBody>
          </p:sp>
          <p:sp>
            <p:nvSpPr>
              <p:cNvPr id="5127" name="Rectangle 7"/>
              <p:cNvSpPr>
                <a:spLocks noChangeArrowheads="1"/>
              </p:cNvSpPr>
              <p:nvPr/>
            </p:nvSpPr>
            <p:spPr bwMode="auto">
              <a:xfrm>
                <a:off x="0" y="0"/>
                <a:ext cx="3386" cy="518"/>
              </a:xfrm>
              <a:prstGeom prst="rect">
                <a:avLst/>
              </a:prstGeom>
              <a:noFill/>
              <a:ln w="7">
                <a:solidFill>
                  <a:srgbClr val="A0A0A0"/>
                </a:solidFill>
                <a:miter lim="800000"/>
                <a:headEnd/>
                <a:tailEnd/>
              </a:ln>
              <a:effectLst/>
            </p:spPr>
            <p:txBody>
              <a:bodyPr/>
              <a:lstStyle/>
              <a:p>
                <a:endParaRPr lang="en-AU"/>
              </a:p>
            </p:txBody>
          </p:sp>
        </p:grpSp>
        <p:sp>
          <p:nvSpPr>
            <p:cNvPr id="5129" name="Rectangle 9"/>
            <p:cNvSpPr>
              <a:spLocks noChangeArrowheads="1"/>
            </p:cNvSpPr>
            <p:nvPr/>
          </p:nvSpPr>
          <p:spPr bwMode="auto">
            <a:xfrm>
              <a:off x="-3" y="-3"/>
              <a:ext cx="3392" cy="524"/>
            </a:xfrm>
            <a:prstGeom prst="rect">
              <a:avLst/>
            </a:prstGeom>
            <a:noFill/>
            <a:ln w="9525">
              <a:solidFill>
                <a:srgbClr val="A0A0A0"/>
              </a:solidFill>
              <a:miter lim="800000"/>
              <a:headEnd/>
              <a:tailEnd/>
            </a:ln>
            <a:effectLst/>
          </p:spPr>
          <p:txBody>
            <a:bodyPr/>
            <a:lstStyle/>
            <a:p>
              <a:endParaRPr lang="en-AU"/>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9" name="Picture 3" descr="http://www.calvin.edu/academic/cas/gpa/images/giftpilz/scan9.jpg"/>
          <p:cNvPicPr>
            <a:picLocks noChangeAspect="1" noChangeArrowheads="1"/>
          </p:cNvPicPr>
          <p:nvPr/>
        </p:nvPicPr>
        <p:blipFill>
          <a:blip r:embed="rId3" cstate="print"/>
          <a:srcRect/>
          <a:stretch>
            <a:fillRect/>
          </a:stretch>
        </p:blipFill>
        <p:spPr bwMode="auto">
          <a:xfrm>
            <a:off x="228600" y="34925"/>
            <a:ext cx="5349875" cy="6823075"/>
          </a:xfrm>
          <a:prstGeom prst="rect">
            <a:avLst/>
          </a:prstGeom>
          <a:noFill/>
        </p:spPr>
      </p:pic>
      <p:sp>
        <p:nvSpPr>
          <p:cNvPr id="9220" name="Text Box 4"/>
          <p:cNvSpPr txBox="1">
            <a:spLocks noChangeArrowheads="1"/>
          </p:cNvSpPr>
          <p:nvPr/>
        </p:nvSpPr>
        <p:spPr bwMode="auto">
          <a:xfrm>
            <a:off x="5791200" y="685800"/>
            <a:ext cx="2971800" cy="4364038"/>
          </a:xfrm>
          <a:prstGeom prst="rect">
            <a:avLst/>
          </a:prstGeom>
          <a:noFill/>
          <a:ln w="9525">
            <a:noFill/>
            <a:miter lim="800000"/>
            <a:headEnd/>
            <a:tailEnd/>
          </a:ln>
          <a:effectLst/>
        </p:spPr>
        <p:txBody>
          <a:bodyPr>
            <a:spAutoFit/>
          </a:bodyPr>
          <a:lstStyle/>
          <a:p>
            <a:pPr>
              <a:spcBef>
                <a:spcPct val="50000"/>
              </a:spcBef>
            </a:pPr>
            <a:r>
              <a:rPr lang="en-AU" sz="2800">
                <a:solidFill>
                  <a:schemeClr val="bg1"/>
                </a:solidFill>
                <a:hlinkClick r:id="rId4"/>
              </a:rPr>
              <a:t>The Experience of Hans and Else with a Strange Man</a:t>
            </a:r>
            <a:r>
              <a:rPr lang="en-AU" sz="2800">
                <a:solidFill>
                  <a:schemeClr val="bg1"/>
                </a:solidFill>
              </a:rPr>
              <a:t> : </a:t>
            </a:r>
          </a:p>
          <a:p>
            <a:pPr>
              <a:spcBef>
                <a:spcPct val="50000"/>
              </a:spcBef>
            </a:pPr>
            <a:r>
              <a:rPr lang="en-AU" sz="2800">
                <a:solidFill>
                  <a:schemeClr val="bg1"/>
                </a:solidFill>
              </a:rPr>
              <a:t>"Here, kids, I have some candy for you. But you both have to come with me..."</a:t>
            </a:r>
          </a:p>
          <a:p>
            <a:pPr>
              <a:spcBef>
                <a:spcPct val="50000"/>
              </a:spcBef>
            </a:pPr>
            <a:endParaRPr lang="en-AU" sz="280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3" name="Picture 3" descr="http://www.calvin.edu/academic/cas/gpa/images/giftpilz/scan10.jpg"/>
          <p:cNvPicPr>
            <a:picLocks noChangeAspect="1" noChangeArrowheads="1"/>
          </p:cNvPicPr>
          <p:nvPr/>
        </p:nvPicPr>
        <p:blipFill>
          <a:blip r:embed="rId3" cstate="print"/>
          <a:srcRect/>
          <a:stretch>
            <a:fillRect/>
          </a:stretch>
        </p:blipFill>
        <p:spPr bwMode="auto">
          <a:xfrm>
            <a:off x="304800" y="152400"/>
            <a:ext cx="5018088" cy="6503988"/>
          </a:xfrm>
          <a:prstGeom prst="rect">
            <a:avLst/>
          </a:prstGeom>
          <a:noFill/>
        </p:spPr>
      </p:pic>
      <p:sp>
        <p:nvSpPr>
          <p:cNvPr id="10244" name="Text Box 4"/>
          <p:cNvSpPr txBox="1">
            <a:spLocks noChangeArrowheads="1"/>
          </p:cNvSpPr>
          <p:nvPr/>
        </p:nvSpPr>
        <p:spPr bwMode="auto">
          <a:xfrm>
            <a:off x="5562600" y="1905000"/>
            <a:ext cx="2971800" cy="3416300"/>
          </a:xfrm>
          <a:prstGeom prst="rect">
            <a:avLst/>
          </a:prstGeom>
          <a:noFill/>
          <a:ln w="9525">
            <a:noFill/>
            <a:miter lim="800000"/>
            <a:headEnd/>
            <a:tailEnd/>
          </a:ln>
          <a:effectLst/>
        </p:spPr>
        <p:txBody>
          <a:bodyPr>
            <a:spAutoFit/>
          </a:bodyPr>
          <a:lstStyle/>
          <a:p>
            <a:pPr>
              <a:spcBef>
                <a:spcPct val="50000"/>
              </a:spcBef>
            </a:pPr>
            <a:r>
              <a:rPr lang="en-AU" sz="2800">
                <a:solidFill>
                  <a:schemeClr val="bg1"/>
                </a:solidFill>
                <a:hlinkClick r:id="rId4"/>
              </a:rPr>
              <a:t>Inge's Visit to a Jewish Doctor</a:t>
            </a:r>
            <a:r>
              <a:rPr lang="en-AU" sz="2800">
                <a:solidFill>
                  <a:schemeClr val="bg1"/>
                </a:solidFill>
              </a:rPr>
              <a:t> : </a:t>
            </a:r>
          </a:p>
          <a:p>
            <a:pPr>
              <a:spcBef>
                <a:spcPct val="50000"/>
              </a:spcBef>
            </a:pPr>
            <a:r>
              <a:rPr lang="en-AU" sz="2800">
                <a:solidFill>
                  <a:schemeClr val="bg1"/>
                </a:solidFill>
              </a:rPr>
              <a:t>"Two criminal eyes flashed behind the glasses and the fat lips grinned."</a:t>
            </a:r>
          </a:p>
          <a:p>
            <a:pPr>
              <a:spcBef>
                <a:spcPct val="50000"/>
              </a:spcBef>
            </a:pPr>
            <a:endParaRPr lang="en-AU">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304800" y="228600"/>
            <a:ext cx="8610600" cy="6427788"/>
          </a:xfrm>
          <a:prstGeom prst="rect">
            <a:avLst/>
          </a:prstGeom>
          <a:noFill/>
          <a:ln w="9525">
            <a:noFill/>
            <a:miter lim="800000"/>
            <a:headEnd/>
            <a:tailEnd/>
          </a:ln>
          <a:effectLst/>
        </p:spPr>
        <p:txBody>
          <a:bodyPr>
            <a:spAutoFit/>
          </a:bodyPr>
          <a:lstStyle/>
          <a:p>
            <a:pPr>
              <a:spcBef>
                <a:spcPct val="50000"/>
              </a:spcBef>
            </a:pPr>
            <a:r>
              <a:rPr lang="en-AU" sz="3200" b="1">
                <a:solidFill>
                  <a:schemeClr val="bg1"/>
                </a:solidFill>
                <a:latin typeface="Trebuchet MS" pitchFamily="34" charset="0"/>
              </a:rPr>
              <a:t>"My program for educating youth is hard. Weakness must be hammered away. In my castles of the Teutonic Order a youth will grow up before which the world will tremble. I want a brutal, domineering, fearless, cruel youth. Youth must be all that. It must bear pain. There must be nothing weak and gentle about it. The free, splendid beast of prey must once again flash from its eyes...That is how I will eradicate thousands of years of human domestication...That is how I will create the New Order."  (Adolf Hitler, 1933)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descr="http://www.calvin.edu/academic/cas/gpa/posters/hj.jpg"/>
          <p:cNvPicPr>
            <a:picLocks noChangeAspect="1" noChangeArrowheads="1"/>
          </p:cNvPicPr>
          <p:nvPr/>
        </p:nvPicPr>
        <p:blipFill>
          <a:blip r:embed="rId3" cstate="print"/>
          <a:srcRect/>
          <a:stretch>
            <a:fillRect/>
          </a:stretch>
        </p:blipFill>
        <p:spPr bwMode="auto">
          <a:xfrm>
            <a:off x="214313" y="0"/>
            <a:ext cx="4784725" cy="6858000"/>
          </a:xfrm>
          <a:prstGeom prst="rect">
            <a:avLst/>
          </a:prstGeom>
          <a:noFill/>
        </p:spPr>
      </p:pic>
      <p:sp>
        <p:nvSpPr>
          <p:cNvPr id="6148" name="Text Box 4"/>
          <p:cNvSpPr txBox="1">
            <a:spLocks noChangeArrowheads="1"/>
          </p:cNvSpPr>
          <p:nvPr/>
        </p:nvSpPr>
        <p:spPr bwMode="auto">
          <a:xfrm>
            <a:off x="5334000" y="2438400"/>
            <a:ext cx="3581400" cy="2647950"/>
          </a:xfrm>
          <a:prstGeom prst="rect">
            <a:avLst/>
          </a:prstGeom>
          <a:noFill/>
          <a:ln w="9525">
            <a:noFill/>
            <a:miter lim="800000"/>
            <a:headEnd/>
            <a:tailEnd/>
          </a:ln>
          <a:effectLst/>
        </p:spPr>
        <p:txBody>
          <a:bodyPr>
            <a:spAutoFit/>
          </a:bodyPr>
          <a:lstStyle/>
          <a:p>
            <a:pPr>
              <a:spcBef>
                <a:spcPct val="50000"/>
              </a:spcBef>
            </a:pPr>
            <a:r>
              <a:rPr lang="en-AU">
                <a:solidFill>
                  <a:schemeClr val="bg1"/>
                </a:solidFill>
              </a:rPr>
              <a:t>The text of this 1940 poster reads: "Youth Serves the Führer. All 10-year-olds into the Hitler Youth." Membership in the Hitler Youth had become mandatory in 1936.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3" descr="http://www.calvin.edu/academic/cas/gpa/posters/dove.jpg"/>
          <p:cNvPicPr>
            <a:picLocks noChangeAspect="1" noChangeArrowheads="1"/>
          </p:cNvPicPr>
          <p:nvPr/>
        </p:nvPicPr>
        <p:blipFill>
          <a:blip r:embed="rId3" cstate="print"/>
          <a:srcRect/>
          <a:stretch>
            <a:fillRect/>
          </a:stretch>
        </p:blipFill>
        <p:spPr bwMode="auto">
          <a:xfrm>
            <a:off x="109538" y="304800"/>
            <a:ext cx="5643562" cy="6553200"/>
          </a:xfrm>
          <a:prstGeom prst="rect">
            <a:avLst/>
          </a:prstGeom>
          <a:noFill/>
        </p:spPr>
      </p:pic>
      <p:sp>
        <p:nvSpPr>
          <p:cNvPr id="7172" name="Text Box 4"/>
          <p:cNvSpPr txBox="1">
            <a:spLocks noChangeArrowheads="1"/>
          </p:cNvSpPr>
          <p:nvPr/>
        </p:nvSpPr>
        <p:spPr bwMode="auto">
          <a:xfrm>
            <a:off x="6172200" y="376238"/>
            <a:ext cx="2590800" cy="6116637"/>
          </a:xfrm>
          <a:prstGeom prst="rect">
            <a:avLst/>
          </a:prstGeom>
          <a:noFill/>
          <a:ln w="9525">
            <a:noFill/>
            <a:miter lim="800000"/>
            <a:headEnd/>
            <a:tailEnd/>
          </a:ln>
          <a:effectLst/>
        </p:spPr>
        <p:txBody>
          <a:bodyPr>
            <a:spAutoFit/>
          </a:bodyPr>
          <a:lstStyle/>
          <a:p>
            <a:pPr>
              <a:spcBef>
                <a:spcPct val="50000"/>
              </a:spcBef>
            </a:pPr>
            <a:r>
              <a:rPr lang="en-AU">
                <a:solidFill>
                  <a:schemeClr val="bg1"/>
                </a:solidFill>
              </a:rPr>
              <a:t>This poster makes a direct religious comparison.  Just as a dove descended on Christ when he was baptised by John the Baptist, so what looks to be an eagle hovers against the light of heaven over an idealized Hitler. The text: "Long live Germany!."</a:t>
            </a:r>
          </a:p>
          <a:p>
            <a:pPr>
              <a:spcBef>
                <a:spcPct val="50000"/>
              </a:spcBef>
            </a:pPr>
            <a:endParaRPr lang="en-AU">
              <a:solidFill>
                <a:schemeClr val="bg1"/>
              </a:solidFill>
            </a:endParaRPr>
          </a:p>
        </p:txBody>
      </p:sp>
    </p:spTree>
  </p:cSld>
  <p:clrMapOvr>
    <a:masterClrMapping/>
  </p:clrMapOvr>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276</Words>
  <Application>Microsoft Office PowerPoint</Application>
  <PresentationFormat>On-screen Show (4:3)</PresentationFormat>
  <Paragraphs>19</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Times New Roman</vt:lpstr>
      <vt:lpstr>Trebuchet MS</vt:lpstr>
      <vt:lpstr>Default Design</vt:lpstr>
      <vt:lpstr>Slide 1</vt:lpstr>
      <vt:lpstr>Slide 2</vt:lpstr>
      <vt:lpstr>Slide 3</vt:lpstr>
      <vt:lpstr>Slide 4</vt:lpstr>
      <vt:lpstr>Slide 5</vt:lpstr>
      <vt:lpstr>Slide 6</vt:lpstr>
      <vt:lpstr>Slide 7</vt:lpstr>
      <vt:lpstr>Slide 8</vt:lpstr>
      <vt:lpstr>Slide 9</vt:lpstr>
    </vt:vector>
  </TitlesOfParts>
  <Company>DOE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DOE</dc:creator>
  <cp:lastModifiedBy>Robyn</cp:lastModifiedBy>
  <cp:revision>1</cp:revision>
  <dcterms:created xsi:type="dcterms:W3CDTF">2003-08-03T16:44:15Z</dcterms:created>
  <dcterms:modified xsi:type="dcterms:W3CDTF">2011-11-25T14:22:51Z</dcterms:modified>
</cp:coreProperties>
</file>