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1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8BF42B8D-8C6F-4C2F-9C70-CE7D7294A0DC}" type="datetimeFigureOut">
              <a:rPr lang="en-AU" smtClean="0"/>
              <a:t>14/11/2013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1310423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BF42B8D-8C6F-4C2F-9C70-CE7D7294A0DC}" type="datetimeFigureOut">
              <a:rPr lang="en-AU" smtClean="0"/>
              <a:t>14/11/2013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219371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F42B8D-8C6F-4C2F-9C70-CE7D7294A0DC}" type="datetimeFigureOut">
              <a:rPr lang="en-AU" smtClean="0"/>
              <a:t>14/11/2013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1483737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8BF42B8D-8C6F-4C2F-9C70-CE7D7294A0DC}" type="datetimeFigureOut">
              <a:rPr lang="en-AU" smtClean="0"/>
              <a:t>14/11/2013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912805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8BF42B8D-8C6F-4C2F-9C70-CE7D7294A0DC}" type="datetimeFigureOut">
              <a:rPr lang="en-AU" smtClean="0"/>
              <a:t>14/11/2013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1688809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8BF42B8D-8C6F-4C2F-9C70-CE7D7294A0DC}" type="datetimeFigureOut">
              <a:rPr lang="en-AU" smtClean="0"/>
              <a:t>14/11/2013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3699610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F42B8D-8C6F-4C2F-9C70-CE7D7294A0DC}" type="datetimeFigureOut">
              <a:rPr lang="en-AU" smtClean="0"/>
              <a:t>14/11/2013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2506771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F42B8D-8C6F-4C2F-9C70-CE7D7294A0DC}" type="datetimeFigureOut">
              <a:rPr lang="en-AU" smtClean="0"/>
              <a:t>14/11/2013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2204189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F42B8D-8C6F-4C2F-9C70-CE7D7294A0DC}" type="datetimeFigureOut">
              <a:rPr lang="en-AU" smtClean="0"/>
              <a:t>14/11/2013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974600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BF42B8D-8C6F-4C2F-9C70-CE7D7294A0DC}" type="datetimeFigureOut">
              <a:rPr lang="en-AU" smtClean="0"/>
              <a:t>14/11/2013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4213699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BF42B8D-8C6F-4C2F-9C70-CE7D7294A0DC}" type="datetimeFigureOut">
              <a:rPr lang="en-AU" smtClean="0"/>
              <a:t>14/11/2013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CA71415-657A-4790-BCE3-1D46DFB40F97}" type="slidenum">
              <a:rPr lang="en-AU" smtClean="0"/>
              <a:t>‹#›</a:t>
            </a:fld>
            <a:endParaRPr lang="en-AU"/>
          </a:p>
        </p:txBody>
      </p:sp>
    </p:spTree>
    <p:extLst>
      <p:ext uri="{BB962C8B-B14F-4D97-AF65-F5344CB8AC3E}">
        <p14:creationId xmlns:p14="http://schemas.microsoft.com/office/powerpoint/2010/main" val="801212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2000"/>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F42B8D-8C6F-4C2F-9C70-CE7D7294A0DC}" type="datetimeFigureOut">
              <a:rPr lang="en-AU" smtClean="0"/>
              <a:t>14/11/2013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A71415-657A-4790-BCE3-1D46DFB40F97}" type="slidenum">
              <a:rPr lang="en-AU" smtClean="0"/>
              <a:t>‹#›</a:t>
            </a:fld>
            <a:endParaRPr lang="en-AU"/>
          </a:p>
        </p:txBody>
      </p:sp>
    </p:spTree>
    <p:extLst>
      <p:ext uri="{BB962C8B-B14F-4D97-AF65-F5344CB8AC3E}">
        <p14:creationId xmlns:p14="http://schemas.microsoft.com/office/powerpoint/2010/main" val="3943933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AU" b="1" dirty="0" smtClean="0">
                <a:effectLst>
                  <a:outerShdw blurRad="38100" dist="38100" dir="2700000" algn="tl">
                    <a:srgbClr val="000000">
                      <a:alpha val="43137"/>
                    </a:srgbClr>
                  </a:outerShdw>
                </a:effectLst>
              </a:rPr>
              <a:t>Early American History</a:t>
            </a:r>
            <a:endParaRPr lang="en-AU"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403648" y="2636912"/>
            <a:ext cx="6400800" cy="1752600"/>
          </a:xfrm>
        </p:spPr>
        <p:txBody>
          <a:bodyPr/>
          <a:lstStyle/>
          <a:p>
            <a:r>
              <a:rPr lang="en-AU" b="1" dirty="0" smtClean="0">
                <a:solidFill>
                  <a:schemeClr val="tx1"/>
                </a:solidFill>
                <a:effectLst>
                  <a:outerShdw blurRad="38100" dist="38100" dir="2700000" algn="tl">
                    <a:srgbClr val="000000">
                      <a:alpha val="43137"/>
                    </a:srgbClr>
                  </a:outerShdw>
                </a:effectLst>
              </a:rPr>
              <a:t>Settlement to the Industrial Revolution</a:t>
            </a:r>
            <a:endParaRPr lang="en-AU"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94155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92500" lnSpcReduction="20000"/>
          </a:bodyPr>
          <a:lstStyle/>
          <a:p>
            <a:r>
              <a:rPr lang="en-AU" dirty="0" smtClean="0"/>
              <a:t>Christopher Columbus discovers the American continent in 1492.  The dream of colonising ‘the new world’ takes hold in Europe.</a:t>
            </a:r>
          </a:p>
          <a:p>
            <a:r>
              <a:rPr lang="en-AU" dirty="0" smtClean="0"/>
              <a:t>The British and the French began colonising mainland America during the late 16</a:t>
            </a:r>
            <a:r>
              <a:rPr lang="en-AU" baseline="30000" dirty="0" smtClean="0"/>
              <a:t>th</a:t>
            </a:r>
            <a:r>
              <a:rPr lang="en-AU" dirty="0" smtClean="0"/>
              <a:t> century.</a:t>
            </a:r>
          </a:p>
          <a:p>
            <a:r>
              <a:rPr lang="en-AU" dirty="0" smtClean="0"/>
              <a:t>The British established 13 colonies on the north east coast, beginning in what is now Virginia.</a:t>
            </a:r>
          </a:p>
          <a:p>
            <a:r>
              <a:rPr lang="en-AU" dirty="0" smtClean="0"/>
              <a:t>The French settled further north in areas that are now part of Canada.</a:t>
            </a:r>
          </a:p>
          <a:p>
            <a:r>
              <a:rPr lang="en-AU" dirty="0" smtClean="0"/>
              <a:t>Thousands of Europeans from nations such as Britain, The Netherlands, Germany and others flocked to America for a fresh start, away from stagnation of European society.</a:t>
            </a:r>
            <a:endParaRPr lang="en-AU" dirty="0"/>
          </a:p>
        </p:txBody>
      </p:sp>
    </p:spTree>
    <p:extLst>
      <p:ext uri="{BB962C8B-B14F-4D97-AF65-F5344CB8AC3E}">
        <p14:creationId xmlns:p14="http://schemas.microsoft.com/office/powerpoint/2010/main" val="2922336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7500" lnSpcReduction="20000"/>
          </a:bodyPr>
          <a:lstStyle/>
          <a:p>
            <a:r>
              <a:rPr lang="en-AU" dirty="0" smtClean="0"/>
              <a:t>The colonies continued to flourish, trading with each other, and mainland Europe.</a:t>
            </a:r>
          </a:p>
          <a:p>
            <a:r>
              <a:rPr lang="en-AU" dirty="0" smtClean="0"/>
              <a:t>The native American population is decimated by loss of land and disease.  Upwards of 90% of the population succumbs to Small Pox.</a:t>
            </a:r>
          </a:p>
          <a:p>
            <a:r>
              <a:rPr lang="en-AU" dirty="0" smtClean="0"/>
              <a:t>British colonies set up their own systems of government in a similar fashion to their parent nation.  As they became more established, their sense of independence from Britain grew.</a:t>
            </a:r>
          </a:p>
          <a:p>
            <a:r>
              <a:rPr lang="en-AU" dirty="0" smtClean="0"/>
              <a:t>Britain and France, historically fierce rivals, fought a war during the 1750s (The French Indian War) in which Britain narrowly emerged the victor.</a:t>
            </a:r>
          </a:p>
          <a:p>
            <a:r>
              <a:rPr lang="en-AU" dirty="0" smtClean="0"/>
              <a:t>The cost involved in winning the war caused the British government to vote for a tax increase across its entire commonwealth, including the new American settlements.</a:t>
            </a:r>
            <a:endParaRPr lang="en-AU" dirty="0"/>
          </a:p>
        </p:txBody>
      </p:sp>
    </p:spTree>
    <p:extLst>
      <p:ext uri="{BB962C8B-B14F-4D97-AF65-F5344CB8AC3E}">
        <p14:creationId xmlns:p14="http://schemas.microsoft.com/office/powerpoint/2010/main" val="8906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10000"/>
          </a:bodyPr>
          <a:lstStyle/>
          <a:p>
            <a:r>
              <a:rPr lang="en-AU" dirty="0" smtClean="0"/>
              <a:t>Outraged at these taxes that they felt were imposed on them by Britain for no valid reason, the American colonists elected to resist their parent nation.</a:t>
            </a:r>
          </a:p>
          <a:p>
            <a:r>
              <a:rPr lang="en-AU" dirty="0" smtClean="0"/>
              <a:t>Isolated conflicts between colonists and British ‘Redcoats’ quickly escalated into outright rebellion.</a:t>
            </a:r>
          </a:p>
          <a:p>
            <a:r>
              <a:rPr lang="en-AU" dirty="0" smtClean="0"/>
              <a:t>After some early losses, and with the help of the opportunistic French, the American colonies won their War of Independence and declared themselves free in 1783.</a:t>
            </a:r>
          </a:p>
          <a:p>
            <a:r>
              <a:rPr lang="en-AU" dirty="0" smtClean="0"/>
              <a:t>George Washington was declared the first American President.</a:t>
            </a:r>
          </a:p>
          <a:p>
            <a:endParaRPr lang="en-AU" dirty="0"/>
          </a:p>
        </p:txBody>
      </p:sp>
    </p:spTree>
    <p:extLst>
      <p:ext uri="{BB962C8B-B14F-4D97-AF65-F5344CB8AC3E}">
        <p14:creationId xmlns:p14="http://schemas.microsoft.com/office/powerpoint/2010/main" val="424493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2000"/>
            <a:lum/>
          </a:blip>
          <a:srcRect/>
          <a:stretch>
            <a:fillRect t="-15000" b="-15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85000" lnSpcReduction="20000"/>
          </a:bodyPr>
          <a:lstStyle/>
          <a:p>
            <a:r>
              <a:rPr lang="en-AU" dirty="0" smtClean="0"/>
              <a:t>With their independence assured, the American colonies began to expand.  New states and territories were settled as intrepid explorers pushed westward across the plains.</a:t>
            </a:r>
          </a:p>
          <a:p>
            <a:r>
              <a:rPr lang="en-AU" dirty="0" smtClean="0"/>
              <a:t>The new states and territories, while part of this new union called the United States, often had very different approaches to government and ethics.</a:t>
            </a:r>
          </a:p>
          <a:p>
            <a:r>
              <a:rPr lang="en-AU" dirty="0" smtClean="0"/>
              <a:t>The biggest dividing line between American states during this time was over the issue of slavery.</a:t>
            </a:r>
          </a:p>
          <a:p>
            <a:r>
              <a:rPr lang="en-AU" dirty="0" smtClean="0"/>
              <a:t>The northern states typically followed a tradition of free men and women working on farms and in fledgling areas of industry.</a:t>
            </a:r>
          </a:p>
          <a:p>
            <a:r>
              <a:rPr lang="en-AU" dirty="0" smtClean="0"/>
              <a:t>The southern states of America were firm believers in the use of slaves to provide the labour for their cotton, tobacco, tea and coffee farms.</a:t>
            </a:r>
            <a:endParaRPr lang="en-AU" dirty="0"/>
          </a:p>
        </p:txBody>
      </p:sp>
    </p:spTree>
    <p:extLst>
      <p:ext uri="{BB962C8B-B14F-4D97-AF65-F5344CB8AC3E}">
        <p14:creationId xmlns:p14="http://schemas.microsoft.com/office/powerpoint/2010/main" val="138155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2000"/>
            <a:lum/>
          </a:blip>
          <a:srcRect/>
          <a:stretch>
            <a:fillRect t="-15000" b="-15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70000" lnSpcReduction="20000"/>
          </a:bodyPr>
          <a:lstStyle/>
          <a:p>
            <a:r>
              <a:rPr lang="en-AU" dirty="0" smtClean="0"/>
              <a:t>A young politician from the state of Illinois called Abraham Lincoln (who was unlikely to actually have been a vampire hunter) decided that this division in ideals in this new ‘Land of the Free’ could not last.</a:t>
            </a:r>
          </a:p>
          <a:p>
            <a:r>
              <a:rPr lang="en-AU" dirty="0" smtClean="0"/>
              <a:t>He was a front runner in the 1860 Presidential election and, while he resolved not to outlaw slavery in the south upon attaining the Presidency, he was vocal in his opinion that it should eventually be stamped out.</a:t>
            </a:r>
          </a:p>
          <a:p>
            <a:r>
              <a:rPr lang="en-AU" dirty="0" smtClean="0"/>
              <a:t>A number of southern states threatened to leave the United States (or Union) if Lincoln became President. Upon his election they followed through with their threat.</a:t>
            </a:r>
          </a:p>
          <a:p>
            <a:r>
              <a:rPr lang="en-AU" dirty="0" smtClean="0"/>
              <a:t>States such as Texas, Alabama, Mississippi and Florida along with 5 other southern territories removed themselves from the Union and formed a Confederation of like minded governments to preserve their traditions of using slavery to staff their farm.</a:t>
            </a:r>
          </a:p>
          <a:p>
            <a:r>
              <a:rPr lang="en-AU" dirty="0" smtClean="0"/>
              <a:t>Lincoln, determined to preserve the United States as a unified nation, led the Northern states to war against this new confederacy in the South.</a:t>
            </a:r>
            <a:endParaRPr lang="en-AU" dirty="0"/>
          </a:p>
        </p:txBody>
      </p:sp>
    </p:spTree>
    <p:extLst>
      <p:ext uri="{BB962C8B-B14F-4D97-AF65-F5344CB8AC3E}">
        <p14:creationId xmlns:p14="http://schemas.microsoft.com/office/powerpoint/2010/main" val="347083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2000"/>
            <a:lum/>
          </a:blip>
          <a:srcRect/>
          <a:stretch>
            <a:fillRect t="-15000" b="-15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normAutofit fontScale="62500" lnSpcReduction="20000"/>
          </a:bodyPr>
          <a:lstStyle/>
          <a:p>
            <a:r>
              <a:rPr lang="en-AU" dirty="0" smtClean="0"/>
              <a:t>The American Civil War lasted for four years with the Northern Union eventually driving the Confederate forces in the South into submission.</a:t>
            </a:r>
          </a:p>
          <a:p>
            <a:r>
              <a:rPr lang="en-AU" dirty="0" smtClean="0"/>
              <a:t>In 1862 Abraham Lincoln issued the Emancipation Proclamation, declaring all African American slaves in the Confederate states free men &amp; women.</a:t>
            </a:r>
          </a:p>
          <a:p>
            <a:r>
              <a:rPr lang="en-AU" dirty="0" smtClean="0"/>
              <a:t>Upon the Union victory in 1865 Confederate states were only allowed back into the United States if they signed on to this Proclamation and truly made African Americans citizens with the right to vote.</a:t>
            </a:r>
          </a:p>
          <a:p>
            <a:r>
              <a:rPr lang="en-AU" dirty="0" smtClean="0"/>
              <a:t>They did so with great resentment and little will to uphold the principles behind the concept.  Slavery was replaced in the southern states with a policy of segregation which remained in evidence for the next 200 years.</a:t>
            </a:r>
          </a:p>
          <a:p>
            <a:r>
              <a:rPr lang="en-AU" dirty="0" smtClean="0"/>
              <a:t>A group of six disgruntled Confederate officers gathered together in the months after the war ended and decided to form a fraternal brotherhood to assist war veterans and uphold the ideals that they believed in.  They derived the name of their group from the Greek work </a:t>
            </a:r>
            <a:r>
              <a:rPr lang="en-AU" i="1" dirty="0" err="1" smtClean="0"/>
              <a:t>kuklos</a:t>
            </a:r>
            <a:r>
              <a:rPr lang="en-AU" dirty="0" smtClean="0"/>
              <a:t> which means ‘circle’, suggesting a circle or band of brothers.  They would come to be known as the Ku Klux Klan.</a:t>
            </a:r>
          </a:p>
          <a:p>
            <a:r>
              <a:rPr lang="en-AU" dirty="0" smtClean="0"/>
              <a:t>Abraham Lincoln was shot and killed by a Confederate sympathiser called John Wilkes Booth at a theatre in Washington a mere few weeks after the victory.</a:t>
            </a:r>
            <a:endParaRPr lang="en-AU" dirty="0"/>
          </a:p>
        </p:txBody>
      </p:sp>
    </p:spTree>
    <p:extLst>
      <p:ext uri="{BB962C8B-B14F-4D97-AF65-F5344CB8AC3E}">
        <p14:creationId xmlns:p14="http://schemas.microsoft.com/office/powerpoint/2010/main" val="3808370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l="-5000" r="-5000"/>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20000"/>
          </a:bodyPr>
          <a:lstStyle/>
          <a:p>
            <a:r>
              <a:rPr lang="en-AU" dirty="0" smtClean="0"/>
              <a:t>Once again a unified nation, the United States embarked on a period of prosperity and expansion.</a:t>
            </a:r>
          </a:p>
          <a:p>
            <a:r>
              <a:rPr lang="en-AU" dirty="0" smtClean="0"/>
              <a:t>Advances in technology led to great leap forwards in productivity and the accumulation of wealth.</a:t>
            </a:r>
          </a:p>
          <a:p>
            <a:r>
              <a:rPr lang="en-AU" dirty="0" smtClean="0"/>
              <a:t>Settlers continued to push westwards across the plains towards California and the lure of wide open plains and landholdings for all who came to America brought thousands of new immigrants from Europe.</a:t>
            </a:r>
          </a:p>
          <a:p>
            <a:r>
              <a:rPr lang="en-AU" dirty="0" smtClean="0"/>
              <a:t>This was the dawn of the Industrial Revolution in America, a time of huge social and </a:t>
            </a:r>
            <a:r>
              <a:rPr lang="en-AU" smtClean="0"/>
              <a:t>economic change…</a:t>
            </a:r>
            <a:endParaRPr lang="en-AU" dirty="0"/>
          </a:p>
        </p:txBody>
      </p:sp>
    </p:spTree>
    <p:extLst>
      <p:ext uri="{BB962C8B-B14F-4D97-AF65-F5344CB8AC3E}">
        <p14:creationId xmlns:p14="http://schemas.microsoft.com/office/powerpoint/2010/main" val="2163568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926</Words>
  <Application>Microsoft Office PowerPoint</Application>
  <PresentationFormat>On-screen Show (4:3)</PresentationFormat>
  <Paragraphs>36</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Early American History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ARKSWA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American History</dc:title>
  <dc:creator>Kieren</dc:creator>
  <cp:lastModifiedBy>Kieren</cp:lastModifiedBy>
  <cp:revision>12</cp:revision>
  <dcterms:created xsi:type="dcterms:W3CDTF">2013-11-14T02:33:52Z</dcterms:created>
  <dcterms:modified xsi:type="dcterms:W3CDTF">2013-11-14T05:24:24Z</dcterms:modified>
</cp:coreProperties>
</file>