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dp" ContentType="image/vnd.ms-photo"/>
  <Default Extension="jpg" ContentType="image/jpe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7" r:id="rId5"/>
    <p:sldId id="260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4"/>
  </p:normalViewPr>
  <p:slideViewPr>
    <p:cSldViewPr snapToGrid="0" snapToObjects="1">
      <p:cViewPr>
        <p:scale>
          <a:sx n="101" d="100"/>
          <a:sy n="101" d="100"/>
        </p:scale>
        <p:origin x="464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4" Type="http://schemas.microsoft.com/office/2007/relationships/hdphoto" Target="../media/hdphoto1.wdp"/><Relationship Id="rId5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4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American glossary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3167185" cy="24207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985" y="-5108"/>
            <a:ext cx="3091112" cy="24282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097" y="-21526"/>
            <a:ext cx="3256406" cy="24423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233" y="2389537"/>
            <a:ext cx="2654969" cy="21792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0"/>
          <a:stretch/>
        </p:blipFill>
        <p:spPr>
          <a:xfrm>
            <a:off x="-128534" y="2389537"/>
            <a:ext cx="4133677" cy="21792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6"/>
          <a:stretch/>
        </p:blipFill>
        <p:spPr>
          <a:xfrm>
            <a:off x="9385300" y="0"/>
            <a:ext cx="2943662" cy="24207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7"/>
          <a:stretch/>
        </p:blipFill>
        <p:spPr>
          <a:xfrm>
            <a:off x="6594760" y="2389537"/>
            <a:ext cx="3197165" cy="21792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776" y="2389537"/>
            <a:ext cx="3158387" cy="21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1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108200"/>
            <a:ext cx="9720073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 Political </a:t>
            </a:r>
            <a:r>
              <a:rPr lang="en-US" dirty="0"/>
              <a:t>principle which advocates for cooperation among nations, within politics and economics, for their common </a:t>
            </a:r>
            <a:r>
              <a:rPr lang="en-US" dirty="0" smtClean="0"/>
              <a:t>good.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America </a:t>
            </a:r>
            <a:r>
              <a:rPr lang="en-US" dirty="0"/>
              <a:t>recoiled from internationalism in the 1930s as a direct result of the boom in public and political support of </a:t>
            </a:r>
            <a:r>
              <a:rPr lang="en-US" dirty="0" smtClean="0"/>
              <a:t>isolationism.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In </a:t>
            </a:r>
            <a:r>
              <a:rPr lang="en-US" dirty="0"/>
              <a:t>September 1939 President Roosevelt called on congress to revise neutrality acts and offered a plan known as </a:t>
            </a:r>
            <a:r>
              <a:rPr lang="en-US" dirty="0" smtClean="0"/>
              <a:t>cash-and-carry.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In </a:t>
            </a:r>
            <a:r>
              <a:rPr lang="en-US" dirty="0"/>
              <a:t>December 1941 America became involved in WWII after the Japanese attack on Pearl </a:t>
            </a:r>
            <a:r>
              <a:rPr lang="en-US" dirty="0" smtClean="0"/>
              <a:t>Harbour.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0" y="5334000"/>
            <a:ext cx="2312864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873" y="5330731"/>
            <a:ext cx="1212118" cy="15272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700" y="5330731"/>
            <a:ext cx="1922920" cy="152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5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Laissez-faire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197100"/>
            <a:ext cx="9720073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 An </a:t>
            </a:r>
            <a:r>
              <a:rPr lang="en-US" dirty="0"/>
              <a:t>economic system in which transactions between private parties are free from government </a:t>
            </a:r>
            <a:r>
              <a:rPr lang="en-US" dirty="0" smtClean="0"/>
              <a:t>interference.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The United States did not follow the principles of laissez-faire at first.</a:t>
            </a:r>
          </a:p>
          <a:p>
            <a:pPr>
              <a:buFont typeface="Arial" charset="0"/>
              <a:buChar char="•"/>
            </a:pPr>
            <a:r>
              <a:rPr lang="en-US" dirty="0"/>
              <a:t> Private </a:t>
            </a:r>
            <a:r>
              <a:rPr lang="en-US" dirty="0" smtClean="0"/>
              <a:t>business saw government </a:t>
            </a:r>
            <a:r>
              <a:rPr lang="en-US" dirty="0"/>
              <a:t>involvement in economics as interference </a:t>
            </a:r>
            <a:r>
              <a:rPr lang="en-US" dirty="0" smtClean="0"/>
              <a:t>after President </a:t>
            </a:r>
            <a:r>
              <a:rPr lang="en-US" dirty="0"/>
              <a:t>Theodore Roosevelt began breaking up </a:t>
            </a:r>
            <a:r>
              <a:rPr lang="en-US" dirty="0" smtClean="0"/>
              <a:t>monopolies, so </a:t>
            </a:r>
            <a:r>
              <a:rPr lang="en-US" dirty="0"/>
              <a:t>they ensured the election of three laissez-faire presidents in the </a:t>
            </a:r>
            <a:r>
              <a:rPr lang="en-US" dirty="0" smtClean="0"/>
              <a:t>1920s.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28" y="4912887"/>
            <a:ext cx="3467100" cy="19572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25" y="4900766"/>
            <a:ext cx="2557272" cy="19570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194" y="4900766"/>
            <a:ext cx="2609646" cy="19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Consumerism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02875"/>
            <a:ext cx="9720073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belief that it is good for people to spend a lot of money on goods and </a:t>
            </a:r>
            <a:r>
              <a:rPr lang="en-US" dirty="0" smtClean="0"/>
              <a:t>services.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theory that an increasing consumption of goods is economically desirable; also: a preoccupation with and an inclination toward the buying of consumer </a:t>
            </a:r>
            <a:r>
              <a:rPr lang="en-US" dirty="0" smtClean="0"/>
              <a:t>goods.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 It </a:t>
            </a:r>
            <a:r>
              <a:rPr lang="en-US" dirty="0"/>
              <a:t>means spending money on wants, not </a:t>
            </a:r>
            <a:r>
              <a:rPr lang="en-US" dirty="0" smtClean="0"/>
              <a:t>needs.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 e.g</a:t>
            </a:r>
            <a:r>
              <a:rPr lang="en-US" dirty="0"/>
              <a:t>. Spending an entire pay check on a new </a:t>
            </a:r>
            <a:r>
              <a:rPr lang="en-US" dirty="0" smtClean="0"/>
              <a:t>wardrobe.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983" y="4896438"/>
            <a:ext cx="2599818" cy="19615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206" y="4896438"/>
            <a:ext cx="4003446" cy="19615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28" y="4896438"/>
            <a:ext cx="2653047" cy="196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 Policy </a:t>
            </a:r>
            <a:r>
              <a:rPr lang="en-US" dirty="0"/>
              <a:t>which isolates ones nation from the economic and political affairs of </a:t>
            </a:r>
            <a:r>
              <a:rPr lang="en-US" dirty="0" smtClean="0"/>
              <a:t>others.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Prevalent </a:t>
            </a:r>
            <a:r>
              <a:rPr lang="en-US" dirty="0"/>
              <a:t>within America in the 1930s as American public opinion and policy pushed towards isolationism as a result of the Great Depression and their losses in </a:t>
            </a:r>
            <a:r>
              <a:rPr lang="en-US" dirty="0" smtClean="0"/>
              <a:t>WWI.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4890160"/>
            <a:ext cx="2501900" cy="19678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297" y="4888992"/>
            <a:ext cx="2590800" cy="19690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795" y="4888992"/>
            <a:ext cx="3007134" cy="196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capitalism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197100"/>
            <a:ext cx="9720073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 An economic system based on the principle of individual and property rights, where all property is privately owned.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Little to no government interference and allows for there to be a class divide.</a:t>
            </a:r>
          </a:p>
          <a:p>
            <a:pPr>
              <a:buFont typeface="Arial" charset="0"/>
              <a:buChar char="•"/>
            </a:pPr>
            <a:r>
              <a:rPr lang="en-US" dirty="0"/>
              <a:t> Between 1865 and 1920, the United States became the world's leading industrial capitalist </a:t>
            </a:r>
            <a:r>
              <a:rPr lang="en-US" dirty="0" smtClean="0"/>
              <a:t>nation.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In the 1800s, Americans embraced Hebert Spencer’s view of Social Darwinism to </a:t>
            </a:r>
            <a:r>
              <a:rPr lang="en-US" dirty="0"/>
              <a:t>j</a:t>
            </a:r>
            <a:r>
              <a:rPr lang="en-US" dirty="0" smtClean="0"/>
              <a:t>ustify laissez-faire capitalism.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5018536"/>
            <a:ext cx="2336800" cy="18394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61" y="5018536"/>
            <a:ext cx="2297406" cy="18394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1" y="5018536"/>
            <a:ext cx="3314700" cy="184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Rugged individualism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199501"/>
            <a:ext cx="9720073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 The </a:t>
            </a:r>
            <a:r>
              <a:rPr lang="en-US" dirty="0"/>
              <a:t>belief that all individuals, or nearly all individuals, can succeed on their own and that government help for people should be </a:t>
            </a:r>
            <a:r>
              <a:rPr lang="en-US" dirty="0" smtClean="0"/>
              <a:t>minimal.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It </a:t>
            </a:r>
            <a:r>
              <a:rPr lang="en-US" dirty="0"/>
              <a:t>was a widely used phrase by the republican president Herbert </a:t>
            </a:r>
            <a:r>
              <a:rPr lang="en-US" dirty="0" smtClean="0"/>
              <a:t>Hoover.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It </a:t>
            </a:r>
            <a:r>
              <a:rPr lang="en-US" dirty="0"/>
              <a:t>is often associated with Social </a:t>
            </a:r>
            <a:r>
              <a:rPr lang="en-US" dirty="0" smtClean="0"/>
              <a:t>Darwinism.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It </a:t>
            </a:r>
            <a:r>
              <a:rPr lang="en-US" dirty="0"/>
              <a:t>was a common value of the time period that people shouldn't rely on the </a:t>
            </a:r>
            <a:r>
              <a:rPr lang="en-US" dirty="0" smtClean="0"/>
              <a:t>government.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63" y="5108256"/>
            <a:ext cx="2151445" cy="17534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1" y="5108256"/>
            <a:ext cx="2311400" cy="17523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871" y="5108256"/>
            <a:ext cx="3479023" cy="174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4665</TotalTime>
  <Words>408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Tw Cen MT</vt:lpstr>
      <vt:lpstr>Tw Cen MT Condensed</vt:lpstr>
      <vt:lpstr>Wingdings 3</vt:lpstr>
      <vt:lpstr>Arial</vt:lpstr>
      <vt:lpstr>Integral</vt:lpstr>
      <vt:lpstr>American glossary</vt:lpstr>
      <vt:lpstr>internationalism</vt:lpstr>
      <vt:lpstr>Laissez-faire</vt:lpstr>
      <vt:lpstr>Consumerism</vt:lpstr>
      <vt:lpstr>Isolationism</vt:lpstr>
      <vt:lpstr>capitalism</vt:lpstr>
      <vt:lpstr>Rugged individualism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glossary</dc:title>
  <dc:creator>Paige Addis</dc:creator>
  <cp:lastModifiedBy>HARRIS Adam [Narrogin Senior High School]</cp:lastModifiedBy>
  <cp:revision>18</cp:revision>
  <dcterms:created xsi:type="dcterms:W3CDTF">2016-02-07T03:48:33Z</dcterms:created>
  <dcterms:modified xsi:type="dcterms:W3CDTF">2018-12-06T00:02:47Z</dcterms:modified>
</cp:coreProperties>
</file>