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21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68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13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33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993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29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851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15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36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56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D87C9-BE5F-4864-9B22-B89EEF959744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21C2A-A498-4F7F-BAC8-D89B949B97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0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google.com.au/url?sa=i&amp;source=images&amp;cd=&amp;cad=rja&amp;docid=1EsNTTxi-08fKM&amp;tbnid=lCG35QqA9c_diM:&amp;ved=0CAgQjRwwAA&amp;url=http%3A%2F%2Fen.wikipedia.org%2Fwiki%2FHeinrich_Br%25C3%25BCning&amp;ei=SPACUuSFNYuhigfz7YDwCQ&amp;psig=AFQjCNFOHe2SA7WhaplVTyQksTkveuXi9g&amp;ust=137601069698909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332656"/>
            <a:ext cx="7772400" cy="1470025"/>
          </a:xfrm>
        </p:spPr>
        <p:txBody>
          <a:bodyPr/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Government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1930-1932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5589240"/>
            <a:ext cx="6400800" cy="936104"/>
          </a:xfrm>
        </p:spPr>
        <p:txBody>
          <a:bodyPr/>
          <a:lstStyle/>
          <a:p>
            <a:r>
              <a:rPr lang="en-A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Dying Days of Weimar.</a:t>
            </a:r>
            <a:endParaRPr lang="en-A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124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85000" lnSpcReduction="2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government of Hermann Muller collapsed in March 1930 under pressure from all sides.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was a weak minority government of coalition parties and was ineffective at passing legislation to deal with the economic crisis.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new Chancellor was installed by President Hindenburg in Heinrich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was supported by the army and granted the use of Article 48 to pass legislation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bypassing the Reichstag.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 overall vision was to restore 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monarchy and create a far more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authoritarian state.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Democracy was roundly despised 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all corners of German society.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ttp://upload.wikimedia.org/wikipedia/commons/thumb/b/b1/Bundesarchiv_Bild_183-1989-0630-504,_Heinrich_Br%C3%BCning.jpg/220px-Bundesarchiv_Bild_183-1989-0630-504,_Heinrich_Br%C3%BCning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212976"/>
            <a:ext cx="2095500" cy="300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578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of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Brunings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hard line policies were at odds with the other major parties ideas.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 proposal to cut public service wages resulted in the Communists, Nazi’s, Socialists and Nationalists combining to call a no confidence motion in his leadership.</a:t>
            </a:r>
          </a:p>
          <a:p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made a serious miscalculation at this point: He called an election for September 1930.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Nazi Party launched a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massive election campaign railing against the failures of the Republic – national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humiliation, economic 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 and political turmoil.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gave twenty major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speeches to massive rallies in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he attacked the 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Weimar government and 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offered national liberation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 unity and strength.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140968"/>
            <a:ext cx="4032448" cy="27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2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/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and the Nazi’s saw a massive swing in the vote towards their party and gained 95 seats in the Reichstag.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result shocked the government, no one had realised the threat that this seemingly insignificant party had posed prior to this point.</a:t>
            </a:r>
          </a:p>
          <a:p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managed to retain government and the chancellorship but the Nazi party was now central to German politics and Adolf Hitler was a national celebrity.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662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r>
              <a:rPr lang="en-AU" sz="2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Bruning’s</a:t>
            </a:r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government struggled to deal with the economic situation that Germany found itself in.</a:t>
            </a:r>
          </a:p>
          <a:p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global depression made an already precarious German economy even more unstable.</a:t>
            </a:r>
          </a:p>
          <a:p>
            <a:r>
              <a:rPr lang="en-AU" sz="2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issued decrees via Article 48 that reduced unemployment benefits and implemented a means test.</a:t>
            </a:r>
          </a:p>
          <a:p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attempted to stimulate the export market by slashing domestic prices.</a:t>
            </a:r>
          </a:p>
          <a:p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only served to spread the growing poverty into the business sector and make the economic situation even worse.</a:t>
            </a:r>
          </a:p>
          <a:p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crisis spread to the banking sector in mid 1931.  Growing nervousness about the banks stability led to more and more Germans rushing to withdraw their savings.  This cause a number of significant institutions to collapse.</a:t>
            </a:r>
          </a:p>
          <a:p>
            <a:r>
              <a:rPr lang="en-AU" sz="2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labelled the “hunger chancellor” due to his inability to effectively stop the downturn.</a:t>
            </a:r>
            <a:endParaRPr lang="en-AU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334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streets of Germany both the Nazis and the Communists frequently clashed, adding to the sense of chaos.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first signs of the rift between Hitler and his SA began to show as he took a hard line on those within the organisation who still wanted an escalation of revolutionary violence.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trouble with the SA culminated in a state police raid on their headquarters in Berlin.  Documents indicating plans for a coup were discovered.</a:t>
            </a:r>
          </a:p>
          <a:p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convinced President Hindenburg to issue a decree that dissolved the SA and SS.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548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192688"/>
          </a:xfrm>
        </p:spPr>
        <p:txBody>
          <a:bodyPr/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ran as a candidate against Paul von Hindenburg in the 1932 Presidential elections.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was largely a move to try and contain the power of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who wanted Hindenburg to remain President as he could easily manipulate the aging war veteran.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knew that he would find it hard to defeat the popular Hindenburg in the ballot, and while he was defeated, the attempt further raised his public profile.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58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76664"/>
          </a:xfrm>
        </p:spPr>
        <p:txBody>
          <a:bodyPr/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Hitler’s star was continuing to rise on the German political scene and the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government’s continued failure meant that its days were numbered.</a:t>
            </a:r>
          </a:p>
          <a:p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AU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political manoeuvrings of two politicians, Kurt von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Franz von Papen, during 1932 would set the stage for Adolf Hitler and his party to rise to the zenith of German politics.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7667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576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The Bruning Government 1930-1932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ARKSWA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Bruning Government 1930-1932</dc:title>
  <dc:creator>Kieren</dc:creator>
  <cp:lastModifiedBy>Kieren</cp:lastModifiedBy>
  <cp:revision>14</cp:revision>
  <dcterms:created xsi:type="dcterms:W3CDTF">2013-08-08T00:57:27Z</dcterms:created>
  <dcterms:modified xsi:type="dcterms:W3CDTF">2013-08-09T00:31:30Z</dcterms:modified>
</cp:coreProperties>
</file>