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110638F4-F139-4D65-8357-09F6973CD3A9}" type="datetimeFigureOut">
              <a:rPr lang="en-AU" smtClean="0"/>
              <a:t>5/06/2019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0B9F2CC3-E77E-4D33-9D08-FEE5FDB91BC2}" type="slidenum">
              <a:rPr lang="en-AU" smtClean="0"/>
              <a:t>‹#›</a:t>
            </a:fld>
            <a:endParaRPr lang="en-A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353280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638F4-F139-4D65-8357-09F6973CD3A9}" type="datetimeFigureOut">
              <a:rPr lang="en-AU" smtClean="0"/>
              <a:t>5/06/2019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F2CC3-E77E-4D33-9D08-FEE5FDB91B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0693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638F4-F139-4D65-8357-09F6973CD3A9}" type="datetimeFigureOut">
              <a:rPr lang="en-AU" smtClean="0"/>
              <a:t>5/06/2019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F2CC3-E77E-4D33-9D08-FEE5FDB91BC2}" type="slidenum">
              <a:rPr lang="en-AU" smtClean="0"/>
              <a:t>‹#›</a:t>
            </a:fld>
            <a:endParaRPr lang="en-A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9043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638F4-F139-4D65-8357-09F6973CD3A9}" type="datetimeFigureOut">
              <a:rPr lang="en-AU" smtClean="0"/>
              <a:t>5/06/2019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F2CC3-E77E-4D33-9D08-FEE5FDB91B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039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638F4-F139-4D65-8357-09F6973CD3A9}" type="datetimeFigureOut">
              <a:rPr lang="en-AU" smtClean="0"/>
              <a:t>5/06/2019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F2CC3-E77E-4D33-9D08-FEE5FDB91B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7744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638F4-F139-4D65-8357-09F6973CD3A9}" type="datetimeFigureOut">
              <a:rPr lang="en-AU" smtClean="0"/>
              <a:t>5/06/2019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F2CC3-E77E-4D33-9D08-FEE5FDB91B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2076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638F4-F139-4D65-8357-09F6973CD3A9}" type="datetimeFigureOut">
              <a:rPr lang="en-AU" smtClean="0"/>
              <a:t>5/06/2019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F2CC3-E77E-4D33-9D08-FEE5FDB91B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1549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638F4-F139-4D65-8357-09F6973CD3A9}" type="datetimeFigureOut">
              <a:rPr lang="en-AU" smtClean="0"/>
              <a:t>5/06/2019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F2CC3-E77E-4D33-9D08-FEE5FDB91B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0744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638F4-F139-4D65-8357-09F6973CD3A9}" type="datetimeFigureOut">
              <a:rPr lang="en-AU" smtClean="0"/>
              <a:t>5/06/2019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F2CC3-E77E-4D33-9D08-FEE5FDB91B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1717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638F4-F139-4D65-8357-09F6973CD3A9}" type="datetimeFigureOut">
              <a:rPr lang="en-AU" smtClean="0"/>
              <a:t>5/06/2019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F2CC3-E77E-4D33-9D08-FEE5FDB91B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105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638F4-F139-4D65-8357-09F6973CD3A9}" type="datetimeFigureOut">
              <a:rPr lang="en-AU" smtClean="0"/>
              <a:t>5/06/2019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F2CC3-E77E-4D33-9D08-FEE5FDB91B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6786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110638F4-F139-4D65-8357-09F6973CD3A9}" type="datetimeFigureOut">
              <a:rPr lang="en-AU" smtClean="0"/>
              <a:t>5/06/2019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0B9F2CC3-E77E-4D33-9D08-FEE5FDB91B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618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Using Venn Diagrams to Compare and Contrast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10587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338350" y="515390"/>
            <a:ext cx="5594465" cy="55944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Oval 4"/>
          <p:cNvSpPr/>
          <p:nvPr/>
        </p:nvSpPr>
        <p:spPr>
          <a:xfrm>
            <a:off x="5065223" y="515390"/>
            <a:ext cx="5594465" cy="55944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0588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7675" y="0"/>
            <a:ext cx="9692640" cy="1325562"/>
          </a:xfrm>
        </p:spPr>
        <p:txBody>
          <a:bodyPr/>
          <a:lstStyle/>
          <a:p>
            <a:r>
              <a:rPr lang="en-AU" dirty="0" smtClean="0"/>
              <a:t>Germany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8665" y="1521229"/>
            <a:ext cx="8595360" cy="5012575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70000"/>
              </a:lnSpc>
            </a:pPr>
            <a:r>
              <a:rPr lang="en-AU" dirty="0"/>
              <a:t>Western </a:t>
            </a:r>
            <a:r>
              <a:rPr lang="en-AU" dirty="0" smtClean="0"/>
              <a:t>Europe</a:t>
            </a:r>
          </a:p>
          <a:p>
            <a:pPr>
              <a:lnSpc>
                <a:spcPct val="170000"/>
              </a:lnSpc>
            </a:pPr>
            <a:r>
              <a:rPr lang="en-AU" dirty="0" smtClean="0"/>
              <a:t>The </a:t>
            </a:r>
            <a:r>
              <a:rPr lang="en-AU" dirty="0"/>
              <a:t>name for Germany in the German language is Deutschland</a:t>
            </a:r>
            <a:r>
              <a:rPr lang="en-AU" dirty="0" smtClean="0"/>
              <a:t>.</a:t>
            </a:r>
            <a:endParaRPr lang="en-AU" dirty="0"/>
          </a:p>
          <a:p>
            <a:pPr>
              <a:lnSpc>
                <a:spcPct val="170000"/>
              </a:lnSpc>
            </a:pPr>
            <a:r>
              <a:rPr lang="en-AU" dirty="0"/>
              <a:t>The population of Germany was around 82 million in 2010</a:t>
            </a:r>
            <a:r>
              <a:rPr lang="en-AU" dirty="0" smtClean="0"/>
              <a:t>.</a:t>
            </a:r>
            <a:endParaRPr lang="en-AU" dirty="0"/>
          </a:p>
          <a:p>
            <a:pPr>
              <a:lnSpc>
                <a:spcPct val="170000"/>
              </a:lnSpc>
            </a:pPr>
            <a:r>
              <a:rPr lang="en-AU" dirty="0"/>
              <a:t>The capital of Germany is Berlin, it is also the largest city</a:t>
            </a:r>
            <a:r>
              <a:rPr lang="en-AU" dirty="0" smtClean="0"/>
              <a:t>.</a:t>
            </a:r>
            <a:endParaRPr lang="en-AU" dirty="0"/>
          </a:p>
          <a:p>
            <a:pPr>
              <a:lnSpc>
                <a:spcPct val="170000"/>
              </a:lnSpc>
            </a:pPr>
            <a:r>
              <a:rPr lang="en-AU" dirty="0"/>
              <a:t>Other major cities include Munich, Hamburg, Cologne, Stuttgart and Frankfurt</a:t>
            </a:r>
            <a:r>
              <a:rPr lang="en-AU" dirty="0" smtClean="0"/>
              <a:t>.</a:t>
            </a:r>
            <a:endParaRPr lang="en-AU" dirty="0"/>
          </a:p>
          <a:p>
            <a:pPr>
              <a:lnSpc>
                <a:spcPct val="170000"/>
              </a:lnSpc>
            </a:pPr>
            <a:r>
              <a:rPr lang="en-AU" dirty="0"/>
              <a:t>Germany is a member of the European Union</a:t>
            </a:r>
            <a:r>
              <a:rPr lang="en-AU" dirty="0" smtClean="0"/>
              <a:t>.</a:t>
            </a:r>
            <a:endParaRPr lang="en-AU" dirty="0"/>
          </a:p>
          <a:p>
            <a:pPr>
              <a:lnSpc>
                <a:spcPct val="170000"/>
              </a:lnSpc>
            </a:pPr>
            <a:r>
              <a:rPr lang="en-AU" dirty="0"/>
              <a:t>Germany has had an unsettled history, including the Nazi regime and tension between East and West Germany (which were reunified in 1990</a:t>
            </a:r>
            <a:r>
              <a:rPr lang="en-AU" dirty="0" smtClean="0"/>
              <a:t>).</a:t>
            </a:r>
            <a:endParaRPr lang="en-AU" dirty="0"/>
          </a:p>
          <a:p>
            <a:pPr>
              <a:lnSpc>
                <a:spcPct val="170000"/>
              </a:lnSpc>
            </a:pPr>
            <a:r>
              <a:rPr lang="en-AU" dirty="0"/>
              <a:t>Countries that border Germany include Belgium, the Netherlands, Denmark, Austria, the Czech Republic, France, Luxembourg, Poland and Switzerland</a:t>
            </a:r>
            <a:r>
              <a:rPr lang="en-AU" dirty="0" smtClean="0"/>
              <a:t>.</a:t>
            </a:r>
            <a:endParaRPr lang="en-AU" dirty="0"/>
          </a:p>
          <a:p>
            <a:pPr>
              <a:lnSpc>
                <a:spcPct val="170000"/>
              </a:lnSpc>
            </a:pPr>
            <a:r>
              <a:rPr lang="en-AU" dirty="0"/>
              <a:t>Germany has the largest economy in Europe</a:t>
            </a:r>
            <a:r>
              <a:rPr lang="en-AU" dirty="0" smtClean="0"/>
              <a:t>.</a:t>
            </a:r>
            <a:endParaRPr lang="en-AU" dirty="0"/>
          </a:p>
          <a:p>
            <a:pPr>
              <a:lnSpc>
                <a:spcPct val="170000"/>
              </a:lnSpc>
            </a:pPr>
            <a:r>
              <a:rPr lang="en-AU" dirty="0"/>
              <a:t>Large German companies include BMW, Adidas, SAP, Mercedes-Benz, Nivea, Audi, Bayer, Volkswagen and Siemens.</a:t>
            </a:r>
          </a:p>
        </p:txBody>
      </p:sp>
      <p:pic>
        <p:nvPicPr>
          <p:cNvPr id="1026" name="Picture 2" descr="German National Fl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943" y="303256"/>
            <a:ext cx="2029955" cy="1217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germany map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7462" y="787550"/>
            <a:ext cx="4609417" cy="3235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2090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338350" y="515390"/>
            <a:ext cx="5594465" cy="55944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5" name="Oval 4"/>
          <p:cNvSpPr/>
          <p:nvPr/>
        </p:nvSpPr>
        <p:spPr>
          <a:xfrm>
            <a:off x="5065223" y="515390"/>
            <a:ext cx="5594465" cy="55944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9545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3956" t="17720" r="14007" b="8056"/>
          <a:stretch/>
        </p:blipFill>
        <p:spPr>
          <a:xfrm>
            <a:off x="332509" y="224444"/>
            <a:ext cx="11496502" cy="6416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233420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7</TotalTime>
  <Words>150</Words>
  <Application>Microsoft Office PowerPoint</Application>
  <PresentationFormat>Widescreen</PresentationFormat>
  <Paragraphs>12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Century Schoolbook</vt:lpstr>
      <vt:lpstr>Wingdings 2</vt:lpstr>
      <vt:lpstr>View</vt:lpstr>
      <vt:lpstr>Using Venn Diagrams to Compare and Contrast</vt:lpstr>
      <vt:lpstr>PowerPoint Presentation</vt:lpstr>
      <vt:lpstr>Germany 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 to Compare and Contrast</dc:title>
  <dc:creator>HAWKES Natasha [Narrogin Senior High School]</dc:creator>
  <cp:lastModifiedBy>HAWKES Natasha [Narrogin Senior High School]</cp:lastModifiedBy>
  <cp:revision>1</cp:revision>
  <dcterms:created xsi:type="dcterms:W3CDTF">2019-06-05T07:23:47Z</dcterms:created>
  <dcterms:modified xsi:type="dcterms:W3CDTF">2019-06-05T07:31:29Z</dcterms:modified>
</cp:coreProperties>
</file>