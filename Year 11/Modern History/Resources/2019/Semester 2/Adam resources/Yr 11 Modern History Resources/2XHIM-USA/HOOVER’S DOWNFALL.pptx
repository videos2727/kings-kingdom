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8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71A7-DEC3-4C4B-AF18-80EE70543427}" type="datetimeFigureOut">
              <a:rPr lang="en-AU" smtClean="0"/>
              <a:t>5/04/2013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257CE-C57E-432E-8FA6-3A4ADB86B9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5301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71A7-DEC3-4C4B-AF18-80EE70543427}" type="datetimeFigureOut">
              <a:rPr lang="en-AU" smtClean="0"/>
              <a:t>5/04/2013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257CE-C57E-432E-8FA6-3A4ADB86B9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4397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71A7-DEC3-4C4B-AF18-80EE70543427}" type="datetimeFigureOut">
              <a:rPr lang="en-AU" smtClean="0"/>
              <a:t>5/04/2013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257CE-C57E-432E-8FA6-3A4ADB86B9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73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71A7-DEC3-4C4B-AF18-80EE70543427}" type="datetimeFigureOut">
              <a:rPr lang="en-AU" smtClean="0"/>
              <a:t>5/04/2013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257CE-C57E-432E-8FA6-3A4ADB86B9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3994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71A7-DEC3-4C4B-AF18-80EE70543427}" type="datetimeFigureOut">
              <a:rPr lang="en-AU" smtClean="0"/>
              <a:t>5/04/2013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257CE-C57E-432E-8FA6-3A4ADB86B9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5850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71A7-DEC3-4C4B-AF18-80EE70543427}" type="datetimeFigureOut">
              <a:rPr lang="en-AU" smtClean="0"/>
              <a:t>5/04/2013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257CE-C57E-432E-8FA6-3A4ADB86B9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0950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71A7-DEC3-4C4B-AF18-80EE70543427}" type="datetimeFigureOut">
              <a:rPr lang="en-AU" smtClean="0"/>
              <a:t>5/04/2013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257CE-C57E-432E-8FA6-3A4ADB86B9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1797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71A7-DEC3-4C4B-AF18-80EE70543427}" type="datetimeFigureOut">
              <a:rPr lang="en-AU" smtClean="0"/>
              <a:t>5/04/2013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257CE-C57E-432E-8FA6-3A4ADB86B9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5154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71A7-DEC3-4C4B-AF18-80EE70543427}" type="datetimeFigureOut">
              <a:rPr lang="en-AU" smtClean="0"/>
              <a:t>5/04/2013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257CE-C57E-432E-8FA6-3A4ADB86B9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1975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71A7-DEC3-4C4B-AF18-80EE70543427}" type="datetimeFigureOut">
              <a:rPr lang="en-AU" smtClean="0"/>
              <a:t>5/04/2013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257CE-C57E-432E-8FA6-3A4ADB86B9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0787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71A7-DEC3-4C4B-AF18-80EE70543427}" type="datetimeFigureOut">
              <a:rPr lang="en-AU" smtClean="0"/>
              <a:t>5/04/2013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257CE-C57E-432E-8FA6-3A4ADB86B9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9196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671A7-DEC3-4C4B-AF18-80EE70543427}" type="datetimeFigureOut">
              <a:rPr lang="en-AU" smtClean="0"/>
              <a:t>5/04/2013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257CE-C57E-432E-8FA6-3A4ADB86B9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28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HOOVER’S DOWNFALL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1929-1932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5739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5328592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AU" dirty="0"/>
              <a:t>Hoover initially believed that the Depression would not last long and America would be back on the path of prosperity before long.</a:t>
            </a:r>
          </a:p>
          <a:p>
            <a:pPr lvl="0"/>
            <a:r>
              <a:rPr lang="en-AU" dirty="0"/>
              <a:t>Hoovers approach between 1929-1932 was one of “Voluntarism”</a:t>
            </a:r>
            <a:br>
              <a:rPr lang="en-AU" dirty="0"/>
            </a:br>
            <a:r>
              <a:rPr lang="en-AU" dirty="0"/>
              <a:t>- Business leaders were urged to pledge not to cut wages or employment.</a:t>
            </a:r>
            <a:br>
              <a:rPr lang="en-AU" dirty="0"/>
            </a:br>
            <a:r>
              <a:rPr lang="en-AU" dirty="0"/>
              <a:t>- Hoover requested state governments to create public works projects.</a:t>
            </a:r>
            <a:br>
              <a:rPr lang="en-AU" dirty="0"/>
            </a:br>
            <a:r>
              <a:rPr lang="en-AU" dirty="0"/>
              <a:t>- In October 1930 he established the Emergency Committee for Employment to co-ordinate voluntary relief agencies.</a:t>
            </a:r>
            <a:br>
              <a:rPr lang="en-AU" dirty="0"/>
            </a:br>
            <a:r>
              <a:rPr lang="en-AU" dirty="0"/>
              <a:t>- In 1931 he convinced major banks to establish the National Credit Corporation which was designed to lend money to smaller banks to keep them afloat.</a:t>
            </a:r>
            <a:br>
              <a:rPr lang="en-AU" dirty="0"/>
            </a:br>
            <a:r>
              <a:rPr lang="en-AU" dirty="0"/>
              <a:t>- He cut taxes by 2/3’s</a:t>
            </a:r>
            <a:br>
              <a:rPr lang="en-AU" dirty="0"/>
            </a:br>
            <a:r>
              <a:rPr lang="en-AU" dirty="0"/>
              <a:t>- He increased government spending to $2.2 billion in 1931.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3419872" y="260648"/>
            <a:ext cx="2249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u="sng" dirty="0" smtClean="0"/>
              <a:t>Voluntarism</a:t>
            </a:r>
            <a:endParaRPr lang="en-AU" b="1" u="sng" dirty="0"/>
          </a:p>
        </p:txBody>
      </p:sp>
    </p:spTree>
    <p:extLst>
      <p:ext uri="{BB962C8B-B14F-4D97-AF65-F5344CB8AC3E}">
        <p14:creationId xmlns:p14="http://schemas.microsoft.com/office/powerpoint/2010/main" val="950405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u="sng" dirty="0" smtClean="0"/>
              <a:t>Voluntarism’s Failure</a:t>
            </a:r>
            <a:endParaRPr lang="en-AU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AU" dirty="0"/>
              <a:t>Voluntarism failed to arrest the economic downturn as both businesses and states failed to honour their “pledges” to the government. </a:t>
            </a:r>
            <a:br>
              <a:rPr lang="en-AU" dirty="0"/>
            </a:br>
            <a:r>
              <a:rPr lang="en-AU" dirty="0"/>
              <a:t>- In 1931 companies such as US Steel and General Motors cut their wages and reduced their workforce.</a:t>
            </a:r>
            <a:br>
              <a:rPr lang="en-AU" dirty="0"/>
            </a:br>
            <a:r>
              <a:rPr lang="en-AU" dirty="0"/>
              <a:t>- State governments failed to provide adequate funding to local relief agencies and reduced emergency payments to unemployed families.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9680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u="sng" dirty="0" smtClean="0"/>
              <a:t>Intervention</a:t>
            </a:r>
            <a:endParaRPr lang="en-AU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AU" dirty="0"/>
              <a:t>Hoover attempted a last ditch effort in 1932 to introduce measures that would turn the US economy around.</a:t>
            </a:r>
            <a:br>
              <a:rPr lang="en-AU" dirty="0"/>
            </a:br>
            <a:r>
              <a:rPr lang="en-AU" dirty="0"/>
              <a:t>- He established the Reconstruction Finance Corporation, at a cost of $2billion, to make loans to large companies such as railroads and insurance companies.</a:t>
            </a:r>
            <a:br>
              <a:rPr lang="en-AU" dirty="0"/>
            </a:br>
            <a:r>
              <a:rPr lang="en-AU" dirty="0"/>
              <a:t>- Glass-</a:t>
            </a:r>
            <a:r>
              <a:rPr lang="en-AU" dirty="0" err="1"/>
              <a:t>Steagall</a:t>
            </a:r>
            <a:r>
              <a:rPr lang="en-AU" dirty="0"/>
              <a:t> Act: $750 million of </a:t>
            </a:r>
            <a:r>
              <a:rPr lang="en-AU" dirty="0" err="1"/>
              <a:t>govt</a:t>
            </a:r>
            <a:r>
              <a:rPr lang="en-AU" dirty="0"/>
              <a:t> money for more loans to private businesses.</a:t>
            </a:r>
            <a:br>
              <a:rPr lang="en-AU" dirty="0"/>
            </a:br>
            <a:r>
              <a:rPr lang="en-AU" dirty="0"/>
              <a:t>- $2billion further funding to the RFC for the purposes of state public works programmes.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3207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u="sng" dirty="0" smtClean="0"/>
              <a:t>Further Failure</a:t>
            </a:r>
            <a:endParaRPr lang="en-AU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AU" dirty="0"/>
              <a:t>All of these attempts failed to make any significant difference. </a:t>
            </a:r>
          </a:p>
          <a:p>
            <a:pPr lvl="0"/>
            <a:r>
              <a:rPr lang="en-AU" dirty="0"/>
              <a:t>The Republican philosophy of “small government” meant that most of Hoovers measures relied on factors outside government control to work:</a:t>
            </a:r>
            <a:br>
              <a:rPr lang="en-AU" dirty="0"/>
            </a:br>
            <a:r>
              <a:rPr lang="en-AU" dirty="0"/>
              <a:t>- State governments would need to keep up spending to support local economies.  They did not.</a:t>
            </a:r>
            <a:br>
              <a:rPr lang="en-AU" dirty="0"/>
            </a:br>
            <a:r>
              <a:rPr lang="en-AU" dirty="0"/>
              <a:t>- Farmers would need to cut their production.  They could not afford to.</a:t>
            </a:r>
            <a:br>
              <a:rPr lang="en-AU" dirty="0"/>
            </a:br>
            <a:r>
              <a:rPr lang="en-AU" dirty="0"/>
              <a:t>- Employers would need to keep workers on their payrolls.  They were forced to cut wages and lay off employees.</a:t>
            </a:r>
            <a:br>
              <a:rPr lang="en-AU" dirty="0"/>
            </a:br>
            <a:r>
              <a:rPr lang="en-AU" dirty="0"/>
              <a:t>- The banking system would need to be heavily reformed and general economic regulation was needed. A massive task that had not even been contemplated by Hoovers administration.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817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u="sng" dirty="0" smtClean="0"/>
              <a:t>The Bonus Marchers</a:t>
            </a:r>
            <a:endParaRPr lang="en-AU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en-AU" dirty="0"/>
              <a:t>By the middle of the election year of 1932 Hoover was seen as a failure and public anger and resentment was rising.  This spilled over into the streets during the demonstrations by “Bonus Marchers”</a:t>
            </a:r>
          </a:p>
          <a:p>
            <a:pPr lvl="0"/>
            <a:r>
              <a:rPr lang="en-AU" dirty="0"/>
              <a:t>The Bonus Marchers were WW1 veterans who had secured a financial bonus in 1924 for their service to the sum of $3,500,000,000.</a:t>
            </a:r>
          </a:p>
          <a:p>
            <a:pPr lvl="0"/>
            <a:r>
              <a:rPr lang="en-AU" dirty="0"/>
              <a:t>It was to be paid in 1944 but the impoverished veterans obviously needed access to these funds immediately.</a:t>
            </a:r>
          </a:p>
          <a:p>
            <a:pPr lvl="0"/>
            <a:r>
              <a:rPr lang="en-AU" dirty="0"/>
              <a:t>They lobbied Congress to push forward the payments but their request was refused.</a:t>
            </a:r>
          </a:p>
          <a:p>
            <a:pPr lvl="0"/>
            <a:r>
              <a:rPr lang="en-AU" dirty="0"/>
              <a:t>In protest, many Bonus Marchers stayed in Washington and built a settlement of shacks and tents in the South-Western part of city, threatening to stay there until their demands were met.</a:t>
            </a:r>
          </a:p>
          <a:p>
            <a:pPr lvl="0"/>
            <a:r>
              <a:rPr lang="en-AU" dirty="0"/>
              <a:t>Hoover reacted aggressively to this protest and called in the Army to removed the protesters.</a:t>
            </a:r>
          </a:p>
          <a:p>
            <a:pPr lvl="0"/>
            <a:r>
              <a:rPr lang="en-AU" dirty="0"/>
              <a:t>Violence erupted, two veterans were killed and many were injured.</a:t>
            </a:r>
          </a:p>
          <a:p>
            <a:pPr lvl="0"/>
            <a:r>
              <a:rPr lang="en-AU" dirty="0"/>
              <a:t>The idea that an American President would unleash the army on fellow citizens, particularly war veterans, shocked millions and sealed Hoover’s fate in the following Presidential Elections.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4485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307</Words>
  <Application>Microsoft Office PowerPoint</Application>
  <PresentationFormat>On-screen Show (4:3)</PresentationFormat>
  <Paragraphs>21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HOOVER’S DOWNFALL</vt:lpstr>
      <vt:lpstr>PowerPoint Presentation</vt:lpstr>
      <vt:lpstr>Voluntarism’s Failure</vt:lpstr>
      <vt:lpstr>Intervention</vt:lpstr>
      <vt:lpstr>Further Failure</vt:lpstr>
      <vt:lpstr>The Bonus Marchers</vt:lpstr>
    </vt:vector>
  </TitlesOfParts>
  <Company>ARKSWA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HOOVER’S DOWNFALL</dc:title>
  <dc:creator>Kieren</dc:creator>
  <cp:lastModifiedBy>Kieren</cp:lastModifiedBy>
  <cp:revision>2</cp:revision>
  <dcterms:created xsi:type="dcterms:W3CDTF">2013-04-05T04:17:22Z</dcterms:created>
  <dcterms:modified xsi:type="dcterms:W3CDTF">2013-04-05T04:31:34Z</dcterms:modified>
</cp:coreProperties>
</file>