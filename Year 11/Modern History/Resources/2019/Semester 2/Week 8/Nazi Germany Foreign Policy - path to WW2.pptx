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9" r:id="rId3"/>
    <p:sldId id="263" r:id="rId4"/>
    <p:sldId id="260" r:id="rId5"/>
    <p:sldId id="261" r:id="rId6"/>
    <p:sldId id="262" r:id="rId7"/>
    <p:sldId id="266" r:id="rId8"/>
    <p:sldId id="264" r:id="rId9"/>
    <p:sldId id="265" r:id="rId10"/>
    <p:sldId id="268" r:id="rId11"/>
    <p:sldId id="267" r:id="rId12"/>
    <p:sldId id="269" r:id="rId13"/>
    <p:sldId id="270" r:id="rId14"/>
  </p:sldIdLst>
  <p:sldSz cx="9144000" cy="6858000" type="screen4x3"/>
  <p:notesSz cx="6797675" cy="987425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mn-cs"/>
      </a:defRPr>
    </a:lvl1pPr>
    <a:lvl2pPr marL="457200" algn="l" rtl="0" fontAlgn="base">
      <a:spcBef>
        <a:spcPct val="0"/>
      </a:spcBef>
      <a:spcAft>
        <a:spcPct val="0"/>
      </a:spcAft>
      <a:defRPr kern="1200">
        <a:solidFill>
          <a:schemeClr val="tx1"/>
        </a:solidFill>
        <a:latin typeface="Arial" charset="0"/>
        <a:ea typeface="ＭＳ Ｐゴシック" charset="0"/>
        <a:cs typeface="+mn-cs"/>
      </a:defRPr>
    </a:lvl2pPr>
    <a:lvl3pPr marL="914400" algn="l" rtl="0" fontAlgn="base">
      <a:spcBef>
        <a:spcPct val="0"/>
      </a:spcBef>
      <a:spcAft>
        <a:spcPct val="0"/>
      </a:spcAft>
      <a:defRPr kern="1200">
        <a:solidFill>
          <a:schemeClr val="tx1"/>
        </a:solidFill>
        <a:latin typeface="Arial" charset="0"/>
        <a:ea typeface="ＭＳ Ｐゴシック" charset="0"/>
        <a:cs typeface="+mn-cs"/>
      </a:defRPr>
    </a:lvl3pPr>
    <a:lvl4pPr marL="1371600" algn="l" rtl="0" fontAlgn="base">
      <a:spcBef>
        <a:spcPct val="0"/>
      </a:spcBef>
      <a:spcAft>
        <a:spcPct val="0"/>
      </a:spcAft>
      <a:defRPr kern="1200">
        <a:solidFill>
          <a:schemeClr val="tx1"/>
        </a:solidFill>
        <a:latin typeface="Arial" charset="0"/>
        <a:ea typeface="ＭＳ Ｐゴシック" charset="0"/>
        <a:cs typeface="+mn-cs"/>
      </a:defRPr>
    </a:lvl4pPr>
    <a:lvl5pPr marL="1828800" algn="l" rtl="0" fontAlgn="base">
      <a:spcBef>
        <a:spcPct val="0"/>
      </a:spcBef>
      <a:spcAft>
        <a:spcPct val="0"/>
      </a:spcAft>
      <a:defRPr kern="1200">
        <a:solidFill>
          <a:schemeClr val="tx1"/>
        </a:solidFill>
        <a:latin typeface="Arial" charset="0"/>
        <a:ea typeface="ＭＳ Ｐゴシック" charset="0"/>
        <a:cs typeface="+mn-cs"/>
      </a:defRPr>
    </a:lvl5pPr>
    <a:lvl6pPr marL="2286000" algn="l" defTabSz="457200" rtl="0" eaLnBrk="1" latinLnBrk="0" hangingPunct="1">
      <a:defRPr kern="1200">
        <a:solidFill>
          <a:schemeClr val="tx1"/>
        </a:solidFill>
        <a:latin typeface="Arial" charset="0"/>
        <a:ea typeface="ＭＳ Ｐゴシック" charset="0"/>
        <a:cs typeface="+mn-cs"/>
      </a:defRPr>
    </a:lvl6pPr>
    <a:lvl7pPr marL="2743200" algn="l" defTabSz="457200" rtl="0" eaLnBrk="1" latinLnBrk="0" hangingPunct="1">
      <a:defRPr kern="1200">
        <a:solidFill>
          <a:schemeClr val="tx1"/>
        </a:solidFill>
        <a:latin typeface="Arial" charset="0"/>
        <a:ea typeface="ＭＳ Ｐゴシック" charset="0"/>
        <a:cs typeface="+mn-cs"/>
      </a:defRPr>
    </a:lvl7pPr>
    <a:lvl8pPr marL="3200400" algn="l" defTabSz="457200" rtl="0" eaLnBrk="1" latinLnBrk="0" hangingPunct="1">
      <a:defRPr kern="1200">
        <a:solidFill>
          <a:schemeClr val="tx1"/>
        </a:solidFill>
        <a:latin typeface="Arial" charset="0"/>
        <a:ea typeface="ＭＳ Ｐゴシック" charset="0"/>
        <a:cs typeface="+mn-cs"/>
      </a:defRPr>
    </a:lvl8pPr>
    <a:lvl9pPr marL="3657600" algn="l" defTabSz="457200" rtl="0" eaLnBrk="1" latinLnBrk="0" hangingPunct="1">
      <a:defRPr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FF9966"/>
    <a:srgbClr val="FF9933"/>
    <a:srgbClr val="6699FF"/>
    <a:srgbClr val="FFFF66"/>
    <a:srgbClr val="FFFF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63C639-B8A8-4C1F-B2E5-8E7D705649D4}" type="doc">
      <dgm:prSet loTypeId="urn:microsoft.com/office/officeart/2005/8/layout/radial4" loCatId="relationship" qsTypeId="urn:microsoft.com/office/officeart/2005/8/quickstyle/simple1" qsCatId="simple" csTypeId="urn:microsoft.com/office/officeart/2005/8/colors/accent0_3" csCatId="mainScheme" phldr="1"/>
      <dgm:spPr/>
      <dgm:t>
        <a:bodyPr/>
        <a:lstStyle/>
        <a:p>
          <a:endParaRPr lang="en-US"/>
        </a:p>
      </dgm:t>
    </dgm:pt>
    <dgm:pt modelId="{F835F729-76E4-4DBA-AE72-A1323A67B66F}">
      <dgm:prSet phldrT="[Text]"/>
      <dgm:spPr/>
      <dgm:t>
        <a:bodyPr/>
        <a:lstStyle/>
        <a:p>
          <a:r>
            <a:rPr lang="en-US" dirty="0" smtClean="0"/>
            <a:t>Causes of WW2</a:t>
          </a:r>
          <a:endParaRPr lang="en-US" dirty="0"/>
        </a:p>
      </dgm:t>
    </dgm:pt>
    <dgm:pt modelId="{8CA19D04-1537-4174-B69B-A9301C70333C}" type="parTrans" cxnId="{38525E9F-8AA0-4BA6-84C8-9AA26D57A883}">
      <dgm:prSet/>
      <dgm:spPr/>
      <dgm:t>
        <a:bodyPr/>
        <a:lstStyle/>
        <a:p>
          <a:endParaRPr lang="en-US"/>
        </a:p>
      </dgm:t>
    </dgm:pt>
    <dgm:pt modelId="{9A3F22A0-AC21-4BA6-A39F-A20191D4EE5A}" type="sibTrans" cxnId="{38525E9F-8AA0-4BA6-84C8-9AA26D57A883}">
      <dgm:prSet/>
      <dgm:spPr/>
      <dgm:t>
        <a:bodyPr/>
        <a:lstStyle/>
        <a:p>
          <a:endParaRPr lang="en-US"/>
        </a:p>
      </dgm:t>
    </dgm:pt>
    <dgm:pt modelId="{5F242746-4EB4-4E27-AB3E-64C9D4BF412E}">
      <dgm:prSet phldrT="[Text]" custT="1"/>
      <dgm:spPr/>
      <dgm:t>
        <a:bodyPr/>
        <a:lstStyle/>
        <a:p>
          <a:r>
            <a:rPr lang="en-AU" sz="1200" b="1" i="0" dirty="0" smtClean="0"/>
            <a:t>Treaty of Versailles</a:t>
          </a:r>
          <a:endParaRPr lang="en-US" sz="1200" dirty="0"/>
        </a:p>
      </dgm:t>
    </dgm:pt>
    <dgm:pt modelId="{05CD8BE5-D3E7-4391-9BCB-AEA80A83275C}" type="parTrans" cxnId="{B517573A-B6E0-4549-AE77-75BB0EF5C31E}">
      <dgm:prSet/>
      <dgm:spPr/>
      <dgm:t>
        <a:bodyPr/>
        <a:lstStyle/>
        <a:p>
          <a:endParaRPr lang="en-US"/>
        </a:p>
      </dgm:t>
    </dgm:pt>
    <dgm:pt modelId="{153CFC95-F7FE-422B-BEA8-7D41283EDACD}" type="sibTrans" cxnId="{B517573A-B6E0-4549-AE77-75BB0EF5C31E}">
      <dgm:prSet/>
      <dgm:spPr/>
      <dgm:t>
        <a:bodyPr/>
        <a:lstStyle/>
        <a:p>
          <a:endParaRPr lang="en-US"/>
        </a:p>
      </dgm:t>
    </dgm:pt>
    <dgm:pt modelId="{4783127E-0F7C-4F95-9B3E-33DCCC31212C}">
      <dgm:prSet phldrT="[Text]" custT="1"/>
      <dgm:spPr/>
      <dgm:t>
        <a:bodyPr/>
        <a:lstStyle/>
        <a:p>
          <a:r>
            <a:rPr lang="en-AU" sz="1200" dirty="0" smtClean="0"/>
            <a:t> The treaty was very harsh against Germany, ruined the economy, government in chaos</a:t>
          </a:r>
          <a:endParaRPr lang="en-US" sz="1200" dirty="0"/>
        </a:p>
      </dgm:t>
    </dgm:pt>
    <dgm:pt modelId="{59259B09-7105-4770-9F82-1F5FC945510A}" type="parTrans" cxnId="{B531F294-8AD2-431D-A9AC-BA17054971F0}">
      <dgm:prSet/>
      <dgm:spPr/>
      <dgm:t>
        <a:bodyPr/>
        <a:lstStyle/>
        <a:p>
          <a:endParaRPr lang="en-US"/>
        </a:p>
      </dgm:t>
    </dgm:pt>
    <dgm:pt modelId="{A4E0DB96-359C-411A-98E4-F2D55A0161E1}" type="sibTrans" cxnId="{B531F294-8AD2-431D-A9AC-BA17054971F0}">
      <dgm:prSet/>
      <dgm:spPr/>
      <dgm:t>
        <a:bodyPr/>
        <a:lstStyle/>
        <a:p>
          <a:endParaRPr lang="en-US"/>
        </a:p>
      </dgm:t>
    </dgm:pt>
    <dgm:pt modelId="{6C26916D-9889-4EA9-AA85-C84071624897}">
      <dgm:prSet phldrT="[Text]" custT="1"/>
      <dgm:spPr/>
      <dgm:t>
        <a:bodyPr/>
        <a:lstStyle/>
        <a:p>
          <a:r>
            <a:rPr lang="en-AU" sz="1200" b="1" i="0" dirty="0" smtClean="0"/>
            <a:t>Japanese Expansion</a:t>
          </a:r>
          <a:endParaRPr lang="en-US" sz="1200" dirty="0"/>
        </a:p>
      </dgm:t>
    </dgm:pt>
    <dgm:pt modelId="{AC29E2AD-CF9E-4E1E-A23C-2533C5E8AE7D}" type="parTrans" cxnId="{EDADBAA6-5E5C-4DD6-8910-0B9FCADA4FAB}">
      <dgm:prSet/>
      <dgm:spPr/>
      <dgm:t>
        <a:bodyPr/>
        <a:lstStyle/>
        <a:p>
          <a:endParaRPr lang="en-US"/>
        </a:p>
      </dgm:t>
    </dgm:pt>
    <dgm:pt modelId="{74AC8A33-95CA-4496-B636-ED9604CC13D6}" type="sibTrans" cxnId="{EDADBAA6-5E5C-4DD6-8910-0B9FCADA4FAB}">
      <dgm:prSet/>
      <dgm:spPr/>
      <dgm:t>
        <a:bodyPr/>
        <a:lstStyle/>
        <a:p>
          <a:endParaRPr lang="en-US"/>
        </a:p>
      </dgm:t>
    </dgm:pt>
    <dgm:pt modelId="{E5478CB4-BFBD-4DCE-BC37-731D5347E531}">
      <dgm:prSet phldrT="[Text]" custT="1"/>
      <dgm:spPr/>
      <dgm:t>
        <a:bodyPr/>
        <a:lstStyle/>
        <a:p>
          <a:r>
            <a:rPr lang="en-US" sz="1200" dirty="0" smtClean="0"/>
            <a:t>Japan wanted more land and resources – invaded Manchuria (China) 1931</a:t>
          </a:r>
          <a:endParaRPr lang="en-US" sz="1200" dirty="0"/>
        </a:p>
      </dgm:t>
    </dgm:pt>
    <dgm:pt modelId="{41F9B791-5188-40E1-AF75-914E915BB5B1}" type="parTrans" cxnId="{078EB5B4-EEE9-418D-BB54-C4E0A630B4E3}">
      <dgm:prSet/>
      <dgm:spPr/>
      <dgm:t>
        <a:bodyPr/>
        <a:lstStyle/>
        <a:p>
          <a:endParaRPr lang="en-US"/>
        </a:p>
      </dgm:t>
    </dgm:pt>
    <dgm:pt modelId="{282898CA-3998-4619-89AE-64F32FBFEDC4}" type="sibTrans" cxnId="{078EB5B4-EEE9-418D-BB54-C4E0A630B4E3}">
      <dgm:prSet/>
      <dgm:spPr/>
      <dgm:t>
        <a:bodyPr/>
        <a:lstStyle/>
        <a:p>
          <a:endParaRPr lang="en-US"/>
        </a:p>
      </dgm:t>
    </dgm:pt>
    <dgm:pt modelId="{230F9518-8251-42C5-B89B-FF47330E684B}">
      <dgm:prSet phldrT="[Text]" custT="1"/>
      <dgm:spPr/>
      <dgm:t>
        <a:bodyPr/>
        <a:lstStyle/>
        <a:p>
          <a:r>
            <a:rPr lang="en-AU" sz="1000" b="1" i="0" dirty="0" smtClean="0"/>
            <a:t>Fascism</a:t>
          </a:r>
          <a:endParaRPr lang="en-US" sz="1000" dirty="0"/>
        </a:p>
      </dgm:t>
    </dgm:pt>
    <dgm:pt modelId="{6A915361-A0E7-453D-B3DB-BAED4FC36487}" type="parTrans" cxnId="{9721B235-63DD-4702-8AFD-737B35228E2B}">
      <dgm:prSet/>
      <dgm:spPr/>
      <dgm:t>
        <a:bodyPr/>
        <a:lstStyle/>
        <a:p>
          <a:endParaRPr lang="en-US"/>
        </a:p>
      </dgm:t>
    </dgm:pt>
    <dgm:pt modelId="{89620BFC-822C-4FD8-A5EA-A7DF5174968E}" type="sibTrans" cxnId="{9721B235-63DD-4702-8AFD-737B35228E2B}">
      <dgm:prSet/>
      <dgm:spPr/>
      <dgm:t>
        <a:bodyPr/>
        <a:lstStyle/>
        <a:p>
          <a:endParaRPr lang="en-US"/>
        </a:p>
      </dgm:t>
    </dgm:pt>
    <dgm:pt modelId="{51F8467D-7DB8-4B55-8852-C227E22FE02F}">
      <dgm:prSet phldrT="[Text]" custT="1"/>
      <dgm:spPr/>
      <dgm:t>
        <a:bodyPr/>
        <a:lstStyle/>
        <a:p>
          <a:r>
            <a:rPr lang="en-AU" sz="1000" dirty="0" smtClean="0"/>
            <a:t>Some European countries were taken over by dictators who formed powerful fascist governments. These dictators wanted to expand their empires (Hitler, Mussolini)</a:t>
          </a:r>
          <a:endParaRPr lang="en-US" sz="1000" dirty="0"/>
        </a:p>
      </dgm:t>
    </dgm:pt>
    <dgm:pt modelId="{8376D6F6-E3AD-4B8C-AC46-E580CBD1D3C7}" type="parTrans" cxnId="{302DA0BA-8D5A-49B8-BAE4-9603FF7927E1}">
      <dgm:prSet/>
      <dgm:spPr/>
      <dgm:t>
        <a:bodyPr/>
        <a:lstStyle/>
        <a:p>
          <a:endParaRPr lang="en-US"/>
        </a:p>
      </dgm:t>
    </dgm:pt>
    <dgm:pt modelId="{657EF55F-D301-41E1-952E-511E20E73BE8}" type="sibTrans" cxnId="{302DA0BA-8D5A-49B8-BAE4-9603FF7927E1}">
      <dgm:prSet/>
      <dgm:spPr/>
      <dgm:t>
        <a:bodyPr/>
        <a:lstStyle/>
        <a:p>
          <a:endParaRPr lang="en-US"/>
        </a:p>
      </dgm:t>
    </dgm:pt>
    <dgm:pt modelId="{D9D957AE-85B1-480E-A643-40C2A5E7BF5C}">
      <dgm:prSet phldrT="[Text]" custT="1"/>
      <dgm:spPr/>
      <dgm:t>
        <a:bodyPr/>
        <a:lstStyle/>
        <a:p>
          <a:r>
            <a:rPr lang="en-AU" sz="1200" b="1" i="0" dirty="0" smtClean="0"/>
            <a:t>Appeasement</a:t>
          </a:r>
          <a:endParaRPr lang="en-US" sz="1200" dirty="0"/>
        </a:p>
      </dgm:t>
    </dgm:pt>
    <dgm:pt modelId="{49C975F5-258C-4CE7-B44E-DEF235483967}" type="parTrans" cxnId="{A61A3FB6-22E8-4953-893B-95B35A2A69E5}">
      <dgm:prSet/>
      <dgm:spPr/>
      <dgm:t>
        <a:bodyPr/>
        <a:lstStyle/>
        <a:p>
          <a:endParaRPr lang="en-US"/>
        </a:p>
      </dgm:t>
    </dgm:pt>
    <dgm:pt modelId="{B4936998-6B33-4205-9B3D-8FA50E7FAAE2}" type="sibTrans" cxnId="{A61A3FB6-22E8-4953-893B-95B35A2A69E5}">
      <dgm:prSet/>
      <dgm:spPr/>
      <dgm:t>
        <a:bodyPr/>
        <a:lstStyle/>
        <a:p>
          <a:endParaRPr lang="en-US"/>
        </a:p>
      </dgm:t>
    </dgm:pt>
    <dgm:pt modelId="{06FB2EAE-BDE3-4F6D-99AD-4AACBF82A51A}">
      <dgm:prSet phldrT="[Text]" custT="1"/>
      <dgm:spPr/>
      <dgm:t>
        <a:bodyPr/>
        <a:lstStyle/>
        <a:p>
          <a:r>
            <a:rPr lang="en-US" sz="1200" dirty="0" smtClean="0"/>
            <a:t>To prevent another war, Allied countries </a:t>
          </a:r>
          <a:r>
            <a:rPr lang="en-AU" sz="1200" b="0" i="0" dirty="0" smtClean="0"/>
            <a:t>tried to make Germany and Hitler happy rather than try to stop him. </a:t>
          </a:r>
          <a:endParaRPr lang="en-US" sz="1200" dirty="0"/>
        </a:p>
      </dgm:t>
    </dgm:pt>
    <dgm:pt modelId="{0F7987B5-5478-482E-A5C8-C86392901FEE}" type="parTrans" cxnId="{13DD4163-E382-4AE4-B870-31DD7E3B4C25}">
      <dgm:prSet/>
      <dgm:spPr/>
      <dgm:t>
        <a:bodyPr/>
        <a:lstStyle/>
        <a:p>
          <a:endParaRPr lang="en-US"/>
        </a:p>
      </dgm:t>
    </dgm:pt>
    <dgm:pt modelId="{60F564C6-19A9-40FF-81EB-B5F41AA051B0}" type="sibTrans" cxnId="{13DD4163-E382-4AE4-B870-31DD7E3B4C25}">
      <dgm:prSet/>
      <dgm:spPr/>
      <dgm:t>
        <a:bodyPr/>
        <a:lstStyle/>
        <a:p>
          <a:endParaRPr lang="en-US"/>
        </a:p>
      </dgm:t>
    </dgm:pt>
    <dgm:pt modelId="{E0CF3DE2-8D8E-48E8-A306-6D88914C2F19}">
      <dgm:prSet phldrT="[Text]" custT="1"/>
      <dgm:spPr/>
      <dgm:t>
        <a:bodyPr/>
        <a:lstStyle/>
        <a:p>
          <a:r>
            <a:rPr lang="en-AU" sz="900" b="0" i="0" dirty="0" smtClean="0"/>
            <a:t>Adolf Hitler and the Nazi Party rose to power. He first took over Austria in 1938. When the League of Nations did nothing to stop him, Hitler became bolder and took over Czechoslovakia in 1939.</a:t>
          </a:r>
          <a:endParaRPr lang="en-US" sz="900" dirty="0"/>
        </a:p>
      </dgm:t>
    </dgm:pt>
    <dgm:pt modelId="{6F6543FA-6357-4A2C-B6C5-8BB6A63820E4}" type="sibTrans" cxnId="{6FFF4F1E-1C14-40D0-ADA6-CAC7F8C2DF4E}">
      <dgm:prSet/>
      <dgm:spPr/>
      <dgm:t>
        <a:bodyPr/>
        <a:lstStyle/>
        <a:p>
          <a:endParaRPr lang="en-US"/>
        </a:p>
      </dgm:t>
    </dgm:pt>
    <dgm:pt modelId="{7EDAE01D-FFF2-43BA-B71C-D93DC2D2D07E}" type="parTrans" cxnId="{6FFF4F1E-1C14-40D0-ADA6-CAC7F8C2DF4E}">
      <dgm:prSet/>
      <dgm:spPr/>
      <dgm:t>
        <a:bodyPr/>
        <a:lstStyle/>
        <a:p>
          <a:endParaRPr lang="en-US"/>
        </a:p>
      </dgm:t>
    </dgm:pt>
    <dgm:pt modelId="{78E16DC8-5239-402C-BD7A-12C30A5CE9FB}">
      <dgm:prSet phldrT="[Text]" custT="1"/>
      <dgm:spPr/>
      <dgm:t>
        <a:bodyPr/>
        <a:lstStyle/>
        <a:p>
          <a:r>
            <a:rPr lang="en-AU" sz="900" b="1" i="0" dirty="0" smtClean="0"/>
            <a:t>Hitler and the Nazi Party</a:t>
          </a:r>
          <a:endParaRPr lang="en-US" sz="900" dirty="0"/>
        </a:p>
      </dgm:t>
    </dgm:pt>
    <dgm:pt modelId="{09EF9D34-510A-48A4-A69B-E3DF7ED8CA5B}" type="sibTrans" cxnId="{43C8F509-8268-4054-B047-5601A41D97C6}">
      <dgm:prSet/>
      <dgm:spPr/>
      <dgm:t>
        <a:bodyPr/>
        <a:lstStyle/>
        <a:p>
          <a:endParaRPr lang="en-US"/>
        </a:p>
      </dgm:t>
    </dgm:pt>
    <dgm:pt modelId="{F0F0A9AA-3612-4074-BDB0-D8CD72A0E1FA}" type="parTrans" cxnId="{43C8F509-8268-4054-B047-5601A41D97C6}">
      <dgm:prSet/>
      <dgm:spPr/>
      <dgm:t>
        <a:bodyPr/>
        <a:lstStyle/>
        <a:p>
          <a:endParaRPr lang="en-US"/>
        </a:p>
      </dgm:t>
    </dgm:pt>
    <dgm:pt modelId="{B5669DAA-1F0B-4667-8104-EF187A7A18B7}">
      <dgm:prSet phldrT="[Text]" custT="1"/>
      <dgm:spPr/>
      <dgm:t>
        <a:bodyPr/>
        <a:lstStyle/>
        <a:p>
          <a:r>
            <a:rPr lang="en-AU" sz="1200" b="1" i="0" dirty="0" smtClean="0"/>
            <a:t>Great Depression</a:t>
          </a:r>
          <a:endParaRPr lang="en-US" sz="1200" dirty="0"/>
        </a:p>
      </dgm:t>
    </dgm:pt>
    <dgm:pt modelId="{D351296F-B12C-4031-BC8C-1F66F48AFBA1}" type="parTrans" cxnId="{71BA191A-719F-4769-9045-9290B7CC90CF}">
      <dgm:prSet/>
      <dgm:spPr/>
      <dgm:t>
        <a:bodyPr/>
        <a:lstStyle/>
        <a:p>
          <a:endParaRPr lang="en-US"/>
        </a:p>
      </dgm:t>
    </dgm:pt>
    <dgm:pt modelId="{16326DB3-2DC3-4A0F-9FE6-05F04FDB4844}" type="sibTrans" cxnId="{71BA191A-719F-4769-9045-9290B7CC90CF}">
      <dgm:prSet/>
      <dgm:spPr/>
      <dgm:t>
        <a:bodyPr/>
        <a:lstStyle/>
        <a:p>
          <a:endParaRPr lang="en-US"/>
        </a:p>
      </dgm:t>
    </dgm:pt>
    <dgm:pt modelId="{6B83341F-86D4-4904-9B2B-D7F2B2AF7D2C}">
      <dgm:prSet phldrT="[Text]" custT="1"/>
      <dgm:spPr/>
      <dgm:t>
        <a:bodyPr/>
        <a:lstStyle/>
        <a:p>
          <a:r>
            <a:rPr lang="en-AU" sz="1200" dirty="0" smtClean="0"/>
            <a:t>Created unstable governments and worldwide turmoil that helped lead to World War II.</a:t>
          </a:r>
          <a:endParaRPr lang="en-US" sz="1200" dirty="0"/>
        </a:p>
      </dgm:t>
    </dgm:pt>
    <dgm:pt modelId="{6C948C59-D387-489C-AA7A-19629B215F8A}" type="parTrans" cxnId="{0C599898-9B94-4AC2-90E7-0F20E3DB24F0}">
      <dgm:prSet/>
      <dgm:spPr/>
      <dgm:t>
        <a:bodyPr/>
        <a:lstStyle/>
        <a:p>
          <a:endParaRPr lang="en-US"/>
        </a:p>
      </dgm:t>
    </dgm:pt>
    <dgm:pt modelId="{62F67BC0-C22C-47F1-AC21-CFD8DE6F647A}" type="sibTrans" cxnId="{0C599898-9B94-4AC2-90E7-0F20E3DB24F0}">
      <dgm:prSet/>
      <dgm:spPr/>
      <dgm:t>
        <a:bodyPr/>
        <a:lstStyle/>
        <a:p>
          <a:endParaRPr lang="en-US"/>
        </a:p>
      </dgm:t>
    </dgm:pt>
    <dgm:pt modelId="{DB9B9483-C415-40E9-A6CC-68E02E017B1A}" type="pres">
      <dgm:prSet presAssocID="{0163C639-B8A8-4C1F-B2E5-8E7D705649D4}" presName="cycle" presStyleCnt="0">
        <dgm:presLayoutVars>
          <dgm:chMax val="1"/>
          <dgm:dir/>
          <dgm:animLvl val="ctr"/>
          <dgm:resizeHandles val="exact"/>
        </dgm:presLayoutVars>
      </dgm:prSet>
      <dgm:spPr/>
      <dgm:t>
        <a:bodyPr/>
        <a:lstStyle/>
        <a:p>
          <a:endParaRPr lang="en-US"/>
        </a:p>
      </dgm:t>
    </dgm:pt>
    <dgm:pt modelId="{4274FF32-BE9F-4285-A2EB-FEAF64E4E268}" type="pres">
      <dgm:prSet presAssocID="{F835F729-76E4-4DBA-AE72-A1323A67B66F}" presName="centerShape" presStyleLbl="node0" presStyleIdx="0" presStyleCnt="1"/>
      <dgm:spPr/>
      <dgm:t>
        <a:bodyPr/>
        <a:lstStyle/>
        <a:p>
          <a:endParaRPr lang="en-US"/>
        </a:p>
      </dgm:t>
    </dgm:pt>
    <dgm:pt modelId="{FCD0E6E0-5DF1-4576-9EC1-58AF4F03C7E3}" type="pres">
      <dgm:prSet presAssocID="{D351296F-B12C-4031-BC8C-1F66F48AFBA1}" presName="parTrans" presStyleLbl="bgSibTrans2D1" presStyleIdx="0" presStyleCnt="6"/>
      <dgm:spPr/>
      <dgm:t>
        <a:bodyPr/>
        <a:lstStyle/>
        <a:p>
          <a:endParaRPr lang="en-US"/>
        </a:p>
      </dgm:t>
    </dgm:pt>
    <dgm:pt modelId="{CE1E80ED-3D4D-40F2-B3E7-31389686D96C}" type="pres">
      <dgm:prSet presAssocID="{B5669DAA-1F0B-4667-8104-EF187A7A18B7}" presName="node" presStyleLbl="node1" presStyleIdx="0" presStyleCnt="6">
        <dgm:presLayoutVars>
          <dgm:bulletEnabled val="1"/>
        </dgm:presLayoutVars>
      </dgm:prSet>
      <dgm:spPr/>
      <dgm:t>
        <a:bodyPr/>
        <a:lstStyle/>
        <a:p>
          <a:endParaRPr lang="en-US"/>
        </a:p>
      </dgm:t>
    </dgm:pt>
    <dgm:pt modelId="{4AED386E-35C6-415B-AD12-98D2CC74086E}" type="pres">
      <dgm:prSet presAssocID="{49C975F5-258C-4CE7-B44E-DEF235483967}" presName="parTrans" presStyleLbl="bgSibTrans2D1" presStyleIdx="1" presStyleCnt="6"/>
      <dgm:spPr/>
      <dgm:t>
        <a:bodyPr/>
        <a:lstStyle/>
        <a:p>
          <a:endParaRPr lang="en-US"/>
        </a:p>
      </dgm:t>
    </dgm:pt>
    <dgm:pt modelId="{AE4C1405-584D-4759-90B9-F23CC153C831}" type="pres">
      <dgm:prSet presAssocID="{D9D957AE-85B1-480E-A643-40C2A5E7BF5C}" presName="node" presStyleLbl="node1" presStyleIdx="1" presStyleCnt="6">
        <dgm:presLayoutVars>
          <dgm:bulletEnabled val="1"/>
        </dgm:presLayoutVars>
      </dgm:prSet>
      <dgm:spPr/>
      <dgm:t>
        <a:bodyPr/>
        <a:lstStyle/>
        <a:p>
          <a:endParaRPr lang="en-US"/>
        </a:p>
      </dgm:t>
    </dgm:pt>
    <dgm:pt modelId="{701B84AB-E1DF-4710-8D5E-0F070EB84F07}" type="pres">
      <dgm:prSet presAssocID="{F0F0A9AA-3612-4074-BDB0-D8CD72A0E1FA}" presName="parTrans" presStyleLbl="bgSibTrans2D1" presStyleIdx="2" presStyleCnt="6"/>
      <dgm:spPr/>
      <dgm:t>
        <a:bodyPr/>
        <a:lstStyle/>
        <a:p>
          <a:endParaRPr lang="en-US"/>
        </a:p>
      </dgm:t>
    </dgm:pt>
    <dgm:pt modelId="{1CC17A0D-9FFA-486B-BBB5-11EE019F7277}" type="pres">
      <dgm:prSet presAssocID="{78E16DC8-5239-402C-BD7A-12C30A5CE9FB}" presName="node" presStyleLbl="node1" presStyleIdx="2" presStyleCnt="6">
        <dgm:presLayoutVars>
          <dgm:bulletEnabled val="1"/>
        </dgm:presLayoutVars>
      </dgm:prSet>
      <dgm:spPr/>
      <dgm:t>
        <a:bodyPr/>
        <a:lstStyle/>
        <a:p>
          <a:endParaRPr lang="en-US"/>
        </a:p>
      </dgm:t>
    </dgm:pt>
    <dgm:pt modelId="{D477DB6A-A379-41BF-991D-055D83362EB8}" type="pres">
      <dgm:prSet presAssocID="{6A915361-A0E7-453D-B3DB-BAED4FC36487}" presName="parTrans" presStyleLbl="bgSibTrans2D1" presStyleIdx="3" presStyleCnt="6"/>
      <dgm:spPr/>
      <dgm:t>
        <a:bodyPr/>
        <a:lstStyle/>
        <a:p>
          <a:endParaRPr lang="en-US"/>
        </a:p>
      </dgm:t>
    </dgm:pt>
    <dgm:pt modelId="{918F973E-36D5-4914-A432-73FCF3972A3D}" type="pres">
      <dgm:prSet presAssocID="{230F9518-8251-42C5-B89B-FF47330E684B}" presName="node" presStyleLbl="node1" presStyleIdx="3" presStyleCnt="6" custScaleY="116982">
        <dgm:presLayoutVars>
          <dgm:bulletEnabled val="1"/>
        </dgm:presLayoutVars>
      </dgm:prSet>
      <dgm:spPr/>
      <dgm:t>
        <a:bodyPr/>
        <a:lstStyle/>
        <a:p>
          <a:endParaRPr lang="en-US"/>
        </a:p>
      </dgm:t>
    </dgm:pt>
    <dgm:pt modelId="{25AD338A-E556-4219-BD52-2A11ABFA4A7F}" type="pres">
      <dgm:prSet presAssocID="{AC29E2AD-CF9E-4E1E-A23C-2533C5E8AE7D}" presName="parTrans" presStyleLbl="bgSibTrans2D1" presStyleIdx="4" presStyleCnt="6"/>
      <dgm:spPr/>
      <dgm:t>
        <a:bodyPr/>
        <a:lstStyle/>
        <a:p>
          <a:endParaRPr lang="en-US"/>
        </a:p>
      </dgm:t>
    </dgm:pt>
    <dgm:pt modelId="{A174B19B-CE23-4797-BC8D-561C0B50C6E2}" type="pres">
      <dgm:prSet presAssocID="{6C26916D-9889-4EA9-AA85-C84071624897}" presName="node" presStyleLbl="node1" presStyleIdx="4" presStyleCnt="6">
        <dgm:presLayoutVars>
          <dgm:bulletEnabled val="1"/>
        </dgm:presLayoutVars>
      </dgm:prSet>
      <dgm:spPr/>
      <dgm:t>
        <a:bodyPr/>
        <a:lstStyle/>
        <a:p>
          <a:endParaRPr lang="en-US"/>
        </a:p>
      </dgm:t>
    </dgm:pt>
    <dgm:pt modelId="{C3FA32BD-D2BE-4801-87C4-1FFFC57B8623}" type="pres">
      <dgm:prSet presAssocID="{05CD8BE5-D3E7-4391-9BCB-AEA80A83275C}" presName="parTrans" presStyleLbl="bgSibTrans2D1" presStyleIdx="5" presStyleCnt="6"/>
      <dgm:spPr/>
      <dgm:t>
        <a:bodyPr/>
        <a:lstStyle/>
        <a:p>
          <a:endParaRPr lang="en-US"/>
        </a:p>
      </dgm:t>
    </dgm:pt>
    <dgm:pt modelId="{2EA47AAA-034F-467B-93BA-996844E57361}" type="pres">
      <dgm:prSet presAssocID="{5F242746-4EB4-4E27-AB3E-64C9D4BF412E}" presName="node" presStyleLbl="node1" presStyleIdx="5" presStyleCnt="6">
        <dgm:presLayoutVars>
          <dgm:bulletEnabled val="1"/>
        </dgm:presLayoutVars>
      </dgm:prSet>
      <dgm:spPr/>
      <dgm:t>
        <a:bodyPr/>
        <a:lstStyle/>
        <a:p>
          <a:endParaRPr lang="en-US"/>
        </a:p>
      </dgm:t>
    </dgm:pt>
  </dgm:ptLst>
  <dgm:cxnLst>
    <dgm:cxn modelId="{A0929C85-AD9D-42FC-963E-E524383CBA01}" type="presOf" srcId="{F0F0A9AA-3612-4074-BDB0-D8CD72A0E1FA}" destId="{701B84AB-E1DF-4710-8D5E-0F070EB84F07}" srcOrd="0" destOrd="0" presId="urn:microsoft.com/office/officeart/2005/8/layout/radial4"/>
    <dgm:cxn modelId="{37246198-432F-4894-B776-49B035A089C6}" type="presOf" srcId="{0163C639-B8A8-4C1F-B2E5-8E7D705649D4}" destId="{DB9B9483-C415-40E9-A6CC-68E02E017B1A}" srcOrd="0" destOrd="0" presId="urn:microsoft.com/office/officeart/2005/8/layout/radial4"/>
    <dgm:cxn modelId="{0C599898-9B94-4AC2-90E7-0F20E3DB24F0}" srcId="{B5669DAA-1F0B-4667-8104-EF187A7A18B7}" destId="{6B83341F-86D4-4904-9B2B-D7F2B2AF7D2C}" srcOrd="0" destOrd="0" parTransId="{6C948C59-D387-489C-AA7A-19629B215F8A}" sibTransId="{62F67BC0-C22C-47F1-AC21-CFD8DE6F647A}"/>
    <dgm:cxn modelId="{1934C25F-29E1-4D5B-A319-BE61E75173E9}" type="presOf" srcId="{5F242746-4EB4-4E27-AB3E-64C9D4BF412E}" destId="{2EA47AAA-034F-467B-93BA-996844E57361}" srcOrd="0" destOrd="0" presId="urn:microsoft.com/office/officeart/2005/8/layout/radial4"/>
    <dgm:cxn modelId="{43C8F509-8268-4054-B047-5601A41D97C6}" srcId="{F835F729-76E4-4DBA-AE72-A1323A67B66F}" destId="{78E16DC8-5239-402C-BD7A-12C30A5CE9FB}" srcOrd="2" destOrd="0" parTransId="{F0F0A9AA-3612-4074-BDB0-D8CD72A0E1FA}" sibTransId="{09EF9D34-510A-48A4-A69B-E3DF7ED8CA5B}"/>
    <dgm:cxn modelId="{B63A6AE0-634A-4B84-B9A1-3977EF617BA3}" type="presOf" srcId="{230F9518-8251-42C5-B89B-FF47330E684B}" destId="{918F973E-36D5-4914-A432-73FCF3972A3D}" srcOrd="0" destOrd="0" presId="urn:microsoft.com/office/officeart/2005/8/layout/radial4"/>
    <dgm:cxn modelId="{2FAF697A-E00C-4A73-A2EE-5B0FA8D14589}" type="presOf" srcId="{6C26916D-9889-4EA9-AA85-C84071624897}" destId="{A174B19B-CE23-4797-BC8D-561C0B50C6E2}" srcOrd="0" destOrd="0" presId="urn:microsoft.com/office/officeart/2005/8/layout/radial4"/>
    <dgm:cxn modelId="{8B738AA6-90A6-458F-9EA9-C4D6FA092BA9}" type="presOf" srcId="{E5478CB4-BFBD-4DCE-BC37-731D5347E531}" destId="{A174B19B-CE23-4797-BC8D-561C0B50C6E2}" srcOrd="0" destOrd="1" presId="urn:microsoft.com/office/officeart/2005/8/layout/radial4"/>
    <dgm:cxn modelId="{71BA191A-719F-4769-9045-9290B7CC90CF}" srcId="{F835F729-76E4-4DBA-AE72-A1323A67B66F}" destId="{B5669DAA-1F0B-4667-8104-EF187A7A18B7}" srcOrd="0" destOrd="0" parTransId="{D351296F-B12C-4031-BC8C-1F66F48AFBA1}" sibTransId="{16326DB3-2DC3-4A0F-9FE6-05F04FDB4844}"/>
    <dgm:cxn modelId="{77C32433-561D-4050-A572-AFBD439ABC5C}" type="presOf" srcId="{78E16DC8-5239-402C-BD7A-12C30A5CE9FB}" destId="{1CC17A0D-9FFA-486B-BBB5-11EE019F7277}" srcOrd="0" destOrd="0" presId="urn:microsoft.com/office/officeart/2005/8/layout/radial4"/>
    <dgm:cxn modelId="{09A14847-01C5-4ED0-A16D-78DE91CBF6ED}" type="presOf" srcId="{D351296F-B12C-4031-BC8C-1F66F48AFBA1}" destId="{FCD0E6E0-5DF1-4576-9EC1-58AF4F03C7E3}" srcOrd="0" destOrd="0" presId="urn:microsoft.com/office/officeart/2005/8/layout/radial4"/>
    <dgm:cxn modelId="{3C8D70D8-5DE9-431E-8EF9-FE28A73AD705}" type="presOf" srcId="{6A915361-A0E7-453D-B3DB-BAED4FC36487}" destId="{D477DB6A-A379-41BF-991D-055D83362EB8}" srcOrd="0" destOrd="0" presId="urn:microsoft.com/office/officeart/2005/8/layout/radial4"/>
    <dgm:cxn modelId="{6EF50D5C-189E-40D8-A46C-4AA0D0DBFE10}" type="presOf" srcId="{06FB2EAE-BDE3-4F6D-99AD-4AACBF82A51A}" destId="{AE4C1405-584D-4759-90B9-F23CC153C831}" srcOrd="0" destOrd="1" presId="urn:microsoft.com/office/officeart/2005/8/layout/radial4"/>
    <dgm:cxn modelId="{EDADBAA6-5E5C-4DD6-8910-0B9FCADA4FAB}" srcId="{F835F729-76E4-4DBA-AE72-A1323A67B66F}" destId="{6C26916D-9889-4EA9-AA85-C84071624897}" srcOrd="4" destOrd="0" parTransId="{AC29E2AD-CF9E-4E1E-A23C-2533C5E8AE7D}" sibTransId="{74AC8A33-95CA-4496-B636-ED9604CC13D6}"/>
    <dgm:cxn modelId="{38525E9F-8AA0-4BA6-84C8-9AA26D57A883}" srcId="{0163C639-B8A8-4C1F-B2E5-8E7D705649D4}" destId="{F835F729-76E4-4DBA-AE72-A1323A67B66F}" srcOrd="0" destOrd="0" parTransId="{8CA19D04-1537-4174-B69B-A9301C70333C}" sibTransId="{9A3F22A0-AC21-4BA6-A39F-A20191D4EE5A}"/>
    <dgm:cxn modelId="{13DD4163-E382-4AE4-B870-31DD7E3B4C25}" srcId="{D9D957AE-85B1-480E-A643-40C2A5E7BF5C}" destId="{06FB2EAE-BDE3-4F6D-99AD-4AACBF82A51A}" srcOrd="0" destOrd="0" parTransId="{0F7987B5-5478-482E-A5C8-C86392901FEE}" sibTransId="{60F564C6-19A9-40FF-81EB-B5F41AA051B0}"/>
    <dgm:cxn modelId="{E46675CC-69A8-415E-AC50-8EF241E049FD}" type="presOf" srcId="{05CD8BE5-D3E7-4391-9BCB-AEA80A83275C}" destId="{C3FA32BD-D2BE-4801-87C4-1FFFC57B8623}" srcOrd="0" destOrd="0" presId="urn:microsoft.com/office/officeart/2005/8/layout/radial4"/>
    <dgm:cxn modelId="{5F67B81B-443A-4D2F-83E3-76CE1E1304B6}" type="presOf" srcId="{F835F729-76E4-4DBA-AE72-A1323A67B66F}" destId="{4274FF32-BE9F-4285-A2EB-FEAF64E4E268}" srcOrd="0" destOrd="0" presId="urn:microsoft.com/office/officeart/2005/8/layout/radial4"/>
    <dgm:cxn modelId="{856E308F-9984-4E18-9A03-923CE7F77610}" type="presOf" srcId="{D9D957AE-85B1-480E-A643-40C2A5E7BF5C}" destId="{AE4C1405-584D-4759-90B9-F23CC153C831}" srcOrd="0" destOrd="0" presId="urn:microsoft.com/office/officeart/2005/8/layout/radial4"/>
    <dgm:cxn modelId="{078EB5B4-EEE9-418D-BB54-C4E0A630B4E3}" srcId="{6C26916D-9889-4EA9-AA85-C84071624897}" destId="{E5478CB4-BFBD-4DCE-BC37-731D5347E531}" srcOrd="0" destOrd="0" parTransId="{41F9B791-5188-40E1-AF75-914E915BB5B1}" sibTransId="{282898CA-3998-4619-89AE-64F32FBFEDC4}"/>
    <dgm:cxn modelId="{C3634F33-47A1-49A7-B0E5-6B948FED4383}" type="presOf" srcId="{49C975F5-258C-4CE7-B44E-DEF235483967}" destId="{4AED386E-35C6-415B-AD12-98D2CC74086E}" srcOrd="0" destOrd="0" presId="urn:microsoft.com/office/officeart/2005/8/layout/radial4"/>
    <dgm:cxn modelId="{B72CCAB5-7A07-4CD3-9221-576B9C7A4CAB}" type="presOf" srcId="{E0CF3DE2-8D8E-48E8-A306-6D88914C2F19}" destId="{1CC17A0D-9FFA-486B-BBB5-11EE019F7277}" srcOrd="0" destOrd="1" presId="urn:microsoft.com/office/officeart/2005/8/layout/radial4"/>
    <dgm:cxn modelId="{9721B235-63DD-4702-8AFD-737B35228E2B}" srcId="{F835F729-76E4-4DBA-AE72-A1323A67B66F}" destId="{230F9518-8251-42C5-B89B-FF47330E684B}" srcOrd="3" destOrd="0" parTransId="{6A915361-A0E7-453D-B3DB-BAED4FC36487}" sibTransId="{89620BFC-822C-4FD8-A5EA-A7DF5174968E}"/>
    <dgm:cxn modelId="{B517573A-B6E0-4549-AE77-75BB0EF5C31E}" srcId="{F835F729-76E4-4DBA-AE72-A1323A67B66F}" destId="{5F242746-4EB4-4E27-AB3E-64C9D4BF412E}" srcOrd="5" destOrd="0" parTransId="{05CD8BE5-D3E7-4391-9BCB-AEA80A83275C}" sibTransId="{153CFC95-F7FE-422B-BEA8-7D41283EDACD}"/>
    <dgm:cxn modelId="{80CF1486-C1BC-4EAB-9E81-FE87D368B0D8}" type="presOf" srcId="{B5669DAA-1F0B-4667-8104-EF187A7A18B7}" destId="{CE1E80ED-3D4D-40F2-B3E7-31389686D96C}" srcOrd="0" destOrd="0" presId="urn:microsoft.com/office/officeart/2005/8/layout/radial4"/>
    <dgm:cxn modelId="{3D01EE3F-894C-4027-8C83-DF22CB18E87F}" type="presOf" srcId="{AC29E2AD-CF9E-4E1E-A23C-2533C5E8AE7D}" destId="{25AD338A-E556-4219-BD52-2A11ABFA4A7F}" srcOrd="0" destOrd="0" presId="urn:microsoft.com/office/officeart/2005/8/layout/radial4"/>
    <dgm:cxn modelId="{A61A3FB6-22E8-4953-893B-95B35A2A69E5}" srcId="{F835F729-76E4-4DBA-AE72-A1323A67B66F}" destId="{D9D957AE-85B1-480E-A643-40C2A5E7BF5C}" srcOrd="1" destOrd="0" parTransId="{49C975F5-258C-4CE7-B44E-DEF235483967}" sibTransId="{B4936998-6B33-4205-9B3D-8FA50E7FAAE2}"/>
    <dgm:cxn modelId="{A8FA553F-043B-4A4E-AF61-7572E572AE60}" type="presOf" srcId="{51F8467D-7DB8-4B55-8852-C227E22FE02F}" destId="{918F973E-36D5-4914-A432-73FCF3972A3D}" srcOrd="0" destOrd="1" presId="urn:microsoft.com/office/officeart/2005/8/layout/radial4"/>
    <dgm:cxn modelId="{F248B474-87D5-40C9-B896-0D3E76173C44}" type="presOf" srcId="{6B83341F-86D4-4904-9B2B-D7F2B2AF7D2C}" destId="{CE1E80ED-3D4D-40F2-B3E7-31389686D96C}" srcOrd="0" destOrd="1" presId="urn:microsoft.com/office/officeart/2005/8/layout/radial4"/>
    <dgm:cxn modelId="{B531F294-8AD2-431D-A9AC-BA17054971F0}" srcId="{5F242746-4EB4-4E27-AB3E-64C9D4BF412E}" destId="{4783127E-0F7C-4F95-9B3E-33DCCC31212C}" srcOrd="0" destOrd="0" parTransId="{59259B09-7105-4770-9F82-1F5FC945510A}" sibTransId="{A4E0DB96-359C-411A-98E4-F2D55A0161E1}"/>
    <dgm:cxn modelId="{1D3CDC4D-72CE-4C48-8683-AD745ED80837}" type="presOf" srcId="{4783127E-0F7C-4F95-9B3E-33DCCC31212C}" destId="{2EA47AAA-034F-467B-93BA-996844E57361}" srcOrd="0" destOrd="1" presId="urn:microsoft.com/office/officeart/2005/8/layout/radial4"/>
    <dgm:cxn modelId="{6FFF4F1E-1C14-40D0-ADA6-CAC7F8C2DF4E}" srcId="{78E16DC8-5239-402C-BD7A-12C30A5CE9FB}" destId="{E0CF3DE2-8D8E-48E8-A306-6D88914C2F19}" srcOrd="0" destOrd="0" parTransId="{7EDAE01D-FFF2-43BA-B71C-D93DC2D2D07E}" sibTransId="{6F6543FA-6357-4A2C-B6C5-8BB6A63820E4}"/>
    <dgm:cxn modelId="{302DA0BA-8D5A-49B8-BAE4-9603FF7927E1}" srcId="{230F9518-8251-42C5-B89B-FF47330E684B}" destId="{51F8467D-7DB8-4B55-8852-C227E22FE02F}" srcOrd="0" destOrd="0" parTransId="{8376D6F6-E3AD-4B8C-AC46-E580CBD1D3C7}" sibTransId="{657EF55F-D301-41E1-952E-511E20E73BE8}"/>
    <dgm:cxn modelId="{AF0C80FF-9008-48CA-8A8D-2C0C91C14CB5}" type="presParOf" srcId="{DB9B9483-C415-40E9-A6CC-68E02E017B1A}" destId="{4274FF32-BE9F-4285-A2EB-FEAF64E4E268}" srcOrd="0" destOrd="0" presId="urn:microsoft.com/office/officeart/2005/8/layout/radial4"/>
    <dgm:cxn modelId="{A1FA5ACE-CA62-4ABE-8797-FD6AB60C688B}" type="presParOf" srcId="{DB9B9483-C415-40E9-A6CC-68E02E017B1A}" destId="{FCD0E6E0-5DF1-4576-9EC1-58AF4F03C7E3}" srcOrd="1" destOrd="0" presId="urn:microsoft.com/office/officeart/2005/8/layout/radial4"/>
    <dgm:cxn modelId="{1904687A-7BEF-4019-B6CC-FB24BCDFBA8B}" type="presParOf" srcId="{DB9B9483-C415-40E9-A6CC-68E02E017B1A}" destId="{CE1E80ED-3D4D-40F2-B3E7-31389686D96C}" srcOrd="2" destOrd="0" presId="urn:microsoft.com/office/officeart/2005/8/layout/radial4"/>
    <dgm:cxn modelId="{DF5CDEEC-B7CD-4FC7-BE2F-57F5C70F7C7F}" type="presParOf" srcId="{DB9B9483-C415-40E9-A6CC-68E02E017B1A}" destId="{4AED386E-35C6-415B-AD12-98D2CC74086E}" srcOrd="3" destOrd="0" presId="urn:microsoft.com/office/officeart/2005/8/layout/radial4"/>
    <dgm:cxn modelId="{358F0C9F-BEEC-436E-BCD6-2D8BDADF0B2B}" type="presParOf" srcId="{DB9B9483-C415-40E9-A6CC-68E02E017B1A}" destId="{AE4C1405-584D-4759-90B9-F23CC153C831}" srcOrd="4" destOrd="0" presId="urn:microsoft.com/office/officeart/2005/8/layout/radial4"/>
    <dgm:cxn modelId="{A047AF1D-4BFE-420E-A447-8035B29E3140}" type="presParOf" srcId="{DB9B9483-C415-40E9-A6CC-68E02E017B1A}" destId="{701B84AB-E1DF-4710-8D5E-0F070EB84F07}" srcOrd="5" destOrd="0" presId="urn:microsoft.com/office/officeart/2005/8/layout/radial4"/>
    <dgm:cxn modelId="{DB49A2DD-DCC0-43B2-9D22-2322A0E8AE00}" type="presParOf" srcId="{DB9B9483-C415-40E9-A6CC-68E02E017B1A}" destId="{1CC17A0D-9FFA-486B-BBB5-11EE019F7277}" srcOrd="6" destOrd="0" presId="urn:microsoft.com/office/officeart/2005/8/layout/radial4"/>
    <dgm:cxn modelId="{3DD139CE-57D4-4297-9A86-1B4C3314E164}" type="presParOf" srcId="{DB9B9483-C415-40E9-A6CC-68E02E017B1A}" destId="{D477DB6A-A379-41BF-991D-055D83362EB8}" srcOrd="7" destOrd="0" presId="urn:microsoft.com/office/officeart/2005/8/layout/radial4"/>
    <dgm:cxn modelId="{1A9FD352-6F70-4EC9-9FB5-E68322D656A3}" type="presParOf" srcId="{DB9B9483-C415-40E9-A6CC-68E02E017B1A}" destId="{918F973E-36D5-4914-A432-73FCF3972A3D}" srcOrd="8" destOrd="0" presId="urn:microsoft.com/office/officeart/2005/8/layout/radial4"/>
    <dgm:cxn modelId="{25AF9E70-9233-418E-B734-FDA35D721BBC}" type="presParOf" srcId="{DB9B9483-C415-40E9-A6CC-68E02E017B1A}" destId="{25AD338A-E556-4219-BD52-2A11ABFA4A7F}" srcOrd="9" destOrd="0" presId="urn:microsoft.com/office/officeart/2005/8/layout/radial4"/>
    <dgm:cxn modelId="{A5CF0526-EF22-4B34-96CF-23000C374689}" type="presParOf" srcId="{DB9B9483-C415-40E9-A6CC-68E02E017B1A}" destId="{A174B19B-CE23-4797-BC8D-561C0B50C6E2}" srcOrd="10" destOrd="0" presId="urn:microsoft.com/office/officeart/2005/8/layout/radial4"/>
    <dgm:cxn modelId="{4A3093B5-F26A-409F-AE87-5D8A61B9186C}" type="presParOf" srcId="{DB9B9483-C415-40E9-A6CC-68E02E017B1A}" destId="{C3FA32BD-D2BE-4801-87C4-1FFFC57B8623}" srcOrd="11" destOrd="0" presId="urn:microsoft.com/office/officeart/2005/8/layout/radial4"/>
    <dgm:cxn modelId="{C7798EE4-9C84-4B5B-B2D2-CF28E40D08DA}" type="presParOf" srcId="{DB9B9483-C415-40E9-A6CC-68E02E017B1A}" destId="{2EA47AAA-034F-467B-93BA-996844E57361}" srcOrd="12"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74FF32-BE9F-4285-A2EB-FEAF64E4E268}">
      <dsp:nvSpPr>
        <dsp:cNvPr id="0" name=""/>
        <dsp:cNvSpPr/>
      </dsp:nvSpPr>
      <dsp:spPr>
        <a:xfrm>
          <a:off x="3339129" y="2799207"/>
          <a:ext cx="2250733" cy="2250733"/>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en-US" sz="3500" kern="1200" dirty="0" smtClean="0"/>
            <a:t>Causes of WW2</a:t>
          </a:r>
          <a:endParaRPr lang="en-US" sz="3500" kern="1200" dirty="0"/>
        </a:p>
      </dsp:txBody>
      <dsp:txXfrm>
        <a:off x="3668741" y="3128819"/>
        <a:ext cx="1591509" cy="1591509"/>
      </dsp:txXfrm>
    </dsp:sp>
    <dsp:sp modelId="{FCD0E6E0-5DF1-4576-9EC1-58AF4F03C7E3}">
      <dsp:nvSpPr>
        <dsp:cNvPr id="0" name=""/>
        <dsp:cNvSpPr/>
      </dsp:nvSpPr>
      <dsp:spPr>
        <a:xfrm rot="10800000">
          <a:off x="1057615" y="3603844"/>
          <a:ext cx="2156030" cy="64145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E1E80ED-3D4D-40F2-B3E7-31389686D96C}">
      <dsp:nvSpPr>
        <dsp:cNvPr id="0" name=""/>
        <dsp:cNvSpPr/>
      </dsp:nvSpPr>
      <dsp:spPr>
        <a:xfrm>
          <a:off x="269858" y="3294368"/>
          <a:ext cx="1575513" cy="1260410"/>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l" defTabSz="533400">
            <a:lnSpc>
              <a:spcPct val="90000"/>
            </a:lnSpc>
            <a:spcBef>
              <a:spcPct val="0"/>
            </a:spcBef>
            <a:spcAft>
              <a:spcPct val="35000"/>
            </a:spcAft>
          </a:pPr>
          <a:r>
            <a:rPr lang="en-AU" sz="1200" b="1" i="0" kern="1200" dirty="0" smtClean="0"/>
            <a:t>Great Depression</a:t>
          </a:r>
          <a:endParaRPr lang="en-US" sz="1200" kern="1200" dirty="0"/>
        </a:p>
        <a:p>
          <a:pPr marL="114300" lvl="1" indent="-114300" algn="l" defTabSz="533400">
            <a:lnSpc>
              <a:spcPct val="90000"/>
            </a:lnSpc>
            <a:spcBef>
              <a:spcPct val="0"/>
            </a:spcBef>
            <a:spcAft>
              <a:spcPct val="15000"/>
            </a:spcAft>
            <a:buChar char="••"/>
          </a:pPr>
          <a:r>
            <a:rPr lang="en-AU" sz="1200" kern="1200" dirty="0" smtClean="0"/>
            <a:t>Created unstable governments and worldwide turmoil that helped lead to World War II.</a:t>
          </a:r>
          <a:endParaRPr lang="en-US" sz="1200" kern="1200" dirty="0"/>
        </a:p>
      </dsp:txBody>
      <dsp:txXfrm>
        <a:off x="306774" y="3331284"/>
        <a:ext cx="1501681" cy="1186578"/>
      </dsp:txXfrm>
    </dsp:sp>
    <dsp:sp modelId="{4AED386E-35C6-415B-AD12-98D2CC74086E}">
      <dsp:nvSpPr>
        <dsp:cNvPr id="0" name=""/>
        <dsp:cNvSpPr/>
      </dsp:nvSpPr>
      <dsp:spPr>
        <a:xfrm rot="12960000">
          <a:off x="1502389" y="2234971"/>
          <a:ext cx="2156030" cy="64145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E4C1405-584D-4759-90B9-F23CC153C831}">
      <dsp:nvSpPr>
        <dsp:cNvPr id="0" name=""/>
        <dsp:cNvSpPr/>
      </dsp:nvSpPr>
      <dsp:spPr>
        <a:xfrm>
          <a:off x="920515" y="1291854"/>
          <a:ext cx="1575513" cy="1260410"/>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l" defTabSz="533400">
            <a:lnSpc>
              <a:spcPct val="90000"/>
            </a:lnSpc>
            <a:spcBef>
              <a:spcPct val="0"/>
            </a:spcBef>
            <a:spcAft>
              <a:spcPct val="35000"/>
            </a:spcAft>
          </a:pPr>
          <a:r>
            <a:rPr lang="en-AU" sz="1200" b="1" i="0" kern="1200" dirty="0" smtClean="0"/>
            <a:t>Appeasement</a:t>
          </a:r>
          <a:endParaRPr lang="en-US" sz="1200" kern="1200" dirty="0"/>
        </a:p>
        <a:p>
          <a:pPr marL="114300" lvl="1" indent="-114300" algn="l" defTabSz="533400">
            <a:lnSpc>
              <a:spcPct val="90000"/>
            </a:lnSpc>
            <a:spcBef>
              <a:spcPct val="0"/>
            </a:spcBef>
            <a:spcAft>
              <a:spcPct val="15000"/>
            </a:spcAft>
            <a:buChar char="••"/>
          </a:pPr>
          <a:r>
            <a:rPr lang="en-US" sz="1200" kern="1200" dirty="0" smtClean="0"/>
            <a:t>To prevent another war, Allied countries </a:t>
          </a:r>
          <a:r>
            <a:rPr lang="en-AU" sz="1200" b="0" i="0" kern="1200" dirty="0" smtClean="0"/>
            <a:t>tried to make Germany and Hitler happy rather than try to stop him. </a:t>
          </a:r>
          <a:endParaRPr lang="en-US" sz="1200" kern="1200" dirty="0"/>
        </a:p>
      </dsp:txBody>
      <dsp:txXfrm>
        <a:off x="957431" y="1328770"/>
        <a:ext cx="1501681" cy="1186578"/>
      </dsp:txXfrm>
    </dsp:sp>
    <dsp:sp modelId="{701B84AB-E1DF-4710-8D5E-0F070EB84F07}">
      <dsp:nvSpPr>
        <dsp:cNvPr id="0" name=""/>
        <dsp:cNvSpPr/>
      </dsp:nvSpPr>
      <dsp:spPr>
        <a:xfrm rot="15120000">
          <a:off x="2666821" y="1388961"/>
          <a:ext cx="2156030" cy="64145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CC17A0D-9FFA-486B-BBB5-11EE019F7277}">
      <dsp:nvSpPr>
        <dsp:cNvPr id="0" name=""/>
        <dsp:cNvSpPr/>
      </dsp:nvSpPr>
      <dsp:spPr>
        <a:xfrm>
          <a:off x="2623955" y="54232"/>
          <a:ext cx="1575513" cy="1260410"/>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t" anchorCtr="0">
          <a:noAutofit/>
        </a:bodyPr>
        <a:lstStyle/>
        <a:p>
          <a:pPr lvl="0" algn="l" defTabSz="400050">
            <a:lnSpc>
              <a:spcPct val="90000"/>
            </a:lnSpc>
            <a:spcBef>
              <a:spcPct val="0"/>
            </a:spcBef>
            <a:spcAft>
              <a:spcPct val="35000"/>
            </a:spcAft>
          </a:pPr>
          <a:r>
            <a:rPr lang="en-AU" sz="900" b="1" i="0" kern="1200" dirty="0" smtClean="0"/>
            <a:t>Hitler and the Nazi Party</a:t>
          </a:r>
          <a:endParaRPr lang="en-US" sz="900" kern="1200" dirty="0"/>
        </a:p>
        <a:p>
          <a:pPr marL="57150" lvl="1" indent="-57150" algn="l" defTabSz="400050">
            <a:lnSpc>
              <a:spcPct val="90000"/>
            </a:lnSpc>
            <a:spcBef>
              <a:spcPct val="0"/>
            </a:spcBef>
            <a:spcAft>
              <a:spcPct val="15000"/>
            </a:spcAft>
            <a:buChar char="••"/>
          </a:pPr>
          <a:r>
            <a:rPr lang="en-AU" sz="900" b="0" i="0" kern="1200" dirty="0" smtClean="0"/>
            <a:t>Adolf Hitler and the Nazi Party rose to power. He first took over Austria in 1938. When the League of Nations did nothing to stop him, Hitler became bolder and took over Czechoslovakia in 1939.</a:t>
          </a:r>
          <a:endParaRPr lang="en-US" sz="900" kern="1200" dirty="0"/>
        </a:p>
      </dsp:txBody>
      <dsp:txXfrm>
        <a:off x="2660871" y="91148"/>
        <a:ext cx="1501681" cy="1186578"/>
      </dsp:txXfrm>
    </dsp:sp>
    <dsp:sp modelId="{D477DB6A-A379-41BF-991D-055D83362EB8}">
      <dsp:nvSpPr>
        <dsp:cNvPr id="0" name=""/>
        <dsp:cNvSpPr/>
      </dsp:nvSpPr>
      <dsp:spPr>
        <a:xfrm rot="17280000">
          <a:off x="4106139" y="1388961"/>
          <a:ext cx="2156030" cy="64145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18F973E-36D5-4914-A432-73FCF3972A3D}">
      <dsp:nvSpPr>
        <dsp:cNvPr id="0" name=""/>
        <dsp:cNvSpPr/>
      </dsp:nvSpPr>
      <dsp:spPr>
        <a:xfrm>
          <a:off x="4729523" y="-52788"/>
          <a:ext cx="1575513" cy="1474453"/>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lvl="0" algn="l" defTabSz="444500">
            <a:lnSpc>
              <a:spcPct val="90000"/>
            </a:lnSpc>
            <a:spcBef>
              <a:spcPct val="0"/>
            </a:spcBef>
            <a:spcAft>
              <a:spcPct val="35000"/>
            </a:spcAft>
          </a:pPr>
          <a:r>
            <a:rPr lang="en-AU" sz="1000" b="1" i="0" kern="1200" dirty="0" smtClean="0"/>
            <a:t>Fascism</a:t>
          </a:r>
          <a:endParaRPr lang="en-US" sz="1000" kern="1200" dirty="0"/>
        </a:p>
        <a:p>
          <a:pPr marL="57150" lvl="1" indent="-57150" algn="l" defTabSz="444500">
            <a:lnSpc>
              <a:spcPct val="90000"/>
            </a:lnSpc>
            <a:spcBef>
              <a:spcPct val="0"/>
            </a:spcBef>
            <a:spcAft>
              <a:spcPct val="15000"/>
            </a:spcAft>
            <a:buChar char="••"/>
          </a:pPr>
          <a:r>
            <a:rPr lang="en-AU" sz="1000" kern="1200" dirty="0" smtClean="0"/>
            <a:t>Some European countries were taken over by dictators who formed powerful fascist governments. These dictators wanted to expand their empires (Hitler, Mussolini)</a:t>
          </a:r>
          <a:endParaRPr lang="en-US" sz="1000" kern="1200" dirty="0"/>
        </a:p>
      </dsp:txBody>
      <dsp:txXfrm>
        <a:off x="4772708" y="-9603"/>
        <a:ext cx="1489143" cy="1388083"/>
      </dsp:txXfrm>
    </dsp:sp>
    <dsp:sp modelId="{25AD338A-E556-4219-BD52-2A11ABFA4A7F}">
      <dsp:nvSpPr>
        <dsp:cNvPr id="0" name=""/>
        <dsp:cNvSpPr/>
      </dsp:nvSpPr>
      <dsp:spPr>
        <a:xfrm rot="19440000">
          <a:off x="5270572" y="2234971"/>
          <a:ext cx="2156030" cy="64145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174B19B-CE23-4797-BC8D-561C0B50C6E2}">
      <dsp:nvSpPr>
        <dsp:cNvPr id="0" name=""/>
        <dsp:cNvSpPr/>
      </dsp:nvSpPr>
      <dsp:spPr>
        <a:xfrm>
          <a:off x="6432963" y="1291854"/>
          <a:ext cx="1575513" cy="1260410"/>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l" defTabSz="533400">
            <a:lnSpc>
              <a:spcPct val="90000"/>
            </a:lnSpc>
            <a:spcBef>
              <a:spcPct val="0"/>
            </a:spcBef>
            <a:spcAft>
              <a:spcPct val="35000"/>
            </a:spcAft>
          </a:pPr>
          <a:r>
            <a:rPr lang="en-AU" sz="1200" b="1" i="0" kern="1200" dirty="0" smtClean="0"/>
            <a:t>Japanese Expansion</a:t>
          </a:r>
          <a:endParaRPr lang="en-US" sz="1200" kern="1200" dirty="0"/>
        </a:p>
        <a:p>
          <a:pPr marL="114300" lvl="1" indent="-114300" algn="l" defTabSz="533400">
            <a:lnSpc>
              <a:spcPct val="90000"/>
            </a:lnSpc>
            <a:spcBef>
              <a:spcPct val="0"/>
            </a:spcBef>
            <a:spcAft>
              <a:spcPct val="15000"/>
            </a:spcAft>
            <a:buChar char="••"/>
          </a:pPr>
          <a:r>
            <a:rPr lang="en-US" sz="1200" kern="1200" dirty="0" smtClean="0"/>
            <a:t>Japan wanted more land and resources – invaded Manchuria (China) 1931</a:t>
          </a:r>
          <a:endParaRPr lang="en-US" sz="1200" kern="1200" dirty="0"/>
        </a:p>
      </dsp:txBody>
      <dsp:txXfrm>
        <a:off x="6469879" y="1328770"/>
        <a:ext cx="1501681" cy="1186578"/>
      </dsp:txXfrm>
    </dsp:sp>
    <dsp:sp modelId="{C3FA32BD-D2BE-4801-87C4-1FFFC57B8623}">
      <dsp:nvSpPr>
        <dsp:cNvPr id="0" name=""/>
        <dsp:cNvSpPr/>
      </dsp:nvSpPr>
      <dsp:spPr>
        <a:xfrm>
          <a:off x="5715346" y="3603844"/>
          <a:ext cx="2156030" cy="64145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A47AAA-034F-467B-93BA-996844E57361}">
      <dsp:nvSpPr>
        <dsp:cNvPr id="0" name=""/>
        <dsp:cNvSpPr/>
      </dsp:nvSpPr>
      <dsp:spPr>
        <a:xfrm>
          <a:off x="7083619" y="3294368"/>
          <a:ext cx="1575513" cy="1260410"/>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l" defTabSz="533400">
            <a:lnSpc>
              <a:spcPct val="90000"/>
            </a:lnSpc>
            <a:spcBef>
              <a:spcPct val="0"/>
            </a:spcBef>
            <a:spcAft>
              <a:spcPct val="35000"/>
            </a:spcAft>
          </a:pPr>
          <a:r>
            <a:rPr lang="en-AU" sz="1200" b="1" i="0" kern="1200" dirty="0" smtClean="0"/>
            <a:t>Treaty of Versailles</a:t>
          </a:r>
          <a:endParaRPr lang="en-US" sz="1200" kern="1200" dirty="0"/>
        </a:p>
        <a:p>
          <a:pPr marL="114300" lvl="1" indent="-114300" algn="l" defTabSz="533400">
            <a:lnSpc>
              <a:spcPct val="90000"/>
            </a:lnSpc>
            <a:spcBef>
              <a:spcPct val="0"/>
            </a:spcBef>
            <a:spcAft>
              <a:spcPct val="15000"/>
            </a:spcAft>
            <a:buChar char="••"/>
          </a:pPr>
          <a:r>
            <a:rPr lang="en-AU" sz="1200" kern="1200" dirty="0" smtClean="0"/>
            <a:t> The treaty was very harsh against Germany, ruined the economy, government in chaos</a:t>
          </a:r>
          <a:endParaRPr lang="en-US" sz="1200" kern="1200" dirty="0"/>
        </a:p>
      </dsp:txBody>
      <dsp:txXfrm>
        <a:off x="7120535" y="3331284"/>
        <a:ext cx="1501681" cy="118657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defRPr>
            </a:lvl1pPr>
          </a:lstStyle>
          <a:p>
            <a:pPr>
              <a:defRPr/>
            </a:pPr>
            <a:endParaRPr lang="en-US"/>
          </a:p>
        </p:txBody>
      </p:sp>
      <p:sp>
        <p:nvSpPr>
          <p:cNvPr id="37891" name="Rectangle 3"/>
          <p:cNvSpPr>
            <a:spLocks noGrp="1" noChangeArrowheads="1"/>
          </p:cNvSpPr>
          <p:nvPr>
            <p:ph type="dt" sz="quarter"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defRPr>
            </a:lvl1pPr>
          </a:lstStyle>
          <a:p>
            <a:pPr>
              <a:defRPr/>
            </a:pPr>
            <a:endParaRPr lang="en-US"/>
          </a:p>
        </p:txBody>
      </p:sp>
      <p:sp>
        <p:nvSpPr>
          <p:cNvPr id="37892" name="Rectangle 4"/>
          <p:cNvSpPr>
            <a:spLocks noGrp="1" noChangeArrowheads="1"/>
          </p:cNvSpPr>
          <p:nvPr>
            <p:ph type="ftr" sz="quarter" idx="2"/>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defRPr>
            </a:lvl1pPr>
          </a:lstStyle>
          <a:p>
            <a:pPr>
              <a:defRPr/>
            </a:pPr>
            <a:endParaRPr lang="en-US"/>
          </a:p>
        </p:txBody>
      </p:sp>
      <p:sp>
        <p:nvSpPr>
          <p:cNvPr id="37893" name="Rectangle 5"/>
          <p:cNvSpPr>
            <a:spLocks noGrp="1" noChangeArrowheads="1"/>
          </p:cNvSpPr>
          <p:nvPr>
            <p:ph type="sldNum" sz="quarter" idx="3"/>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0152B6E-EFAA-9746-A656-F6C99590C849}" type="slidenum">
              <a:rPr lang="en-US"/>
              <a:pPr/>
              <a:t>‹#›</a:t>
            </a:fld>
            <a:endParaRPr lang="en-US"/>
          </a:p>
        </p:txBody>
      </p:sp>
    </p:spTree>
    <p:extLst>
      <p:ext uri="{BB962C8B-B14F-4D97-AF65-F5344CB8AC3E}">
        <p14:creationId xmlns:p14="http://schemas.microsoft.com/office/powerpoint/2010/main" val="88419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257" tIns="45629" rIns="91257" bIns="45629" numCol="1" anchor="t" anchorCtr="0" compatLnSpc="1">
            <a:prstTxWarp prst="textNoShape">
              <a:avLst/>
            </a:prstTxWarp>
          </a:bodyPr>
          <a:lstStyle>
            <a:lvl1pPr defTabSz="912813">
              <a:defRPr sz="1200">
                <a:ea typeface="+mn-ea"/>
              </a:defRPr>
            </a:lvl1pPr>
          </a:lstStyle>
          <a:p>
            <a:pPr>
              <a:defRPr/>
            </a:pPr>
            <a:endParaRPr lang="en-US"/>
          </a:p>
        </p:txBody>
      </p:sp>
      <p:sp>
        <p:nvSpPr>
          <p:cNvPr id="35843"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1257" tIns="45629" rIns="91257" bIns="45629" numCol="1" anchor="t" anchorCtr="0" compatLnSpc="1">
            <a:prstTxWarp prst="textNoShape">
              <a:avLst/>
            </a:prstTxWarp>
          </a:bodyPr>
          <a:lstStyle>
            <a:lvl1pPr algn="r" defTabSz="912813">
              <a:defRPr sz="1200">
                <a:ea typeface="+mn-ea"/>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930275" y="739775"/>
            <a:ext cx="4937125" cy="3703638"/>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5845" name="Rectangle 5"/>
          <p:cNvSpPr>
            <a:spLocks noGrp="1" noChangeArrowheads="1"/>
          </p:cNvSpPr>
          <p:nvPr>
            <p:ph type="body" sz="quarter" idx="3"/>
          </p:nvPr>
        </p:nvSpPr>
        <p:spPr bwMode="auto">
          <a:xfrm>
            <a:off x="679450" y="4691063"/>
            <a:ext cx="5438775" cy="4443412"/>
          </a:xfrm>
          <a:prstGeom prst="rect">
            <a:avLst/>
          </a:prstGeom>
          <a:noFill/>
          <a:ln w="9525">
            <a:noFill/>
            <a:miter lim="800000"/>
            <a:headEnd/>
            <a:tailEnd/>
          </a:ln>
          <a:effectLst/>
        </p:spPr>
        <p:txBody>
          <a:bodyPr vert="horz" wrap="square" lIns="91257" tIns="45629" rIns="91257" bIns="4562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5846"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1257" tIns="45629" rIns="91257" bIns="45629" numCol="1" anchor="b" anchorCtr="0" compatLnSpc="1">
            <a:prstTxWarp prst="textNoShape">
              <a:avLst/>
            </a:prstTxWarp>
          </a:bodyPr>
          <a:lstStyle>
            <a:lvl1pPr defTabSz="912813">
              <a:defRPr sz="1200">
                <a:ea typeface="+mn-ea"/>
              </a:defRPr>
            </a:lvl1pPr>
          </a:lstStyle>
          <a:p>
            <a:pPr>
              <a:defRPr/>
            </a:pPr>
            <a:endParaRPr lang="en-US"/>
          </a:p>
        </p:txBody>
      </p:sp>
      <p:sp>
        <p:nvSpPr>
          <p:cNvPr id="35847"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1257" tIns="45629" rIns="91257" bIns="45629" numCol="1" anchor="b" anchorCtr="0" compatLnSpc="1">
            <a:prstTxWarp prst="textNoShape">
              <a:avLst/>
            </a:prstTxWarp>
          </a:bodyPr>
          <a:lstStyle>
            <a:lvl1pPr algn="r" defTabSz="912813">
              <a:defRPr sz="1200"/>
            </a:lvl1pPr>
          </a:lstStyle>
          <a:p>
            <a:fld id="{EFE5AAB8-9416-3547-9D3E-29ED4FB768ED}" type="slidenum">
              <a:rPr lang="en-US"/>
              <a:pPr/>
              <a:t>‹#›</a:t>
            </a:fld>
            <a:endParaRPr lang="en-US"/>
          </a:p>
        </p:txBody>
      </p:sp>
    </p:spTree>
    <p:extLst>
      <p:ext uri="{BB962C8B-B14F-4D97-AF65-F5344CB8AC3E}">
        <p14:creationId xmlns:p14="http://schemas.microsoft.com/office/powerpoint/2010/main" val="37892019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2813" eaLnBrk="0" hangingPunct="0">
              <a:defRPr>
                <a:solidFill>
                  <a:schemeClr val="tx1"/>
                </a:solidFill>
                <a:latin typeface="Arial" charset="0"/>
                <a:ea typeface="ＭＳ Ｐゴシック" charset="0"/>
              </a:defRPr>
            </a:lvl1pPr>
            <a:lvl2pPr marL="742950" indent="-285750" defTabSz="912813" eaLnBrk="0" hangingPunct="0">
              <a:defRPr>
                <a:solidFill>
                  <a:schemeClr val="tx1"/>
                </a:solidFill>
                <a:latin typeface="Arial" charset="0"/>
                <a:ea typeface="ＭＳ Ｐゴシック" charset="0"/>
              </a:defRPr>
            </a:lvl2pPr>
            <a:lvl3pPr marL="1143000" indent="-228600" defTabSz="912813" eaLnBrk="0" hangingPunct="0">
              <a:defRPr>
                <a:solidFill>
                  <a:schemeClr val="tx1"/>
                </a:solidFill>
                <a:latin typeface="Arial" charset="0"/>
                <a:ea typeface="ＭＳ Ｐゴシック" charset="0"/>
              </a:defRPr>
            </a:lvl3pPr>
            <a:lvl4pPr marL="1600200" indent="-228600" defTabSz="912813" eaLnBrk="0" hangingPunct="0">
              <a:defRPr>
                <a:solidFill>
                  <a:schemeClr val="tx1"/>
                </a:solidFill>
                <a:latin typeface="Arial" charset="0"/>
                <a:ea typeface="ＭＳ Ｐゴシック" charset="0"/>
              </a:defRPr>
            </a:lvl4pPr>
            <a:lvl5pPr marL="2057400" indent="-228600" defTabSz="912813" eaLnBrk="0" hangingPunct="0">
              <a:defRPr>
                <a:solidFill>
                  <a:schemeClr val="tx1"/>
                </a:solidFill>
                <a:latin typeface="Arial" charset="0"/>
                <a:ea typeface="ＭＳ Ｐゴシック" charset="0"/>
              </a:defRPr>
            </a:lvl5pPr>
            <a:lvl6pPr marL="2514600" indent="-228600" defTabSz="912813" eaLnBrk="0" fontAlgn="base" hangingPunct="0">
              <a:spcBef>
                <a:spcPct val="0"/>
              </a:spcBef>
              <a:spcAft>
                <a:spcPct val="0"/>
              </a:spcAft>
              <a:defRPr>
                <a:solidFill>
                  <a:schemeClr val="tx1"/>
                </a:solidFill>
                <a:latin typeface="Arial" charset="0"/>
                <a:ea typeface="ＭＳ Ｐゴシック" charset="0"/>
              </a:defRPr>
            </a:lvl6pPr>
            <a:lvl7pPr marL="2971800" indent="-228600" defTabSz="912813" eaLnBrk="0" fontAlgn="base" hangingPunct="0">
              <a:spcBef>
                <a:spcPct val="0"/>
              </a:spcBef>
              <a:spcAft>
                <a:spcPct val="0"/>
              </a:spcAft>
              <a:defRPr>
                <a:solidFill>
                  <a:schemeClr val="tx1"/>
                </a:solidFill>
                <a:latin typeface="Arial" charset="0"/>
                <a:ea typeface="ＭＳ Ｐゴシック" charset="0"/>
              </a:defRPr>
            </a:lvl7pPr>
            <a:lvl8pPr marL="3429000" indent="-228600" defTabSz="912813" eaLnBrk="0" fontAlgn="base" hangingPunct="0">
              <a:spcBef>
                <a:spcPct val="0"/>
              </a:spcBef>
              <a:spcAft>
                <a:spcPct val="0"/>
              </a:spcAft>
              <a:defRPr>
                <a:solidFill>
                  <a:schemeClr val="tx1"/>
                </a:solidFill>
                <a:latin typeface="Arial" charset="0"/>
                <a:ea typeface="ＭＳ Ｐゴシック" charset="0"/>
              </a:defRPr>
            </a:lvl8pPr>
            <a:lvl9pPr marL="3886200" indent="-228600" defTabSz="912813"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3CAFCF6-4E5E-D647-A8BC-891BCB1A8C85}" type="slidenum">
              <a:rPr lang="en-US"/>
              <a:pPr eaLnBrk="1" hangingPunct="1"/>
              <a:t>1</a:t>
            </a:fld>
            <a:endParaRPr lang="en-US"/>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CF8BBD7-E8E5-7143-9D31-C847023FACD8}" type="slidenum">
              <a:rPr lang="en-US"/>
              <a:pPr/>
              <a:t>‹#›</a:t>
            </a:fld>
            <a:endParaRPr lang="en-US"/>
          </a:p>
        </p:txBody>
      </p:sp>
    </p:spTree>
    <p:extLst>
      <p:ext uri="{BB962C8B-B14F-4D97-AF65-F5344CB8AC3E}">
        <p14:creationId xmlns:p14="http://schemas.microsoft.com/office/powerpoint/2010/main" val="100448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B66D137-5549-3D40-BAC1-0BD2C5635ECA}" type="slidenum">
              <a:rPr lang="en-US"/>
              <a:pPr/>
              <a:t>‹#›</a:t>
            </a:fld>
            <a:endParaRPr lang="en-US"/>
          </a:p>
        </p:txBody>
      </p:sp>
    </p:spTree>
    <p:extLst>
      <p:ext uri="{BB962C8B-B14F-4D97-AF65-F5344CB8AC3E}">
        <p14:creationId xmlns:p14="http://schemas.microsoft.com/office/powerpoint/2010/main" val="3203533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8C635A6-1029-2746-824A-04B034F94BAB}" type="slidenum">
              <a:rPr lang="en-US"/>
              <a:pPr/>
              <a:t>‹#›</a:t>
            </a:fld>
            <a:endParaRPr lang="en-US"/>
          </a:p>
        </p:txBody>
      </p:sp>
    </p:spTree>
    <p:extLst>
      <p:ext uri="{BB962C8B-B14F-4D97-AF65-F5344CB8AC3E}">
        <p14:creationId xmlns:p14="http://schemas.microsoft.com/office/powerpoint/2010/main" val="2727652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EB8EDE2-AE28-284D-A190-39DFA16BEF1B}" type="slidenum">
              <a:rPr lang="en-US"/>
              <a:pPr/>
              <a:t>‹#›</a:t>
            </a:fld>
            <a:endParaRPr lang="en-US"/>
          </a:p>
        </p:txBody>
      </p:sp>
    </p:spTree>
    <p:extLst>
      <p:ext uri="{BB962C8B-B14F-4D97-AF65-F5344CB8AC3E}">
        <p14:creationId xmlns:p14="http://schemas.microsoft.com/office/powerpoint/2010/main" val="4216058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EA7E1FDB-7AFC-844D-B524-577DC31F8C38}" type="slidenum">
              <a:rPr lang="en-US"/>
              <a:pPr/>
              <a:t>‹#›</a:t>
            </a:fld>
            <a:endParaRPr lang="en-US"/>
          </a:p>
        </p:txBody>
      </p:sp>
    </p:spTree>
    <p:extLst>
      <p:ext uri="{BB962C8B-B14F-4D97-AF65-F5344CB8AC3E}">
        <p14:creationId xmlns:p14="http://schemas.microsoft.com/office/powerpoint/2010/main" val="477071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CEF84F9D-8CF3-2E4E-90F6-2240C9EC514F}" type="slidenum">
              <a:rPr lang="en-US"/>
              <a:pPr/>
              <a:t>‹#›</a:t>
            </a:fld>
            <a:endParaRPr lang="en-US"/>
          </a:p>
        </p:txBody>
      </p:sp>
    </p:spTree>
    <p:extLst>
      <p:ext uri="{BB962C8B-B14F-4D97-AF65-F5344CB8AC3E}">
        <p14:creationId xmlns:p14="http://schemas.microsoft.com/office/powerpoint/2010/main" val="3829583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9681C55-EDD2-C44C-956D-243C2B0F3EA6}" type="slidenum">
              <a:rPr lang="en-US"/>
              <a:pPr/>
              <a:t>‹#›</a:t>
            </a:fld>
            <a:endParaRPr lang="en-US"/>
          </a:p>
        </p:txBody>
      </p:sp>
    </p:spTree>
    <p:extLst>
      <p:ext uri="{BB962C8B-B14F-4D97-AF65-F5344CB8AC3E}">
        <p14:creationId xmlns:p14="http://schemas.microsoft.com/office/powerpoint/2010/main" val="1605892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A7F0671-D93E-474A-80C4-FB28EE8F6FBC}" type="slidenum">
              <a:rPr lang="en-US"/>
              <a:pPr/>
              <a:t>‹#›</a:t>
            </a:fld>
            <a:endParaRPr lang="en-US"/>
          </a:p>
        </p:txBody>
      </p:sp>
    </p:spTree>
    <p:extLst>
      <p:ext uri="{BB962C8B-B14F-4D97-AF65-F5344CB8AC3E}">
        <p14:creationId xmlns:p14="http://schemas.microsoft.com/office/powerpoint/2010/main" val="3473642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47D4668-DE49-4246-A0BC-DCA09EEB45ED}" type="slidenum">
              <a:rPr lang="en-US"/>
              <a:pPr/>
              <a:t>‹#›</a:t>
            </a:fld>
            <a:endParaRPr lang="en-US"/>
          </a:p>
        </p:txBody>
      </p:sp>
    </p:spTree>
    <p:extLst>
      <p:ext uri="{BB962C8B-B14F-4D97-AF65-F5344CB8AC3E}">
        <p14:creationId xmlns:p14="http://schemas.microsoft.com/office/powerpoint/2010/main" val="4246189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19122D1-96C2-854F-AF7D-C5608170E0A4}" type="slidenum">
              <a:rPr lang="en-US"/>
              <a:pPr/>
              <a:t>‹#›</a:t>
            </a:fld>
            <a:endParaRPr lang="en-US"/>
          </a:p>
        </p:txBody>
      </p:sp>
    </p:spTree>
    <p:extLst>
      <p:ext uri="{BB962C8B-B14F-4D97-AF65-F5344CB8AC3E}">
        <p14:creationId xmlns:p14="http://schemas.microsoft.com/office/powerpoint/2010/main" val="3898853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E8255E9-5069-EE4C-A8B9-E01644447B53}" type="slidenum">
              <a:rPr lang="en-US"/>
              <a:pPr/>
              <a:t>‹#›</a:t>
            </a:fld>
            <a:endParaRPr lang="en-US"/>
          </a:p>
        </p:txBody>
      </p:sp>
    </p:spTree>
    <p:extLst>
      <p:ext uri="{BB962C8B-B14F-4D97-AF65-F5344CB8AC3E}">
        <p14:creationId xmlns:p14="http://schemas.microsoft.com/office/powerpoint/2010/main" val="1636514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013C833-1B96-734E-B76D-7C0EF2A0DF5A}" type="slidenum">
              <a:rPr lang="en-US"/>
              <a:pPr/>
              <a:t>‹#›</a:t>
            </a:fld>
            <a:endParaRPr lang="en-US"/>
          </a:p>
        </p:txBody>
      </p:sp>
    </p:spTree>
    <p:extLst>
      <p:ext uri="{BB962C8B-B14F-4D97-AF65-F5344CB8AC3E}">
        <p14:creationId xmlns:p14="http://schemas.microsoft.com/office/powerpoint/2010/main" val="1005773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457200" y="1600200"/>
            <a:ext cx="8229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7479D57B-CAD7-EF4E-B6FC-D92565367259}" type="slidenum">
              <a:rPr lang="en-US"/>
              <a:pPr/>
              <a:t>‹#›</a:t>
            </a:fld>
            <a:endParaRPr lang="en-US"/>
          </a:p>
        </p:txBody>
      </p:sp>
    </p:spTree>
    <p:extLst>
      <p:ext uri="{BB962C8B-B14F-4D97-AF65-F5344CB8AC3E}">
        <p14:creationId xmlns:p14="http://schemas.microsoft.com/office/powerpoint/2010/main" val="4132189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ClipArt Placeholder 2"/>
          <p:cNvSpPr>
            <a:spLocks noGrp="1"/>
          </p:cNvSpPr>
          <p:nvPr>
            <p:ph type="clipArt" sz="half" idx="1"/>
          </p:nvPr>
        </p:nvSpPr>
        <p:spPr>
          <a:xfrm>
            <a:off x="457200" y="1600200"/>
            <a:ext cx="4038600" cy="4525963"/>
          </a:xfrm>
        </p:spPr>
        <p:txBody>
          <a:bodyPr/>
          <a:lstStyle/>
          <a:p>
            <a:pPr lvl="0"/>
            <a:endParaRPr lang="en-AU" noProof="0" smtClean="0"/>
          </a:p>
        </p:txBody>
      </p:sp>
      <p:sp>
        <p:nvSpPr>
          <p:cNvPr id="4" name="Text Placeholder 3"/>
          <p:cNvSpPr>
            <a:spLocks noGrp="1"/>
          </p:cNvSpPr>
          <p:nvPr>
            <p:ph type="body"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8DB6BCA-E639-1442-B018-9D4D2718FF33}" type="slidenum">
              <a:rPr lang="en-US"/>
              <a:pPr/>
              <a:t>‹#›</a:t>
            </a:fld>
            <a:endParaRPr lang="en-US"/>
          </a:p>
        </p:txBody>
      </p:sp>
    </p:spTree>
    <p:extLst>
      <p:ext uri="{BB962C8B-B14F-4D97-AF65-F5344CB8AC3E}">
        <p14:creationId xmlns:p14="http://schemas.microsoft.com/office/powerpoint/2010/main" val="2675673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lipArt Placeholder 3"/>
          <p:cNvSpPr>
            <a:spLocks noGrp="1"/>
          </p:cNvSpPr>
          <p:nvPr>
            <p:ph type="clipArt" sz="half" idx="2"/>
          </p:nvPr>
        </p:nvSpPr>
        <p:spPr>
          <a:xfrm>
            <a:off x="4648200" y="1600200"/>
            <a:ext cx="4038600" cy="4525963"/>
          </a:xfrm>
        </p:spPr>
        <p:txBody>
          <a:bodyPr/>
          <a:lstStyle/>
          <a:p>
            <a:pPr lvl="0"/>
            <a:endParaRPr lang="en-AU" noProof="0" smtClean="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3012282-9D10-5B4F-B7D3-429B49F27B6D}" type="slidenum">
              <a:rPr lang="en-US"/>
              <a:pPr/>
              <a:t>‹#›</a:t>
            </a:fld>
            <a:endParaRPr lang="en-US"/>
          </a:p>
        </p:txBody>
      </p:sp>
    </p:spTree>
    <p:extLst>
      <p:ext uri="{BB962C8B-B14F-4D97-AF65-F5344CB8AC3E}">
        <p14:creationId xmlns:p14="http://schemas.microsoft.com/office/powerpoint/2010/main" val="4283647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37DA59D-41DA-3146-8E29-D293A04FEE40}" type="slidenum">
              <a:rPr lang="en-US"/>
              <a:pPr/>
              <a:t>‹#›</a:t>
            </a:fld>
            <a:endParaRPr lang="en-US"/>
          </a:p>
        </p:txBody>
      </p:sp>
    </p:spTree>
    <p:extLst>
      <p:ext uri="{BB962C8B-B14F-4D97-AF65-F5344CB8AC3E}">
        <p14:creationId xmlns:p14="http://schemas.microsoft.com/office/powerpoint/2010/main" val="893248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mn-ea"/>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mn-ea"/>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2768AB8-3157-F641-A923-0E547453EA03}"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hyperlink" Target="https://www.britannica.com/event/German-Soviet-Nonaggression-Pac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0000">
            <a:alpha val="17000"/>
          </a:srgbClr>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11188" y="-242888"/>
            <a:ext cx="7772400" cy="1470026"/>
          </a:xfrm>
        </p:spPr>
        <p:txBody>
          <a:bodyPr/>
          <a:lstStyle/>
          <a:p>
            <a:pPr eaLnBrk="1" hangingPunct="1"/>
            <a:r>
              <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Castellar" charset="0"/>
              </a:rPr>
              <a:t>Nazi Germany</a:t>
            </a:r>
          </a:p>
        </p:txBody>
      </p:sp>
      <p:sp>
        <p:nvSpPr>
          <p:cNvPr id="2051" name="Rectangle 3"/>
          <p:cNvSpPr>
            <a:spLocks noGrp="1" noChangeArrowheads="1"/>
          </p:cNvSpPr>
          <p:nvPr>
            <p:ph type="subTitle" idx="1"/>
          </p:nvPr>
        </p:nvSpPr>
        <p:spPr>
          <a:xfrm>
            <a:off x="1331913" y="5734050"/>
            <a:ext cx="6400800" cy="865188"/>
          </a:xfrm>
        </p:spPr>
        <p:txBody>
          <a:bodyPr/>
          <a:lstStyle/>
          <a:p>
            <a:pPr eaLnBrk="1" hangingPunct="1"/>
            <a:r>
              <a:rPr lang="en-US" sz="4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Castellar" charset="0"/>
              </a:rPr>
              <a:t>Foreign Policy</a:t>
            </a:r>
          </a:p>
        </p:txBody>
      </p:sp>
      <p:pic>
        <p:nvPicPr>
          <p:cNvPr id="2052" name="Picture 5" descr="hf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82" y="908720"/>
            <a:ext cx="3046412" cy="470217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
        <p:nvSpPr>
          <p:cNvPr id="2" name="TextBox 1"/>
          <p:cNvSpPr txBox="1"/>
          <p:nvPr/>
        </p:nvSpPr>
        <p:spPr>
          <a:xfrm>
            <a:off x="4788024" y="1360201"/>
            <a:ext cx="3096344" cy="3416320"/>
          </a:xfrm>
          <a:prstGeom prst="rect">
            <a:avLst/>
          </a:prstGeom>
          <a:noFill/>
        </p:spPr>
        <p:txBody>
          <a:bodyPr wrap="square" rtlCol="0">
            <a:spAutoFit/>
          </a:bodyPr>
          <a:lstStyle/>
          <a:p>
            <a:pPr marL="285750" lvl="0" indent="-285750">
              <a:buFont typeface="Arial" panose="020B0604020202020204" pitchFamily="34" charset="0"/>
              <a:buChar char="•"/>
            </a:pPr>
            <a:r>
              <a:rPr lang="en-AU" dirty="0"/>
              <a:t>Concept of living space</a:t>
            </a:r>
          </a:p>
          <a:p>
            <a:pPr marL="285750" lvl="0" indent="-285750">
              <a:buFont typeface="Arial" panose="020B0604020202020204" pitchFamily="34" charset="0"/>
              <a:buChar char="•"/>
            </a:pPr>
            <a:endParaRPr lang="en-AU" dirty="0" smtClean="0"/>
          </a:p>
          <a:p>
            <a:pPr marL="285750" lvl="0" indent="-285750">
              <a:buFont typeface="Arial" panose="020B0604020202020204" pitchFamily="34" charset="0"/>
              <a:buChar char="•"/>
            </a:pPr>
            <a:r>
              <a:rPr lang="en-AU" dirty="0" smtClean="0"/>
              <a:t>Austria </a:t>
            </a:r>
            <a:r>
              <a:rPr lang="en-AU" dirty="0"/>
              <a:t>and Czechoslovakia – appeasement in action </a:t>
            </a:r>
          </a:p>
          <a:p>
            <a:pPr marL="285750" lvl="0" indent="-285750">
              <a:buFont typeface="Arial" panose="020B0604020202020204" pitchFamily="34" charset="0"/>
              <a:buChar char="•"/>
            </a:pPr>
            <a:endParaRPr lang="en-AU" dirty="0" smtClean="0"/>
          </a:p>
          <a:p>
            <a:pPr marL="285750" lvl="0" indent="-285750">
              <a:buFont typeface="Arial" panose="020B0604020202020204" pitchFamily="34" charset="0"/>
              <a:buChar char="•"/>
            </a:pPr>
            <a:r>
              <a:rPr lang="en-AU" dirty="0" smtClean="0"/>
              <a:t>Soviet-Germany </a:t>
            </a:r>
            <a:r>
              <a:rPr lang="en-AU" dirty="0"/>
              <a:t>Non-Aggression pact, 1939</a:t>
            </a:r>
          </a:p>
          <a:p>
            <a:pPr lvl="0"/>
            <a:endParaRPr lang="en-AU" dirty="0" smtClean="0"/>
          </a:p>
          <a:p>
            <a:pPr marL="285750" lvl="0" indent="-285750">
              <a:buFont typeface="Arial" panose="020B0604020202020204" pitchFamily="34" charset="0"/>
              <a:buChar char="•"/>
            </a:pPr>
            <a:r>
              <a:rPr lang="en-AU" dirty="0" smtClean="0"/>
              <a:t>Foreign </a:t>
            </a:r>
            <a:r>
              <a:rPr lang="en-AU" dirty="0"/>
              <a:t>policy </a:t>
            </a:r>
            <a:r>
              <a:rPr lang="en-AU" dirty="0" smtClean="0"/>
              <a:t>1933-1939</a:t>
            </a:r>
          </a:p>
          <a:p>
            <a:pPr marL="285750" indent="-285750">
              <a:buFont typeface="Arial" panose="020B0604020202020204" pitchFamily="34" charset="0"/>
              <a:buChar char="•"/>
            </a:pPr>
            <a:endParaRPr lang="en-AU" dirty="0" smtClean="0"/>
          </a:p>
          <a:p>
            <a:pPr marL="285750" indent="-285750">
              <a:buFont typeface="Arial" panose="020B0604020202020204" pitchFamily="34" charset="0"/>
              <a:buChar char="•"/>
            </a:pPr>
            <a:r>
              <a:rPr lang="en-AU" dirty="0" smtClean="0"/>
              <a:t>The </a:t>
            </a:r>
            <a:r>
              <a:rPr lang="en-AU" dirty="0"/>
              <a:t>outbreak of </a:t>
            </a:r>
            <a:r>
              <a:rPr lang="en-AU" dirty="0" smtClean="0"/>
              <a:t>war</a:t>
            </a:r>
            <a:endParaRPr lang="en-AU" dirty="0"/>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xmlns:p14="http://schemas.microsoft.com/office/powerpoint/2010/mai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alpha val="41000"/>
          </a:schemeClr>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288" y="0"/>
            <a:ext cx="8229600" cy="981075"/>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Aims</a:t>
            </a:r>
          </a:p>
        </p:txBody>
      </p:sp>
      <p:sp>
        <p:nvSpPr>
          <p:cNvPr id="3075" name="Rectangle 3"/>
          <p:cNvSpPr>
            <a:spLocks noGrp="1" noChangeArrowheads="1"/>
          </p:cNvSpPr>
          <p:nvPr>
            <p:ph type="body" sz="half" idx="1"/>
          </p:nvPr>
        </p:nvSpPr>
        <p:spPr>
          <a:xfrm>
            <a:off x="179388" y="980728"/>
            <a:ext cx="5832772" cy="5544616"/>
          </a:xfrm>
        </p:spPr>
        <p:txBody>
          <a:bodyPr/>
          <a:lstStyle/>
          <a:p>
            <a:pPr marL="609600" indent="-609600" eaLnBrk="1" hangingPunct="1">
              <a:lnSpc>
                <a:spcPct val="90000"/>
              </a:lnSpc>
              <a:buFontTx/>
              <a:buNone/>
            </a:pPr>
            <a:r>
              <a:rPr lang="en-US" sz="2400" i="1" dirty="0">
                <a:latin typeface="Verdana" charset="0"/>
              </a:rPr>
              <a:t>Hitler and the Nazi Party believed </a:t>
            </a:r>
          </a:p>
          <a:p>
            <a:pPr marL="609600" indent="-609600" eaLnBrk="1" hangingPunct="1">
              <a:lnSpc>
                <a:spcPct val="90000"/>
              </a:lnSpc>
              <a:buFontTx/>
              <a:buNone/>
            </a:pPr>
            <a:r>
              <a:rPr lang="en-US" sz="2400" i="1" dirty="0">
                <a:latin typeface="Verdana" charset="0"/>
              </a:rPr>
              <a:t>in building a strong German</a:t>
            </a:r>
          </a:p>
          <a:p>
            <a:pPr marL="609600" indent="-609600" eaLnBrk="1" hangingPunct="1">
              <a:lnSpc>
                <a:spcPct val="90000"/>
              </a:lnSpc>
              <a:buFontTx/>
              <a:buNone/>
            </a:pPr>
            <a:r>
              <a:rPr lang="en-US" sz="2400" i="1" dirty="0">
                <a:latin typeface="Verdana" charset="0"/>
              </a:rPr>
              <a:t>Empire, they actively opposed the</a:t>
            </a:r>
          </a:p>
          <a:p>
            <a:pPr marL="609600" indent="-609600" eaLnBrk="1" hangingPunct="1">
              <a:lnSpc>
                <a:spcPct val="90000"/>
              </a:lnSpc>
              <a:buFontTx/>
              <a:buNone/>
            </a:pPr>
            <a:r>
              <a:rPr lang="en-US" sz="2400" i="1" dirty="0">
                <a:latin typeface="Verdana" charset="0"/>
              </a:rPr>
              <a:t>Weimar Republic</a:t>
            </a:r>
            <a:r>
              <a:rPr lang="ja-JP" altLang="en-US" sz="2400" i="1" dirty="0">
                <a:latin typeface="Verdana" charset="0"/>
              </a:rPr>
              <a:t>’</a:t>
            </a:r>
            <a:r>
              <a:rPr lang="en-US" sz="2400" i="1" dirty="0">
                <a:latin typeface="Verdana" charset="0"/>
              </a:rPr>
              <a:t>s policies and</a:t>
            </a:r>
          </a:p>
          <a:p>
            <a:pPr marL="609600" indent="-609600" eaLnBrk="1" hangingPunct="1">
              <a:lnSpc>
                <a:spcPct val="90000"/>
              </a:lnSpc>
              <a:buFontTx/>
              <a:buNone/>
            </a:pPr>
            <a:r>
              <a:rPr lang="en-US" sz="2400" i="1" dirty="0">
                <a:latin typeface="Verdana" charset="0"/>
              </a:rPr>
              <a:t>were embarrassed by the outcome</a:t>
            </a:r>
          </a:p>
          <a:p>
            <a:pPr marL="609600" indent="-609600" eaLnBrk="1" hangingPunct="1">
              <a:lnSpc>
                <a:spcPct val="90000"/>
              </a:lnSpc>
              <a:buFontTx/>
              <a:buNone/>
            </a:pPr>
            <a:r>
              <a:rPr lang="en-US" sz="2400" i="1" dirty="0">
                <a:latin typeface="Verdana" charset="0"/>
              </a:rPr>
              <a:t>of World War I. </a:t>
            </a:r>
          </a:p>
          <a:p>
            <a:pPr marL="609600" indent="-609600" eaLnBrk="1" hangingPunct="1">
              <a:lnSpc>
                <a:spcPct val="90000"/>
              </a:lnSpc>
              <a:buFontTx/>
              <a:buNone/>
            </a:pPr>
            <a:r>
              <a:rPr lang="en-US" sz="2400" i="1" dirty="0">
                <a:latin typeface="Verdana" charset="0"/>
              </a:rPr>
              <a:t>The </a:t>
            </a:r>
            <a:r>
              <a:rPr lang="en-US" sz="2400" i="1" dirty="0" smtClean="0">
                <a:latin typeface="Verdana" charset="0"/>
              </a:rPr>
              <a:t>Nazis </a:t>
            </a:r>
            <a:r>
              <a:rPr lang="en-US" sz="2400" i="1" dirty="0">
                <a:latin typeface="Verdana" charset="0"/>
              </a:rPr>
              <a:t>used these ideals to</a:t>
            </a:r>
          </a:p>
          <a:p>
            <a:pPr marL="609600" indent="-609600" eaLnBrk="1" hangingPunct="1">
              <a:lnSpc>
                <a:spcPct val="90000"/>
              </a:lnSpc>
              <a:buFontTx/>
              <a:buNone/>
            </a:pPr>
            <a:r>
              <a:rPr lang="en-US" sz="2400" i="1" dirty="0">
                <a:latin typeface="Verdana" charset="0"/>
              </a:rPr>
              <a:t>gain support within the public and </a:t>
            </a:r>
          </a:p>
          <a:p>
            <a:pPr marL="609600" indent="-609600" eaLnBrk="1" hangingPunct="1">
              <a:lnSpc>
                <a:spcPct val="90000"/>
              </a:lnSpc>
              <a:buFontTx/>
              <a:buNone/>
            </a:pPr>
            <a:r>
              <a:rPr lang="en-US" sz="2400" i="1" dirty="0">
                <a:latin typeface="Verdana" charset="0"/>
              </a:rPr>
              <a:t>in 1934 Hitler became the Fuhrer. </a:t>
            </a:r>
          </a:p>
          <a:p>
            <a:pPr marL="609600" indent="-609600" eaLnBrk="1" hangingPunct="1">
              <a:lnSpc>
                <a:spcPct val="90000"/>
              </a:lnSpc>
              <a:buFontTx/>
              <a:buNone/>
            </a:pPr>
            <a:endParaRPr lang="en-US" sz="2400" i="1" dirty="0" smtClean="0">
              <a:latin typeface="Verdana" charset="0"/>
            </a:endParaRPr>
          </a:p>
          <a:p>
            <a:pPr marL="609600" indent="-609600" eaLnBrk="1" hangingPunct="1">
              <a:lnSpc>
                <a:spcPct val="90000"/>
              </a:lnSpc>
              <a:buFontTx/>
              <a:buNone/>
            </a:pPr>
            <a:r>
              <a:rPr lang="en-US" sz="2400" i="1" dirty="0" smtClean="0">
                <a:latin typeface="Verdana" charset="0"/>
              </a:rPr>
              <a:t>Hitler</a:t>
            </a:r>
            <a:r>
              <a:rPr lang="ja-JP" altLang="en-US" sz="2400" i="1" dirty="0" smtClean="0">
                <a:latin typeface="Verdana" charset="0"/>
              </a:rPr>
              <a:t>’</a:t>
            </a:r>
            <a:r>
              <a:rPr lang="en-US" sz="2400" i="1" dirty="0" smtClean="0">
                <a:latin typeface="Verdana" charset="0"/>
              </a:rPr>
              <a:t>s </a:t>
            </a:r>
            <a:r>
              <a:rPr lang="en-US" sz="2400" i="1" dirty="0">
                <a:latin typeface="Verdana" charset="0"/>
              </a:rPr>
              <a:t>foreign policy was</a:t>
            </a:r>
          </a:p>
          <a:p>
            <a:pPr marL="609600" indent="-609600" eaLnBrk="1" hangingPunct="1">
              <a:lnSpc>
                <a:spcPct val="90000"/>
              </a:lnSpc>
              <a:buFontTx/>
              <a:buNone/>
            </a:pPr>
            <a:r>
              <a:rPr lang="en-US" sz="2400" i="1" dirty="0">
                <a:latin typeface="Verdana" charset="0"/>
              </a:rPr>
              <a:t>therefore based on the </a:t>
            </a:r>
            <a:r>
              <a:rPr lang="en-US" sz="2400" i="1" dirty="0" smtClean="0">
                <a:latin typeface="Verdana" charset="0"/>
              </a:rPr>
              <a:t>points which follow</a:t>
            </a:r>
            <a:endParaRPr lang="en-US" sz="2400" i="1" dirty="0">
              <a:latin typeface="Arial" charset="0"/>
            </a:endParaRPr>
          </a:p>
          <a:p>
            <a:pPr marL="609600" indent="-609600" eaLnBrk="1" hangingPunct="1">
              <a:lnSpc>
                <a:spcPct val="90000"/>
              </a:lnSpc>
              <a:buFontTx/>
              <a:buAutoNum type="arabicPeriod"/>
            </a:pPr>
            <a:endParaRPr lang="en-US" sz="2400" i="1" dirty="0">
              <a:latin typeface="Arial" charset="0"/>
            </a:endParaRPr>
          </a:p>
        </p:txBody>
      </p:sp>
      <p:pic>
        <p:nvPicPr>
          <p:cNvPr id="3076" name="Picture 7" descr="image12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836712"/>
            <a:ext cx="2683010" cy="4382194"/>
          </a:xfrm>
          <a:prstGeom prst="roundRect">
            <a:avLst>
              <a:gd name="adj" fmla="val 3086"/>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xmlns:p14="http://schemas.microsoft.com/office/powerpoint/2010/mai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hlink">
            <a:alpha val="30000"/>
          </a:schemeClr>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68313" y="0"/>
            <a:ext cx="82296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Aims</a:t>
            </a:r>
          </a:p>
        </p:txBody>
      </p:sp>
      <p:sp>
        <p:nvSpPr>
          <p:cNvPr id="13315" name="Rectangle 3"/>
          <p:cNvSpPr>
            <a:spLocks noGrp="1" noChangeArrowheads="1"/>
          </p:cNvSpPr>
          <p:nvPr>
            <p:ph type="body" sz="half" idx="1"/>
          </p:nvPr>
        </p:nvSpPr>
        <p:spPr>
          <a:xfrm>
            <a:off x="395288" y="1125538"/>
            <a:ext cx="8229600" cy="2185987"/>
          </a:xfrm>
        </p:spPr>
        <p:txBody>
          <a:bodyPr/>
          <a:lstStyle/>
          <a:p>
            <a:pPr marL="609600" indent="-609600" eaLnBrk="1" hangingPunct="1">
              <a:lnSpc>
                <a:spcPct val="90000"/>
              </a:lnSpc>
              <a:buFontTx/>
              <a:buAutoNum type="arabicPeriod"/>
            </a:pPr>
            <a:r>
              <a:rPr lang="en-US" sz="2400" u="sng" dirty="0">
                <a:latin typeface="Verdana" charset="0"/>
              </a:rPr>
              <a:t>Hitler wanted to destroy the Treaty of Versailles:</a:t>
            </a:r>
            <a:r>
              <a:rPr lang="en-US" sz="2400" dirty="0">
                <a:latin typeface="Verdana" charset="0"/>
              </a:rPr>
              <a:t> the Treaty was seen as a great embarrassment to Germany, Hitler had built his political reputation on the promise he would overturn it. This would help Hitler rearm Germany and </a:t>
            </a:r>
            <a:r>
              <a:rPr lang="en-US" sz="2400" dirty="0" err="1">
                <a:latin typeface="Verdana" charset="0"/>
              </a:rPr>
              <a:t>remilitarise</a:t>
            </a:r>
            <a:r>
              <a:rPr lang="en-US" sz="2400" dirty="0">
                <a:latin typeface="Verdana" charset="0"/>
              </a:rPr>
              <a:t> the Rhineland. </a:t>
            </a:r>
          </a:p>
          <a:p>
            <a:pPr marL="609600" indent="-609600" eaLnBrk="1" hangingPunct="1">
              <a:lnSpc>
                <a:spcPct val="90000"/>
              </a:lnSpc>
              <a:buFontTx/>
              <a:buNone/>
            </a:pPr>
            <a:endParaRPr lang="en-US" sz="2400" dirty="0">
              <a:latin typeface="Verdana" charset="0"/>
            </a:endParaRPr>
          </a:p>
          <a:p>
            <a:pPr marL="0" indent="0" eaLnBrk="1" hangingPunct="1">
              <a:lnSpc>
                <a:spcPct val="90000"/>
              </a:lnSpc>
              <a:buNone/>
            </a:pPr>
            <a:endParaRPr lang="en-US" sz="2400" dirty="0">
              <a:latin typeface="Verdana" charset="0"/>
            </a:endParaRPr>
          </a:p>
          <a:p>
            <a:pPr marL="609600" indent="-609600" eaLnBrk="1" hangingPunct="1">
              <a:lnSpc>
                <a:spcPct val="90000"/>
              </a:lnSpc>
            </a:pPr>
            <a:endParaRPr lang="en-US" sz="2400" dirty="0">
              <a:latin typeface="Verdana" charset="0"/>
            </a:endParaRPr>
          </a:p>
        </p:txBody>
      </p:sp>
      <p:pic>
        <p:nvPicPr>
          <p:cNvPr id="13323" name="Picture 11" descr="wpvd724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738" y="3284538"/>
            <a:ext cx="4672012" cy="32131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3323"/>
                                        </p:tgtEl>
                                        <p:attrNameLst>
                                          <p:attrName>style.visibility</p:attrName>
                                        </p:attrNameLst>
                                      </p:cBhvr>
                                      <p:to>
                                        <p:strVal val="visible"/>
                                      </p:to>
                                    </p:set>
                                    <p:animEffect transition="in" filter="blinds(horizontal)">
                                      <p:cBhvr>
                                        <p:cTn id="11" dur="500"/>
                                        <p:tgtEl>
                                          <p:spTgt spid="13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folHlink">
            <a:alpha val="37000"/>
          </a:schemeClr>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5288" y="0"/>
            <a:ext cx="82296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Aims</a:t>
            </a:r>
          </a:p>
        </p:txBody>
      </p:sp>
      <p:sp>
        <p:nvSpPr>
          <p:cNvPr id="6147" name="Rectangle 3"/>
          <p:cNvSpPr>
            <a:spLocks noGrp="1" noChangeArrowheads="1"/>
          </p:cNvSpPr>
          <p:nvPr>
            <p:ph type="body" sz="half" idx="2"/>
          </p:nvPr>
        </p:nvSpPr>
        <p:spPr>
          <a:xfrm>
            <a:off x="4356100" y="1600200"/>
            <a:ext cx="4608513" cy="4525963"/>
          </a:xfrm>
        </p:spPr>
        <p:txBody>
          <a:bodyPr/>
          <a:lstStyle/>
          <a:p>
            <a:pPr marL="609600" indent="-609600" eaLnBrk="1" hangingPunct="1">
              <a:buFontTx/>
              <a:buNone/>
            </a:pPr>
            <a:r>
              <a:rPr lang="en-US" sz="2800" dirty="0">
                <a:latin typeface="Arial" charset="0"/>
              </a:rPr>
              <a:t>2.  </a:t>
            </a:r>
            <a:r>
              <a:rPr lang="en-US" sz="2800" u="sng" dirty="0">
                <a:latin typeface="Arial" charset="0"/>
              </a:rPr>
              <a:t>Removal of Germany from the League of Nations:</a:t>
            </a:r>
            <a:r>
              <a:rPr lang="en-US" sz="2800" dirty="0">
                <a:latin typeface="Arial" charset="0"/>
              </a:rPr>
              <a:t> Hitler aimed to expand the German empire and change the boundaries of nations that the peace treaties and the League had protected for so long. </a:t>
            </a:r>
          </a:p>
        </p:txBody>
      </p:sp>
      <p:pic>
        <p:nvPicPr>
          <p:cNvPr id="6151" name="Picture 7" descr="Tows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50825" y="1268413"/>
            <a:ext cx="3989388" cy="465137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66">
            <a:alpha val="69000"/>
          </a:srgbClr>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Aims</a:t>
            </a:r>
          </a:p>
        </p:txBody>
      </p:sp>
      <p:sp>
        <p:nvSpPr>
          <p:cNvPr id="7171" name="Rectangle 3"/>
          <p:cNvSpPr>
            <a:spLocks noGrp="1" noChangeArrowheads="1"/>
          </p:cNvSpPr>
          <p:nvPr>
            <p:ph type="body" idx="1"/>
          </p:nvPr>
        </p:nvSpPr>
        <p:spPr/>
        <p:txBody>
          <a:bodyPr/>
          <a:lstStyle/>
          <a:p>
            <a:pPr eaLnBrk="1" hangingPunct="1">
              <a:spcBef>
                <a:spcPct val="0"/>
              </a:spcBef>
              <a:buFontTx/>
              <a:buNone/>
            </a:pPr>
            <a:r>
              <a:rPr lang="en-US" dirty="0">
                <a:latin typeface="Arial" charset="0"/>
              </a:rPr>
              <a:t>3. </a:t>
            </a:r>
            <a:r>
              <a:rPr lang="en-US" u="sng" dirty="0">
                <a:latin typeface="Arial" charset="0"/>
              </a:rPr>
              <a:t>Lebensraum:</a:t>
            </a:r>
            <a:r>
              <a:rPr lang="en-US" dirty="0">
                <a:latin typeface="Arial" charset="0"/>
              </a:rPr>
              <a:t> Hitler need </a:t>
            </a:r>
            <a:r>
              <a:rPr lang="ja-JP" altLang="en-US" dirty="0">
                <a:latin typeface="Arial" charset="0"/>
              </a:rPr>
              <a:t>‘</a:t>
            </a:r>
            <a:r>
              <a:rPr lang="en-US" dirty="0">
                <a:latin typeface="Arial" charset="0"/>
              </a:rPr>
              <a:t>living space</a:t>
            </a:r>
            <a:r>
              <a:rPr lang="ja-JP" altLang="en-US" dirty="0">
                <a:latin typeface="Arial" charset="0"/>
              </a:rPr>
              <a:t>’</a:t>
            </a:r>
            <a:r>
              <a:rPr lang="en-US" dirty="0">
                <a:latin typeface="Arial" charset="0"/>
              </a:rPr>
              <a:t> for   his </a:t>
            </a:r>
            <a:r>
              <a:rPr lang="ja-JP" altLang="en-US" dirty="0">
                <a:latin typeface="Arial" charset="0"/>
              </a:rPr>
              <a:t>‘</a:t>
            </a:r>
            <a:r>
              <a:rPr lang="en-US" dirty="0">
                <a:latin typeface="Arial" charset="0"/>
              </a:rPr>
              <a:t>master race</a:t>
            </a:r>
            <a:r>
              <a:rPr lang="ja-JP" altLang="en-US" dirty="0">
                <a:latin typeface="Arial" charset="0"/>
              </a:rPr>
              <a:t>’</a:t>
            </a:r>
            <a:r>
              <a:rPr lang="en-US" dirty="0">
                <a:latin typeface="Arial" charset="0"/>
              </a:rPr>
              <a:t>, the Aryans. In order to achieve this he needed the territory to expand into.</a:t>
            </a:r>
          </a:p>
          <a:p>
            <a:pPr eaLnBrk="1" hangingPunct="1">
              <a:buFontTx/>
              <a:buNone/>
            </a:pPr>
            <a:r>
              <a:rPr lang="en-US" dirty="0">
                <a:latin typeface="Arial" charset="0"/>
              </a:rPr>
              <a:t>4. </a:t>
            </a:r>
            <a:r>
              <a:rPr lang="en-US" u="sng" dirty="0">
                <a:latin typeface="Arial" charset="0"/>
              </a:rPr>
              <a:t>Greater German Reich:</a:t>
            </a:r>
            <a:r>
              <a:rPr lang="en-US" dirty="0">
                <a:latin typeface="Arial" charset="0"/>
              </a:rPr>
              <a:t> Hitler wanted to create a master German race, by uniting all German speaking peoples, in particular Austria.</a:t>
            </a:r>
          </a:p>
          <a:p>
            <a:pPr eaLnBrk="1" hangingPunct="1"/>
            <a:endParaRPr lang="en-US" dirty="0">
              <a:latin typeface="Arial"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699FF">
            <a:alpha val="69000"/>
          </a:srgbClr>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8313" y="0"/>
            <a:ext cx="82296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Aims</a:t>
            </a:r>
          </a:p>
        </p:txBody>
      </p:sp>
      <p:sp>
        <p:nvSpPr>
          <p:cNvPr id="12291" name="Rectangle 3"/>
          <p:cNvSpPr>
            <a:spLocks noGrp="1" noChangeArrowheads="1"/>
          </p:cNvSpPr>
          <p:nvPr>
            <p:ph type="body" sz="half" idx="1"/>
          </p:nvPr>
        </p:nvSpPr>
        <p:spPr>
          <a:xfrm>
            <a:off x="467544" y="1124744"/>
            <a:ext cx="4475163" cy="4713288"/>
          </a:xfrm>
        </p:spPr>
        <p:txBody>
          <a:bodyPr/>
          <a:lstStyle/>
          <a:p>
            <a:pPr eaLnBrk="1" hangingPunct="1">
              <a:spcBef>
                <a:spcPct val="0"/>
              </a:spcBef>
              <a:buFontTx/>
              <a:buNone/>
            </a:pPr>
            <a:r>
              <a:rPr lang="en-US" sz="2400" dirty="0">
                <a:latin typeface="Verdana" charset="0"/>
              </a:rPr>
              <a:t>5. </a:t>
            </a:r>
            <a:r>
              <a:rPr lang="en-US" sz="2400" u="sng" dirty="0">
                <a:latin typeface="Verdana" charset="0"/>
              </a:rPr>
              <a:t>Attack and Invade the Eastern Europe and Russia</a:t>
            </a:r>
            <a:r>
              <a:rPr lang="en-US" sz="2400" dirty="0">
                <a:latin typeface="Verdana" charset="0"/>
              </a:rPr>
              <a:t>: There were several reasons for Hitler wanting to do this;</a:t>
            </a:r>
          </a:p>
          <a:p>
            <a:pPr eaLnBrk="1" hangingPunct="1">
              <a:spcBef>
                <a:spcPct val="0"/>
              </a:spcBef>
            </a:pPr>
            <a:r>
              <a:rPr lang="en-US" sz="2400" dirty="0">
                <a:latin typeface="Verdana" charset="0"/>
              </a:rPr>
              <a:t>He wanted to use this land to achieve </a:t>
            </a:r>
            <a:r>
              <a:rPr lang="ja-JP" altLang="en-US" sz="2400" dirty="0">
                <a:latin typeface="Verdana" charset="0"/>
              </a:rPr>
              <a:t>‘</a:t>
            </a:r>
            <a:r>
              <a:rPr lang="en-US" sz="2400" dirty="0">
                <a:latin typeface="Verdana" charset="0"/>
              </a:rPr>
              <a:t>lebensraum</a:t>
            </a:r>
            <a:r>
              <a:rPr lang="ja-JP" altLang="en-US" sz="2400" dirty="0">
                <a:latin typeface="Verdana" charset="0"/>
              </a:rPr>
              <a:t>’</a:t>
            </a:r>
            <a:r>
              <a:rPr lang="en-US" sz="2400" dirty="0">
                <a:latin typeface="Verdana" charset="0"/>
              </a:rPr>
              <a:t> and Eastern Europe and Russia were close targets. </a:t>
            </a:r>
          </a:p>
          <a:p>
            <a:pPr eaLnBrk="1" hangingPunct="1">
              <a:spcBef>
                <a:spcPct val="0"/>
              </a:spcBef>
            </a:pPr>
            <a:r>
              <a:rPr lang="en-US" sz="2400" dirty="0">
                <a:latin typeface="Verdana" charset="0"/>
              </a:rPr>
              <a:t>He could </a:t>
            </a:r>
            <a:r>
              <a:rPr lang="ja-JP" altLang="en-US" sz="2400" dirty="0">
                <a:latin typeface="Verdana" charset="0"/>
              </a:rPr>
              <a:t>‘</a:t>
            </a:r>
            <a:r>
              <a:rPr lang="en-US" sz="2400" dirty="0">
                <a:latin typeface="Verdana" charset="0"/>
              </a:rPr>
              <a:t>cleanse</a:t>
            </a:r>
            <a:r>
              <a:rPr lang="ja-JP" altLang="en-US" sz="2400" dirty="0">
                <a:latin typeface="Verdana" charset="0"/>
              </a:rPr>
              <a:t>’</a:t>
            </a:r>
            <a:r>
              <a:rPr lang="en-US" sz="2400" dirty="0">
                <a:latin typeface="Verdana" charset="0"/>
              </a:rPr>
              <a:t> Europe of Communists and racial inferiors, particularly the Jews. </a:t>
            </a:r>
          </a:p>
        </p:txBody>
      </p:sp>
      <p:pic>
        <p:nvPicPr>
          <p:cNvPr id="12295" name="Picture 7" descr="Maps"/>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04048" y="1268760"/>
            <a:ext cx="3950023" cy="498325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anim calcmode="lin" valueType="num">
                                      <p:cBhvr additive="base">
                                        <p:cTn id="11"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 calcmode="lin" valueType="num">
                                      <p:cBhvr additive="base">
                                        <p:cTn id="17"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12295"/>
                                        </p:tgtEl>
                                        <p:attrNameLst>
                                          <p:attrName>style.visibility</p:attrName>
                                        </p:attrNameLst>
                                      </p:cBhvr>
                                      <p:to>
                                        <p:strVal val="visible"/>
                                      </p:to>
                                    </p:set>
                                    <p:animEffect transition="in" filter="box(in)">
                                      <p:cBhvr>
                                        <p:cTn id="23"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699FF">
            <a:alpha val="55000"/>
          </a:srgbClr>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68313" y="0"/>
            <a:ext cx="82296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Aims</a:t>
            </a:r>
          </a:p>
        </p:txBody>
      </p:sp>
      <p:sp>
        <p:nvSpPr>
          <p:cNvPr id="23555" name="Rectangle 3"/>
          <p:cNvSpPr>
            <a:spLocks noGrp="1" noChangeArrowheads="1"/>
          </p:cNvSpPr>
          <p:nvPr>
            <p:ph type="body" sz="half" idx="1"/>
          </p:nvPr>
        </p:nvSpPr>
        <p:spPr>
          <a:xfrm>
            <a:off x="468313" y="1341438"/>
            <a:ext cx="4402137" cy="4857750"/>
          </a:xfrm>
        </p:spPr>
        <p:txBody>
          <a:bodyPr/>
          <a:lstStyle/>
          <a:p>
            <a:pPr eaLnBrk="1" hangingPunct="1">
              <a:lnSpc>
                <a:spcPct val="80000"/>
              </a:lnSpc>
              <a:spcBef>
                <a:spcPct val="0"/>
              </a:spcBef>
              <a:buFontTx/>
              <a:buNone/>
            </a:pPr>
            <a:r>
              <a:rPr lang="en-US" sz="2000" i="1" dirty="0">
                <a:latin typeface="Verdana" charset="0"/>
              </a:rPr>
              <a:t>(5 continued)</a:t>
            </a:r>
          </a:p>
          <a:p>
            <a:pPr eaLnBrk="1" hangingPunct="1">
              <a:lnSpc>
                <a:spcPct val="80000"/>
              </a:lnSpc>
              <a:spcBef>
                <a:spcPct val="0"/>
              </a:spcBef>
            </a:pPr>
            <a:r>
              <a:rPr lang="en-US" sz="2400" dirty="0">
                <a:latin typeface="Verdana" charset="0"/>
              </a:rPr>
              <a:t>He </a:t>
            </a:r>
            <a:r>
              <a:rPr lang="en-US" sz="2400" dirty="0" err="1">
                <a:latin typeface="Verdana" charset="0"/>
              </a:rPr>
              <a:t>realised</a:t>
            </a:r>
            <a:r>
              <a:rPr lang="en-US" sz="2400" dirty="0">
                <a:latin typeface="Verdana" charset="0"/>
              </a:rPr>
              <a:t> he needed to eliminate any states which may be </a:t>
            </a:r>
            <a:r>
              <a:rPr lang="ja-JP" altLang="en-US" sz="2400" dirty="0">
                <a:latin typeface="Verdana" charset="0"/>
              </a:rPr>
              <a:t>‘</a:t>
            </a:r>
            <a:r>
              <a:rPr lang="en-US" sz="2400" dirty="0">
                <a:latin typeface="Verdana" charset="0"/>
              </a:rPr>
              <a:t>unfriendly</a:t>
            </a:r>
            <a:r>
              <a:rPr lang="ja-JP" altLang="en-US" sz="2400" dirty="0">
                <a:latin typeface="Verdana" charset="0"/>
              </a:rPr>
              <a:t>’</a:t>
            </a:r>
            <a:r>
              <a:rPr lang="en-US" sz="2400" dirty="0">
                <a:latin typeface="Verdana" charset="0"/>
              </a:rPr>
              <a:t> towards Germany, in particular Poland and Czechoslovakia. </a:t>
            </a:r>
          </a:p>
          <a:p>
            <a:pPr eaLnBrk="1" hangingPunct="1">
              <a:lnSpc>
                <a:spcPct val="80000"/>
              </a:lnSpc>
              <a:spcBef>
                <a:spcPct val="0"/>
              </a:spcBef>
            </a:pPr>
            <a:r>
              <a:rPr lang="en-US" sz="2400" dirty="0">
                <a:latin typeface="Verdana" charset="0"/>
              </a:rPr>
              <a:t>He also believed that strong empires need certain goods to survive, including food and raw materials both of which could be found in Eastern Europe and Russia</a:t>
            </a:r>
            <a:r>
              <a:rPr lang="en-US" sz="2400" dirty="0" smtClean="0">
                <a:latin typeface="Verdana" charset="0"/>
              </a:rPr>
              <a:t>. He promoted ‘autarky’</a:t>
            </a:r>
            <a:endParaRPr lang="en-US" sz="2400" dirty="0">
              <a:latin typeface="Verdana" charset="0"/>
            </a:endParaRPr>
          </a:p>
          <a:p>
            <a:pPr eaLnBrk="1" hangingPunct="1">
              <a:lnSpc>
                <a:spcPct val="80000"/>
              </a:lnSpc>
            </a:pPr>
            <a:endParaRPr lang="en-US" sz="2400" dirty="0">
              <a:latin typeface="Verdana" charset="0"/>
            </a:endParaRPr>
          </a:p>
          <a:p>
            <a:pPr eaLnBrk="1" hangingPunct="1">
              <a:lnSpc>
                <a:spcPct val="80000"/>
              </a:lnSpc>
            </a:pPr>
            <a:endParaRPr lang="en-US" sz="2400" dirty="0">
              <a:latin typeface="Arial" charset="0"/>
            </a:endParaRPr>
          </a:p>
        </p:txBody>
      </p:sp>
      <p:pic>
        <p:nvPicPr>
          <p:cNvPr id="23556" name="Picture 4" descr="ilw0259"/>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76825" y="1412875"/>
            <a:ext cx="3506788" cy="472281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9966"/>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68313" y="0"/>
            <a:ext cx="82296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Constraints</a:t>
            </a:r>
          </a:p>
        </p:txBody>
      </p:sp>
      <p:sp>
        <p:nvSpPr>
          <p:cNvPr id="14339" name="Rectangle 3"/>
          <p:cNvSpPr>
            <a:spLocks noGrp="1" noChangeArrowheads="1"/>
          </p:cNvSpPr>
          <p:nvPr>
            <p:ph type="body" sz="half" idx="2"/>
          </p:nvPr>
        </p:nvSpPr>
        <p:spPr>
          <a:xfrm>
            <a:off x="3851275" y="1268413"/>
            <a:ext cx="4906963" cy="5399087"/>
          </a:xfrm>
        </p:spPr>
        <p:txBody>
          <a:bodyPr/>
          <a:lstStyle/>
          <a:p>
            <a:pPr eaLnBrk="1" hangingPunct="1">
              <a:buFontTx/>
              <a:buNone/>
            </a:pPr>
            <a:r>
              <a:rPr lang="en-US" sz="2400" i="1" dirty="0">
                <a:latin typeface="Arial" charset="0"/>
              </a:rPr>
              <a:t>There were some constraints to Hitler</a:t>
            </a:r>
            <a:r>
              <a:rPr lang="ja-JP" altLang="en-US" sz="2400" i="1" dirty="0">
                <a:latin typeface="Arial" charset="0"/>
              </a:rPr>
              <a:t>’</a:t>
            </a:r>
            <a:r>
              <a:rPr lang="en-US" sz="2400" i="1" dirty="0">
                <a:latin typeface="Arial" charset="0"/>
              </a:rPr>
              <a:t>s foreign </a:t>
            </a:r>
            <a:r>
              <a:rPr lang="en-US" sz="2400" i="1" dirty="0" smtClean="0">
                <a:latin typeface="Arial" charset="0"/>
              </a:rPr>
              <a:t>policy</a:t>
            </a:r>
            <a:r>
              <a:rPr lang="en-US" sz="2400" i="1" dirty="0" smtClean="0">
                <a:effectLst>
                  <a:outerShdw blurRad="38100" dist="38100" dir="2700000" algn="tl">
                    <a:srgbClr val="FFFFFF"/>
                  </a:outerShdw>
                </a:effectLst>
                <a:latin typeface="Arial" charset="0"/>
              </a:rPr>
              <a:t>:</a:t>
            </a:r>
            <a:endParaRPr lang="en-US" sz="2400" i="1" dirty="0">
              <a:effectLst>
                <a:outerShdw blurRad="38100" dist="38100" dir="2700000" algn="tl">
                  <a:srgbClr val="FFFFFF"/>
                </a:outerShdw>
              </a:effectLst>
              <a:latin typeface="Arial" charset="0"/>
            </a:endParaRPr>
          </a:p>
          <a:p>
            <a:pPr eaLnBrk="1" hangingPunct="1"/>
            <a:r>
              <a:rPr lang="en-US" sz="2400" dirty="0">
                <a:latin typeface="Arial" charset="0"/>
              </a:rPr>
              <a:t>Hitler knew that there would be opposition from Britain and France over his aims. </a:t>
            </a:r>
          </a:p>
          <a:p>
            <a:pPr eaLnBrk="1" hangingPunct="1"/>
            <a:r>
              <a:rPr lang="en-US" sz="2400" dirty="0">
                <a:latin typeface="Arial" charset="0"/>
              </a:rPr>
              <a:t>France however was not considered to be a military threat while Hitler believed Britain and Germany were natural allies. </a:t>
            </a:r>
          </a:p>
          <a:p>
            <a:pPr eaLnBrk="1" hangingPunct="1"/>
            <a:r>
              <a:rPr lang="en-US" sz="2400" dirty="0">
                <a:latin typeface="Arial" charset="0"/>
              </a:rPr>
              <a:t>He also used the British and French</a:t>
            </a:r>
            <a:r>
              <a:rPr lang="ja-JP" altLang="en-US" sz="2400" dirty="0">
                <a:latin typeface="Arial" charset="0"/>
              </a:rPr>
              <a:t>’</a:t>
            </a:r>
            <a:r>
              <a:rPr lang="en-US" sz="2400" dirty="0">
                <a:latin typeface="Arial" charset="0"/>
              </a:rPr>
              <a:t>s suspicion of Communism to exaggerate the threat of Russia.</a:t>
            </a:r>
          </a:p>
        </p:txBody>
      </p:sp>
      <p:pic>
        <p:nvPicPr>
          <p:cNvPr id="14346" name="Picture 10" descr="Neville_Chamberlain_and_Adolf_Hitler_Peace_in_our_time"/>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95288" y="1341438"/>
            <a:ext cx="3184525" cy="450691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9966"/>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68313" y="0"/>
            <a:ext cx="82296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r>
              <a:rPr 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stellar" charset="0"/>
              </a:rPr>
              <a:t>Foreign Policy Constraints</a:t>
            </a:r>
          </a:p>
        </p:txBody>
      </p:sp>
      <p:sp>
        <p:nvSpPr>
          <p:cNvPr id="19459" name="Rectangle 3"/>
          <p:cNvSpPr>
            <a:spLocks noGrp="1" noChangeArrowheads="1"/>
          </p:cNvSpPr>
          <p:nvPr>
            <p:ph type="body" sz="half" idx="1"/>
          </p:nvPr>
        </p:nvSpPr>
        <p:spPr>
          <a:xfrm>
            <a:off x="250825" y="1052513"/>
            <a:ext cx="4764088" cy="5400675"/>
          </a:xfrm>
        </p:spPr>
        <p:txBody>
          <a:bodyPr/>
          <a:lstStyle/>
          <a:p>
            <a:pPr eaLnBrk="1" hangingPunct="1">
              <a:lnSpc>
                <a:spcPct val="90000"/>
              </a:lnSpc>
              <a:buFontTx/>
              <a:buNone/>
            </a:pPr>
            <a:r>
              <a:rPr lang="en-US" sz="2000" i="1" dirty="0">
                <a:latin typeface="Arial" charset="0"/>
              </a:rPr>
              <a:t>(continued)</a:t>
            </a:r>
          </a:p>
          <a:p>
            <a:pPr eaLnBrk="1" hangingPunct="1">
              <a:lnSpc>
                <a:spcPct val="90000"/>
              </a:lnSpc>
            </a:pPr>
            <a:r>
              <a:rPr lang="en-US" sz="2400" dirty="0">
                <a:latin typeface="Arial" charset="0"/>
              </a:rPr>
              <a:t>He also needed to be cautious as Germany was </a:t>
            </a:r>
            <a:r>
              <a:rPr lang="en-US" sz="2400" dirty="0" smtClean="0">
                <a:latin typeface="Arial" charset="0"/>
              </a:rPr>
              <a:t>relatively weak economically and </a:t>
            </a:r>
            <a:r>
              <a:rPr lang="en-US" sz="2400" dirty="0">
                <a:latin typeface="Arial" charset="0"/>
              </a:rPr>
              <a:t>had few allies. Hitler had to represent all his actions as being in the interests of peace, also promising each change would be his </a:t>
            </a:r>
            <a:r>
              <a:rPr lang="en-US" sz="2400" dirty="0" smtClean="0">
                <a:latin typeface="Arial" charset="0"/>
              </a:rPr>
              <a:t>last! </a:t>
            </a:r>
            <a:endParaRPr lang="en-US" sz="2400" dirty="0">
              <a:latin typeface="Arial" charset="0"/>
            </a:endParaRPr>
          </a:p>
          <a:p>
            <a:pPr eaLnBrk="1" hangingPunct="1">
              <a:lnSpc>
                <a:spcPct val="90000"/>
              </a:lnSpc>
            </a:pPr>
            <a:r>
              <a:rPr lang="en-US" sz="2400" dirty="0">
                <a:latin typeface="Arial" charset="0"/>
              </a:rPr>
              <a:t>Germany had a weak military</a:t>
            </a:r>
          </a:p>
          <a:p>
            <a:pPr eaLnBrk="1" hangingPunct="1">
              <a:lnSpc>
                <a:spcPct val="90000"/>
              </a:lnSpc>
              <a:buFontTx/>
              <a:buNone/>
            </a:pPr>
            <a:r>
              <a:rPr lang="en-US" sz="2400" dirty="0">
                <a:latin typeface="Arial" charset="0"/>
              </a:rPr>
              <a:t>		</a:t>
            </a:r>
            <a:r>
              <a:rPr lang="en-US" sz="2400" dirty="0" err="1">
                <a:latin typeface="Arial" charset="0"/>
              </a:rPr>
              <a:t>i</a:t>
            </a:r>
            <a:r>
              <a:rPr lang="en-US" sz="2400" dirty="0">
                <a:latin typeface="Arial" charset="0"/>
              </a:rPr>
              <a:t>.  100, 000 men </a:t>
            </a:r>
            <a:r>
              <a:rPr lang="en-US" sz="2400" dirty="0" smtClean="0">
                <a:latin typeface="Arial" charset="0"/>
              </a:rPr>
              <a:t> in the 	army</a:t>
            </a:r>
            <a:endParaRPr lang="en-US" sz="2400" dirty="0">
              <a:latin typeface="Arial" charset="0"/>
            </a:endParaRPr>
          </a:p>
          <a:p>
            <a:pPr eaLnBrk="1" hangingPunct="1">
              <a:lnSpc>
                <a:spcPct val="90000"/>
              </a:lnSpc>
              <a:buFontTx/>
              <a:buNone/>
            </a:pPr>
            <a:r>
              <a:rPr lang="en-US" sz="2400" dirty="0">
                <a:latin typeface="Arial" charset="0"/>
              </a:rPr>
              <a:t>		ii.  No air force</a:t>
            </a:r>
          </a:p>
          <a:p>
            <a:pPr eaLnBrk="1" hangingPunct="1">
              <a:lnSpc>
                <a:spcPct val="90000"/>
              </a:lnSpc>
              <a:buFontTx/>
              <a:buNone/>
            </a:pPr>
            <a:r>
              <a:rPr lang="en-US" sz="2400" dirty="0">
                <a:latin typeface="Arial" charset="0"/>
              </a:rPr>
              <a:t>		iii. No tanks</a:t>
            </a:r>
          </a:p>
          <a:p>
            <a:pPr eaLnBrk="1" hangingPunct="1">
              <a:lnSpc>
                <a:spcPct val="90000"/>
              </a:lnSpc>
              <a:buFontTx/>
              <a:buNone/>
            </a:pPr>
            <a:r>
              <a:rPr lang="en-US" sz="2400" dirty="0">
                <a:latin typeface="Arial" charset="0"/>
              </a:rPr>
              <a:t>		iv. No battleships, U-boats, </a:t>
            </a:r>
            <a:r>
              <a:rPr lang="en-US" sz="2400" dirty="0" smtClean="0">
                <a:latin typeface="Arial" charset="0"/>
              </a:rPr>
              <a:t>	aircraft </a:t>
            </a:r>
            <a:r>
              <a:rPr lang="en-US" sz="2400" dirty="0">
                <a:latin typeface="Arial" charset="0"/>
              </a:rPr>
              <a:t>carriers</a:t>
            </a:r>
          </a:p>
          <a:p>
            <a:pPr eaLnBrk="1" hangingPunct="1">
              <a:lnSpc>
                <a:spcPct val="90000"/>
              </a:lnSpc>
            </a:pPr>
            <a:endParaRPr lang="en-US" sz="2400" dirty="0">
              <a:latin typeface="Arial" charset="0"/>
            </a:endParaRPr>
          </a:p>
          <a:p>
            <a:pPr eaLnBrk="1" hangingPunct="1">
              <a:lnSpc>
                <a:spcPct val="90000"/>
              </a:lnSpc>
            </a:pPr>
            <a:endParaRPr lang="en-US" sz="2400" dirty="0">
              <a:latin typeface="Arial" charset="0"/>
            </a:endParaRPr>
          </a:p>
        </p:txBody>
      </p:sp>
      <p:pic>
        <p:nvPicPr>
          <p:cNvPr id="19466" name="Picture 10" descr="nazi%20soldiers2"/>
          <p:cNvPicPr>
            <a:picLocks noChangeAspect="1" noChangeArrowheads="1"/>
          </p:cNvPicPr>
          <p:nvPr/>
        </p:nvPicPr>
        <p:blipFill>
          <a:blip r:embed="rId2">
            <a:extLst>
              <a:ext uri="{28A0092B-C50C-407E-A947-70E740481C1C}">
                <a14:useLocalDpi xmlns:a14="http://schemas.microsoft.com/office/drawing/2010/main" val="0"/>
              </a:ext>
            </a:extLst>
          </a:blip>
          <a:srcRect l="14247" r="11269" b="781"/>
          <a:stretch>
            <a:fillRect/>
          </a:stretch>
        </p:blipFill>
        <p:spPr bwMode="auto">
          <a:xfrm>
            <a:off x="5076825" y="1646238"/>
            <a:ext cx="3814763" cy="372903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7" dur="500"/>
                                        <p:tgtEl>
                                          <p:spTgt spid="194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2" dur="500"/>
                                        <p:tgtEl>
                                          <p:spTgt spid="19459">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15" dur="500"/>
                                        <p:tgtEl>
                                          <p:spTgt spid="1945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18" dur="500"/>
                                        <p:tgtEl>
                                          <p:spTgt spid="19459">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21" dur="500"/>
                                        <p:tgtEl>
                                          <p:spTgt spid="19459">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9459">
                                            <p:txEl>
                                              <p:pRg st="6" end="6"/>
                                            </p:txEl>
                                          </p:spTgt>
                                        </p:tgtEl>
                                        <p:attrNameLst>
                                          <p:attrName>style.visibility</p:attrName>
                                        </p:attrNameLst>
                                      </p:cBhvr>
                                      <p:to>
                                        <p:strVal val="visible"/>
                                      </p:to>
                                    </p:set>
                                    <p:animEffect transition="in" filter="blinds(horizontal)">
                                      <p:cBhvr>
                                        <p:cTn id="24" dur="500"/>
                                        <p:tgtEl>
                                          <p:spTgt spid="19459">
                                            <p:txEl>
                                              <p:pRg st="6" end="6"/>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94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Appeasement</a:t>
            </a:r>
            <a:endParaRPr lang="en-AU" dirty="0"/>
          </a:p>
        </p:txBody>
      </p:sp>
      <p:sp>
        <p:nvSpPr>
          <p:cNvPr id="3" name="Text Placeholder 2"/>
          <p:cNvSpPr>
            <a:spLocks noGrp="1"/>
          </p:cNvSpPr>
          <p:nvPr>
            <p:ph type="body" sz="half" idx="1"/>
          </p:nvPr>
        </p:nvSpPr>
        <p:spPr>
          <a:xfrm>
            <a:off x="457200" y="1600200"/>
            <a:ext cx="2962672" cy="5069160"/>
          </a:xfrm>
        </p:spPr>
        <p:txBody>
          <a:bodyPr/>
          <a:lstStyle/>
          <a:p>
            <a:pPr marL="0" indent="0">
              <a:buNone/>
            </a:pPr>
            <a:r>
              <a:rPr lang="en-AU" dirty="0" smtClean="0"/>
              <a:t>To </a:t>
            </a:r>
            <a:r>
              <a:rPr lang="en-AU" dirty="0"/>
              <a:t>prevent further disagreement in arguments or war by giving to the opposing side an advantage that they have </a:t>
            </a:r>
            <a:r>
              <a:rPr lang="en-AU" dirty="0" smtClean="0"/>
              <a:t>demanded.</a:t>
            </a:r>
            <a:endParaRPr lang="en-AU" dirty="0"/>
          </a:p>
        </p:txBody>
      </p:sp>
      <p:pic>
        <p:nvPicPr>
          <p:cNvPr id="1026" name="Picture 2" descr="Image result for hitler appeasement carto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2348880"/>
            <a:ext cx="5172075" cy="320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5131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alpha val="61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922114"/>
          </a:xfrm>
        </p:spPr>
        <p:txBody>
          <a:bodyPr/>
          <a:lstStyle/>
          <a:p>
            <a:r>
              <a:rPr lang="en-AU" sz="4000" dirty="0"/>
              <a:t>Austria and Czechoslovakia – appeasement in action </a:t>
            </a:r>
          </a:p>
        </p:txBody>
      </p:sp>
      <p:sp>
        <p:nvSpPr>
          <p:cNvPr id="3" name="Text Placeholder 2"/>
          <p:cNvSpPr>
            <a:spLocks noGrp="1"/>
          </p:cNvSpPr>
          <p:nvPr>
            <p:ph type="body" sz="half" idx="1"/>
          </p:nvPr>
        </p:nvSpPr>
        <p:spPr>
          <a:xfrm>
            <a:off x="107504" y="1196752"/>
            <a:ext cx="4316288" cy="5544616"/>
          </a:xfrm>
          <a:solidFill>
            <a:schemeClr val="bg1"/>
          </a:solidFill>
          <a:ln>
            <a:solidFill>
              <a:schemeClr val="accent1"/>
            </a:solidFill>
          </a:ln>
        </p:spPr>
        <p:txBody>
          <a:bodyPr/>
          <a:lstStyle/>
          <a:p>
            <a:r>
              <a:rPr lang="en-AU" sz="1600" dirty="0"/>
              <a:t>Anschluss </a:t>
            </a:r>
            <a:r>
              <a:rPr lang="en-AU" sz="1600" dirty="0" smtClean="0"/>
              <a:t>refers </a:t>
            </a:r>
            <a:r>
              <a:rPr lang="en-AU" sz="1600" dirty="0"/>
              <a:t>to the annexation of Austria into Nazi Germany on 12 March </a:t>
            </a:r>
            <a:r>
              <a:rPr lang="en-AU" sz="1600" dirty="0" smtClean="0"/>
              <a:t>1938.</a:t>
            </a:r>
            <a:endParaRPr lang="en-AU" sz="1600" dirty="0"/>
          </a:p>
          <a:p>
            <a:r>
              <a:rPr lang="en-AU" sz="1600" dirty="0"/>
              <a:t>In early 1938, Austrian Nazis conspired for the second time in four years to seize the Austrian government by force and unite their nation with Nazi Germany. </a:t>
            </a:r>
            <a:endParaRPr lang="en-AU" sz="1600" dirty="0" smtClean="0"/>
          </a:p>
          <a:p>
            <a:r>
              <a:rPr lang="en-AU" sz="1600" dirty="0" smtClean="0"/>
              <a:t>Austrian </a:t>
            </a:r>
            <a:r>
              <a:rPr lang="en-AU" sz="1600" dirty="0"/>
              <a:t>Chancellor Kurt von Schuschnigg, learning of the conspiracy, met with Nazi leader Adolf Hitler in the hopes of reasserting his country’s independence but was instead bullied into naming several top Austrian Nazis to his cabinet. </a:t>
            </a:r>
            <a:endParaRPr lang="en-AU" sz="1600" dirty="0" smtClean="0"/>
          </a:p>
          <a:p>
            <a:r>
              <a:rPr lang="en-AU" sz="1600" dirty="0" smtClean="0"/>
              <a:t>On </a:t>
            </a:r>
            <a:r>
              <a:rPr lang="en-AU" sz="1600" dirty="0"/>
              <a:t>March 9, Schuschnigg called a national vote to resolve the question of Anschluss, or “annexation,” once and for all. Before the plebiscite could take place, however, Schuschnigg gave in to pressure from Hitler and resigned on March 11. </a:t>
            </a:r>
          </a:p>
        </p:txBody>
      </p:sp>
      <p:sp>
        <p:nvSpPr>
          <p:cNvPr id="4" name="Content Placeholder 3"/>
          <p:cNvSpPr>
            <a:spLocks noGrp="1"/>
          </p:cNvSpPr>
          <p:nvPr>
            <p:ph sz="half" idx="2"/>
          </p:nvPr>
        </p:nvSpPr>
        <p:spPr>
          <a:xfrm>
            <a:off x="4572000" y="1628800"/>
            <a:ext cx="4388296" cy="4853136"/>
          </a:xfrm>
          <a:solidFill>
            <a:schemeClr val="bg1"/>
          </a:solidFill>
          <a:ln>
            <a:solidFill>
              <a:schemeClr val="accent1"/>
            </a:solidFill>
          </a:ln>
        </p:spPr>
        <p:txBody>
          <a:bodyPr/>
          <a:lstStyle/>
          <a:p>
            <a:r>
              <a:rPr lang="en-AU" sz="1600" dirty="0"/>
              <a:t>On September 30, 1938, Adolf Hitler, Benito Mussolini, French Premier Edouard Daladier, and British Prime Minister Neville Chamberlain signed the Munich Pact, which sealed the fate of Czechoslovakia, virtually handing it over to Germany in the name of peace</a:t>
            </a:r>
            <a:r>
              <a:rPr lang="en-AU" sz="1600" dirty="0" smtClean="0"/>
              <a:t>.</a:t>
            </a:r>
          </a:p>
          <a:p>
            <a:r>
              <a:rPr lang="en-AU" sz="1600" dirty="0" smtClean="0"/>
              <a:t>Although </a:t>
            </a:r>
            <a:r>
              <a:rPr lang="en-AU" sz="1600" dirty="0"/>
              <a:t>the agreement was to give into Hitler’s hands only the </a:t>
            </a:r>
            <a:r>
              <a:rPr lang="en-AU" sz="1600" dirty="0" err="1"/>
              <a:t>Sudentenland</a:t>
            </a:r>
            <a:r>
              <a:rPr lang="en-AU" sz="1600" dirty="0"/>
              <a:t>, that part of Czechoslovakia where 3 million ethnic Germans lived, it also handed over to the Nazi war machine 66 percent of Czechoslovakia’s coal, 70 percent of its iron and steel, and 70 percent of its electrical power. </a:t>
            </a:r>
            <a:endParaRPr lang="en-AU" sz="1600" dirty="0" smtClean="0"/>
          </a:p>
          <a:p>
            <a:r>
              <a:rPr lang="en-AU" sz="1600" dirty="0" smtClean="0"/>
              <a:t>Without </a:t>
            </a:r>
            <a:r>
              <a:rPr lang="en-AU" sz="1600" dirty="0"/>
              <a:t>those resources, the Czech nation was left vulnerable to complete German domination.</a:t>
            </a:r>
          </a:p>
        </p:txBody>
      </p:sp>
    </p:spTree>
    <p:extLst>
      <p:ext uri="{BB962C8B-B14F-4D97-AF65-F5344CB8AC3E}">
        <p14:creationId xmlns:p14="http://schemas.microsoft.com/office/powerpoint/2010/main" val="18614312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Soviet-Germany Non-Aggression pact, </a:t>
            </a:r>
            <a:r>
              <a:rPr lang="en-AU" dirty="0" smtClean="0"/>
              <a:t>1939</a:t>
            </a:r>
            <a:endParaRPr lang="en-AU" dirty="0"/>
          </a:p>
        </p:txBody>
      </p:sp>
      <p:sp>
        <p:nvSpPr>
          <p:cNvPr id="3" name="Content Placeholder 2"/>
          <p:cNvSpPr>
            <a:spLocks noGrp="1"/>
          </p:cNvSpPr>
          <p:nvPr>
            <p:ph idx="1"/>
          </p:nvPr>
        </p:nvSpPr>
        <p:spPr/>
        <p:txBody>
          <a:bodyPr/>
          <a:lstStyle/>
          <a:p>
            <a:pPr marL="0" indent="0">
              <a:buNone/>
            </a:pPr>
            <a:r>
              <a:rPr lang="en-AU" sz="1000" dirty="0">
                <a:hlinkClick r:id="rId2"/>
              </a:rPr>
              <a:t>https://www.britannica.com/event/German-Soviet-Nonaggression-Pact</a:t>
            </a:r>
            <a:endParaRPr lang="en-AU" sz="1000" dirty="0" smtClean="0"/>
          </a:p>
          <a:p>
            <a:r>
              <a:rPr lang="en-AU" dirty="0" smtClean="0"/>
              <a:t>Non-aggression </a:t>
            </a:r>
            <a:r>
              <a:rPr lang="en-AU" dirty="0"/>
              <a:t>pact between Germany and the Soviet Union</a:t>
            </a:r>
            <a:endParaRPr lang="en-AU" dirty="0" smtClean="0"/>
          </a:p>
          <a:p>
            <a:r>
              <a:rPr lang="en-AU" dirty="0" smtClean="0"/>
              <a:t>Paved </a:t>
            </a:r>
            <a:r>
              <a:rPr lang="en-AU" dirty="0"/>
              <a:t>the way for the joint invasion and occupation of Poland </a:t>
            </a:r>
            <a:r>
              <a:rPr lang="en-AU" dirty="0" smtClean="0"/>
              <a:t>September 1939.</a:t>
            </a:r>
            <a:endParaRPr lang="en-AU" dirty="0"/>
          </a:p>
          <a:p>
            <a:r>
              <a:rPr lang="en-AU" dirty="0" smtClean="0"/>
              <a:t>Also called: </a:t>
            </a:r>
          </a:p>
          <a:p>
            <a:pPr lvl="1"/>
            <a:r>
              <a:rPr lang="en-AU" dirty="0" smtClean="0"/>
              <a:t>Nazi-Soviet </a:t>
            </a:r>
            <a:r>
              <a:rPr lang="en-AU" dirty="0"/>
              <a:t>Nonaggression </a:t>
            </a:r>
            <a:r>
              <a:rPr lang="en-AU" dirty="0" smtClean="0"/>
              <a:t>Pact</a:t>
            </a:r>
          </a:p>
          <a:p>
            <a:pPr lvl="1"/>
            <a:r>
              <a:rPr lang="en-AU" dirty="0" smtClean="0"/>
              <a:t>German-Soviet </a:t>
            </a:r>
            <a:r>
              <a:rPr lang="en-AU" dirty="0"/>
              <a:t>Treaty of </a:t>
            </a:r>
            <a:r>
              <a:rPr lang="en-AU" dirty="0" smtClean="0"/>
              <a:t>Nonaggression</a:t>
            </a:r>
          </a:p>
          <a:p>
            <a:pPr lvl="1"/>
            <a:r>
              <a:rPr lang="en-AU" dirty="0" smtClean="0"/>
              <a:t>Hitler-Stalin Pact</a:t>
            </a:r>
          </a:p>
          <a:p>
            <a:pPr lvl="1"/>
            <a:r>
              <a:rPr lang="en-AU" dirty="0" smtClean="0"/>
              <a:t>Molotov-Ribbentrop </a:t>
            </a:r>
            <a:r>
              <a:rPr lang="en-AU" dirty="0"/>
              <a:t>Pact</a:t>
            </a:r>
          </a:p>
        </p:txBody>
      </p:sp>
    </p:spTree>
    <p:extLst>
      <p:ext uri="{BB962C8B-B14F-4D97-AF65-F5344CB8AC3E}">
        <p14:creationId xmlns:p14="http://schemas.microsoft.com/office/powerpoint/2010/main" val="29434940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99FF">
            <a:alpha val="42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a:t>The outbreak of </a:t>
            </a:r>
            <a:r>
              <a:rPr lang="en-AU" sz="4000" dirty="0" smtClean="0"/>
              <a:t>war: Causes of WW2</a:t>
            </a:r>
            <a:endParaRPr lang="en-AU" sz="40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52436846"/>
              </p:ext>
            </p:extLst>
          </p:nvPr>
        </p:nvGraphicFramePr>
        <p:xfrm>
          <a:off x="107504" y="1628800"/>
          <a:ext cx="8928992"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9910050"/>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TotalTime>
  <Words>965</Words>
  <Application>Microsoft Office PowerPoint</Application>
  <PresentationFormat>On-screen Show (4:3)</PresentationFormat>
  <Paragraphs>87</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ＭＳ Ｐゴシック</vt:lpstr>
      <vt:lpstr>Arial</vt:lpstr>
      <vt:lpstr>Castellar</vt:lpstr>
      <vt:lpstr>Verdana</vt:lpstr>
      <vt:lpstr>Default Design</vt:lpstr>
      <vt:lpstr>Nazi Germany</vt:lpstr>
      <vt:lpstr>Foreign Policy Aims</vt:lpstr>
      <vt:lpstr>Foreign Policy Aims</vt:lpstr>
      <vt:lpstr>Foreign Policy Aims</vt:lpstr>
      <vt:lpstr>Foreign Policy Aims</vt:lpstr>
      <vt:lpstr>Foreign Policy Aims</vt:lpstr>
      <vt:lpstr>Foreign Policy Aims</vt:lpstr>
      <vt:lpstr>Foreign Policy Constraints</vt:lpstr>
      <vt:lpstr>Foreign Policy Constraints</vt:lpstr>
      <vt:lpstr>Appeasement</vt:lpstr>
      <vt:lpstr>Austria and Czechoslovakia – appeasement in action </vt:lpstr>
      <vt:lpstr>Soviet-Germany Non-Aggression pact, 1939</vt:lpstr>
      <vt:lpstr>The outbreak of war: Causes of WW2</vt:lpstr>
    </vt:vector>
  </TitlesOfParts>
  <Company>Perth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Nazi Germany</dc:title>
  <dc:creator>Bethany</dc:creator>
  <cp:lastModifiedBy>HAWKES Natasha [Narrogin Senior High School]</cp:lastModifiedBy>
  <cp:revision>28</cp:revision>
  <dcterms:created xsi:type="dcterms:W3CDTF">2006-10-22T02:01:35Z</dcterms:created>
  <dcterms:modified xsi:type="dcterms:W3CDTF">2019-09-10T06:53:33Z</dcterms:modified>
</cp:coreProperties>
</file>