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12.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1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52" r:id="rId2"/>
    <p:sldMasterId id="2147483653" r:id="rId3"/>
    <p:sldMasterId id="2147483654" r:id="rId4"/>
    <p:sldMasterId id="2147483655" r:id="rId5"/>
    <p:sldMasterId id="2147483656" r:id="rId6"/>
    <p:sldMasterId id="2147483657" r:id="rId7"/>
    <p:sldMasterId id="2147483658" r:id="rId8"/>
    <p:sldMasterId id="2147483659" r:id="rId9"/>
    <p:sldMasterId id="2147483660" r:id="rId10"/>
    <p:sldMasterId id="2147483661" r:id="rId11"/>
    <p:sldMasterId id="2147483816" r:id="rId12"/>
    <p:sldMasterId id="2147483834" r:id="rId13"/>
  </p:sldMasterIdLst>
  <p:sldIdLst>
    <p:sldId id="256" r:id="rId14"/>
    <p:sldId id="257" r:id="rId15"/>
    <p:sldId id="259" r:id="rId16"/>
    <p:sldId id="262" r:id="rId17"/>
    <p:sldId id="263" r:id="rId18"/>
    <p:sldId id="264" r:id="rId19"/>
    <p:sldId id="268" r:id="rId20"/>
    <p:sldId id="269" r:id="rId21"/>
    <p:sldId id="270" r:id="rId22"/>
    <p:sldId id="271" r:id="rId23"/>
    <p:sldId id="272" r:id="rId24"/>
    <p:sldId id="273" r:id="rId25"/>
    <p:sldId id="274" r:id="rId26"/>
    <p:sldId id="275" r:id="rId27"/>
    <p:sldId id="276" r:id="rId28"/>
  </p:sldIdLst>
  <p:sldSz cx="13004800" cy="9753600"/>
  <p:notesSz cx="6858000" cy="9144000"/>
  <p:defaultTextStyle>
    <a:defPPr>
      <a:defRPr lang="en-US"/>
    </a:defPPr>
    <a:lvl1pPr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40" autoAdjust="0"/>
  </p:normalViewPr>
  <p:slideViewPr>
    <p:cSldViewPr>
      <p:cViewPr varScale="1">
        <p:scale>
          <a:sx n="49" d="100"/>
          <a:sy n="49" d="100"/>
        </p:scale>
        <p:origin x="522" y="48"/>
      </p:cViewPr>
      <p:guideLst>
        <p:guide orient="horz" pos="3072"/>
        <p:guide pos="409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slide" Target="slides/slide8.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sz="half" idx="1"/>
          </p:nvPr>
        </p:nvSpPr>
        <p:spPr>
          <a:xfrm>
            <a:off x="1270000" y="1270000"/>
            <a:ext cx="5156200" cy="721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1270000"/>
            <a:ext cx="5156200" cy="721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390525"/>
            <a:ext cx="2925762" cy="8093075"/>
          </a:xfrm>
          <a:prstGeom prst="rect">
            <a:avLst/>
          </a:prstGeo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390525"/>
            <a:ext cx="8624888" cy="80930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276475"/>
            <a:ext cx="2925762" cy="67913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8624888" cy="67913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276475"/>
            <a:ext cx="2925762" cy="67913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8624888" cy="67913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350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6449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35550" y="1524000"/>
            <a:ext cx="1466850" cy="6680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35000" y="1524000"/>
            <a:ext cx="4248150" cy="668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350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6449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35550" y="1524000"/>
            <a:ext cx="1466850" cy="6680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35000" y="1524000"/>
            <a:ext cx="4248150" cy="668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54000"/>
            <a:ext cx="2925762" cy="8458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54000"/>
            <a:ext cx="8624888" cy="8458200"/>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390525"/>
            <a:ext cx="2925762" cy="8321675"/>
          </a:xfrm>
          <a:prstGeom prst="rect">
            <a:avLst/>
          </a:prstGeo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390525"/>
            <a:ext cx="8624888" cy="832167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0000" y="2768600"/>
            <a:ext cx="244475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867150" y="2768600"/>
            <a:ext cx="244475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254000"/>
            <a:ext cx="2616200" cy="82296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0000" y="254000"/>
            <a:ext cx="7696200" cy="822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0000" y="2768600"/>
            <a:ext cx="51562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768600"/>
            <a:ext cx="51562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254000"/>
            <a:ext cx="2616200" cy="82296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0000" y="254000"/>
            <a:ext cx="7696200" cy="822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7772400" y="2768600"/>
            <a:ext cx="1905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9829800" y="2768600"/>
            <a:ext cx="1905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254000"/>
            <a:ext cx="2616200" cy="82296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0000" y="254000"/>
            <a:ext cx="7696200" cy="822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276475"/>
            <a:ext cx="2925762" cy="64357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8624888"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62073" y="2516681"/>
            <a:ext cx="10069370" cy="2600961"/>
          </a:xfrm>
        </p:spPr>
        <p:txBody>
          <a:bodyPr anchor="b">
            <a:normAutofit/>
          </a:bodyPr>
          <a:lstStyle>
            <a:lvl1pPr algn="ctr">
              <a:defRPr sz="7680"/>
            </a:lvl1pPr>
          </a:lstStyle>
          <a:p>
            <a:r>
              <a:rPr lang="en-US" smtClean="0"/>
              <a:t>Click to edit Master title style</a:t>
            </a:r>
            <a:endParaRPr lang="en-US" dirty="0"/>
          </a:p>
        </p:txBody>
      </p:sp>
      <p:sp>
        <p:nvSpPr>
          <p:cNvPr id="3" name="Subtitle 2"/>
          <p:cNvSpPr>
            <a:spLocks noGrp="1"/>
          </p:cNvSpPr>
          <p:nvPr>
            <p:ph type="subTitle" idx="1"/>
          </p:nvPr>
        </p:nvSpPr>
        <p:spPr>
          <a:xfrm>
            <a:off x="1462073" y="5117638"/>
            <a:ext cx="10069370" cy="1493144"/>
          </a:xfrm>
        </p:spPr>
        <p:txBody>
          <a:bodyPr anchor="t"/>
          <a:lstStyle>
            <a:lvl1pPr marL="0" indent="0" algn="ctr">
              <a:buNone/>
              <a:defRPr>
                <a:solidFill>
                  <a:schemeClr val="tx1"/>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385871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8434519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1762" y="2504631"/>
            <a:ext cx="10229921" cy="2600978"/>
          </a:xfrm>
        </p:spPr>
        <p:txBody>
          <a:bodyPr anchor="b"/>
          <a:lstStyle>
            <a:lvl1pPr algn="ctr">
              <a:defRPr sz="5689"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81762" y="5105606"/>
            <a:ext cx="10229921" cy="2143366"/>
          </a:xfrm>
        </p:spPr>
        <p:txBody>
          <a:bodyPr anchor="t"/>
          <a:lstStyle>
            <a:lvl1pPr marL="0" indent="0" algn="ctr">
              <a:buNone/>
              <a:defRPr sz="2844">
                <a:solidFill>
                  <a:schemeClr val="tx1"/>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169211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4716" y="2463928"/>
            <a:ext cx="5397864" cy="577244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16419" y="2463930"/>
            <a:ext cx="5402310" cy="5772446"/>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50025488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714" y="2517794"/>
            <a:ext cx="5386557" cy="584953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171" y="2517794"/>
            <a:ext cx="5386557" cy="5849533"/>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72930" y="2610139"/>
            <a:ext cx="5201434" cy="774946"/>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4" name="Content Placeholder 3"/>
          <p:cNvSpPr>
            <a:spLocks noGrp="1"/>
          </p:cNvSpPr>
          <p:nvPr>
            <p:ph sz="half" idx="2"/>
          </p:nvPr>
        </p:nvSpPr>
        <p:spPr>
          <a:xfrm>
            <a:off x="1072930" y="3385086"/>
            <a:ext cx="5201434"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14631" y="2610141"/>
            <a:ext cx="5221686" cy="774945"/>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6" name="Content Placeholder 5"/>
          <p:cNvSpPr>
            <a:spLocks noGrp="1"/>
          </p:cNvSpPr>
          <p:nvPr>
            <p:ph sz="quarter" idx="4"/>
          </p:nvPr>
        </p:nvSpPr>
        <p:spPr>
          <a:xfrm>
            <a:off x="6714631" y="3385086"/>
            <a:ext cx="5221686"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61594610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97593242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2335690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7" y="866987"/>
            <a:ext cx="3954015" cy="2591172"/>
          </a:xfrm>
        </p:spPr>
        <p:txBody>
          <a:bodyPr anchor="b">
            <a:normAutofit/>
          </a:bodyPr>
          <a:lstStyle>
            <a:lvl1pPr algn="ctr">
              <a:defRPr sz="3413" b="0"/>
            </a:lvl1pPr>
          </a:lstStyle>
          <a:p>
            <a:r>
              <a:rPr lang="en-US" smtClean="0"/>
              <a:t>Click to edit Master title style</a:t>
            </a:r>
            <a:endParaRPr lang="en-US" dirty="0"/>
          </a:p>
        </p:txBody>
      </p:sp>
      <p:sp>
        <p:nvSpPr>
          <p:cNvPr id="3" name="Content Placeholder 2"/>
          <p:cNvSpPr>
            <a:spLocks noGrp="1"/>
          </p:cNvSpPr>
          <p:nvPr>
            <p:ph idx="1"/>
          </p:nvPr>
        </p:nvSpPr>
        <p:spPr>
          <a:xfrm>
            <a:off x="5179343" y="866987"/>
            <a:ext cx="6839386" cy="736938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4717" y="3458160"/>
            <a:ext cx="3954015" cy="47782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24200177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648" y="867446"/>
            <a:ext cx="4875585" cy="7403338"/>
          </a:xfrm>
          <a:prstGeom prst="rect">
            <a:avLst/>
          </a:prstGeom>
        </p:spPr>
      </p:pic>
      <p:sp>
        <p:nvSpPr>
          <p:cNvPr id="2" name="Title 1"/>
          <p:cNvSpPr>
            <a:spLocks noGrp="1"/>
          </p:cNvSpPr>
          <p:nvPr>
            <p:ph type="title"/>
          </p:nvPr>
        </p:nvSpPr>
        <p:spPr>
          <a:xfrm>
            <a:off x="974716" y="867446"/>
            <a:ext cx="5581761" cy="2601725"/>
          </a:xfrm>
        </p:spPr>
        <p:txBody>
          <a:bodyPr anchor="b">
            <a:noAutofit/>
          </a:bodyPr>
          <a:lstStyle>
            <a:lvl1pPr algn="ctr">
              <a:defRPr sz="4551"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078014" y="1058118"/>
            <a:ext cx="4501867" cy="6987125"/>
          </a:xfr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4" name="Text Placeholder 3"/>
          <p:cNvSpPr>
            <a:spLocks noGrp="1"/>
          </p:cNvSpPr>
          <p:nvPr>
            <p:ph type="body" sz="half" idx="2"/>
          </p:nvPr>
        </p:nvSpPr>
        <p:spPr>
          <a:xfrm>
            <a:off x="974716" y="3469171"/>
            <a:ext cx="5581761" cy="48016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1429509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126" y="768121"/>
            <a:ext cx="10888548" cy="5453332"/>
          </a:xfrm>
          <a:prstGeom prst="rect">
            <a:avLst/>
          </a:prstGeom>
        </p:spPr>
      </p:pic>
      <p:sp>
        <p:nvSpPr>
          <p:cNvPr id="2" name="Title 1"/>
          <p:cNvSpPr>
            <a:spLocks noGrp="1"/>
          </p:cNvSpPr>
          <p:nvPr>
            <p:ph type="title"/>
          </p:nvPr>
        </p:nvSpPr>
        <p:spPr>
          <a:xfrm>
            <a:off x="974726" y="6492807"/>
            <a:ext cx="11045682" cy="772938"/>
          </a:xfrm>
        </p:spPr>
        <p:txBody>
          <a:bodyPr anchor="b">
            <a:normAutofit/>
          </a:bodyPr>
          <a:lstStyle>
            <a:lvl1pPr algn="ctr">
              <a:defRPr sz="3982"/>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17287" y="988459"/>
            <a:ext cx="10361742" cy="5014288"/>
          </a:xfrm>
          <a:effectLst>
            <a:outerShdw blurRad="38100" dist="25400" dir="4440000">
              <a:srgbClr val="000000">
                <a:alpha val="36000"/>
              </a:srgbClr>
            </a:outerShdw>
          </a:effectLst>
        </p:spPr>
        <p:txBody>
          <a:bodyPr anchor="t">
            <a:normAutofit/>
          </a:bodyPr>
          <a:lstStyle>
            <a:lvl1pPr marL="0" indent="0" algn="ctr">
              <a:buNone/>
              <a:defRPr sz="2844"/>
            </a:lvl1pPr>
            <a:lvl2pPr marL="650230" indent="0">
              <a:buNone/>
              <a:defRPr sz="2844"/>
            </a:lvl2pPr>
            <a:lvl3pPr marL="1300460" indent="0">
              <a:buNone/>
              <a:defRPr sz="2844"/>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en-US" smtClean="0"/>
              <a:t>Click icon to add picture</a:t>
            </a:r>
            <a:endParaRPr lang="en-US" dirty="0"/>
          </a:p>
        </p:txBody>
      </p:sp>
      <p:sp>
        <p:nvSpPr>
          <p:cNvPr id="4" name="Text Placeholder 3"/>
          <p:cNvSpPr>
            <a:spLocks noGrp="1"/>
          </p:cNvSpPr>
          <p:nvPr>
            <p:ph type="body" sz="half" idx="2"/>
          </p:nvPr>
        </p:nvSpPr>
        <p:spPr>
          <a:xfrm>
            <a:off x="974714" y="7265746"/>
            <a:ext cx="11044014" cy="970627"/>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9413325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4" y="865332"/>
            <a:ext cx="11044014" cy="5026623"/>
          </a:xfrm>
        </p:spPr>
        <p:txBody>
          <a:bodyPr anchor="ctr"/>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14" y="6108701"/>
            <a:ext cx="11044014" cy="2135930"/>
          </a:xfrm>
        </p:spPr>
        <p:txBody>
          <a:bodyPr anchor="ct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2914629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42626" y="866986"/>
            <a:ext cx="9922935" cy="4256575"/>
          </a:xfrm>
        </p:spPr>
        <p:txBody>
          <a:bodyPr anchor="ctr"/>
          <a:lstStyle>
            <a:lvl1pPr>
              <a:defRPr sz="4551"/>
            </a:lvl1pPr>
          </a:lstStyle>
          <a:p>
            <a:r>
              <a:rPr lang="en-US" smtClean="0"/>
              <a:t>Click to edit Master title style</a:t>
            </a:r>
            <a:endParaRPr lang="en-US" dirty="0"/>
          </a:p>
        </p:txBody>
      </p:sp>
      <p:sp>
        <p:nvSpPr>
          <p:cNvPr id="12" name="Text Placeholder 3"/>
          <p:cNvSpPr>
            <a:spLocks noGrp="1"/>
          </p:cNvSpPr>
          <p:nvPr>
            <p:ph type="body" sz="half" idx="13"/>
          </p:nvPr>
        </p:nvSpPr>
        <p:spPr>
          <a:xfrm>
            <a:off x="1835355" y="5134270"/>
            <a:ext cx="9335785" cy="757687"/>
          </a:xfrm>
        </p:spPr>
        <p:txBody>
          <a:bodyPr anchor="t">
            <a:normAutofit/>
          </a:bodyPr>
          <a:lstStyle>
            <a:lvl1pPr marL="0" indent="0" algn="r">
              <a:buNone/>
              <a:defRPr sz="1991"/>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4" name="Text Placeholder 3"/>
          <p:cNvSpPr>
            <a:spLocks noGrp="1"/>
          </p:cNvSpPr>
          <p:nvPr>
            <p:ph type="body" sz="half" idx="2"/>
          </p:nvPr>
        </p:nvSpPr>
        <p:spPr>
          <a:xfrm>
            <a:off x="974714" y="6121747"/>
            <a:ext cx="11044014" cy="2118394"/>
          </a:xfrm>
        </p:spPr>
        <p:txBody>
          <a:bodyPr anchor="ctr">
            <a:normAutofit/>
          </a:bodyP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92386" y="1242897"/>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1378" dirty="0">
                <a:solidFill>
                  <a:schemeClr val="tx1"/>
                </a:solidFill>
                <a:effectLst/>
              </a:rPr>
              <a:t>“</a:t>
            </a:r>
          </a:p>
        </p:txBody>
      </p:sp>
      <p:sp>
        <p:nvSpPr>
          <p:cNvPr id="13" name="TextBox 12"/>
          <p:cNvSpPr txBox="1"/>
          <p:nvPr/>
        </p:nvSpPr>
        <p:spPr>
          <a:xfrm>
            <a:off x="11133666" y="4171726"/>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1378" dirty="0">
                <a:solidFill>
                  <a:schemeClr val="tx1"/>
                </a:solidFill>
                <a:effectLst/>
              </a:rPr>
              <a:t>”</a:t>
            </a:r>
          </a:p>
        </p:txBody>
      </p:sp>
    </p:spTree>
    <p:extLst>
      <p:ext uri="{BB962C8B-B14F-4D97-AF65-F5344CB8AC3E}">
        <p14:creationId xmlns:p14="http://schemas.microsoft.com/office/powerpoint/2010/main" val="18525816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4714" y="3024986"/>
            <a:ext cx="11044014" cy="3572388"/>
          </a:xfrm>
        </p:spPr>
        <p:txBody>
          <a:bodyPr anchor="b"/>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05" y="6614124"/>
            <a:ext cx="11042345" cy="1622249"/>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6478603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74714"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8" name="Text Placeholder 3"/>
          <p:cNvSpPr>
            <a:spLocks noGrp="1"/>
          </p:cNvSpPr>
          <p:nvPr>
            <p:ph type="body" sz="half" idx="15"/>
          </p:nvPr>
        </p:nvSpPr>
        <p:spPr>
          <a:xfrm>
            <a:off x="974714"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9" name="Text Placeholder 4"/>
          <p:cNvSpPr>
            <a:spLocks noGrp="1"/>
          </p:cNvSpPr>
          <p:nvPr>
            <p:ph type="body" sz="quarter" idx="3"/>
          </p:nvPr>
        </p:nvSpPr>
        <p:spPr>
          <a:xfrm>
            <a:off x="4743158"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0" name="Text Placeholder 3"/>
          <p:cNvSpPr>
            <a:spLocks noGrp="1"/>
          </p:cNvSpPr>
          <p:nvPr>
            <p:ph type="body" sz="half" idx="16"/>
          </p:nvPr>
        </p:nvSpPr>
        <p:spPr>
          <a:xfrm>
            <a:off x="4737530"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11" name="Text Placeholder 4"/>
          <p:cNvSpPr>
            <a:spLocks noGrp="1"/>
          </p:cNvSpPr>
          <p:nvPr>
            <p:ph type="body" sz="quarter" idx="13"/>
          </p:nvPr>
        </p:nvSpPr>
        <p:spPr>
          <a:xfrm>
            <a:off x="8497677"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2" name="Text Placeholder 3"/>
          <p:cNvSpPr>
            <a:spLocks noGrp="1"/>
          </p:cNvSpPr>
          <p:nvPr>
            <p:ph type="body" sz="half" idx="17"/>
          </p:nvPr>
        </p:nvSpPr>
        <p:spPr>
          <a:xfrm>
            <a:off x="8497677"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5678641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585" y="2597042"/>
            <a:ext cx="3596865" cy="2607727"/>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534" y="2597042"/>
            <a:ext cx="3596865" cy="2607727"/>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1995" y="2597042"/>
            <a:ext cx="3596865" cy="2607727"/>
          </a:xfrm>
          <a:prstGeom prst="rect">
            <a:avLst/>
          </a:prstGeom>
        </p:spPr>
      </p:pic>
      <p:sp>
        <p:nvSpPr>
          <p:cNvPr id="30"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7471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0" name="Picture Placeholder 2"/>
          <p:cNvSpPr>
            <a:spLocks noGrp="1" noChangeAspect="1"/>
          </p:cNvSpPr>
          <p:nvPr>
            <p:ph type="pic" idx="15"/>
          </p:nvPr>
        </p:nvSpPr>
        <p:spPr>
          <a:xfrm>
            <a:off x="1085976" y="2757572"/>
            <a:ext cx="3298526" cy="227975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1" name="Text Placeholder 3"/>
          <p:cNvSpPr>
            <a:spLocks noGrp="1"/>
          </p:cNvSpPr>
          <p:nvPr>
            <p:ph type="body" sz="half" idx="18"/>
          </p:nvPr>
        </p:nvSpPr>
        <p:spPr>
          <a:xfrm>
            <a:off x="974714" y="6372081"/>
            <a:ext cx="3521050"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2" name="Text Placeholder 4"/>
          <p:cNvSpPr>
            <a:spLocks noGrp="1"/>
          </p:cNvSpPr>
          <p:nvPr>
            <p:ph type="body" sz="quarter" idx="3"/>
          </p:nvPr>
        </p:nvSpPr>
        <p:spPr>
          <a:xfrm>
            <a:off x="473897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3" name="Picture Placeholder 2"/>
          <p:cNvSpPr>
            <a:spLocks noGrp="1" noChangeAspect="1"/>
          </p:cNvSpPr>
          <p:nvPr>
            <p:ph type="pic" idx="21"/>
          </p:nvPr>
        </p:nvSpPr>
        <p:spPr>
          <a:xfrm>
            <a:off x="4848792" y="2757822"/>
            <a:ext cx="3298526" cy="228716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4" name="Text Placeholder 3"/>
          <p:cNvSpPr>
            <a:spLocks noGrp="1"/>
          </p:cNvSpPr>
          <p:nvPr>
            <p:ph type="body" sz="half" idx="19"/>
          </p:nvPr>
        </p:nvSpPr>
        <p:spPr>
          <a:xfrm>
            <a:off x="4737530" y="6372080"/>
            <a:ext cx="3522493"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5" name="Text Placeholder 4"/>
          <p:cNvSpPr>
            <a:spLocks noGrp="1"/>
          </p:cNvSpPr>
          <p:nvPr>
            <p:ph type="body" sz="quarter" idx="13"/>
          </p:nvPr>
        </p:nvSpPr>
        <p:spPr>
          <a:xfrm>
            <a:off x="8497810"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6" name="Picture Placeholder 2"/>
          <p:cNvSpPr>
            <a:spLocks noGrp="1" noChangeAspect="1"/>
          </p:cNvSpPr>
          <p:nvPr>
            <p:ph type="pic" idx="22"/>
          </p:nvPr>
        </p:nvSpPr>
        <p:spPr>
          <a:xfrm>
            <a:off x="8614079" y="2751192"/>
            <a:ext cx="3298526" cy="228592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7" name="Text Placeholder 3"/>
          <p:cNvSpPr>
            <a:spLocks noGrp="1"/>
          </p:cNvSpPr>
          <p:nvPr>
            <p:ph type="body" sz="half" idx="20"/>
          </p:nvPr>
        </p:nvSpPr>
        <p:spPr>
          <a:xfrm>
            <a:off x="8497677" y="6372077"/>
            <a:ext cx="3521050" cy="1864299"/>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2202502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65141193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81941" y="866987"/>
            <a:ext cx="2436786" cy="7369388"/>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4716" y="866987"/>
            <a:ext cx="8444663" cy="7369388"/>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62101160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62073" y="2516681"/>
            <a:ext cx="10069370" cy="2600961"/>
          </a:xfrm>
        </p:spPr>
        <p:txBody>
          <a:bodyPr anchor="b">
            <a:normAutofit/>
          </a:bodyPr>
          <a:lstStyle>
            <a:lvl1pPr algn="ctr">
              <a:defRPr sz="7680"/>
            </a:lvl1pPr>
          </a:lstStyle>
          <a:p>
            <a:r>
              <a:rPr lang="en-US" smtClean="0"/>
              <a:t>Click to edit Master title style</a:t>
            </a:r>
            <a:endParaRPr lang="en-US" dirty="0"/>
          </a:p>
        </p:txBody>
      </p:sp>
      <p:sp>
        <p:nvSpPr>
          <p:cNvPr id="3" name="Subtitle 2"/>
          <p:cNvSpPr>
            <a:spLocks noGrp="1"/>
          </p:cNvSpPr>
          <p:nvPr>
            <p:ph type="subTitle" idx="1"/>
          </p:nvPr>
        </p:nvSpPr>
        <p:spPr>
          <a:xfrm>
            <a:off x="1462073" y="5117638"/>
            <a:ext cx="10069370" cy="1493144"/>
          </a:xfrm>
        </p:spPr>
        <p:txBody>
          <a:bodyPr anchor="t"/>
          <a:lstStyle>
            <a:lvl1pPr marL="0" indent="0" algn="ctr">
              <a:buNone/>
              <a:defRPr>
                <a:solidFill>
                  <a:schemeClr val="tx1"/>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7917431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849899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1762" y="2504631"/>
            <a:ext cx="10229921" cy="2600978"/>
          </a:xfrm>
        </p:spPr>
        <p:txBody>
          <a:bodyPr anchor="b"/>
          <a:lstStyle>
            <a:lvl1pPr algn="ctr">
              <a:defRPr sz="5689"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81762" y="5105606"/>
            <a:ext cx="10229921" cy="2143366"/>
          </a:xfrm>
        </p:spPr>
        <p:txBody>
          <a:bodyPr anchor="t"/>
          <a:lstStyle>
            <a:lvl1pPr marL="0" indent="0" algn="ctr">
              <a:buNone/>
              <a:defRPr sz="2844">
                <a:solidFill>
                  <a:schemeClr val="tx1"/>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82468958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4716" y="2463928"/>
            <a:ext cx="5397864" cy="577244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16419" y="2463930"/>
            <a:ext cx="5402310" cy="5772446"/>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46601787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714" y="2517794"/>
            <a:ext cx="5386557" cy="584953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171" y="2517794"/>
            <a:ext cx="5386557" cy="5849533"/>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72930" y="2610139"/>
            <a:ext cx="5201434" cy="774946"/>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4" name="Content Placeholder 3"/>
          <p:cNvSpPr>
            <a:spLocks noGrp="1"/>
          </p:cNvSpPr>
          <p:nvPr>
            <p:ph sz="half" idx="2"/>
          </p:nvPr>
        </p:nvSpPr>
        <p:spPr>
          <a:xfrm>
            <a:off x="1072930" y="3385086"/>
            <a:ext cx="5201434"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14631" y="2610141"/>
            <a:ext cx="5221686" cy="774945"/>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6" name="Content Placeholder 5"/>
          <p:cNvSpPr>
            <a:spLocks noGrp="1"/>
          </p:cNvSpPr>
          <p:nvPr>
            <p:ph sz="quarter" idx="4"/>
          </p:nvPr>
        </p:nvSpPr>
        <p:spPr>
          <a:xfrm>
            <a:off x="6714631" y="3385086"/>
            <a:ext cx="5221686"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16307912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00107992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81538393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7" y="866987"/>
            <a:ext cx="3954015" cy="2591172"/>
          </a:xfrm>
        </p:spPr>
        <p:txBody>
          <a:bodyPr anchor="b">
            <a:normAutofit/>
          </a:bodyPr>
          <a:lstStyle>
            <a:lvl1pPr algn="ctr">
              <a:defRPr sz="3413" b="0"/>
            </a:lvl1pPr>
          </a:lstStyle>
          <a:p>
            <a:r>
              <a:rPr lang="en-US" smtClean="0"/>
              <a:t>Click to edit Master title style</a:t>
            </a:r>
            <a:endParaRPr lang="en-US" dirty="0"/>
          </a:p>
        </p:txBody>
      </p:sp>
      <p:sp>
        <p:nvSpPr>
          <p:cNvPr id="3" name="Content Placeholder 2"/>
          <p:cNvSpPr>
            <a:spLocks noGrp="1"/>
          </p:cNvSpPr>
          <p:nvPr>
            <p:ph idx="1"/>
          </p:nvPr>
        </p:nvSpPr>
        <p:spPr>
          <a:xfrm>
            <a:off x="5179343" y="866987"/>
            <a:ext cx="6839386" cy="736938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4717" y="3458160"/>
            <a:ext cx="3954015" cy="47782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52280835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648" y="867446"/>
            <a:ext cx="4875585" cy="7403338"/>
          </a:xfrm>
          <a:prstGeom prst="rect">
            <a:avLst/>
          </a:prstGeom>
        </p:spPr>
      </p:pic>
      <p:sp>
        <p:nvSpPr>
          <p:cNvPr id="2" name="Title 1"/>
          <p:cNvSpPr>
            <a:spLocks noGrp="1"/>
          </p:cNvSpPr>
          <p:nvPr>
            <p:ph type="title"/>
          </p:nvPr>
        </p:nvSpPr>
        <p:spPr>
          <a:xfrm>
            <a:off x="974716" y="867446"/>
            <a:ext cx="5581761" cy="2601725"/>
          </a:xfrm>
        </p:spPr>
        <p:txBody>
          <a:bodyPr anchor="b">
            <a:noAutofit/>
          </a:bodyPr>
          <a:lstStyle>
            <a:lvl1pPr algn="ctr">
              <a:defRPr sz="4551"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078014" y="1058118"/>
            <a:ext cx="4501867" cy="6987125"/>
          </a:xfr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4" name="Text Placeholder 3"/>
          <p:cNvSpPr>
            <a:spLocks noGrp="1"/>
          </p:cNvSpPr>
          <p:nvPr>
            <p:ph type="body" sz="half" idx="2"/>
          </p:nvPr>
        </p:nvSpPr>
        <p:spPr>
          <a:xfrm>
            <a:off x="974716" y="3469171"/>
            <a:ext cx="5581761" cy="48016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15365904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126" y="768121"/>
            <a:ext cx="10888548" cy="5453332"/>
          </a:xfrm>
          <a:prstGeom prst="rect">
            <a:avLst/>
          </a:prstGeom>
        </p:spPr>
      </p:pic>
      <p:sp>
        <p:nvSpPr>
          <p:cNvPr id="2" name="Title 1"/>
          <p:cNvSpPr>
            <a:spLocks noGrp="1"/>
          </p:cNvSpPr>
          <p:nvPr>
            <p:ph type="title"/>
          </p:nvPr>
        </p:nvSpPr>
        <p:spPr>
          <a:xfrm>
            <a:off x="974726" y="6492807"/>
            <a:ext cx="11045682" cy="772938"/>
          </a:xfrm>
        </p:spPr>
        <p:txBody>
          <a:bodyPr anchor="b">
            <a:normAutofit/>
          </a:bodyPr>
          <a:lstStyle>
            <a:lvl1pPr algn="ctr">
              <a:defRPr sz="3982"/>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17287" y="988459"/>
            <a:ext cx="10361742" cy="5014288"/>
          </a:xfrm>
          <a:effectLst>
            <a:outerShdw blurRad="38100" dist="25400" dir="4440000">
              <a:srgbClr val="000000">
                <a:alpha val="36000"/>
              </a:srgbClr>
            </a:outerShdw>
          </a:effectLst>
        </p:spPr>
        <p:txBody>
          <a:bodyPr anchor="t">
            <a:normAutofit/>
          </a:bodyPr>
          <a:lstStyle>
            <a:lvl1pPr marL="0" indent="0" algn="ctr">
              <a:buNone/>
              <a:defRPr sz="2844"/>
            </a:lvl1pPr>
            <a:lvl2pPr marL="650230" indent="0">
              <a:buNone/>
              <a:defRPr sz="2844"/>
            </a:lvl2pPr>
            <a:lvl3pPr marL="1300460" indent="0">
              <a:buNone/>
              <a:defRPr sz="2844"/>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en-US" smtClean="0"/>
              <a:t>Click icon to add picture</a:t>
            </a:r>
            <a:endParaRPr lang="en-US" dirty="0"/>
          </a:p>
        </p:txBody>
      </p:sp>
      <p:sp>
        <p:nvSpPr>
          <p:cNvPr id="4" name="Text Placeholder 3"/>
          <p:cNvSpPr>
            <a:spLocks noGrp="1"/>
          </p:cNvSpPr>
          <p:nvPr>
            <p:ph type="body" sz="half" idx="2"/>
          </p:nvPr>
        </p:nvSpPr>
        <p:spPr>
          <a:xfrm>
            <a:off x="974714" y="7265746"/>
            <a:ext cx="11044014" cy="970627"/>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7488085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4" y="865332"/>
            <a:ext cx="11044014" cy="5026623"/>
          </a:xfrm>
        </p:spPr>
        <p:txBody>
          <a:bodyPr anchor="ctr"/>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14" y="6108701"/>
            <a:ext cx="11044014" cy="2135930"/>
          </a:xfrm>
        </p:spPr>
        <p:txBody>
          <a:bodyPr anchor="ct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0816552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42626" y="866986"/>
            <a:ext cx="9922935" cy="4256575"/>
          </a:xfrm>
        </p:spPr>
        <p:txBody>
          <a:bodyPr anchor="ctr"/>
          <a:lstStyle>
            <a:lvl1pPr>
              <a:defRPr sz="4551"/>
            </a:lvl1pPr>
          </a:lstStyle>
          <a:p>
            <a:r>
              <a:rPr lang="en-US" smtClean="0"/>
              <a:t>Click to edit Master title style</a:t>
            </a:r>
            <a:endParaRPr lang="en-US" dirty="0"/>
          </a:p>
        </p:txBody>
      </p:sp>
      <p:sp>
        <p:nvSpPr>
          <p:cNvPr id="12" name="Text Placeholder 3"/>
          <p:cNvSpPr>
            <a:spLocks noGrp="1"/>
          </p:cNvSpPr>
          <p:nvPr>
            <p:ph type="body" sz="half" idx="13"/>
          </p:nvPr>
        </p:nvSpPr>
        <p:spPr>
          <a:xfrm>
            <a:off x="1835355" y="5134270"/>
            <a:ext cx="9335785" cy="757687"/>
          </a:xfrm>
        </p:spPr>
        <p:txBody>
          <a:bodyPr anchor="t">
            <a:normAutofit/>
          </a:bodyPr>
          <a:lstStyle>
            <a:lvl1pPr marL="0" indent="0" algn="r">
              <a:buNone/>
              <a:defRPr sz="1991"/>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4" name="Text Placeholder 3"/>
          <p:cNvSpPr>
            <a:spLocks noGrp="1"/>
          </p:cNvSpPr>
          <p:nvPr>
            <p:ph type="body" sz="half" idx="2"/>
          </p:nvPr>
        </p:nvSpPr>
        <p:spPr>
          <a:xfrm>
            <a:off x="974714" y="6121747"/>
            <a:ext cx="11044014" cy="2118394"/>
          </a:xfrm>
        </p:spPr>
        <p:txBody>
          <a:bodyPr anchor="ctr">
            <a:normAutofit/>
          </a:bodyP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92386" y="1242897"/>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1378" dirty="0">
                <a:solidFill>
                  <a:schemeClr val="tx1"/>
                </a:solidFill>
                <a:effectLst/>
              </a:rPr>
              <a:t>“</a:t>
            </a:r>
          </a:p>
        </p:txBody>
      </p:sp>
      <p:sp>
        <p:nvSpPr>
          <p:cNvPr id="13" name="TextBox 12"/>
          <p:cNvSpPr txBox="1"/>
          <p:nvPr/>
        </p:nvSpPr>
        <p:spPr>
          <a:xfrm>
            <a:off x="11133666" y="4171726"/>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1378" dirty="0">
                <a:solidFill>
                  <a:schemeClr val="tx1"/>
                </a:solidFill>
                <a:effectLst/>
              </a:rPr>
              <a:t>”</a:t>
            </a:r>
          </a:p>
        </p:txBody>
      </p:sp>
    </p:spTree>
    <p:extLst>
      <p:ext uri="{BB962C8B-B14F-4D97-AF65-F5344CB8AC3E}">
        <p14:creationId xmlns:p14="http://schemas.microsoft.com/office/powerpoint/2010/main" val="423885786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4714" y="3024986"/>
            <a:ext cx="11044014" cy="3572388"/>
          </a:xfrm>
        </p:spPr>
        <p:txBody>
          <a:bodyPr anchor="b"/>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05" y="6614124"/>
            <a:ext cx="11042345" cy="1622249"/>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5993284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74714"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8" name="Text Placeholder 3"/>
          <p:cNvSpPr>
            <a:spLocks noGrp="1"/>
          </p:cNvSpPr>
          <p:nvPr>
            <p:ph type="body" sz="half" idx="15"/>
          </p:nvPr>
        </p:nvSpPr>
        <p:spPr>
          <a:xfrm>
            <a:off x="974714"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9" name="Text Placeholder 4"/>
          <p:cNvSpPr>
            <a:spLocks noGrp="1"/>
          </p:cNvSpPr>
          <p:nvPr>
            <p:ph type="body" sz="quarter" idx="3"/>
          </p:nvPr>
        </p:nvSpPr>
        <p:spPr>
          <a:xfrm>
            <a:off x="4743158"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0" name="Text Placeholder 3"/>
          <p:cNvSpPr>
            <a:spLocks noGrp="1"/>
          </p:cNvSpPr>
          <p:nvPr>
            <p:ph type="body" sz="half" idx="16"/>
          </p:nvPr>
        </p:nvSpPr>
        <p:spPr>
          <a:xfrm>
            <a:off x="4737530"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11" name="Text Placeholder 4"/>
          <p:cNvSpPr>
            <a:spLocks noGrp="1"/>
          </p:cNvSpPr>
          <p:nvPr>
            <p:ph type="body" sz="quarter" idx="13"/>
          </p:nvPr>
        </p:nvSpPr>
        <p:spPr>
          <a:xfrm>
            <a:off x="8497677"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2" name="Text Placeholder 3"/>
          <p:cNvSpPr>
            <a:spLocks noGrp="1"/>
          </p:cNvSpPr>
          <p:nvPr>
            <p:ph type="body" sz="half" idx="17"/>
          </p:nvPr>
        </p:nvSpPr>
        <p:spPr>
          <a:xfrm>
            <a:off x="8497677"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4859382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585" y="2597042"/>
            <a:ext cx="3596865" cy="2607727"/>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534" y="2597042"/>
            <a:ext cx="3596865" cy="2607727"/>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1995" y="2597042"/>
            <a:ext cx="3596865" cy="2607727"/>
          </a:xfrm>
          <a:prstGeom prst="rect">
            <a:avLst/>
          </a:prstGeom>
        </p:spPr>
      </p:pic>
      <p:sp>
        <p:nvSpPr>
          <p:cNvPr id="30"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7471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0" name="Picture Placeholder 2"/>
          <p:cNvSpPr>
            <a:spLocks noGrp="1" noChangeAspect="1"/>
          </p:cNvSpPr>
          <p:nvPr>
            <p:ph type="pic" idx="15"/>
          </p:nvPr>
        </p:nvSpPr>
        <p:spPr>
          <a:xfrm>
            <a:off x="1085976" y="2757572"/>
            <a:ext cx="3298526" cy="227975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1" name="Text Placeholder 3"/>
          <p:cNvSpPr>
            <a:spLocks noGrp="1"/>
          </p:cNvSpPr>
          <p:nvPr>
            <p:ph type="body" sz="half" idx="18"/>
          </p:nvPr>
        </p:nvSpPr>
        <p:spPr>
          <a:xfrm>
            <a:off x="974714" y="6372081"/>
            <a:ext cx="3521050"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2" name="Text Placeholder 4"/>
          <p:cNvSpPr>
            <a:spLocks noGrp="1"/>
          </p:cNvSpPr>
          <p:nvPr>
            <p:ph type="body" sz="quarter" idx="3"/>
          </p:nvPr>
        </p:nvSpPr>
        <p:spPr>
          <a:xfrm>
            <a:off x="473897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3" name="Picture Placeholder 2"/>
          <p:cNvSpPr>
            <a:spLocks noGrp="1" noChangeAspect="1"/>
          </p:cNvSpPr>
          <p:nvPr>
            <p:ph type="pic" idx="21"/>
          </p:nvPr>
        </p:nvSpPr>
        <p:spPr>
          <a:xfrm>
            <a:off x="4848792" y="2757822"/>
            <a:ext cx="3298526" cy="228716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4" name="Text Placeholder 3"/>
          <p:cNvSpPr>
            <a:spLocks noGrp="1"/>
          </p:cNvSpPr>
          <p:nvPr>
            <p:ph type="body" sz="half" idx="19"/>
          </p:nvPr>
        </p:nvSpPr>
        <p:spPr>
          <a:xfrm>
            <a:off x="4737530" y="6372080"/>
            <a:ext cx="3522493"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5" name="Text Placeholder 4"/>
          <p:cNvSpPr>
            <a:spLocks noGrp="1"/>
          </p:cNvSpPr>
          <p:nvPr>
            <p:ph type="body" sz="quarter" idx="13"/>
          </p:nvPr>
        </p:nvSpPr>
        <p:spPr>
          <a:xfrm>
            <a:off x="8497810"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6" name="Picture Placeholder 2"/>
          <p:cNvSpPr>
            <a:spLocks noGrp="1" noChangeAspect="1"/>
          </p:cNvSpPr>
          <p:nvPr>
            <p:ph type="pic" idx="22"/>
          </p:nvPr>
        </p:nvSpPr>
        <p:spPr>
          <a:xfrm>
            <a:off x="8614079" y="2751192"/>
            <a:ext cx="3298526" cy="228592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7" name="Text Placeholder 3"/>
          <p:cNvSpPr>
            <a:spLocks noGrp="1"/>
          </p:cNvSpPr>
          <p:nvPr>
            <p:ph type="body" sz="half" idx="20"/>
          </p:nvPr>
        </p:nvSpPr>
        <p:spPr>
          <a:xfrm>
            <a:off x="8497677" y="6372077"/>
            <a:ext cx="3521050" cy="1864299"/>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8/13/2019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3777488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20280227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81941" y="866987"/>
            <a:ext cx="2436786" cy="7369388"/>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4716" y="866987"/>
            <a:ext cx="8444663" cy="7369388"/>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865214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jpe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jpe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jpe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jpe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jpe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18" Type="http://schemas.openxmlformats.org/officeDocument/2006/relationships/theme" Target="../theme/theme12.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18" Type="http://schemas.openxmlformats.org/officeDocument/2006/relationships/theme" Target="../theme/theme13.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slideLayout" Target="../slideLayouts/slideLayout155.xml"/><Relationship Id="rId2" Type="http://schemas.openxmlformats.org/officeDocument/2006/relationships/slideLayout" Target="../slideLayouts/slideLayout140.xml"/><Relationship Id="rId16" Type="http://schemas.openxmlformats.org/officeDocument/2006/relationships/slideLayout" Target="../slideLayouts/slideLayout154.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slideLayout" Target="../slideLayouts/slideLayout153.xml"/><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4097" name="Rectangle 1"/>
          <p:cNvSpPr>
            <a:spLocks noGrp="1" noChangeArrowheads="1"/>
          </p:cNvSpPr>
          <p:nvPr>
            <p:ph type="body" idx="1"/>
          </p:nvPr>
        </p:nvSpPr>
        <p:spPr bwMode="auto">
          <a:xfrm>
            <a:off x="1270000" y="1270000"/>
            <a:ext cx="10464800" cy="72136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8382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1pPr>
      <a:lvl2pPr marL="12827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2pPr>
      <a:lvl3pPr marL="17272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3pPr>
      <a:lvl4pPr marL="21717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4pPr>
      <a:lvl5pPr marL="26162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5pPr>
      <a:lvl6pPr marL="30734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6pPr>
      <a:lvl7pPr marL="35306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7pPr>
      <a:lvl8pPr marL="39878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8pPr>
      <a:lvl9pPr marL="44450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bwMode="auto">
          <a:xfrm>
            <a:off x="1270000" y="7366000"/>
            <a:ext cx="10464800" cy="17018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600">
          <a:solidFill>
            <a:schemeClr val="tx1"/>
          </a:solidFill>
          <a:latin typeface="+mn-lt"/>
          <a:ea typeface="+mn-ea"/>
          <a:cs typeface="+mn-cs"/>
          <a:sym typeface="Gill Sans" charset="0"/>
        </a:defRPr>
      </a:lvl1pPr>
      <a:lvl2pPr algn="ctr" rtl="0" fontAlgn="base">
        <a:spcBef>
          <a:spcPct val="0"/>
        </a:spcBef>
        <a:spcAft>
          <a:spcPct val="0"/>
        </a:spcAft>
        <a:defRPr sz="3600">
          <a:solidFill>
            <a:schemeClr val="tx1"/>
          </a:solidFill>
          <a:latin typeface="+mn-lt"/>
          <a:ea typeface="+mn-ea"/>
          <a:cs typeface="+mn-cs"/>
          <a:sym typeface="Gill Sans" charset="0"/>
        </a:defRPr>
      </a:lvl2pPr>
      <a:lvl3pPr algn="ctr" rtl="0" fontAlgn="base">
        <a:spcBef>
          <a:spcPct val="0"/>
        </a:spcBef>
        <a:spcAft>
          <a:spcPct val="0"/>
        </a:spcAft>
        <a:defRPr sz="3600">
          <a:solidFill>
            <a:schemeClr val="tx1"/>
          </a:solidFill>
          <a:latin typeface="+mn-lt"/>
          <a:ea typeface="+mn-ea"/>
          <a:cs typeface="+mn-cs"/>
          <a:sym typeface="Gill Sans" charset="0"/>
        </a:defRPr>
      </a:lvl3pPr>
      <a:lvl4pPr algn="ctr" rtl="0" fontAlgn="base">
        <a:spcBef>
          <a:spcPct val="0"/>
        </a:spcBef>
        <a:spcAft>
          <a:spcPct val="0"/>
        </a:spcAft>
        <a:defRPr sz="3600">
          <a:solidFill>
            <a:schemeClr val="tx1"/>
          </a:solidFill>
          <a:latin typeface="+mn-lt"/>
          <a:ea typeface="+mn-ea"/>
          <a:cs typeface="+mn-cs"/>
          <a:sym typeface="Gill Sans" charset="0"/>
        </a:defRPr>
      </a:lvl4pPr>
      <a:lvl5pPr algn="ctr" rtl="0" fontAlgn="base">
        <a:spcBef>
          <a:spcPct val="0"/>
        </a:spcBef>
        <a:spcAft>
          <a:spcPct val="0"/>
        </a:spcAft>
        <a:defRPr sz="3600">
          <a:solidFill>
            <a:schemeClr val="tx1"/>
          </a:solidFill>
          <a:latin typeface="+mn-lt"/>
          <a:ea typeface="+mn-ea"/>
          <a:cs typeface="+mn-cs"/>
          <a:sym typeface="Gill Sans" charset="0"/>
        </a:defRPr>
      </a:lvl5pPr>
      <a:lvl6pPr marL="457200" algn="ctr" rtl="0" fontAlgn="base">
        <a:spcBef>
          <a:spcPct val="0"/>
        </a:spcBef>
        <a:spcAft>
          <a:spcPct val="0"/>
        </a:spcAft>
        <a:defRPr sz="3600">
          <a:solidFill>
            <a:schemeClr val="tx1"/>
          </a:solidFill>
          <a:latin typeface="+mn-lt"/>
          <a:ea typeface="+mn-ea"/>
          <a:cs typeface="+mn-cs"/>
          <a:sym typeface="Gill Sans" charset="0"/>
        </a:defRPr>
      </a:lvl6pPr>
      <a:lvl7pPr marL="914400" algn="ctr" rtl="0" fontAlgn="base">
        <a:spcBef>
          <a:spcPct val="0"/>
        </a:spcBef>
        <a:spcAft>
          <a:spcPct val="0"/>
        </a:spcAft>
        <a:defRPr sz="3600">
          <a:solidFill>
            <a:schemeClr val="tx1"/>
          </a:solidFill>
          <a:latin typeface="+mn-lt"/>
          <a:ea typeface="+mn-ea"/>
          <a:cs typeface="+mn-cs"/>
          <a:sym typeface="Gill Sans" charset="0"/>
        </a:defRPr>
      </a:lvl7pPr>
      <a:lvl8pPr marL="1371600" algn="ctr" rtl="0" fontAlgn="base">
        <a:spcBef>
          <a:spcPct val="0"/>
        </a:spcBef>
        <a:spcAft>
          <a:spcPct val="0"/>
        </a:spcAft>
        <a:defRPr sz="3600">
          <a:solidFill>
            <a:schemeClr val="tx1"/>
          </a:solidFill>
          <a:latin typeface="+mn-lt"/>
          <a:ea typeface="+mn-ea"/>
          <a:cs typeface="+mn-cs"/>
          <a:sym typeface="Gill Sans" charset="0"/>
        </a:defRPr>
      </a:lvl8pPr>
      <a:lvl9pPr marL="1828800"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bwMode="auto">
          <a:xfrm>
            <a:off x="1270000" y="7366000"/>
            <a:ext cx="10464800" cy="17018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600">
          <a:solidFill>
            <a:schemeClr val="tx1"/>
          </a:solidFill>
          <a:latin typeface="+mn-lt"/>
          <a:ea typeface="+mn-ea"/>
          <a:cs typeface="+mn-cs"/>
          <a:sym typeface="Gill Sans" charset="0"/>
        </a:defRPr>
      </a:lvl1pPr>
      <a:lvl2pPr algn="ctr" rtl="0" fontAlgn="base">
        <a:spcBef>
          <a:spcPct val="0"/>
        </a:spcBef>
        <a:spcAft>
          <a:spcPct val="0"/>
        </a:spcAft>
        <a:defRPr sz="3600">
          <a:solidFill>
            <a:schemeClr val="tx1"/>
          </a:solidFill>
          <a:latin typeface="+mn-lt"/>
          <a:ea typeface="+mn-ea"/>
          <a:cs typeface="+mn-cs"/>
          <a:sym typeface="Gill Sans" charset="0"/>
        </a:defRPr>
      </a:lvl2pPr>
      <a:lvl3pPr algn="ctr" rtl="0" fontAlgn="base">
        <a:spcBef>
          <a:spcPct val="0"/>
        </a:spcBef>
        <a:spcAft>
          <a:spcPct val="0"/>
        </a:spcAft>
        <a:defRPr sz="3600">
          <a:solidFill>
            <a:schemeClr val="tx1"/>
          </a:solidFill>
          <a:latin typeface="+mn-lt"/>
          <a:ea typeface="+mn-ea"/>
          <a:cs typeface="+mn-cs"/>
          <a:sym typeface="Gill Sans" charset="0"/>
        </a:defRPr>
      </a:lvl3pPr>
      <a:lvl4pPr algn="ctr" rtl="0" fontAlgn="base">
        <a:spcBef>
          <a:spcPct val="0"/>
        </a:spcBef>
        <a:spcAft>
          <a:spcPct val="0"/>
        </a:spcAft>
        <a:defRPr sz="3600">
          <a:solidFill>
            <a:schemeClr val="tx1"/>
          </a:solidFill>
          <a:latin typeface="+mn-lt"/>
          <a:ea typeface="+mn-ea"/>
          <a:cs typeface="+mn-cs"/>
          <a:sym typeface="Gill Sans" charset="0"/>
        </a:defRPr>
      </a:lvl4pPr>
      <a:lvl5pPr algn="ctr" rtl="0" fontAlgn="base">
        <a:spcBef>
          <a:spcPct val="0"/>
        </a:spcBef>
        <a:spcAft>
          <a:spcPct val="0"/>
        </a:spcAft>
        <a:defRPr sz="3600">
          <a:solidFill>
            <a:schemeClr val="tx1"/>
          </a:solidFill>
          <a:latin typeface="+mn-lt"/>
          <a:ea typeface="+mn-ea"/>
          <a:cs typeface="+mn-cs"/>
          <a:sym typeface="Gill Sans" charset="0"/>
        </a:defRPr>
      </a:lvl5pPr>
      <a:lvl6pPr marL="457200" algn="ctr" rtl="0" fontAlgn="base">
        <a:spcBef>
          <a:spcPct val="0"/>
        </a:spcBef>
        <a:spcAft>
          <a:spcPct val="0"/>
        </a:spcAft>
        <a:defRPr sz="3600">
          <a:solidFill>
            <a:schemeClr val="tx1"/>
          </a:solidFill>
          <a:latin typeface="+mn-lt"/>
          <a:ea typeface="+mn-ea"/>
          <a:cs typeface="+mn-cs"/>
          <a:sym typeface="Gill Sans" charset="0"/>
        </a:defRPr>
      </a:lvl6pPr>
      <a:lvl7pPr marL="914400" algn="ctr" rtl="0" fontAlgn="base">
        <a:spcBef>
          <a:spcPct val="0"/>
        </a:spcBef>
        <a:spcAft>
          <a:spcPct val="0"/>
        </a:spcAft>
        <a:defRPr sz="3600">
          <a:solidFill>
            <a:schemeClr val="tx1"/>
          </a:solidFill>
          <a:latin typeface="+mn-lt"/>
          <a:ea typeface="+mn-ea"/>
          <a:cs typeface="+mn-cs"/>
          <a:sym typeface="Gill Sans" charset="0"/>
        </a:defRPr>
      </a:lvl7pPr>
      <a:lvl8pPr marL="1371600" algn="ctr" rtl="0" fontAlgn="base">
        <a:spcBef>
          <a:spcPct val="0"/>
        </a:spcBef>
        <a:spcAft>
          <a:spcPct val="0"/>
        </a:spcAft>
        <a:defRPr sz="3600">
          <a:solidFill>
            <a:schemeClr val="tx1"/>
          </a:solidFill>
          <a:latin typeface="+mn-lt"/>
          <a:ea typeface="+mn-ea"/>
          <a:cs typeface="+mn-cs"/>
          <a:sym typeface="Gill Sans" charset="0"/>
        </a:defRPr>
      </a:lvl8pPr>
      <a:lvl9pPr marL="1828800"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bwMode="auto">
          <a:xfrm>
            <a:off x="635000" y="1524000"/>
            <a:ext cx="5867400" cy="3302000"/>
          </a:xfrm>
          <a:prstGeom prst="rect">
            <a:avLst/>
          </a:prstGeom>
          <a:noFill/>
          <a:ln w="12700">
            <a:noFill/>
            <a:miter lim="800000"/>
            <a:headEnd/>
            <a:tailEnd/>
          </a:ln>
          <a:effectLst/>
        </p:spPr>
        <p:txBody>
          <a:bodyPr vert="horz" wrap="square" lIns="50800" tIns="50800" rIns="50800" bIns="50800" numCol="1" anchor="b" anchorCtr="0" compatLnSpc="1">
            <a:prstTxWarp prst="textNoShape">
              <a:avLst/>
            </a:prstTxWarp>
          </a:bodyPr>
          <a:lstStyle/>
          <a:p>
            <a:pPr lvl="0"/>
            <a:r>
              <a:rPr lang="en-US" smtClean="0">
                <a:sym typeface="Gill Sans" charset="0"/>
              </a:rPr>
              <a:t>Click to edit Master title style</a:t>
            </a:r>
          </a:p>
        </p:txBody>
      </p:sp>
      <p:sp>
        <p:nvSpPr>
          <p:cNvPr id="7170" name="Rectangle 2"/>
          <p:cNvSpPr>
            <a:spLocks noGrp="1" noChangeArrowheads="1"/>
          </p:cNvSpPr>
          <p:nvPr>
            <p:ph type="body" idx="1"/>
          </p:nvPr>
        </p:nvSpPr>
        <p:spPr bwMode="auto">
          <a:xfrm>
            <a:off x="635000" y="4902200"/>
            <a:ext cx="5867400" cy="3302000"/>
          </a:xfrm>
          <a:prstGeom prst="rect">
            <a:avLst/>
          </a:prstGeom>
          <a:noFill/>
          <a:ln w="12700">
            <a:noFill/>
            <a:miter lim="800000"/>
            <a:headEnd/>
            <a:tailEnd/>
          </a:ln>
          <a:effectLst/>
        </p:spPr>
        <p:txBody>
          <a:bodyPr vert="horz" wrap="square" lIns="50800" tIns="50800" rIns="50800" bIns="50800" numCol="1" anchor="t"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ransition/>
  <p:txStyles>
    <p:titleStyle>
      <a:lvl1pPr algn="ctr" rtl="0" fontAlgn="base">
        <a:spcBef>
          <a:spcPct val="0"/>
        </a:spcBef>
        <a:spcAft>
          <a:spcPct val="0"/>
        </a:spcAft>
        <a:defRPr sz="7000">
          <a:solidFill>
            <a:schemeClr val="tx1"/>
          </a:solidFill>
          <a:latin typeface="+mj-lt"/>
          <a:ea typeface="+mj-ea"/>
          <a:cs typeface="+mj-cs"/>
          <a:sym typeface="Gill Sans" charset="0"/>
        </a:defRPr>
      </a:lvl1pPr>
      <a:lvl2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400">
          <a:solidFill>
            <a:schemeClr val="tx1"/>
          </a:solidFill>
          <a:latin typeface="+mn-lt"/>
          <a:ea typeface="+mn-ea"/>
          <a:cs typeface="+mn-cs"/>
          <a:sym typeface="Gill Sans" charset="0"/>
        </a:defRPr>
      </a:lvl1pPr>
      <a:lvl2pPr algn="ctr" rtl="0" fontAlgn="base">
        <a:spcBef>
          <a:spcPct val="0"/>
        </a:spcBef>
        <a:spcAft>
          <a:spcPct val="0"/>
        </a:spcAft>
        <a:defRPr sz="3400">
          <a:solidFill>
            <a:schemeClr val="tx1"/>
          </a:solidFill>
          <a:latin typeface="+mn-lt"/>
          <a:ea typeface="+mn-ea"/>
          <a:cs typeface="+mn-cs"/>
          <a:sym typeface="Gill Sans" charset="0"/>
        </a:defRPr>
      </a:lvl2pPr>
      <a:lvl3pPr algn="ctr" rtl="0" fontAlgn="base">
        <a:spcBef>
          <a:spcPct val="0"/>
        </a:spcBef>
        <a:spcAft>
          <a:spcPct val="0"/>
        </a:spcAft>
        <a:defRPr sz="3400">
          <a:solidFill>
            <a:schemeClr val="tx1"/>
          </a:solidFill>
          <a:latin typeface="+mn-lt"/>
          <a:ea typeface="+mn-ea"/>
          <a:cs typeface="+mn-cs"/>
          <a:sym typeface="Gill Sans" charset="0"/>
        </a:defRPr>
      </a:lvl3pPr>
      <a:lvl4pPr algn="ctr" rtl="0" fontAlgn="base">
        <a:spcBef>
          <a:spcPct val="0"/>
        </a:spcBef>
        <a:spcAft>
          <a:spcPct val="0"/>
        </a:spcAft>
        <a:defRPr sz="3400">
          <a:solidFill>
            <a:schemeClr val="tx1"/>
          </a:solidFill>
          <a:latin typeface="+mn-lt"/>
          <a:ea typeface="+mn-ea"/>
          <a:cs typeface="+mn-cs"/>
          <a:sym typeface="Gill Sans" charset="0"/>
        </a:defRPr>
      </a:lvl4pPr>
      <a:lvl5pPr algn="ctr" rtl="0" fontAlgn="base">
        <a:spcBef>
          <a:spcPct val="0"/>
        </a:spcBef>
        <a:spcAft>
          <a:spcPct val="0"/>
        </a:spcAft>
        <a:defRPr sz="3400">
          <a:solidFill>
            <a:schemeClr val="tx1"/>
          </a:solidFill>
          <a:latin typeface="+mn-lt"/>
          <a:ea typeface="+mn-ea"/>
          <a:cs typeface="+mn-cs"/>
          <a:sym typeface="Gill Sans" charset="0"/>
        </a:defRPr>
      </a:lvl5pPr>
      <a:lvl6pPr marL="457200" algn="ctr" rtl="0" fontAlgn="base">
        <a:spcBef>
          <a:spcPct val="0"/>
        </a:spcBef>
        <a:spcAft>
          <a:spcPct val="0"/>
        </a:spcAft>
        <a:defRPr sz="3400">
          <a:solidFill>
            <a:schemeClr val="tx1"/>
          </a:solidFill>
          <a:latin typeface="+mn-lt"/>
          <a:ea typeface="+mn-ea"/>
          <a:cs typeface="+mn-cs"/>
          <a:sym typeface="Gill Sans" charset="0"/>
        </a:defRPr>
      </a:lvl6pPr>
      <a:lvl7pPr marL="914400" algn="ctr" rtl="0" fontAlgn="base">
        <a:spcBef>
          <a:spcPct val="0"/>
        </a:spcBef>
        <a:spcAft>
          <a:spcPct val="0"/>
        </a:spcAft>
        <a:defRPr sz="3400">
          <a:solidFill>
            <a:schemeClr val="tx1"/>
          </a:solidFill>
          <a:latin typeface="+mn-lt"/>
          <a:ea typeface="+mn-ea"/>
          <a:cs typeface="+mn-cs"/>
          <a:sym typeface="Gill Sans" charset="0"/>
        </a:defRPr>
      </a:lvl7pPr>
      <a:lvl8pPr marL="1371600" algn="ctr" rtl="0" fontAlgn="base">
        <a:spcBef>
          <a:spcPct val="0"/>
        </a:spcBef>
        <a:spcAft>
          <a:spcPct val="0"/>
        </a:spcAft>
        <a:defRPr sz="3400">
          <a:solidFill>
            <a:schemeClr val="tx1"/>
          </a:solidFill>
          <a:latin typeface="+mn-lt"/>
          <a:ea typeface="+mn-ea"/>
          <a:cs typeface="+mn-cs"/>
          <a:sym typeface="Gill Sans" charset="0"/>
        </a:defRPr>
      </a:lvl8pPr>
      <a:lvl9pPr marL="1828800" algn="ctr" rtl="0" fontAlgn="base">
        <a:spcBef>
          <a:spcPct val="0"/>
        </a:spcBef>
        <a:spcAft>
          <a:spcPct val="0"/>
        </a:spcAft>
        <a:defRPr sz="34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bwMode="auto">
          <a:xfrm>
            <a:off x="635000" y="1524000"/>
            <a:ext cx="5867400" cy="3302000"/>
          </a:xfrm>
          <a:prstGeom prst="rect">
            <a:avLst/>
          </a:prstGeom>
          <a:noFill/>
          <a:ln w="12700">
            <a:noFill/>
            <a:miter lim="800000"/>
            <a:headEnd/>
            <a:tailEnd/>
          </a:ln>
          <a:effectLst/>
        </p:spPr>
        <p:txBody>
          <a:bodyPr vert="horz" wrap="square" lIns="50800" tIns="50800" rIns="50800" bIns="50800" numCol="1" anchor="b" anchorCtr="0" compatLnSpc="1">
            <a:prstTxWarp prst="textNoShape">
              <a:avLst/>
            </a:prstTxWarp>
          </a:bodyPr>
          <a:lstStyle/>
          <a:p>
            <a:pPr lvl="0"/>
            <a:r>
              <a:rPr lang="en-US" smtClean="0">
                <a:sym typeface="Gill Sans" charset="0"/>
              </a:rPr>
              <a:t>Click to edit Master title style</a:t>
            </a:r>
          </a:p>
        </p:txBody>
      </p:sp>
      <p:sp>
        <p:nvSpPr>
          <p:cNvPr id="8194" name="Rectangle 2"/>
          <p:cNvSpPr>
            <a:spLocks noGrp="1" noChangeArrowheads="1"/>
          </p:cNvSpPr>
          <p:nvPr>
            <p:ph type="body" idx="1"/>
          </p:nvPr>
        </p:nvSpPr>
        <p:spPr bwMode="auto">
          <a:xfrm>
            <a:off x="635000" y="4902200"/>
            <a:ext cx="5867400" cy="3302000"/>
          </a:xfrm>
          <a:prstGeom prst="rect">
            <a:avLst/>
          </a:prstGeom>
          <a:noFill/>
          <a:ln w="12700">
            <a:noFill/>
            <a:miter lim="800000"/>
            <a:headEnd/>
            <a:tailEnd/>
          </a:ln>
          <a:effectLst/>
        </p:spPr>
        <p:txBody>
          <a:bodyPr vert="horz" wrap="square" lIns="50800" tIns="50800" rIns="50800" bIns="50800" numCol="1" anchor="t"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ransition/>
  <p:txStyles>
    <p:titleStyle>
      <a:lvl1pPr algn="ctr" rtl="0" fontAlgn="base">
        <a:spcBef>
          <a:spcPct val="0"/>
        </a:spcBef>
        <a:spcAft>
          <a:spcPct val="0"/>
        </a:spcAft>
        <a:defRPr sz="7000">
          <a:solidFill>
            <a:schemeClr val="tx1"/>
          </a:solidFill>
          <a:latin typeface="+mj-lt"/>
          <a:ea typeface="+mj-ea"/>
          <a:cs typeface="+mj-cs"/>
          <a:sym typeface="Gill Sans" charset="0"/>
        </a:defRPr>
      </a:lvl1pPr>
      <a:lvl2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400">
          <a:solidFill>
            <a:schemeClr val="tx1"/>
          </a:solidFill>
          <a:latin typeface="+mn-lt"/>
          <a:ea typeface="+mn-ea"/>
          <a:cs typeface="+mn-cs"/>
          <a:sym typeface="Gill Sans" charset="0"/>
        </a:defRPr>
      </a:lvl1pPr>
      <a:lvl2pPr algn="ctr" rtl="0" fontAlgn="base">
        <a:spcBef>
          <a:spcPct val="0"/>
        </a:spcBef>
        <a:spcAft>
          <a:spcPct val="0"/>
        </a:spcAft>
        <a:defRPr sz="3400">
          <a:solidFill>
            <a:schemeClr val="tx1"/>
          </a:solidFill>
          <a:latin typeface="+mn-lt"/>
          <a:ea typeface="+mn-ea"/>
          <a:cs typeface="+mn-cs"/>
          <a:sym typeface="Gill Sans" charset="0"/>
        </a:defRPr>
      </a:lvl2pPr>
      <a:lvl3pPr algn="ctr" rtl="0" fontAlgn="base">
        <a:spcBef>
          <a:spcPct val="0"/>
        </a:spcBef>
        <a:spcAft>
          <a:spcPct val="0"/>
        </a:spcAft>
        <a:defRPr sz="3400">
          <a:solidFill>
            <a:schemeClr val="tx1"/>
          </a:solidFill>
          <a:latin typeface="+mn-lt"/>
          <a:ea typeface="+mn-ea"/>
          <a:cs typeface="+mn-cs"/>
          <a:sym typeface="Gill Sans" charset="0"/>
        </a:defRPr>
      </a:lvl3pPr>
      <a:lvl4pPr algn="ctr" rtl="0" fontAlgn="base">
        <a:spcBef>
          <a:spcPct val="0"/>
        </a:spcBef>
        <a:spcAft>
          <a:spcPct val="0"/>
        </a:spcAft>
        <a:defRPr sz="3400">
          <a:solidFill>
            <a:schemeClr val="tx1"/>
          </a:solidFill>
          <a:latin typeface="+mn-lt"/>
          <a:ea typeface="+mn-ea"/>
          <a:cs typeface="+mn-cs"/>
          <a:sym typeface="Gill Sans" charset="0"/>
        </a:defRPr>
      </a:lvl4pPr>
      <a:lvl5pPr algn="ctr" rtl="0" fontAlgn="base">
        <a:spcBef>
          <a:spcPct val="0"/>
        </a:spcBef>
        <a:spcAft>
          <a:spcPct val="0"/>
        </a:spcAft>
        <a:defRPr sz="3400">
          <a:solidFill>
            <a:schemeClr val="tx1"/>
          </a:solidFill>
          <a:latin typeface="+mn-lt"/>
          <a:ea typeface="+mn-ea"/>
          <a:cs typeface="+mn-cs"/>
          <a:sym typeface="Gill Sans" charset="0"/>
        </a:defRPr>
      </a:lvl5pPr>
      <a:lvl6pPr marL="457200" algn="ctr" rtl="0" fontAlgn="base">
        <a:spcBef>
          <a:spcPct val="0"/>
        </a:spcBef>
        <a:spcAft>
          <a:spcPct val="0"/>
        </a:spcAft>
        <a:defRPr sz="3400">
          <a:solidFill>
            <a:schemeClr val="tx1"/>
          </a:solidFill>
          <a:latin typeface="+mn-lt"/>
          <a:ea typeface="+mn-ea"/>
          <a:cs typeface="+mn-cs"/>
          <a:sym typeface="Gill Sans" charset="0"/>
        </a:defRPr>
      </a:lvl6pPr>
      <a:lvl7pPr marL="914400" algn="ctr" rtl="0" fontAlgn="base">
        <a:spcBef>
          <a:spcPct val="0"/>
        </a:spcBef>
        <a:spcAft>
          <a:spcPct val="0"/>
        </a:spcAft>
        <a:defRPr sz="3400">
          <a:solidFill>
            <a:schemeClr val="tx1"/>
          </a:solidFill>
          <a:latin typeface="+mn-lt"/>
          <a:ea typeface="+mn-ea"/>
          <a:cs typeface="+mn-cs"/>
          <a:sym typeface="Gill Sans" charset="0"/>
        </a:defRPr>
      </a:lvl7pPr>
      <a:lvl8pPr marL="1371600" algn="ctr" rtl="0" fontAlgn="base">
        <a:spcBef>
          <a:spcPct val="0"/>
        </a:spcBef>
        <a:spcAft>
          <a:spcPct val="0"/>
        </a:spcAft>
        <a:defRPr sz="3400">
          <a:solidFill>
            <a:schemeClr val="tx1"/>
          </a:solidFill>
          <a:latin typeface="+mn-lt"/>
          <a:ea typeface="+mn-ea"/>
          <a:cs typeface="+mn-cs"/>
          <a:sym typeface="Gill Sans" charset="0"/>
        </a:defRPr>
      </a:lvl8pPr>
      <a:lvl9pPr marL="1828800" algn="ctr" rtl="0" fontAlgn="base">
        <a:spcBef>
          <a:spcPct val="0"/>
        </a:spcBef>
        <a:spcAft>
          <a:spcPct val="0"/>
        </a:spcAft>
        <a:defRPr sz="34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889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1pPr>
      <a:lvl2pPr marL="1333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2pPr>
      <a:lvl3pPr marL="1778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3pPr>
      <a:lvl4pPr marL="2222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4pPr>
      <a:lvl5pPr marL="2667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5pPr>
      <a:lvl6pPr marL="31242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6pPr>
      <a:lvl7pPr marL="35814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7pPr>
      <a:lvl8pPr marL="40386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8pPr>
      <a:lvl9pPr marL="44958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Tree>
  </p:cSld>
  <p:clrMap bg1="dk2" tx1="lt1" bg2="dk1"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889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1pPr>
      <a:lvl2pPr marL="1333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2pPr>
      <a:lvl3pPr marL="1778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3pPr>
      <a:lvl4pPr marL="2222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4pPr>
      <a:lvl5pPr marL="2667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5pPr>
      <a:lvl6pPr marL="31242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6pPr>
      <a:lvl7pPr marL="35814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7pPr>
      <a:lvl8pPr marL="40386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8pPr>
      <a:lvl9pPr marL="44958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
        <p:nvSpPr>
          <p:cNvPr id="11266" name="Rectangle 2"/>
          <p:cNvSpPr>
            <a:spLocks noGrp="1" noChangeArrowheads="1"/>
          </p:cNvSpPr>
          <p:nvPr>
            <p:ph type="body" idx="1"/>
          </p:nvPr>
        </p:nvSpPr>
        <p:spPr bwMode="auto">
          <a:xfrm>
            <a:off x="1270000" y="2768600"/>
            <a:ext cx="5041900" cy="57150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760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04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2pPr>
      <a:lvl3pPr marL="1649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3pPr>
      <a:lvl4pPr marL="2093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4pPr>
      <a:lvl5pPr marL="2538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5pPr>
      <a:lvl6pPr marL="29956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6pPr>
      <a:lvl7pPr marL="34528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7pPr>
      <a:lvl8pPr marL="39100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8pPr>
      <a:lvl9pPr marL="43672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
        <p:nvSpPr>
          <p:cNvPr id="12290" name="Rectangle 2"/>
          <p:cNvSpPr>
            <a:spLocks noGrp="1" noChangeArrowheads="1"/>
          </p:cNvSpPr>
          <p:nvPr>
            <p:ph type="body" idx="1"/>
          </p:nvPr>
        </p:nvSpPr>
        <p:spPr bwMode="auto">
          <a:xfrm>
            <a:off x="1270000" y="2768600"/>
            <a:ext cx="10464800" cy="5715000"/>
          </a:xfrm>
          <a:prstGeom prst="rect">
            <a:avLst/>
          </a:prstGeom>
          <a:noFill/>
          <a:ln w="12700">
            <a:noFill/>
            <a:miter lim="800000"/>
            <a:headEnd/>
            <a:tailEnd/>
          </a:ln>
          <a:effectLst/>
        </p:spPr>
        <p:txBody>
          <a:bodyPr vert="horz" wrap="square" lIns="50800" tIns="50800" rIns="50800" bIns="50800" numCol="1" anchor="t"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760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04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2pPr>
      <a:lvl3pPr marL="1649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3pPr>
      <a:lvl4pPr marL="2093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4pPr>
      <a:lvl5pPr marL="2538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5pPr>
      <a:lvl6pPr marL="29956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6pPr>
      <a:lvl7pPr marL="34528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7pPr>
      <a:lvl8pPr marL="39100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8pPr>
      <a:lvl9pPr marL="43672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
        <p:nvSpPr>
          <p:cNvPr id="13314" name="Rectangle 2"/>
          <p:cNvSpPr>
            <a:spLocks noGrp="1" noChangeArrowheads="1"/>
          </p:cNvSpPr>
          <p:nvPr>
            <p:ph type="body" idx="1"/>
          </p:nvPr>
        </p:nvSpPr>
        <p:spPr bwMode="auto">
          <a:xfrm>
            <a:off x="7772400" y="2768600"/>
            <a:ext cx="3962400" cy="57150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760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04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2pPr>
      <a:lvl3pPr marL="1649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3pPr>
      <a:lvl4pPr marL="2093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4pPr>
      <a:lvl5pPr marL="2538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5pPr>
      <a:lvl6pPr marL="29956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6pPr>
      <a:lvl7pPr marL="34528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7pPr>
      <a:lvl8pPr marL="39100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8pPr>
      <a:lvl9pPr marL="43672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bwMode="auto">
          <a:xfrm>
            <a:off x="1270000" y="2971800"/>
            <a:ext cx="10464800" cy="38100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600">
          <a:solidFill>
            <a:schemeClr val="tx1"/>
          </a:solidFill>
          <a:latin typeface="+mn-lt"/>
          <a:ea typeface="+mn-ea"/>
          <a:cs typeface="+mn-cs"/>
          <a:sym typeface="Gill Sans" charset="0"/>
        </a:defRPr>
      </a:lvl1pPr>
      <a:lvl2pPr algn="ctr" rtl="0" fontAlgn="base">
        <a:spcBef>
          <a:spcPct val="0"/>
        </a:spcBef>
        <a:spcAft>
          <a:spcPct val="0"/>
        </a:spcAft>
        <a:defRPr sz="3600">
          <a:solidFill>
            <a:schemeClr val="tx1"/>
          </a:solidFill>
          <a:latin typeface="+mn-lt"/>
          <a:ea typeface="+mn-ea"/>
          <a:cs typeface="+mn-cs"/>
          <a:sym typeface="Gill Sans" charset="0"/>
        </a:defRPr>
      </a:lvl2pPr>
      <a:lvl3pPr algn="ctr" rtl="0" fontAlgn="base">
        <a:spcBef>
          <a:spcPct val="0"/>
        </a:spcBef>
        <a:spcAft>
          <a:spcPct val="0"/>
        </a:spcAft>
        <a:defRPr sz="3600">
          <a:solidFill>
            <a:schemeClr val="tx1"/>
          </a:solidFill>
          <a:latin typeface="+mn-lt"/>
          <a:ea typeface="+mn-ea"/>
          <a:cs typeface="+mn-cs"/>
          <a:sym typeface="Gill Sans" charset="0"/>
        </a:defRPr>
      </a:lvl3pPr>
      <a:lvl4pPr algn="ctr" rtl="0" fontAlgn="base">
        <a:spcBef>
          <a:spcPct val="0"/>
        </a:spcBef>
        <a:spcAft>
          <a:spcPct val="0"/>
        </a:spcAft>
        <a:defRPr sz="3600">
          <a:solidFill>
            <a:schemeClr val="tx1"/>
          </a:solidFill>
          <a:latin typeface="+mn-lt"/>
          <a:ea typeface="+mn-ea"/>
          <a:cs typeface="+mn-cs"/>
          <a:sym typeface="Gill Sans" charset="0"/>
        </a:defRPr>
      </a:lvl4pPr>
      <a:lvl5pPr algn="ctr" rtl="0" fontAlgn="base">
        <a:spcBef>
          <a:spcPct val="0"/>
        </a:spcBef>
        <a:spcAft>
          <a:spcPct val="0"/>
        </a:spcAft>
        <a:defRPr sz="3600">
          <a:solidFill>
            <a:schemeClr val="tx1"/>
          </a:solidFill>
          <a:latin typeface="+mn-lt"/>
          <a:ea typeface="+mn-ea"/>
          <a:cs typeface="+mn-cs"/>
          <a:sym typeface="Gill Sans" charset="0"/>
        </a:defRPr>
      </a:lvl5pPr>
      <a:lvl6pPr marL="457200" algn="ctr" rtl="0" fontAlgn="base">
        <a:spcBef>
          <a:spcPct val="0"/>
        </a:spcBef>
        <a:spcAft>
          <a:spcPct val="0"/>
        </a:spcAft>
        <a:defRPr sz="3600">
          <a:solidFill>
            <a:schemeClr val="tx1"/>
          </a:solidFill>
          <a:latin typeface="+mn-lt"/>
          <a:ea typeface="+mn-ea"/>
          <a:cs typeface="+mn-cs"/>
          <a:sym typeface="Gill Sans" charset="0"/>
        </a:defRPr>
      </a:lvl6pPr>
      <a:lvl7pPr marL="914400" algn="ctr" rtl="0" fontAlgn="base">
        <a:spcBef>
          <a:spcPct val="0"/>
        </a:spcBef>
        <a:spcAft>
          <a:spcPct val="0"/>
        </a:spcAft>
        <a:defRPr sz="3600">
          <a:solidFill>
            <a:schemeClr val="tx1"/>
          </a:solidFill>
          <a:latin typeface="+mn-lt"/>
          <a:ea typeface="+mn-ea"/>
          <a:cs typeface="+mn-cs"/>
          <a:sym typeface="Gill Sans" charset="0"/>
        </a:defRPr>
      </a:lvl7pPr>
      <a:lvl8pPr marL="1371600" algn="ctr" rtl="0" fontAlgn="base">
        <a:spcBef>
          <a:spcPct val="0"/>
        </a:spcBef>
        <a:spcAft>
          <a:spcPct val="0"/>
        </a:spcAft>
        <a:defRPr sz="3600">
          <a:solidFill>
            <a:schemeClr val="tx1"/>
          </a:solidFill>
          <a:latin typeface="+mn-lt"/>
          <a:ea typeface="+mn-ea"/>
          <a:cs typeface="+mn-cs"/>
          <a:sym typeface="Gill Sans" charset="0"/>
        </a:defRPr>
      </a:lvl8pPr>
      <a:lvl9pPr marL="1828800"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4714" y="866986"/>
            <a:ext cx="11044014" cy="1380196"/>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4714" y="2463930"/>
            <a:ext cx="11044014" cy="5772446"/>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190652" y="8367327"/>
            <a:ext cx="2926080"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8/13/2019</a:t>
            </a:fld>
            <a:endParaRPr lang="en-US" dirty="0"/>
          </a:p>
        </p:txBody>
      </p:sp>
      <p:sp>
        <p:nvSpPr>
          <p:cNvPr id="5" name="Footer Placeholder 4"/>
          <p:cNvSpPr>
            <a:spLocks noGrp="1"/>
          </p:cNvSpPr>
          <p:nvPr>
            <p:ph type="ftr" sz="quarter" idx="3"/>
          </p:nvPr>
        </p:nvSpPr>
        <p:spPr>
          <a:xfrm>
            <a:off x="974716" y="8367327"/>
            <a:ext cx="7117723" cy="519289"/>
          </a:xfrm>
          <a:prstGeom prst="rect">
            <a:avLst/>
          </a:prstGeom>
        </p:spPr>
        <p:txBody>
          <a:bodyPr vert="horz" lIns="91440" tIns="45720" rIns="91440" bIns="45720" rtlCol="0" anchor="ctr"/>
          <a:lstStyle>
            <a:lvl1pPr algn="l">
              <a:defRPr sz="1422">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1214947" y="8367327"/>
            <a:ext cx="803782"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extLst>
      <p:ext uri="{BB962C8B-B14F-4D97-AF65-F5344CB8AC3E}">
        <p14:creationId xmlns:p14="http://schemas.microsoft.com/office/powerpoint/2010/main" val="2194097137"/>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650230" rtl="0" eaLnBrk="1" latinLnBrk="0" hangingPunct="1">
        <a:spcBef>
          <a:spcPct val="0"/>
        </a:spcBef>
        <a:buNone/>
        <a:defRPr sz="5689"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7672" indent="-435193" algn="l" defTabSz="650230" rtl="0" eaLnBrk="1" latinLnBrk="0" hangingPunct="1">
        <a:spcBef>
          <a:spcPct val="20000"/>
        </a:spcBef>
        <a:spcAft>
          <a:spcPts val="853"/>
        </a:spcAft>
        <a:buClr>
          <a:schemeClr val="tx2"/>
        </a:buClr>
        <a:buSzPct val="70000"/>
        <a:buFont typeface="Wingdings 2" charset="2"/>
        <a:buChar char=""/>
        <a:defRPr sz="2844"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1023984" indent="-383994" algn="l" defTabSz="650230" rtl="0" eaLnBrk="1" latinLnBrk="0" hangingPunct="1">
        <a:spcBef>
          <a:spcPct val="20000"/>
        </a:spcBef>
        <a:spcAft>
          <a:spcPts val="853"/>
        </a:spcAft>
        <a:buClr>
          <a:schemeClr val="tx2"/>
        </a:buClr>
        <a:buSzPct val="70000"/>
        <a:buFont typeface="Wingdings 2" charset="2"/>
        <a:buChar char=""/>
        <a:defRPr sz="256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459177" indent="-307195" algn="l" defTabSz="650230" rtl="0" eaLnBrk="1" latinLnBrk="0" hangingPunct="1">
        <a:spcBef>
          <a:spcPct val="20000"/>
        </a:spcBef>
        <a:spcAft>
          <a:spcPts val="853"/>
        </a:spcAft>
        <a:buClr>
          <a:schemeClr val="tx2"/>
        </a:buClr>
        <a:buSzPct val="70000"/>
        <a:buFont typeface="Wingdings 2" charset="2"/>
        <a:buChar char=""/>
        <a:defRPr sz="2276"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971169"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2380763"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865164"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3415840"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966516"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4417638"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650230" rtl="0" eaLnBrk="1" latinLnBrk="0" hangingPunct="1">
        <a:defRPr sz="2560" kern="1200">
          <a:solidFill>
            <a:schemeClr val="tx1"/>
          </a:solidFill>
          <a:latin typeface="+mn-lt"/>
          <a:ea typeface="+mn-ea"/>
          <a:cs typeface="+mn-cs"/>
        </a:defRPr>
      </a:lvl1pPr>
      <a:lvl2pPr marL="650230" algn="l" defTabSz="650230" rtl="0" eaLnBrk="1" latinLnBrk="0" hangingPunct="1">
        <a:defRPr sz="2560" kern="1200">
          <a:solidFill>
            <a:schemeClr val="tx1"/>
          </a:solidFill>
          <a:latin typeface="+mn-lt"/>
          <a:ea typeface="+mn-ea"/>
          <a:cs typeface="+mn-cs"/>
        </a:defRPr>
      </a:lvl2pPr>
      <a:lvl3pPr marL="1300460" algn="l" defTabSz="650230" rtl="0" eaLnBrk="1" latinLnBrk="0" hangingPunct="1">
        <a:defRPr sz="2560" kern="1200">
          <a:solidFill>
            <a:schemeClr val="tx1"/>
          </a:solidFill>
          <a:latin typeface="+mn-lt"/>
          <a:ea typeface="+mn-ea"/>
          <a:cs typeface="+mn-cs"/>
        </a:defRPr>
      </a:lvl3pPr>
      <a:lvl4pPr marL="1950690" algn="l" defTabSz="650230" rtl="0" eaLnBrk="1" latinLnBrk="0" hangingPunct="1">
        <a:defRPr sz="2560" kern="1200">
          <a:solidFill>
            <a:schemeClr val="tx1"/>
          </a:solidFill>
          <a:latin typeface="+mn-lt"/>
          <a:ea typeface="+mn-ea"/>
          <a:cs typeface="+mn-cs"/>
        </a:defRPr>
      </a:lvl4pPr>
      <a:lvl5pPr marL="2600919" algn="l" defTabSz="650230" rtl="0" eaLnBrk="1" latinLnBrk="0" hangingPunct="1">
        <a:defRPr sz="2560" kern="1200">
          <a:solidFill>
            <a:schemeClr val="tx1"/>
          </a:solidFill>
          <a:latin typeface="+mn-lt"/>
          <a:ea typeface="+mn-ea"/>
          <a:cs typeface="+mn-cs"/>
        </a:defRPr>
      </a:lvl5pPr>
      <a:lvl6pPr marL="3251149" algn="l" defTabSz="650230" rtl="0" eaLnBrk="1" latinLnBrk="0" hangingPunct="1">
        <a:defRPr sz="2560" kern="1200">
          <a:solidFill>
            <a:schemeClr val="tx1"/>
          </a:solidFill>
          <a:latin typeface="+mn-lt"/>
          <a:ea typeface="+mn-ea"/>
          <a:cs typeface="+mn-cs"/>
        </a:defRPr>
      </a:lvl6pPr>
      <a:lvl7pPr marL="3901379" algn="l" defTabSz="650230" rtl="0" eaLnBrk="1" latinLnBrk="0" hangingPunct="1">
        <a:defRPr sz="2560" kern="1200">
          <a:solidFill>
            <a:schemeClr val="tx1"/>
          </a:solidFill>
          <a:latin typeface="+mn-lt"/>
          <a:ea typeface="+mn-ea"/>
          <a:cs typeface="+mn-cs"/>
        </a:defRPr>
      </a:lvl7pPr>
      <a:lvl8pPr marL="4551609" algn="l" defTabSz="650230" rtl="0" eaLnBrk="1" latinLnBrk="0" hangingPunct="1">
        <a:defRPr sz="2560" kern="1200">
          <a:solidFill>
            <a:schemeClr val="tx1"/>
          </a:solidFill>
          <a:latin typeface="+mn-lt"/>
          <a:ea typeface="+mn-ea"/>
          <a:cs typeface="+mn-cs"/>
        </a:defRPr>
      </a:lvl8pPr>
      <a:lvl9pPr marL="5201839" algn="l" defTabSz="650230" rtl="0" eaLnBrk="1" latinLnBrk="0" hangingPunct="1">
        <a:defRPr sz="256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4714" y="866986"/>
            <a:ext cx="11044014" cy="1380196"/>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4714" y="2463930"/>
            <a:ext cx="11044014" cy="5772446"/>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190652" y="8367327"/>
            <a:ext cx="2926080"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8/13/2019</a:t>
            </a:fld>
            <a:endParaRPr lang="en-US" dirty="0"/>
          </a:p>
        </p:txBody>
      </p:sp>
      <p:sp>
        <p:nvSpPr>
          <p:cNvPr id="5" name="Footer Placeholder 4"/>
          <p:cNvSpPr>
            <a:spLocks noGrp="1"/>
          </p:cNvSpPr>
          <p:nvPr>
            <p:ph type="ftr" sz="quarter" idx="3"/>
          </p:nvPr>
        </p:nvSpPr>
        <p:spPr>
          <a:xfrm>
            <a:off x="974716" y="8367327"/>
            <a:ext cx="7117723" cy="519289"/>
          </a:xfrm>
          <a:prstGeom prst="rect">
            <a:avLst/>
          </a:prstGeom>
        </p:spPr>
        <p:txBody>
          <a:bodyPr vert="horz" lIns="91440" tIns="45720" rIns="91440" bIns="45720" rtlCol="0" anchor="ctr"/>
          <a:lstStyle>
            <a:lvl1pPr algn="l">
              <a:defRPr sz="1422">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1214947" y="8367327"/>
            <a:ext cx="803782"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extLst>
      <p:ext uri="{BB962C8B-B14F-4D97-AF65-F5344CB8AC3E}">
        <p14:creationId xmlns:p14="http://schemas.microsoft.com/office/powerpoint/2010/main" val="1032733546"/>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Lst>
  <p:txStyles>
    <p:titleStyle>
      <a:lvl1pPr algn="ctr" defTabSz="650230" rtl="0" eaLnBrk="1" latinLnBrk="0" hangingPunct="1">
        <a:spcBef>
          <a:spcPct val="0"/>
        </a:spcBef>
        <a:buNone/>
        <a:defRPr sz="5689"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7672" indent="-435193" algn="l" defTabSz="650230" rtl="0" eaLnBrk="1" latinLnBrk="0" hangingPunct="1">
        <a:spcBef>
          <a:spcPct val="20000"/>
        </a:spcBef>
        <a:spcAft>
          <a:spcPts val="853"/>
        </a:spcAft>
        <a:buClr>
          <a:schemeClr val="tx2"/>
        </a:buClr>
        <a:buSzPct val="70000"/>
        <a:buFont typeface="Wingdings 2" charset="2"/>
        <a:buChar char=""/>
        <a:defRPr sz="2844"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1023984" indent="-383994" algn="l" defTabSz="650230" rtl="0" eaLnBrk="1" latinLnBrk="0" hangingPunct="1">
        <a:spcBef>
          <a:spcPct val="20000"/>
        </a:spcBef>
        <a:spcAft>
          <a:spcPts val="853"/>
        </a:spcAft>
        <a:buClr>
          <a:schemeClr val="tx2"/>
        </a:buClr>
        <a:buSzPct val="70000"/>
        <a:buFont typeface="Wingdings 2" charset="2"/>
        <a:buChar char=""/>
        <a:defRPr sz="256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459177" indent="-307195" algn="l" defTabSz="650230" rtl="0" eaLnBrk="1" latinLnBrk="0" hangingPunct="1">
        <a:spcBef>
          <a:spcPct val="20000"/>
        </a:spcBef>
        <a:spcAft>
          <a:spcPts val="853"/>
        </a:spcAft>
        <a:buClr>
          <a:schemeClr val="tx2"/>
        </a:buClr>
        <a:buSzPct val="70000"/>
        <a:buFont typeface="Wingdings 2" charset="2"/>
        <a:buChar char=""/>
        <a:defRPr sz="2276"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971169"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2380763"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865164"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3415840"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966516"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4417638"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650230" rtl="0" eaLnBrk="1" latinLnBrk="0" hangingPunct="1">
        <a:defRPr sz="2560" kern="1200">
          <a:solidFill>
            <a:schemeClr val="tx1"/>
          </a:solidFill>
          <a:latin typeface="+mn-lt"/>
          <a:ea typeface="+mn-ea"/>
          <a:cs typeface="+mn-cs"/>
        </a:defRPr>
      </a:lvl1pPr>
      <a:lvl2pPr marL="650230" algn="l" defTabSz="650230" rtl="0" eaLnBrk="1" latinLnBrk="0" hangingPunct="1">
        <a:defRPr sz="2560" kern="1200">
          <a:solidFill>
            <a:schemeClr val="tx1"/>
          </a:solidFill>
          <a:latin typeface="+mn-lt"/>
          <a:ea typeface="+mn-ea"/>
          <a:cs typeface="+mn-cs"/>
        </a:defRPr>
      </a:lvl2pPr>
      <a:lvl3pPr marL="1300460" algn="l" defTabSz="650230" rtl="0" eaLnBrk="1" latinLnBrk="0" hangingPunct="1">
        <a:defRPr sz="2560" kern="1200">
          <a:solidFill>
            <a:schemeClr val="tx1"/>
          </a:solidFill>
          <a:latin typeface="+mn-lt"/>
          <a:ea typeface="+mn-ea"/>
          <a:cs typeface="+mn-cs"/>
        </a:defRPr>
      </a:lvl3pPr>
      <a:lvl4pPr marL="1950690" algn="l" defTabSz="650230" rtl="0" eaLnBrk="1" latinLnBrk="0" hangingPunct="1">
        <a:defRPr sz="2560" kern="1200">
          <a:solidFill>
            <a:schemeClr val="tx1"/>
          </a:solidFill>
          <a:latin typeface="+mn-lt"/>
          <a:ea typeface="+mn-ea"/>
          <a:cs typeface="+mn-cs"/>
        </a:defRPr>
      </a:lvl4pPr>
      <a:lvl5pPr marL="2600919" algn="l" defTabSz="650230" rtl="0" eaLnBrk="1" latinLnBrk="0" hangingPunct="1">
        <a:defRPr sz="2560" kern="1200">
          <a:solidFill>
            <a:schemeClr val="tx1"/>
          </a:solidFill>
          <a:latin typeface="+mn-lt"/>
          <a:ea typeface="+mn-ea"/>
          <a:cs typeface="+mn-cs"/>
        </a:defRPr>
      </a:lvl5pPr>
      <a:lvl6pPr marL="3251149" algn="l" defTabSz="650230" rtl="0" eaLnBrk="1" latinLnBrk="0" hangingPunct="1">
        <a:defRPr sz="2560" kern="1200">
          <a:solidFill>
            <a:schemeClr val="tx1"/>
          </a:solidFill>
          <a:latin typeface="+mn-lt"/>
          <a:ea typeface="+mn-ea"/>
          <a:cs typeface="+mn-cs"/>
        </a:defRPr>
      </a:lvl6pPr>
      <a:lvl7pPr marL="3901379" algn="l" defTabSz="650230" rtl="0" eaLnBrk="1" latinLnBrk="0" hangingPunct="1">
        <a:defRPr sz="2560" kern="1200">
          <a:solidFill>
            <a:schemeClr val="tx1"/>
          </a:solidFill>
          <a:latin typeface="+mn-lt"/>
          <a:ea typeface="+mn-ea"/>
          <a:cs typeface="+mn-cs"/>
        </a:defRPr>
      </a:lvl7pPr>
      <a:lvl8pPr marL="4551609" algn="l" defTabSz="650230" rtl="0" eaLnBrk="1" latinLnBrk="0" hangingPunct="1">
        <a:defRPr sz="2560" kern="1200">
          <a:solidFill>
            <a:schemeClr val="tx1"/>
          </a:solidFill>
          <a:latin typeface="+mn-lt"/>
          <a:ea typeface="+mn-ea"/>
          <a:cs typeface="+mn-cs"/>
        </a:defRPr>
      </a:lvl8pPr>
      <a:lvl9pPr marL="5201839" algn="l" defTabSz="65023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www.youtube.com/watch?v=jFICRFKtAc4" TargetMode="External"/><Relationship Id="rId1" Type="http://schemas.openxmlformats.org/officeDocument/2006/relationships/slideLayout" Target="../slideLayouts/slideLayout140.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2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jpeg"/><Relationship Id="rId1" Type="http://schemas.openxmlformats.org/officeDocument/2006/relationships/slideLayout" Target="../slideLayouts/slideLayout123.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Hitler to power 1930 - 1933</a:t>
            </a:r>
          </a:p>
        </p:txBody>
      </p:sp>
      <p:sp>
        <p:nvSpPr>
          <p:cNvPr id="15362" name="Rectangle 2"/>
          <p:cNvSpPr>
            <a:spLocks noGrp="1" noChangeArrowheads="1"/>
          </p:cNvSpPr>
          <p:nvPr>
            <p:ph idx="1"/>
          </p:nvPr>
        </p:nvSpPr>
        <p:spPr>
          <a:xfrm>
            <a:off x="1317824" y="3796680"/>
            <a:ext cx="11044014" cy="5772446"/>
          </a:xfrm>
          <a:ln/>
        </p:spPr>
        <p:txBody>
          <a:bodyPr/>
          <a:lstStyle/>
          <a:p>
            <a:pPr marL="52479" indent="0">
              <a:buNone/>
            </a:pPr>
            <a:endParaRPr lang="en-AU" dirty="0" smtClean="0">
              <a:hlinkClick r:id="rId2"/>
            </a:endParaRPr>
          </a:p>
          <a:p>
            <a:pPr marL="52479" indent="0">
              <a:buNone/>
            </a:pPr>
            <a:endParaRPr lang="en-AU" dirty="0">
              <a:hlinkClick r:id="rId2"/>
            </a:endParaRPr>
          </a:p>
          <a:p>
            <a:pPr marL="52479" indent="0">
              <a:buNone/>
            </a:pPr>
            <a:endParaRPr lang="en-AU" dirty="0" smtClean="0">
              <a:hlinkClick r:id="rId2"/>
            </a:endParaRPr>
          </a:p>
          <a:p>
            <a:pPr marL="52479" indent="0">
              <a:buNone/>
            </a:pPr>
            <a:endParaRPr lang="en-AU" dirty="0">
              <a:hlinkClick r:id="rId2"/>
            </a:endParaRPr>
          </a:p>
          <a:p>
            <a:pPr marL="52479" indent="0">
              <a:buNone/>
            </a:pPr>
            <a:endParaRPr lang="en-AU" dirty="0" smtClean="0">
              <a:hlinkClick r:id="rId2"/>
            </a:endParaRPr>
          </a:p>
          <a:p>
            <a:pPr marL="52479" indent="0">
              <a:buNone/>
            </a:pPr>
            <a:endParaRPr lang="en-AU" dirty="0">
              <a:hlinkClick r:id="rId2"/>
            </a:endParaRPr>
          </a:p>
          <a:p>
            <a:pPr marL="52479" indent="0">
              <a:buNone/>
            </a:pPr>
            <a:endParaRPr lang="en-AU" dirty="0" smtClean="0">
              <a:hlinkClick r:id="rId2"/>
            </a:endParaRPr>
          </a:p>
          <a:p>
            <a:pPr marL="52479" indent="0">
              <a:buNone/>
            </a:pPr>
            <a:endParaRPr lang="en-AU" dirty="0">
              <a:hlinkClick r:id="rId2"/>
            </a:endParaRPr>
          </a:p>
          <a:p>
            <a:pPr marL="52479" indent="0">
              <a:buNone/>
            </a:pPr>
            <a:r>
              <a:rPr lang="en-AU" dirty="0" smtClean="0">
                <a:hlinkClick r:id="rId2"/>
              </a:rPr>
              <a:t>https</a:t>
            </a:r>
            <a:r>
              <a:rPr lang="en-AU" dirty="0">
                <a:hlinkClick r:id="rId2"/>
              </a:rPr>
              <a:t>://www.youtube.com/watch?v=jFICRFKtAc4</a:t>
            </a:r>
            <a:endParaRPr lang="en-US" dirty="0"/>
          </a:p>
        </p:txBody>
      </p:sp>
      <p:pic>
        <p:nvPicPr>
          <p:cNvPr id="1026" name="Picture 2" descr="Image result for hitlers rise to pow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9268" y="2428528"/>
            <a:ext cx="10189460" cy="57315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a:ln/>
        </p:spPr>
        <p:txBody>
          <a:bodyPr/>
          <a:lstStyle/>
          <a:p>
            <a:r>
              <a:rPr lang="en-US"/>
              <a:t>Background</a:t>
            </a:r>
          </a:p>
        </p:txBody>
      </p:sp>
      <p:sp>
        <p:nvSpPr>
          <p:cNvPr id="16386" name="Rectangle 2"/>
          <p:cNvSpPr>
            <a:spLocks noGrp="1" noChangeArrowheads="1"/>
          </p:cNvSpPr>
          <p:nvPr>
            <p:ph idx="1"/>
          </p:nvPr>
        </p:nvSpPr>
        <p:spPr>
          <a:ln/>
        </p:spPr>
        <p:txBody>
          <a:bodyPr/>
          <a:lstStyle/>
          <a:p>
            <a:pPr marL="889000"/>
            <a:r>
              <a:rPr lang="en-US" dirty="0"/>
              <a:t>The Nazis had 30,000 members in 1929 (pre Wall St. Crash)</a:t>
            </a:r>
          </a:p>
          <a:p>
            <a:pPr marL="889000"/>
            <a:r>
              <a:rPr lang="en-US" dirty="0"/>
              <a:t>After the Wall St. Crash </a:t>
            </a:r>
            <a:r>
              <a:rPr lang="en-US" dirty="0" smtClean="0"/>
              <a:t>(October </a:t>
            </a:r>
            <a:r>
              <a:rPr lang="en-US" dirty="0"/>
              <a:t>9th 1929) and moving forward into the following period the Nazi numbers swelled to over </a:t>
            </a:r>
            <a:r>
              <a:rPr lang="en-US" dirty="0" smtClean="0"/>
              <a:t>440,000</a:t>
            </a:r>
          </a:p>
          <a:p>
            <a:pPr marL="889000"/>
            <a:r>
              <a:rPr lang="en-US" dirty="0"/>
              <a:t>Into the great depression the Nazis gained supporters rapidly </a:t>
            </a:r>
          </a:p>
          <a:p>
            <a:pPr marL="889000"/>
            <a:endParaRPr lang="en-US" dirty="0"/>
          </a:p>
        </p:txBody>
      </p:sp>
      <p:pic>
        <p:nvPicPr>
          <p:cNvPr id="2050" name="Picture 2" descr="Image result for naz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2120" y="5524872"/>
            <a:ext cx="5730618" cy="40687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ChangeArrowheads="1"/>
          </p:cNvSpPr>
          <p:nvPr>
            <p:ph type="title"/>
          </p:nvPr>
        </p:nvSpPr>
        <p:spPr>
          <a:ln/>
        </p:spPr>
        <p:txBody>
          <a:bodyPr/>
          <a:lstStyle/>
          <a:p>
            <a:r>
              <a:rPr lang="en-US"/>
              <a:t>Support</a:t>
            </a:r>
          </a:p>
        </p:txBody>
      </p:sp>
      <p:sp>
        <p:nvSpPr>
          <p:cNvPr id="18434" name="Rectangle 2"/>
          <p:cNvSpPr>
            <a:spLocks noGrp="1" noChangeArrowheads="1"/>
          </p:cNvSpPr>
          <p:nvPr>
            <p:ph idx="1"/>
          </p:nvPr>
        </p:nvSpPr>
        <p:spPr>
          <a:xfrm>
            <a:off x="529792" y="2247182"/>
            <a:ext cx="11933857" cy="7094114"/>
          </a:xfrm>
          <a:ln/>
        </p:spPr>
        <p:txBody>
          <a:bodyPr>
            <a:normAutofit/>
          </a:bodyPr>
          <a:lstStyle/>
          <a:p>
            <a:pPr marL="889000"/>
            <a:r>
              <a:rPr lang="en-US" dirty="0"/>
              <a:t>Many of the Nazi supporters were used similarly to the SA (storm troopers formed 1921) - essentially as a group of thugs to break up opponent meetings and </a:t>
            </a:r>
            <a:r>
              <a:rPr lang="en-US" dirty="0" smtClean="0"/>
              <a:t>beat </a:t>
            </a:r>
            <a:r>
              <a:rPr lang="en-US" dirty="0"/>
              <a:t>up Communists</a:t>
            </a:r>
          </a:p>
          <a:p>
            <a:pPr marL="889000"/>
            <a:r>
              <a:rPr lang="en-US" dirty="0"/>
              <a:t>This was helpful to the Nazis because it gave the public impression of lawlessness breaking out under Weimar's weak control. Voters began to look elsewhere (NAZIS) for the strong leadership the </a:t>
            </a:r>
            <a:r>
              <a:rPr lang="en-US" dirty="0" smtClean="0"/>
              <a:t>wanted</a:t>
            </a:r>
          </a:p>
          <a:p>
            <a:pPr marL="889000"/>
            <a:r>
              <a:rPr lang="en-US" dirty="0"/>
              <a:t>Hitler also promised to rid </a:t>
            </a:r>
            <a:r>
              <a:rPr lang="en-US" dirty="0" smtClean="0"/>
              <a:t>Germany </a:t>
            </a:r>
            <a:r>
              <a:rPr lang="en-US" dirty="0"/>
              <a:t>of the treaty of </a:t>
            </a:r>
            <a:r>
              <a:rPr lang="en-US" dirty="0" smtClean="0"/>
              <a:t>Versailles </a:t>
            </a:r>
            <a:r>
              <a:rPr lang="en-US" dirty="0"/>
              <a:t>- this gained the </a:t>
            </a:r>
            <a:r>
              <a:rPr lang="en-US" dirty="0" smtClean="0"/>
              <a:t>support </a:t>
            </a:r>
            <a:r>
              <a:rPr lang="en-US" dirty="0"/>
              <a:t>of many</a:t>
            </a:r>
          </a:p>
          <a:p>
            <a:pPr marL="889000"/>
            <a:r>
              <a:rPr lang="en-US" dirty="0"/>
              <a:t>He also said he would solve unemployment - a problem which at the time was rapidly encroaching on the Ger. Public </a:t>
            </a:r>
            <a:r>
              <a:rPr lang="en-US" dirty="0" smtClean="0"/>
              <a:t>welfare</a:t>
            </a:r>
          </a:p>
          <a:p>
            <a:pPr marL="889000"/>
            <a:r>
              <a:rPr lang="en-US" dirty="0"/>
              <a:t>The Nazi uniforms and well organized political rallies gave a feeling of order to the distressed German public - promoting the Nazis popularity</a:t>
            </a:r>
          </a:p>
          <a:p>
            <a:pPr marL="3022600" lvl="4"/>
            <a:r>
              <a:rPr lang="en-US" dirty="0">
                <a:ea typeface="Gill Sans" charset="0"/>
                <a:cs typeface="Gill Sans" charset="0"/>
              </a:rPr>
              <a:t>It also reminded the public of the ‘good old days’ with the ex Kaiser when military prowess had more value (-the </a:t>
            </a:r>
            <a:r>
              <a:rPr lang="en-US" dirty="0" smtClean="0">
                <a:ea typeface="Gill Sans" charset="0"/>
                <a:cs typeface="Gill Sans" charset="0"/>
              </a:rPr>
              <a:t>Kaiser </a:t>
            </a:r>
            <a:r>
              <a:rPr lang="en-US" dirty="0">
                <a:ea typeface="Gill Sans" charset="0"/>
                <a:cs typeface="Gill Sans" charset="0"/>
              </a:rPr>
              <a:t>abdicated in 1918</a:t>
            </a:r>
            <a:r>
              <a:rPr lang="en-US" dirty="0" smtClean="0">
                <a:ea typeface="Gill Sans" charset="0"/>
                <a:cs typeface="Gill Sans" charset="0"/>
              </a:rPr>
              <a:t>)</a:t>
            </a:r>
          </a:p>
          <a:p>
            <a:pPr marL="3022600" lvl="4"/>
            <a:endParaRPr lang="en-US" dirty="0"/>
          </a:p>
          <a:p>
            <a:pPr marL="2715405" lvl="4" indent="0">
              <a:buNone/>
            </a:pPr>
            <a:endParaRPr lang="en-US" dirty="0"/>
          </a:p>
          <a:p>
            <a:pPr marL="889000"/>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p:cNvPicPr>
            <a:picLocks noChangeArrowheads="1"/>
          </p:cNvPicPr>
          <p:nvPr/>
        </p:nvPicPr>
        <p:blipFill>
          <a:blip r:embed="rId2"/>
          <a:srcRect l="5273" r="5054"/>
          <a:stretch>
            <a:fillRect/>
          </a:stretch>
        </p:blipFill>
        <p:spPr bwMode="auto">
          <a:xfrm>
            <a:off x="7277100" y="2895600"/>
            <a:ext cx="4102100" cy="5461000"/>
          </a:xfrm>
          <a:prstGeom prst="rect">
            <a:avLst/>
          </a:prstGeom>
          <a:noFill/>
          <a:ln w="25400" cap="flat">
            <a:solidFill>
              <a:schemeClr val="tx1"/>
            </a:solidFill>
            <a:prstDash val="solid"/>
            <a:miter lim="800000"/>
            <a:headEnd/>
            <a:tailEnd/>
          </a:ln>
        </p:spPr>
      </p:pic>
      <p:sp>
        <p:nvSpPr>
          <p:cNvPr id="21506" name="Rectangle 2"/>
          <p:cNvSpPr>
            <a:spLocks noGrp="1" noChangeArrowheads="1"/>
          </p:cNvSpPr>
          <p:nvPr>
            <p:ph type="title"/>
          </p:nvPr>
        </p:nvSpPr>
        <p:spPr>
          <a:ln/>
        </p:spPr>
        <p:txBody>
          <a:bodyPr/>
          <a:lstStyle/>
          <a:p>
            <a:r>
              <a:rPr lang="en-US"/>
              <a:t>Propaganda</a:t>
            </a:r>
          </a:p>
        </p:txBody>
      </p:sp>
      <p:sp>
        <p:nvSpPr>
          <p:cNvPr id="21507" name="Rectangle 3"/>
          <p:cNvSpPr>
            <a:spLocks noGrp="1" noChangeArrowheads="1"/>
          </p:cNvSpPr>
          <p:nvPr>
            <p:ph idx="1"/>
          </p:nvPr>
        </p:nvSpPr>
        <p:spPr>
          <a:xfrm>
            <a:off x="453728" y="2500536"/>
            <a:ext cx="5773737" cy="6542087"/>
          </a:xfrm>
          <a:ln/>
        </p:spPr>
        <p:txBody>
          <a:bodyPr/>
          <a:lstStyle/>
          <a:p>
            <a:pPr marL="811213"/>
            <a:r>
              <a:rPr lang="en-US" dirty="0"/>
              <a:t>Propaganda was a important factor in the Hitler becoming chancellor in 1933. </a:t>
            </a:r>
            <a:r>
              <a:rPr lang="en-US" dirty="0" smtClean="0"/>
              <a:t>Goebbels </a:t>
            </a:r>
            <a:r>
              <a:rPr lang="en-US" dirty="0"/>
              <a:t>was </a:t>
            </a:r>
            <a:r>
              <a:rPr lang="en-US" dirty="0" smtClean="0"/>
              <a:t>Hitler's </a:t>
            </a:r>
            <a:r>
              <a:rPr lang="en-US" dirty="0"/>
              <a:t>propaganda advisor throughout his campaign and became official </a:t>
            </a:r>
            <a:r>
              <a:rPr lang="en-US" b="1" dirty="0"/>
              <a:t>propaganda minister from 1933</a:t>
            </a:r>
            <a:r>
              <a:rPr lang="en-US" dirty="0"/>
              <a:t> </a:t>
            </a:r>
          </a:p>
          <a:p>
            <a:pPr marL="811213"/>
            <a:r>
              <a:rPr lang="en-US" dirty="0"/>
              <a:t>He went on to influence many of </a:t>
            </a:r>
            <a:r>
              <a:rPr lang="en-US" dirty="0" smtClean="0"/>
              <a:t>Hitler's </a:t>
            </a:r>
            <a:r>
              <a:rPr lang="en-US" dirty="0"/>
              <a:t>most successful political maneuvers throughout his campaign...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p:nvPr>
        </p:nvSpPr>
        <p:spPr>
          <a:ln/>
        </p:spPr>
        <p:txBody>
          <a:bodyPr/>
          <a:lstStyle/>
          <a:p>
            <a:r>
              <a:rPr lang="en-US"/>
              <a:t>Propaganda</a:t>
            </a:r>
          </a:p>
        </p:txBody>
      </p:sp>
      <p:sp>
        <p:nvSpPr>
          <p:cNvPr id="22530" name="Rectangle 2"/>
          <p:cNvSpPr>
            <a:spLocks noGrp="1" noChangeArrowheads="1"/>
          </p:cNvSpPr>
          <p:nvPr>
            <p:ph idx="1"/>
          </p:nvPr>
        </p:nvSpPr>
        <p:spPr>
          <a:ln/>
        </p:spPr>
        <p:txBody>
          <a:bodyPr/>
          <a:lstStyle/>
          <a:p>
            <a:pPr marL="889000"/>
            <a:r>
              <a:rPr lang="en-US"/>
              <a:t>Goebbels propoganda emphasized family values and German traditions gaining Hitler many votes with Women</a:t>
            </a:r>
          </a:p>
        </p:txBody>
      </p:sp>
      <p:pic>
        <p:nvPicPr>
          <p:cNvPr id="3074" name="Picture 2" descr="Image result for nazi propaganda wom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3928" y="4223352"/>
            <a:ext cx="332422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nazi propaganda family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0552" y="4084712"/>
            <a:ext cx="3567286" cy="52204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p:nvPr>
        </p:nvSpPr>
        <p:spPr>
          <a:ln/>
        </p:spPr>
        <p:txBody>
          <a:bodyPr/>
          <a:lstStyle/>
          <a:p>
            <a:r>
              <a:rPr lang="en-US"/>
              <a:t>Propaganda</a:t>
            </a:r>
          </a:p>
        </p:txBody>
      </p:sp>
      <p:sp>
        <p:nvSpPr>
          <p:cNvPr id="23554" name="Rectangle 2"/>
          <p:cNvSpPr>
            <a:spLocks noGrp="1" noChangeArrowheads="1"/>
          </p:cNvSpPr>
          <p:nvPr>
            <p:ph idx="1"/>
          </p:nvPr>
        </p:nvSpPr>
        <p:spPr>
          <a:xfrm>
            <a:off x="597744" y="2463930"/>
            <a:ext cx="11953328" cy="6877366"/>
          </a:xfrm>
          <a:ln/>
        </p:spPr>
        <p:txBody>
          <a:bodyPr>
            <a:normAutofit lnSpcReduction="10000"/>
          </a:bodyPr>
          <a:lstStyle/>
          <a:p>
            <a:pPr marL="889000"/>
            <a:r>
              <a:rPr lang="en-US" dirty="0"/>
              <a:t>Again the militaristic processions and general decisive powerful aura; typical of the old </a:t>
            </a:r>
            <a:r>
              <a:rPr lang="en-US" dirty="0" smtClean="0"/>
              <a:t>Kaiser </a:t>
            </a:r>
            <a:r>
              <a:rPr lang="en-US" dirty="0"/>
              <a:t>led government, gained the Nazis support and attracted voters away from the seemingly ailing Weimar </a:t>
            </a:r>
            <a:r>
              <a:rPr lang="en-US" dirty="0" smtClean="0"/>
              <a:t>government</a:t>
            </a:r>
          </a:p>
          <a:p>
            <a:pPr marL="889000"/>
            <a:r>
              <a:rPr lang="en-US" dirty="0"/>
              <a:t>Hitler's anti - Semitic policy also proved very successful as along with the Communists/foreigners and ‘November Criminals’ Hitler provided the public with someone to blame  whilst making the Nazis  more attractive </a:t>
            </a:r>
            <a:r>
              <a:rPr lang="en-US" dirty="0" smtClean="0"/>
              <a:t>option</a:t>
            </a:r>
          </a:p>
          <a:p>
            <a:pPr marL="889000"/>
            <a:r>
              <a:rPr lang="en-US" dirty="0"/>
              <a:t>Hitler was also a very charismatic public speaker (e.g. At the parties Nuremberg rallies) gaining him many votes</a:t>
            </a:r>
          </a:p>
          <a:p>
            <a:pPr marL="889000"/>
            <a:r>
              <a:rPr lang="en-US" dirty="0"/>
              <a:t>Goebbels also made sure radios were plentiful and cheap so as to get one in to every home to broadcast </a:t>
            </a:r>
            <a:r>
              <a:rPr lang="en-US" dirty="0" smtClean="0"/>
              <a:t>Hitler's </a:t>
            </a:r>
            <a:r>
              <a:rPr lang="en-US" dirty="0"/>
              <a:t>message -though this came more after Hitler became </a:t>
            </a:r>
            <a:r>
              <a:rPr lang="en-US" dirty="0" smtClean="0"/>
              <a:t>chancellor</a:t>
            </a:r>
          </a:p>
          <a:p>
            <a:pPr marL="889000"/>
            <a:r>
              <a:rPr lang="en-US" dirty="0"/>
              <a:t>Continuing the use of technology, as well as radio’s, Goebbels also flew Hitler all over </a:t>
            </a:r>
            <a:r>
              <a:rPr lang="en-US" dirty="0" smtClean="0"/>
              <a:t>Germany </a:t>
            </a:r>
            <a:r>
              <a:rPr lang="en-US" dirty="0"/>
              <a:t>to get him ‘seen’ as well as attract voters with </a:t>
            </a:r>
            <a:r>
              <a:rPr lang="en-US" dirty="0" smtClean="0"/>
              <a:t>Hitler's </a:t>
            </a:r>
            <a:r>
              <a:rPr lang="en-US" dirty="0"/>
              <a:t>embracement of new </a:t>
            </a:r>
            <a:r>
              <a:rPr lang="en-US" dirty="0" smtClean="0"/>
              <a:t>Technology's</a:t>
            </a:r>
            <a:endParaRPr lang="en-US" dirty="0"/>
          </a:p>
          <a:p>
            <a:pPr marL="889000"/>
            <a:endParaRPr lang="en-US" dirty="0"/>
          </a:p>
          <a:p>
            <a:pPr marL="889000"/>
            <a:endParaRPr lang="en-US" dirty="0"/>
          </a:p>
          <a:p>
            <a:pPr marL="889000"/>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ln/>
        </p:spPr>
        <p:txBody>
          <a:bodyPr>
            <a:normAutofit fontScale="90000"/>
          </a:bodyPr>
          <a:lstStyle/>
          <a:p>
            <a:r>
              <a:rPr lang="en-US"/>
              <a:t>The rich (‘Junkers’) and middle class</a:t>
            </a:r>
          </a:p>
        </p:txBody>
      </p:sp>
      <p:sp>
        <p:nvSpPr>
          <p:cNvPr id="27650" name="Rectangle 2"/>
          <p:cNvSpPr>
            <a:spLocks noGrp="1" noChangeArrowheads="1"/>
          </p:cNvSpPr>
          <p:nvPr>
            <p:ph idx="1"/>
          </p:nvPr>
        </p:nvSpPr>
        <p:spPr>
          <a:xfrm>
            <a:off x="501609" y="2654300"/>
            <a:ext cx="11906292" cy="6794532"/>
          </a:xfrm>
          <a:ln/>
        </p:spPr>
        <p:txBody>
          <a:bodyPr/>
          <a:lstStyle/>
          <a:p>
            <a:pPr marL="889000"/>
            <a:r>
              <a:rPr lang="en-US" dirty="0"/>
              <a:t>During the great depression the upper classes and wealthy business owners </a:t>
            </a:r>
            <a:r>
              <a:rPr lang="en-US" dirty="0" smtClean="0"/>
              <a:t>‘Junkers’, </a:t>
            </a:r>
            <a:r>
              <a:rPr lang="en-US" dirty="0"/>
              <a:t>found themselves in an awkward position </a:t>
            </a:r>
          </a:p>
          <a:p>
            <a:pPr marL="889000"/>
            <a:r>
              <a:rPr lang="en-US" dirty="0"/>
              <a:t>They feared the growth in Communism in the desperate times (as they did not want their businesses and wealth to become state owned), they saw the </a:t>
            </a:r>
            <a:r>
              <a:rPr lang="en-US" dirty="0" smtClean="0"/>
              <a:t>Weimar </a:t>
            </a:r>
            <a:r>
              <a:rPr lang="en-US" dirty="0"/>
              <a:t>government crumbling so voted Nazi (the wealthy also favored the </a:t>
            </a:r>
            <a:r>
              <a:rPr lang="en-US" dirty="0" smtClean="0"/>
              <a:t>Nazis </a:t>
            </a:r>
            <a:r>
              <a:rPr lang="en-US" dirty="0"/>
              <a:t>more ‘Kaiser’ style characteristics)</a:t>
            </a:r>
          </a:p>
        </p:txBody>
      </p:sp>
      <p:pic>
        <p:nvPicPr>
          <p:cNvPr id="4098" name="Picture 2" descr="https://upload.wikimedia.org/wikipedia/commons/thumb/6/6b/Von_Hindenburg.jpg/223px-Von_Hindenbur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9992" y="6172944"/>
            <a:ext cx="212407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upload.wikimedia.org/wikipedia/commons/thumb/9/9c/Neudeck.jpg/360px-Neudec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2520" y="6460976"/>
            <a:ext cx="3429000" cy="2066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a:xfrm>
            <a:off x="1270000" y="254000"/>
            <a:ext cx="10464800" cy="4127500"/>
          </a:xfrm>
          <a:ln/>
        </p:spPr>
        <p:txBody>
          <a:bodyPr/>
          <a:lstStyle/>
          <a:p>
            <a:r>
              <a:rPr lang="en-US"/>
              <a:t>Political Maneuvering Leading to Hitlers rise to Power (1930 - 33)</a:t>
            </a:r>
          </a:p>
        </p:txBody>
      </p:sp>
      <p:sp>
        <p:nvSpPr>
          <p:cNvPr id="28674" name="Rectangle 2"/>
          <p:cNvSpPr>
            <a:spLocks noGrp="1" noChangeArrowheads="1"/>
          </p:cNvSpPr>
          <p:nvPr>
            <p:ph idx="1"/>
          </p:nvPr>
        </p:nvSpPr>
        <p:spPr>
          <a:xfrm>
            <a:off x="336550" y="3724672"/>
            <a:ext cx="12331700" cy="4940300"/>
          </a:xfrm>
          <a:ln/>
        </p:spPr>
        <p:txBody>
          <a:bodyPr/>
          <a:lstStyle/>
          <a:p>
            <a:pPr marL="889000"/>
            <a:r>
              <a:rPr lang="en-US" dirty="0"/>
              <a:t>The complex political </a:t>
            </a:r>
            <a:r>
              <a:rPr lang="en-US" dirty="0" smtClean="0"/>
              <a:t>maneuvering </a:t>
            </a:r>
            <a:r>
              <a:rPr lang="en-US" dirty="0"/>
              <a:t>that led to Hitler gaining power in January 1933 </a:t>
            </a:r>
            <a:r>
              <a:rPr lang="en-US" dirty="0" smtClean="0"/>
              <a:t>involved </a:t>
            </a:r>
            <a:r>
              <a:rPr lang="en-US" dirty="0"/>
              <a:t>four main people</a:t>
            </a:r>
          </a:p>
          <a:p>
            <a:pPr marL="3378200" lvl="4"/>
            <a:r>
              <a:rPr lang="en-US" dirty="0">
                <a:ea typeface="Gill Sans" charset="0"/>
                <a:cs typeface="Gill Sans" charset="0"/>
              </a:rPr>
              <a:t>President Hindenburg (elected 1925)</a:t>
            </a:r>
            <a:endParaRPr lang="en-US" dirty="0"/>
          </a:p>
          <a:p>
            <a:pPr marL="3378200" lvl="4"/>
            <a:r>
              <a:rPr lang="en-US" dirty="0">
                <a:ea typeface="Gill Sans" charset="0"/>
                <a:cs typeface="Gill Sans" charset="0"/>
              </a:rPr>
              <a:t>Von Schleicher</a:t>
            </a:r>
            <a:endParaRPr lang="en-US" dirty="0"/>
          </a:p>
          <a:p>
            <a:pPr marL="3378200" lvl="4"/>
            <a:r>
              <a:rPr lang="en-US" dirty="0">
                <a:ea typeface="Gill Sans" charset="0"/>
                <a:cs typeface="Gill Sans" charset="0"/>
              </a:rPr>
              <a:t>Von Papen</a:t>
            </a:r>
            <a:endParaRPr lang="en-US" dirty="0"/>
          </a:p>
        </p:txBody>
      </p:sp>
      <p:pic>
        <p:nvPicPr>
          <p:cNvPr id="5122" name="Picture 2" descr="Image result for von schleic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0110" y="6194822"/>
            <a:ext cx="1524000" cy="26098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upload.wikimedia.org/wikipedia/commons/thumb/6/6b/Von_Hindenburg.jpg/223px-Von_Hindenbur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312" y="6316960"/>
            <a:ext cx="1836384" cy="247047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von pap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7524" y="6168057"/>
            <a:ext cx="1895475" cy="26193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710312" y="8981256"/>
            <a:ext cx="6957938" cy="400110"/>
          </a:xfrm>
          <a:prstGeom prst="rect">
            <a:avLst/>
          </a:prstGeom>
          <a:noFill/>
        </p:spPr>
        <p:txBody>
          <a:bodyPr wrap="square" rtlCol="0">
            <a:spAutoFit/>
          </a:bodyPr>
          <a:lstStyle/>
          <a:p>
            <a:pPr algn="l"/>
            <a:r>
              <a:rPr lang="en-AU" sz="2000" dirty="0" smtClean="0"/>
              <a:t>Hindenburg                   </a:t>
            </a:r>
            <a:r>
              <a:rPr lang="en-AU" sz="2000" dirty="0"/>
              <a:t>von   </a:t>
            </a:r>
            <a:r>
              <a:rPr lang="en-AU" sz="2000" dirty="0" err="1" smtClean="0"/>
              <a:t>Schleicher</a:t>
            </a:r>
            <a:r>
              <a:rPr lang="en-AU" sz="2000" dirty="0" smtClean="0"/>
              <a:t>           von Papen</a:t>
            </a:r>
            <a:endParaRPr lang="en-AU"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p:nvPr>
        </p:nvSpPr>
        <p:spPr>
          <a:ln/>
        </p:spPr>
        <p:txBody>
          <a:bodyPr/>
          <a:lstStyle/>
          <a:p>
            <a:r>
              <a:rPr lang="en-US"/>
              <a:t>Von Papen and Von Schleicher</a:t>
            </a:r>
          </a:p>
        </p:txBody>
      </p:sp>
      <p:sp>
        <p:nvSpPr>
          <p:cNvPr id="29698" name="Rectangle 2"/>
          <p:cNvSpPr>
            <a:spLocks noGrp="1" noChangeArrowheads="1"/>
          </p:cNvSpPr>
          <p:nvPr>
            <p:ph idx="1"/>
          </p:nvPr>
        </p:nvSpPr>
        <p:spPr>
          <a:ln/>
        </p:spPr>
        <p:txBody>
          <a:bodyPr/>
          <a:lstStyle/>
          <a:p>
            <a:pPr marL="889000"/>
            <a:r>
              <a:rPr lang="en-US" dirty="0"/>
              <a:t>Von Papen -  Rich nationalist </a:t>
            </a:r>
            <a:r>
              <a:rPr lang="en-US" dirty="0" smtClean="0"/>
              <a:t>Catholic friend </a:t>
            </a:r>
            <a:r>
              <a:rPr lang="en-US" dirty="0"/>
              <a:t>of </a:t>
            </a:r>
            <a:r>
              <a:rPr lang="en-US" dirty="0" smtClean="0"/>
              <a:t>Hindenburg </a:t>
            </a:r>
            <a:r>
              <a:rPr lang="en-US" dirty="0"/>
              <a:t>distrusted Hitler</a:t>
            </a:r>
          </a:p>
          <a:p>
            <a:pPr marL="889000"/>
            <a:r>
              <a:rPr lang="en-US" dirty="0"/>
              <a:t>Von Schleicher - Army leader, advisor and </a:t>
            </a:r>
            <a:r>
              <a:rPr lang="en-US" dirty="0" smtClean="0"/>
              <a:t>friend </a:t>
            </a:r>
            <a:r>
              <a:rPr lang="en-US" dirty="0"/>
              <a:t>of Hindenburg. Supported Von Papen to start with. Distrusted Hitler</a:t>
            </a:r>
          </a:p>
        </p:txBody>
      </p:sp>
      <p:pic>
        <p:nvPicPr>
          <p:cNvPr id="4" name="Picture 2" descr="Image result for von schleic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152" y="5626525"/>
            <a:ext cx="1524000" cy="26098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von pap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4925" y="5626525"/>
            <a:ext cx="1895475" cy="26193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046016" y="8453124"/>
            <a:ext cx="6048672" cy="400110"/>
          </a:xfrm>
          <a:prstGeom prst="rect">
            <a:avLst/>
          </a:prstGeom>
          <a:noFill/>
        </p:spPr>
        <p:txBody>
          <a:bodyPr wrap="square" rtlCol="0">
            <a:spAutoFit/>
          </a:bodyPr>
          <a:lstStyle/>
          <a:p>
            <a:pPr algn="l"/>
            <a:r>
              <a:rPr lang="en-AU" sz="2000" dirty="0" smtClean="0"/>
              <a:t>                 </a:t>
            </a:r>
            <a:r>
              <a:rPr lang="en-AU" sz="2000" dirty="0"/>
              <a:t>von   </a:t>
            </a:r>
            <a:r>
              <a:rPr lang="en-AU" sz="2000" dirty="0" err="1" smtClean="0"/>
              <a:t>Schleicher</a:t>
            </a:r>
            <a:r>
              <a:rPr lang="en-AU" sz="2000" dirty="0" smtClean="0"/>
              <a:t>                von Papen</a:t>
            </a:r>
            <a:endParaRPr lang="en-AU"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Line 1"/>
          <p:cNvSpPr>
            <a:spLocks noChangeShapeType="1"/>
          </p:cNvSpPr>
          <p:nvPr/>
        </p:nvSpPr>
        <p:spPr bwMode="auto">
          <a:xfrm>
            <a:off x="9331325" y="4673600"/>
            <a:ext cx="185738" cy="34925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22" name="Rectangle 2"/>
          <p:cNvSpPr>
            <a:spLocks noGrp="1" noChangeArrowheads="1"/>
          </p:cNvSpPr>
          <p:nvPr>
            <p:ph type="title"/>
          </p:nvPr>
        </p:nvSpPr>
        <p:spPr>
          <a:ln/>
        </p:spPr>
        <p:txBody>
          <a:bodyPr/>
          <a:lstStyle/>
          <a:p>
            <a:r>
              <a:rPr lang="en-US"/>
              <a:t>Time Line of Events </a:t>
            </a:r>
          </a:p>
        </p:txBody>
      </p:sp>
      <p:sp>
        <p:nvSpPr>
          <p:cNvPr id="30723" name="Line 3"/>
          <p:cNvSpPr>
            <a:spLocks noChangeShapeType="1"/>
          </p:cNvSpPr>
          <p:nvPr/>
        </p:nvSpPr>
        <p:spPr bwMode="auto">
          <a:xfrm rot="10800000" flipH="1">
            <a:off x="893763" y="4518025"/>
            <a:ext cx="11215687" cy="55563"/>
          </a:xfrm>
          <a:prstGeom prst="line">
            <a:avLst/>
          </a:prstGeom>
          <a:noFill/>
          <a:ln w="25400" cap="flat">
            <a:solidFill>
              <a:schemeClr val="tx1"/>
            </a:solidFill>
            <a:prstDash val="solid"/>
            <a:miter lim="800000"/>
            <a:headEnd type="none" w="med" len="med"/>
            <a:tailEnd type="none" w="med" len="med"/>
          </a:ln>
        </p:spPr>
        <p:txBody>
          <a:bodyPr lIns="0" tIns="0" rIns="0" bIns="0"/>
          <a:lstStyle/>
          <a:p>
            <a:endParaRPr lang="en-GB"/>
          </a:p>
        </p:txBody>
      </p:sp>
      <p:sp>
        <p:nvSpPr>
          <p:cNvPr id="30724" name="Rectangle 4"/>
          <p:cNvSpPr>
            <a:spLocks/>
          </p:cNvSpPr>
          <p:nvPr/>
        </p:nvSpPr>
        <p:spPr bwMode="auto">
          <a:xfrm>
            <a:off x="863600" y="3797300"/>
            <a:ext cx="1181100" cy="723900"/>
          </a:xfrm>
          <a:prstGeom prst="rect">
            <a:avLst/>
          </a:prstGeom>
          <a:noFill/>
          <a:ln w="12700" cap="flat">
            <a:noFill/>
            <a:miter lim="800000"/>
            <a:headEnd type="none" w="med" len="med"/>
            <a:tailEnd type="none" w="med" len="med"/>
          </a:ln>
        </p:spPr>
        <p:txBody>
          <a:bodyPr wrap="none" lIns="0" tIns="0" rIns="0" bIns="0" anchor="ctr">
            <a:spAutoFit/>
          </a:bodyPr>
          <a:lstStyle/>
          <a:p>
            <a:r>
              <a:rPr lang="en-US">
                <a:solidFill>
                  <a:schemeClr val="tx1"/>
                </a:solidFill>
                <a:ea typeface="Gill Sans" charset="0"/>
                <a:cs typeface="Gill Sans" charset="0"/>
              </a:rPr>
              <a:t>1932</a:t>
            </a:r>
          </a:p>
        </p:txBody>
      </p:sp>
      <p:sp>
        <p:nvSpPr>
          <p:cNvPr id="30725" name="Line 5"/>
          <p:cNvSpPr>
            <a:spLocks noChangeShapeType="1"/>
          </p:cNvSpPr>
          <p:nvPr/>
        </p:nvSpPr>
        <p:spPr bwMode="auto">
          <a:xfrm flipH="1">
            <a:off x="4133850" y="4656138"/>
            <a:ext cx="138113" cy="998537"/>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26" name="Rectangle 6"/>
          <p:cNvSpPr>
            <a:spLocks/>
          </p:cNvSpPr>
          <p:nvPr/>
        </p:nvSpPr>
        <p:spPr bwMode="auto">
          <a:xfrm>
            <a:off x="2235200" y="5556250"/>
            <a:ext cx="2908300" cy="15240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July Elections - </a:t>
            </a:r>
          </a:p>
          <a:p>
            <a:r>
              <a:rPr lang="en-US" sz="2400">
                <a:solidFill>
                  <a:schemeClr val="tx1"/>
                </a:solidFill>
                <a:ea typeface="Gill Sans" charset="0"/>
                <a:cs typeface="Gill Sans" charset="0"/>
              </a:rPr>
              <a:t>Nazi Success</a:t>
            </a:r>
          </a:p>
          <a:p>
            <a:r>
              <a:rPr lang="en-US" sz="2400">
                <a:solidFill>
                  <a:schemeClr val="tx1"/>
                </a:solidFill>
                <a:ea typeface="Gill Sans" charset="0"/>
                <a:cs typeface="Gill Sans" charset="0"/>
              </a:rPr>
              <a:t>230 seats</a:t>
            </a:r>
          </a:p>
          <a:p>
            <a:r>
              <a:rPr lang="en-US" sz="2400">
                <a:solidFill>
                  <a:schemeClr val="tx1"/>
                </a:solidFill>
                <a:ea typeface="Gill Sans" charset="0"/>
                <a:cs typeface="Gill Sans" charset="0"/>
              </a:rPr>
              <a:t>Biggest party</a:t>
            </a:r>
          </a:p>
        </p:txBody>
      </p:sp>
      <p:sp>
        <p:nvSpPr>
          <p:cNvPr id="30727" name="Line 7"/>
          <p:cNvSpPr>
            <a:spLocks noChangeShapeType="1"/>
          </p:cNvSpPr>
          <p:nvPr/>
        </p:nvSpPr>
        <p:spPr bwMode="auto">
          <a:xfrm flipH="1">
            <a:off x="8589963" y="4594225"/>
            <a:ext cx="344487" cy="1122363"/>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28" name="Rectangle 8"/>
          <p:cNvSpPr>
            <a:spLocks/>
          </p:cNvSpPr>
          <p:nvPr/>
        </p:nvSpPr>
        <p:spPr bwMode="auto">
          <a:xfrm>
            <a:off x="7288218" y="8077222"/>
            <a:ext cx="4357718" cy="1371610"/>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Von </a:t>
            </a:r>
            <a:r>
              <a:rPr lang="en-US" sz="2400" dirty="0" smtClean="0">
                <a:solidFill>
                  <a:schemeClr val="tx1"/>
                </a:solidFill>
                <a:ea typeface="Gill Sans" charset="0"/>
                <a:cs typeface="Gill Sans" charset="0"/>
              </a:rPr>
              <a:t>Schleicher </a:t>
            </a:r>
            <a:r>
              <a:rPr lang="en-US" sz="2400" dirty="0">
                <a:solidFill>
                  <a:schemeClr val="tx1"/>
                </a:solidFill>
                <a:ea typeface="Gill Sans" charset="0"/>
                <a:cs typeface="Gill Sans" charset="0"/>
              </a:rPr>
              <a:t>loses support for Von Papen - wants to be chancellor himself</a:t>
            </a:r>
          </a:p>
          <a:p>
            <a:r>
              <a:rPr lang="en-US" sz="2400" dirty="0">
                <a:solidFill>
                  <a:schemeClr val="tx1"/>
                </a:solidFill>
                <a:ea typeface="Gill Sans" charset="0"/>
                <a:cs typeface="Gill Sans" charset="0"/>
              </a:rPr>
              <a:t>= Von Schleicher vs. Von Papen</a:t>
            </a:r>
          </a:p>
        </p:txBody>
      </p:sp>
      <p:sp>
        <p:nvSpPr>
          <p:cNvPr id="30729" name="Rectangle 9"/>
          <p:cNvSpPr>
            <a:spLocks/>
          </p:cNvSpPr>
          <p:nvPr/>
        </p:nvSpPr>
        <p:spPr bwMode="auto">
          <a:xfrm>
            <a:off x="6550025" y="5721350"/>
            <a:ext cx="2635250" cy="1524000"/>
          </a:xfrm>
          <a:prstGeom prst="rect">
            <a:avLst/>
          </a:prstGeom>
          <a:noFill/>
          <a:ln w="12700" cap="flat">
            <a:noFill/>
            <a:miter lim="800000"/>
            <a:headEnd type="none" w="med" len="med"/>
            <a:tailEnd type="none" w="med" len="med"/>
          </a:ln>
        </p:spPr>
        <p:txBody>
          <a:bodyPr wrap="none" lIns="0" tIns="0" rIns="0" bIns="0" anchor="ctr">
            <a:spAutoFit/>
          </a:bodyPr>
          <a:lstStyle/>
          <a:p>
            <a:r>
              <a:rPr lang="en-US" sz="2400">
                <a:solidFill>
                  <a:schemeClr val="tx1"/>
                </a:solidFill>
                <a:ea typeface="Gill Sans" charset="0"/>
                <a:cs typeface="Gill Sans" charset="0"/>
              </a:rPr>
              <a:t>November Elections</a:t>
            </a:r>
          </a:p>
          <a:p>
            <a:r>
              <a:rPr lang="en-US" sz="2400">
                <a:solidFill>
                  <a:schemeClr val="tx1"/>
                </a:solidFill>
                <a:ea typeface="Gill Sans" charset="0"/>
                <a:cs typeface="Gill Sans" charset="0"/>
              </a:rPr>
              <a:t>Nazi Failure</a:t>
            </a:r>
          </a:p>
          <a:p>
            <a:r>
              <a:rPr lang="en-US" sz="2400">
                <a:solidFill>
                  <a:schemeClr val="tx1"/>
                </a:solidFill>
                <a:ea typeface="Gill Sans" charset="0"/>
                <a:cs typeface="Gill Sans" charset="0"/>
              </a:rPr>
              <a:t>196 seats</a:t>
            </a:r>
          </a:p>
          <a:p>
            <a:r>
              <a:rPr lang="en-US" sz="2400">
                <a:solidFill>
                  <a:schemeClr val="tx1"/>
                </a:solidFill>
                <a:ea typeface="Gill Sans" charset="0"/>
                <a:cs typeface="Gill Sans" charset="0"/>
              </a:rPr>
              <a:t>Still biggest Party</a:t>
            </a:r>
          </a:p>
        </p:txBody>
      </p:sp>
      <p:sp>
        <p:nvSpPr>
          <p:cNvPr id="30730" name="Line 10"/>
          <p:cNvSpPr>
            <a:spLocks noChangeShapeType="1"/>
          </p:cNvSpPr>
          <p:nvPr/>
        </p:nvSpPr>
        <p:spPr bwMode="auto">
          <a:xfrm flipH="1">
            <a:off x="11574497" y="4719638"/>
            <a:ext cx="163476" cy="371476"/>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31" name="Rectangle 11"/>
          <p:cNvSpPr>
            <a:spLocks/>
          </p:cNvSpPr>
          <p:nvPr/>
        </p:nvSpPr>
        <p:spPr bwMode="auto">
          <a:xfrm>
            <a:off x="10325100" y="5591180"/>
            <a:ext cx="2298700" cy="2000264"/>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December 3rd 1932 - Von Papen loses support</a:t>
            </a:r>
          </a:p>
          <a:p>
            <a:r>
              <a:rPr lang="en-US" sz="2400" dirty="0">
                <a:solidFill>
                  <a:schemeClr val="tx1"/>
                </a:solidFill>
                <a:ea typeface="Gill Sans" charset="0"/>
                <a:cs typeface="Gill Sans" charset="0"/>
              </a:rPr>
              <a:t>Hindenburg reluctantly appoints </a:t>
            </a:r>
            <a:r>
              <a:rPr lang="en-US" sz="2400" dirty="0" smtClean="0">
                <a:solidFill>
                  <a:schemeClr val="tx1"/>
                </a:solidFill>
                <a:ea typeface="Gill Sans" charset="0"/>
                <a:cs typeface="Gill Sans" charset="0"/>
              </a:rPr>
              <a:t>von </a:t>
            </a:r>
            <a:r>
              <a:rPr lang="en-US" sz="2400" dirty="0">
                <a:solidFill>
                  <a:schemeClr val="tx1"/>
                </a:solidFill>
                <a:ea typeface="Gill Sans" charset="0"/>
                <a:cs typeface="Gill Sans" charset="0"/>
              </a:rPr>
              <a:t>S</a:t>
            </a:r>
            <a:r>
              <a:rPr lang="en-US" sz="2400" dirty="0" smtClean="0">
                <a:solidFill>
                  <a:schemeClr val="tx1"/>
                </a:solidFill>
                <a:ea typeface="Gill Sans" charset="0"/>
                <a:cs typeface="Gill Sans" charset="0"/>
              </a:rPr>
              <a:t>chleicher</a:t>
            </a:r>
            <a:endParaRPr lang="en-US" sz="2400" dirty="0">
              <a:solidFill>
                <a:schemeClr val="tx1"/>
              </a:solidFill>
              <a:ea typeface="Gill Sans" charset="0"/>
              <a:cs typeface="Gill Sans" charset="0"/>
            </a:endParaRPr>
          </a:p>
        </p:txBody>
      </p:sp>
      <p:sp>
        <p:nvSpPr>
          <p:cNvPr id="30732" name="Line 12"/>
          <p:cNvSpPr>
            <a:spLocks noChangeShapeType="1"/>
          </p:cNvSpPr>
          <p:nvPr/>
        </p:nvSpPr>
        <p:spPr bwMode="auto">
          <a:xfrm flipH="1">
            <a:off x="1787525" y="6616700"/>
            <a:ext cx="738188" cy="9080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33" name="Rectangle 13"/>
          <p:cNvSpPr>
            <a:spLocks/>
          </p:cNvSpPr>
          <p:nvPr/>
        </p:nvSpPr>
        <p:spPr bwMode="auto">
          <a:xfrm>
            <a:off x="0" y="7600950"/>
            <a:ext cx="5359400" cy="18796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Hitler requests to be Chancellor denied by Hindenburg. Instead Hindenburg appoints von papen as chancellor in coalition with Nazis - for their voting power  </a:t>
            </a:r>
          </a:p>
        </p:txBody>
      </p:sp>
      <p:sp>
        <p:nvSpPr>
          <p:cNvPr id="30734" name="Line 14"/>
          <p:cNvSpPr>
            <a:spLocks noChangeShapeType="1"/>
          </p:cNvSpPr>
          <p:nvPr/>
        </p:nvSpPr>
        <p:spPr bwMode="auto">
          <a:xfrm flipH="1">
            <a:off x="6837363" y="7264400"/>
            <a:ext cx="539750" cy="595313"/>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35" name="Rectangle 15"/>
          <p:cNvSpPr>
            <a:spLocks/>
          </p:cNvSpPr>
          <p:nvPr/>
        </p:nvSpPr>
        <p:spPr bwMode="auto">
          <a:xfrm>
            <a:off x="5532438" y="7823200"/>
            <a:ext cx="1841500" cy="1435100"/>
          </a:xfrm>
          <a:prstGeom prst="rect">
            <a:avLst/>
          </a:prstGeom>
          <a:noFill/>
          <a:ln w="12700" cap="flat">
            <a:noFill/>
            <a:miter lim="800000"/>
            <a:headEnd type="none" w="med" len="med"/>
            <a:tailEnd type="none" w="med" len="med"/>
          </a:ln>
        </p:spPr>
        <p:txBody>
          <a:bodyPr lIns="0" tIns="0" rIns="0" bIns="0" anchor="ctr"/>
          <a:lstStyle/>
          <a:p>
            <a:r>
              <a:rPr lang="en-US" sz="1800">
                <a:solidFill>
                  <a:schemeClr val="tx1"/>
                </a:solidFill>
                <a:ea typeface="Gill Sans" charset="0"/>
                <a:cs typeface="Gill Sans" charset="0"/>
              </a:rPr>
              <a:t>Yet again Hitler</a:t>
            </a:r>
          </a:p>
          <a:p>
            <a:r>
              <a:rPr lang="en-US" sz="1800">
                <a:solidFill>
                  <a:schemeClr val="tx1"/>
                </a:solidFill>
                <a:ea typeface="Gill Sans" charset="0"/>
                <a:cs typeface="Gill Sans" charset="0"/>
              </a:rPr>
              <a:t>Denied chancellorship </a:t>
            </a:r>
          </a:p>
          <a:p>
            <a:r>
              <a:rPr lang="en-US" sz="1800">
                <a:solidFill>
                  <a:schemeClr val="tx1"/>
                </a:solidFill>
                <a:ea typeface="Gill Sans" charset="0"/>
                <a:cs typeface="Gill Sans" charset="0"/>
              </a:rPr>
              <a:t>Given to Von Papen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Line 1"/>
          <p:cNvSpPr>
            <a:spLocks noChangeShapeType="1"/>
          </p:cNvSpPr>
          <p:nvPr/>
        </p:nvSpPr>
        <p:spPr bwMode="auto">
          <a:xfrm flipH="1">
            <a:off x="9482138" y="4602163"/>
            <a:ext cx="461962" cy="9144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46" name="Rectangle 2"/>
          <p:cNvSpPr>
            <a:spLocks noGrp="1" noChangeArrowheads="1"/>
          </p:cNvSpPr>
          <p:nvPr>
            <p:ph type="title"/>
          </p:nvPr>
        </p:nvSpPr>
        <p:spPr>
          <a:ln/>
        </p:spPr>
        <p:txBody>
          <a:bodyPr/>
          <a:lstStyle/>
          <a:p>
            <a:r>
              <a:rPr lang="en-US"/>
              <a:t>Time Line of Events </a:t>
            </a:r>
          </a:p>
        </p:txBody>
      </p:sp>
      <p:sp>
        <p:nvSpPr>
          <p:cNvPr id="31747" name="Line 3"/>
          <p:cNvSpPr>
            <a:spLocks noChangeShapeType="1"/>
          </p:cNvSpPr>
          <p:nvPr/>
        </p:nvSpPr>
        <p:spPr bwMode="auto">
          <a:xfrm rot="10800000" flipH="1">
            <a:off x="893763" y="4518025"/>
            <a:ext cx="11215687" cy="55563"/>
          </a:xfrm>
          <a:prstGeom prst="line">
            <a:avLst/>
          </a:prstGeom>
          <a:noFill/>
          <a:ln w="25400" cap="flat">
            <a:solidFill>
              <a:schemeClr val="tx1"/>
            </a:solidFill>
            <a:prstDash val="solid"/>
            <a:miter lim="800000"/>
            <a:headEnd type="none" w="med" len="med"/>
            <a:tailEnd type="none" w="med" len="med"/>
          </a:ln>
        </p:spPr>
        <p:txBody>
          <a:bodyPr lIns="0" tIns="0" rIns="0" bIns="0"/>
          <a:lstStyle/>
          <a:p>
            <a:endParaRPr lang="en-GB"/>
          </a:p>
        </p:txBody>
      </p:sp>
      <p:sp>
        <p:nvSpPr>
          <p:cNvPr id="31748" name="Rectangle 4"/>
          <p:cNvSpPr>
            <a:spLocks/>
          </p:cNvSpPr>
          <p:nvPr/>
        </p:nvSpPr>
        <p:spPr bwMode="auto">
          <a:xfrm>
            <a:off x="928688" y="3771900"/>
            <a:ext cx="2906712" cy="723900"/>
          </a:xfrm>
          <a:prstGeom prst="rect">
            <a:avLst/>
          </a:prstGeom>
          <a:noFill/>
          <a:ln w="12700" cap="flat">
            <a:noFill/>
            <a:miter lim="800000"/>
            <a:headEnd type="none" w="med" len="med"/>
            <a:tailEnd type="none" w="med" len="med"/>
          </a:ln>
        </p:spPr>
        <p:txBody>
          <a:bodyPr wrap="none" lIns="0" tIns="0" rIns="0" bIns="0" anchor="ctr">
            <a:spAutoFit/>
          </a:bodyPr>
          <a:lstStyle/>
          <a:p>
            <a:r>
              <a:rPr lang="en-US">
                <a:solidFill>
                  <a:schemeClr val="tx1"/>
                </a:solidFill>
                <a:ea typeface="Gill Sans" charset="0"/>
                <a:cs typeface="Gill Sans" charset="0"/>
              </a:rPr>
              <a:t>1933 January</a:t>
            </a:r>
          </a:p>
        </p:txBody>
      </p:sp>
      <p:sp>
        <p:nvSpPr>
          <p:cNvPr id="31749" name="Line 5"/>
          <p:cNvSpPr>
            <a:spLocks noChangeShapeType="1"/>
          </p:cNvSpPr>
          <p:nvPr/>
        </p:nvSpPr>
        <p:spPr bwMode="auto">
          <a:xfrm flipH="1">
            <a:off x="1885950" y="4719638"/>
            <a:ext cx="138113" cy="998537"/>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0" name="Line 6"/>
          <p:cNvSpPr>
            <a:spLocks noChangeShapeType="1"/>
          </p:cNvSpPr>
          <p:nvPr/>
        </p:nvSpPr>
        <p:spPr bwMode="auto">
          <a:xfrm flipH="1">
            <a:off x="5534025" y="4594225"/>
            <a:ext cx="250825" cy="11430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1" name="Line 7"/>
          <p:cNvSpPr>
            <a:spLocks noChangeShapeType="1"/>
          </p:cNvSpPr>
          <p:nvPr/>
        </p:nvSpPr>
        <p:spPr bwMode="auto">
          <a:xfrm flipH="1">
            <a:off x="11880850" y="4611688"/>
            <a:ext cx="63500" cy="2984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2" name="Rectangle 8"/>
          <p:cNvSpPr>
            <a:spLocks/>
          </p:cNvSpPr>
          <p:nvPr/>
        </p:nvSpPr>
        <p:spPr bwMode="auto">
          <a:xfrm>
            <a:off x="215856" y="5734056"/>
            <a:ext cx="2743200" cy="1168400"/>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4th</a:t>
            </a:r>
          </a:p>
          <a:p>
            <a:r>
              <a:rPr lang="en-US" sz="2400" dirty="0">
                <a:solidFill>
                  <a:schemeClr val="tx1"/>
                </a:solidFill>
                <a:ea typeface="Gill Sans" charset="0"/>
                <a:cs typeface="Gill Sans" charset="0"/>
              </a:rPr>
              <a:t>Von Schleicher weakening support</a:t>
            </a:r>
          </a:p>
        </p:txBody>
      </p:sp>
      <p:sp>
        <p:nvSpPr>
          <p:cNvPr id="31753" name="Rectangle 9"/>
          <p:cNvSpPr>
            <a:spLocks/>
          </p:cNvSpPr>
          <p:nvPr/>
        </p:nvSpPr>
        <p:spPr bwMode="auto">
          <a:xfrm>
            <a:off x="2887663" y="5861050"/>
            <a:ext cx="4229100" cy="18796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22nd</a:t>
            </a:r>
          </a:p>
          <a:p>
            <a:r>
              <a:rPr lang="en-US" sz="2400">
                <a:solidFill>
                  <a:schemeClr val="tx1"/>
                </a:solidFill>
                <a:ea typeface="Gill Sans" charset="0"/>
                <a:cs typeface="Gill Sans" charset="0"/>
              </a:rPr>
              <a:t>Von Papen </a:t>
            </a:r>
          </a:p>
          <a:p>
            <a:r>
              <a:rPr lang="en-US" sz="2400">
                <a:solidFill>
                  <a:schemeClr val="tx1"/>
                </a:solidFill>
                <a:ea typeface="Gill Sans" charset="0"/>
                <a:cs typeface="Gill Sans" charset="0"/>
              </a:rPr>
              <a:t>Again requests for</a:t>
            </a:r>
          </a:p>
          <a:p>
            <a:r>
              <a:rPr lang="en-US" sz="2400">
                <a:solidFill>
                  <a:schemeClr val="tx1"/>
                </a:solidFill>
                <a:ea typeface="Gill Sans" charset="0"/>
                <a:cs typeface="Gill Sans" charset="0"/>
              </a:rPr>
              <a:t>Hitler to become chancellor</a:t>
            </a:r>
          </a:p>
          <a:p>
            <a:r>
              <a:rPr lang="en-US" sz="2400">
                <a:solidFill>
                  <a:schemeClr val="tx1"/>
                </a:solidFill>
                <a:ea typeface="Gill Sans" charset="0"/>
                <a:cs typeface="Gill Sans" charset="0"/>
              </a:rPr>
              <a:t>Hindenburg Denies</a:t>
            </a:r>
          </a:p>
        </p:txBody>
      </p:sp>
      <p:sp>
        <p:nvSpPr>
          <p:cNvPr id="31754" name="Rectangle 10"/>
          <p:cNvSpPr>
            <a:spLocks/>
          </p:cNvSpPr>
          <p:nvPr/>
        </p:nvSpPr>
        <p:spPr bwMode="auto">
          <a:xfrm>
            <a:off x="6742113" y="5137150"/>
            <a:ext cx="3368675" cy="1524000"/>
          </a:xfrm>
          <a:prstGeom prst="rect">
            <a:avLst/>
          </a:prstGeom>
          <a:noFill/>
          <a:ln w="12700" cap="flat">
            <a:noFill/>
            <a:miter lim="800000"/>
            <a:headEnd type="none" w="med" len="med"/>
            <a:tailEnd type="none" w="med" len="med"/>
          </a:ln>
        </p:spPr>
        <p:txBody>
          <a:bodyPr wrap="none" lIns="0" tIns="0" rIns="0" bIns="0" anchor="ctr">
            <a:spAutoFit/>
          </a:bodyPr>
          <a:lstStyle/>
          <a:p>
            <a:r>
              <a:rPr lang="en-US" sz="2400">
                <a:solidFill>
                  <a:schemeClr val="tx1"/>
                </a:solidFill>
                <a:ea typeface="Gill Sans" charset="0"/>
                <a:cs typeface="Gill Sans" charset="0"/>
              </a:rPr>
              <a:t>28th</a:t>
            </a:r>
          </a:p>
          <a:p>
            <a:r>
              <a:rPr lang="en-US" sz="2400">
                <a:solidFill>
                  <a:schemeClr val="tx1"/>
                </a:solidFill>
                <a:ea typeface="Gill Sans" charset="0"/>
                <a:cs typeface="Gill Sans" charset="0"/>
              </a:rPr>
              <a:t>Von Schleicher has </a:t>
            </a:r>
          </a:p>
          <a:p>
            <a:r>
              <a:rPr lang="en-US" sz="2400">
                <a:solidFill>
                  <a:schemeClr val="tx1"/>
                </a:solidFill>
                <a:ea typeface="Gill Sans" charset="0"/>
                <a:cs typeface="Gill Sans" charset="0"/>
              </a:rPr>
              <a:t>Lost all support forced to </a:t>
            </a:r>
          </a:p>
          <a:p>
            <a:r>
              <a:rPr lang="en-US" sz="2400">
                <a:solidFill>
                  <a:schemeClr val="tx1"/>
                </a:solidFill>
                <a:ea typeface="Gill Sans" charset="0"/>
                <a:cs typeface="Gill Sans" charset="0"/>
              </a:rPr>
              <a:t>resign </a:t>
            </a:r>
          </a:p>
        </p:txBody>
      </p:sp>
      <p:sp>
        <p:nvSpPr>
          <p:cNvPr id="31755" name="Rectangle 11"/>
          <p:cNvSpPr>
            <a:spLocks/>
          </p:cNvSpPr>
          <p:nvPr/>
        </p:nvSpPr>
        <p:spPr bwMode="auto">
          <a:xfrm>
            <a:off x="9842500" y="4540250"/>
            <a:ext cx="3048000" cy="50800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30th</a:t>
            </a:r>
          </a:p>
          <a:p>
            <a:r>
              <a:rPr lang="en-US" sz="2400">
                <a:solidFill>
                  <a:schemeClr val="tx1"/>
                </a:solidFill>
                <a:ea typeface="Gill Sans" charset="0"/>
                <a:cs typeface="Gill Sans" charset="0"/>
              </a:rPr>
              <a:t>Hindenburg wants </a:t>
            </a:r>
          </a:p>
          <a:p>
            <a:r>
              <a:rPr lang="en-US" sz="2400">
                <a:solidFill>
                  <a:schemeClr val="tx1"/>
                </a:solidFill>
                <a:ea typeface="Gill Sans" charset="0"/>
                <a:cs typeface="Gill Sans" charset="0"/>
              </a:rPr>
              <a:t>Von Papen back as</a:t>
            </a:r>
          </a:p>
          <a:p>
            <a:r>
              <a:rPr lang="en-US" sz="2400">
                <a:solidFill>
                  <a:schemeClr val="tx1"/>
                </a:solidFill>
                <a:ea typeface="Gill Sans" charset="0"/>
                <a:cs typeface="Gill Sans" charset="0"/>
              </a:rPr>
              <a:t>Chancellor - but warned by advisors that this may cause Nazi revolt/Civil war =</a:t>
            </a:r>
          </a:p>
          <a:p>
            <a:r>
              <a:rPr lang="en-US" sz="2400">
                <a:solidFill>
                  <a:schemeClr val="tx1"/>
                </a:solidFill>
                <a:ea typeface="Gill Sans" charset="0"/>
                <a:cs typeface="Gill Sans" charset="0"/>
              </a:rPr>
              <a:t>Von Papen persuades Hindenburg that best solution is to make Hitler Chancellor and try and contoll him from inside = Hitler becomes chancellor</a:t>
            </a:r>
          </a:p>
        </p:txBody>
      </p:sp>
      <p:sp>
        <p:nvSpPr>
          <p:cNvPr id="31756" name="Line 12"/>
          <p:cNvSpPr>
            <a:spLocks noChangeShapeType="1"/>
          </p:cNvSpPr>
          <p:nvPr/>
        </p:nvSpPr>
        <p:spPr bwMode="auto">
          <a:xfrm flipH="1">
            <a:off x="858797" y="6877065"/>
            <a:ext cx="134937" cy="142876"/>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7" name="Rectangle 13"/>
          <p:cNvSpPr>
            <a:spLocks/>
          </p:cNvSpPr>
          <p:nvPr/>
        </p:nvSpPr>
        <p:spPr bwMode="auto">
          <a:xfrm>
            <a:off x="0" y="7234254"/>
            <a:ext cx="3048000" cy="2235200"/>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Von Papen see’s this as opportunity - switches support to Hitler - agrees to work with him in exchange for vice Chancellorship</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p:cNvSpPr>
          <p:nvPr/>
        </p:nvSpPr>
        <p:spPr bwMode="auto">
          <a:xfrm>
            <a:off x="12700" y="700336"/>
            <a:ext cx="12992100" cy="4292600"/>
          </a:xfrm>
          <a:prstGeom prst="rect">
            <a:avLst/>
          </a:prstGeom>
          <a:noFill/>
          <a:ln w="12700" cap="flat">
            <a:noFill/>
            <a:miter lim="800000"/>
            <a:headEnd type="none" w="med" len="med"/>
            <a:tailEnd type="none" w="med" len="med"/>
          </a:ln>
        </p:spPr>
        <p:txBody>
          <a:bodyPr lIns="0" tIns="0" rIns="0" bIns="0" anchor="ctr"/>
          <a:lstStyle/>
          <a:p>
            <a:r>
              <a:rPr lang="en-US" sz="9600" dirty="0">
                <a:solidFill>
                  <a:schemeClr val="tx1"/>
                </a:solidFill>
                <a:ea typeface="Gill Sans" charset="0"/>
                <a:cs typeface="Gill Sans" charset="0"/>
              </a:rPr>
              <a:t>Hitler Becomes Chancellor</a:t>
            </a:r>
          </a:p>
          <a:p>
            <a:r>
              <a:rPr lang="en-US" sz="9600" dirty="0">
                <a:solidFill>
                  <a:schemeClr val="tx1"/>
                </a:solidFill>
                <a:ea typeface="Gill Sans" charset="0"/>
                <a:cs typeface="Gill Sans" charset="0"/>
              </a:rPr>
              <a:t>30th January 1933</a:t>
            </a:r>
          </a:p>
        </p:txBody>
      </p:sp>
      <p:pic>
        <p:nvPicPr>
          <p:cNvPr id="3" name="Picture 2"/>
          <p:cNvPicPr>
            <a:picLocks noChangeAspect="1"/>
          </p:cNvPicPr>
          <p:nvPr/>
        </p:nvPicPr>
        <p:blipFill>
          <a:blip r:embed="rId2"/>
          <a:stretch>
            <a:fillRect/>
          </a:stretch>
        </p:blipFill>
        <p:spPr>
          <a:xfrm>
            <a:off x="3628430" y="5308848"/>
            <a:ext cx="5760640" cy="4130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ln/>
        </p:spPr>
        <p:txBody>
          <a:bodyPr/>
          <a:lstStyle/>
          <a:p>
            <a:r>
              <a:rPr lang="en-US"/>
              <a:t>Election Results Through Period</a:t>
            </a:r>
          </a:p>
        </p:txBody>
      </p:sp>
      <p:pic>
        <p:nvPicPr>
          <p:cNvPr id="5" name="Picture 2" descr="Image result for reichstag election results 1928-19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881" y="2860576"/>
            <a:ext cx="10767680" cy="5904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ln/>
        </p:spPr>
        <p:txBody>
          <a:bodyPr/>
          <a:lstStyle/>
          <a:p>
            <a:r>
              <a:rPr lang="en-US" dirty="0"/>
              <a:t>Summary</a:t>
            </a:r>
          </a:p>
        </p:txBody>
      </p:sp>
      <p:sp>
        <p:nvSpPr>
          <p:cNvPr id="34818" name="Oval 2"/>
          <p:cNvSpPr>
            <a:spLocks/>
          </p:cNvSpPr>
          <p:nvPr/>
        </p:nvSpPr>
        <p:spPr bwMode="auto">
          <a:xfrm>
            <a:off x="4283075" y="4418013"/>
            <a:ext cx="4425950" cy="2403475"/>
          </a:xfrm>
          <a:prstGeom prst="ellipse">
            <a:avLst/>
          </a:prstGeom>
          <a:gradFill rotWithShape="0">
            <a:gsLst>
              <a:gs pos="0">
                <a:srgbClr val="074EB3"/>
              </a:gs>
              <a:gs pos="100000">
                <a:srgbClr val="0B3280"/>
              </a:gs>
            </a:gsLst>
            <a:lin ang="5400000" scaled="1"/>
          </a:gradFill>
          <a:ln w="12700" cap="flat">
            <a:noFill/>
            <a:miter lim="800000"/>
            <a:headEnd type="none" w="med" len="med"/>
            <a:tailEnd type="none" w="med" len="med"/>
          </a:ln>
          <a:effectLst>
            <a:outerShdw algn="ctr" rotWithShape="0">
              <a:schemeClr val="bg2">
                <a:alpha val="79999"/>
              </a:schemeClr>
            </a:outerShdw>
          </a:effectLst>
        </p:spPr>
        <p:txBody>
          <a:bodyPr lIns="0" tIns="0" rIns="0" bIns="0"/>
          <a:lstStyle/>
          <a:p>
            <a:endParaRPr lang="en-GB"/>
          </a:p>
        </p:txBody>
      </p:sp>
      <p:sp>
        <p:nvSpPr>
          <p:cNvPr id="34819" name="Rectangle 3"/>
          <p:cNvSpPr>
            <a:spLocks/>
          </p:cNvSpPr>
          <p:nvPr/>
        </p:nvSpPr>
        <p:spPr bwMode="auto">
          <a:xfrm>
            <a:off x="4611688" y="4787900"/>
            <a:ext cx="3770312" cy="1663700"/>
          </a:xfrm>
          <a:prstGeom prst="rect">
            <a:avLst/>
          </a:prstGeom>
          <a:noFill/>
          <a:ln w="12700" cap="flat">
            <a:noFill/>
            <a:miter lim="800000"/>
            <a:headEnd type="none" w="med" len="med"/>
            <a:tailEnd type="none" w="med" len="med"/>
          </a:ln>
        </p:spPr>
        <p:txBody>
          <a:bodyPr wrap="none" lIns="0" tIns="0" rIns="0" bIns="0" anchor="ctr">
            <a:spAutoFit/>
          </a:bodyPr>
          <a:lstStyle/>
          <a:p>
            <a:r>
              <a:rPr lang="en-US" sz="3600">
                <a:solidFill>
                  <a:schemeClr val="tx1"/>
                </a:solidFill>
                <a:ea typeface="Gill Sans" charset="0"/>
                <a:cs typeface="Gill Sans" charset="0"/>
              </a:rPr>
              <a:t>Why did Hitler </a:t>
            </a:r>
          </a:p>
          <a:p>
            <a:r>
              <a:rPr lang="en-US" sz="3600">
                <a:solidFill>
                  <a:schemeClr val="tx1"/>
                </a:solidFill>
                <a:ea typeface="Gill Sans" charset="0"/>
                <a:cs typeface="Gill Sans" charset="0"/>
              </a:rPr>
              <a:t>Become Chancellor</a:t>
            </a:r>
          </a:p>
          <a:p>
            <a:r>
              <a:rPr lang="en-US" sz="3600">
                <a:solidFill>
                  <a:schemeClr val="tx1"/>
                </a:solidFill>
                <a:ea typeface="Gill Sans" charset="0"/>
                <a:cs typeface="Gill Sans" charset="0"/>
              </a:rPr>
              <a:t>In 1933?</a:t>
            </a:r>
          </a:p>
        </p:txBody>
      </p:sp>
      <p:sp>
        <p:nvSpPr>
          <p:cNvPr id="34820" name="Line 4"/>
          <p:cNvSpPr>
            <a:spLocks noChangeShapeType="1"/>
          </p:cNvSpPr>
          <p:nvPr/>
        </p:nvSpPr>
        <p:spPr bwMode="auto">
          <a:xfrm flipH="1">
            <a:off x="7620000" y="2749550"/>
            <a:ext cx="1154113" cy="17970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1" name="Rectangle 5"/>
          <p:cNvSpPr>
            <a:spLocks/>
          </p:cNvSpPr>
          <p:nvPr/>
        </p:nvSpPr>
        <p:spPr bwMode="auto">
          <a:xfrm>
            <a:off x="8401050" y="1917700"/>
            <a:ext cx="3835400" cy="1663700"/>
          </a:xfrm>
          <a:prstGeom prst="rect">
            <a:avLst/>
          </a:prstGeom>
          <a:noFill/>
          <a:ln w="12700" cap="flat">
            <a:noFill/>
            <a:miter lim="800000"/>
            <a:headEnd type="none" w="med" len="med"/>
            <a:tailEnd type="none" w="med" len="med"/>
          </a:ln>
        </p:spPr>
        <p:txBody>
          <a:bodyPr lIns="0" tIns="0" rIns="0" bIns="0" anchor="ctr"/>
          <a:lstStyle/>
          <a:p>
            <a:r>
              <a:rPr lang="en-US" sz="3600">
                <a:solidFill>
                  <a:schemeClr val="tx1"/>
                </a:solidFill>
                <a:ea typeface="Gill Sans" charset="0"/>
                <a:cs typeface="Gill Sans" charset="0"/>
              </a:rPr>
              <a:t>The weaknesses of the weimar government</a:t>
            </a:r>
          </a:p>
        </p:txBody>
      </p:sp>
      <p:sp>
        <p:nvSpPr>
          <p:cNvPr id="34822" name="Line 6"/>
          <p:cNvSpPr>
            <a:spLocks noChangeShapeType="1"/>
          </p:cNvSpPr>
          <p:nvPr/>
        </p:nvSpPr>
        <p:spPr bwMode="auto">
          <a:xfrm>
            <a:off x="3138488" y="3367088"/>
            <a:ext cx="1531937" cy="1487487"/>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3" name="Rectangle 7"/>
          <p:cNvSpPr>
            <a:spLocks/>
          </p:cNvSpPr>
          <p:nvPr/>
        </p:nvSpPr>
        <p:spPr bwMode="auto">
          <a:xfrm>
            <a:off x="-87313" y="2933700"/>
            <a:ext cx="3770313" cy="2705100"/>
          </a:xfrm>
          <a:prstGeom prst="rect">
            <a:avLst/>
          </a:prstGeom>
          <a:noFill/>
          <a:ln w="12700" cap="flat">
            <a:noFill/>
            <a:miter lim="800000"/>
            <a:headEnd type="none" w="med" len="med"/>
            <a:tailEnd type="none" w="med" len="med"/>
          </a:ln>
        </p:spPr>
        <p:txBody>
          <a:bodyPr lIns="0" tIns="0" rIns="0" bIns="0" anchor="ctr"/>
          <a:lstStyle/>
          <a:p>
            <a:r>
              <a:rPr lang="en-US" sz="3600">
                <a:solidFill>
                  <a:schemeClr val="tx1"/>
                </a:solidFill>
                <a:ea typeface="Gill Sans" charset="0"/>
                <a:cs typeface="Gill Sans" charset="0"/>
              </a:rPr>
              <a:t>Political Maneuvering between Von Schleicher and Von Papen</a:t>
            </a:r>
          </a:p>
        </p:txBody>
      </p:sp>
      <p:sp>
        <p:nvSpPr>
          <p:cNvPr id="34824" name="Line 8"/>
          <p:cNvSpPr>
            <a:spLocks noChangeShapeType="1"/>
          </p:cNvSpPr>
          <p:nvPr/>
        </p:nvSpPr>
        <p:spPr bwMode="auto">
          <a:xfrm rot="10800000" flipH="1">
            <a:off x="3108325" y="6527800"/>
            <a:ext cx="1841500" cy="10795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5" name="Rectangle 9"/>
          <p:cNvSpPr>
            <a:spLocks/>
          </p:cNvSpPr>
          <p:nvPr/>
        </p:nvSpPr>
        <p:spPr bwMode="auto">
          <a:xfrm>
            <a:off x="257175" y="7416800"/>
            <a:ext cx="3079750" cy="622300"/>
          </a:xfrm>
          <a:prstGeom prst="rect">
            <a:avLst/>
          </a:prstGeom>
          <a:noFill/>
          <a:ln w="12700" cap="flat">
            <a:noFill/>
            <a:miter lim="800000"/>
            <a:headEnd type="none" w="med" len="med"/>
            <a:tailEnd type="none" w="med" len="med"/>
          </a:ln>
        </p:spPr>
        <p:txBody>
          <a:bodyPr wrap="none" lIns="0" tIns="0" rIns="0" bIns="0" anchor="ctr">
            <a:spAutoFit/>
          </a:bodyPr>
          <a:lstStyle/>
          <a:p>
            <a:r>
              <a:rPr lang="en-US" sz="3600">
                <a:solidFill>
                  <a:schemeClr val="tx1"/>
                </a:solidFill>
                <a:ea typeface="Gill Sans" charset="0"/>
                <a:cs typeface="Gill Sans" charset="0"/>
              </a:rPr>
              <a:t>The Depression</a:t>
            </a:r>
          </a:p>
        </p:txBody>
      </p:sp>
      <p:sp>
        <p:nvSpPr>
          <p:cNvPr id="34826" name="Line 10"/>
          <p:cNvSpPr>
            <a:spLocks noChangeShapeType="1"/>
          </p:cNvSpPr>
          <p:nvPr/>
        </p:nvSpPr>
        <p:spPr bwMode="auto">
          <a:xfrm rot="10800000">
            <a:off x="6467475" y="6924675"/>
            <a:ext cx="31750" cy="1617663"/>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7" name="Rectangle 11"/>
          <p:cNvSpPr>
            <a:spLocks/>
          </p:cNvSpPr>
          <p:nvPr/>
        </p:nvSpPr>
        <p:spPr bwMode="auto">
          <a:xfrm>
            <a:off x="4225925" y="8750300"/>
            <a:ext cx="4540250" cy="622300"/>
          </a:xfrm>
          <a:prstGeom prst="rect">
            <a:avLst/>
          </a:prstGeom>
          <a:noFill/>
          <a:ln w="12700" cap="flat">
            <a:noFill/>
            <a:miter lim="800000"/>
            <a:headEnd type="none" w="med" len="med"/>
            <a:tailEnd type="none" w="med" len="med"/>
          </a:ln>
        </p:spPr>
        <p:txBody>
          <a:bodyPr wrap="none" lIns="0" tIns="0" rIns="0" bIns="0" anchor="ctr">
            <a:spAutoFit/>
          </a:bodyPr>
          <a:lstStyle/>
          <a:p>
            <a:r>
              <a:rPr lang="en-US" sz="3600">
                <a:solidFill>
                  <a:schemeClr val="tx1"/>
                </a:solidFill>
                <a:ea typeface="Gill Sans" charset="0"/>
                <a:cs typeface="Gill Sans" charset="0"/>
              </a:rPr>
              <a:t>Hitlers Leadership Skills</a:t>
            </a:r>
          </a:p>
        </p:txBody>
      </p:sp>
      <p:sp>
        <p:nvSpPr>
          <p:cNvPr id="34828" name="Line 12"/>
          <p:cNvSpPr>
            <a:spLocks noChangeShapeType="1"/>
          </p:cNvSpPr>
          <p:nvPr/>
        </p:nvSpPr>
        <p:spPr bwMode="auto">
          <a:xfrm rot="10800000">
            <a:off x="8575675" y="6151563"/>
            <a:ext cx="1782763" cy="11747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9" name="Rectangle 13"/>
          <p:cNvSpPr>
            <a:spLocks/>
          </p:cNvSpPr>
          <p:nvPr/>
        </p:nvSpPr>
        <p:spPr bwMode="auto">
          <a:xfrm>
            <a:off x="8915400" y="7404100"/>
            <a:ext cx="4152900" cy="1663700"/>
          </a:xfrm>
          <a:prstGeom prst="rect">
            <a:avLst/>
          </a:prstGeom>
          <a:noFill/>
          <a:ln w="12700" cap="flat">
            <a:noFill/>
            <a:miter lim="800000"/>
            <a:headEnd type="none" w="med" len="med"/>
            <a:tailEnd type="none" w="med" len="med"/>
          </a:ln>
        </p:spPr>
        <p:txBody>
          <a:bodyPr lIns="0" tIns="0" rIns="0" bIns="0" anchor="ctr"/>
          <a:lstStyle/>
          <a:p>
            <a:r>
              <a:rPr lang="en-US" sz="3600">
                <a:solidFill>
                  <a:schemeClr val="tx1"/>
                </a:solidFill>
                <a:ea typeface="Gill Sans" charset="0"/>
                <a:cs typeface="Gill Sans" charset="0"/>
              </a:rPr>
              <a:t>Nazi tactics (e.g. Goebells propaganda + SA)</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389" y="114903"/>
            <a:ext cx="11044014" cy="1380196"/>
          </a:xfrm>
        </p:spPr>
        <p:txBody>
          <a:bodyPr/>
          <a:lstStyle/>
          <a:p>
            <a:r>
              <a:rPr lang="en-AU" dirty="0" smtClean="0"/>
              <a:t>Source practice</a:t>
            </a:r>
            <a:endParaRPr lang="en-AU" dirty="0"/>
          </a:p>
        </p:txBody>
      </p:sp>
      <p:sp>
        <p:nvSpPr>
          <p:cNvPr id="4" name="TextBox 3"/>
          <p:cNvSpPr txBox="1"/>
          <p:nvPr/>
        </p:nvSpPr>
        <p:spPr>
          <a:xfrm>
            <a:off x="1893888" y="4156720"/>
            <a:ext cx="2088232" cy="3170099"/>
          </a:xfrm>
          <a:prstGeom prst="rect">
            <a:avLst/>
          </a:prstGeom>
          <a:noFill/>
        </p:spPr>
        <p:txBody>
          <a:bodyPr wrap="square" rtlCol="0">
            <a:spAutoFit/>
          </a:bodyPr>
          <a:lstStyle/>
          <a:p>
            <a:pPr algn="l"/>
            <a:r>
              <a:rPr lang="en-AU" sz="2000" dirty="0">
                <a:solidFill>
                  <a:schemeClr val="tx1"/>
                </a:solidFill>
              </a:rPr>
              <a:t>Eyes of Hate: Joseph Goebbels Scowling at Photographer Alfred Eisenstaedt After Finding Out He's Jewish, </a:t>
            </a:r>
            <a:r>
              <a:rPr lang="en-AU" sz="2000" dirty="0" smtClean="0">
                <a:solidFill>
                  <a:schemeClr val="tx1"/>
                </a:solidFill>
              </a:rPr>
              <a:t>1933</a:t>
            </a:r>
            <a:endParaRPr lang="en-AU" sz="2000" dirty="0">
              <a:solidFill>
                <a:schemeClr val="tx1"/>
              </a:solidFill>
            </a:endParaRPr>
          </a:p>
        </p:txBody>
      </p:sp>
      <p:pic>
        <p:nvPicPr>
          <p:cNvPr id="8194" name="Picture 2" descr="https://1.bp.blogspot.com/-7rdtXAAhyt4/WE6sxF1dUEI/AAAAAAACe0s/jC3phhTDCeMsmFiIZzCaT6ULMLNrrpzfgCLcB/s640/goebbels-in-geneva-193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376" y="1495099"/>
            <a:ext cx="5472608" cy="8033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956320"/>
      </p:ext>
    </p:extLst>
  </p:cSld>
  <p:clrMapOvr>
    <a:masterClrMapping/>
  </p:clrMapOvr>
  <p:timing>
    <p:tnLst>
      <p:par>
        <p:cTn id="1" dur="indefinite" restart="never" nodeType="tmRoot"/>
      </p:par>
    </p:tnLst>
  </p:timing>
</p:sld>
</file>

<file path=ppt/theme/_rels/theme12.xml.rels><?xml version="1.0" encoding="UTF-8" standalone="yes"?>
<Relationships xmlns="http://schemas.openxmlformats.org/package/2006/relationships"><Relationship Id="rId1" Type="http://schemas.openxmlformats.org/officeDocument/2006/relationships/image" Target="../media/image2.jpeg"/></Relationships>
</file>

<file path=ppt/theme/_rels/theme1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Bullets">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Bullets">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hoto - Horizontal">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Horizonta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Horizont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hoto - Horizontal Reflection">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Horizontal Reflectio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Horizontal Reflec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hoto - Vertical">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Vertica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Vertic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Photo - Vertical Reflection">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Vertical Reflectio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Vertical Reflec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Title - Top">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 Top">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 T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Blank">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Blank">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itle &amp; Bullets - Left">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amp; Bullets - Left">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mp; Bullets - Lef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Title &amp; Bullets - 2 Column">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amp; Bullets - 2 Colum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mp; Bullets - 2 Colum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Title &amp; Bullets - Right">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amp; Bullets - Right">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mp; Bullets - R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Title - Center">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 Center">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 Cen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13.xml><?xml version="1.0" encoding="utf-8"?>
<a:theme xmlns:a="http://schemas.openxmlformats.org/drawingml/2006/main" name="1_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otalTime>101</TotalTime>
  <Pages>0</Pages>
  <Words>854</Words>
  <Characters>0</Characters>
  <Application>Microsoft Office PowerPoint</Application>
  <PresentationFormat>Custom</PresentationFormat>
  <Lines>0</Lines>
  <Paragraphs>98</Paragraphs>
  <Slides>15</Slides>
  <Notes>0</Notes>
  <HiddenSlides>0</HiddenSlides>
  <MMClips>0</MMClips>
  <ScaleCrop>false</ScaleCrop>
  <HeadingPairs>
    <vt:vector size="6" baseType="variant">
      <vt:variant>
        <vt:lpstr>Fonts Used</vt:lpstr>
      </vt:variant>
      <vt:variant>
        <vt:i4>5</vt:i4>
      </vt:variant>
      <vt:variant>
        <vt:lpstr>Theme</vt:lpstr>
      </vt:variant>
      <vt:variant>
        <vt:i4>13</vt:i4>
      </vt:variant>
      <vt:variant>
        <vt:lpstr>Slide Titles</vt:lpstr>
      </vt:variant>
      <vt:variant>
        <vt:i4>15</vt:i4>
      </vt:variant>
    </vt:vector>
  </HeadingPairs>
  <TitlesOfParts>
    <vt:vector size="33" baseType="lpstr">
      <vt:lpstr>Calisto MT</vt:lpstr>
      <vt:lpstr>Gill Sans</vt:lpstr>
      <vt:lpstr>Trebuchet MS</vt:lpstr>
      <vt:lpstr>Wingdings 2</vt:lpstr>
      <vt:lpstr>ヒラギノ角ゴ ProN W3</vt:lpstr>
      <vt:lpstr>Bullets</vt:lpstr>
      <vt:lpstr>Photo - Horizontal</vt:lpstr>
      <vt:lpstr>Photo - Horizontal Reflection</vt:lpstr>
      <vt:lpstr>Photo - Vertical</vt:lpstr>
      <vt:lpstr>Photo - Vertical Reflection</vt:lpstr>
      <vt:lpstr>Title - Top</vt:lpstr>
      <vt:lpstr>Blank</vt:lpstr>
      <vt:lpstr>Title &amp; Bullets - Left</vt:lpstr>
      <vt:lpstr>Title &amp; Bullets - 2 Column</vt:lpstr>
      <vt:lpstr>Title &amp; Bullets - Right</vt:lpstr>
      <vt:lpstr>Title - Center</vt:lpstr>
      <vt:lpstr>Slate</vt:lpstr>
      <vt:lpstr>1_Slate</vt:lpstr>
      <vt:lpstr>Hitler to power 1930 - 1933</vt:lpstr>
      <vt:lpstr>Background</vt:lpstr>
      <vt:lpstr>Support</vt:lpstr>
      <vt:lpstr>Propaganda</vt:lpstr>
      <vt:lpstr>Propaganda</vt:lpstr>
      <vt:lpstr>Propaganda</vt:lpstr>
      <vt:lpstr>The rich (‘Junkers’) and middle class</vt:lpstr>
      <vt:lpstr>Political Maneuvering Leading to Hitlers rise to Power (1930 - 33)</vt:lpstr>
      <vt:lpstr>Von Papen and Von Schleicher</vt:lpstr>
      <vt:lpstr>Time Line of Events </vt:lpstr>
      <vt:lpstr>Time Line of Events </vt:lpstr>
      <vt:lpstr>PowerPoint Presentation</vt:lpstr>
      <vt:lpstr>Election Results Through Period</vt:lpstr>
      <vt:lpstr>Summary</vt:lpstr>
      <vt:lpstr>Source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Hitler to power 1930 - 1933</dc:title>
  <dc:creator>Chris</dc:creator>
  <cp:lastModifiedBy>HAWKES Natasha [Narrogin Senior High School]</cp:lastModifiedBy>
  <cp:revision>14</cp:revision>
  <dcterms:modified xsi:type="dcterms:W3CDTF">2019-08-13T06:39:21Z</dcterms:modified>
</cp:coreProperties>
</file>