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747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18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71809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10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516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40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375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0744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9010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85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811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525E671-55CE-4B66-9B72-F01C0E743EA5}" type="datetimeFigureOut">
              <a:rPr lang="en-AU" smtClean="0"/>
              <a:t>17/10/2019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B1F1481-2E32-40DC-A37E-98F0E62AB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91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History Heroes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Term 4, Week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845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1026" name="Picture 2" descr="170px-Adolf_Hitler-19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613" y="2701636"/>
            <a:ext cx="2297910" cy="332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39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2050" name="Picture 2" descr="245px-Bundesarchiv_Bild_146-1968-101-20A,_Joseph_Goebb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1" r="15994" b="33932"/>
          <a:stretch>
            <a:fillRect/>
          </a:stretch>
        </p:blipFill>
        <p:spPr bwMode="auto">
          <a:xfrm>
            <a:off x="4588626" y="2821188"/>
            <a:ext cx="2330595" cy="321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7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3074" name="Picture 2" descr="Bundesarchiv_Bild_183-R99621,_Heinrich_Himml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2" r="510" b="15005"/>
          <a:stretch>
            <a:fillRect/>
          </a:stretch>
        </p:blipFill>
        <p:spPr bwMode="auto">
          <a:xfrm>
            <a:off x="4595966" y="2816051"/>
            <a:ext cx="2251759" cy="317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831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4098" name="Picture 2" descr="Bundesarchiv_Bild_102-13805,_Hermann_Gö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40" y="2638310"/>
            <a:ext cx="2370080" cy="3856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5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5122" name="Picture 2" descr="Bundesarchiv_Bild_102-15282A,_Ernst_Röh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0" t="4469" b="15672"/>
          <a:stretch>
            <a:fillRect/>
          </a:stretch>
        </p:blipFill>
        <p:spPr bwMode="auto">
          <a:xfrm>
            <a:off x="5120640" y="2701636"/>
            <a:ext cx="2454535" cy="355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758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11266" name="Picture 2" descr="Image result for david lloyd geor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512" y="2360814"/>
            <a:ext cx="3336046" cy="434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571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10242" name="Picture 2" descr="Image result for clemenc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940" y="2244436"/>
            <a:ext cx="3240504" cy="430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846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8194" name="Picture 2" descr="220px-Bundesarchiv_Bild_146II-849,_Rudolf_Heß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514" y="2837815"/>
            <a:ext cx="2166054" cy="318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630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9218" name="Picture 2" descr="Image result for woodrow wils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586" y="2642780"/>
            <a:ext cx="2431973" cy="368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17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depicted in this cartoon?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(4 marks)</a:t>
            </a:r>
            <a:endParaRPr lang="en-AU" dirty="0"/>
          </a:p>
        </p:txBody>
      </p:sp>
      <p:pic>
        <p:nvPicPr>
          <p:cNvPr id="12290" name="Picture 2" descr="Image result for nazi leaders carto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080" y="2044931"/>
            <a:ext cx="6572250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016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5117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1026" name="Picture 2" descr="170px-Adolf_Hitler-19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355" y="2576945"/>
            <a:ext cx="2297910" cy="332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85753" y="3707476"/>
            <a:ext cx="2244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Adolf Hitler</a:t>
            </a:r>
          </a:p>
          <a:p>
            <a:endParaRPr lang="en-AU" dirty="0"/>
          </a:p>
          <a:p>
            <a:r>
              <a:rPr lang="en-AU" dirty="0" smtClean="0"/>
              <a:t>Leader of the Nazi Party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5252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2050" name="Picture 2" descr="245px-Bundesarchiv_Bild_146-1968-101-20A,_Joseph_Goebb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1" r="15994" b="33932"/>
          <a:stretch>
            <a:fillRect/>
          </a:stretch>
        </p:blipFill>
        <p:spPr bwMode="auto">
          <a:xfrm>
            <a:off x="6458990" y="2701636"/>
            <a:ext cx="2330595" cy="321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78429" y="3749040"/>
            <a:ext cx="28013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Joseph Goebbels</a:t>
            </a:r>
          </a:p>
          <a:p>
            <a:endParaRPr lang="en-AU" dirty="0"/>
          </a:p>
          <a:p>
            <a:r>
              <a:rPr lang="en-AU" dirty="0" smtClean="0"/>
              <a:t>Minister for Propaganda and Public Enlightenment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1372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3074" name="Picture 2" descr="Bundesarchiv_Bild_183-R99621,_Heinrich_Himml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2" r="510" b="15005"/>
          <a:stretch>
            <a:fillRect/>
          </a:stretch>
        </p:blipFill>
        <p:spPr bwMode="auto">
          <a:xfrm>
            <a:off x="6250199" y="2701636"/>
            <a:ext cx="2251759" cy="317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11185" y="3674225"/>
            <a:ext cx="3009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Heinrich </a:t>
            </a:r>
            <a:r>
              <a:rPr lang="en-AU" dirty="0" smtClean="0"/>
              <a:t>Himmler</a:t>
            </a:r>
          </a:p>
          <a:p>
            <a:endParaRPr lang="en-AU" dirty="0"/>
          </a:p>
          <a:p>
            <a:r>
              <a:rPr lang="en-AU" dirty="0" smtClean="0"/>
              <a:t>Leader of the SS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41457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4098" name="Picture 2" descr="Bundesarchiv_Bild_102-13805,_Hermann_Gö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659" y="2555183"/>
            <a:ext cx="2370080" cy="3856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37113" y="3682538"/>
            <a:ext cx="28263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Hermann </a:t>
            </a:r>
            <a:r>
              <a:rPr lang="en-AU" dirty="0" err="1" smtClean="0"/>
              <a:t>Göring</a:t>
            </a:r>
            <a:endParaRPr lang="en-AU" dirty="0" smtClean="0"/>
          </a:p>
          <a:p>
            <a:endParaRPr lang="en-AU" dirty="0"/>
          </a:p>
          <a:p>
            <a:r>
              <a:rPr lang="en-AU" dirty="0"/>
              <a:t>Commander-in-Chief of the Luftwaffe (German Air Force), founder of the Gestapo in 1933, Minister of the Economic Four Year </a:t>
            </a:r>
            <a:r>
              <a:rPr lang="en-AU" dirty="0" smtClean="0"/>
              <a:t>Plan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1243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5122" name="Picture 2" descr="Bundesarchiv_Bild_102-15282A,_Ernst_Röh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0" t="4469" b="15672"/>
          <a:stretch>
            <a:fillRect/>
          </a:stretch>
        </p:blipFill>
        <p:spPr bwMode="auto">
          <a:xfrm>
            <a:off x="5569527" y="2410691"/>
            <a:ext cx="2454535" cy="355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28553" y="3749040"/>
            <a:ext cx="21862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Ernst </a:t>
            </a:r>
            <a:r>
              <a:rPr lang="en-AU" dirty="0" err="1" smtClean="0"/>
              <a:t>Röhm</a:t>
            </a:r>
            <a:endParaRPr lang="en-AU" dirty="0" smtClean="0"/>
          </a:p>
          <a:p>
            <a:endParaRPr lang="en-AU" dirty="0"/>
          </a:p>
          <a:p>
            <a:r>
              <a:rPr lang="en-AU" dirty="0" smtClean="0"/>
              <a:t>Leader of SA</a:t>
            </a:r>
          </a:p>
          <a:p>
            <a:r>
              <a:rPr lang="en-AU" dirty="0" smtClean="0"/>
              <a:t>Died in 1934 on the Night of the Long Knives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1586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11266" name="Picture 2" descr="Image result for david lloyd geor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512" y="2360814"/>
            <a:ext cx="3336046" cy="434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20982" y="3699164"/>
            <a:ext cx="25353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David Lloyd George</a:t>
            </a:r>
          </a:p>
          <a:p>
            <a:endParaRPr lang="en-AU" dirty="0"/>
          </a:p>
          <a:p>
            <a:r>
              <a:rPr lang="en-AU" dirty="0" smtClean="0"/>
              <a:t>Prime Minister of Great Britain, involved in deciding the terms of the Treaty of Versailles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1470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10242" name="Picture 2" descr="Image result for clemenc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041" y="2261062"/>
            <a:ext cx="3240504" cy="430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1229" y="3624349"/>
            <a:ext cx="30008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Georges Clemenceau</a:t>
            </a:r>
          </a:p>
          <a:p>
            <a:endParaRPr lang="en-AU" dirty="0"/>
          </a:p>
          <a:p>
            <a:r>
              <a:rPr lang="en-AU" dirty="0" smtClean="0"/>
              <a:t>Prime Minister of France during WW1, involved in deciding terms of Treaty of Versailles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1093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8194" name="Picture 2" descr="220px-Bundesarchiv_Bild_146II-849,_Rudolf_Heß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514" y="2837815"/>
            <a:ext cx="2166054" cy="318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79665" y="3715789"/>
            <a:ext cx="26101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Rudolf Hess</a:t>
            </a:r>
          </a:p>
          <a:p>
            <a:endParaRPr lang="en-AU" dirty="0"/>
          </a:p>
          <a:p>
            <a:r>
              <a:rPr lang="en-AU" dirty="0"/>
              <a:t>Deputy Führer to Adolf Hitler</a:t>
            </a:r>
          </a:p>
        </p:txBody>
      </p:sp>
    </p:spTree>
    <p:extLst>
      <p:ext uri="{BB962C8B-B14F-4D97-AF65-F5344CB8AC3E}">
        <p14:creationId xmlns:p14="http://schemas.microsoft.com/office/powerpoint/2010/main" val="537111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this?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(name, what were they know for? – 2 marks)</a:t>
            </a:r>
            <a:endParaRPr lang="en-AU" dirty="0"/>
          </a:p>
        </p:txBody>
      </p:sp>
      <p:pic>
        <p:nvPicPr>
          <p:cNvPr id="9218" name="Picture 2" descr="Image result for woodrow wils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586" y="2642780"/>
            <a:ext cx="2431973" cy="368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96044" y="3898669"/>
            <a:ext cx="27182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Woodrow Wilson</a:t>
            </a:r>
          </a:p>
          <a:p>
            <a:endParaRPr lang="en-AU" dirty="0"/>
          </a:p>
          <a:p>
            <a:r>
              <a:rPr lang="en-AU" dirty="0" smtClean="0"/>
              <a:t>President of USA during WW!, negotiated terms of Treaty of Versailles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94298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335877"/>
          </a:xfrm>
        </p:spPr>
        <p:txBody>
          <a:bodyPr>
            <a:normAutofit fontScale="90000"/>
          </a:bodyPr>
          <a:lstStyle/>
          <a:p>
            <a:r>
              <a:rPr lang="en-AU" sz="5600" b="1" dirty="0" smtClean="0"/>
              <a:t>Who is depicted in this cartoon?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(4 marks)</a:t>
            </a:r>
            <a:endParaRPr lang="en-AU" dirty="0"/>
          </a:p>
        </p:txBody>
      </p:sp>
      <p:pic>
        <p:nvPicPr>
          <p:cNvPr id="12290" name="Picture 2" descr="Image result for nazi leaders carto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080" y="2044931"/>
            <a:ext cx="6572250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87978" y="3217025"/>
            <a:ext cx="24273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Adolf Hitler</a:t>
            </a:r>
          </a:p>
          <a:p>
            <a:endParaRPr lang="en-AU" dirty="0"/>
          </a:p>
          <a:p>
            <a:r>
              <a:rPr lang="en-AU" dirty="0" smtClean="0"/>
              <a:t>Benito Mussolini</a:t>
            </a:r>
          </a:p>
          <a:p>
            <a:endParaRPr lang="en-AU" dirty="0"/>
          </a:p>
          <a:p>
            <a:r>
              <a:rPr lang="en-AU" dirty="0" smtClean="0"/>
              <a:t>Joseph Stalin</a:t>
            </a:r>
          </a:p>
          <a:p>
            <a:endParaRPr lang="en-AU" dirty="0"/>
          </a:p>
          <a:p>
            <a:r>
              <a:rPr lang="en-AU" dirty="0"/>
              <a:t>Francisco Franco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967644" y="3042458"/>
            <a:ext cx="6641869" cy="4073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552306" y="3790604"/>
            <a:ext cx="2873432" cy="1745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131128" y="4380808"/>
            <a:ext cx="4749337" cy="17456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500062" y="5070765"/>
            <a:ext cx="3881640" cy="48049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255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2793076"/>
          </a:xfrm>
        </p:spPr>
        <p:txBody>
          <a:bodyPr>
            <a:normAutofit/>
          </a:bodyPr>
          <a:lstStyle/>
          <a:p>
            <a:r>
              <a:rPr lang="en-AU" dirty="0" smtClean="0"/>
              <a:t>Results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/22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47630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Source of the week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050" name="Picture 2" descr="Image result for revision sau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076" y="1828800"/>
            <a:ext cx="6024640" cy="451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469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nazi economy 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996" y="591589"/>
            <a:ext cx="7762511" cy="570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69855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31</TotalTime>
  <Words>225</Words>
  <Application>Microsoft Office PowerPoint</Application>
  <PresentationFormat>Widescreen</PresentationFormat>
  <Paragraphs>60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Century Schoolbook</vt:lpstr>
      <vt:lpstr>Wingdings 2</vt:lpstr>
      <vt:lpstr>View</vt:lpstr>
      <vt:lpstr>History Heroes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depicted in this cartoon?   (4 marks)</vt:lpstr>
      <vt:lpstr>ANSWERS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this?   (name, what were they know for? – 2 marks)</vt:lpstr>
      <vt:lpstr>Who is depicted in this cartoon?   (4 marks)</vt:lpstr>
      <vt:lpstr>Results  /22</vt:lpstr>
      <vt:lpstr>Source of the week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</dc:title>
  <dc:creator>HAWKES Natasha [Narrogin Senior High School]</dc:creator>
  <cp:lastModifiedBy>HAWKES Natasha [Narrogin Senior High School]</cp:lastModifiedBy>
  <cp:revision>5</cp:revision>
  <dcterms:created xsi:type="dcterms:W3CDTF">2019-10-16T05:59:06Z</dcterms:created>
  <dcterms:modified xsi:type="dcterms:W3CDTF">2019-10-17T02:15:33Z</dcterms:modified>
</cp:coreProperties>
</file>