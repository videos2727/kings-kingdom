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534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127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98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00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73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85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643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78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04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77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866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3015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506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55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382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173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01C8A30-E210-4CCA-A281-EDA8BC863055}" type="datetimeFigureOut">
              <a:rPr lang="en-AU" smtClean="0"/>
              <a:t>5/09/2019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5BDE209-B8F0-42ED-BDEB-B435D45EC1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792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5260" y="3979334"/>
            <a:ext cx="9440034" cy="1828801"/>
          </a:xfrm>
        </p:spPr>
        <p:txBody>
          <a:bodyPr/>
          <a:lstStyle/>
          <a:p>
            <a:r>
              <a:rPr lang="en-AU" dirty="0" smtClean="0"/>
              <a:t>History Heroes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260" y="5808133"/>
            <a:ext cx="9440034" cy="1049867"/>
          </a:xfrm>
        </p:spPr>
        <p:txBody>
          <a:bodyPr/>
          <a:lstStyle/>
          <a:p>
            <a:r>
              <a:rPr lang="en-AU" dirty="0" smtClean="0"/>
              <a:t>Week 7</a:t>
            </a:r>
            <a:endParaRPr lang="en-AU" dirty="0"/>
          </a:p>
        </p:txBody>
      </p:sp>
      <p:pic>
        <p:nvPicPr>
          <p:cNvPr id="1026" name="Picture 2" descr="f539fc8e-5e99-48e0-a9bc-4c1b763d2801@ausprd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239" y="150284"/>
            <a:ext cx="476250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17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1: What did Hitler believe the ideal Aryan looked like?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725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2: </a:t>
            </a:r>
            <a:r>
              <a:rPr lang="en-AU" dirty="0"/>
              <a:t>W</a:t>
            </a:r>
            <a:r>
              <a:rPr lang="en-AU" dirty="0" smtClean="0"/>
              <a:t>hat is eugenics?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410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3: There were two laws passed under what is known as ‘the Nuremberg Laws’, what are they called?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845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4: on what date were the Nuremberg Laws passed? (3 marks – day, month, year)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3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5: What is another name for</a:t>
            </a:r>
            <a:r>
              <a:rPr lang="en-AU" dirty="0"/>
              <a:t> Kristallnacht</a:t>
            </a:r>
            <a:r>
              <a:rPr lang="en-AU" dirty="0" smtClean="0"/>
              <a:t>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760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6: On what date did </a:t>
            </a:r>
            <a:r>
              <a:rPr lang="en-AU" dirty="0"/>
              <a:t> </a:t>
            </a:r>
            <a:r>
              <a:rPr lang="en-AU" dirty="0" smtClean="0"/>
              <a:t>Kristallnacht occur? (3 marks – days, month, year)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64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7: What was </a:t>
            </a:r>
            <a:r>
              <a:rPr lang="en-AU" dirty="0"/>
              <a:t> </a:t>
            </a:r>
            <a:r>
              <a:rPr lang="en-AU" dirty="0" smtClean="0"/>
              <a:t>Kristallnacht?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95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2050" name="Picture 2" descr="Image result for nazi answ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838" y="2068451"/>
            <a:ext cx="3975676" cy="298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58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1: What did Hitler believe the ideal Aryan looked like?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244436"/>
            <a:ext cx="10353762" cy="3546764"/>
          </a:xfrm>
        </p:spPr>
        <p:txBody>
          <a:bodyPr>
            <a:normAutofit/>
          </a:bodyPr>
          <a:lstStyle/>
          <a:p>
            <a:r>
              <a:rPr lang="en-AU" sz="4000" b="1" dirty="0" smtClean="0">
                <a:solidFill>
                  <a:srgbClr val="FF0000"/>
                </a:solidFill>
              </a:rPr>
              <a:t>Blond hair</a:t>
            </a:r>
          </a:p>
          <a:p>
            <a:r>
              <a:rPr lang="en-AU" sz="4000" b="1" dirty="0" smtClean="0">
                <a:solidFill>
                  <a:srgbClr val="FF0000"/>
                </a:solidFill>
              </a:rPr>
              <a:t>Blue eyes</a:t>
            </a:r>
          </a:p>
          <a:p>
            <a:r>
              <a:rPr lang="en-AU" sz="4000" b="1" dirty="0" smtClean="0">
                <a:solidFill>
                  <a:srgbClr val="FF0000"/>
                </a:solidFill>
              </a:rPr>
              <a:t>Tall </a:t>
            </a:r>
          </a:p>
          <a:p>
            <a:r>
              <a:rPr lang="en-AU" sz="4000" b="1" dirty="0" smtClean="0">
                <a:solidFill>
                  <a:srgbClr val="FF0000"/>
                </a:solidFill>
              </a:rPr>
              <a:t>Strong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99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2: </a:t>
            </a:r>
            <a:r>
              <a:rPr lang="en-AU" dirty="0"/>
              <a:t>W</a:t>
            </a:r>
            <a:r>
              <a:rPr lang="en-AU" dirty="0" smtClean="0"/>
              <a:t>hat is eugenics?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128058"/>
            <a:ext cx="10353762" cy="3663142"/>
          </a:xfrm>
        </p:spPr>
        <p:txBody>
          <a:bodyPr/>
          <a:lstStyle/>
          <a:p>
            <a:r>
              <a:rPr lang="en-AU" sz="4000" b="1" dirty="0">
                <a:solidFill>
                  <a:srgbClr val="FF0000"/>
                </a:solidFill>
              </a:rPr>
              <a:t>The science of improving a population by controlled breeding to increase the occurrence of desirable heritable characteristics.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4069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3: There were two laws passed under what is known as ‘the Nuremberg Laws’, what are they called?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618509"/>
            <a:ext cx="10353762" cy="3172691"/>
          </a:xfrm>
        </p:spPr>
        <p:txBody>
          <a:bodyPr>
            <a:normAutofit/>
          </a:bodyPr>
          <a:lstStyle/>
          <a:p>
            <a:r>
              <a:rPr lang="en-AU" sz="4000" b="1" dirty="0" smtClean="0">
                <a:solidFill>
                  <a:srgbClr val="FF0000"/>
                </a:solidFill>
              </a:rPr>
              <a:t>The </a:t>
            </a:r>
            <a:r>
              <a:rPr lang="en-AU" sz="4000" b="1" dirty="0">
                <a:solidFill>
                  <a:srgbClr val="FF0000"/>
                </a:solidFill>
              </a:rPr>
              <a:t>Reich Citizenship Law </a:t>
            </a:r>
          </a:p>
          <a:p>
            <a:r>
              <a:rPr lang="en-AU" sz="4000" b="1" dirty="0" smtClean="0">
                <a:solidFill>
                  <a:srgbClr val="FF0000"/>
                </a:solidFill>
              </a:rPr>
              <a:t>The </a:t>
            </a:r>
            <a:r>
              <a:rPr lang="en-AU" sz="4000" b="1" dirty="0">
                <a:solidFill>
                  <a:srgbClr val="FF0000"/>
                </a:solidFill>
              </a:rPr>
              <a:t>Law for the Protection of German Blood and German </a:t>
            </a:r>
            <a:r>
              <a:rPr lang="en-AU" sz="4000" b="1" dirty="0" smtClean="0">
                <a:solidFill>
                  <a:srgbClr val="FF0000"/>
                </a:solidFill>
              </a:rPr>
              <a:t>Honour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547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4: on what date were the Nuremberg Laws passed? (3 marks – day, month, year)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3025833"/>
            <a:ext cx="10353762" cy="2765367"/>
          </a:xfrm>
        </p:spPr>
        <p:txBody>
          <a:bodyPr>
            <a:normAutofit/>
          </a:bodyPr>
          <a:lstStyle/>
          <a:p>
            <a:r>
              <a:rPr lang="en-AU" sz="4000" b="1" dirty="0" smtClean="0">
                <a:solidFill>
                  <a:srgbClr val="FF0000"/>
                </a:solidFill>
              </a:rPr>
              <a:t>15</a:t>
            </a:r>
            <a:r>
              <a:rPr lang="en-AU" sz="4000" b="1" baseline="30000" dirty="0" smtClean="0">
                <a:solidFill>
                  <a:srgbClr val="FF0000"/>
                </a:solidFill>
              </a:rPr>
              <a:t>th</a:t>
            </a:r>
            <a:r>
              <a:rPr lang="en-AU" sz="4000" b="1" dirty="0" smtClean="0">
                <a:solidFill>
                  <a:srgbClr val="FF0000"/>
                </a:solidFill>
              </a:rPr>
              <a:t> September 1935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933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5: What is another name for</a:t>
            </a:r>
            <a:r>
              <a:rPr lang="en-AU" dirty="0"/>
              <a:t> Kristallnacht</a:t>
            </a:r>
            <a:r>
              <a:rPr lang="en-AU" dirty="0" smtClean="0"/>
              <a:t>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510444"/>
            <a:ext cx="10353762" cy="3280756"/>
          </a:xfrm>
        </p:spPr>
        <p:txBody>
          <a:bodyPr>
            <a:normAutofit/>
          </a:bodyPr>
          <a:lstStyle/>
          <a:p>
            <a:r>
              <a:rPr lang="en-AU" sz="4000" b="1" dirty="0" smtClean="0">
                <a:solidFill>
                  <a:srgbClr val="FF0000"/>
                </a:solidFill>
              </a:rPr>
              <a:t>The Night of Broken Glass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75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Question 6: On what date did </a:t>
            </a:r>
            <a:r>
              <a:rPr lang="en-AU" dirty="0"/>
              <a:t> </a:t>
            </a:r>
            <a:r>
              <a:rPr lang="en-AU" dirty="0" smtClean="0"/>
              <a:t>Kristallnacht occur? (3 marks – days, month, year)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3084022"/>
            <a:ext cx="10353762" cy="2707178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November 9–10, 1938</a:t>
            </a:r>
          </a:p>
        </p:txBody>
      </p:sp>
    </p:spTree>
    <p:extLst>
      <p:ext uri="{BB962C8B-B14F-4D97-AF65-F5344CB8AC3E}">
        <p14:creationId xmlns:p14="http://schemas.microsoft.com/office/powerpoint/2010/main" val="213814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7: What was </a:t>
            </a:r>
            <a:r>
              <a:rPr lang="en-AU" dirty="0"/>
              <a:t> </a:t>
            </a:r>
            <a:r>
              <a:rPr lang="en-AU" dirty="0" smtClean="0"/>
              <a:t>Kristallnacht?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302625"/>
            <a:ext cx="10353762" cy="3488575"/>
          </a:xfrm>
        </p:spPr>
        <p:txBody>
          <a:bodyPr/>
          <a:lstStyle/>
          <a:p>
            <a:r>
              <a:rPr lang="en-AU" sz="4000" b="1" dirty="0">
                <a:solidFill>
                  <a:srgbClr val="FF0000"/>
                </a:solidFill>
              </a:rPr>
              <a:t>The vandalism and destruction of Jewish-owned businesses, synagogues, and homes in Germany.</a:t>
            </a:r>
          </a:p>
          <a:p>
            <a:r>
              <a:rPr lang="en-US" sz="4000" b="1" dirty="0">
                <a:solidFill>
                  <a:srgbClr val="FF0000"/>
                </a:solidFill>
              </a:rPr>
              <a:t>30,000 Jewish males were rounded up and taken to concentration camps.</a:t>
            </a:r>
            <a:endParaRPr lang="en-AU" sz="4000" b="1" dirty="0">
              <a:solidFill>
                <a:srgbClr val="FF0000"/>
              </a:solidFill>
            </a:endParaRP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8411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week</a:t>
            </a:r>
            <a:endParaRPr lang="en-AU" dirty="0"/>
          </a:p>
        </p:txBody>
      </p:sp>
      <p:pic>
        <p:nvPicPr>
          <p:cNvPr id="3074" name="Picture 2" descr="Image result for german sau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431" y="1890390"/>
            <a:ext cx="4524490" cy="452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756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341" y="901175"/>
            <a:ext cx="4564292" cy="5399871"/>
          </a:xfrm>
        </p:spPr>
        <p:txBody>
          <a:bodyPr>
            <a:normAutofit/>
          </a:bodyPr>
          <a:lstStyle/>
          <a:p>
            <a:pPr marL="36900" indent="0">
              <a:lnSpc>
                <a:spcPct val="150000"/>
              </a:lnSpc>
              <a:buNone/>
            </a:pPr>
            <a:r>
              <a:rPr lang="en-AU" dirty="0" smtClean="0"/>
              <a:t>September </a:t>
            </a:r>
            <a:r>
              <a:rPr lang="en-AU" dirty="0"/>
              <a:t>1930 Reichstag </a:t>
            </a:r>
            <a:r>
              <a:rPr lang="en-AU" dirty="0" smtClean="0"/>
              <a:t>election. </a:t>
            </a:r>
          </a:p>
          <a:p>
            <a:pPr marL="36900" indent="0">
              <a:lnSpc>
                <a:spcPct val="150000"/>
              </a:lnSpc>
              <a:buNone/>
            </a:pPr>
            <a:endParaRPr lang="en-AU" dirty="0"/>
          </a:p>
          <a:p>
            <a:pPr marL="36900" indent="0">
              <a:lnSpc>
                <a:spcPct val="150000"/>
              </a:lnSpc>
              <a:buNone/>
            </a:pPr>
            <a:r>
              <a:rPr lang="en-AU" dirty="0" smtClean="0"/>
              <a:t>The </a:t>
            </a:r>
            <a:r>
              <a:rPr lang="en-AU" dirty="0"/>
              <a:t>red words coming from the snake are: </a:t>
            </a:r>
            <a:r>
              <a:rPr lang="en-AU" b="1" dirty="0"/>
              <a:t>usury, Versailles, unemployment, war guilt lie, Marxism, Bolshevism, lies and betrayal, inflation, Locarno, Dawes Pact, Young Plan, corruption, </a:t>
            </a:r>
            <a:r>
              <a:rPr lang="en-AU" b="1" dirty="0" err="1"/>
              <a:t>Barmat</a:t>
            </a:r>
            <a:r>
              <a:rPr lang="en-AU" b="1" dirty="0"/>
              <a:t>, </a:t>
            </a:r>
            <a:r>
              <a:rPr lang="en-AU" b="1" dirty="0" err="1"/>
              <a:t>Kutistker</a:t>
            </a:r>
            <a:r>
              <a:rPr lang="en-AU" b="1" dirty="0"/>
              <a:t>, </a:t>
            </a:r>
            <a:r>
              <a:rPr lang="en-AU" b="1" dirty="0" err="1"/>
              <a:t>Sklarek</a:t>
            </a:r>
            <a:r>
              <a:rPr lang="en-AU" b="1" dirty="0"/>
              <a:t> [the last three Jews involved in major financial scandals], prostitution, terror, civil war.</a:t>
            </a:r>
          </a:p>
        </p:txBody>
      </p:sp>
      <p:pic>
        <p:nvPicPr>
          <p:cNvPr id="4098" name="Picture 2" descr="Image result for nazi propaganda je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851" y="5303"/>
            <a:ext cx="4727171" cy="685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112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27</TotalTime>
  <Words>398</Words>
  <Application>Microsoft Office PowerPoint</Application>
  <PresentationFormat>Widescreen</PresentationFormat>
  <Paragraphs>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Calisto MT</vt:lpstr>
      <vt:lpstr>Trebuchet MS</vt:lpstr>
      <vt:lpstr>Wingdings 2</vt:lpstr>
      <vt:lpstr>Slate</vt:lpstr>
      <vt:lpstr>History Heroes</vt:lpstr>
      <vt:lpstr>Question 1: What did Hitler believe the ideal Aryan looked like? (2 marks)</vt:lpstr>
      <vt:lpstr>Question 2: What is eugenics? (1 mark)</vt:lpstr>
      <vt:lpstr>Question 3: There were two laws passed under what is known as ‘the Nuremberg Laws’, what are they called? (2 marks)</vt:lpstr>
      <vt:lpstr>Question 4: on what date were the Nuremberg Laws passed? (3 marks – day, month, year)</vt:lpstr>
      <vt:lpstr>Question 5: What is another name for Kristallnacht? (1 mark)</vt:lpstr>
      <vt:lpstr>Question 6: On what date did  Kristallnacht occur? (3 marks – days, month, year)</vt:lpstr>
      <vt:lpstr>Question 7: What was  Kristallnacht? (1 mark)</vt:lpstr>
      <vt:lpstr>ANSWERS</vt:lpstr>
      <vt:lpstr>Question 1: What did Hitler believe the ideal Aryan looked like? (2 marks)</vt:lpstr>
      <vt:lpstr>Question 2: What is eugenics? (1 mark)</vt:lpstr>
      <vt:lpstr>Question 3: There were two laws passed under what is known as ‘the Nuremberg Laws’, what are they called? (2 marks)</vt:lpstr>
      <vt:lpstr>Question 4: on what date were the Nuremberg Laws passed? (3 marks – day, month, year)</vt:lpstr>
      <vt:lpstr>Question 5: What is another name for Kristallnacht? (1 mark)</vt:lpstr>
      <vt:lpstr>Question 6: On what date did  Kristallnacht occur? (3 marks – days, month, year)</vt:lpstr>
      <vt:lpstr>Question 7: What was  Kristallnacht? (1 mark)</vt:lpstr>
      <vt:lpstr>Source of the week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HAWKES Natasha [Narrogin Senior High School]</dc:creator>
  <cp:lastModifiedBy>HAWKES Natasha [Narrogin Senior High School]</cp:lastModifiedBy>
  <cp:revision>3</cp:revision>
  <dcterms:created xsi:type="dcterms:W3CDTF">2019-09-05T00:08:48Z</dcterms:created>
  <dcterms:modified xsi:type="dcterms:W3CDTF">2019-09-05T00:36:22Z</dcterms:modified>
</cp:coreProperties>
</file>