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1953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888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31934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73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207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76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3322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41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2689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61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171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FB15FA3-F226-40D3-80B3-FA2C8694B5DF}" type="datetimeFigureOut">
              <a:rPr lang="en-AU" smtClean="0"/>
              <a:t>15/08/2019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E095BD8-2A4E-4F0E-9307-D0ED7CC16C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56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0308" y="1064029"/>
            <a:ext cx="3759016" cy="5199611"/>
          </a:xfrm>
        </p:spPr>
        <p:txBody>
          <a:bodyPr/>
          <a:lstStyle/>
          <a:p>
            <a:r>
              <a:rPr lang="en-AU" dirty="0" smtClean="0"/>
              <a:t>History Heroes </a:t>
            </a:r>
            <a:br>
              <a:rPr lang="en-AU" dirty="0" smtClean="0"/>
            </a:br>
            <a:r>
              <a:rPr lang="en-AU" dirty="0" smtClean="0"/>
              <a:t>Week 4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37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1. What date did Hitler become Chancellor (3 marks – day, month, year)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119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2. What was Goebbels’ main role in the Nazi Party?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00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3. Who were the Junkers?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7083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161309"/>
          </a:xfrm>
        </p:spPr>
        <p:txBody>
          <a:bodyPr>
            <a:normAutofit fontScale="90000"/>
          </a:bodyPr>
          <a:lstStyle/>
          <a:p>
            <a:r>
              <a:rPr lang="en-AU" dirty="0"/>
              <a:t>4. The complex political </a:t>
            </a:r>
            <a:r>
              <a:rPr lang="en-AU" dirty="0" err="1" smtClean="0"/>
              <a:t>maneuvering</a:t>
            </a:r>
            <a:r>
              <a:rPr lang="en-AU" dirty="0" smtClean="0"/>
              <a:t> </a:t>
            </a:r>
            <a:r>
              <a:rPr lang="en-AU" dirty="0"/>
              <a:t>that led to Hitler gaining power in January 1933 involved four main </a:t>
            </a:r>
            <a:r>
              <a:rPr lang="en-AU" dirty="0" smtClean="0"/>
              <a:t>people: (4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734887"/>
            <a:ext cx="8595360" cy="3445250"/>
          </a:xfr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886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647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1. What date did Hitler become Chancellor (3 marks – day, month, year)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441469"/>
            <a:ext cx="8595360" cy="2738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</a:rPr>
              <a:t>30</a:t>
            </a:r>
            <a:r>
              <a:rPr lang="en-AU" sz="4000" baseline="30000" dirty="0" smtClean="0">
                <a:solidFill>
                  <a:srgbClr val="FF0000"/>
                </a:solidFill>
              </a:rPr>
              <a:t>th</a:t>
            </a:r>
            <a:r>
              <a:rPr lang="en-AU" sz="4000" dirty="0" smtClean="0">
                <a:solidFill>
                  <a:srgbClr val="FF0000"/>
                </a:solidFill>
              </a:rPr>
              <a:t> January 1933</a:t>
            </a:r>
            <a:endParaRPr lang="en-A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79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2. What was Goebbels’ main role in the Nazi Party?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325091"/>
            <a:ext cx="8595360" cy="2855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</a:rPr>
              <a:t>Minister for Propaganda</a:t>
            </a:r>
            <a:endParaRPr lang="en-A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862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3. Who were the Junkers?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740727"/>
            <a:ext cx="8595360" cy="2439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</a:rPr>
              <a:t>Rich landowners and businessmen</a:t>
            </a:r>
            <a:endParaRPr lang="en-A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280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59"/>
            <a:ext cx="9692640" cy="2161309"/>
          </a:xfrm>
        </p:spPr>
        <p:txBody>
          <a:bodyPr>
            <a:normAutofit fontScale="90000"/>
          </a:bodyPr>
          <a:lstStyle/>
          <a:p>
            <a:r>
              <a:rPr lang="en-AU" dirty="0"/>
              <a:t>4. The complex political </a:t>
            </a:r>
            <a:r>
              <a:rPr lang="en-AU" dirty="0" err="1" smtClean="0"/>
              <a:t>maneuvering</a:t>
            </a:r>
            <a:r>
              <a:rPr lang="en-AU" dirty="0" smtClean="0"/>
              <a:t> </a:t>
            </a:r>
            <a:r>
              <a:rPr lang="en-AU" dirty="0"/>
              <a:t>that led to Hitler gaining power in January 1933 involved four main </a:t>
            </a:r>
            <a:r>
              <a:rPr lang="en-AU" dirty="0" smtClean="0"/>
              <a:t>people: (4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167149"/>
            <a:ext cx="8595360" cy="3012988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AU" sz="4000" dirty="0" smtClean="0">
                <a:solidFill>
                  <a:srgbClr val="FF0000"/>
                </a:solidFill>
              </a:rPr>
              <a:t>Adolf Hitler</a:t>
            </a:r>
          </a:p>
          <a:p>
            <a:pPr marL="342900" indent="-342900">
              <a:buAutoNum type="arabicPeriod"/>
            </a:pPr>
            <a:r>
              <a:rPr lang="en-AU" sz="4000" dirty="0" smtClean="0">
                <a:solidFill>
                  <a:srgbClr val="FF0000"/>
                </a:solidFill>
              </a:rPr>
              <a:t>President Hindenburg</a:t>
            </a:r>
          </a:p>
          <a:p>
            <a:pPr marL="342900" indent="-342900">
              <a:buAutoNum type="arabicPeriod"/>
            </a:pPr>
            <a:r>
              <a:rPr lang="en-AU" sz="4000" dirty="0" smtClean="0">
                <a:solidFill>
                  <a:srgbClr val="FF0000"/>
                </a:solidFill>
              </a:rPr>
              <a:t>Von </a:t>
            </a:r>
            <a:r>
              <a:rPr lang="en-AU" sz="4000" dirty="0" err="1">
                <a:solidFill>
                  <a:srgbClr val="FF0000"/>
                </a:solidFill>
              </a:rPr>
              <a:t>S</a:t>
            </a:r>
            <a:r>
              <a:rPr lang="en-AU" sz="4000" dirty="0" err="1" smtClean="0">
                <a:solidFill>
                  <a:srgbClr val="FF0000"/>
                </a:solidFill>
              </a:rPr>
              <a:t>chleicher</a:t>
            </a:r>
            <a:endParaRPr lang="en-AU" sz="4000" dirty="0" smtClean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AU" sz="4000" dirty="0" smtClean="0">
                <a:solidFill>
                  <a:srgbClr val="FF0000"/>
                </a:solidFill>
              </a:rPr>
              <a:t>Von Papen</a:t>
            </a:r>
            <a:endParaRPr lang="en-A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546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RESULTS          /9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621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Source of the week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Image result for nutella sau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194" y="507076"/>
            <a:ext cx="4713909" cy="625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42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779" y="706583"/>
            <a:ext cx="2196223" cy="3183774"/>
          </a:xfrm>
        </p:spPr>
        <p:txBody>
          <a:bodyPr>
            <a:normAutofit fontScale="90000"/>
          </a:bodyPr>
          <a:lstStyle/>
          <a:p>
            <a:r>
              <a:rPr lang="en-AU" sz="3000" dirty="0" smtClean="0"/>
              <a:t>Nazi parade to celebrate Hitler’s appointment as Chancellor, 1933</a:t>
            </a:r>
            <a:endParaRPr lang="en-AU" sz="3000" dirty="0"/>
          </a:p>
        </p:txBody>
      </p:sp>
      <p:pic>
        <p:nvPicPr>
          <p:cNvPr id="2050" name="Picture 2" descr="Image result for nazi parade to celebrate hitlers chancell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618" y="133003"/>
            <a:ext cx="7604085" cy="670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74695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124</TotalTime>
  <Words>178</Words>
  <Application>Microsoft Office PowerPoint</Application>
  <PresentationFormat>Widescreen</PresentationFormat>
  <Paragraphs>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View</vt:lpstr>
      <vt:lpstr>History Heroes  Week 4</vt:lpstr>
      <vt:lpstr>1. What date did Hitler become Chancellor (3 marks – day, month, year)</vt:lpstr>
      <vt:lpstr>2. What was Goebbels’ main role in the Nazi Party? (1 mark)</vt:lpstr>
      <vt:lpstr>3. Who were the Junkers? (1 mark)</vt:lpstr>
      <vt:lpstr>4. The complex political maneuvering that led to Hitler gaining power in January 1933 involved four main people: (4 marks)</vt:lpstr>
      <vt:lpstr>ANSWERS</vt:lpstr>
      <vt:lpstr>1. What date did Hitler become Chancellor (3 marks – day, month, year)</vt:lpstr>
      <vt:lpstr>2. What was Goebbels’ main role in the Nazi Party? (1 mark)</vt:lpstr>
      <vt:lpstr>3. Who were the Junkers? (1 mark)</vt:lpstr>
      <vt:lpstr>4. The complex political maneuvering that led to Hitler gaining power in January 1933 involved four main people: (4 marks)</vt:lpstr>
      <vt:lpstr>RESULTS          /9</vt:lpstr>
      <vt:lpstr>Source of the week</vt:lpstr>
      <vt:lpstr>Nazi parade to celebrate Hitler’s appointment as Chancellor, 1933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  Week 4</dc:title>
  <dc:creator>HAWKES Natasha [Narrogin Senior High School]</dc:creator>
  <cp:lastModifiedBy>HAWKES Natasha [Narrogin Senior High School]</cp:lastModifiedBy>
  <cp:revision>4</cp:revision>
  <dcterms:created xsi:type="dcterms:W3CDTF">2019-08-15T00:36:22Z</dcterms:created>
  <dcterms:modified xsi:type="dcterms:W3CDTF">2019-08-15T02:40:31Z</dcterms:modified>
</cp:coreProperties>
</file>