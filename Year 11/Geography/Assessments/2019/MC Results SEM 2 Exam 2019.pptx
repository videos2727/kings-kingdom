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984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73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99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15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08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34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97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40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10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F3EC3-3250-4E39-932E-AD5EC6061923}" type="datetimeFigureOut">
              <a:rPr lang="en-AU" smtClean="0"/>
              <a:t>6/11/2019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4C67C-DE3C-4E55-8009-F8F7033A1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77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SEMESTER 2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Multiple Choice Results</a:t>
            </a:r>
          </a:p>
          <a:p>
            <a:r>
              <a:rPr lang="en-AU" dirty="0" smtClean="0"/>
              <a:t>Team Geography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145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81" y="298825"/>
            <a:ext cx="9599547" cy="593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1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31" y="398578"/>
            <a:ext cx="9563099" cy="59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0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05" y="448454"/>
            <a:ext cx="9363594" cy="57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64" y="390264"/>
            <a:ext cx="9521536" cy="58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2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440141"/>
            <a:ext cx="9147464" cy="565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4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43" y="481705"/>
            <a:ext cx="9554788" cy="59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9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73" y="381952"/>
            <a:ext cx="9945485" cy="61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1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17" y="448453"/>
            <a:ext cx="9272155" cy="573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7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31" y="564832"/>
            <a:ext cx="8947958" cy="55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1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97" y="332076"/>
            <a:ext cx="9405158" cy="58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9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59" y="631334"/>
            <a:ext cx="8631597" cy="533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3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39647"/>
            <a:ext cx="9006147" cy="556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6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25" y="315450"/>
            <a:ext cx="8914707" cy="551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8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14" y="498330"/>
            <a:ext cx="9172402" cy="567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1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72" y="672898"/>
            <a:ext cx="8798329" cy="54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9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14" y="564832"/>
            <a:ext cx="9122525" cy="564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6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29" y="731086"/>
            <a:ext cx="8898082" cy="55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60" y="456767"/>
            <a:ext cx="9155776" cy="566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5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55" y="606396"/>
            <a:ext cx="8839892" cy="54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1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632" y="589771"/>
            <a:ext cx="9247217" cy="57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2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</Words>
  <Application>Microsoft Office PowerPoint</Application>
  <PresentationFormat>Widescreen</PresentationFormat>
  <Paragraphs>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SEMESTER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DONAVON Rebecca [Narrogin Senior High School]</dc:creator>
  <cp:lastModifiedBy>DONAVON Rebecca [Narrogin Senior High School]</cp:lastModifiedBy>
  <cp:revision>4</cp:revision>
  <dcterms:created xsi:type="dcterms:W3CDTF">2019-11-06T03:17:05Z</dcterms:created>
  <dcterms:modified xsi:type="dcterms:W3CDTF">2019-11-06T07:05:52Z</dcterms:modified>
</cp:coreProperties>
</file>