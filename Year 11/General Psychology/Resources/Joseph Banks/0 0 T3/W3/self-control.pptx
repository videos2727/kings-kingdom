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2"/>
  </p:notesMasterIdLst>
  <p:sldIdLst>
    <p:sldId id="262" r:id="rId3"/>
    <p:sldId id="263" r:id="rId4"/>
    <p:sldId id="403" r:id="rId5"/>
    <p:sldId id="359" r:id="rId6"/>
    <p:sldId id="401" r:id="rId7"/>
    <p:sldId id="404" r:id="rId8"/>
    <p:sldId id="405" r:id="rId9"/>
    <p:sldId id="406" r:id="rId10"/>
    <p:sldId id="34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843"/>
    <p:restoredTop sz="95298"/>
  </p:normalViewPr>
  <p:slideViewPr>
    <p:cSldViewPr snapToGrid="0" snapToObjects="1">
      <p:cViewPr>
        <p:scale>
          <a:sx n="94" d="100"/>
          <a:sy n="94" d="100"/>
        </p:scale>
        <p:origin x="1024" y="4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1FAB6C-3138-6440-BC93-B4B889D09C18}" type="datetimeFigureOut">
              <a:rPr lang="en-US" smtClean="0"/>
              <a:t>8/4/21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1B88CF-89E8-E740-B754-A3753DCFCD84}" type="slidenum">
              <a:rPr lang="en-US" smtClean="0"/>
              <a:t>‹#›</a:t>
            </a:fld>
            <a:endParaRPr lang="en-US"/>
          </a:p>
        </p:txBody>
      </p:sp>
    </p:spTree>
    <p:extLst>
      <p:ext uri="{BB962C8B-B14F-4D97-AF65-F5344CB8AC3E}">
        <p14:creationId xmlns:p14="http://schemas.microsoft.com/office/powerpoint/2010/main" val="30545242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youtu.be</a:t>
            </a:r>
            <a:r>
              <a:rPr lang="en-US" dirty="0"/>
              <a:t>/BLtQaRrDsC4</a:t>
            </a:r>
          </a:p>
        </p:txBody>
      </p:sp>
      <p:sp>
        <p:nvSpPr>
          <p:cNvPr id="4" name="Slide Number Placeholder 3"/>
          <p:cNvSpPr>
            <a:spLocks noGrp="1"/>
          </p:cNvSpPr>
          <p:nvPr>
            <p:ph type="sldNum" sz="quarter" idx="5"/>
          </p:nvPr>
        </p:nvSpPr>
        <p:spPr/>
        <p:txBody>
          <a:bodyPr/>
          <a:lstStyle/>
          <a:p>
            <a:fld id="{201B88CF-89E8-E740-B754-A3753DCFCD84}" type="slidenum">
              <a:rPr lang="en-US" smtClean="0"/>
              <a:t>6</a:t>
            </a:fld>
            <a:endParaRPr lang="en-US"/>
          </a:p>
        </p:txBody>
      </p:sp>
    </p:spTree>
    <p:extLst>
      <p:ext uri="{BB962C8B-B14F-4D97-AF65-F5344CB8AC3E}">
        <p14:creationId xmlns:p14="http://schemas.microsoft.com/office/powerpoint/2010/main" val="212597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D9403-0A70-6342-AD93-9768B2D9399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0DB54347-3F03-124F-96EB-030C734605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325659E-A2D1-B748-A249-5D5B4D67E8FD}"/>
              </a:ext>
            </a:extLst>
          </p:cNvPr>
          <p:cNvSpPr>
            <a:spLocks noGrp="1"/>
          </p:cNvSpPr>
          <p:nvPr>
            <p:ph type="dt" sz="half" idx="10"/>
          </p:nvPr>
        </p:nvSpPr>
        <p:spPr/>
        <p:txBody>
          <a:bodyPr/>
          <a:lstStyle/>
          <a:p>
            <a:fld id="{47EAACE0-986B-954A-BDE6-68B4D7D9F963}" type="datetimeFigureOut">
              <a:rPr lang="en-US" smtClean="0"/>
              <a:t>8/4/21</a:t>
            </a:fld>
            <a:endParaRPr lang="en-US"/>
          </a:p>
        </p:txBody>
      </p:sp>
      <p:sp>
        <p:nvSpPr>
          <p:cNvPr id="5" name="Footer Placeholder 4">
            <a:extLst>
              <a:ext uri="{FF2B5EF4-FFF2-40B4-BE49-F238E27FC236}">
                <a16:creationId xmlns:a16="http://schemas.microsoft.com/office/drawing/2014/main" id="{EC866F3E-DC9C-7A42-B6AA-EE9329C57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32BB6A-4459-D440-A462-AB491D2E93DB}"/>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2006381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73771-2C5D-324E-96C1-1D0731351D0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399ADD6-06C2-0140-BC76-1998A0BB2A7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939CD7A-B170-7644-97DA-49A85FFE64CF}"/>
              </a:ext>
            </a:extLst>
          </p:cNvPr>
          <p:cNvSpPr>
            <a:spLocks noGrp="1"/>
          </p:cNvSpPr>
          <p:nvPr>
            <p:ph type="dt" sz="half" idx="10"/>
          </p:nvPr>
        </p:nvSpPr>
        <p:spPr/>
        <p:txBody>
          <a:bodyPr/>
          <a:lstStyle/>
          <a:p>
            <a:fld id="{47EAACE0-986B-954A-BDE6-68B4D7D9F963}" type="datetimeFigureOut">
              <a:rPr lang="en-US" smtClean="0"/>
              <a:t>8/4/21</a:t>
            </a:fld>
            <a:endParaRPr lang="en-US"/>
          </a:p>
        </p:txBody>
      </p:sp>
      <p:sp>
        <p:nvSpPr>
          <p:cNvPr id="5" name="Footer Placeholder 4">
            <a:extLst>
              <a:ext uri="{FF2B5EF4-FFF2-40B4-BE49-F238E27FC236}">
                <a16:creationId xmlns:a16="http://schemas.microsoft.com/office/drawing/2014/main" id="{B6DB10CC-78FB-B046-99D1-DC57EDA1D0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90E833-292B-2849-B271-F8640E733A4C}"/>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3103681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C990-558A-AE46-80F7-D4F77B03FC2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CA4EDAA-4286-C746-BE37-6BAFABA432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F44AA73-B1E1-2D41-9458-0FA447D7EB45}"/>
              </a:ext>
            </a:extLst>
          </p:cNvPr>
          <p:cNvSpPr>
            <a:spLocks noGrp="1"/>
          </p:cNvSpPr>
          <p:nvPr>
            <p:ph type="dt" sz="half" idx="10"/>
          </p:nvPr>
        </p:nvSpPr>
        <p:spPr/>
        <p:txBody>
          <a:bodyPr/>
          <a:lstStyle/>
          <a:p>
            <a:fld id="{47EAACE0-986B-954A-BDE6-68B4D7D9F963}" type="datetimeFigureOut">
              <a:rPr lang="en-US" smtClean="0"/>
              <a:t>8/4/21</a:t>
            </a:fld>
            <a:endParaRPr lang="en-US"/>
          </a:p>
        </p:txBody>
      </p:sp>
      <p:sp>
        <p:nvSpPr>
          <p:cNvPr id="5" name="Footer Placeholder 4">
            <a:extLst>
              <a:ext uri="{FF2B5EF4-FFF2-40B4-BE49-F238E27FC236}">
                <a16:creationId xmlns:a16="http://schemas.microsoft.com/office/drawing/2014/main" id="{0A8DFF87-2C57-4849-8357-2EF037D32D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4753EE-FC36-7C41-B550-E9A2EA45D76B}"/>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2752829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475A6-5B2E-5D4D-B8C3-87CE4BCEA9B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394974F-F3B7-BE45-9CE2-3F5CAD14F68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FD57523-300B-2945-B9DE-50200343B87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747CC82-CAA8-DC46-ADE1-A1C394DDC684}"/>
              </a:ext>
            </a:extLst>
          </p:cNvPr>
          <p:cNvSpPr>
            <a:spLocks noGrp="1"/>
          </p:cNvSpPr>
          <p:nvPr>
            <p:ph type="dt" sz="half" idx="10"/>
          </p:nvPr>
        </p:nvSpPr>
        <p:spPr/>
        <p:txBody>
          <a:bodyPr/>
          <a:lstStyle/>
          <a:p>
            <a:fld id="{47EAACE0-986B-954A-BDE6-68B4D7D9F963}" type="datetimeFigureOut">
              <a:rPr lang="en-US" smtClean="0"/>
              <a:t>8/4/21</a:t>
            </a:fld>
            <a:endParaRPr lang="en-US"/>
          </a:p>
        </p:txBody>
      </p:sp>
      <p:sp>
        <p:nvSpPr>
          <p:cNvPr id="6" name="Footer Placeholder 5">
            <a:extLst>
              <a:ext uri="{FF2B5EF4-FFF2-40B4-BE49-F238E27FC236}">
                <a16:creationId xmlns:a16="http://schemas.microsoft.com/office/drawing/2014/main" id="{6035D147-F3C5-0C42-9AFB-A75140B7EC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7E03AD-15F3-414D-930C-1B5AEABC8B0B}"/>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3930393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B1B44-9F47-A149-A10A-1687F36ECA86}"/>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C391B29-62C9-564B-A7C6-17C8E87FAD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153DD78-19AC-F244-84D1-3AAA433A27C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5B1DD53-EFE3-404D-B262-89B66C74DE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BACEBA4-5169-8B4B-92C3-0A0D1E0F9A2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646305B-45B6-0040-84CF-FF35B78E33D5}"/>
              </a:ext>
            </a:extLst>
          </p:cNvPr>
          <p:cNvSpPr>
            <a:spLocks noGrp="1"/>
          </p:cNvSpPr>
          <p:nvPr>
            <p:ph type="dt" sz="half" idx="10"/>
          </p:nvPr>
        </p:nvSpPr>
        <p:spPr/>
        <p:txBody>
          <a:bodyPr/>
          <a:lstStyle/>
          <a:p>
            <a:fld id="{47EAACE0-986B-954A-BDE6-68B4D7D9F963}" type="datetimeFigureOut">
              <a:rPr lang="en-US" smtClean="0"/>
              <a:t>8/4/21</a:t>
            </a:fld>
            <a:endParaRPr lang="en-US"/>
          </a:p>
        </p:txBody>
      </p:sp>
      <p:sp>
        <p:nvSpPr>
          <p:cNvPr id="8" name="Footer Placeholder 7">
            <a:extLst>
              <a:ext uri="{FF2B5EF4-FFF2-40B4-BE49-F238E27FC236}">
                <a16:creationId xmlns:a16="http://schemas.microsoft.com/office/drawing/2014/main" id="{BCB62CE6-4603-A948-A3DB-46FA184B78D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AB122EF-0C06-EE45-BAB2-384B428C4550}"/>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2005553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526B2-FE7B-FA44-901F-604F43CEC43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5ADD536-C96F-D846-93FC-DBA7EB65C44C}"/>
              </a:ext>
            </a:extLst>
          </p:cNvPr>
          <p:cNvSpPr>
            <a:spLocks noGrp="1"/>
          </p:cNvSpPr>
          <p:nvPr>
            <p:ph type="dt" sz="half" idx="10"/>
          </p:nvPr>
        </p:nvSpPr>
        <p:spPr/>
        <p:txBody>
          <a:bodyPr/>
          <a:lstStyle/>
          <a:p>
            <a:fld id="{47EAACE0-986B-954A-BDE6-68B4D7D9F963}" type="datetimeFigureOut">
              <a:rPr lang="en-US" smtClean="0"/>
              <a:t>8/4/21</a:t>
            </a:fld>
            <a:endParaRPr lang="en-US"/>
          </a:p>
        </p:txBody>
      </p:sp>
      <p:sp>
        <p:nvSpPr>
          <p:cNvPr id="4" name="Footer Placeholder 3">
            <a:extLst>
              <a:ext uri="{FF2B5EF4-FFF2-40B4-BE49-F238E27FC236}">
                <a16:creationId xmlns:a16="http://schemas.microsoft.com/office/drawing/2014/main" id="{D53951AF-46E5-964D-82E4-6EC18DA2D8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E21BC4-FBA5-9545-800E-B783DDAC8E23}"/>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3470498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0D2B45-6D3E-5140-9E1A-EA6BD1F7585D}"/>
              </a:ext>
            </a:extLst>
          </p:cNvPr>
          <p:cNvSpPr>
            <a:spLocks noGrp="1"/>
          </p:cNvSpPr>
          <p:nvPr>
            <p:ph type="dt" sz="half" idx="10"/>
          </p:nvPr>
        </p:nvSpPr>
        <p:spPr/>
        <p:txBody>
          <a:bodyPr/>
          <a:lstStyle/>
          <a:p>
            <a:fld id="{47EAACE0-986B-954A-BDE6-68B4D7D9F963}" type="datetimeFigureOut">
              <a:rPr lang="en-US" smtClean="0"/>
              <a:t>8/4/21</a:t>
            </a:fld>
            <a:endParaRPr lang="en-US"/>
          </a:p>
        </p:txBody>
      </p:sp>
      <p:sp>
        <p:nvSpPr>
          <p:cNvPr id="3" name="Footer Placeholder 2">
            <a:extLst>
              <a:ext uri="{FF2B5EF4-FFF2-40B4-BE49-F238E27FC236}">
                <a16:creationId xmlns:a16="http://schemas.microsoft.com/office/drawing/2014/main" id="{57CCA7E1-6DB7-5348-9A38-94A036A218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0C71B7-DFE4-0741-A4BB-22829005B463}"/>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3034590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1B3DB-7E96-B241-951E-E0213CB508F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795E2D9-6211-4F4B-90D8-E32643AD18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AFDE4D28-C849-1F4E-BEB1-4232BBBD46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EB73FAF-7209-E043-807C-C17A5520B8E7}"/>
              </a:ext>
            </a:extLst>
          </p:cNvPr>
          <p:cNvSpPr>
            <a:spLocks noGrp="1"/>
          </p:cNvSpPr>
          <p:nvPr>
            <p:ph type="dt" sz="half" idx="10"/>
          </p:nvPr>
        </p:nvSpPr>
        <p:spPr/>
        <p:txBody>
          <a:bodyPr/>
          <a:lstStyle/>
          <a:p>
            <a:fld id="{47EAACE0-986B-954A-BDE6-68B4D7D9F963}" type="datetimeFigureOut">
              <a:rPr lang="en-US" smtClean="0"/>
              <a:t>8/4/21</a:t>
            </a:fld>
            <a:endParaRPr lang="en-US"/>
          </a:p>
        </p:txBody>
      </p:sp>
      <p:sp>
        <p:nvSpPr>
          <p:cNvPr id="6" name="Footer Placeholder 5">
            <a:extLst>
              <a:ext uri="{FF2B5EF4-FFF2-40B4-BE49-F238E27FC236}">
                <a16:creationId xmlns:a16="http://schemas.microsoft.com/office/drawing/2014/main" id="{BE19F006-D4FB-EE42-A616-30D03C31B9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F3CA3F-1808-CB4E-942B-E869B8CE5E01}"/>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1396975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BFB93-FFEA-6B43-AC94-7159009E4E8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6F7D9EC-D130-1946-8998-11940C629B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a:extLst>
              <a:ext uri="{FF2B5EF4-FFF2-40B4-BE49-F238E27FC236}">
                <a16:creationId xmlns:a16="http://schemas.microsoft.com/office/drawing/2014/main" id="{B97D7668-5870-B446-A751-8DC3458983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870E1C2-86D2-B740-868A-F6676DD51124}"/>
              </a:ext>
            </a:extLst>
          </p:cNvPr>
          <p:cNvSpPr>
            <a:spLocks noGrp="1"/>
          </p:cNvSpPr>
          <p:nvPr>
            <p:ph type="dt" sz="half" idx="10"/>
          </p:nvPr>
        </p:nvSpPr>
        <p:spPr/>
        <p:txBody>
          <a:bodyPr/>
          <a:lstStyle/>
          <a:p>
            <a:fld id="{47EAACE0-986B-954A-BDE6-68B4D7D9F963}" type="datetimeFigureOut">
              <a:rPr lang="en-US" smtClean="0"/>
              <a:t>8/4/21</a:t>
            </a:fld>
            <a:endParaRPr lang="en-US"/>
          </a:p>
        </p:txBody>
      </p:sp>
      <p:sp>
        <p:nvSpPr>
          <p:cNvPr id="6" name="Footer Placeholder 5">
            <a:extLst>
              <a:ext uri="{FF2B5EF4-FFF2-40B4-BE49-F238E27FC236}">
                <a16:creationId xmlns:a16="http://schemas.microsoft.com/office/drawing/2014/main" id="{47ECBE31-E8B5-BF43-82AD-2FF081CD78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9355F8-0EDC-6D4C-85CC-3AC3BB229035}"/>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3591266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4E170-EF20-594A-A449-DC901974961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D584A1D-6C2C-2945-94AA-730A7F67CFF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CF1DD28-B73A-3B4D-B817-2A14D70162B2}"/>
              </a:ext>
            </a:extLst>
          </p:cNvPr>
          <p:cNvSpPr>
            <a:spLocks noGrp="1"/>
          </p:cNvSpPr>
          <p:nvPr>
            <p:ph type="dt" sz="half" idx="10"/>
          </p:nvPr>
        </p:nvSpPr>
        <p:spPr/>
        <p:txBody>
          <a:bodyPr/>
          <a:lstStyle/>
          <a:p>
            <a:fld id="{47EAACE0-986B-954A-BDE6-68B4D7D9F963}" type="datetimeFigureOut">
              <a:rPr lang="en-US" smtClean="0"/>
              <a:t>8/4/21</a:t>
            </a:fld>
            <a:endParaRPr lang="en-US"/>
          </a:p>
        </p:txBody>
      </p:sp>
      <p:sp>
        <p:nvSpPr>
          <p:cNvPr id="5" name="Footer Placeholder 4">
            <a:extLst>
              <a:ext uri="{FF2B5EF4-FFF2-40B4-BE49-F238E27FC236}">
                <a16:creationId xmlns:a16="http://schemas.microsoft.com/office/drawing/2014/main" id="{A224C8CE-002D-0947-9AC3-A3D63D6D64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96C238-FC97-594A-8BE5-F401E278D913}"/>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2689923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E7AD74-D535-EE47-9F94-E8712FCCB30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BB504AE-ACBE-694B-8C8A-48DA810EC93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E142C47-4ACA-904D-A9F0-5427F9FEE8D4}"/>
              </a:ext>
            </a:extLst>
          </p:cNvPr>
          <p:cNvSpPr>
            <a:spLocks noGrp="1"/>
          </p:cNvSpPr>
          <p:nvPr>
            <p:ph type="dt" sz="half" idx="10"/>
          </p:nvPr>
        </p:nvSpPr>
        <p:spPr/>
        <p:txBody>
          <a:bodyPr/>
          <a:lstStyle/>
          <a:p>
            <a:fld id="{47EAACE0-986B-954A-BDE6-68B4D7D9F963}" type="datetimeFigureOut">
              <a:rPr lang="en-US" smtClean="0"/>
              <a:t>8/4/21</a:t>
            </a:fld>
            <a:endParaRPr lang="en-US"/>
          </a:p>
        </p:txBody>
      </p:sp>
      <p:sp>
        <p:nvSpPr>
          <p:cNvPr id="5" name="Footer Placeholder 4">
            <a:extLst>
              <a:ext uri="{FF2B5EF4-FFF2-40B4-BE49-F238E27FC236}">
                <a16:creationId xmlns:a16="http://schemas.microsoft.com/office/drawing/2014/main" id="{E703A839-90C6-CA44-AA4A-5466C0449D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E918E6-8954-6145-826C-A4DF11243907}"/>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412708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249271" y="268288"/>
            <a:ext cx="7559040" cy="3900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8" name="Rectangle 7"/>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208929"/>
            <a:ext cx="7278624" cy="1048684"/>
          </a:xfrm>
        </p:spPr>
        <p:txBody>
          <a:bodyPr vert="horz" lIns="91440" tIns="45720" rIns="91440" bIns="45720" rtlCol="0" anchor="b" anchorCtr="0">
            <a:normAutofit/>
          </a:bodyPr>
          <a:lstStyle>
            <a:lvl1pPr algn="l" defTabSz="914400" rtl="0" eaLnBrk="1" latinLnBrk="0" hangingPunct="1">
              <a:spcBef>
                <a:spcPct val="0"/>
              </a:spcBef>
              <a:buNone/>
              <a:defRPr sz="4600" kern="1200">
                <a:solidFill>
                  <a:schemeClr val="accent1"/>
                </a:solidFill>
                <a:latin typeface="+mj-lt"/>
                <a:ea typeface="+mj-ea"/>
                <a:cs typeface="+mj-cs"/>
              </a:defRPr>
            </a:lvl1pPr>
          </a:lstStyle>
          <a:p>
            <a:r>
              <a:rPr lang="en-GB"/>
              <a:t>Click to edit Master title style</a:t>
            </a:r>
            <a:endParaRPr/>
          </a:p>
        </p:txBody>
      </p:sp>
      <p:sp>
        <p:nvSpPr>
          <p:cNvPr id="3" name="Subtitle 2"/>
          <p:cNvSpPr>
            <a:spLocks noGrp="1"/>
          </p:cNvSpPr>
          <p:nvPr>
            <p:ph type="subTitle" idx="1"/>
          </p:nvPr>
        </p:nvSpPr>
        <p:spPr>
          <a:xfrm>
            <a:off x="4267200" y="5257800"/>
            <a:ext cx="7278624" cy="621792"/>
          </a:xfrm>
        </p:spPr>
        <p:txBody>
          <a:bodyPr vert="horz" lIns="91440" tIns="45720" rIns="91440" bIns="45720" rtlCol="0">
            <a:normAutofit/>
          </a:bodyPr>
          <a:lstStyle>
            <a:lvl1pPr marL="0" indent="0" algn="l" defTabSz="914400" rtl="0" eaLnBrk="1" latinLnBrk="0" hangingPunct="1">
              <a:spcBef>
                <a:spcPts val="0"/>
              </a:spcBef>
              <a:buClr>
                <a:schemeClr val="accent1"/>
              </a:buClr>
              <a:buSzPct val="100000"/>
              <a:buFont typeface="Wingdings 2" pitchFamily="18" charset="2"/>
              <a:buNone/>
              <a:defRPr sz="1600" kern="1200">
                <a:solidFill>
                  <a:schemeClr val="tx2"/>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dirty="0"/>
          </a:p>
        </p:txBody>
      </p:sp>
      <p:sp>
        <p:nvSpPr>
          <p:cNvPr id="4" name="Date Placeholder 3"/>
          <p:cNvSpPr>
            <a:spLocks noGrp="1"/>
          </p:cNvSpPr>
          <p:nvPr>
            <p:ph type="dt" sz="half" idx="10"/>
          </p:nvPr>
        </p:nvSpPr>
        <p:spPr>
          <a:xfrm>
            <a:off x="4368800" y="390526"/>
            <a:ext cx="7339584" cy="365125"/>
          </a:xfrm>
        </p:spPr>
        <p:txBody>
          <a:bodyPr vert="horz" lIns="91440" tIns="45720" rIns="91440" bIns="45720" rtlCol="0" anchor="ctr"/>
          <a:lstStyle>
            <a:lvl1pPr marL="0" algn="r" defTabSz="914400" rtl="0" eaLnBrk="1" latinLnBrk="0" hangingPunct="1">
              <a:defRPr sz="2200" b="0" kern="1200" baseline="0">
                <a:solidFill>
                  <a:schemeClr val="bg1"/>
                </a:solidFill>
                <a:latin typeface="+mn-lt"/>
                <a:ea typeface="+mn-ea"/>
                <a:cs typeface="+mn-cs"/>
              </a:defRPr>
            </a:lvl1pPr>
          </a:lstStyle>
          <a:p>
            <a:fld id="{EB507C1E-5E0D-3E4D-8113-714502558754}" type="datetimeFigureOut">
              <a:rPr lang="en-US" smtClean="0"/>
              <a:t>8/4/21</a:t>
            </a:fld>
            <a:endParaRPr lang="en-US"/>
          </a:p>
        </p:txBody>
      </p:sp>
      <p:sp>
        <p:nvSpPr>
          <p:cNvPr id="5" name="Footer Placeholder 4"/>
          <p:cNvSpPr>
            <a:spLocks noGrp="1"/>
          </p:cNvSpPr>
          <p:nvPr>
            <p:ph type="ftr" sz="quarter" idx="11"/>
          </p:nvPr>
        </p:nvSpPr>
        <p:spPr>
          <a:xfrm>
            <a:off x="4291584" y="6356351"/>
            <a:ext cx="6315456" cy="365125"/>
          </a:xfrm>
        </p:spPr>
        <p:txBody>
          <a:bodyPr vert="horz" lIns="91440" tIns="45720" rIns="91440" bIns="45720" rtlCol="0" anchor="ctr"/>
          <a:lstStyle>
            <a:lvl1pPr marL="0" algn="l" defTabSz="914400" rtl="0" eaLnBrk="1" latinLnBrk="0" hangingPunct="1">
              <a:defRPr sz="1100" b="1" kern="1200">
                <a:solidFill>
                  <a:schemeClr val="tx2">
                    <a:lumMod val="60000"/>
                    <a:lumOff val="40000"/>
                  </a:schemeClr>
                </a:solidFill>
                <a:latin typeface="+mn-lt"/>
                <a:ea typeface="+mn-ea"/>
                <a:cs typeface="+mn-cs"/>
              </a:defRPr>
            </a:lvl1pPr>
          </a:lstStyle>
          <a:p>
            <a:endParaRPr lang="en-US"/>
          </a:p>
        </p:txBody>
      </p:sp>
      <p:sp>
        <p:nvSpPr>
          <p:cNvPr id="6" name="Slide Number Placeholder 5"/>
          <p:cNvSpPr>
            <a:spLocks noGrp="1"/>
          </p:cNvSpPr>
          <p:nvPr>
            <p:ph type="sldNum" sz="quarter" idx="12"/>
          </p:nvPr>
        </p:nvSpPr>
        <p:spPr>
          <a:xfrm>
            <a:off x="11008659"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CC611861-616C-A14E-8244-40FC50D01E26}" type="slidenum">
              <a:rPr lang="en-US" smtClean="0"/>
              <a:t>‹#›</a:t>
            </a:fld>
            <a:endParaRPr lang="en-US"/>
          </a:p>
        </p:txBody>
      </p:sp>
    </p:spTree>
    <p:extLst>
      <p:ext uri="{BB962C8B-B14F-4D97-AF65-F5344CB8AC3E}">
        <p14:creationId xmlns:p14="http://schemas.microsoft.com/office/powerpoint/2010/main" val="2363364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Content Placeholder 2"/>
          <p:cNvSpPr>
            <a:spLocks noGrp="1"/>
          </p:cNvSpPr>
          <p:nvPr>
            <p:ph idx="1"/>
          </p:nvPr>
        </p:nvSpPr>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EB507C1E-5E0D-3E4D-8113-714502558754}" type="datetimeFigureOut">
              <a:rPr lang="en-US" smtClean="0"/>
              <a:t>8/4/21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2533979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7" name="Rectangle 6"/>
          <p:cNvSpPr/>
          <p:nvPr/>
        </p:nvSpPr>
        <p:spPr>
          <a:xfrm>
            <a:off x="4249271" y="268288"/>
            <a:ext cx="7559040" cy="2560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171950"/>
            <a:ext cx="7277225" cy="1085850"/>
          </a:xfrm>
        </p:spPr>
        <p:txBody>
          <a:bodyPr>
            <a:normAutofit/>
          </a:bodyPr>
          <a:lstStyle>
            <a:lvl1pPr>
              <a:defRPr sz="4600"/>
            </a:lvl1pPr>
          </a:lstStyle>
          <a:p>
            <a:r>
              <a:rPr lang="en-GB"/>
              <a:t>Click to edit Master title style</a:t>
            </a:r>
            <a:endParaRPr/>
          </a:p>
        </p:txBody>
      </p:sp>
      <p:sp>
        <p:nvSpPr>
          <p:cNvPr id="3" name="Subtitle 2"/>
          <p:cNvSpPr>
            <a:spLocks noGrp="1"/>
          </p:cNvSpPr>
          <p:nvPr>
            <p:ph type="subTitle" idx="1"/>
          </p:nvPr>
        </p:nvSpPr>
        <p:spPr>
          <a:xfrm>
            <a:off x="4267201" y="5257800"/>
            <a:ext cx="7277224" cy="618565"/>
          </a:xfrm>
        </p:spPr>
        <p:txBody>
          <a:bodyPr>
            <a:normAutofit/>
          </a:bodyPr>
          <a:lstStyle>
            <a:lvl1pPr marL="0" indent="0" algn="l">
              <a:spcBef>
                <a:spcPct val="0"/>
              </a:spcBef>
              <a:buNone/>
              <a:defRPr sz="1600">
                <a:solidFill>
                  <a:schemeClr val="tx2"/>
                </a:solidFill>
              </a:defRPr>
            </a:lvl1pPr>
            <a:lvl2pPr marL="457200" indent="0" algn="ctr">
              <a:spcBef>
                <a:spcPct val="0"/>
              </a:spcBef>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dirty="0"/>
          </a:p>
        </p:txBody>
      </p:sp>
      <p:sp>
        <p:nvSpPr>
          <p:cNvPr id="4" name="Date Placeholder 3"/>
          <p:cNvSpPr>
            <a:spLocks noGrp="1"/>
          </p:cNvSpPr>
          <p:nvPr>
            <p:ph type="dt" sz="half" idx="10"/>
          </p:nvPr>
        </p:nvSpPr>
        <p:spPr>
          <a:xfrm>
            <a:off x="4368801" y="389966"/>
            <a:ext cx="7333129" cy="365125"/>
          </a:xfrm>
        </p:spPr>
        <p:txBody>
          <a:bodyPr/>
          <a:lstStyle>
            <a:lvl1pPr>
              <a:defRPr sz="2200" b="0" baseline="0">
                <a:solidFill>
                  <a:schemeClr val="bg1"/>
                </a:solidFill>
              </a:defRPr>
            </a:lvl1pPr>
          </a:lstStyle>
          <a:p>
            <a:fld id="{EB507C1E-5E0D-3E4D-8113-714502558754}" type="datetimeFigureOut">
              <a:rPr lang="en-US" smtClean="0"/>
              <a:t>8/4/21</a:t>
            </a:fld>
            <a:endParaRPr lang="en-US"/>
          </a:p>
        </p:txBody>
      </p:sp>
      <p:sp>
        <p:nvSpPr>
          <p:cNvPr id="5" name="Footer Placeholder 4"/>
          <p:cNvSpPr>
            <a:spLocks noGrp="1"/>
          </p:cNvSpPr>
          <p:nvPr>
            <p:ph type="ftr" sz="quarter" idx="11"/>
          </p:nvPr>
        </p:nvSpPr>
        <p:spPr>
          <a:xfrm>
            <a:off x="4285130" y="6356351"/>
            <a:ext cx="6312149" cy="365125"/>
          </a:xfrm>
        </p:spPr>
        <p:txBody>
          <a:bodyPr/>
          <a:lstStyle/>
          <a:p>
            <a:endParaRPr lang="en-US"/>
          </a:p>
        </p:txBody>
      </p:sp>
      <p:sp>
        <p:nvSpPr>
          <p:cNvPr id="6" name="Slide Number Placeholder 5"/>
          <p:cNvSpPr>
            <a:spLocks noGrp="1"/>
          </p:cNvSpPr>
          <p:nvPr>
            <p:ph type="sldNum" sz="quarter" idx="12"/>
          </p:nvPr>
        </p:nvSpPr>
        <p:spPr>
          <a:xfrm>
            <a:off x="11020612"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4267201" y="2877671"/>
            <a:ext cx="7529156" cy="1280160"/>
          </a:xfrm>
        </p:spPr>
        <p:txBody>
          <a:bodyPr/>
          <a:lstStyle>
            <a:lvl1pPr>
              <a:buNone/>
              <a:defRPr/>
            </a:lvl1pPr>
          </a:lstStyle>
          <a:p>
            <a:r>
              <a:rPr lang="en-GB"/>
              <a:t>Click icon to add picture</a:t>
            </a:r>
            <a:endParaRPr/>
          </a:p>
        </p:txBody>
      </p:sp>
      <p:sp>
        <p:nvSpPr>
          <p:cNvPr id="10" name="Rectangle 9"/>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Tree>
    <p:extLst>
      <p:ext uri="{BB962C8B-B14F-4D97-AF65-F5344CB8AC3E}">
        <p14:creationId xmlns:p14="http://schemas.microsoft.com/office/powerpoint/2010/main" val="8061583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7" name="Rectangle 6"/>
          <p:cNvSpPr/>
          <p:nvPr/>
        </p:nvSpPr>
        <p:spPr>
          <a:xfrm>
            <a:off x="359833"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04565" y="914400"/>
            <a:ext cx="8677836" cy="1143000"/>
          </a:xfrm>
        </p:spPr>
        <p:txBody>
          <a:bodyPr/>
          <a:lstStyle/>
          <a:p>
            <a:r>
              <a:rPr lang="en-GB"/>
              <a:t>Click to edit Master title style</a:t>
            </a:r>
            <a:endParaRPr/>
          </a:p>
        </p:txBody>
      </p:sp>
      <p:sp>
        <p:nvSpPr>
          <p:cNvPr id="3" name="Content Placeholder 2"/>
          <p:cNvSpPr>
            <a:spLocks noGrp="1"/>
          </p:cNvSpPr>
          <p:nvPr>
            <p:ph idx="1"/>
          </p:nvPr>
        </p:nvSpPr>
        <p:spPr>
          <a:xfrm>
            <a:off x="2904565" y="2209801"/>
            <a:ext cx="8677836" cy="3916363"/>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EB507C1E-5E0D-3E4D-8113-714502558754}" type="datetimeFigureOut">
              <a:rPr lang="en-US" smtClean="0"/>
              <a:t>8/4/21</a:t>
            </a:fld>
            <a:endParaRPr lang="en-US"/>
          </a:p>
        </p:txBody>
      </p:sp>
      <p:sp>
        <p:nvSpPr>
          <p:cNvPr id="5" name="Footer Placeholder 4"/>
          <p:cNvSpPr>
            <a:spLocks noGrp="1"/>
          </p:cNvSpPr>
          <p:nvPr>
            <p:ph type="ftr" sz="quarter" idx="11"/>
          </p:nvPr>
        </p:nvSpPr>
        <p:spPr>
          <a:xfrm>
            <a:off x="2904564" y="6356351"/>
            <a:ext cx="6569136" cy="365125"/>
          </a:xfrm>
        </p:spPr>
        <p:txBody>
          <a:bodyPr/>
          <a:lstStyle/>
          <a:p>
            <a:endParaRPr lang="en-US"/>
          </a:p>
        </p:txBody>
      </p:sp>
      <p:sp>
        <p:nvSpPr>
          <p:cNvPr id="6" name="Slide Number Placeholder 5"/>
          <p:cNvSpPr>
            <a:spLocks noGrp="1"/>
          </p:cNvSpPr>
          <p:nvPr>
            <p:ph type="sldNum" sz="quarter" idx="12"/>
          </p:nvPr>
        </p:nvSpPr>
        <p:spPr>
          <a:xfrm>
            <a:off x="442259" y="361017"/>
            <a:ext cx="675341" cy="365125"/>
          </a:xfrm>
        </p:spPr>
        <p:txBody>
          <a:body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359833" y="1976718"/>
            <a:ext cx="2194560" cy="4625788"/>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1473061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10345270" y="268288"/>
            <a:ext cx="1465431" cy="635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46401" y="3429000"/>
            <a:ext cx="6621928" cy="1398494"/>
          </a:xfrm>
        </p:spPr>
        <p:txBody>
          <a:bodyPr anchor="b" anchorCtr="0"/>
          <a:lstStyle>
            <a:lvl1pPr algn="r">
              <a:defRPr sz="4600" b="0" cap="none" baseline="0"/>
            </a:lvl1pPr>
          </a:lstStyle>
          <a:p>
            <a:r>
              <a:rPr lang="en-GB"/>
              <a:t>Click to edit Master title style</a:t>
            </a:r>
            <a:endParaRPr/>
          </a:p>
        </p:txBody>
      </p:sp>
      <p:sp>
        <p:nvSpPr>
          <p:cNvPr id="3" name="Text Placeholder 2"/>
          <p:cNvSpPr>
            <a:spLocks noGrp="1"/>
          </p:cNvSpPr>
          <p:nvPr>
            <p:ph type="body" idx="1"/>
          </p:nvPr>
        </p:nvSpPr>
        <p:spPr>
          <a:xfrm>
            <a:off x="2946401"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416800" y="6356351"/>
            <a:ext cx="2163483" cy="365125"/>
          </a:xfrm>
        </p:spPr>
        <p:txBody>
          <a:bodyPr/>
          <a:lstStyle/>
          <a:p>
            <a:fld id="{EB507C1E-5E0D-3E4D-8113-714502558754}" type="datetimeFigureOut">
              <a:rPr lang="en-US" smtClean="0"/>
              <a:t>8/4/21</a:t>
            </a:fld>
            <a:endParaRPr lang="en-US"/>
          </a:p>
        </p:txBody>
      </p:sp>
      <p:sp>
        <p:nvSpPr>
          <p:cNvPr id="5" name="Footer Placeholder 4"/>
          <p:cNvSpPr>
            <a:spLocks noGrp="1"/>
          </p:cNvSpPr>
          <p:nvPr>
            <p:ph type="ftr" sz="quarter" idx="11"/>
          </p:nvPr>
        </p:nvSpPr>
        <p:spPr>
          <a:xfrm>
            <a:off x="233083" y="6356351"/>
            <a:ext cx="7082117" cy="365125"/>
          </a:xfrm>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2858072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7" name="Rectangle 6"/>
          <p:cNvSpPr/>
          <p:nvPr/>
        </p:nvSpPr>
        <p:spPr>
          <a:xfrm>
            <a:off x="359833" y="4773706"/>
            <a:ext cx="3962400" cy="18445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4960472" y="3429001"/>
            <a:ext cx="6621928" cy="1398494"/>
          </a:xfrm>
        </p:spPr>
        <p:txBody>
          <a:bodyPr anchor="b" anchorCtr="0"/>
          <a:lstStyle>
            <a:lvl1pPr algn="r">
              <a:defRPr sz="4600" b="0" cap="none" baseline="0"/>
            </a:lvl1pPr>
          </a:lstStyle>
          <a:p>
            <a:r>
              <a:rPr lang="en-GB"/>
              <a:t>Click to edit Master title style</a:t>
            </a:r>
            <a:endParaRPr/>
          </a:p>
        </p:txBody>
      </p:sp>
      <p:sp>
        <p:nvSpPr>
          <p:cNvPr id="3" name="Text Placeholder 2"/>
          <p:cNvSpPr>
            <a:spLocks noGrp="1"/>
          </p:cNvSpPr>
          <p:nvPr>
            <p:ph type="body" idx="1"/>
          </p:nvPr>
        </p:nvSpPr>
        <p:spPr>
          <a:xfrm>
            <a:off x="4960472"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6" name="Slide Number Placeholder 5"/>
          <p:cNvSpPr>
            <a:spLocks noGrp="1"/>
          </p:cNvSpPr>
          <p:nvPr>
            <p:ph type="sldNum" sz="quarter" idx="12"/>
          </p:nvPr>
        </p:nvSpPr>
        <p:spPr>
          <a:xfrm>
            <a:off x="468283" y="6104966"/>
            <a:ext cx="675341" cy="365125"/>
          </a:xfrm>
        </p:spPr>
        <p:txBody>
          <a:body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359832" y="268288"/>
            <a:ext cx="3962400" cy="4438650"/>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6088888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Content Placeholder 3"/>
          <p:cNvSpPr>
            <a:spLocks noGrp="1"/>
          </p:cNvSpPr>
          <p:nvPr>
            <p:ph sz="half" idx="2"/>
          </p:nvPr>
        </p:nvSpPr>
        <p:spPr>
          <a:xfrm>
            <a:off x="570992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8/4/21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7398768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14400"/>
            <a:ext cx="9851136" cy="1143000"/>
          </a:xfrm>
        </p:spPr>
        <p:txBody>
          <a:bodyPr/>
          <a:lstStyle>
            <a:lvl1pPr>
              <a:defRPr/>
            </a:lvl1pPr>
          </a:lstStyle>
          <a:p>
            <a:r>
              <a:rPr lang="en-GB"/>
              <a:t>Click to edit Master title style</a:t>
            </a:r>
            <a:endParaRPr/>
          </a:p>
        </p:txBody>
      </p:sp>
      <p:sp>
        <p:nvSpPr>
          <p:cNvPr id="3" name="Text Placeholder 2"/>
          <p:cNvSpPr>
            <a:spLocks noGrp="1"/>
          </p:cNvSpPr>
          <p:nvPr>
            <p:ph type="body" idx="1"/>
          </p:nvPr>
        </p:nvSpPr>
        <p:spPr>
          <a:xfrm>
            <a:off x="609600"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Text Placeholder 4"/>
          <p:cNvSpPr>
            <a:spLocks noGrp="1"/>
          </p:cNvSpPr>
          <p:nvPr>
            <p:ph type="body" sz="quarter" idx="3"/>
          </p:nvPr>
        </p:nvSpPr>
        <p:spPr>
          <a:xfrm>
            <a:off x="5705855"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705855"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7" name="Date Placeholder 6"/>
          <p:cNvSpPr>
            <a:spLocks noGrp="1"/>
          </p:cNvSpPr>
          <p:nvPr>
            <p:ph type="dt" sz="half" idx="10"/>
          </p:nvPr>
        </p:nvSpPr>
        <p:spPr/>
        <p:txBody>
          <a:bodyPr/>
          <a:lstStyle/>
          <a:p>
            <a:fld id="{EB507C1E-5E0D-3E4D-8113-714502558754}" type="datetimeFigureOut">
              <a:rPr lang="en-US" smtClean="0"/>
              <a:t>8/4/21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6331731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609599" y="2214562"/>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8/4/21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609599" y="4224973"/>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25846402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8/4/21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0" name="Content Placeholder 2"/>
          <p:cNvSpPr>
            <a:spLocks noGrp="1"/>
          </p:cNvSpPr>
          <p:nvPr>
            <p:ph sz="half" idx="14"/>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4131788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8/4/21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1" name="Content Placeholder 2"/>
          <p:cNvSpPr>
            <a:spLocks noGrp="1"/>
          </p:cNvSpPr>
          <p:nvPr>
            <p:ph sz="half" idx="14"/>
          </p:nvPr>
        </p:nvSpPr>
        <p:spPr>
          <a:xfrm>
            <a:off x="60960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2" name="Content Placeholder 2"/>
          <p:cNvSpPr>
            <a:spLocks noGrp="1"/>
          </p:cNvSpPr>
          <p:nvPr>
            <p:ph sz="half" idx="15"/>
          </p:nvPr>
        </p:nvSpPr>
        <p:spPr>
          <a:xfrm>
            <a:off x="60960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6119255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Date Placeholder 2"/>
          <p:cNvSpPr>
            <a:spLocks noGrp="1"/>
          </p:cNvSpPr>
          <p:nvPr>
            <p:ph type="dt" sz="half" idx="10"/>
          </p:nvPr>
        </p:nvSpPr>
        <p:spPr/>
        <p:txBody>
          <a:bodyPr/>
          <a:lstStyle/>
          <a:p>
            <a:fld id="{EB507C1E-5E0D-3E4D-8113-714502558754}" type="datetimeFigureOut">
              <a:rPr lang="en-US" smtClean="0"/>
              <a:t>8/4/21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40640957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Date Placeholder 1"/>
          <p:cNvSpPr>
            <a:spLocks noGrp="1"/>
          </p:cNvSpPr>
          <p:nvPr>
            <p:ph type="dt" sz="half" idx="10"/>
          </p:nvPr>
        </p:nvSpPr>
        <p:spPr/>
        <p:txBody>
          <a:bodyPr/>
          <a:lstStyle/>
          <a:p>
            <a:fld id="{EB507C1E-5E0D-3E4D-8113-714502558754}" type="datetimeFigureOut">
              <a:rPr lang="en-US" smtClean="0"/>
              <a:t>8/4/21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29400020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GB"/>
              <a:t>Click to edit Master title style</a:t>
            </a:r>
            <a:endParaRPr/>
          </a:p>
        </p:txBody>
      </p:sp>
      <p:sp>
        <p:nvSpPr>
          <p:cNvPr id="3" name="Content Placeholder 2"/>
          <p:cNvSpPr>
            <a:spLocks noGrp="1"/>
          </p:cNvSpPr>
          <p:nvPr>
            <p:ph idx="1"/>
          </p:nvPr>
        </p:nvSpPr>
        <p:spPr>
          <a:xfrm>
            <a:off x="6349403" y="990600"/>
            <a:ext cx="4754880" cy="51355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8/4/21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4456776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Rectangle 7"/>
          <p:cNvSpPr/>
          <p:nvPr/>
        </p:nvSpPr>
        <p:spPr>
          <a:xfrm>
            <a:off x="6329081" y="268288"/>
            <a:ext cx="5486400"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GB"/>
              <a:t>Click to edit Master title style</a:t>
            </a:r>
            <a:endParaRPr/>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a:xfrm>
            <a:off x="215153" y="6124015"/>
            <a:ext cx="2336800" cy="365125"/>
          </a:xfrm>
        </p:spPr>
        <p:txBody>
          <a:bodyPr/>
          <a:lstStyle>
            <a:lvl1pPr algn="l">
              <a:defRPr/>
            </a:lvl1pPr>
          </a:lstStyle>
          <a:p>
            <a:fld id="{EB507C1E-5E0D-3E4D-8113-714502558754}" type="datetimeFigureOut">
              <a:rPr lang="en-US" smtClean="0"/>
              <a:t>8/4/21</a:t>
            </a:fld>
            <a:endParaRPr lang="en-US"/>
          </a:p>
        </p:txBody>
      </p:sp>
      <p:sp>
        <p:nvSpPr>
          <p:cNvPr id="6" name="Footer Placeholder 5"/>
          <p:cNvSpPr>
            <a:spLocks noGrp="1"/>
          </p:cNvSpPr>
          <p:nvPr>
            <p:ph type="ftr" sz="quarter" idx="11"/>
          </p:nvPr>
        </p:nvSpPr>
        <p:spPr>
          <a:xfrm>
            <a:off x="233083" y="6356351"/>
            <a:ext cx="5151717" cy="365125"/>
          </a:xfrm>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10" name="Picture Placeholder 9"/>
          <p:cNvSpPr>
            <a:spLocks noGrp="1"/>
          </p:cNvSpPr>
          <p:nvPr>
            <p:ph type="pic" sz="quarter" idx="13"/>
          </p:nvPr>
        </p:nvSpPr>
        <p:spPr>
          <a:xfrm>
            <a:off x="6347011" y="990600"/>
            <a:ext cx="5462016" cy="5611813"/>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20341438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8" name="Rectangle 7"/>
          <p:cNvSpPr/>
          <p:nvPr/>
        </p:nvSpPr>
        <p:spPr>
          <a:xfrm>
            <a:off x="9622367" y="268288"/>
            <a:ext cx="2185943"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GB"/>
              <a:t>Click to edit Master title style</a:t>
            </a:r>
            <a:endParaRPr/>
          </a:p>
        </p:txBody>
      </p:sp>
      <p:sp>
        <p:nvSpPr>
          <p:cNvPr id="3" name="Picture Placeholder 2"/>
          <p:cNvSpPr>
            <a:spLocks noGrp="1"/>
          </p:cNvSpPr>
          <p:nvPr>
            <p:ph type="pic" idx="1"/>
          </p:nvPr>
        </p:nvSpPr>
        <p:spPr>
          <a:xfrm>
            <a:off x="359832" y="268288"/>
            <a:ext cx="9144000"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8/4/21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89168115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8" name="Rectangle 7"/>
          <p:cNvSpPr/>
          <p:nvPr/>
        </p:nvSpPr>
        <p:spPr>
          <a:xfrm>
            <a:off x="10847295" y="268288"/>
            <a:ext cx="961015"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GB"/>
              <a:t>Click to edit Master title style</a:t>
            </a:r>
            <a:endParaRPr/>
          </a:p>
        </p:txBody>
      </p:sp>
      <p:sp>
        <p:nvSpPr>
          <p:cNvPr id="3" name="Picture Placeholder 2"/>
          <p:cNvSpPr>
            <a:spLocks noGrp="1"/>
          </p:cNvSpPr>
          <p:nvPr>
            <p:ph type="pic" idx="1"/>
          </p:nvPr>
        </p:nvSpPr>
        <p:spPr>
          <a:xfrm>
            <a:off x="359832" y="268288"/>
            <a:ext cx="4008968"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8/4/21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10" name="Picture Placeholder 2"/>
          <p:cNvSpPr>
            <a:spLocks noGrp="1"/>
          </p:cNvSpPr>
          <p:nvPr>
            <p:ph type="pic" idx="13"/>
          </p:nvPr>
        </p:nvSpPr>
        <p:spPr>
          <a:xfrm>
            <a:off x="4470400" y="268289"/>
            <a:ext cx="6269317"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11" name="Picture Placeholder 2"/>
          <p:cNvSpPr>
            <a:spLocks noGrp="1"/>
          </p:cNvSpPr>
          <p:nvPr>
            <p:ph type="pic" idx="14"/>
          </p:nvPr>
        </p:nvSpPr>
        <p:spPr>
          <a:xfrm>
            <a:off x="4470400"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12" name="Picture Placeholder 2"/>
          <p:cNvSpPr>
            <a:spLocks noGrp="1"/>
          </p:cNvSpPr>
          <p:nvPr>
            <p:ph type="pic" idx="15"/>
          </p:nvPr>
        </p:nvSpPr>
        <p:spPr>
          <a:xfrm>
            <a:off x="7667333"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Tree>
    <p:extLst>
      <p:ext uri="{BB962C8B-B14F-4D97-AF65-F5344CB8AC3E}">
        <p14:creationId xmlns:p14="http://schemas.microsoft.com/office/powerpoint/2010/main" val="41848108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p:txBody>
          <a:bodyPr/>
          <a:lstStyle/>
          <a:p>
            <a:fld id="{EB507C1E-5E0D-3E4D-8113-714502558754}" type="datetimeFigureOut">
              <a:rPr lang="en-US" smtClean="0"/>
              <a:t>8/4/21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0637609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Vertical Title 1"/>
          <p:cNvSpPr>
            <a:spLocks noGrp="1"/>
          </p:cNvSpPr>
          <p:nvPr>
            <p:ph type="title" orient="vert"/>
          </p:nvPr>
        </p:nvSpPr>
        <p:spPr>
          <a:xfrm>
            <a:off x="10058399" y="1035425"/>
            <a:ext cx="1763060" cy="5090739"/>
          </a:xfrm>
        </p:spPr>
        <p:txBody>
          <a:bodyPr vert="eaVert" anchor="t" anchorCtr="0"/>
          <a:lstStyle/>
          <a:p>
            <a:r>
              <a:rPr lang="en-GB"/>
              <a:t>Click to edit Master title style</a:t>
            </a:r>
            <a:endParaRPr/>
          </a:p>
        </p:txBody>
      </p:sp>
      <p:sp>
        <p:nvSpPr>
          <p:cNvPr id="3" name="Vertical Text Placeholder 2"/>
          <p:cNvSpPr>
            <a:spLocks noGrp="1"/>
          </p:cNvSpPr>
          <p:nvPr>
            <p:ph type="body" orient="vert" idx="1"/>
          </p:nvPr>
        </p:nvSpPr>
        <p:spPr>
          <a:xfrm>
            <a:off x="609600" y="1035425"/>
            <a:ext cx="8026400" cy="5109789"/>
          </a:xfrm>
        </p:spPr>
        <p:txBody>
          <a:bodyPr vert="eaVert"/>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p:txBody>
          <a:bodyPr/>
          <a:lstStyle/>
          <a:p>
            <a:fld id="{EB507C1E-5E0D-3E4D-8113-714502558754}" type="datetimeFigureOut">
              <a:rPr lang="en-US" smtClean="0"/>
              <a:t>8/4/21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058210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DC31F3-683C-D045-A95B-0EC27CA2C9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08EF1DC-57E7-904E-98BF-D5D10293DA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9D47479-C980-A84E-A2E5-5881B9D50A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EAACE0-986B-954A-BDE6-68B4D7D9F963}" type="datetimeFigureOut">
              <a:rPr lang="en-US" smtClean="0"/>
              <a:t>8/4/21</a:t>
            </a:fld>
            <a:endParaRPr lang="en-US"/>
          </a:p>
        </p:txBody>
      </p:sp>
      <p:sp>
        <p:nvSpPr>
          <p:cNvPr id="5" name="Footer Placeholder 4">
            <a:extLst>
              <a:ext uri="{FF2B5EF4-FFF2-40B4-BE49-F238E27FC236}">
                <a16:creationId xmlns:a16="http://schemas.microsoft.com/office/drawing/2014/main" id="{F5B25FE8-A678-014F-B1F7-4D6BC1F62D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187D8D9-8D56-9242-B7FA-28E1571212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E85387-20FC-2648-8F1D-0C359D3EA0C8}" type="slidenum">
              <a:rPr lang="en-US" smtClean="0"/>
              <a:t>‹#›</a:t>
            </a:fld>
            <a:endParaRPr lang="en-US"/>
          </a:p>
        </p:txBody>
      </p:sp>
    </p:spTree>
    <p:extLst>
      <p:ext uri="{BB962C8B-B14F-4D97-AF65-F5344CB8AC3E}">
        <p14:creationId xmlns:p14="http://schemas.microsoft.com/office/powerpoint/2010/main" val="2666753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99" y="914400"/>
            <a:ext cx="8677836" cy="1143000"/>
          </a:xfrm>
          <a:prstGeom prst="rect">
            <a:avLst/>
          </a:prstGeom>
        </p:spPr>
        <p:txBody>
          <a:bodyPr vert="horz" lIns="91440" tIns="45720" rIns="91440" bIns="45720" rtlCol="0" anchor="b" anchorCtr="0">
            <a:noAutofit/>
          </a:bodyPr>
          <a:lstStyle/>
          <a:p>
            <a:r>
              <a:rPr lang="en-GB"/>
              <a:t>Click to edit Master title style</a:t>
            </a:r>
            <a:endParaRPr/>
          </a:p>
        </p:txBody>
      </p:sp>
      <p:sp>
        <p:nvSpPr>
          <p:cNvPr id="3" name="Text Placeholder 2"/>
          <p:cNvSpPr>
            <a:spLocks noGrp="1"/>
          </p:cNvSpPr>
          <p:nvPr>
            <p:ph type="body" idx="1"/>
          </p:nvPr>
        </p:nvSpPr>
        <p:spPr>
          <a:xfrm>
            <a:off x="609599" y="2209801"/>
            <a:ext cx="8677836" cy="39163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598212" y="6356351"/>
            <a:ext cx="2336800" cy="365125"/>
          </a:xfrm>
          <a:prstGeom prst="rect">
            <a:avLst/>
          </a:prstGeom>
        </p:spPr>
        <p:txBody>
          <a:bodyPr vert="horz" lIns="91440" tIns="45720" rIns="91440" bIns="45720" rtlCol="0" anchor="ctr"/>
          <a:lstStyle>
            <a:lvl1pPr algn="r">
              <a:defRPr sz="1100" b="1">
                <a:solidFill>
                  <a:schemeClr val="tx2">
                    <a:lumMod val="60000"/>
                    <a:lumOff val="40000"/>
                  </a:schemeClr>
                </a:solidFill>
              </a:defRPr>
            </a:lvl1pPr>
          </a:lstStyle>
          <a:p>
            <a:fld id="{EB507C1E-5E0D-3E4D-8113-714502558754}" type="datetimeFigureOut">
              <a:rPr lang="en-US" smtClean="0"/>
              <a:t>8/4/21</a:t>
            </a:fld>
            <a:endParaRPr lang="en-US"/>
          </a:p>
        </p:txBody>
      </p:sp>
      <p:sp>
        <p:nvSpPr>
          <p:cNvPr id="5" name="Footer Placeholder 4"/>
          <p:cNvSpPr>
            <a:spLocks noGrp="1"/>
          </p:cNvSpPr>
          <p:nvPr>
            <p:ph type="ftr" sz="quarter" idx="3"/>
          </p:nvPr>
        </p:nvSpPr>
        <p:spPr>
          <a:xfrm>
            <a:off x="233083" y="6356351"/>
            <a:ext cx="8009467" cy="365125"/>
          </a:xfrm>
          <a:prstGeom prst="rect">
            <a:avLst/>
          </a:prstGeom>
        </p:spPr>
        <p:txBody>
          <a:bodyPr vert="horz" lIns="91440" tIns="45720" rIns="91440" bIns="45720" rtlCol="0" anchor="ctr"/>
          <a:lstStyle>
            <a:lvl1pPr algn="l">
              <a:defRPr sz="1100" b="1">
                <a:solidFill>
                  <a:schemeClr val="tx2">
                    <a:lumMod val="60000"/>
                    <a:lumOff val="40000"/>
                  </a:schemeClr>
                </a:solidFill>
              </a:defRPr>
            </a:lvl1pPr>
          </a:lstStyle>
          <a:p>
            <a:endParaRPr lang="en-US"/>
          </a:p>
        </p:txBody>
      </p:sp>
      <p:sp>
        <p:nvSpPr>
          <p:cNvPr id="6" name="Slide Number Placeholder 5"/>
          <p:cNvSpPr>
            <a:spLocks noGrp="1"/>
          </p:cNvSpPr>
          <p:nvPr>
            <p:ph type="sldNum" sz="quarter" idx="4"/>
          </p:nvPr>
        </p:nvSpPr>
        <p:spPr>
          <a:xfrm>
            <a:off x="11008659" y="361017"/>
            <a:ext cx="675341" cy="365125"/>
          </a:xfrm>
          <a:prstGeom prst="rect">
            <a:avLst/>
          </a:prstGeom>
        </p:spPr>
        <p:txBody>
          <a:bodyPr vert="horz" lIns="91440" tIns="45720" rIns="91440" bIns="45720" rtlCol="0" anchor="ctr"/>
          <a:lstStyle>
            <a:lvl1pPr algn="r">
              <a:defRPr sz="2200" b="1">
                <a:solidFill>
                  <a:schemeClr val="bg1"/>
                </a:solidFill>
              </a:defRPr>
            </a:lvl1pPr>
          </a:lstStyle>
          <a:p>
            <a:fld id="{CC611861-616C-A14E-8244-40FC50D01E26}" type="slidenum">
              <a:rPr lang="en-US" smtClean="0"/>
              <a:t>‹#›</a:t>
            </a:fld>
            <a:endParaRPr lang="en-US"/>
          </a:p>
        </p:txBody>
      </p:sp>
    </p:spTree>
    <p:extLst>
      <p:ext uri="{BB962C8B-B14F-4D97-AF65-F5344CB8AC3E}">
        <p14:creationId xmlns:p14="http://schemas.microsoft.com/office/powerpoint/2010/main" val="34183186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xStyles>
    <p:titleStyle>
      <a:lvl1pPr algn="l" defTabSz="914400" rtl="0" eaLnBrk="1" latinLnBrk="0" hangingPunct="1">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evelopingchild.harvard.edu/science/key-concepts/toxic-stress/" TargetMode="External"/><Relationship Id="rId2" Type="http://schemas.openxmlformats.org/officeDocument/2006/relationships/hyperlink" Target="https://thinkgrowth.org/the-8-behaviors-of-resilient-people-a3d1acdeb8f1" TargetMode="External"/><Relationship Id="rId1" Type="http://schemas.openxmlformats.org/officeDocument/2006/relationships/slideLayout" Target="../slideLayouts/slideLayout7.xml"/><Relationship Id="rId4" Type="http://schemas.openxmlformats.org/officeDocument/2006/relationships/hyperlink" Target="https://www.apa.org/topics/resilience/guide-parents-teachers" TargetMode="Externa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video" Target="https://www.youtube.com/embed/BLtQaRrDsC4?feature=oembed" TargetMode="Externa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6605"/>
            <a:ext cx="3102592" cy="923330"/>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5400" dirty="0"/>
              <a:t>Do now</a:t>
            </a:r>
          </a:p>
        </p:txBody>
      </p:sp>
      <p:sp>
        <p:nvSpPr>
          <p:cNvPr id="5" name="TextBox 4"/>
          <p:cNvSpPr txBox="1"/>
          <p:nvPr/>
        </p:nvSpPr>
        <p:spPr>
          <a:xfrm>
            <a:off x="309349" y="1265678"/>
            <a:ext cx="11573302" cy="2554545"/>
          </a:xfrm>
          <a:prstGeom prst="rect">
            <a:avLst/>
          </a:prstGeom>
          <a:noFill/>
        </p:spPr>
        <p:txBody>
          <a:bodyPr wrap="square" rtlCol="0">
            <a:spAutoFit/>
          </a:bodyPr>
          <a:lstStyle/>
          <a:p>
            <a:pPr lvl="0">
              <a:defRPr/>
            </a:pPr>
            <a:r>
              <a:rPr lang="en-US" sz="2000" dirty="0"/>
              <a:t>Clarence and his friends have always been way more interested in girls than in graduating, so they decide to spend all of their time and focus on trying to date as many girls as possible. They start to wonder if there is anything they can change about themselves to make it more likely that a lady would say yes to their date requests. After some careful consideration, Clarence and the group came to the conclusion that the type of clothes they wear will make a big difference. So, half of the group spends the month wearing their normal ‘greaser’ clothes and asking out one girl a day. The other half of the group spends the month wearing goth apparel and asking out one girl a day. At the conclusion of the experiment, a tally is made of how many girls accepted the requests of each group.</a:t>
            </a:r>
          </a:p>
        </p:txBody>
      </p:sp>
      <p:graphicFrame>
        <p:nvGraphicFramePr>
          <p:cNvPr id="7" name="Table 6"/>
          <p:cNvGraphicFramePr>
            <a:graphicFrameLocks noGrp="1"/>
          </p:cNvGraphicFramePr>
          <p:nvPr>
            <p:extLst>
              <p:ext uri="{D42A27DB-BD31-4B8C-83A1-F6EECF244321}">
                <p14:modId xmlns:p14="http://schemas.microsoft.com/office/powerpoint/2010/main" val="513759576"/>
              </p:ext>
            </p:extLst>
          </p:nvPr>
        </p:nvGraphicFramePr>
        <p:xfrm>
          <a:off x="9051509" y="6121400"/>
          <a:ext cx="3126644" cy="736600"/>
        </p:xfrm>
        <a:graphic>
          <a:graphicData uri="http://schemas.openxmlformats.org/drawingml/2006/table">
            <a:tbl>
              <a:tblPr firstRow="1" bandRow="1">
                <a:tableStyleId>{F5AB1C69-6EDB-4FF4-983F-18BD219EF322}</a:tableStyleId>
              </a:tblPr>
              <a:tblGrid>
                <a:gridCol w="3126644">
                  <a:extLst>
                    <a:ext uri="{9D8B030D-6E8A-4147-A177-3AD203B41FA5}">
                      <a16:colId xmlns:a16="http://schemas.microsoft.com/office/drawing/2014/main" val="20000"/>
                    </a:ext>
                  </a:extLst>
                </a:gridCol>
              </a:tblGrid>
              <a:tr h="370840">
                <a:tc>
                  <a:txBody>
                    <a:bodyPr/>
                    <a:lstStyle/>
                    <a:p>
                      <a:r>
                        <a:rPr lang="en-AU" sz="1800" dirty="0"/>
                        <a:t>Reminders</a:t>
                      </a:r>
                    </a:p>
                  </a:txBody>
                  <a:tcPr>
                    <a:solidFill>
                      <a:srgbClr val="7030A0"/>
                    </a:solidFill>
                  </a:tcPr>
                </a:tc>
                <a:extLst>
                  <a:ext uri="{0D108BD9-81ED-4DB2-BD59-A6C34878D82A}">
                    <a16:rowId xmlns:a16="http://schemas.microsoft.com/office/drawing/2014/main" val="10000"/>
                  </a:ext>
                </a:extLst>
              </a:tr>
              <a:tr h="365585">
                <a:tc>
                  <a:txBody>
                    <a:bodyPr/>
                    <a:lstStyle/>
                    <a:p>
                      <a:pPr marL="0" marR="0" lvl="0" indent="0" defTabSz="914400" eaLnBrk="1" fontAlgn="auto" latinLnBrk="0" hangingPunct="1">
                        <a:lnSpc>
                          <a:spcPct val="100000"/>
                        </a:lnSpc>
                        <a:spcBef>
                          <a:spcPts val="0"/>
                        </a:spcBef>
                        <a:spcAft>
                          <a:spcPts val="0"/>
                        </a:spcAft>
                        <a:buClrTx/>
                        <a:buSzTx/>
                        <a:buFont typeface="+mj-lt"/>
                        <a:buNone/>
                        <a:tabLst/>
                        <a:defRPr/>
                      </a:pPr>
                      <a:r>
                        <a:rPr lang="en-US" sz="1800" dirty="0"/>
                        <a:t>Assessment: Test on Friday</a:t>
                      </a:r>
                    </a:p>
                  </a:txBody>
                  <a:tcPr>
                    <a:solidFill>
                      <a:schemeClr val="bg1">
                        <a:lumMod val="95000"/>
                      </a:schemeClr>
                    </a:solidFill>
                  </a:tcPr>
                </a:tc>
                <a:extLst>
                  <a:ext uri="{0D108BD9-81ED-4DB2-BD59-A6C34878D82A}">
                    <a16:rowId xmlns:a16="http://schemas.microsoft.com/office/drawing/2014/main" val="10001"/>
                  </a:ext>
                </a:extLst>
              </a:tr>
            </a:tbl>
          </a:graphicData>
        </a:graphic>
      </p:graphicFrame>
      <p:sp>
        <p:nvSpPr>
          <p:cNvPr id="2" name="TextBox 1">
            <a:extLst>
              <a:ext uri="{FF2B5EF4-FFF2-40B4-BE49-F238E27FC236}">
                <a16:creationId xmlns:a16="http://schemas.microsoft.com/office/drawing/2014/main" id="{0CB713E8-D0D0-4D35-8F6A-4F52B4B63A36}"/>
              </a:ext>
            </a:extLst>
          </p:cNvPr>
          <p:cNvSpPr txBox="1"/>
          <p:nvPr/>
        </p:nvSpPr>
        <p:spPr>
          <a:xfrm>
            <a:off x="13847" y="4549676"/>
            <a:ext cx="2197290" cy="2308324"/>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Pens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Whiteboard</a:t>
            </a:r>
          </a:p>
        </p:txBody>
      </p:sp>
      <p:sp>
        <p:nvSpPr>
          <p:cNvPr id="6" name="TextBox 5">
            <a:extLst>
              <a:ext uri="{FF2B5EF4-FFF2-40B4-BE49-F238E27FC236}">
                <a16:creationId xmlns:a16="http://schemas.microsoft.com/office/drawing/2014/main" id="{7708B5F5-9BCC-F246-9235-AB1FD38CD960}"/>
              </a:ext>
            </a:extLst>
          </p:cNvPr>
          <p:cNvSpPr txBox="1"/>
          <p:nvPr/>
        </p:nvSpPr>
        <p:spPr>
          <a:xfrm>
            <a:off x="3311617" y="4114994"/>
            <a:ext cx="4639412" cy="1477328"/>
          </a:xfrm>
          <a:prstGeom prst="rect">
            <a:avLst/>
          </a:prstGeom>
          <a:noFill/>
        </p:spPr>
        <p:txBody>
          <a:bodyPr wrap="none" rtlCol="0">
            <a:spAutoFit/>
          </a:bodyPr>
          <a:lstStyle/>
          <a:p>
            <a:pPr marL="342900" indent="-342900">
              <a:buFont typeface="+mj-lt"/>
              <a:buAutoNum type="arabicPeriod"/>
            </a:pPr>
            <a:r>
              <a:rPr lang="en-US" dirty="0"/>
              <a:t>Identify IV and DV</a:t>
            </a:r>
          </a:p>
          <a:p>
            <a:pPr marL="342900" indent="-342900">
              <a:buFont typeface="+mj-lt"/>
              <a:buAutoNum type="arabicPeriod"/>
            </a:pPr>
            <a:r>
              <a:rPr lang="en-US" dirty="0"/>
              <a:t>List 3 possible extraneous variables</a:t>
            </a:r>
          </a:p>
          <a:p>
            <a:pPr marL="342900" indent="-342900">
              <a:buFont typeface="+mj-lt"/>
              <a:buAutoNum type="arabicPeriod"/>
            </a:pPr>
            <a:r>
              <a:rPr lang="en-US" dirty="0"/>
              <a:t>Identify the experimental and control group</a:t>
            </a:r>
          </a:p>
          <a:p>
            <a:pPr marL="342900" indent="-342900">
              <a:buFont typeface="+mj-lt"/>
              <a:buAutoNum type="arabicPeriod"/>
            </a:pPr>
            <a:r>
              <a:rPr lang="en-US" dirty="0"/>
              <a:t>Write a hypothesis for this study</a:t>
            </a:r>
          </a:p>
          <a:p>
            <a:endParaRPr lang="en-US" dirty="0"/>
          </a:p>
        </p:txBody>
      </p:sp>
    </p:spTree>
    <p:extLst>
      <p:ext uri="{BB962C8B-B14F-4D97-AF65-F5344CB8AC3E}">
        <p14:creationId xmlns:p14="http://schemas.microsoft.com/office/powerpoint/2010/main" val="1441705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6605"/>
            <a:ext cx="3102592" cy="923330"/>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5400" dirty="0"/>
              <a:t>DO NOW</a:t>
            </a:r>
          </a:p>
        </p:txBody>
      </p:sp>
      <p:sp>
        <p:nvSpPr>
          <p:cNvPr id="5" name="TextBox 4"/>
          <p:cNvSpPr txBox="1"/>
          <p:nvPr/>
        </p:nvSpPr>
        <p:spPr>
          <a:xfrm>
            <a:off x="3428176" y="0"/>
            <a:ext cx="5053517" cy="954107"/>
          </a:xfrm>
          <a:prstGeom prst="rect">
            <a:avLst/>
          </a:prstGeom>
          <a:noFill/>
        </p:spPr>
        <p:txBody>
          <a:bodyPr wrap="square" rtlCol="0">
            <a:spAutoFit/>
          </a:bodyPr>
          <a:lstStyle/>
          <a:p>
            <a:pPr lvl="0">
              <a:defRPr/>
            </a:pPr>
            <a:endParaRPr lang="en-US" sz="2800" dirty="0"/>
          </a:p>
          <a:p>
            <a:pPr marL="514350" lvl="0" indent="-514350">
              <a:buAutoNum type="arabicPeriod"/>
              <a:defRPr/>
            </a:pPr>
            <a:endParaRPr lang="en-US" sz="2800" dirty="0"/>
          </a:p>
        </p:txBody>
      </p:sp>
      <p:pic>
        <p:nvPicPr>
          <p:cNvPr id="1026" name="Picture 2" descr="Social Loafing - Hook AP Psychology 2A">
            <a:extLst>
              <a:ext uri="{FF2B5EF4-FFF2-40B4-BE49-F238E27FC236}">
                <a16:creationId xmlns:a16="http://schemas.microsoft.com/office/drawing/2014/main" id="{B4ACE60A-BB5A-834B-A326-946F51085B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4235" y="163773"/>
            <a:ext cx="8036013" cy="514520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550EE84-DF13-944A-9D7A-B7D5A04BE9E6}"/>
              </a:ext>
            </a:extLst>
          </p:cNvPr>
          <p:cNvSpPr txBox="1"/>
          <p:nvPr/>
        </p:nvSpPr>
        <p:spPr>
          <a:xfrm>
            <a:off x="3284235" y="5472751"/>
            <a:ext cx="5084854" cy="1015663"/>
          </a:xfrm>
          <a:prstGeom prst="rect">
            <a:avLst/>
          </a:prstGeom>
          <a:noFill/>
        </p:spPr>
        <p:txBody>
          <a:bodyPr wrap="none" rtlCol="0">
            <a:spAutoFit/>
          </a:bodyPr>
          <a:lstStyle/>
          <a:p>
            <a:pPr marL="342900" indent="-342900">
              <a:buAutoNum type="arabicPeriod"/>
            </a:pPr>
            <a:r>
              <a:rPr lang="en-US" sz="2000" dirty="0"/>
              <a:t>Describe one trend in the data</a:t>
            </a:r>
          </a:p>
          <a:p>
            <a:pPr marL="342900" indent="-342900">
              <a:buAutoNum type="arabicPeriod"/>
            </a:pPr>
            <a:r>
              <a:rPr lang="en-US" sz="2000" dirty="0"/>
              <a:t>Identify two findings from the results above</a:t>
            </a:r>
          </a:p>
          <a:p>
            <a:pPr marL="342900" indent="-342900">
              <a:buAutoNum type="arabicPeriod"/>
            </a:pPr>
            <a:r>
              <a:rPr lang="en-US" sz="2000" dirty="0"/>
              <a:t>Outline a conclusion for this study</a:t>
            </a:r>
          </a:p>
        </p:txBody>
      </p:sp>
    </p:spTree>
    <p:extLst>
      <p:ext uri="{BB962C8B-B14F-4D97-AF65-F5344CB8AC3E}">
        <p14:creationId xmlns:p14="http://schemas.microsoft.com/office/powerpoint/2010/main" val="231964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A87F6-7899-8A4C-B0CE-119200A57932}"/>
              </a:ext>
            </a:extLst>
          </p:cNvPr>
          <p:cNvSpPr>
            <a:spLocks noGrp="1"/>
          </p:cNvSpPr>
          <p:nvPr>
            <p:ph type="title"/>
          </p:nvPr>
        </p:nvSpPr>
        <p:spPr/>
        <p:txBody>
          <a:bodyPr/>
          <a:lstStyle/>
          <a:p>
            <a:r>
              <a:rPr lang="en-US" b="1" dirty="0"/>
              <a:t>Developmental Psychology</a:t>
            </a:r>
          </a:p>
        </p:txBody>
      </p:sp>
      <p:sp>
        <p:nvSpPr>
          <p:cNvPr id="3" name="Content Placeholder 2">
            <a:extLst>
              <a:ext uri="{FF2B5EF4-FFF2-40B4-BE49-F238E27FC236}">
                <a16:creationId xmlns:a16="http://schemas.microsoft.com/office/drawing/2014/main" id="{B138922D-88C9-C849-8D39-ACF38E385662}"/>
              </a:ext>
            </a:extLst>
          </p:cNvPr>
          <p:cNvSpPr>
            <a:spLocks noGrp="1"/>
          </p:cNvSpPr>
          <p:nvPr>
            <p:ph idx="1"/>
          </p:nvPr>
        </p:nvSpPr>
        <p:spPr/>
        <p:txBody>
          <a:bodyPr/>
          <a:lstStyle/>
          <a:p>
            <a:pPr marL="0" indent="0">
              <a:buNone/>
            </a:pPr>
            <a:r>
              <a:rPr lang="en-US" b="1" dirty="0"/>
              <a:t>Syllabus points for the test:</a:t>
            </a:r>
          </a:p>
          <a:p>
            <a:pPr marL="0" indent="0">
              <a:buNone/>
            </a:pPr>
            <a:r>
              <a:rPr lang="en-US" dirty="0"/>
              <a:t>- Erikson's theory of identity formation</a:t>
            </a:r>
          </a:p>
          <a:p>
            <a:pPr>
              <a:buFontTx/>
              <a:buChar char="-"/>
            </a:pPr>
            <a:r>
              <a:rPr lang="en-US" dirty="0"/>
              <a:t>Resilience and self-control</a:t>
            </a:r>
          </a:p>
          <a:p>
            <a:pPr>
              <a:buFontTx/>
              <a:buChar char="-"/>
            </a:pPr>
            <a:r>
              <a:rPr lang="en-US" dirty="0"/>
              <a:t>Twin and adoption studies – concordance rates</a:t>
            </a:r>
          </a:p>
          <a:p>
            <a:pPr>
              <a:buFontTx/>
              <a:buChar char="-"/>
            </a:pPr>
            <a:r>
              <a:rPr lang="en-US" dirty="0"/>
              <a:t>Longitudinal and cross-sectional research</a:t>
            </a:r>
          </a:p>
          <a:p>
            <a:pPr>
              <a:buFontTx/>
              <a:buChar char="-"/>
            </a:pPr>
            <a:endParaRPr lang="en-US" dirty="0"/>
          </a:p>
          <a:p>
            <a:pPr>
              <a:buFontTx/>
              <a:buChar char="-"/>
            </a:pPr>
            <a:endParaRPr lang="en-US" dirty="0"/>
          </a:p>
        </p:txBody>
      </p:sp>
    </p:spTree>
    <p:extLst>
      <p:ext uri="{BB962C8B-B14F-4D97-AF65-F5344CB8AC3E}">
        <p14:creationId xmlns:p14="http://schemas.microsoft.com/office/powerpoint/2010/main" val="728928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84908" y="4343624"/>
          <a:ext cx="11075524" cy="2232594"/>
        </p:xfrm>
        <a:graphic>
          <a:graphicData uri="http://schemas.openxmlformats.org/drawingml/2006/table">
            <a:tbl>
              <a:tblPr firstRow="1" bandRow="1">
                <a:tableStyleId>{5C22544A-7EE6-4342-B048-85BDC9FD1C3A}</a:tableStyleId>
              </a:tblPr>
              <a:tblGrid>
                <a:gridCol w="11075524">
                  <a:extLst>
                    <a:ext uri="{9D8B030D-6E8A-4147-A177-3AD203B41FA5}">
                      <a16:colId xmlns:a16="http://schemas.microsoft.com/office/drawing/2014/main" val="20000"/>
                    </a:ext>
                  </a:extLst>
                </a:gridCol>
              </a:tblGrid>
              <a:tr h="744198">
                <a:tc>
                  <a:txBody>
                    <a:bodyPr/>
                    <a:lstStyle/>
                    <a:p>
                      <a:r>
                        <a:rPr lang="en-US" dirty="0"/>
                        <a:t>Everyone</a:t>
                      </a:r>
                    </a:p>
                  </a:txBody>
                  <a:tcPr/>
                </a:tc>
                <a:extLst>
                  <a:ext uri="{0D108BD9-81ED-4DB2-BD59-A6C34878D82A}">
                    <a16:rowId xmlns:a16="http://schemas.microsoft.com/office/drawing/2014/main" val="10000"/>
                  </a:ext>
                </a:extLst>
              </a:tr>
              <a:tr h="744198">
                <a:tc>
                  <a:txBody>
                    <a:bodyPr/>
                    <a:lstStyle/>
                    <a:p>
                      <a:r>
                        <a:rPr lang="en-US" sz="2400" b="0" dirty="0"/>
                        <a:t>Completed the independent and dependent variable activities</a:t>
                      </a:r>
                    </a:p>
                  </a:txBody>
                  <a:tcPr/>
                </a:tc>
                <a:extLst>
                  <a:ext uri="{0D108BD9-81ED-4DB2-BD59-A6C34878D82A}">
                    <a16:rowId xmlns:a16="http://schemas.microsoft.com/office/drawing/2014/main" val="10001"/>
                  </a:ext>
                </a:extLst>
              </a:tr>
              <a:tr h="74419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800" dirty="0"/>
                        <a:t>Completed the </a:t>
                      </a:r>
                      <a:r>
                        <a:rPr lang="en-US" sz="2800" dirty="0" err="1"/>
                        <a:t>lego</a:t>
                      </a:r>
                      <a:r>
                        <a:rPr lang="en-US" sz="2800" dirty="0"/>
                        <a:t> game activity</a:t>
                      </a:r>
                    </a:p>
                  </a:txBody>
                  <a:tcPr/>
                </a:tc>
                <a:extLst>
                  <a:ext uri="{0D108BD9-81ED-4DB2-BD59-A6C34878D82A}">
                    <a16:rowId xmlns:a16="http://schemas.microsoft.com/office/drawing/2014/main" val="10002"/>
                  </a:ext>
                </a:extLst>
              </a:tr>
            </a:tbl>
          </a:graphicData>
        </a:graphic>
      </p:graphicFrame>
      <p:sp>
        <p:nvSpPr>
          <p:cNvPr id="4" name="Title 1"/>
          <p:cNvSpPr txBox="1">
            <a:spLocks/>
          </p:cNvSpPr>
          <p:nvPr/>
        </p:nvSpPr>
        <p:spPr>
          <a:xfrm>
            <a:off x="-184165" y="0"/>
            <a:ext cx="5622766"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rgbClr val="4472C4"/>
                </a:solidFill>
                <a:effectLst/>
                <a:uLnTx/>
                <a:uFillTx/>
                <a:latin typeface="Calibri Light" panose="020F0302020204030204"/>
                <a:ea typeface="+mj-ea"/>
                <a:cs typeface="+mj-cs"/>
              </a:rPr>
              <a:t>Learning Intention </a:t>
            </a:r>
          </a:p>
        </p:txBody>
      </p:sp>
      <p:sp>
        <p:nvSpPr>
          <p:cNvPr id="5" name="TextBox 4"/>
          <p:cNvSpPr txBox="1"/>
          <p:nvPr/>
        </p:nvSpPr>
        <p:spPr>
          <a:xfrm>
            <a:off x="820752" y="1221587"/>
            <a:ext cx="11075524" cy="19389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By the end of the lesson I will be able to:</a:t>
            </a:r>
            <a:b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Explain how adoption studies work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Evaluate twin and adoption studies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Define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resliance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and explain how children / teens can build it </a:t>
            </a:r>
          </a:p>
        </p:txBody>
      </p:sp>
      <p:pic>
        <p:nvPicPr>
          <p:cNvPr id="3" name="Picture 2" descr="Iconsmind-Outline-Pen-5.ic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17431" y="136524"/>
            <a:ext cx="1143001" cy="1143001"/>
          </a:xfrm>
          <a:prstGeom prst="rect">
            <a:avLst/>
          </a:prstGeom>
        </p:spPr>
      </p:pic>
    </p:spTree>
    <p:extLst>
      <p:ext uri="{BB962C8B-B14F-4D97-AF65-F5344CB8AC3E}">
        <p14:creationId xmlns:p14="http://schemas.microsoft.com/office/powerpoint/2010/main" val="2405113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454A59-47D4-2D4A-B660-17DA2CB89A3E}"/>
              </a:ext>
            </a:extLst>
          </p:cNvPr>
          <p:cNvSpPr txBox="1"/>
          <p:nvPr/>
        </p:nvSpPr>
        <p:spPr>
          <a:xfrm rot="16200000">
            <a:off x="-956768" y="1523698"/>
            <a:ext cx="2282869" cy="369332"/>
          </a:xfrm>
          <a:prstGeom prst="rect">
            <a:avLst/>
          </a:prstGeom>
          <a:solidFill>
            <a:schemeClr val="accent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rPr>
              <a:t>Concept Development</a:t>
            </a:r>
          </a:p>
        </p:txBody>
      </p:sp>
      <p:sp>
        <p:nvSpPr>
          <p:cNvPr id="3" name="TextBox 2">
            <a:extLst>
              <a:ext uri="{FF2B5EF4-FFF2-40B4-BE49-F238E27FC236}">
                <a16:creationId xmlns:a16="http://schemas.microsoft.com/office/drawing/2014/main" id="{B4970E73-56BD-9945-BE31-1BADB9D8A41C}"/>
              </a:ext>
            </a:extLst>
          </p:cNvPr>
          <p:cNvSpPr txBox="1"/>
          <p:nvPr/>
        </p:nvSpPr>
        <p:spPr>
          <a:xfrm>
            <a:off x="2064439" y="5354"/>
            <a:ext cx="3126240"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2800" b="1" i="0" u="none" strike="noStrike" kern="1200" cap="none" spc="0" normalizeH="0" baseline="0" noProof="0" dirty="0">
                <a:ln>
                  <a:noFill/>
                </a:ln>
                <a:solidFill>
                  <a:srgbClr val="4472C4"/>
                </a:solidFill>
                <a:effectLst/>
                <a:uLnTx/>
                <a:uFillTx/>
                <a:latin typeface="Calibri" panose="020F0502020204030204"/>
                <a:ea typeface="+mn-ea"/>
                <a:cs typeface="+mn-cs"/>
              </a:rPr>
              <a:t>Research: resilience</a:t>
            </a:r>
          </a:p>
        </p:txBody>
      </p:sp>
      <p:sp>
        <p:nvSpPr>
          <p:cNvPr id="4" name="TextBox 3">
            <a:extLst>
              <a:ext uri="{FF2B5EF4-FFF2-40B4-BE49-F238E27FC236}">
                <a16:creationId xmlns:a16="http://schemas.microsoft.com/office/drawing/2014/main" id="{BBAAB358-1EF4-7D44-A12D-9DF509A6789B}"/>
              </a:ext>
            </a:extLst>
          </p:cNvPr>
          <p:cNvSpPr txBox="1"/>
          <p:nvPr/>
        </p:nvSpPr>
        <p:spPr>
          <a:xfrm>
            <a:off x="1512711" y="669396"/>
            <a:ext cx="8490312" cy="458587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Find out: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Define resilience</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Explain what are some behaviours of resilient people</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How does on-going stress impact a child's brain and development</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How can resilience be built in children?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4A5C74B2-EA71-9F41-9313-FFB25C152B99}"/>
              </a:ext>
            </a:extLst>
          </p:cNvPr>
          <p:cNvSpPr txBox="1"/>
          <p:nvPr/>
        </p:nvSpPr>
        <p:spPr>
          <a:xfrm>
            <a:off x="666044" y="5396089"/>
            <a:ext cx="8343118" cy="12003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Question 2: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hlinkClick r:id="rId2"/>
              </a:rPr>
              <a:t>https://thinkgrowth.org/the-8-behaviors-of-resilient-people-a3d1acdeb8f1</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Question 3: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hlinkClick r:id="rId3"/>
              </a:rPr>
              <a:t>https://developingchild.harvard.edu/science/key-concepts/toxic-stress/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Question 4: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hlinkClick r:id="rId4"/>
              </a:rPr>
              <a:t>https://www.apa.org/topics/resilience/guide-parents-teachers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1799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8EE54B-4678-214E-BBD3-B7E4EC54A289}"/>
              </a:ext>
            </a:extLst>
          </p:cNvPr>
          <p:cNvSpPr txBox="1"/>
          <p:nvPr/>
        </p:nvSpPr>
        <p:spPr>
          <a:xfrm>
            <a:off x="4398381" y="358815"/>
            <a:ext cx="2770502" cy="861774"/>
          </a:xfrm>
          <a:prstGeom prst="rect">
            <a:avLst/>
          </a:prstGeom>
          <a:noFill/>
        </p:spPr>
        <p:txBody>
          <a:bodyPr wrap="none" rtlCol="0">
            <a:spAutoFit/>
          </a:bodyPr>
          <a:lstStyle/>
          <a:p>
            <a:r>
              <a:rPr lang="en-US" sz="3200" b="1" dirty="0"/>
              <a:t>Self-regulation </a:t>
            </a:r>
          </a:p>
          <a:p>
            <a:endParaRPr lang="en-US" dirty="0"/>
          </a:p>
        </p:txBody>
      </p:sp>
      <p:sp>
        <p:nvSpPr>
          <p:cNvPr id="3" name="TextBox 2">
            <a:extLst>
              <a:ext uri="{FF2B5EF4-FFF2-40B4-BE49-F238E27FC236}">
                <a16:creationId xmlns:a16="http://schemas.microsoft.com/office/drawing/2014/main" id="{FA1AD75C-F96F-E344-9D89-C2891A2A6A82}"/>
              </a:ext>
            </a:extLst>
          </p:cNvPr>
          <p:cNvSpPr txBox="1"/>
          <p:nvPr/>
        </p:nvSpPr>
        <p:spPr>
          <a:xfrm rot="16200000">
            <a:off x="-956768" y="1523698"/>
            <a:ext cx="2282869" cy="369332"/>
          </a:xfrm>
          <a:prstGeom prst="rect">
            <a:avLst/>
          </a:prstGeom>
          <a:solidFill>
            <a:schemeClr val="accent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rPr>
              <a:t>Concept Development</a:t>
            </a:r>
          </a:p>
        </p:txBody>
      </p:sp>
      <p:sp>
        <p:nvSpPr>
          <p:cNvPr id="4" name="TextBox 3">
            <a:extLst>
              <a:ext uri="{FF2B5EF4-FFF2-40B4-BE49-F238E27FC236}">
                <a16:creationId xmlns:a16="http://schemas.microsoft.com/office/drawing/2014/main" id="{D8C714C8-C73C-364E-8796-8E8D1B3AD567}"/>
              </a:ext>
            </a:extLst>
          </p:cNvPr>
          <p:cNvSpPr txBox="1"/>
          <p:nvPr/>
        </p:nvSpPr>
        <p:spPr>
          <a:xfrm>
            <a:off x="474562" y="1035923"/>
            <a:ext cx="11443133" cy="369332"/>
          </a:xfrm>
          <a:prstGeom prst="rect">
            <a:avLst/>
          </a:prstGeom>
          <a:noFill/>
        </p:spPr>
        <p:txBody>
          <a:bodyPr wrap="none" rtlCol="0">
            <a:spAutoFit/>
          </a:bodyPr>
          <a:lstStyle/>
          <a:p>
            <a:r>
              <a:rPr lang="en-AU" b="1" dirty="0"/>
              <a:t>The ability to understand and manage your behaviour and your reactions to feelings and things happening around you</a:t>
            </a:r>
            <a:r>
              <a:rPr lang="en-AU" dirty="0"/>
              <a:t>.</a:t>
            </a:r>
            <a:endParaRPr lang="en-US" dirty="0"/>
          </a:p>
        </p:txBody>
      </p:sp>
      <p:sp>
        <p:nvSpPr>
          <p:cNvPr id="6" name="TextBox 5">
            <a:extLst>
              <a:ext uri="{FF2B5EF4-FFF2-40B4-BE49-F238E27FC236}">
                <a16:creationId xmlns:a16="http://schemas.microsoft.com/office/drawing/2014/main" id="{7F850599-83DE-CD44-84C5-DD33D61C9113}"/>
              </a:ext>
            </a:extLst>
          </p:cNvPr>
          <p:cNvSpPr txBox="1"/>
          <p:nvPr/>
        </p:nvSpPr>
        <p:spPr>
          <a:xfrm>
            <a:off x="9606986" y="2627453"/>
            <a:ext cx="2585013" cy="3970318"/>
          </a:xfrm>
          <a:prstGeom prst="rect">
            <a:avLst/>
          </a:prstGeom>
          <a:noFill/>
        </p:spPr>
        <p:txBody>
          <a:bodyPr wrap="square" rtlCol="0">
            <a:spAutoFit/>
          </a:bodyPr>
          <a:lstStyle/>
          <a:p>
            <a:r>
              <a:rPr lang="en-US" b="1" dirty="0"/>
              <a:t>Outline the: </a:t>
            </a:r>
          </a:p>
          <a:p>
            <a:r>
              <a:rPr lang="en-US" dirty="0"/>
              <a:t>Aim, method, findings and conclusions of this study. </a:t>
            </a:r>
          </a:p>
          <a:p>
            <a:endParaRPr lang="en-US" dirty="0"/>
          </a:p>
          <a:p>
            <a:endParaRPr lang="en-US" dirty="0"/>
          </a:p>
          <a:p>
            <a:r>
              <a:rPr lang="en-US" dirty="0"/>
              <a:t>What were the long-term consequences of learning delayed gratification early</a:t>
            </a:r>
          </a:p>
          <a:p>
            <a:endParaRPr lang="en-US" dirty="0"/>
          </a:p>
          <a:p>
            <a:r>
              <a:rPr lang="en-US" dirty="0"/>
              <a:t>How did the teacher try to teach self-control?</a:t>
            </a:r>
          </a:p>
          <a:p>
            <a:endParaRPr lang="en-US" dirty="0"/>
          </a:p>
        </p:txBody>
      </p:sp>
      <p:pic>
        <p:nvPicPr>
          <p:cNvPr id="7" name="Online Media 6" descr="Resisting the marshmallow and the success of self-control">
            <a:hlinkClick r:id="" action="ppaction://media"/>
            <a:extLst>
              <a:ext uri="{FF2B5EF4-FFF2-40B4-BE49-F238E27FC236}">
                <a16:creationId xmlns:a16="http://schemas.microsoft.com/office/drawing/2014/main" id="{2AF73408-FAE5-9945-AA48-314BB0E6D489}"/>
              </a:ext>
            </a:extLst>
          </p:cNvPr>
          <p:cNvPicPr>
            <a:picLocks noRot="1" noChangeAspect="1"/>
          </p:cNvPicPr>
          <p:nvPr>
            <a:videoFile r:link="rId1"/>
          </p:nvPr>
        </p:nvPicPr>
        <p:blipFill>
          <a:blip r:embed="rId4"/>
          <a:stretch>
            <a:fillRect/>
          </a:stretch>
        </p:blipFill>
        <p:spPr>
          <a:xfrm>
            <a:off x="683231" y="1411051"/>
            <a:ext cx="8092279" cy="5188928"/>
          </a:xfrm>
          <a:prstGeom prst="rect">
            <a:avLst/>
          </a:prstGeom>
        </p:spPr>
      </p:pic>
    </p:spTree>
    <p:extLst>
      <p:ext uri="{BB962C8B-B14F-4D97-AF65-F5344CB8AC3E}">
        <p14:creationId xmlns:p14="http://schemas.microsoft.com/office/powerpoint/2010/main" val="3152084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CF1750-D749-6847-AAD9-672FEFACCDE5}"/>
              </a:ext>
            </a:extLst>
          </p:cNvPr>
          <p:cNvSpPr txBox="1"/>
          <p:nvPr/>
        </p:nvSpPr>
        <p:spPr>
          <a:xfrm>
            <a:off x="2257063" y="358815"/>
            <a:ext cx="3666004" cy="523220"/>
          </a:xfrm>
          <a:prstGeom prst="rect">
            <a:avLst/>
          </a:prstGeom>
          <a:noFill/>
        </p:spPr>
        <p:txBody>
          <a:bodyPr wrap="none" rtlCol="0">
            <a:spAutoFit/>
          </a:bodyPr>
          <a:lstStyle/>
          <a:p>
            <a:r>
              <a:rPr lang="en-US" sz="2800" b="1" dirty="0"/>
              <a:t>Test questions - Erikson</a:t>
            </a:r>
          </a:p>
        </p:txBody>
      </p:sp>
      <p:sp>
        <p:nvSpPr>
          <p:cNvPr id="3" name="TextBox 2">
            <a:extLst>
              <a:ext uri="{FF2B5EF4-FFF2-40B4-BE49-F238E27FC236}">
                <a16:creationId xmlns:a16="http://schemas.microsoft.com/office/drawing/2014/main" id="{12EF6104-2E48-964E-A66C-F44208DAA448}"/>
              </a:ext>
            </a:extLst>
          </p:cNvPr>
          <p:cNvSpPr txBox="1"/>
          <p:nvPr/>
        </p:nvSpPr>
        <p:spPr>
          <a:xfrm>
            <a:off x="713620" y="1900607"/>
            <a:ext cx="10764760" cy="3539430"/>
          </a:xfrm>
          <a:prstGeom prst="rect">
            <a:avLst/>
          </a:prstGeom>
          <a:noFill/>
        </p:spPr>
        <p:txBody>
          <a:bodyPr wrap="square" rtlCol="0">
            <a:spAutoFit/>
          </a:bodyPr>
          <a:lstStyle/>
          <a:p>
            <a:pPr marL="342900" indent="-342900">
              <a:buAutoNum type="arabicPeriod"/>
            </a:pPr>
            <a:r>
              <a:rPr lang="en-US" sz="3200" dirty="0"/>
              <a:t>Outline Erikson's stage theory of identity development</a:t>
            </a:r>
          </a:p>
          <a:p>
            <a:pPr marL="342900" indent="-342900">
              <a:buAutoNum type="arabicPeriod"/>
            </a:pPr>
            <a:r>
              <a:rPr lang="en-US" sz="3200" dirty="0"/>
              <a:t>Define what Erikson mean by psychosocial crisis</a:t>
            </a:r>
          </a:p>
          <a:p>
            <a:pPr marL="342900" indent="-342900">
              <a:buAutoNum type="arabicPeriod"/>
            </a:pPr>
            <a:r>
              <a:rPr lang="en-US" sz="3200" dirty="0"/>
              <a:t>Describe two key features of a stage theory </a:t>
            </a:r>
          </a:p>
          <a:p>
            <a:pPr marL="342900" indent="-342900">
              <a:buAutoNum type="arabicPeriod"/>
            </a:pPr>
            <a:r>
              <a:rPr lang="en-US" sz="3200" dirty="0"/>
              <a:t>Explain what dilemmas an individual in stage 7 of Erikson's theory of identity development</a:t>
            </a:r>
          </a:p>
          <a:p>
            <a:pPr marL="342900" indent="-342900">
              <a:buAutoNum type="arabicPeriod"/>
            </a:pPr>
            <a:r>
              <a:rPr lang="en-US" sz="3200" dirty="0"/>
              <a:t>Identify the crisis at stage 2 and explain the types of activities the child is exploring at this stage</a:t>
            </a:r>
          </a:p>
        </p:txBody>
      </p:sp>
    </p:spTree>
    <p:extLst>
      <p:ext uri="{BB962C8B-B14F-4D97-AF65-F5344CB8AC3E}">
        <p14:creationId xmlns:p14="http://schemas.microsoft.com/office/powerpoint/2010/main" val="688727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BF8C51-05ED-3B40-A734-AB37A86017F2}"/>
              </a:ext>
            </a:extLst>
          </p:cNvPr>
          <p:cNvSpPr txBox="1"/>
          <p:nvPr/>
        </p:nvSpPr>
        <p:spPr>
          <a:xfrm>
            <a:off x="2135156" y="341582"/>
            <a:ext cx="7586885" cy="584775"/>
          </a:xfrm>
          <a:prstGeom prst="rect">
            <a:avLst/>
          </a:prstGeom>
          <a:noFill/>
        </p:spPr>
        <p:txBody>
          <a:bodyPr wrap="none" rtlCol="0">
            <a:spAutoFit/>
          </a:bodyPr>
          <a:lstStyle/>
          <a:p>
            <a:r>
              <a:rPr lang="en-US" sz="3200" b="1" dirty="0"/>
              <a:t>Test questions – Twin and adoption studies </a:t>
            </a:r>
          </a:p>
        </p:txBody>
      </p:sp>
      <p:sp>
        <p:nvSpPr>
          <p:cNvPr id="3" name="TextBox 2">
            <a:extLst>
              <a:ext uri="{FF2B5EF4-FFF2-40B4-BE49-F238E27FC236}">
                <a16:creationId xmlns:a16="http://schemas.microsoft.com/office/drawing/2014/main" id="{D8FB564C-458F-8248-A20C-04A850FE540E}"/>
              </a:ext>
            </a:extLst>
          </p:cNvPr>
          <p:cNvSpPr txBox="1"/>
          <p:nvPr/>
        </p:nvSpPr>
        <p:spPr>
          <a:xfrm>
            <a:off x="436369" y="1253439"/>
            <a:ext cx="9413796" cy="5262979"/>
          </a:xfrm>
          <a:prstGeom prst="rect">
            <a:avLst/>
          </a:prstGeom>
          <a:noFill/>
        </p:spPr>
        <p:txBody>
          <a:bodyPr wrap="none" rtlCol="0">
            <a:spAutoFit/>
          </a:bodyPr>
          <a:lstStyle/>
          <a:p>
            <a:pPr marL="342900" indent="-342900">
              <a:buAutoNum type="arabicPeriod"/>
            </a:pPr>
            <a:r>
              <a:rPr lang="en-US" sz="2800" dirty="0"/>
              <a:t>Define the term nature in relation to psychological research </a:t>
            </a:r>
          </a:p>
          <a:p>
            <a:pPr marL="342900" indent="-342900">
              <a:buAutoNum type="arabicPeriod"/>
            </a:pPr>
            <a:r>
              <a:rPr lang="en-US" sz="2800" dirty="0"/>
              <a:t>Define the term nurture in relation to psychological research </a:t>
            </a:r>
          </a:p>
          <a:p>
            <a:pPr marL="342900" indent="-342900">
              <a:buAutoNum type="arabicPeriod"/>
            </a:pPr>
            <a:r>
              <a:rPr lang="en-US" sz="2800" dirty="0"/>
              <a:t>Describe how twins are used in research </a:t>
            </a:r>
          </a:p>
          <a:p>
            <a:pPr marL="342900" indent="-342900">
              <a:buAutoNum type="arabicPeriod"/>
            </a:pPr>
            <a:r>
              <a:rPr lang="en-US" sz="2800" dirty="0"/>
              <a:t> Explain how monozygotic twins are conceived</a:t>
            </a:r>
          </a:p>
          <a:p>
            <a:pPr marL="342900" indent="-342900">
              <a:buAutoNum type="arabicPeriod"/>
            </a:pPr>
            <a:r>
              <a:rPr lang="en-US" sz="2800" dirty="0"/>
              <a:t>Identify how much DNA the following share:</a:t>
            </a:r>
            <a:br>
              <a:rPr lang="en-US" sz="2800" dirty="0"/>
            </a:br>
            <a:r>
              <a:rPr lang="en-US" sz="2800" dirty="0"/>
              <a:t>- Monozygotic</a:t>
            </a:r>
          </a:p>
          <a:p>
            <a:r>
              <a:rPr lang="en-US" sz="2800" dirty="0"/>
              <a:t>      - Dizygotic</a:t>
            </a:r>
          </a:p>
          <a:p>
            <a:r>
              <a:rPr lang="en-US" sz="2800" dirty="0"/>
              <a:t>      - Siblings</a:t>
            </a:r>
          </a:p>
          <a:p>
            <a:r>
              <a:rPr lang="en-US" sz="2800" dirty="0"/>
              <a:t>6. Outline how adoption studies work </a:t>
            </a:r>
          </a:p>
          <a:p>
            <a:r>
              <a:rPr lang="en-US" sz="2800" dirty="0"/>
              <a:t>7. Describe one strength and one weakness of twin studies</a:t>
            </a:r>
          </a:p>
          <a:p>
            <a:r>
              <a:rPr lang="en-US" sz="2800" dirty="0"/>
              <a:t>8. Describe one strength and one weakness of adoption studies</a:t>
            </a:r>
          </a:p>
          <a:p>
            <a:r>
              <a:rPr lang="en-US" sz="2800" dirty="0"/>
              <a:t>9. Describe how longitudinal research works </a:t>
            </a:r>
          </a:p>
        </p:txBody>
      </p:sp>
    </p:spTree>
    <p:extLst>
      <p:ext uri="{BB962C8B-B14F-4D97-AF65-F5344CB8AC3E}">
        <p14:creationId xmlns:p14="http://schemas.microsoft.com/office/powerpoint/2010/main" val="37512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2E555-EA4A-4184-918C-1630F809740B}"/>
              </a:ext>
            </a:extLst>
          </p:cNvPr>
          <p:cNvSpPr>
            <a:spLocks noGrp="1"/>
          </p:cNvSpPr>
          <p:nvPr>
            <p:ph type="title"/>
          </p:nvPr>
        </p:nvSpPr>
        <p:spPr/>
        <p:txBody>
          <a:bodyPr/>
          <a:lstStyle/>
          <a:p>
            <a:r>
              <a:rPr lang="en-AU" sz="5400" b="1" dirty="0"/>
              <a:t>Exit Ticket </a:t>
            </a:r>
          </a:p>
        </p:txBody>
      </p:sp>
      <p:sp>
        <p:nvSpPr>
          <p:cNvPr id="3" name="Content Placeholder 2">
            <a:extLst>
              <a:ext uri="{FF2B5EF4-FFF2-40B4-BE49-F238E27FC236}">
                <a16:creationId xmlns:a16="http://schemas.microsoft.com/office/drawing/2014/main" id="{CA90E94D-8BB9-4152-80A2-4A18D09037E2}"/>
              </a:ext>
            </a:extLst>
          </p:cNvPr>
          <p:cNvSpPr>
            <a:spLocks noGrp="1"/>
          </p:cNvSpPr>
          <p:nvPr>
            <p:ph idx="1"/>
          </p:nvPr>
        </p:nvSpPr>
        <p:spPr>
          <a:xfrm>
            <a:off x="2081094" y="3156645"/>
            <a:ext cx="8677836" cy="2443543"/>
          </a:xfrm>
        </p:spPr>
        <p:txBody>
          <a:bodyPr>
            <a:normAutofit/>
          </a:bodyPr>
          <a:lstStyle/>
          <a:p>
            <a:pPr marL="0" indent="0" algn="ctr">
              <a:buNone/>
            </a:pPr>
            <a:r>
              <a:rPr lang="en-AU" sz="3600" dirty="0"/>
              <a:t>Write a test style question and answer in your book and quiz a classmate to leave</a:t>
            </a:r>
          </a:p>
        </p:txBody>
      </p:sp>
      <p:pic>
        <p:nvPicPr>
          <p:cNvPr id="4" name="Picture 3" descr="__-41-51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17234" y="136524"/>
            <a:ext cx="1765167" cy="1765167"/>
          </a:xfrm>
          <a:prstGeom prst="rect">
            <a:avLst/>
          </a:prstGeom>
        </p:spPr>
      </p:pic>
    </p:spTree>
    <p:extLst>
      <p:ext uri="{BB962C8B-B14F-4D97-AF65-F5344CB8AC3E}">
        <p14:creationId xmlns:p14="http://schemas.microsoft.com/office/powerpoint/2010/main" val="5751275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sson template" id="{BE3FD172-D024-DE49-B586-228D6C825ABD}" vid="{767780C8-878E-A447-AAC4-C73CC567D16E}"/>
    </a:ext>
  </a:extLst>
</a:theme>
</file>

<file path=ppt/theme/theme2.xml><?xml version="1.0" encoding="utf-8"?>
<a:theme xmlns:a="http://schemas.openxmlformats.org/drawingml/2006/main" name="Saba">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esson template" id="{BE3FD172-D024-DE49-B586-228D6C825ABD}" vid="{007CADC7-1C8C-EE44-9A84-575C6C18930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27</TotalTime>
  <Words>608</Words>
  <Application>Microsoft Macintosh PowerPoint</Application>
  <PresentationFormat>Widescreen</PresentationFormat>
  <Paragraphs>75</Paragraphs>
  <Slides>9</Slides>
  <Notes>1</Notes>
  <HiddenSlides>0</HiddenSlides>
  <MMClips>1</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9</vt:i4>
      </vt:variant>
    </vt:vector>
  </HeadingPairs>
  <TitlesOfParts>
    <vt:vector size="16" baseType="lpstr">
      <vt:lpstr>Arial</vt:lpstr>
      <vt:lpstr>Calibri</vt:lpstr>
      <vt:lpstr>Calibri Light</vt:lpstr>
      <vt:lpstr>Century Gothic</vt:lpstr>
      <vt:lpstr>Wingdings 2</vt:lpstr>
      <vt:lpstr>Office Theme</vt:lpstr>
      <vt:lpstr>Saba</vt:lpstr>
      <vt:lpstr>PowerPoint Presentation</vt:lpstr>
      <vt:lpstr>PowerPoint Presentation</vt:lpstr>
      <vt:lpstr>Developmental Psychology</vt:lpstr>
      <vt:lpstr>PowerPoint Presentation</vt:lpstr>
      <vt:lpstr>PowerPoint Presentation</vt:lpstr>
      <vt:lpstr>PowerPoint Presentation</vt:lpstr>
      <vt:lpstr>PowerPoint Presentation</vt:lpstr>
      <vt:lpstr>PowerPoint Presentation</vt:lpstr>
      <vt:lpstr>Exit Ticket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DAVEY Sarah [Joseph Banks Secondary College]</dc:creator>
  <cp:lastModifiedBy>DAVEY Sarah [Joseph Banks Secondary College]</cp:lastModifiedBy>
  <cp:revision>4</cp:revision>
  <dcterms:created xsi:type="dcterms:W3CDTF">2021-08-04T02:12:59Z</dcterms:created>
  <dcterms:modified xsi:type="dcterms:W3CDTF">2021-08-04T02:40:30Z</dcterms:modified>
</cp:coreProperties>
</file>