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0" r:id="rId3"/>
    <p:sldMasterId id="2147483692" r:id="rId4"/>
  </p:sldMasterIdLst>
  <p:notesMasterIdLst>
    <p:notesMasterId r:id="rId33"/>
  </p:notesMasterIdLst>
  <p:sldIdLst>
    <p:sldId id="256" r:id="rId5"/>
    <p:sldId id="310" r:id="rId6"/>
    <p:sldId id="309" r:id="rId7"/>
    <p:sldId id="267" r:id="rId8"/>
    <p:sldId id="307" r:id="rId9"/>
    <p:sldId id="268" r:id="rId10"/>
    <p:sldId id="259" r:id="rId11"/>
    <p:sldId id="306" r:id="rId12"/>
    <p:sldId id="289" r:id="rId13"/>
    <p:sldId id="262" r:id="rId14"/>
    <p:sldId id="280" r:id="rId15"/>
    <p:sldId id="284" r:id="rId16"/>
    <p:sldId id="305" r:id="rId17"/>
    <p:sldId id="258" r:id="rId18"/>
    <p:sldId id="265" r:id="rId19"/>
    <p:sldId id="308" r:id="rId20"/>
    <p:sldId id="431" r:id="rId21"/>
    <p:sldId id="321" r:id="rId22"/>
    <p:sldId id="362" r:id="rId23"/>
    <p:sldId id="357" r:id="rId24"/>
    <p:sldId id="358" r:id="rId25"/>
    <p:sldId id="430" r:id="rId26"/>
    <p:sldId id="440" r:id="rId27"/>
    <p:sldId id="441" r:id="rId28"/>
    <p:sldId id="433" r:id="rId29"/>
    <p:sldId id="435" r:id="rId30"/>
    <p:sldId id="436" r:id="rId31"/>
    <p:sldId id="43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175B1B-C8B6-5B47-BDF0-E48872873B6C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000F36-E140-FD49-98A1-581DAFB535E8}">
      <dgm:prSet phldrT="[Text]"/>
      <dgm:spPr/>
      <dgm:t>
        <a:bodyPr/>
        <a:lstStyle/>
        <a:p>
          <a:r>
            <a:rPr lang="en-GB" dirty="0"/>
            <a:t>Knowledge</a:t>
          </a:r>
        </a:p>
      </dgm:t>
    </dgm:pt>
    <dgm:pt modelId="{A7E9714F-AD67-8A45-87BF-3C2B7DC40EFB}" type="parTrans" cxnId="{C524DA3F-18F2-F84E-AC65-750B20DBAAFF}">
      <dgm:prSet/>
      <dgm:spPr/>
      <dgm:t>
        <a:bodyPr/>
        <a:lstStyle/>
        <a:p>
          <a:endParaRPr lang="en-GB"/>
        </a:p>
      </dgm:t>
    </dgm:pt>
    <dgm:pt modelId="{60FD67E0-ACF9-ED43-A542-CDD23641CB94}" type="sibTrans" cxnId="{C524DA3F-18F2-F84E-AC65-750B20DBAAFF}">
      <dgm:prSet/>
      <dgm:spPr/>
      <dgm:t>
        <a:bodyPr/>
        <a:lstStyle/>
        <a:p>
          <a:endParaRPr lang="en-GB"/>
        </a:p>
      </dgm:t>
    </dgm:pt>
    <dgm:pt modelId="{1C1B5BC4-3EFF-8543-BBDD-AEE0F37CE95E}">
      <dgm:prSet phldrT="[Text]"/>
      <dgm:spPr/>
      <dgm:t>
        <a:bodyPr/>
        <a:lstStyle/>
        <a:p>
          <a:r>
            <a:rPr lang="en-GB" dirty="0"/>
            <a:t>Scientific</a:t>
          </a:r>
        </a:p>
      </dgm:t>
    </dgm:pt>
    <dgm:pt modelId="{5B37E51F-2239-F449-B74E-F5E882C9FB27}" type="parTrans" cxnId="{A26B3595-3DFD-614C-B0C0-CF011B3F4716}">
      <dgm:prSet/>
      <dgm:spPr/>
      <dgm:t>
        <a:bodyPr/>
        <a:lstStyle/>
        <a:p>
          <a:endParaRPr lang="en-GB"/>
        </a:p>
      </dgm:t>
    </dgm:pt>
    <dgm:pt modelId="{2415A482-A72E-5E44-9797-2C3B11DE3530}" type="sibTrans" cxnId="{A26B3595-3DFD-614C-B0C0-CF011B3F4716}">
      <dgm:prSet/>
      <dgm:spPr/>
      <dgm:t>
        <a:bodyPr/>
        <a:lstStyle/>
        <a:p>
          <a:endParaRPr lang="en-GB"/>
        </a:p>
      </dgm:t>
    </dgm:pt>
    <dgm:pt modelId="{2070A0EB-03B4-6B44-AB06-7AAFD5915F0D}">
      <dgm:prSet phldrT="[Text]"/>
      <dgm:spPr/>
      <dgm:t>
        <a:bodyPr/>
        <a:lstStyle/>
        <a:p>
          <a:r>
            <a:rPr lang="en-GB" b="1" dirty="0"/>
            <a:t>Measurable</a:t>
          </a:r>
        </a:p>
      </dgm:t>
    </dgm:pt>
    <dgm:pt modelId="{A6E3F5B3-7650-A14F-99EF-F5AAD8D1FD74}" type="parTrans" cxnId="{993B06BE-F422-A94F-A3B5-4550800EE2C7}">
      <dgm:prSet/>
      <dgm:spPr/>
      <dgm:t>
        <a:bodyPr/>
        <a:lstStyle/>
        <a:p>
          <a:endParaRPr lang="en-GB"/>
        </a:p>
      </dgm:t>
    </dgm:pt>
    <dgm:pt modelId="{82E30996-5A01-914A-B9F4-1A0ED081E9B8}" type="sibTrans" cxnId="{993B06BE-F422-A94F-A3B5-4550800EE2C7}">
      <dgm:prSet/>
      <dgm:spPr/>
      <dgm:t>
        <a:bodyPr/>
        <a:lstStyle/>
        <a:p>
          <a:endParaRPr lang="en-GB"/>
        </a:p>
      </dgm:t>
    </dgm:pt>
    <dgm:pt modelId="{9D45A7D9-09A7-3249-81DB-E0CE6FAC7737}">
      <dgm:prSet phldrT="[Text]"/>
      <dgm:spPr/>
      <dgm:t>
        <a:bodyPr/>
        <a:lstStyle/>
        <a:p>
          <a:r>
            <a:rPr lang="en-GB" b="1" dirty="0"/>
            <a:t>Follows</a:t>
          </a:r>
          <a:r>
            <a:rPr lang="en-GB" b="1" baseline="0" dirty="0"/>
            <a:t> scientific method</a:t>
          </a:r>
          <a:endParaRPr lang="en-GB" b="1" dirty="0"/>
        </a:p>
      </dgm:t>
    </dgm:pt>
    <dgm:pt modelId="{A16D5027-B5A5-104F-B7B3-AC20FF76F357}" type="parTrans" cxnId="{36A10053-E748-DC44-A14B-C27012AAA8D5}">
      <dgm:prSet/>
      <dgm:spPr/>
      <dgm:t>
        <a:bodyPr/>
        <a:lstStyle/>
        <a:p>
          <a:endParaRPr lang="en-GB"/>
        </a:p>
      </dgm:t>
    </dgm:pt>
    <dgm:pt modelId="{628CDA56-5E1B-AC42-A19A-8DDDF5B53068}" type="sibTrans" cxnId="{36A10053-E748-DC44-A14B-C27012AAA8D5}">
      <dgm:prSet/>
      <dgm:spPr/>
      <dgm:t>
        <a:bodyPr/>
        <a:lstStyle/>
        <a:p>
          <a:endParaRPr lang="en-GB"/>
        </a:p>
      </dgm:t>
    </dgm:pt>
    <dgm:pt modelId="{482B5E24-B3E3-C145-9EAC-C4E7935545BF}">
      <dgm:prSet phldrT="[Text]"/>
      <dgm:spPr/>
      <dgm:t>
        <a:bodyPr/>
        <a:lstStyle/>
        <a:p>
          <a:r>
            <a:rPr lang="en-GB" dirty="0"/>
            <a:t>Non-Scientific</a:t>
          </a:r>
        </a:p>
      </dgm:t>
    </dgm:pt>
    <dgm:pt modelId="{18A572AC-B21B-124F-9FEB-CAF510996D9B}" type="parTrans" cxnId="{0C3847E0-FA9B-BF41-B04E-719A6D243896}">
      <dgm:prSet/>
      <dgm:spPr/>
      <dgm:t>
        <a:bodyPr/>
        <a:lstStyle/>
        <a:p>
          <a:endParaRPr lang="en-GB"/>
        </a:p>
      </dgm:t>
    </dgm:pt>
    <dgm:pt modelId="{0195E550-C9B0-2142-99CA-BEBBEB688F1A}" type="sibTrans" cxnId="{0C3847E0-FA9B-BF41-B04E-719A6D243896}">
      <dgm:prSet/>
      <dgm:spPr/>
      <dgm:t>
        <a:bodyPr/>
        <a:lstStyle/>
        <a:p>
          <a:endParaRPr lang="en-GB"/>
        </a:p>
      </dgm:t>
    </dgm:pt>
    <dgm:pt modelId="{75412C48-A60C-B24E-87D7-4960837F74E0}">
      <dgm:prSet phldrT="[Text]"/>
      <dgm:spPr/>
      <dgm:t>
        <a:bodyPr/>
        <a:lstStyle/>
        <a:p>
          <a:r>
            <a:rPr lang="en-GB" dirty="0"/>
            <a:t>All other ways of knowing </a:t>
          </a:r>
        </a:p>
      </dgm:t>
    </dgm:pt>
    <dgm:pt modelId="{BB38CF8D-BB7C-BF47-A908-00999D90CDD5}" type="parTrans" cxnId="{9CCB502D-1733-9648-A540-39C5328CAF87}">
      <dgm:prSet/>
      <dgm:spPr/>
      <dgm:t>
        <a:bodyPr/>
        <a:lstStyle/>
        <a:p>
          <a:endParaRPr lang="en-GB"/>
        </a:p>
      </dgm:t>
    </dgm:pt>
    <dgm:pt modelId="{495D2AE8-45F0-FE42-A151-A938483B2960}" type="sibTrans" cxnId="{9CCB502D-1733-9648-A540-39C5328CAF87}">
      <dgm:prSet/>
      <dgm:spPr/>
      <dgm:t>
        <a:bodyPr/>
        <a:lstStyle/>
        <a:p>
          <a:endParaRPr lang="en-GB"/>
        </a:p>
      </dgm:t>
    </dgm:pt>
    <dgm:pt modelId="{EF9562B9-2124-2649-8DC5-A7ACDBC19969}">
      <dgm:prSet/>
      <dgm:spPr/>
      <dgm:t>
        <a:bodyPr/>
        <a:lstStyle/>
        <a:p>
          <a:r>
            <a:rPr lang="en-GB" b="1" dirty="0"/>
            <a:t>Testable</a:t>
          </a:r>
        </a:p>
      </dgm:t>
    </dgm:pt>
    <dgm:pt modelId="{1BCCB321-D22A-3040-9625-0D58D2717874}" type="parTrans" cxnId="{1D666ED1-7319-A745-896D-4B19858D2603}">
      <dgm:prSet/>
      <dgm:spPr/>
      <dgm:t>
        <a:bodyPr/>
        <a:lstStyle/>
        <a:p>
          <a:endParaRPr lang="en-GB"/>
        </a:p>
      </dgm:t>
    </dgm:pt>
    <dgm:pt modelId="{E20EFE71-EF48-F847-A55C-99F6C101791A}" type="sibTrans" cxnId="{1D666ED1-7319-A745-896D-4B19858D2603}">
      <dgm:prSet/>
      <dgm:spPr/>
      <dgm:t>
        <a:bodyPr/>
        <a:lstStyle/>
        <a:p>
          <a:endParaRPr lang="en-GB"/>
        </a:p>
      </dgm:t>
    </dgm:pt>
    <dgm:pt modelId="{09D997C4-8B23-C14E-942F-12EA80D714B0}" type="pres">
      <dgm:prSet presAssocID="{0A175B1B-C8B6-5B47-BDF0-E48872873B6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B3E2BA7-1B24-0F45-91B9-B83873B278B2}" type="pres">
      <dgm:prSet presAssocID="{0A175B1B-C8B6-5B47-BDF0-E48872873B6C}" presName="hierFlow" presStyleCnt="0"/>
      <dgm:spPr/>
    </dgm:pt>
    <dgm:pt modelId="{9AAE766B-75A1-4F46-8EA1-118C9A07F839}" type="pres">
      <dgm:prSet presAssocID="{0A175B1B-C8B6-5B47-BDF0-E48872873B6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A7E2990-289A-0842-8D8B-4A9E172AF516}" type="pres">
      <dgm:prSet presAssocID="{88000F36-E140-FD49-98A1-581DAFB535E8}" presName="Name17" presStyleCnt="0"/>
      <dgm:spPr/>
    </dgm:pt>
    <dgm:pt modelId="{02E8D431-8DEC-ED48-856B-3B54249BD985}" type="pres">
      <dgm:prSet presAssocID="{88000F36-E140-FD49-98A1-581DAFB535E8}" presName="level1Shape" presStyleLbl="node0" presStyleIdx="0" presStyleCnt="1" custScaleX="157675" custScaleY="126406" custLinFactX="-37974" custLinFactNeighborX="-100000" custLinFactNeighborY="1145">
        <dgm:presLayoutVars>
          <dgm:chPref val="3"/>
        </dgm:presLayoutVars>
      </dgm:prSet>
      <dgm:spPr/>
    </dgm:pt>
    <dgm:pt modelId="{31C7A912-5B05-904E-802A-981FCB88DEDF}" type="pres">
      <dgm:prSet presAssocID="{88000F36-E140-FD49-98A1-581DAFB535E8}" presName="hierChild2" presStyleCnt="0"/>
      <dgm:spPr/>
    </dgm:pt>
    <dgm:pt modelId="{329A3252-4306-B84B-B6E9-95C778E6CBC4}" type="pres">
      <dgm:prSet presAssocID="{5B37E51F-2239-F449-B74E-F5E882C9FB27}" presName="Name25" presStyleLbl="parChTrans1D2" presStyleIdx="0" presStyleCnt="2"/>
      <dgm:spPr/>
    </dgm:pt>
    <dgm:pt modelId="{D881153F-95B9-574E-AF23-31E0D3B66B8C}" type="pres">
      <dgm:prSet presAssocID="{5B37E51F-2239-F449-B74E-F5E882C9FB27}" presName="connTx" presStyleLbl="parChTrans1D2" presStyleIdx="0" presStyleCnt="2"/>
      <dgm:spPr/>
    </dgm:pt>
    <dgm:pt modelId="{71E05075-808D-D440-A388-7E84E8C23045}" type="pres">
      <dgm:prSet presAssocID="{1C1B5BC4-3EFF-8543-BBDD-AEE0F37CE95E}" presName="Name30" presStyleCnt="0"/>
      <dgm:spPr/>
    </dgm:pt>
    <dgm:pt modelId="{CEF1CF7F-F274-7841-B827-BFB7EE85386C}" type="pres">
      <dgm:prSet presAssocID="{1C1B5BC4-3EFF-8543-BBDD-AEE0F37CE95E}" presName="level2Shape" presStyleLbl="node2" presStyleIdx="0" presStyleCnt="2" custScaleX="158245" custScaleY="134275"/>
      <dgm:spPr/>
    </dgm:pt>
    <dgm:pt modelId="{C8B2C169-2362-8E40-8C0D-CC72A246E350}" type="pres">
      <dgm:prSet presAssocID="{1C1B5BC4-3EFF-8543-BBDD-AEE0F37CE95E}" presName="hierChild3" presStyleCnt="0"/>
      <dgm:spPr/>
    </dgm:pt>
    <dgm:pt modelId="{8D21BC68-CDCB-1541-BE62-1EB39C9DD886}" type="pres">
      <dgm:prSet presAssocID="{A6E3F5B3-7650-A14F-99EF-F5AAD8D1FD74}" presName="Name25" presStyleLbl="parChTrans1D3" presStyleIdx="0" presStyleCnt="4"/>
      <dgm:spPr/>
    </dgm:pt>
    <dgm:pt modelId="{3C778AE5-1E7C-154C-81D5-182EB138BA6E}" type="pres">
      <dgm:prSet presAssocID="{A6E3F5B3-7650-A14F-99EF-F5AAD8D1FD74}" presName="connTx" presStyleLbl="parChTrans1D3" presStyleIdx="0" presStyleCnt="4"/>
      <dgm:spPr/>
    </dgm:pt>
    <dgm:pt modelId="{8BFC12BE-F351-3643-BAB2-577EA91B2336}" type="pres">
      <dgm:prSet presAssocID="{2070A0EB-03B4-6B44-AB06-7AAFD5915F0D}" presName="Name30" presStyleCnt="0"/>
      <dgm:spPr/>
    </dgm:pt>
    <dgm:pt modelId="{700B7D65-8195-F64B-A71D-DDB6E70ADABB}" type="pres">
      <dgm:prSet presAssocID="{2070A0EB-03B4-6B44-AB06-7AAFD5915F0D}" presName="level2Shape" presStyleLbl="node3" presStyleIdx="0" presStyleCnt="4"/>
      <dgm:spPr/>
    </dgm:pt>
    <dgm:pt modelId="{7A50CB9F-4173-484D-A175-1FAED48FFF80}" type="pres">
      <dgm:prSet presAssocID="{2070A0EB-03B4-6B44-AB06-7AAFD5915F0D}" presName="hierChild3" presStyleCnt="0"/>
      <dgm:spPr/>
    </dgm:pt>
    <dgm:pt modelId="{E46AD8BE-2D4A-8840-9AFA-26263A008162}" type="pres">
      <dgm:prSet presAssocID="{1BCCB321-D22A-3040-9625-0D58D2717874}" presName="Name25" presStyleLbl="parChTrans1D3" presStyleIdx="1" presStyleCnt="4"/>
      <dgm:spPr/>
    </dgm:pt>
    <dgm:pt modelId="{19CAEB43-B32A-9244-A30C-1EAAC3F91D85}" type="pres">
      <dgm:prSet presAssocID="{1BCCB321-D22A-3040-9625-0D58D2717874}" presName="connTx" presStyleLbl="parChTrans1D3" presStyleIdx="1" presStyleCnt="4"/>
      <dgm:spPr/>
    </dgm:pt>
    <dgm:pt modelId="{5B9EAAD4-DC24-F545-AF25-F4734269DD0B}" type="pres">
      <dgm:prSet presAssocID="{EF9562B9-2124-2649-8DC5-A7ACDBC19969}" presName="Name30" presStyleCnt="0"/>
      <dgm:spPr/>
    </dgm:pt>
    <dgm:pt modelId="{D3783905-9640-3447-84CD-BE3E659AC1CB}" type="pres">
      <dgm:prSet presAssocID="{EF9562B9-2124-2649-8DC5-A7ACDBC19969}" presName="level2Shape" presStyleLbl="node3" presStyleIdx="1" presStyleCnt="4"/>
      <dgm:spPr/>
    </dgm:pt>
    <dgm:pt modelId="{BCB36AB7-9218-904C-9C9A-392EB9709797}" type="pres">
      <dgm:prSet presAssocID="{EF9562B9-2124-2649-8DC5-A7ACDBC19969}" presName="hierChild3" presStyleCnt="0"/>
      <dgm:spPr/>
    </dgm:pt>
    <dgm:pt modelId="{63E1761D-6923-0148-A7B2-1EDCFE90D84A}" type="pres">
      <dgm:prSet presAssocID="{A16D5027-B5A5-104F-B7B3-AC20FF76F357}" presName="Name25" presStyleLbl="parChTrans1D3" presStyleIdx="2" presStyleCnt="4"/>
      <dgm:spPr/>
    </dgm:pt>
    <dgm:pt modelId="{E7DD7D27-3238-CF49-A381-185295B726DE}" type="pres">
      <dgm:prSet presAssocID="{A16D5027-B5A5-104F-B7B3-AC20FF76F357}" presName="connTx" presStyleLbl="parChTrans1D3" presStyleIdx="2" presStyleCnt="4"/>
      <dgm:spPr/>
    </dgm:pt>
    <dgm:pt modelId="{30B1645E-D3B1-AD4F-8918-A9199F635E9D}" type="pres">
      <dgm:prSet presAssocID="{9D45A7D9-09A7-3249-81DB-E0CE6FAC7737}" presName="Name30" presStyleCnt="0"/>
      <dgm:spPr/>
    </dgm:pt>
    <dgm:pt modelId="{D40AEA34-BAD1-DB4A-BF7A-520DC66AF6E8}" type="pres">
      <dgm:prSet presAssocID="{9D45A7D9-09A7-3249-81DB-E0CE6FAC7737}" presName="level2Shape" presStyleLbl="node3" presStyleIdx="2" presStyleCnt="4" custLinFactNeighborX="-366" custLinFactNeighborY="1176"/>
      <dgm:spPr/>
    </dgm:pt>
    <dgm:pt modelId="{4A8EC582-385F-A849-B5CA-90B5E355447A}" type="pres">
      <dgm:prSet presAssocID="{9D45A7D9-09A7-3249-81DB-E0CE6FAC7737}" presName="hierChild3" presStyleCnt="0"/>
      <dgm:spPr/>
    </dgm:pt>
    <dgm:pt modelId="{CD93C4D7-6BD5-C141-A6ED-E158EE3DA14E}" type="pres">
      <dgm:prSet presAssocID="{18A572AC-B21B-124F-9FEB-CAF510996D9B}" presName="Name25" presStyleLbl="parChTrans1D2" presStyleIdx="1" presStyleCnt="2"/>
      <dgm:spPr/>
    </dgm:pt>
    <dgm:pt modelId="{C687A42D-8951-2F42-93B1-7165FB48684A}" type="pres">
      <dgm:prSet presAssocID="{18A572AC-B21B-124F-9FEB-CAF510996D9B}" presName="connTx" presStyleLbl="parChTrans1D2" presStyleIdx="1" presStyleCnt="2"/>
      <dgm:spPr/>
    </dgm:pt>
    <dgm:pt modelId="{9E92C2CF-D025-A340-8092-B8FF81CDEB45}" type="pres">
      <dgm:prSet presAssocID="{482B5E24-B3E3-C145-9EAC-C4E7935545BF}" presName="Name30" presStyleCnt="0"/>
      <dgm:spPr/>
    </dgm:pt>
    <dgm:pt modelId="{58641658-1414-464D-8944-6E4A80F791CE}" type="pres">
      <dgm:prSet presAssocID="{482B5E24-B3E3-C145-9EAC-C4E7935545BF}" presName="level2Shape" presStyleLbl="node2" presStyleIdx="1" presStyleCnt="2" custScaleX="161197" custScaleY="124064"/>
      <dgm:spPr/>
    </dgm:pt>
    <dgm:pt modelId="{952E946B-3847-AF4A-9A48-CEDE4EF1CBFF}" type="pres">
      <dgm:prSet presAssocID="{482B5E24-B3E3-C145-9EAC-C4E7935545BF}" presName="hierChild3" presStyleCnt="0"/>
      <dgm:spPr/>
    </dgm:pt>
    <dgm:pt modelId="{8B25DF20-EB29-5D42-9283-954B7B3D28ED}" type="pres">
      <dgm:prSet presAssocID="{BB38CF8D-BB7C-BF47-A908-00999D90CDD5}" presName="Name25" presStyleLbl="parChTrans1D3" presStyleIdx="3" presStyleCnt="4"/>
      <dgm:spPr/>
    </dgm:pt>
    <dgm:pt modelId="{257743AF-AC39-1F48-BF08-5ADBA52D60C4}" type="pres">
      <dgm:prSet presAssocID="{BB38CF8D-BB7C-BF47-A908-00999D90CDD5}" presName="connTx" presStyleLbl="parChTrans1D3" presStyleIdx="3" presStyleCnt="4"/>
      <dgm:spPr/>
    </dgm:pt>
    <dgm:pt modelId="{C90A4F2D-4453-9D4F-9AB2-403DF75AE372}" type="pres">
      <dgm:prSet presAssocID="{75412C48-A60C-B24E-87D7-4960837F74E0}" presName="Name30" presStyleCnt="0"/>
      <dgm:spPr/>
    </dgm:pt>
    <dgm:pt modelId="{7418850F-C00E-D44F-8EB9-D73742CDDC78}" type="pres">
      <dgm:prSet presAssocID="{75412C48-A60C-B24E-87D7-4960837F74E0}" presName="level2Shape" presStyleLbl="node3" presStyleIdx="3" presStyleCnt="4"/>
      <dgm:spPr/>
    </dgm:pt>
    <dgm:pt modelId="{C1EF95FE-7549-8043-9D51-8885674114CD}" type="pres">
      <dgm:prSet presAssocID="{75412C48-A60C-B24E-87D7-4960837F74E0}" presName="hierChild3" presStyleCnt="0"/>
      <dgm:spPr/>
    </dgm:pt>
    <dgm:pt modelId="{98806C0E-2568-AA46-A743-269FEE943361}" type="pres">
      <dgm:prSet presAssocID="{0A175B1B-C8B6-5B47-BDF0-E48872873B6C}" presName="bgShapesFlow" presStyleCnt="0"/>
      <dgm:spPr/>
    </dgm:pt>
  </dgm:ptLst>
  <dgm:cxnLst>
    <dgm:cxn modelId="{CE74131B-69FA-704D-A2F5-7A807EC69F44}" type="presOf" srcId="{1BCCB321-D22A-3040-9625-0D58D2717874}" destId="{19CAEB43-B32A-9244-A30C-1EAAC3F91D85}" srcOrd="1" destOrd="0" presId="urn:microsoft.com/office/officeart/2005/8/layout/hierarchy5"/>
    <dgm:cxn modelId="{D02CBD1D-AC08-7B4E-B206-75E09A9F32E5}" type="presOf" srcId="{A16D5027-B5A5-104F-B7B3-AC20FF76F357}" destId="{63E1761D-6923-0148-A7B2-1EDCFE90D84A}" srcOrd="0" destOrd="0" presId="urn:microsoft.com/office/officeart/2005/8/layout/hierarchy5"/>
    <dgm:cxn modelId="{6C53D420-3C56-6447-84DF-F60E00D76982}" type="presOf" srcId="{0A175B1B-C8B6-5B47-BDF0-E48872873B6C}" destId="{09D997C4-8B23-C14E-942F-12EA80D714B0}" srcOrd="0" destOrd="0" presId="urn:microsoft.com/office/officeart/2005/8/layout/hierarchy5"/>
    <dgm:cxn modelId="{9CCB502D-1733-9648-A540-39C5328CAF87}" srcId="{482B5E24-B3E3-C145-9EAC-C4E7935545BF}" destId="{75412C48-A60C-B24E-87D7-4960837F74E0}" srcOrd="0" destOrd="0" parTransId="{BB38CF8D-BB7C-BF47-A908-00999D90CDD5}" sibTransId="{495D2AE8-45F0-FE42-A151-A938483B2960}"/>
    <dgm:cxn modelId="{3E99F137-9FF9-C64A-954A-206746971CD0}" type="presOf" srcId="{2070A0EB-03B4-6B44-AB06-7AAFD5915F0D}" destId="{700B7D65-8195-F64B-A71D-DDB6E70ADABB}" srcOrd="0" destOrd="0" presId="urn:microsoft.com/office/officeart/2005/8/layout/hierarchy5"/>
    <dgm:cxn modelId="{C524DA3F-18F2-F84E-AC65-750B20DBAAFF}" srcId="{0A175B1B-C8B6-5B47-BDF0-E48872873B6C}" destId="{88000F36-E140-FD49-98A1-581DAFB535E8}" srcOrd="0" destOrd="0" parTransId="{A7E9714F-AD67-8A45-87BF-3C2B7DC40EFB}" sibTransId="{60FD67E0-ACF9-ED43-A542-CDD23641CB94}"/>
    <dgm:cxn modelId="{CBEE9450-D7D5-214C-BB54-E46197A0D7E4}" type="presOf" srcId="{1BCCB321-D22A-3040-9625-0D58D2717874}" destId="{E46AD8BE-2D4A-8840-9AFA-26263A008162}" srcOrd="0" destOrd="0" presId="urn:microsoft.com/office/officeart/2005/8/layout/hierarchy5"/>
    <dgm:cxn modelId="{36A10053-E748-DC44-A14B-C27012AAA8D5}" srcId="{1C1B5BC4-3EFF-8543-BBDD-AEE0F37CE95E}" destId="{9D45A7D9-09A7-3249-81DB-E0CE6FAC7737}" srcOrd="2" destOrd="0" parTransId="{A16D5027-B5A5-104F-B7B3-AC20FF76F357}" sibTransId="{628CDA56-5E1B-AC42-A19A-8DDDF5B53068}"/>
    <dgm:cxn modelId="{9E437F86-86F6-8340-AC09-FB7D12992847}" type="presOf" srcId="{18A572AC-B21B-124F-9FEB-CAF510996D9B}" destId="{C687A42D-8951-2F42-93B1-7165FB48684A}" srcOrd="1" destOrd="0" presId="urn:microsoft.com/office/officeart/2005/8/layout/hierarchy5"/>
    <dgm:cxn modelId="{570A6589-FA70-0942-8E23-0D8E9DDCE69E}" type="presOf" srcId="{BB38CF8D-BB7C-BF47-A908-00999D90CDD5}" destId="{257743AF-AC39-1F48-BF08-5ADBA52D60C4}" srcOrd="1" destOrd="0" presId="urn:microsoft.com/office/officeart/2005/8/layout/hierarchy5"/>
    <dgm:cxn modelId="{A26B3595-3DFD-614C-B0C0-CF011B3F4716}" srcId="{88000F36-E140-FD49-98A1-581DAFB535E8}" destId="{1C1B5BC4-3EFF-8543-BBDD-AEE0F37CE95E}" srcOrd="0" destOrd="0" parTransId="{5B37E51F-2239-F449-B74E-F5E882C9FB27}" sibTransId="{2415A482-A72E-5E44-9797-2C3B11DE3530}"/>
    <dgm:cxn modelId="{ADD4D4AB-C0A3-994B-AFC5-C01D6944FF7F}" type="presOf" srcId="{88000F36-E140-FD49-98A1-581DAFB535E8}" destId="{02E8D431-8DEC-ED48-856B-3B54249BD985}" srcOrd="0" destOrd="0" presId="urn:microsoft.com/office/officeart/2005/8/layout/hierarchy5"/>
    <dgm:cxn modelId="{E530FDAE-8C25-7A46-ABFF-C858587DA74D}" type="presOf" srcId="{482B5E24-B3E3-C145-9EAC-C4E7935545BF}" destId="{58641658-1414-464D-8944-6E4A80F791CE}" srcOrd="0" destOrd="0" presId="urn:microsoft.com/office/officeart/2005/8/layout/hierarchy5"/>
    <dgm:cxn modelId="{4A819AB7-81D3-8547-B8A7-0672C1D73326}" type="presOf" srcId="{EF9562B9-2124-2649-8DC5-A7ACDBC19969}" destId="{D3783905-9640-3447-84CD-BE3E659AC1CB}" srcOrd="0" destOrd="0" presId="urn:microsoft.com/office/officeart/2005/8/layout/hierarchy5"/>
    <dgm:cxn modelId="{1EC0D1BB-E1C2-9B4E-962F-21F67213B105}" type="presOf" srcId="{18A572AC-B21B-124F-9FEB-CAF510996D9B}" destId="{CD93C4D7-6BD5-C141-A6ED-E158EE3DA14E}" srcOrd="0" destOrd="0" presId="urn:microsoft.com/office/officeart/2005/8/layout/hierarchy5"/>
    <dgm:cxn modelId="{993B06BE-F422-A94F-A3B5-4550800EE2C7}" srcId="{1C1B5BC4-3EFF-8543-BBDD-AEE0F37CE95E}" destId="{2070A0EB-03B4-6B44-AB06-7AAFD5915F0D}" srcOrd="0" destOrd="0" parTransId="{A6E3F5B3-7650-A14F-99EF-F5AAD8D1FD74}" sibTransId="{82E30996-5A01-914A-B9F4-1A0ED081E9B8}"/>
    <dgm:cxn modelId="{70D785C5-C421-A44D-BF6A-267CE48F8207}" type="presOf" srcId="{A6E3F5B3-7650-A14F-99EF-F5AAD8D1FD74}" destId="{3C778AE5-1E7C-154C-81D5-182EB138BA6E}" srcOrd="1" destOrd="0" presId="urn:microsoft.com/office/officeart/2005/8/layout/hierarchy5"/>
    <dgm:cxn modelId="{FB50F4C5-08D8-FA46-8D6C-2DF6FA9E1F3A}" type="presOf" srcId="{BB38CF8D-BB7C-BF47-A908-00999D90CDD5}" destId="{8B25DF20-EB29-5D42-9283-954B7B3D28ED}" srcOrd="0" destOrd="0" presId="urn:microsoft.com/office/officeart/2005/8/layout/hierarchy5"/>
    <dgm:cxn modelId="{A2C294C7-B91C-2146-871B-F6AE94D738A4}" type="presOf" srcId="{A6E3F5B3-7650-A14F-99EF-F5AAD8D1FD74}" destId="{8D21BC68-CDCB-1541-BE62-1EB39C9DD886}" srcOrd="0" destOrd="0" presId="urn:microsoft.com/office/officeart/2005/8/layout/hierarchy5"/>
    <dgm:cxn modelId="{1D666ED1-7319-A745-896D-4B19858D2603}" srcId="{1C1B5BC4-3EFF-8543-BBDD-AEE0F37CE95E}" destId="{EF9562B9-2124-2649-8DC5-A7ACDBC19969}" srcOrd="1" destOrd="0" parTransId="{1BCCB321-D22A-3040-9625-0D58D2717874}" sibTransId="{E20EFE71-EF48-F847-A55C-99F6C101791A}"/>
    <dgm:cxn modelId="{62C088D6-D336-9649-B0D5-6814EBF99E24}" type="presOf" srcId="{5B37E51F-2239-F449-B74E-F5E882C9FB27}" destId="{D881153F-95B9-574E-AF23-31E0D3B66B8C}" srcOrd="1" destOrd="0" presId="urn:microsoft.com/office/officeart/2005/8/layout/hierarchy5"/>
    <dgm:cxn modelId="{4B200FD8-7E16-574C-8CB6-07FB5540C4D0}" type="presOf" srcId="{A16D5027-B5A5-104F-B7B3-AC20FF76F357}" destId="{E7DD7D27-3238-CF49-A381-185295B726DE}" srcOrd="1" destOrd="0" presId="urn:microsoft.com/office/officeart/2005/8/layout/hierarchy5"/>
    <dgm:cxn modelId="{0C3847E0-FA9B-BF41-B04E-719A6D243896}" srcId="{88000F36-E140-FD49-98A1-581DAFB535E8}" destId="{482B5E24-B3E3-C145-9EAC-C4E7935545BF}" srcOrd="1" destOrd="0" parTransId="{18A572AC-B21B-124F-9FEB-CAF510996D9B}" sibTransId="{0195E550-C9B0-2142-99CA-BEBBEB688F1A}"/>
    <dgm:cxn modelId="{3374D8F1-ED10-AC43-8DD5-5170A58BD1D0}" type="presOf" srcId="{5B37E51F-2239-F449-B74E-F5E882C9FB27}" destId="{329A3252-4306-B84B-B6E9-95C778E6CBC4}" srcOrd="0" destOrd="0" presId="urn:microsoft.com/office/officeart/2005/8/layout/hierarchy5"/>
    <dgm:cxn modelId="{7B6184FD-FBC2-F04F-811C-D07DBA8BD727}" type="presOf" srcId="{9D45A7D9-09A7-3249-81DB-E0CE6FAC7737}" destId="{D40AEA34-BAD1-DB4A-BF7A-520DC66AF6E8}" srcOrd="0" destOrd="0" presId="urn:microsoft.com/office/officeart/2005/8/layout/hierarchy5"/>
    <dgm:cxn modelId="{D6CFDBFE-45FD-5F40-82B2-6923DE023DD2}" type="presOf" srcId="{1C1B5BC4-3EFF-8543-BBDD-AEE0F37CE95E}" destId="{CEF1CF7F-F274-7841-B827-BFB7EE85386C}" srcOrd="0" destOrd="0" presId="urn:microsoft.com/office/officeart/2005/8/layout/hierarchy5"/>
    <dgm:cxn modelId="{4FF44FFF-F4DB-034D-9930-30D43AF13471}" type="presOf" srcId="{75412C48-A60C-B24E-87D7-4960837F74E0}" destId="{7418850F-C00E-D44F-8EB9-D73742CDDC78}" srcOrd="0" destOrd="0" presId="urn:microsoft.com/office/officeart/2005/8/layout/hierarchy5"/>
    <dgm:cxn modelId="{281813CD-85BF-084F-AC60-2B31E380BC62}" type="presParOf" srcId="{09D997C4-8B23-C14E-942F-12EA80D714B0}" destId="{FB3E2BA7-1B24-0F45-91B9-B83873B278B2}" srcOrd="0" destOrd="0" presId="urn:microsoft.com/office/officeart/2005/8/layout/hierarchy5"/>
    <dgm:cxn modelId="{448C8126-E948-544D-9556-A0758DCD2493}" type="presParOf" srcId="{FB3E2BA7-1B24-0F45-91B9-B83873B278B2}" destId="{9AAE766B-75A1-4F46-8EA1-118C9A07F839}" srcOrd="0" destOrd="0" presId="urn:microsoft.com/office/officeart/2005/8/layout/hierarchy5"/>
    <dgm:cxn modelId="{992E26FA-5CFE-B744-97B5-12E183CAF636}" type="presParOf" srcId="{9AAE766B-75A1-4F46-8EA1-118C9A07F839}" destId="{CA7E2990-289A-0842-8D8B-4A9E172AF516}" srcOrd="0" destOrd="0" presId="urn:microsoft.com/office/officeart/2005/8/layout/hierarchy5"/>
    <dgm:cxn modelId="{7AC1FE2A-B505-6548-B41F-A3514519CD3E}" type="presParOf" srcId="{CA7E2990-289A-0842-8D8B-4A9E172AF516}" destId="{02E8D431-8DEC-ED48-856B-3B54249BD985}" srcOrd="0" destOrd="0" presId="urn:microsoft.com/office/officeart/2005/8/layout/hierarchy5"/>
    <dgm:cxn modelId="{4BD91752-F248-7F4F-9338-864E624961D9}" type="presParOf" srcId="{CA7E2990-289A-0842-8D8B-4A9E172AF516}" destId="{31C7A912-5B05-904E-802A-981FCB88DEDF}" srcOrd="1" destOrd="0" presId="urn:microsoft.com/office/officeart/2005/8/layout/hierarchy5"/>
    <dgm:cxn modelId="{BB1D5D2E-B6E4-FF4E-BBBF-8F644080E7A0}" type="presParOf" srcId="{31C7A912-5B05-904E-802A-981FCB88DEDF}" destId="{329A3252-4306-B84B-B6E9-95C778E6CBC4}" srcOrd="0" destOrd="0" presId="urn:microsoft.com/office/officeart/2005/8/layout/hierarchy5"/>
    <dgm:cxn modelId="{97691DC1-971F-5646-9DD7-213F4F702FC4}" type="presParOf" srcId="{329A3252-4306-B84B-B6E9-95C778E6CBC4}" destId="{D881153F-95B9-574E-AF23-31E0D3B66B8C}" srcOrd="0" destOrd="0" presId="urn:microsoft.com/office/officeart/2005/8/layout/hierarchy5"/>
    <dgm:cxn modelId="{F9716887-1F90-AA42-AA35-363092C630A8}" type="presParOf" srcId="{31C7A912-5B05-904E-802A-981FCB88DEDF}" destId="{71E05075-808D-D440-A388-7E84E8C23045}" srcOrd="1" destOrd="0" presId="urn:microsoft.com/office/officeart/2005/8/layout/hierarchy5"/>
    <dgm:cxn modelId="{623B6F3E-9759-8149-BD47-926166D0F692}" type="presParOf" srcId="{71E05075-808D-D440-A388-7E84E8C23045}" destId="{CEF1CF7F-F274-7841-B827-BFB7EE85386C}" srcOrd="0" destOrd="0" presId="urn:microsoft.com/office/officeart/2005/8/layout/hierarchy5"/>
    <dgm:cxn modelId="{851C6AF0-ABFF-B242-8BEE-7B4F7BDD1B97}" type="presParOf" srcId="{71E05075-808D-D440-A388-7E84E8C23045}" destId="{C8B2C169-2362-8E40-8C0D-CC72A246E350}" srcOrd="1" destOrd="0" presId="urn:microsoft.com/office/officeart/2005/8/layout/hierarchy5"/>
    <dgm:cxn modelId="{95B6123F-AB95-D344-B241-7108D225840B}" type="presParOf" srcId="{C8B2C169-2362-8E40-8C0D-CC72A246E350}" destId="{8D21BC68-CDCB-1541-BE62-1EB39C9DD886}" srcOrd="0" destOrd="0" presId="urn:microsoft.com/office/officeart/2005/8/layout/hierarchy5"/>
    <dgm:cxn modelId="{1BB462CD-5858-3145-BF6C-02314E8776B1}" type="presParOf" srcId="{8D21BC68-CDCB-1541-BE62-1EB39C9DD886}" destId="{3C778AE5-1E7C-154C-81D5-182EB138BA6E}" srcOrd="0" destOrd="0" presId="urn:microsoft.com/office/officeart/2005/8/layout/hierarchy5"/>
    <dgm:cxn modelId="{9DA958B6-1063-B343-9FFE-5E5E7AB4BC43}" type="presParOf" srcId="{C8B2C169-2362-8E40-8C0D-CC72A246E350}" destId="{8BFC12BE-F351-3643-BAB2-577EA91B2336}" srcOrd="1" destOrd="0" presId="urn:microsoft.com/office/officeart/2005/8/layout/hierarchy5"/>
    <dgm:cxn modelId="{C7C361FB-DA22-7441-B9BF-CC26EF404E4B}" type="presParOf" srcId="{8BFC12BE-F351-3643-BAB2-577EA91B2336}" destId="{700B7D65-8195-F64B-A71D-DDB6E70ADABB}" srcOrd="0" destOrd="0" presId="urn:microsoft.com/office/officeart/2005/8/layout/hierarchy5"/>
    <dgm:cxn modelId="{0FB6461E-C62B-2145-86D5-EA9DFDF85F7B}" type="presParOf" srcId="{8BFC12BE-F351-3643-BAB2-577EA91B2336}" destId="{7A50CB9F-4173-484D-A175-1FAED48FFF80}" srcOrd="1" destOrd="0" presId="urn:microsoft.com/office/officeart/2005/8/layout/hierarchy5"/>
    <dgm:cxn modelId="{3BD2D51F-3A8B-064A-B664-9846B85B07EC}" type="presParOf" srcId="{C8B2C169-2362-8E40-8C0D-CC72A246E350}" destId="{E46AD8BE-2D4A-8840-9AFA-26263A008162}" srcOrd="2" destOrd="0" presId="urn:microsoft.com/office/officeart/2005/8/layout/hierarchy5"/>
    <dgm:cxn modelId="{6930F35D-C2A1-5A45-A729-69D06C216C94}" type="presParOf" srcId="{E46AD8BE-2D4A-8840-9AFA-26263A008162}" destId="{19CAEB43-B32A-9244-A30C-1EAAC3F91D85}" srcOrd="0" destOrd="0" presId="urn:microsoft.com/office/officeart/2005/8/layout/hierarchy5"/>
    <dgm:cxn modelId="{967459DE-4080-1B41-9297-9250482BACB9}" type="presParOf" srcId="{C8B2C169-2362-8E40-8C0D-CC72A246E350}" destId="{5B9EAAD4-DC24-F545-AF25-F4734269DD0B}" srcOrd="3" destOrd="0" presId="urn:microsoft.com/office/officeart/2005/8/layout/hierarchy5"/>
    <dgm:cxn modelId="{87A62BEA-6011-624F-A7A1-E60F18BD847C}" type="presParOf" srcId="{5B9EAAD4-DC24-F545-AF25-F4734269DD0B}" destId="{D3783905-9640-3447-84CD-BE3E659AC1CB}" srcOrd="0" destOrd="0" presId="urn:microsoft.com/office/officeart/2005/8/layout/hierarchy5"/>
    <dgm:cxn modelId="{860C11BA-5B4C-FA45-9915-BFC1F2673D7E}" type="presParOf" srcId="{5B9EAAD4-DC24-F545-AF25-F4734269DD0B}" destId="{BCB36AB7-9218-904C-9C9A-392EB9709797}" srcOrd="1" destOrd="0" presId="urn:microsoft.com/office/officeart/2005/8/layout/hierarchy5"/>
    <dgm:cxn modelId="{D45963B0-34F9-9D43-AB99-AA58AA44BD81}" type="presParOf" srcId="{C8B2C169-2362-8E40-8C0D-CC72A246E350}" destId="{63E1761D-6923-0148-A7B2-1EDCFE90D84A}" srcOrd="4" destOrd="0" presId="urn:microsoft.com/office/officeart/2005/8/layout/hierarchy5"/>
    <dgm:cxn modelId="{F89D563F-DA11-9344-9190-DF3C56F214D6}" type="presParOf" srcId="{63E1761D-6923-0148-A7B2-1EDCFE90D84A}" destId="{E7DD7D27-3238-CF49-A381-185295B726DE}" srcOrd="0" destOrd="0" presId="urn:microsoft.com/office/officeart/2005/8/layout/hierarchy5"/>
    <dgm:cxn modelId="{820FED00-E10F-E64D-92DD-C3C9CE78228D}" type="presParOf" srcId="{C8B2C169-2362-8E40-8C0D-CC72A246E350}" destId="{30B1645E-D3B1-AD4F-8918-A9199F635E9D}" srcOrd="5" destOrd="0" presId="urn:microsoft.com/office/officeart/2005/8/layout/hierarchy5"/>
    <dgm:cxn modelId="{6CFC80A0-D950-A54F-8FE0-1012FF14FBFB}" type="presParOf" srcId="{30B1645E-D3B1-AD4F-8918-A9199F635E9D}" destId="{D40AEA34-BAD1-DB4A-BF7A-520DC66AF6E8}" srcOrd="0" destOrd="0" presId="urn:microsoft.com/office/officeart/2005/8/layout/hierarchy5"/>
    <dgm:cxn modelId="{2ABA75FD-4BB3-0A48-B8E8-5EEA84A1782C}" type="presParOf" srcId="{30B1645E-D3B1-AD4F-8918-A9199F635E9D}" destId="{4A8EC582-385F-A849-B5CA-90B5E355447A}" srcOrd="1" destOrd="0" presId="urn:microsoft.com/office/officeart/2005/8/layout/hierarchy5"/>
    <dgm:cxn modelId="{1F1037F6-CA42-CE44-9B90-40FF963BFA8A}" type="presParOf" srcId="{31C7A912-5B05-904E-802A-981FCB88DEDF}" destId="{CD93C4D7-6BD5-C141-A6ED-E158EE3DA14E}" srcOrd="2" destOrd="0" presId="urn:microsoft.com/office/officeart/2005/8/layout/hierarchy5"/>
    <dgm:cxn modelId="{79A27A9B-DDD4-564F-837C-CAC5C233E911}" type="presParOf" srcId="{CD93C4D7-6BD5-C141-A6ED-E158EE3DA14E}" destId="{C687A42D-8951-2F42-93B1-7165FB48684A}" srcOrd="0" destOrd="0" presId="urn:microsoft.com/office/officeart/2005/8/layout/hierarchy5"/>
    <dgm:cxn modelId="{828F135B-1509-814D-A8D4-D4DC0E4A98F1}" type="presParOf" srcId="{31C7A912-5B05-904E-802A-981FCB88DEDF}" destId="{9E92C2CF-D025-A340-8092-B8FF81CDEB45}" srcOrd="3" destOrd="0" presId="urn:microsoft.com/office/officeart/2005/8/layout/hierarchy5"/>
    <dgm:cxn modelId="{7CCF27BF-2027-B945-8CFD-8043E9489580}" type="presParOf" srcId="{9E92C2CF-D025-A340-8092-B8FF81CDEB45}" destId="{58641658-1414-464D-8944-6E4A80F791CE}" srcOrd="0" destOrd="0" presId="urn:microsoft.com/office/officeart/2005/8/layout/hierarchy5"/>
    <dgm:cxn modelId="{6B52A94D-5404-C64D-A80C-872DBE21DBBD}" type="presParOf" srcId="{9E92C2CF-D025-A340-8092-B8FF81CDEB45}" destId="{952E946B-3847-AF4A-9A48-CEDE4EF1CBFF}" srcOrd="1" destOrd="0" presId="urn:microsoft.com/office/officeart/2005/8/layout/hierarchy5"/>
    <dgm:cxn modelId="{3A19CBAB-D27B-464A-8389-6AB18805FD68}" type="presParOf" srcId="{952E946B-3847-AF4A-9A48-CEDE4EF1CBFF}" destId="{8B25DF20-EB29-5D42-9283-954B7B3D28ED}" srcOrd="0" destOrd="0" presId="urn:microsoft.com/office/officeart/2005/8/layout/hierarchy5"/>
    <dgm:cxn modelId="{A18FF4F8-0AC1-5742-A59B-185303617FE1}" type="presParOf" srcId="{8B25DF20-EB29-5D42-9283-954B7B3D28ED}" destId="{257743AF-AC39-1F48-BF08-5ADBA52D60C4}" srcOrd="0" destOrd="0" presId="urn:microsoft.com/office/officeart/2005/8/layout/hierarchy5"/>
    <dgm:cxn modelId="{E64A6254-AA11-3742-93B5-6C611C52CC95}" type="presParOf" srcId="{952E946B-3847-AF4A-9A48-CEDE4EF1CBFF}" destId="{C90A4F2D-4453-9D4F-9AB2-403DF75AE372}" srcOrd="1" destOrd="0" presId="urn:microsoft.com/office/officeart/2005/8/layout/hierarchy5"/>
    <dgm:cxn modelId="{2764AEB9-CC94-8D48-86EE-DDF876352F48}" type="presParOf" srcId="{C90A4F2D-4453-9D4F-9AB2-403DF75AE372}" destId="{7418850F-C00E-D44F-8EB9-D73742CDDC78}" srcOrd="0" destOrd="0" presId="urn:microsoft.com/office/officeart/2005/8/layout/hierarchy5"/>
    <dgm:cxn modelId="{6E30B041-8B44-874F-BCBB-69887001B370}" type="presParOf" srcId="{C90A4F2D-4453-9D4F-9AB2-403DF75AE372}" destId="{C1EF95FE-7549-8043-9D51-8885674114CD}" srcOrd="1" destOrd="0" presId="urn:microsoft.com/office/officeart/2005/8/layout/hierarchy5"/>
    <dgm:cxn modelId="{69C1679D-0034-2548-8A07-B71533EA043E}" type="presParOf" srcId="{09D997C4-8B23-C14E-942F-12EA80D714B0}" destId="{98806C0E-2568-AA46-A743-269FEE94336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175B1B-C8B6-5B47-BDF0-E48872873B6C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000F36-E140-FD49-98A1-581DAFB535E8}">
      <dgm:prSet phldrT="[Text]"/>
      <dgm:spPr/>
      <dgm:t>
        <a:bodyPr/>
        <a:lstStyle/>
        <a:p>
          <a:r>
            <a:rPr lang="en-GB" dirty="0"/>
            <a:t>Knowledge</a:t>
          </a:r>
        </a:p>
      </dgm:t>
    </dgm:pt>
    <dgm:pt modelId="{A7E9714F-AD67-8A45-87BF-3C2B7DC40EFB}" type="parTrans" cxnId="{C524DA3F-18F2-F84E-AC65-750B20DBAAFF}">
      <dgm:prSet/>
      <dgm:spPr/>
      <dgm:t>
        <a:bodyPr/>
        <a:lstStyle/>
        <a:p>
          <a:endParaRPr lang="en-GB"/>
        </a:p>
      </dgm:t>
    </dgm:pt>
    <dgm:pt modelId="{60FD67E0-ACF9-ED43-A542-CDD23641CB94}" type="sibTrans" cxnId="{C524DA3F-18F2-F84E-AC65-750B20DBAAFF}">
      <dgm:prSet/>
      <dgm:spPr/>
      <dgm:t>
        <a:bodyPr/>
        <a:lstStyle/>
        <a:p>
          <a:endParaRPr lang="en-GB"/>
        </a:p>
      </dgm:t>
    </dgm:pt>
    <dgm:pt modelId="{1C1B5BC4-3EFF-8543-BBDD-AEE0F37CE95E}">
      <dgm:prSet phldrT="[Text]"/>
      <dgm:spPr/>
      <dgm:t>
        <a:bodyPr/>
        <a:lstStyle/>
        <a:p>
          <a:r>
            <a:rPr lang="en-GB"/>
            <a:t>Scientific</a:t>
          </a:r>
          <a:endParaRPr lang="en-GB" dirty="0"/>
        </a:p>
      </dgm:t>
    </dgm:pt>
    <dgm:pt modelId="{5B37E51F-2239-F449-B74E-F5E882C9FB27}" type="parTrans" cxnId="{A26B3595-3DFD-614C-B0C0-CF011B3F4716}">
      <dgm:prSet/>
      <dgm:spPr/>
      <dgm:t>
        <a:bodyPr/>
        <a:lstStyle/>
        <a:p>
          <a:endParaRPr lang="en-GB"/>
        </a:p>
      </dgm:t>
    </dgm:pt>
    <dgm:pt modelId="{2415A482-A72E-5E44-9797-2C3B11DE3530}" type="sibTrans" cxnId="{A26B3595-3DFD-614C-B0C0-CF011B3F4716}">
      <dgm:prSet/>
      <dgm:spPr/>
      <dgm:t>
        <a:bodyPr/>
        <a:lstStyle/>
        <a:p>
          <a:endParaRPr lang="en-GB"/>
        </a:p>
      </dgm:t>
    </dgm:pt>
    <dgm:pt modelId="{482B5E24-B3E3-C145-9EAC-C4E7935545BF}">
      <dgm:prSet phldrT="[Text]"/>
      <dgm:spPr/>
      <dgm:t>
        <a:bodyPr/>
        <a:lstStyle/>
        <a:p>
          <a:r>
            <a:rPr lang="en-GB" dirty="0"/>
            <a:t>Non-Scientific</a:t>
          </a:r>
        </a:p>
      </dgm:t>
    </dgm:pt>
    <dgm:pt modelId="{18A572AC-B21B-124F-9FEB-CAF510996D9B}" type="parTrans" cxnId="{0C3847E0-FA9B-BF41-B04E-719A6D243896}">
      <dgm:prSet/>
      <dgm:spPr/>
      <dgm:t>
        <a:bodyPr/>
        <a:lstStyle/>
        <a:p>
          <a:endParaRPr lang="en-GB"/>
        </a:p>
      </dgm:t>
    </dgm:pt>
    <dgm:pt modelId="{0195E550-C9B0-2142-99CA-BEBBEB688F1A}" type="sibTrans" cxnId="{0C3847E0-FA9B-BF41-B04E-719A6D243896}">
      <dgm:prSet/>
      <dgm:spPr/>
      <dgm:t>
        <a:bodyPr/>
        <a:lstStyle/>
        <a:p>
          <a:endParaRPr lang="en-GB"/>
        </a:p>
      </dgm:t>
    </dgm:pt>
    <dgm:pt modelId="{EF9562B9-2124-2649-8DC5-A7ACDBC19969}">
      <dgm:prSet/>
      <dgm:spPr/>
      <dgm:t>
        <a:bodyPr/>
        <a:lstStyle/>
        <a:p>
          <a:r>
            <a:rPr lang="en-GB" b="1" dirty="0"/>
            <a:t>Experimental research</a:t>
          </a:r>
        </a:p>
      </dgm:t>
    </dgm:pt>
    <dgm:pt modelId="{E20EFE71-EF48-F847-A55C-99F6C101791A}" type="sibTrans" cxnId="{1D666ED1-7319-A745-896D-4B19858D2603}">
      <dgm:prSet/>
      <dgm:spPr/>
      <dgm:t>
        <a:bodyPr/>
        <a:lstStyle/>
        <a:p>
          <a:endParaRPr lang="en-GB"/>
        </a:p>
      </dgm:t>
    </dgm:pt>
    <dgm:pt modelId="{1BCCB321-D22A-3040-9625-0D58D2717874}" type="parTrans" cxnId="{1D666ED1-7319-A745-896D-4B19858D2603}">
      <dgm:prSet/>
      <dgm:spPr/>
      <dgm:t>
        <a:bodyPr/>
        <a:lstStyle/>
        <a:p>
          <a:endParaRPr lang="en-GB"/>
        </a:p>
      </dgm:t>
    </dgm:pt>
    <dgm:pt modelId="{A9B37BC8-C6D4-9043-87E5-6DCD1E8C869D}">
      <dgm:prSet/>
      <dgm:spPr/>
      <dgm:t>
        <a:bodyPr/>
        <a:lstStyle/>
        <a:p>
          <a:r>
            <a:rPr lang="en-GB" b="1" dirty="0"/>
            <a:t>Non-experimental</a:t>
          </a:r>
        </a:p>
        <a:p>
          <a:r>
            <a:rPr lang="en-GB" b="1" dirty="0"/>
            <a:t>research</a:t>
          </a:r>
        </a:p>
      </dgm:t>
    </dgm:pt>
    <dgm:pt modelId="{24613B12-65F6-3842-82EE-E48726E8D07D}" type="parTrans" cxnId="{9E0CD307-8B81-544F-9E43-CB3F73E9AB29}">
      <dgm:prSet/>
      <dgm:spPr/>
      <dgm:t>
        <a:bodyPr/>
        <a:lstStyle/>
        <a:p>
          <a:endParaRPr lang="en-GB"/>
        </a:p>
      </dgm:t>
    </dgm:pt>
    <dgm:pt modelId="{660D2C29-67BC-3A40-A22D-C3B43A649D67}" type="sibTrans" cxnId="{9E0CD307-8B81-544F-9E43-CB3F73E9AB29}">
      <dgm:prSet/>
      <dgm:spPr/>
      <dgm:t>
        <a:bodyPr/>
        <a:lstStyle/>
        <a:p>
          <a:endParaRPr lang="en-GB"/>
        </a:p>
      </dgm:t>
    </dgm:pt>
    <dgm:pt modelId="{09D997C4-8B23-C14E-942F-12EA80D714B0}" type="pres">
      <dgm:prSet presAssocID="{0A175B1B-C8B6-5B47-BDF0-E48872873B6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B3E2BA7-1B24-0F45-91B9-B83873B278B2}" type="pres">
      <dgm:prSet presAssocID="{0A175B1B-C8B6-5B47-BDF0-E48872873B6C}" presName="hierFlow" presStyleCnt="0"/>
      <dgm:spPr/>
    </dgm:pt>
    <dgm:pt modelId="{9AAE766B-75A1-4F46-8EA1-118C9A07F839}" type="pres">
      <dgm:prSet presAssocID="{0A175B1B-C8B6-5B47-BDF0-E48872873B6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A7E2990-289A-0842-8D8B-4A9E172AF516}" type="pres">
      <dgm:prSet presAssocID="{88000F36-E140-FD49-98A1-581DAFB535E8}" presName="Name17" presStyleCnt="0"/>
      <dgm:spPr/>
    </dgm:pt>
    <dgm:pt modelId="{02E8D431-8DEC-ED48-856B-3B54249BD985}" type="pres">
      <dgm:prSet presAssocID="{88000F36-E140-FD49-98A1-581DAFB535E8}" presName="level1Shape" presStyleLbl="node0" presStyleIdx="0" presStyleCnt="1" custScaleX="157675" custScaleY="126406" custLinFactX="-37974" custLinFactNeighborX="-100000" custLinFactNeighborY="1145">
        <dgm:presLayoutVars>
          <dgm:chPref val="3"/>
        </dgm:presLayoutVars>
      </dgm:prSet>
      <dgm:spPr/>
    </dgm:pt>
    <dgm:pt modelId="{31C7A912-5B05-904E-802A-981FCB88DEDF}" type="pres">
      <dgm:prSet presAssocID="{88000F36-E140-FD49-98A1-581DAFB535E8}" presName="hierChild2" presStyleCnt="0"/>
      <dgm:spPr/>
    </dgm:pt>
    <dgm:pt modelId="{329A3252-4306-B84B-B6E9-95C778E6CBC4}" type="pres">
      <dgm:prSet presAssocID="{5B37E51F-2239-F449-B74E-F5E882C9FB27}" presName="Name25" presStyleLbl="parChTrans1D2" presStyleIdx="0" presStyleCnt="2"/>
      <dgm:spPr/>
    </dgm:pt>
    <dgm:pt modelId="{D881153F-95B9-574E-AF23-31E0D3B66B8C}" type="pres">
      <dgm:prSet presAssocID="{5B37E51F-2239-F449-B74E-F5E882C9FB27}" presName="connTx" presStyleLbl="parChTrans1D2" presStyleIdx="0" presStyleCnt="2"/>
      <dgm:spPr/>
    </dgm:pt>
    <dgm:pt modelId="{71E05075-808D-D440-A388-7E84E8C23045}" type="pres">
      <dgm:prSet presAssocID="{1C1B5BC4-3EFF-8543-BBDD-AEE0F37CE95E}" presName="Name30" presStyleCnt="0"/>
      <dgm:spPr/>
    </dgm:pt>
    <dgm:pt modelId="{CEF1CF7F-F274-7841-B827-BFB7EE85386C}" type="pres">
      <dgm:prSet presAssocID="{1C1B5BC4-3EFF-8543-BBDD-AEE0F37CE95E}" presName="level2Shape" presStyleLbl="node2" presStyleIdx="0" presStyleCnt="2" custScaleX="158245" custScaleY="134275"/>
      <dgm:spPr/>
    </dgm:pt>
    <dgm:pt modelId="{C8B2C169-2362-8E40-8C0D-CC72A246E350}" type="pres">
      <dgm:prSet presAssocID="{1C1B5BC4-3EFF-8543-BBDD-AEE0F37CE95E}" presName="hierChild3" presStyleCnt="0"/>
      <dgm:spPr/>
    </dgm:pt>
    <dgm:pt modelId="{E46AD8BE-2D4A-8840-9AFA-26263A008162}" type="pres">
      <dgm:prSet presAssocID="{1BCCB321-D22A-3040-9625-0D58D2717874}" presName="Name25" presStyleLbl="parChTrans1D3" presStyleIdx="0" presStyleCnt="2"/>
      <dgm:spPr/>
    </dgm:pt>
    <dgm:pt modelId="{19CAEB43-B32A-9244-A30C-1EAAC3F91D85}" type="pres">
      <dgm:prSet presAssocID="{1BCCB321-D22A-3040-9625-0D58D2717874}" presName="connTx" presStyleLbl="parChTrans1D3" presStyleIdx="0" presStyleCnt="2"/>
      <dgm:spPr/>
    </dgm:pt>
    <dgm:pt modelId="{5B9EAAD4-DC24-F545-AF25-F4734269DD0B}" type="pres">
      <dgm:prSet presAssocID="{EF9562B9-2124-2649-8DC5-A7ACDBC19969}" presName="Name30" presStyleCnt="0"/>
      <dgm:spPr/>
    </dgm:pt>
    <dgm:pt modelId="{D3783905-9640-3447-84CD-BE3E659AC1CB}" type="pres">
      <dgm:prSet presAssocID="{EF9562B9-2124-2649-8DC5-A7ACDBC19969}" presName="level2Shape" presStyleLbl="node3" presStyleIdx="0" presStyleCnt="2"/>
      <dgm:spPr/>
    </dgm:pt>
    <dgm:pt modelId="{BCB36AB7-9218-904C-9C9A-392EB9709797}" type="pres">
      <dgm:prSet presAssocID="{EF9562B9-2124-2649-8DC5-A7ACDBC19969}" presName="hierChild3" presStyleCnt="0"/>
      <dgm:spPr/>
    </dgm:pt>
    <dgm:pt modelId="{FBB50877-49BE-0247-B52B-E0FBEFF66965}" type="pres">
      <dgm:prSet presAssocID="{24613B12-65F6-3842-82EE-E48726E8D07D}" presName="Name25" presStyleLbl="parChTrans1D3" presStyleIdx="1" presStyleCnt="2"/>
      <dgm:spPr/>
    </dgm:pt>
    <dgm:pt modelId="{1705E79D-E83F-2A47-9C8D-9F28B4EEF28A}" type="pres">
      <dgm:prSet presAssocID="{24613B12-65F6-3842-82EE-E48726E8D07D}" presName="connTx" presStyleLbl="parChTrans1D3" presStyleIdx="1" presStyleCnt="2"/>
      <dgm:spPr/>
    </dgm:pt>
    <dgm:pt modelId="{40FAB651-17E1-1446-AC67-16640A949E94}" type="pres">
      <dgm:prSet presAssocID="{A9B37BC8-C6D4-9043-87E5-6DCD1E8C869D}" presName="Name30" presStyleCnt="0"/>
      <dgm:spPr/>
    </dgm:pt>
    <dgm:pt modelId="{9F6871E7-A4E6-6E4F-8DA3-C7E9FD4B6CF8}" type="pres">
      <dgm:prSet presAssocID="{A9B37BC8-C6D4-9043-87E5-6DCD1E8C869D}" presName="level2Shape" presStyleLbl="node3" presStyleIdx="1" presStyleCnt="2"/>
      <dgm:spPr/>
    </dgm:pt>
    <dgm:pt modelId="{0E5F36F7-7D42-D14B-81C2-95E85E54F7A3}" type="pres">
      <dgm:prSet presAssocID="{A9B37BC8-C6D4-9043-87E5-6DCD1E8C869D}" presName="hierChild3" presStyleCnt="0"/>
      <dgm:spPr/>
    </dgm:pt>
    <dgm:pt modelId="{CD93C4D7-6BD5-C141-A6ED-E158EE3DA14E}" type="pres">
      <dgm:prSet presAssocID="{18A572AC-B21B-124F-9FEB-CAF510996D9B}" presName="Name25" presStyleLbl="parChTrans1D2" presStyleIdx="1" presStyleCnt="2"/>
      <dgm:spPr/>
    </dgm:pt>
    <dgm:pt modelId="{C687A42D-8951-2F42-93B1-7165FB48684A}" type="pres">
      <dgm:prSet presAssocID="{18A572AC-B21B-124F-9FEB-CAF510996D9B}" presName="connTx" presStyleLbl="parChTrans1D2" presStyleIdx="1" presStyleCnt="2"/>
      <dgm:spPr/>
    </dgm:pt>
    <dgm:pt modelId="{9E92C2CF-D025-A340-8092-B8FF81CDEB45}" type="pres">
      <dgm:prSet presAssocID="{482B5E24-B3E3-C145-9EAC-C4E7935545BF}" presName="Name30" presStyleCnt="0"/>
      <dgm:spPr/>
    </dgm:pt>
    <dgm:pt modelId="{58641658-1414-464D-8944-6E4A80F791CE}" type="pres">
      <dgm:prSet presAssocID="{482B5E24-B3E3-C145-9EAC-C4E7935545BF}" presName="level2Shape" presStyleLbl="node2" presStyleIdx="1" presStyleCnt="2" custScaleX="161197" custScaleY="124064"/>
      <dgm:spPr/>
    </dgm:pt>
    <dgm:pt modelId="{952E946B-3847-AF4A-9A48-CEDE4EF1CBFF}" type="pres">
      <dgm:prSet presAssocID="{482B5E24-B3E3-C145-9EAC-C4E7935545BF}" presName="hierChild3" presStyleCnt="0"/>
      <dgm:spPr/>
    </dgm:pt>
    <dgm:pt modelId="{98806C0E-2568-AA46-A743-269FEE943361}" type="pres">
      <dgm:prSet presAssocID="{0A175B1B-C8B6-5B47-BDF0-E48872873B6C}" presName="bgShapesFlow" presStyleCnt="0"/>
      <dgm:spPr/>
    </dgm:pt>
  </dgm:ptLst>
  <dgm:cxnLst>
    <dgm:cxn modelId="{9E0CD307-8B81-544F-9E43-CB3F73E9AB29}" srcId="{1C1B5BC4-3EFF-8543-BBDD-AEE0F37CE95E}" destId="{A9B37BC8-C6D4-9043-87E5-6DCD1E8C869D}" srcOrd="1" destOrd="0" parTransId="{24613B12-65F6-3842-82EE-E48726E8D07D}" sibTransId="{660D2C29-67BC-3A40-A22D-C3B43A649D67}"/>
    <dgm:cxn modelId="{F4F45616-29A5-8B47-88C3-452D0A220E47}" type="presOf" srcId="{24613B12-65F6-3842-82EE-E48726E8D07D}" destId="{FBB50877-49BE-0247-B52B-E0FBEFF66965}" srcOrd="0" destOrd="0" presId="urn:microsoft.com/office/officeart/2005/8/layout/hierarchy5"/>
    <dgm:cxn modelId="{CE74131B-69FA-704D-A2F5-7A807EC69F44}" type="presOf" srcId="{1BCCB321-D22A-3040-9625-0D58D2717874}" destId="{19CAEB43-B32A-9244-A30C-1EAAC3F91D85}" srcOrd="1" destOrd="0" presId="urn:microsoft.com/office/officeart/2005/8/layout/hierarchy5"/>
    <dgm:cxn modelId="{6C53D420-3C56-6447-84DF-F60E00D76982}" type="presOf" srcId="{0A175B1B-C8B6-5B47-BDF0-E48872873B6C}" destId="{09D997C4-8B23-C14E-942F-12EA80D714B0}" srcOrd="0" destOrd="0" presId="urn:microsoft.com/office/officeart/2005/8/layout/hierarchy5"/>
    <dgm:cxn modelId="{C524DA3F-18F2-F84E-AC65-750B20DBAAFF}" srcId="{0A175B1B-C8B6-5B47-BDF0-E48872873B6C}" destId="{88000F36-E140-FD49-98A1-581DAFB535E8}" srcOrd="0" destOrd="0" parTransId="{A7E9714F-AD67-8A45-87BF-3C2B7DC40EFB}" sibTransId="{60FD67E0-ACF9-ED43-A542-CDD23641CB94}"/>
    <dgm:cxn modelId="{CBEE9450-D7D5-214C-BB54-E46197A0D7E4}" type="presOf" srcId="{1BCCB321-D22A-3040-9625-0D58D2717874}" destId="{E46AD8BE-2D4A-8840-9AFA-26263A008162}" srcOrd="0" destOrd="0" presId="urn:microsoft.com/office/officeart/2005/8/layout/hierarchy5"/>
    <dgm:cxn modelId="{9E437F86-86F6-8340-AC09-FB7D12992847}" type="presOf" srcId="{18A572AC-B21B-124F-9FEB-CAF510996D9B}" destId="{C687A42D-8951-2F42-93B1-7165FB48684A}" srcOrd="1" destOrd="0" presId="urn:microsoft.com/office/officeart/2005/8/layout/hierarchy5"/>
    <dgm:cxn modelId="{4736688B-4C07-DA43-BF66-B56DB61BFD5B}" type="presOf" srcId="{A9B37BC8-C6D4-9043-87E5-6DCD1E8C869D}" destId="{9F6871E7-A4E6-6E4F-8DA3-C7E9FD4B6CF8}" srcOrd="0" destOrd="0" presId="urn:microsoft.com/office/officeart/2005/8/layout/hierarchy5"/>
    <dgm:cxn modelId="{A26B3595-3DFD-614C-B0C0-CF011B3F4716}" srcId="{88000F36-E140-FD49-98A1-581DAFB535E8}" destId="{1C1B5BC4-3EFF-8543-BBDD-AEE0F37CE95E}" srcOrd="0" destOrd="0" parTransId="{5B37E51F-2239-F449-B74E-F5E882C9FB27}" sibTransId="{2415A482-A72E-5E44-9797-2C3B11DE3530}"/>
    <dgm:cxn modelId="{854CF9A6-40E9-184C-91FC-14C0FA8B070F}" type="presOf" srcId="{24613B12-65F6-3842-82EE-E48726E8D07D}" destId="{1705E79D-E83F-2A47-9C8D-9F28B4EEF28A}" srcOrd="1" destOrd="0" presId="urn:microsoft.com/office/officeart/2005/8/layout/hierarchy5"/>
    <dgm:cxn modelId="{ADD4D4AB-C0A3-994B-AFC5-C01D6944FF7F}" type="presOf" srcId="{88000F36-E140-FD49-98A1-581DAFB535E8}" destId="{02E8D431-8DEC-ED48-856B-3B54249BD985}" srcOrd="0" destOrd="0" presId="urn:microsoft.com/office/officeart/2005/8/layout/hierarchy5"/>
    <dgm:cxn modelId="{E530FDAE-8C25-7A46-ABFF-C858587DA74D}" type="presOf" srcId="{482B5E24-B3E3-C145-9EAC-C4E7935545BF}" destId="{58641658-1414-464D-8944-6E4A80F791CE}" srcOrd="0" destOrd="0" presId="urn:microsoft.com/office/officeart/2005/8/layout/hierarchy5"/>
    <dgm:cxn modelId="{4A819AB7-81D3-8547-B8A7-0672C1D73326}" type="presOf" srcId="{EF9562B9-2124-2649-8DC5-A7ACDBC19969}" destId="{D3783905-9640-3447-84CD-BE3E659AC1CB}" srcOrd="0" destOrd="0" presId="urn:microsoft.com/office/officeart/2005/8/layout/hierarchy5"/>
    <dgm:cxn modelId="{1EC0D1BB-E1C2-9B4E-962F-21F67213B105}" type="presOf" srcId="{18A572AC-B21B-124F-9FEB-CAF510996D9B}" destId="{CD93C4D7-6BD5-C141-A6ED-E158EE3DA14E}" srcOrd="0" destOrd="0" presId="urn:microsoft.com/office/officeart/2005/8/layout/hierarchy5"/>
    <dgm:cxn modelId="{1D666ED1-7319-A745-896D-4B19858D2603}" srcId="{1C1B5BC4-3EFF-8543-BBDD-AEE0F37CE95E}" destId="{EF9562B9-2124-2649-8DC5-A7ACDBC19969}" srcOrd="0" destOrd="0" parTransId="{1BCCB321-D22A-3040-9625-0D58D2717874}" sibTransId="{E20EFE71-EF48-F847-A55C-99F6C101791A}"/>
    <dgm:cxn modelId="{62C088D6-D336-9649-B0D5-6814EBF99E24}" type="presOf" srcId="{5B37E51F-2239-F449-B74E-F5E882C9FB27}" destId="{D881153F-95B9-574E-AF23-31E0D3B66B8C}" srcOrd="1" destOrd="0" presId="urn:microsoft.com/office/officeart/2005/8/layout/hierarchy5"/>
    <dgm:cxn modelId="{0C3847E0-FA9B-BF41-B04E-719A6D243896}" srcId="{88000F36-E140-FD49-98A1-581DAFB535E8}" destId="{482B5E24-B3E3-C145-9EAC-C4E7935545BF}" srcOrd="1" destOrd="0" parTransId="{18A572AC-B21B-124F-9FEB-CAF510996D9B}" sibTransId="{0195E550-C9B0-2142-99CA-BEBBEB688F1A}"/>
    <dgm:cxn modelId="{3374D8F1-ED10-AC43-8DD5-5170A58BD1D0}" type="presOf" srcId="{5B37E51F-2239-F449-B74E-F5E882C9FB27}" destId="{329A3252-4306-B84B-B6E9-95C778E6CBC4}" srcOrd="0" destOrd="0" presId="urn:microsoft.com/office/officeart/2005/8/layout/hierarchy5"/>
    <dgm:cxn modelId="{D6CFDBFE-45FD-5F40-82B2-6923DE023DD2}" type="presOf" srcId="{1C1B5BC4-3EFF-8543-BBDD-AEE0F37CE95E}" destId="{CEF1CF7F-F274-7841-B827-BFB7EE85386C}" srcOrd="0" destOrd="0" presId="urn:microsoft.com/office/officeart/2005/8/layout/hierarchy5"/>
    <dgm:cxn modelId="{281813CD-85BF-084F-AC60-2B31E380BC62}" type="presParOf" srcId="{09D997C4-8B23-C14E-942F-12EA80D714B0}" destId="{FB3E2BA7-1B24-0F45-91B9-B83873B278B2}" srcOrd="0" destOrd="0" presId="urn:microsoft.com/office/officeart/2005/8/layout/hierarchy5"/>
    <dgm:cxn modelId="{448C8126-E948-544D-9556-A0758DCD2493}" type="presParOf" srcId="{FB3E2BA7-1B24-0F45-91B9-B83873B278B2}" destId="{9AAE766B-75A1-4F46-8EA1-118C9A07F839}" srcOrd="0" destOrd="0" presId="urn:microsoft.com/office/officeart/2005/8/layout/hierarchy5"/>
    <dgm:cxn modelId="{992E26FA-5CFE-B744-97B5-12E183CAF636}" type="presParOf" srcId="{9AAE766B-75A1-4F46-8EA1-118C9A07F839}" destId="{CA7E2990-289A-0842-8D8B-4A9E172AF516}" srcOrd="0" destOrd="0" presId="urn:microsoft.com/office/officeart/2005/8/layout/hierarchy5"/>
    <dgm:cxn modelId="{7AC1FE2A-B505-6548-B41F-A3514519CD3E}" type="presParOf" srcId="{CA7E2990-289A-0842-8D8B-4A9E172AF516}" destId="{02E8D431-8DEC-ED48-856B-3B54249BD985}" srcOrd="0" destOrd="0" presId="urn:microsoft.com/office/officeart/2005/8/layout/hierarchy5"/>
    <dgm:cxn modelId="{4BD91752-F248-7F4F-9338-864E624961D9}" type="presParOf" srcId="{CA7E2990-289A-0842-8D8B-4A9E172AF516}" destId="{31C7A912-5B05-904E-802A-981FCB88DEDF}" srcOrd="1" destOrd="0" presId="urn:microsoft.com/office/officeart/2005/8/layout/hierarchy5"/>
    <dgm:cxn modelId="{BB1D5D2E-B6E4-FF4E-BBBF-8F644080E7A0}" type="presParOf" srcId="{31C7A912-5B05-904E-802A-981FCB88DEDF}" destId="{329A3252-4306-B84B-B6E9-95C778E6CBC4}" srcOrd="0" destOrd="0" presId="urn:microsoft.com/office/officeart/2005/8/layout/hierarchy5"/>
    <dgm:cxn modelId="{97691DC1-971F-5646-9DD7-213F4F702FC4}" type="presParOf" srcId="{329A3252-4306-B84B-B6E9-95C778E6CBC4}" destId="{D881153F-95B9-574E-AF23-31E0D3B66B8C}" srcOrd="0" destOrd="0" presId="urn:microsoft.com/office/officeart/2005/8/layout/hierarchy5"/>
    <dgm:cxn modelId="{F9716887-1F90-AA42-AA35-363092C630A8}" type="presParOf" srcId="{31C7A912-5B05-904E-802A-981FCB88DEDF}" destId="{71E05075-808D-D440-A388-7E84E8C23045}" srcOrd="1" destOrd="0" presId="urn:microsoft.com/office/officeart/2005/8/layout/hierarchy5"/>
    <dgm:cxn modelId="{623B6F3E-9759-8149-BD47-926166D0F692}" type="presParOf" srcId="{71E05075-808D-D440-A388-7E84E8C23045}" destId="{CEF1CF7F-F274-7841-B827-BFB7EE85386C}" srcOrd="0" destOrd="0" presId="urn:microsoft.com/office/officeart/2005/8/layout/hierarchy5"/>
    <dgm:cxn modelId="{851C6AF0-ABFF-B242-8BEE-7B4F7BDD1B97}" type="presParOf" srcId="{71E05075-808D-D440-A388-7E84E8C23045}" destId="{C8B2C169-2362-8E40-8C0D-CC72A246E350}" srcOrd="1" destOrd="0" presId="urn:microsoft.com/office/officeart/2005/8/layout/hierarchy5"/>
    <dgm:cxn modelId="{3BD2D51F-3A8B-064A-B664-9846B85B07EC}" type="presParOf" srcId="{C8B2C169-2362-8E40-8C0D-CC72A246E350}" destId="{E46AD8BE-2D4A-8840-9AFA-26263A008162}" srcOrd="0" destOrd="0" presId="urn:microsoft.com/office/officeart/2005/8/layout/hierarchy5"/>
    <dgm:cxn modelId="{6930F35D-C2A1-5A45-A729-69D06C216C94}" type="presParOf" srcId="{E46AD8BE-2D4A-8840-9AFA-26263A008162}" destId="{19CAEB43-B32A-9244-A30C-1EAAC3F91D85}" srcOrd="0" destOrd="0" presId="urn:microsoft.com/office/officeart/2005/8/layout/hierarchy5"/>
    <dgm:cxn modelId="{967459DE-4080-1B41-9297-9250482BACB9}" type="presParOf" srcId="{C8B2C169-2362-8E40-8C0D-CC72A246E350}" destId="{5B9EAAD4-DC24-F545-AF25-F4734269DD0B}" srcOrd="1" destOrd="0" presId="urn:microsoft.com/office/officeart/2005/8/layout/hierarchy5"/>
    <dgm:cxn modelId="{87A62BEA-6011-624F-A7A1-E60F18BD847C}" type="presParOf" srcId="{5B9EAAD4-DC24-F545-AF25-F4734269DD0B}" destId="{D3783905-9640-3447-84CD-BE3E659AC1CB}" srcOrd="0" destOrd="0" presId="urn:microsoft.com/office/officeart/2005/8/layout/hierarchy5"/>
    <dgm:cxn modelId="{860C11BA-5B4C-FA45-9915-BFC1F2673D7E}" type="presParOf" srcId="{5B9EAAD4-DC24-F545-AF25-F4734269DD0B}" destId="{BCB36AB7-9218-904C-9C9A-392EB9709797}" srcOrd="1" destOrd="0" presId="urn:microsoft.com/office/officeart/2005/8/layout/hierarchy5"/>
    <dgm:cxn modelId="{99C3E995-5DEB-5549-BFEA-46E825DC958B}" type="presParOf" srcId="{C8B2C169-2362-8E40-8C0D-CC72A246E350}" destId="{FBB50877-49BE-0247-B52B-E0FBEFF66965}" srcOrd="2" destOrd="0" presId="urn:microsoft.com/office/officeart/2005/8/layout/hierarchy5"/>
    <dgm:cxn modelId="{0866802B-ACDA-A847-A113-2C33ABDC11D5}" type="presParOf" srcId="{FBB50877-49BE-0247-B52B-E0FBEFF66965}" destId="{1705E79D-E83F-2A47-9C8D-9F28B4EEF28A}" srcOrd="0" destOrd="0" presId="urn:microsoft.com/office/officeart/2005/8/layout/hierarchy5"/>
    <dgm:cxn modelId="{2A5203E4-6FCA-0B4E-B5FB-A8B7E7CADC71}" type="presParOf" srcId="{C8B2C169-2362-8E40-8C0D-CC72A246E350}" destId="{40FAB651-17E1-1446-AC67-16640A949E94}" srcOrd="3" destOrd="0" presId="urn:microsoft.com/office/officeart/2005/8/layout/hierarchy5"/>
    <dgm:cxn modelId="{5BD2AB72-7201-A645-A60F-069074E7BC4B}" type="presParOf" srcId="{40FAB651-17E1-1446-AC67-16640A949E94}" destId="{9F6871E7-A4E6-6E4F-8DA3-C7E9FD4B6CF8}" srcOrd="0" destOrd="0" presId="urn:microsoft.com/office/officeart/2005/8/layout/hierarchy5"/>
    <dgm:cxn modelId="{70D96621-30C5-FF4B-94CD-7FFB99342E68}" type="presParOf" srcId="{40FAB651-17E1-1446-AC67-16640A949E94}" destId="{0E5F36F7-7D42-D14B-81C2-95E85E54F7A3}" srcOrd="1" destOrd="0" presId="urn:microsoft.com/office/officeart/2005/8/layout/hierarchy5"/>
    <dgm:cxn modelId="{1F1037F6-CA42-CE44-9B90-40FF963BFA8A}" type="presParOf" srcId="{31C7A912-5B05-904E-802A-981FCB88DEDF}" destId="{CD93C4D7-6BD5-C141-A6ED-E158EE3DA14E}" srcOrd="2" destOrd="0" presId="urn:microsoft.com/office/officeart/2005/8/layout/hierarchy5"/>
    <dgm:cxn modelId="{79A27A9B-DDD4-564F-837C-CAC5C233E911}" type="presParOf" srcId="{CD93C4D7-6BD5-C141-A6ED-E158EE3DA14E}" destId="{C687A42D-8951-2F42-93B1-7165FB48684A}" srcOrd="0" destOrd="0" presId="urn:microsoft.com/office/officeart/2005/8/layout/hierarchy5"/>
    <dgm:cxn modelId="{828F135B-1509-814D-A8D4-D4DC0E4A98F1}" type="presParOf" srcId="{31C7A912-5B05-904E-802A-981FCB88DEDF}" destId="{9E92C2CF-D025-A340-8092-B8FF81CDEB45}" srcOrd="3" destOrd="0" presId="urn:microsoft.com/office/officeart/2005/8/layout/hierarchy5"/>
    <dgm:cxn modelId="{7CCF27BF-2027-B945-8CFD-8043E9489580}" type="presParOf" srcId="{9E92C2CF-D025-A340-8092-B8FF81CDEB45}" destId="{58641658-1414-464D-8944-6E4A80F791CE}" srcOrd="0" destOrd="0" presId="urn:microsoft.com/office/officeart/2005/8/layout/hierarchy5"/>
    <dgm:cxn modelId="{6B52A94D-5404-C64D-A80C-872DBE21DBBD}" type="presParOf" srcId="{9E92C2CF-D025-A340-8092-B8FF81CDEB45}" destId="{952E946B-3847-AF4A-9A48-CEDE4EF1CBFF}" srcOrd="1" destOrd="0" presId="urn:microsoft.com/office/officeart/2005/8/layout/hierarchy5"/>
    <dgm:cxn modelId="{69C1679D-0034-2548-8A07-B71533EA043E}" type="presParOf" srcId="{09D997C4-8B23-C14E-942F-12EA80D714B0}" destId="{98806C0E-2568-AA46-A743-269FEE94336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E55EE6-1F67-674D-95B3-7396465E4044}" type="doc">
      <dgm:prSet loTypeId="urn:microsoft.com/office/officeart/2005/8/layout/hierarchy3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D657443-B18D-0D4C-A2B0-1E4503634C2D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Experimental</a:t>
          </a:r>
        </a:p>
      </dgm:t>
    </dgm:pt>
    <dgm:pt modelId="{1AB8515D-562A-274A-AC3E-6994630685E7}" type="parTrans" cxnId="{69593398-F8B3-A640-96D4-491D6503A292}">
      <dgm:prSet/>
      <dgm:spPr/>
      <dgm:t>
        <a:bodyPr/>
        <a:lstStyle/>
        <a:p>
          <a:endParaRPr lang="en-US"/>
        </a:p>
      </dgm:t>
    </dgm:pt>
    <dgm:pt modelId="{68A5F7EE-4D9F-0349-BEE0-F2D1412522FA}" type="sibTrans" cxnId="{69593398-F8B3-A640-96D4-491D6503A292}">
      <dgm:prSet/>
      <dgm:spPr/>
      <dgm:t>
        <a:bodyPr/>
        <a:lstStyle/>
        <a:p>
          <a:endParaRPr lang="en-US"/>
        </a:p>
      </dgm:t>
    </dgm:pt>
    <dgm:pt modelId="{16DECB83-95FD-F343-B277-7A1EBB2D8EDA}">
      <dgm:prSet phldrT="[Text]"/>
      <dgm:spPr/>
      <dgm:t>
        <a:bodyPr/>
        <a:lstStyle/>
        <a:p>
          <a:r>
            <a:rPr lang="en-US" dirty="0"/>
            <a:t>Manipulation of IV, Measuring DV  =</a:t>
          </a:r>
        </a:p>
        <a:p>
          <a:r>
            <a:rPr lang="en-US" dirty="0"/>
            <a:t>Cause and Effect</a:t>
          </a:r>
        </a:p>
      </dgm:t>
    </dgm:pt>
    <dgm:pt modelId="{DFF8123F-016A-5549-8EE4-7CD505A76E71}" type="parTrans" cxnId="{F73D6C0B-2249-F24B-9BD7-B637CE994653}">
      <dgm:prSet/>
      <dgm:spPr/>
      <dgm:t>
        <a:bodyPr/>
        <a:lstStyle/>
        <a:p>
          <a:endParaRPr lang="en-US"/>
        </a:p>
      </dgm:t>
    </dgm:pt>
    <dgm:pt modelId="{5349B4F5-CD8D-724A-857E-892B5AAAAB97}" type="sibTrans" cxnId="{F73D6C0B-2249-F24B-9BD7-B637CE994653}">
      <dgm:prSet/>
      <dgm:spPr/>
      <dgm:t>
        <a:bodyPr/>
        <a:lstStyle/>
        <a:p>
          <a:endParaRPr lang="en-US"/>
        </a:p>
      </dgm:t>
    </dgm:pt>
    <dgm:pt modelId="{449B82F6-B393-0F44-8269-F7D6EB90F492}">
      <dgm:prSet phldrT="[Text]"/>
      <dgm:spPr/>
      <dgm:t>
        <a:bodyPr/>
        <a:lstStyle/>
        <a:p>
          <a:r>
            <a:rPr lang="en-US" dirty="0"/>
            <a:t>Control of as many extraneous variables =</a:t>
          </a:r>
        </a:p>
        <a:p>
          <a:r>
            <a:rPr lang="en-US" dirty="0"/>
            <a:t>High Reliability, Lower validity </a:t>
          </a:r>
        </a:p>
      </dgm:t>
    </dgm:pt>
    <dgm:pt modelId="{518ED3E7-6036-024E-95FF-50C36451DA07}" type="parTrans" cxnId="{6343411F-7201-5442-B2EE-6885A27DAE68}">
      <dgm:prSet/>
      <dgm:spPr/>
      <dgm:t>
        <a:bodyPr/>
        <a:lstStyle/>
        <a:p>
          <a:endParaRPr lang="en-US"/>
        </a:p>
      </dgm:t>
    </dgm:pt>
    <dgm:pt modelId="{1C65CC58-508A-E84E-B712-864B0CF0DC4F}" type="sibTrans" cxnId="{6343411F-7201-5442-B2EE-6885A27DAE68}">
      <dgm:prSet/>
      <dgm:spPr/>
      <dgm:t>
        <a:bodyPr/>
        <a:lstStyle/>
        <a:p>
          <a:endParaRPr lang="en-US"/>
        </a:p>
      </dgm:t>
    </dgm:pt>
    <dgm:pt modelId="{7A804EAA-2C1B-9648-9E44-B37D5B028AC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Non-experimental</a:t>
          </a:r>
        </a:p>
      </dgm:t>
    </dgm:pt>
    <dgm:pt modelId="{A3129BDE-583C-C645-8D9F-A506BC1DB1E8}" type="parTrans" cxnId="{4C13D579-8C79-3247-99DF-307DA47C419B}">
      <dgm:prSet/>
      <dgm:spPr/>
      <dgm:t>
        <a:bodyPr/>
        <a:lstStyle/>
        <a:p>
          <a:endParaRPr lang="en-US"/>
        </a:p>
      </dgm:t>
    </dgm:pt>
    <dgm:pt modelId="{ACF5874F-42F4-1248-84D2-7A2109092BB4}" type="sibTrans" cxnId="{4C13D579-8C79-3247-99DF-307DA47C419B}">
      <dgm:prSet/>
      <dgm:spPr/>
      <dgm:t>
        <a:bodyPr/>
        <a:lstStyle/>
        <a:p>
          <a:endParaRPr lang="en-US"/>
        </a:p>
      </dgm:t>
    </dgm:pt>
    <dgm:pt modelId="{8F57A8E3-ABFC-6F4F-8889-247F32DDD2B1}">
      <dgm:prSet phldrT="[Text]"/>
      <dgm:spPr/>
      <dgm:t>
        <a:bodyPr/>
        <a:lstStyle/>
        <a:p>
          <a:r>
            <a:rPr lang="en-US" dirty="0"/>
            <a:t>No manipulation of IV = </a:t>
          </a:r>
        </a:p>
        <a:p>
          <a:r>
            <a:rPr lang="en-US" dirty="0"/>
            <a:t>Correlation </a:t>
          </a:r>
        </a:p>
        <a:p>
          <a:r>
            <a:rPr lang="en-US" dirty="0"/>
            <a:t>Looks at relationship between behavioral variables</a:t>
          </a:r>
        </a:p>
      </dgm:t>
    </dgm:pt>
    <dgm:pt modelId="{38A165E4-1DC4-A748-B03E-B12F71AE29A3}" type="parTrans" cxnId="{0A09E462-1348-F84B-A923-96F0818AF257}">
      <dgm:prSet/>
      <dgm:spPr/>
      <dgm:t>
        <a:bodyPr/>
        <a:lstStyle/>
        <a:p>
          <a:endParaRPr lang="en-US"/>
        </a:p>
      </dgm:t>
    </dgm:pt>
    <dgm:pt modelId="{D505587E-288F-0641-9255-AAB9F272470B}" type="sibTrans" cxnId="{0A09E462-1348-F84B-A923-96F0818AF257}">
      <dgm:prSet/>
      <dgm:spPr/>
      <dgm:t>
        <a:bodyPr/>
        <a:lstStyle/>
        <a:p>
          <a:endParaRPr lang="en-US"/>
        </a:p>
      </dgm:t>
    </dgm:pt>
    <dgm:pt modelId="{2DB66A84-CD63-534D-B2FC-E7CA94C477CC}">
      <dgm:prSet phldrT="[Text]"/>
      <dgm:spPr/>
      <dgm:t>
        <a:bodyPr/>
        <a:lstStyle/>
        <a:p>
          <a:r>
            <a:rPr lang="en-US" dirty="0"/>
            <a:t>Usually takes place in natural setting with low control over extraneous variables =</a:t>
          </a:r>
        </a:p>
        <a:p>
          <a:r>
            <a:rPr lang="en-US" dirty="0"/>
            <a:t>Low reliability, Higher Validity</a:t>
          </a:r>
        </a:p>
      </dgm:t>
    </dgm:pt>
    <dgm:pt modelId="{A818364E-EB0E-4D46-A68C-1FBC8A9DAEC7}" type="parTrans" cxnId="{42064AC5-6D27-3F4D-9E33-CDD66C3F24DD}">
      <dgm:prSet/>
      <dgm:spPr/>
      <dgm:t>
        <a:bodyPr/>
        <a:lstStyle/>
        <a:p>
          <a:endParaRPr lang="en-US"/>
        </a:p>
      </dgm:t>
    </dgm:pt>
    <dgm:pt modelId="{8992A397-23E5-7248-9F47-5558A3196FD9}" type="sibTrans" cxnId="{42064AC5-6D27-3F4D-9E33-CDD66C3F24DD}">
      <dgm:prSet/>
      <dgm:spPr/>
      <dgm:t>
        <a:bodyPr/>
        <a:lstStyle/>
        <a:p>
          <a:endParaRPr lang="en-US"/>
        </a:p>
      </dgm:t>
    </dgm:pt>
    <dgm:pt modelId="{C132DC93-1D53-FA47-8789-4AADB3911B52}" type="pres">
      <dgm:prSet presAssocID="{48E55EE6-1F67-674D-95B3-7396465E404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10E729-3D8E-0644-AA6B-617ED1510F13}" type="pres">
      <dgm:prSet presAssocID="{4D657443-B18D-0D4C-A2B0-1E4503634C2D}" presName="root" presStyleCnt="0"/>
      <dgm:spPr/>
    </dgm:pt>
    <dgm:pt modelId="{34628ACD-96C0-B646-87F0-16B980A3E5BE}" type="pres">
      <dgm:prSet presAssocID="{4D657443-B18D-0D4C-A2B0-1E4503634C2D}" presName="rootComposite" presStyleCnt="0"/>
      <dgm:spPr/>
    </dgm:pt>
    <dgm:pt modelId="{E7B6D63F-954A-4140-91D3-F08C69820728}" type="pres">
      <dgm:prSet presAssocID="{4D657443-B18D-0D4C-A2B0-1E4503634C2D}" presName="rootText" presStyleLbl="node1" presStyleIdx="0" presStyleCnt="2"/>
      <dgm:spPr/>
    </dgm:pt>
    <dgm:pt modelId="{1569481C-2EC7-4344-9DC3-96BF07960F97}" type="pres">
      <dgm:prSet presAssocID="{4D657443-B18D-0D4C-A2B0-1E4503634C2D}" presName="rootConnector" presStyleLbl="node1" presStyleIdx="0" presStyleCnt="2"/>
      <dgm:spPr/>
    </dgm:pt>
    <dgm:pt modelId="{1A68FFA7-FE3D-7C47-B972-2FAAA8B6BAFC}" type="pres">
      <dgm:prSet presAssocID="{4D657443-B18D-0D4C-A2B0-1E4503634C2D}" presName="childShape" presStyleCnt="0"/>
      <dgm:spPr/>
    </dgm:pt>
    <dgm:pt modelId="{975361D9-FC96-6947-BB00-91379A4126A5}" type="pres">
      <dgm:prSet presAssocID="{DFF8123F-016A-5549-8EE4-7CD505A76E71}" presName="Name13" presStyleLbl="parChTrans1D2" presStyleIdx="0" presStyleCnt="4"/>
      <dgm:spPr/>
    </dgm:pt>
    <dgm:pt modelId="{B87249AF-A86D-6743-AF3D-94578210255E}" type="pres">
      <dgm:prSet presAssocID="{16DECB83-95FD-F343-B277-7A1EBB2D8EDA}" presName="childText" presStyleLbl="bgAcc1" presStyleIdx="0" presStyleCnt="4" custScaleX="128925">
        <dgm:presLayoutVars>
          <dgm:bulletEnabled val="1"/>
        </dgm:presLayoutVars>
      </dgm:prSet>
      <dgm:spPr/>
    </dgm:pt>
    <dgm:pt modelId="{8987A86D-3418-9748-8B7B-80957521F56C}" type="pres">
      <dgm:prSet presAssocID="{518ED3E7-6036-024E-95FF-50C36451DA07}" presName="Name13" presStyleLbl="parChTrans1D2" presStyleIdx="1" presStyleCnt="4"/>
      <dgm:spPr/>
    </dgm:pt>
    <dgm:pt modelId="{197BF09D-712A-B746-B173-D458530EE60F}" type="pres">
      <dgm:prSet presAssocID="{449B82F6-B393-0F44-8269-F7D6EB90F492}" presName="childText" presStyleLbl="bgAcc1" presStyleIdx="1" presStyleCnt="4" custScaleX="124271">
        <dgm:presLayoutVars>
          <dgm:bulletEnabled val="1"/>
        </dgm:presLayoutVars>
      </dgm:prSet>
      <dgm:spPr/>
    </dgm:pt>
    <dgm:pt modelId="{3CF59ED4-D3F5-D84D-838C-150CB87320E7}" type="pres">
      <dgm:prSet presAssocID="{7A804EAA-2C1B-9648-9E44-B37D5B028AC1}" presName="root" presStyleCnt="0"/>
      <dgm:spPr/>
    </dgm:pt>
    <dgm:pt modelId="{CDCF08C7-4908-874E-B96A-FF490D3EC91C}" type="pres">
      <dgm:prSet presAssocID="{7A804EAA-2C1B-9648-9E44-B37D5B028AC1}" presName="rootComposite" presStyleCnt="0"/>
      <dgm:spPr/>
    </dgm:pt>
    <dgm:pt modelId="{A8E5F9FC-FFC8-E648-9AFB-06391300EF8B}" type="pres">
      <dgm:prSet presAssocID="{7A804EAA-2C1B-9648-9E44-B37D5B028AC1}" presName="rootText" presStyleLbl="node1" presStyleIdx="1" presStyleCnt="2"/>
      <dgm:spPr/>
    </dgm:pt>
    <dgm:pt modelId="{3EE8E8FE-7B8B-4448-B408-AB7AF642D62B}" type="pres">
      <dgm:prSet presAssocID="{7A804EAA-2C1B-9648-9E44-B37D5B028AC1}" presName="rootConnector" presStyleLbl="node1" presStyleIdx="1" presStyleCnt="2"/>
      <dgm:spPr/>
    </dgm:pt>
    <dgm:pt modelId="{A77FC13A-B659-4C4D-83D5-39F10D46E172}" type="pres">
      <dgm:prSet presAssocID="{7A804EAA-2C1B-9648-9E44-B37D5B028AC1}" presName="childShape" presStyleCnt="0"/>
      <dgm:spPr/>
    </dgm:pt>
    <dgm:pt modelId="{1F7EFFDA-833D-7349-9E6C-3DB7507D8508}" type="pres">
      <dgm:prSet presAssocID="{38A165E4-1DC4-A748-B03E-B12F71AE29A3}" presName="Name13" presStyleLbl="parChTrans1D2" presStyleIdx="2" presStyleCnt="4"/>
      <dgm:spPr/>
    </dgm:pt>
    <dgm:pt modelId="{D1C61E7F-39D4-DD47-8BDC-163D1E2B7E67}" type="pres">
      <dgm:prSet presAssocID="{8F57A8E3-ABFC-6F4F-8889-247F32DDD2B1}" presName="childText" presStyleLbl="bgAcc1" presStyleIdx="2" presStyleCnt="4" custScaleX="146188">
        <dgm:presLayoutVars>
          <dgm:bulletEnabled val="1"/>
        </dgm:presLayoutVars>
      </dgm:prSet>
      <dgm:spPr/>
    </dgm:pt>
    <dgm:pt modelId="{CF21EFDD-A628-2B45-B249-C15B506FF69A}" type="pres">
      <dgm:prSet presAssocID="{A818364E-EB0E-4D46-A68C-1FBC8A9DAEC7}" presName="Name13" presStyleLbl="parChTrans1D2" presStyleIdx="3" presStyleCnt="4"/>
      <dgm:spPr/>
    </dgm:pt>
    <dgm:pt modelId="{EB698540-DD4B-834E-B3F8-BFA765A695FE}" type="pres">
      <dgm:prSet presAssocID="{2DB66A84-CD63-534D-B2FC-E7CA94C477CC}" presName="childText" presStyleLbl="bgAcc1" presStyleIdx="3" presStyleCnt="4" custScaleX="144608">
        <dgm:presLayoutVars>
          <dgm:bulletEnabled val="1"/>
        </dgm:presLayoutVars>
      </dgm:prSet>
      <dgm:spPr/>
    </dgm:pt>
  </dgm:ptLst>
  <dgm:cxnLst>
    <dgm:cxn modelId="{6F6D2102-531B-F446-9236-356B2BCD13AF}" type="presOf" srcId="{48E55EE6-1F67-674D-95B3-7396465E4044}" destId="{C132DC93-1D53-FA47-8789-4AADB3911B52}" srcOrd="0" destOrd="0" presId="urn:microsoft.com/office/officeart/2005/8/layout/hierarchy3"/>
    <dgm:cxn modelId="{F73D6C0B-2249-F24B-9BD7-B637CE994653}" srcId="{4D657443-B18D-0D4C-A2B0-1E4503634C2D}" destId="{16DECB83-95FD-F343-B277-7A1EBB2D8EDA}" srcOrd="0" destOrd="0" parTransId="{DFF8123F-016A-5549-8EE4-7CD505A76E71}" sibTransId="{5349B4F5-CD8D-724A-857E-892B5AAAAB97}"/>
    <dgm:cxn modelId="{39DD390F-C6CB-5B45-8A7B-B65449CBFCD8}" type="presOf" srcId="{38A165E4-1DC4-A748-B03E-B12F71AE29A3}" destId="{1F7EFFDA-833D-7349-9E6C-3DB7507D8508}" srcOrd="0" destOrd="0" presId="urn:microsoft.com/office/officeart/2005/8/layout/hierarchy3"/>
    <dgm:cxn modelId="{6343411F-7201-5442-B2EE-6885A27DAE68}" srcId="{4D657443-B18D-0D4C-A2B0-1E4503634C2D}" destId="{449B82F6-B393-0F44-8269-F7D6EB90F492}" srcOrd="1" destOrd="0" parTransId="{518ED3E7-6036-024E-95FF-50C36451DA07}" sibTransId="{1C65CC58-508A-E84E-B712-864B0CF0DC4F}"/>
    <dgm:cxn modelId="{3C479C25-C747-0244-9249-2D12F75152CA}" type="presOf" srcId="{518ED3E7-6036-024E-95FF-50C36451DA07}" destId="{8987A86D-3418-9748-8B7B-80957521F56C}" srcOrd="0" destOrd="0" presId="urn:microsoft.com/office/officeart/2005/8/layout/hierarchy3"/>
    <dgm:cxn modelId="{7249052B-1C75-874D-BCE3-9F9206D5894B}" type="presOf" srcId="{A818364E-EB0E-4D46-A68C-1FBC8A9DAEC7}" destId="{CF21EFDD-A628-2B45-B249-C15B506FF69A}" srcOrd="0" destOrd="0" presId="urn:microsoft.com/office/officeart/2005/8/layout/hierarchy3"/>
    <dgm:cxn modelId="{9EF4A039-2BC9-5947-949D-3767EE7265B5}" type="presOf" srcId="{4D657443-B18D-0D4C-A2B0-1E4503634C2D}" destId="{E7B6D63F-954A-4140-91D3-F08C69820728}" srcOrd="0" destOrd="0" presId="urn:microsoft.com/office/officeart/2005/8/layout/hierarchy3"/>
    <dgm:cxn modelId="{E0501F42-261F-6D42-9AAE-9A960CA0AC4C}" type="presOf" srcId="{7A804EAA-2C1B-9648-9E44-B37D5B028AC1}" destId="{A8E5F9FC-FFC8-E648-9AFB-06391300EF8B}" srcOrd="0" destOrd="0" presId="urn:microsoft.com/office/officeart/2005/8/layout/hierarchy3"/>
    <dgm:cxn modelId="{155BF94E-66E6-824C-88AF-FC8A2AB38F70}" type="presOf" srcId="{DFF8123F-016A-5549-8EE4-7CD505A76E71}" destId="{975361D9-FC96-6947-BB00-91379A4126A5}" srcOrd="0" destOrd="0" presId="urn:microsoft.com/office/officeart/2005/8/layout/hierarchy3"/>
    <dgm:cxn modelId="{7D55825F-79D5-1440-8907-E57A64AFEE10}" type="presOf" srcId="{2DB66A84-CD63-534D-B2FC-E7CA94C477CC}" destId="{EB698540-DD4B-834E-B3F8-BFA765A695FE}" srcOrd="0" destOrd="0" presId="urn:microsoft.com/office/officeart/2005/8/layout/hierarchy3"/>
    <dgm:cxn modelId="{0A09E462-1348-F84B-A923-96F0818AF257}" srcId="{7A804EAA-2C1B-9648-9E44-B37D5B028AC1}" destId="{8F57A8E3-ABFC-6F4F-8889-247F32DDD2B1}" srcOrd="0" destOrd="0" parTransId="{38A165E4-1DC4-A748-B03E-B12F71AE29A3}" sibTransId="{D505587E-288F-0641-9255-AAB9F272470B}"/>
    <dgm:cxn modelId="{4C13D579-8C79-3247-99DF-307DA47C419B}" srcId="{48E55EE6-1F67-674D-95B3-7396465E4044}" destId="{7A804EAA-2C1B-9648-9E44-B37D5B028AC1}" srcOrd="1" destOrd="0" parTransId="{A3129BDE-583C-C645-8D9F-A506BC1DB1E8}" sibTransId="{ACF5874F-42F4-1248-84D2-7A2109092BB4}"/>
    <dgm:cxn modelId="{F0505A8A-455C-5546-B29B-4C16164BF4EC}" type="presOf" srcId="{7A804EAA-2C1B-9648-9E44-B37D5B028AC1}" destId="{3EE8E8FE-7B8B-4448-B408-AB7AF642D62B}" srcOrd="1" destOrd="0" presId="urn:microsoft.com/office/officeart/2005/8/layout/hierarchy3"/>
    <dgm:cxn modelId="{69593398-F8B3-A640-96D4-491D6503A292}" srcId="{48E55EE6-1F67-674D-95B3-7396465E4044}" destId="{4D657443-B18D-0D4C-A2B0-1E4503634C2D}" srcOrd="0" destOrd="0" parTransId="{1AB8515D-562A-274A-AC3E-6994630685E7}" sibTransId="{68A5F7EE-4D9F-0349-BEE0-F2D1412522FA}"/>
    <dgm:cxn modelId="{C040A1A1-2160-284E-8CE8-B8753C48A505}" type="presOf" srcId="{16DECB83-95FD-F343-B277-7A1EBB2D8EDA}" destId="{B87249AF-A86D-6743-AF3D-94578210255E}" srcOrd="0" destOrd="0" presId="urn:microsoft.com/office/officeart/2005/8/layout/hierarchy3"/>
    <dgm:cxn modelId="{56179FA9-4521-6043-8884-62A0CE37641C}" type="presOf" srcId="{449B82F6-B393-0F44-8269-F7D6EB90F492}" destId="{197BF09D-712A-B746-B173-D458530EE60F}" srcOrd="0" destOrd="0" presId="urn:microsoft.com/office/officeart/2005/8/layout/hierarchy3"/>
    <dgm:cxn modelId="{42064AC5-6D27-3F4D-9E33-CDD66C3F24DD}" srcId="{7A804EAA-2C1B-9648-9E44-B37D5B028AC1}" destId="{2DB66A84-CD63-534D-B2FC-E7CA94C477CC}" srcOrd="1" destOrd="0" parTransId="{A818364E-EB0E-4D46-A68C-1FBC8A9DAEC7}" sibTransId="{8992A397-23E5-7248-9F47-5558A3196FD9}"/>
    <dgm:cxn modelId="{5BED59CC-16C5-0A4F-A6CA-507FEC792F8E}" type="presOf" srcId="{4D657443-B18D-0D4C-A2B0-1E4503634C2D}" destId="{1569481C-2EC7-4344-9DC3-96BF07960F97}" srcOrd="1" destOrd="0" presId="urn:microsoft.com/office/officeart/2005/8/layout/hierarchy3"/>
    <dgm:cxn modelId="{641666F6-C442-D24A-9B97-E9CEED1FAFD6}" type="presOf" srcId="{8F57A8E3-ABFC-6F4F-8889-247F32DDD2B1}" destId="{D1C61E7F-39D4-DD47-8BDC-163D1E2B7E67}" srcOrd="0" destOrd="0" presId="urn:microsoft.com/office/officeart/2005/8/layout/hierarchy3"/>
    <dgm:cxn modelId="{F695509C-9A6B-1F4E-8364-0AE30F6D0494}" type="presParOf" srcId="{C132DC93-1D53-FA47-8789-4AADB3911B52}" destId="{BD10E729-3D8E-0644-AA6B-617ED1510F13}" srcOrd="0" destOrd="0" presId="urn:microsoft.com/office/officeart/2005/8/layout/hierarchy3"/>
    <dgm:cxn modelId="{4F02EE21-110A-2B43-87B0-7DD5594919C4}" type="presParOf" srcId="{BD10E729-3D8E-0644-AA6B-617ED1510F13}" destId="{34628ACD-96C0-B646-87F0-16B980A3E5BE}" srcOrd="0" destOrd="0" presId="urn:microsoft.com/office/officeart/2005/8/layout/hierarchy3"/>
    <dgm:cxn modelId="{C70A0B57-5CFA-2F4E-BD74-0DDE78070E08}" type="presParOf" srcId="{34628ACD-96C0-B646-87F0-16B980A3E5BE}" destId="{E7B6D63F-954A-4140-91D3-F08C69820728}" srcOrd="0" destOrd="0" presId="urn:microsoft.com/office/officeart/2005/8/layout/hierarchy3"/>
    <dgm:cxn modelId="{BF1971D5-43DF-9C40-9F96-ACD5EB439DF0}" type="presParOf" srcId="{34628ACD-96C0-B646-87F0-16B980A3E5BE}" destId="{1569481C-2EC7-4344-9DC3-96BF07960F97}" srcOrd="1" destOrd="0" presId="urn:microsoft.com/office/officeart/2005/8/layout/hierarchy3"/>
    <dgm:cxn modelId="{1170A94B-6601-DA46-AE9F-82900DF3B4E9}" type="presParOf" srcId="{BD10E729-3D8E-0644-AA6B-617ED1510F13}" destId="{1A68FFA7-FE3D-7C47-B972-2FAAA8B6BAFC}" srcOrd="1" destOrd="0" presId="urn:microsoft.com/office/officeart/2005/8/layout/hierarchy3"/>
    <dgm:cxn modelId="{D2078E7A-787D-3F4B-AA3B-24D140BCC172}" type="presParOf" srcId="{1A68FFA7-FE3D-7C47-B972-2FAAA8B6BAFC}" destId="{975361D9-FC96-6947-BB00-91379A4126A5}" srcOrd="0" destOrd="0" presId="urn:microsoft.com/office/officeart/2005/8/layout/hierarchy3"/>
    <dgm:cxn modelId="{426AFAB2-C449-CD47-BE08-DFCD18D637C1}" type="presParOf" srcId="{1A68FFA7-FE3D-7C47-B972-2FAAA8B6BAFC}" destId="{B87249AF-A86D-6743-AF3D-94578210255E}" srcOrd="1" destOrd="0" presId="urn:microsoft.com/office/officeart/2005/8/layout/hierarchy3"/>
    <dgm:cxn modelId="{F20B074C-8AD6-A24C-82D6-7B4FE852E589}" type="presParOf" srcId="{1A68FFA7-FE3D-7C47-B972-2FAAA8B6BAFC}" destId="{8987A86D-3418-9748-8B7B-80957521F56C}" srcOrd="2" destOrd="0" presId="urn:microsoft.com/office/officeart/2005/8/layout/hierarchy3"/>
    <dgm:cxn modelId="{4F9C28AC-DE66-A442-BBE3-FADFC9462156}" type="presParOf" srcId="{1A68FFA7-FE3D-7C47-B972-2FAAA8B6BAFC}" destId="{197BF09D-712A-B746-B173-D458530EE60F}" srcOrd="3" destOrd="0" presId="urn:microsoft.com/office/officeart/2005/8/layout/hierarchy3"/>
    <dgm:cxn modelId="{CB9522DA-7D68-034D-BB39-5ECEE6A2097E}" type="presParOf" srcId="{C132DC93-1D53-FA47-8789-4AADB3911B52}" destId="{3CF59ED4-D3F5-D84D-838C-150CB87320E7}" srcOrd="1" destOrd="0" presId="urn:microsoft.com/office/officeart/2005/8/layout/hierarchy3"/>
    <dgm:cxn modelId="{4A7A7E6C-BDBC-624D-91EE-4A8F2EB63981}" type="presParOf" srcId="{3CF59ED4-D3F5-D84D-838C-150CB87320E7}" destId="{CDCF08C7-4908-874E-B96A-FF490D3EC91C}" srcOrd="0" destOrd="0" presId="urn:microsoft.com/office/officeart/2005/8/layout/hierarchy3"/>
    <dgm:cxn modelId="{6FE66CC9-714D-B143-AFE5-B74D85EB5AB8}" type="presParOf" srcId="{CDCF08C7-4908-874E-B96A-FF490D3EC91C}" destId="{A8E5F9FC-FFC8-E648-9AFB-06391300EF8B}" srcOrd="0" destOrd="0" presId="urn:microsoft.com/office/officeart/2005/8/layout/hierarchy3"/>
    <dgm:cxn modelId="{E2C7D9DD-F0D4-634C-AE86-705211211683}" type="presParOf" srcId="{CDCF08C7-4908-874E-B96A-FF490D3EC91C}" destId="{3EE8E8FE-7B8B-4448-B408-AB7AF642D62B}" srcOrd="1" destOrd="0" presId="urn:microsoft.com/office/officeart/2005/8/layout/hierarchy3"/>
    <dgm:cxn modelId="{617F93D5-E526-5649-81CD-5449DFE4064A}" type="presParOf" srcId="{3CF59ED4-D3F5-D84D-838C-150CB87320E7}" destId="{A77FC13A-B659-4C4D-83D5-39F10D46E172}" srcOrd="1" destOrd="0" presId="urn:microsoft.com/office/officeart/2005/8/layout/hierarchy3"/>
    <dgm:cxn modelId="{8066DCA0-C9AC-DA40-A9D9-DE383C9CBD39}" type="presParOf" srcId="{A77FC13A-B659-4C4D-83D5-39F10D46E172}" destId="{1F7EFFDA-833D-7349-9E6C-3DB7507D8508}" srcOrd="0" destOrd="0" presId="urn:microsoft.com/office/officeart/2005/8/layout/hierarchy3"/>
    <dgm:cxn modelId="{C1B7565F-1693-7247-9E96-6FAE72BE5D55}" type="presParOf" srcId="{A77FC13A-B659-4C4D-83D5-39F10D46E172}" destId="{D1C61E7F-39D4-DD47-8BDC-163D1E2B7E67}" srcOrd="1" destOrd="0" presId="urn:microsoft.com/office/officeart/2005/8/layout/hierarchy3"/>
    <dgm:cxn modelId="{69048B6F-0E6F-B342-865D-04E09E2795FE}" type="presParOf" srcId="{A77FC13A-B659-4C4D-83D5-39F10D46E172}" destId="{CF21EFDD-A628-2B45-B249-C15B506FF69A}" srcOrd="2" destOrd="0" presId="urn:microsoft.com/office/officeart/2005/8/layout/hierarchy3"/>
    <dgm:cxn modelId="{F6B8171B-770C-3B48-85EB-707BBA87EC93}" type="presParOf" srcId="{A77FC13A-B659-4C4D-83D5-39F10D46E172}" destId="{EB698540-DD4B-834E-B3F8-BFA765A695FE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C0F675-DED3-E741-B344-7C804639A53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AAB8E2F-3D8E-8B4A-A9AB-BBB10180BF3C}">
      <dgm:prSet phldrT="[Text]"/>
      <dgm:spPr/>
      <dgm:t>
        <a:bodyPr/>
        <a:lstStyle/>
        <a:p>
          <a:pPr algn="l"/>
          <a:r>
            <a:rPr lang="en-GB" dirty="0"/>
            <a:t>	</a:t>
          </a:r>
          <a:r>
            <a:rPr lang="en-GB" b="1" dirty="0">
              <a:solidFill>
                <a:schemeClr val="tx1"/>
              </a:solidFill>
            </a:rPr>
            <a:t>Subjective</a:t>
          </a:r>
        </a:p>
      </dgm:t>
    </dgm:pt>
    <dgm:pt modelId="{56CDF38D-B752-0747-BA82-51006B1A65FB}" type="parTrans" cxnId="{A462141C-A7F0-6B46-B7F8-217262F7790A}">
      <dgm:prSet/>
      <dgm:spPr/>
      <dgm:t>
        <a:bodyPr/>
        <a:lstStyle/>
        <a:p>
          <a:endParaRPr lang="en-GB"/>
        </a:p>
      </dgm:t>
    </dgm:pt>
    <dgm:pt modelId="{B9FD000D-2715-5845-82B0-860A5CD595B7}" type="sibTrans" cxnId="{A462141C-A7F0-6B46-B7F8-217262F7790A}">
      <dgm:prSet/>
      <dgm:spPr/>
      <dgm:t>
        <a:bodyPr/>
        <a:lstStyle/>
        <a:p>
          <a:endParaRPr lang="en-GB"/>
        </a:p>
      </dgm:t>
    </dgm:pt>
    <dgm:pt modelId="{078C7FB0-E829-2941-8ADB-97BB5130C6B3}">
      <dgm:prSet phldrT="[Text]"/>
      <dgm:spPr/>
      <dgm:t>
        <a:bodyPr/>
        <a:lstStyle/>
        <a:p>
          <a:r>
            <a:rPr lang="en-AU" b="0" i="0" dirty="0"/>
            <a:t>information from the </a:t>
          </a:r>
          <a:r>
            <a:rPr lang="en-AU" b="1" i="0" dirty="0"/>
            <a:t>subjects point of view </a:t>
          </a:r>
          <a:r>
            <a:rPr lang="en-AU" b="0" i="0" dirty="0"/>
            <a:t>including feelings, perceptions, and concerns obtained through interviews.</a:t>
          </a:r>
          <a:endParaRPr lang="en-GB" dirty="0"/>
        </a:p>
      </dgm:t>
    </dgm:pt>
    <dgm:pt modelId="{401EFBEE-8254-9B46-BF43-73657F98F104}" type="parTrans" cxnId="{A16CF00D-BDF8-4345-99FD-665678E48119}">
      <dgm:prSet/>
      <dgm:spPr/>
      <dgm:t>
        <a:bodyPr/>
        <a:lstStyle/>
        <a:p>
          <a:endParaRPr lang="en-GB"/>
        </a:p>
      </dgm:t>
    </dgm:pt>
    <dgm:pt modelId="{E306440A-9888-7F49-82E1-57C9CDDB1EB2}" type="sibTrans" cxnId="{A16CF00D-BDF8-4345-99FD-665678E48119}">
      <dgm:prSet/>
      <dgm:spPr/>
      <dgm:t>
        <a:bodyPr/>
        <a:lstStyle/>
        <a:p>
          <a:endParaRPr lang="en-GB"/>
        </a:p>
      </dgm:t>
    </dgm:pt>
    <dgm:pt modelId="{AA885DD4-25AC-4643-8222-F89F6E7D3CFB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Objective</a:t>
          </a:r>
        </a:p>
      </dgm:t>
    </dgm:pt>
    <dgm:pt modelId="{5B65C692-F117-FC4D-B2B6-5C2E12D20A33}" type="parTrans" cxnId="{734E65BA-95EA-A247-8CFB-37954D753DF1}">
      <dgm:prSet/>
      <dgm:spPr/>
      <dgm:t>
        <a:bodyPr/>
        <a:lstStyle/>
        <a:p>
          <a:endParaRPr lang="en-GB"/>
        </a:p>
      </dgm:t>
    </dgm:pt>
    <dgm:pt modelId="{1EFEC52B-D14D-6B4F-99C1-DAC26313CF4C}" type="sibTrans" cxnId="{734E65BA-95EA-A247-8CFB-37954D753DF1}">
      <dgm:prSet/>
      <dgm:spPr/>
      <dgm:t>
        <a:bodyPr/>
        <a:lstStyle/>
        <a:p>
          <a:endParaRPr lang="en-GB"/>
        </a:p>
      </dgm:t>
    </dgm:pt>
    <dgm:pt modelId="{6A4BFEF1-746E-3045-86D2-4D896B373AF2}">
      <dgm:prSet/>
      <dgm:spPr/>
      <dgm:t>
        <a:bodyPr/>
        <a:lstStyle/>
        <a:p>
          <a:r>
            <a:rPr lang="en-AU" b="1" i="0" dirty="0"/>
            <a:t>observable and measurable </a:t>
          </a:r>
          <a:r>
            <a:rPr lang="en-AU" b="0" i="0" dirty="0"/>
            <a:t>data obtained through observation, physical examination, and laboratory and diagnostic testing.</a:t>
          </a:r>
          <a:endParaRPr lang="en-GB" dirty="0"/>
        </a:p>
      </dgm:t>
    </dgm:pt>
    <dgm:pt modelId="{6B25BD85-CAF9-A84B-8965-284AB86AB183}" type="parTrans" cxnId="{B7C3208E-20AE-6C47-B052-07C99046227B}">
      <dgm:prSet/>
      <dgm:spPr/>
      <dgm:t>
        <a:bodyPr/>
        <a:lstStyle/>
        <a:p>
          <a:endParaRPr lang="en-GB"/>
        </a:p>
      </dgm:t>
    </dgm:pt>
    <dgm:pt modelId="{310BB9E9-2F8C-8242-868C-5FF788F579B9}" type="sibTrans" cxnId="{B7C3208E-20AE-6C47-B052-07C99046227B}">
      <dgm:prSet/>
      <dgm:spPr/>
      <dgm:t>
        <a:bodyPr/>
        <a:lstStyle/>
        <a:p>
          <a:endParaRPr lang="en-GB"/>
        </a:p>
      </dgm:t>
    </dgm:pt>
    <dgm:pt modelId="{FD141915-4B6F-3B4A-B3AF-64813FB3898C}" type="pres">
      <dgm:prSet presAssocID="{57C0F675-DED3-E741-B344-7C804639A536}" presName="Name0" presStyleCnt="0">
        <dgm:presLayoutVars>
          <dgm:dir/>
          <dgm:animLvl val="lvl"/>
          <dgm:resizeHandles val="exact"/>
        </dgm:presLayoutVars>
      </dgm:prSet>
      <dgm:spPr/>
    </dgm:pt>
    <dgm:pt modelId="{CD1215BA-2A0B-F144-A207-9F4D534AA11D}" type="pres">
      <dgm:prSet presAssocID="{AAAB8E2F-3D8E-8B4A-A9AB-BBB10180BF3C}" presName="composite" presStyleCnt="0"/>
      <dgm:spPr/>
    </dgm:pt>
    <dgm:pt modelId="{9FA3D487-BF37-F345-BA73-D903A74F0DC7}" type="pres">
      <dgm:prSet presAssocID="{AAAB8E2F-3D8E-8B4A-A9AB-BBB10180BF3C}" presName="parTx" presStyleLbl="alignNode1" presStyleIdx="0" presStyleCnt="2" custLinFactNeighborX="-1751" custLinFactNeighborY="2396">
        <dgm:presLayoutVars>
          <dgm:chMax val="0"/>
          <dgm:chPref val="0"/>
          <dgm:bulletEnabled val="1"/>
        </dgm:presLayoutVars>
      </dgm:prSet>
      <dgm:spPr/>
    </dgm:pt>
    <dgm:pt modelId="{F8C4F506-DD3E-5747-96D2-AAF83FF50075}" type="pres">
      <dgm:prSet presAssocID="{AAAB8E2F-3D8E-8B4A-A9AB-BBB10180BF3C}" presName="desTx" presStyleLbl="alignAccFollowNode1" presStyleIdx="0" presStyleCnt="2">
        <dgm:presLayoutVars>
          <dgm:bulletEnabled val="1"/>
        </dgm:presLayoutVars>
      </dgm:prSet>
      <dgm:spPr/>
    </dgm:pt>
    <dgm:pt modelId="{8B2957F2-A429-D14C-8F04-CD12508EE1BE}" type="pres">
      <dgm:prSet presAssocID="{B9FD000D-2715-5845-82B0-860A5CD595B7}" presName="space" presStyleCnt="0"/>
      <dgm:spPr/>
    </dgm:pt>
    <dgm:pt modelId="{969AE618-7222-1F48-A4DB-6DA7F45ABF13}" type="pres">
      <dgm:prSet presAssocID="{AA885DD4-25AC-4643-8222-F89F6E7D3CFB}" presName="composite" presStyleCnt="0"/>
      <dgm:spPr/>
    </dgm:pt>
    <dgm:pt modelId="{11845470-C99F-6149-B2E6-1C25D22287C7}" type="pres">
      <dgm:prSet presAssocID="{AA885DD4-25AC-4643-8222-F89F6E7D3CF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DD0900C-4DBE-624A-8292-2E2E85668483}" type="pres">
      <dgm:prSet presAssocID="{AA885DD4-25AC-4643-8222-F89F6E7D3CF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16CF00D-BDF8-4345-99FD-665678E48119}" srcId="{AAAB8E2F-3D8E-8B4A-A9AB-BBB10180BF3C}" destId="{078C7FB0-E829-2941-8ADB-97BB5130C6B3}" srcOrd="0" destOrd="0" parTransId="{401EFBEE-8254-9B46-BF43-73657F98F104}" sibTransId="{E306440A-9888-7F49-82E1-57C9CDDB1EB2}"/>
    <dgm:cxn modelId="{A462141C-A7F0-6B46-B7F8-217262F7790A}" srcId="{57C0F675-DED3-E741-B344-7C804639A536}" destId="{AAAB8E2F-3D8E-8B4A-A9AB-BBB10180BF3C}" srcOrd="0" destOrd="0" parTransId="{56CDF38D-B752-0747-BA82-51006B1A65FB}" sibTransId="{B9FD000D-2715-5845-82B0-860A5CD595B7}"/>
    <dgm:cxn modelId="{8DE6FE4C-D1AE-0549-856D-39B69778E06D}" type="presOf" srcId="{6A4BFEF1-746E-3045-86D2-4D896B373AF2}" destId="{9DD0900C-4DBE-624A-8292-2E2E85668483}" srcOrd="0" destOrd="0" presId="urn:microsoft.com/office/officeart/2005/8/layout/hList1"/>
    <dgm:cxn modelId="{C71FE64F-F577-094A-87C4-0D670954AAA5}" type="presOf" srcId="{57C0F675-DED3-E741-B344-7C804639A536}" destId="{FD141915-4B6F-3B4A-B3AF-64813FB3898C}" srcOrd="0" destOrd="0" presId="urn:microsoft.com/office/officeart/2005/8/layout/hList1"/>
    <dgm:cxn modelId="{C1053555-3FB7-4F46-969A-1B08609B8CD0}" type="presOf" srcId="{AA885DD4-25AC-4643-8222-F89F6E7D3CFB}" destId="{11845470-C99F-6149-B2E6-1C25D22287C7}" srcOrd="0" destOrd="0" presId="urn:microsoft.com/office/officeart/2005/8/layout/hList1"/>
    <dgm:cxn modelId="{7191DF82-EE96-A04E-B208-D712CA31A2D4}" type="presOf" srcId="{078C7FB0-E829-2941-8ADB-97BB5130C6B3}" destId="{F8C4F506-DD3E-5747-96D2-AAF83FF50075}" srcOrd="0" destOrd="0" presId="urn:microsoft.com/office/officeart/2005/8/layout/hList1"/>
    <dgm:cxn modelId="{B7C3208E-20AE-6C47-B052-07C99046227B}" srcId="{AA885DD4-25AC-4643-8222-F89F6E7D3CFB}" destId="{6A4BFEF1-746E-3045-86D2-4D896B373AF2}" srcOrd="0" destOrd="0" parTransId="{6B25BD85-CAF9-A84B-8965-284AB86AB183}" sibTransId="{310BB9E9-2F8C-8242-868C-5FF788F579B9}"/>
    <dgm:cxn modelId="{734E65BA-95EA-A247-8CFB-37954D753DF1}" srcId="{57C0F675-DED3-E741-B344-7C804639A536}" destId="{AA885DD4-25AC-4643-8222-F89F6E7D3CFB}" srcOrd="1" destOrd="0" parTransId="{5B65C692-F117-FC4D-B2B6-5C2E12D20A33}" sibTransId="{1EFEC52B-D14D-6B4F-99C1-DAC26313CF4C}"/>
    <dgm:cxn modelId="{808840FA-C950-DF4A-9735-BB7C4A87E1A9}" type="presOf" srcId="{AAAB8E2F-3D8E-8B4A-A9AB-BBB10180BF3C}" destId="{9FA3D487-BF37-F345-BA73-D903A74F0DC7}" srcOrd="0" destOrd="0" presId="urn:microsoft.com/office/officeart/2005/8/layout/hList1"/>
    <dgm:cxn modelId="{AAA2CB9B-02BE-284B-9056-D18AE1B3BFCC}" type="presParOf" srcId="{FD141915-4B6F-3B4A-B3AF-64813FB3898C}" destId="{CD1215BA-2A0B-F144-A207-9F4D534AA11D}" srcOrd="0" destOrd="0" presId="urn:microsoft.com/office/officeart/2005/8/layout/hList1"/>
    <dgm:cxn modelId="{6B242545-AF31-AA4F-B466-FD9C104BDF1E}" type="presParOf" srcId="{CD1215BA-2A0B-F144-A207-9F4D534AA11D}" destId="{9FA3D487-BF37-F345-BA73-D903A74F0DC7}" srcOrd="0" destOrd="0" presId="urn:microsoft.com/office/officeart/2005/8/layout/hList1"/>
    <dgm:cxn modelId="{5B858D7B-D0D6-E94B-A242-9E4D81E27C2A}" type="presParOf" srcId="{CD1215BA-2A0B-F144-A207-9F4D534AA11D}" destId="{F8C4F506-DD3E-5747-96D2-AAF83FF50075}" srcOrd="1" destOrd="0" presId="urn:microsoft.com/office/officeart/2005/8/layout/hList1"/>
    <dgm:cxn modelId="{913EE9E4-26A1-A34E-B9C6-C3481D7EA5FC}" type="presParOf" srcId="{FD141915-4B6F-3B4A-B3AF-64813FB3898C}" destId="{8B2957F2-A429-D14C-8F04-CD12508EE1BE}" srcOrd="1" destOrd="0" presId="urn:microsoft.com/office/officeart/2005/8/layout/hList1"/>
    <dgm:cxn modelId="{828E27A6-016E-5C48-BEE3-C41B5C7B08EE}" type="presParOf" srcId="{FD141915-4B6F-3B4A-B3AF-64813FB3898C}" destId="{969AE618-7222-1F48-A4DB-6DA7F45ABF13}" srcOrd="2" destOrd="0" presId="urn:microsoft.com/office/officeart/2005/8/layout/hList1"/>
    <dgm:cxn modelId="{1166EC0D-180F-5845-AA99-69C74F3F8F90}" type="presParOf" srcId="{969AE618-7222-1F48-A4DB-6DA7F45ABF13}" destId="{11845470-C99F-6149-B2E6-1C25D22287C7}" srcOrd="0" destOrd="0" presId="urn:microsoft.com/office/officeart/2005/8/layout/hList1"/>
    <dgm:cxn modelId="{322957C3-326A-2947-8E3D-816C3B124642}" type="presParOf" srcId="{969AE618-7222-1F48-A4DB-6DA7F45ABF13}" destId="{9DD0900C-4DBE-624A-8292-2E2E8566848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8D431-8DEC-ED48-856B-3B54249BD985}">
      <dsp:nvSpPr>
        <dsp:cNvPr id="0" name=""/>
        <dsp:cNvSpPr/>
      </dsp:nvSpPr>
      <dsp:spPr>
        <a:xfrm>
          <a:off x="0" y="2529815"/>
          <a:ext cx="3475740" cy="13932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Knowledge</a:t>
          </a:r>
        </a:p>
      </dsp:txBody>
      <dsp:txXfrm>
        <a:off x="40806" y="2570621"/>
        <a:ext cx="3394128" cy="1311616"/>
      </dsp:txXfrm>
    </dsp:sp>
    <dsp:sp modelId="{329A3252-4306-B84B-B6E9-95C778E6CBC4}">
      <dsp:nvSpPr>
        <dsp:cNvPr id="0" name=""/>
        <dsp:cNvSpPr/>
      </dsp:nvSpPr>
      <dsp:spPr>
        <a:xfrm rot="18317851">
          <a:off x="3151929" y="2581886"/>
          <a:ext cx="1534004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1534004" y="185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880581" y="2562080"/>
        <a:ext cx="76700" cy="76700"/>
      </dsp:txXfrm>
    </dsp:sp>
    <dsp:sp modelId="{CEF1CF7F-F274-7841-B827-BFB7EE85386C}">
      <dsp:nvSpPr>
        <dsp:cNvPr id="0" name=""/>
        <dsp:cNvSpPr/>
      </dsp:nvSpPr>
      <dsp:spPr>
        <a:xfrm>
          <a:off x="4362122" y="1234453"/>
          <a:ext cx="3488305" cy="14799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Scientific</a:t>
          </a:r>
        </a:p>
      </dsp:txBody>
      <dsp:txXfrm>
        <a:off x="4405469" y="1277800"/>
        <a:ext cx="3401611" cy="1393265"/>
      </dsp:txXfrm>
    </dsp:sp>
    <dsp:sp modelId="{8D21BC68-CDCB-1541-BE62-1EB39C9DD886}">
      <dsp:nvSpPr>
        <dsp:cNvPr id="0" name=""/>
        <dsp:cNvSpPr/>
      </dsp:nvSpPr>
      <dsp:spPr>
        <a:xfrm rot="18289469">
          <a:off x="7519280" y="1322131"/>
          <a:ext cx="1544042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1544042" y="185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252700" y="1302075"/>
        <a:ext cx="77202" cy="77202"/>
      </dsp:txXfrm>
    </dsp:sp>
    <dsp:sp modelId="{700B7D65-8195-F64B-A71D-DDB6E70ADABB}">
      <dsp:nvSpPr>
        <dsp:cNvPr id="0" name=""/>
        <dsp:cNvSpPr/>
      </dsp:nvSpPr>
      <dsp:spPr>
        <a:xfrm>
          <a:off x="8732176" y="155827"/>
          <a:ext cx="2204370" cy="1102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Measurable</a:t>
          </a:r>
        </a:p>
      </dsp:txBody>
      <dsp:txXfrm>
        <a:off x="8764458" y="188109"/>
        <a:ext cx="2139806" cy="1037621"/>
      </dsp:txXfrm>
    </dsp:sp>
    <dsp:sp modelId="{E46AD8BE-2D4A-8840-9AFA-26263A008162}">
      <dsp:nvSpPr>
        <dsp:cNvPr id="0" name=""/>
        <dsp:cNvSpPr/>
      </dsp:nvSpPr>
      <dsp:spPr>
        <a:xfrm>
          <a:off x="7850428" y="1955887"/>
          <a:ext cx="881748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881748" y="185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269258" y="1952388"/>
        <a:ext cx="44087" cy="44087"/>
      </dsp:txXfrm>
    </dsp:sp>
    <dsp:sp modelId="{D3783905-9640-3447-84CD-BE3E659AC1CB}">
      <dsp:nvSpPr>
        <dsp:cNvPr id="0" name=""/>
        <dsp:cNvSpPr/>
      </dsp:nvSpPr>
      <dsp:spPr>
        <a:xfrm>
          <a:off x="8732176" y="1423340"/>
          <a:ext cx="2204370" cy="1102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Testable</a:t>
          </a:r>
        </a:p>
      </dsp:txBody>
      <dsp:txXfrm>
        <a:off x="8764458" y="1455622"/>
        <a:ext cx="2139806" cy="1037621"/>
      </dsp:txXfrm>
    </dsp:sp>
    <dsp:sp modelId="{63E1761D-6923-0148-A7B2-1EDCFE90D84A}">
      <dsp:nvSpPr>
        <dsp:cNvPr id="0" name=""/>
        <dsp:cNvSpPr/>
      </dsp:nvSpPr>
      <dsp:spPr>
        <a:xfrm rot="3341634">
          <a:off x="7512198" y="2596124"/>
          <a:ext cx="1550139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1550139" y="185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248514" y="2575916"/>
        <a:ext cx="77506" cy="77506"/>
      </dsp:txXfrm>
    </dsp:sp>
    <dsp:sp modelId="{D40AEA34-BAD1-DB4A-BF7A-520DC66AF6E8}">
      <dsp:nvSpPr>
        <dsp:cNvPr id="0" name=""/>
        <dsp:cNvSpPr/>
      </dsp:nvSpPr>
      <dsp:spPr>
        <a:xfrm>
          <a:off x="8724108" y="2703814"/>
          <a:ext cx="2204370" cy="1102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Follows</a:t>
          </a:r>
          <a:r>
            <a:rPr lang="en-GB" sz="2300" b="1" kern="1200" baseline="0" dirty="0"/>
            <a:t> scientific method</a:t>
          </a:r>
          <a:endParaRPr lang="en-GB" sz="2300" b="1" kern="1200" dirty="0"/>
        </a:p>
      </dsp:txBody>
      <dsp:txXfrm>
        <a:off x="8756390" y="2736096"/>
        <a:ext cx="2139806" cy="1037621"/>
      </dsp:txXfrm>
    </dsp:sp>
    <dsp:sp modelId="{CD93C4D7-6BD5-C141-A6ED-E158EE3DA14E}">
      <dsp:nvSpPr>
        <dsp:cNvPr id="0" name=""/>
        <dsp:cNvSpPr/>
      </dsp:nvSpPr>
      <dsp:spPr>
        <a:xfrm rot="3321678">
          <a:off x="3139214" y="3849398"/>
          <a:ext cx="1559434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1559434" y="185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879945" y="3828958"/>
        <a:ext cx="77971" cy="77971"/>
      </dsp:txXfrm>
    </dsp:sp>
    <dsp:sp modelId="{58641658-1414-464D-8944-6E4A80F791CE}">
      <dsp:nvSpPr>
        <dsp:cNvPr id="0" name=""/>
        <dsp:cNvSpPr/>
      </dsp:nvSpPr>
      <dsp:spPr>
        <a:xfrm>
          <a:off x="4362122" y="3825750"/>
          <a:ext cx="3553378" cy="13674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Non-Scientific</a:t>
          </a:r>
        </a:p>
      </dsp:txBody>
      <dsp:txXfrm>
        <a:off x="4402172" y="3865800"/>
        <a:ext cx="3473278" cy="1287314"/>
      </dsp:txXfrm>
    </dsp:sp>
    <dsp:sp modelId="{8B25DF20-EB29-5D42-9283-954B7B3D28ED}">
      <dsp:nvSpPr>
        <dsp:cNvPr id="0" name=""/>
        <dsp:cNvSpPr/>
      </dsp:nvSpPr>
      <dsp:spPr>
        <a:xfrm>
          <a:off x="7915501" y="4490913"/>
          <a:ext cx="881748" cy="37089"/>
        </a:xfrm>
        <a:custGeom>
          <a:avLst/>
          <a:gdLst/>
          <a:ahLst/>
          <a:cxnLst/>
          <a:rect l="0" t="0" r="0" b="0"/>
          <a:pathLst>
            <a:path>
              <a:moveTo>
                <a:pt x="0" y="18544"/>
              </a:moveTo>
              <a:lnTo>
                <a:pt x="881748" y="185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334331" y="4487414"/>
        <a:ext cx="44087" cy="44087"/>
      </dsp:txXfrm>
    </dsp:sp>
    <dsp:sp modelId="{7418850F-C00E-D44F-8EB9-D73742CDDC78}">
      <dsp:nvSpPr>
        <dsp:cNvPr id="0" name=""/>
        <dsp:cNvSpPr/>
      </dsp:nvSpPr>
      <dsp:spPr>
        <a:xfrm>
          <a:off x="8797249" y="3958365"/>
          <a:ext cx="2204370" cy="11021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All other ways of knowing </a:t>
          </a:r>
        </a:p>
      </dsp:txBody>
      <dsp:txXfrm>
        <a:off x="8829531" y="3990647"/>
        <a:ext cx="2139806" cy="1037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8D431-8DEC-ED48-856B-3B54249BD985}">
      <dsp:nvSpPr>
        <dsp:cNvPr id="0" name=""/>
        <dsp:cNvSpPr/>
      </dsp:nvSpPr>
      <dsp:spPr>
        <a:xfrm>
          <a:off x="0" y="2701290"/>
          <a:ext cx="3707875" cy="14862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Knowledge</a:t>
          </a:r>
        </a:p>
      </dsp:txBody>
      <dsp:txXfrm>
        <a:off x="43532" y="2744822"/>
        <a:ext cx="3620811" cy="1399213"/>
      </dsp:txXfrm>
    </dsp:sp>
    <dsp:sp modelId="{329A3252-4306-B84B-B6E9-95C778E6CBC4}">
      <dsp:nvSpPr>
        <dsp:cNvPr id="0" name=""/>
        <dsp:cNvSpPr/>
      </dsp:nvSpPr>
      <dsp:spPr>
        <a:xfrm rot="19124499">
          <a:off x="3551454" y="3012353"/>
          <a:ext cx="1260158" cy="33134"/>
        </a:xfrm>
        <a:custGeom>
          <a:avLst/>
          <a:gdLst/>
          <a:ahLst/>
          <a:cxnLst/>
          <a:rect l="0" t="0" r="0" b="0"/>
          <a:pathLst>
            <a:path>
              <a:moveTo>
                <a:pt x="0" y="16567"/>
              </a:moveTo>
              <a:lnTo>
                <a:pt x="1260158" y="165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150029" y="2997416"/>
        <a:ext cx="63007" cy="63007"/>
      </dsp:txXfrm>
    </dsp:sp>
    <dsp:sp modelId="{CEF1CF7F-F274-7841-B827-BFB7EE85386C}">
      <dsp:nvSpPr>
        <dsp:cNvPr id="0" name=""/>
        <dsp:cNvSpPr/>
      </dsp:nvSpPr>
      <dsp:spPr>
        <a:xfrm>
          <a:off x="4655191" y="1824011"/>
          <a:ext cx="3721279" cy="15788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Scientific</a:t>
          </a:r>
          <a:endParaRPr lang="en-GB" sz="2200" kern="1200" dirty="0"/>
        </a:p>
      </dsp:txBody>
      <dsp:txXfrm>
        <a:off x="4701433" y="1870253"/>
        <a:ext cx="3628795" cy="1486317"/>
      </dsp:txXfrm>
    </dsp:sp>
    <dsp:sp modelId="{E46AD8BE-2D4A-8840-9AFA-26263A008162}">
      <dsp:nvSpPr>
        <dsp:cNvPr id="0" name=""/>
        <dsp:cNvSpPr/>
      </dsp:nvSpPr>
      <dsp:spPr>
        <a:xfrm rot="19457599">
          <a:off x="8267590" y="2258802"/>
          <a:ext cx="1158398" cy="33134"/>
        </a:xfrm>
        <a:custGeom>
          <a:avLst/>
          <a:gdLst/>
          <a:ahLst/>
          <a:cxnLst/>
          <a:rect l="0" t="0" r="0" b="0"/>
          <a:pathLst>
            <a:path>
              <a:moveTo>
                <a:pt x="0" y="16567"/>
              </a:moveTo>
              <a:lnTo>
                <a:pt x="1158398" y="1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817829" y="2246410"/>
        <a:ext cx="57919" cy="57919"/>
      </dsp:txXfrm>
    </dsp:sp>
    <dsp:sp modelId="{D3783905-9640-3447-84CD-BE3E659AC1CB}">
      <dsp:nvSpPr>
        <dsp:cNvPr id="0" name=""/>
        <dsp:cNvSpPr/>
      </dsp:nvSpPr>
      <dsp:spPr>
        <a:xfrm>
          <a:off x="9317108" y="1349430"/>
          <a:ext cx="2351593" cy="1175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Experimental research</a:t>
          </a:r>
        </a:p>
      </dsp:txBody>
      <dsp:txXfrm>
        <a:off x="9351546" y="1383868"/>
        <a:ext cx="2282717" cy="1106920"/>
      </dsp:txXfrm>
    </dsp:sp>
    <dsp:sp modelId="{FBB50877-49BE-0247-B52B-E0FBEFF66965}">
      <dsp:nvSpPr>
        <dsp:cNvPr id="0" name=""/>
        <dsp:cNvSpPr/>
      </dsp:nvSpPr>
      <dsp:spPr>
        <a:xfrm rot="2142401">
          <a:off x="8267590" y="2934886"/>
          <a:ext cx="1158398" cy="33134"/>
        </a:xfrm>
        <a:custGeom>
          <a:avLst/>
          <a:gdLst/>
          <a:ahLst/>
          <a:cxnLst/>
          <a:rect l="0" t="0" r="0" b="0"/>
          <a:pathLst>
            <a:path>
              <a:moveTo>
                <a:pt x="0" y="16567"/>
              </a:moveTo>
              <a:lnTo>
                <a:pt x="1158398" y="165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8817829" y="2922493"/>
        <a:ext cx="57919" cy="57919"/>
      </dsp:txXfrm>
    </dsp:sp>
    <dsp:sp modelId="{9F6871E7-A4E6-6E4F-8DA3-C7E9FD4B6CF8}">
      <dsp:nvSpPr>
        <dsp:cNvPr id="0" name=""/>
        <dsp:cNvSpPr/>
      </dsp:nvSpPr>
      <dsp:spPr>
        <a:xfrm>
          <a:off x="9317108" y="2701596"/>
          <a:ext cx="2351593" cy="1175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Non-experimental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research</a:t>
          </a:r>
        </a:p>
      </dsp:txBody>
      <dsp:txXfrm>
        <a:off x="9351546" y="2736034"/>
        <a:ext cx="2282717" cy="1106920"/>
      </dsp:txXfrm>
    </dsp:sp>
    <dsp:sp modelId="{CD93C4D7-6BD5-C141-A6ED-E158EE3DA14E}">
      <dsp:nvSpPr>
        <dsp:cNvPr id="0" name=""/>
        <dsp:cNvSpPr/>
      </dsp:nvSpPr>
      <dsp:spPr>
        <a:xfrm rot="2542226">
          <a:off x="3540418" y="3859923"/>
          <a:ext cx="1282230" cy="33134"/>
        </a:xfrm>
        <a:custGeom>
          <a:avLst/>
          <a:gdLst/>
          <a:ahLst/>
          <a:cxnLst/>
          <a:rect l="0" t="0" r="0" b="0"/>
          <a:pathLst>
            <a:path>
              <a:moveTo>
                <a:pt x="0" y="16567"/>
              </a:moveTo>
              <a:lnTo>
                <a:pt x="1282230" y="165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149477" y="3844435"/>
        <a:ext cx="64111" cy="64111"/>
      </dsp:txXfrm>
    </dsp:sp>
    <dsp:sp modelId="{58641658-1414-464D-8944-6E4A80F791CE}">
      <dsp:nvSpPr>
        <dsp:cNvPr id="0" name=""/>
        <dsp:cNvSpPr/>
      </dsp:nvSpPr>
      <dsp:spPr>
        <a:xfrm>
          <a:off x="4655191" y="3579182"/>
          <a:ext cx="3790698" cy="14587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Non-Scientific</a:t>
          </a:r>
        </a:p>
      </dsp:txBody>
      <dsp:txXfrm>
        <a:off x="4697916" y="3621907"/>
        <a:ext cx="3705248" cy="1373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B6D63F-954A-4140-91D3-F08C69820728}">
      <dsp:nvSpPr>
        <dsp:cNvPr id="0" name=""/>
        <dsp:cNvSpPr/>
      </dsp:nvSpPr>
      <dsp:spPr>
        <a:xfrm>
          <a:off x="707734" y="2235"/>
          <a:ext cx="3004939" cy="1502469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Experimental</a:t>
          </a:r>
        </a:p>
      </dsp:txBody>
      <dsp:txXfrm>
        <a:off x="751740" y="46241"/>
        <a:ext cx="2916927" cy="1414457"/>
      </dsp:txXfrm>
    </dsp:sp>
    <dsp:sp modelId="{975361D9-FC96-6947-BB00-91379A4126A5}">
      <dsp:nvSpPr>
        <dsp:cNvPr id="0" name=""/>
        <dsp:cNvSpPr/>
      </dsp:nvSpPr>
      <dsp:spPr>
        <a:xfrm>
          <a:off x="1008228" y="1504705"/>
          <a:ext cx="300493" cy="1126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852"/>
              </a:lnTo>
              <a:lnTo>
                <a:pt x="300493" y="1126852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7249AF-A86D-6743-AF3D-94578210255E}">
      <dsp:nvSpPr>
        <dsp:cNvPr id="0" name=""/>
        <dsp:cNvSpPr/>
      </dsp:nvSpPr>
      <dsp:spPr>
        <a:xfrm>
          <a:off x="1308722" y="1880322"/>
          <a:ext cx="3099294" cy="15024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Manipulation of IV, Measuring DV  =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Cause and Effect</a:t>
          </a:r>
        </a:p>
      </dsp:txBody>
      <dsp:txXfrm>
        <a:off x="1352728" y="1924328"/>
        <a:ext cx="3011282" cy="1414457"/>
      </dsp:txXfrm>
    </dsp:sp>
    <dsp:sp modelId="{8987A86D-3418-9748-8B7B-80957521F56C}">
      <dsp:nvSpPr>
        <dsp:cNvPr id="0" name=""/>
        <dsp:cNvSpPr/>
      </dsp:nvSpPr>
      <dsp:spPr>
        <a:xfrm>
          <a:off x="1008228" y="1504705"/>
          <a:ext cx="300493" cy="3004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04939"/>
              </a:lnTo>
              <a:lnTo>
                <a:pt x="300493" y="3004939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BF09D-712A-B746-B173-D458530EE60F}">
      <dsp:nvSpPr>
        <dsp:cNvPr id="0" name=""/>
        <dsp:cNvSpPr/>
      </dsp:nvSpPr>
      <dsp:spPr>
        <a:xfrm>
          <a:off x="1308722" y="3758409"/>
          <a:ext cx="2987414" cy="15024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Control of as many extraneous variables =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High Reliability, Lower validity </a:t>
          </a:r>
        </a:p>
      </dsp:txBody>
      <dsp:txXfrm>
        <a:off x="1352728" y="3802415"/>
        <a:ext cx="2899402" cy="1414457"/>
      </dsp:txXfrm>
    </dsp:sp>
    <dsp:sp modelId="{A8E5F9FC-FFC8-E648-9AFB-06391300EF8B}">
      <dsp:nvSpPr>
        <dsp:cNvPr id="0" name=""/>
        <dsp:cNvSpPr/>
      </dsp:nvSpPr>
      <dsp:spPr>
        <a:xfrm>
          <a:off x="4558263" y="2235"/>
          <a:ext cx="3004939" cy="1502469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Non-experimental</a:t>
          </a:r>
        </a:p>
      </dsp:txBody>
      <dsp:txXfrm>
        <a:off x="4602269" y="46241"/>
        <a:ext cx="2916927" cy="1414457"/>
      </dsp:txXfrm>
    </dsp:sp>
    <dsp:sp modelId="{1F7EFFDA-833D-7349-9E6C-3DB7507D8508}">
      <dsp:nvSpPr>
        <dsp:cNvPr id="0" name=""/>
        <dsp:cNvSpPr/>
      </dsp:nvSpPr>
      <dsp:spPr>
        <a:xfrm>
          <a:off x="4858757" y="1504705"/>
          <a:ext cx="300493" cy="11268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852"/>
              </a:lnTo>
              <a:lnTo>
                <a:pt x="300493" y="1126852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C61E7F-39D4-DD47-8BDC-163D1E2B7E67}">
      <dsp:nvSpPr>
        <dsp:cNvPr id="0" name=""/>
        <dsp:cNvSpPr/>
      </dsp:nvSpPr>
      <dsp:spPr>
        <a:xfrm>
          <a:off x="5159251" y="1880322"/>
          <a:ext cx="3514288" cy="15024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manipulation of IV =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Correlation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Looks at relationship between behavioral variables</a:t>
          </a:r>
        </a:p>
      </dsp:txBody>
      <dsp:txXfrm>
        <a:off x="5203257" y="1924328"/>
        <a:ext cx="3426276" cy="1414457"/>
      </dsp:txXfrm>
    </dsp:sp>
    <dsp:sp modelId="{CF21EFDD-A628-2B45-B249-C15B506FF69A}">
      <dsp:nvSpPr>
        <dsp:cNvPr id="0" name=""/>
        <dsp:cNvSpPr/>
      </dsp:nvSpPr>
      <dsp:spPr>
        <a:xfrm>
          <a:off x="4858757" y="1504705"/>
          <a:ext cx="300493" cy="3004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04939"/>
              </a:lnTo>
              <a:lnTo>
                <a:pt x="300493" y="3004939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698540-DD4B-834E-B3F8-BFA765A695FE}">
      <dsp:nvSpPr>
        <dsp:cNvPr id="0" name=""/>
        <dsp:cNvSpPr/>
      </dsp:nvSpPr>
      <dsp:spPr>
        <a:xfrm>
          <a:off x="5159251" y="3758409"/>
          <a:ext cx="3476306" cy="15024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Usually takes place in natural setting with low control over extraneous variables =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Low reliability, Higher Validity</a:t>
          </a:r>
        </a:p>
      </dsp:txBody>
      <dsp:txXfrm>
        <a:off x="5203257" y="3802415"/>
        <a:ext cx="3388294" cy="14144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3D487-BF37-F345-BA73-D903A74F0DC7}">
      <dsp:nvSpPr>
        <dsp:cNvPr id="0" name=""/>
        <dsp:cNvSpPr/>
      </dsp:nvSpPr>
      <dsp:spPr>
        <a:xfrm>
          <a:off x="0" y="131118"/>
          <a:ext cx="3907378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	</a:t>
          </a:r>
          <a:r>
            <a:rPr lang="en-GB" sz="2500" b="1" kern="1200" dirty="0">
              <a:solidFill>
                <a:schemeClr val="tx1"/>
              </a:solidFill>
            </a:rPr>
            <a:t>Subjective</a:t>
          </a:r>
        </a:p>
      </dsp:txBody>
      <dsp:txXfrm>
        <a:off x="0" y="131118"/>
        <a:ext cx="3907378" cy="720000"/>
      </dsp:txXfrm>
    </dsp:sp>
    <dsp:sp modelId="{F8C4F506-DD3E-5747-96D2-AAF83FF50075}">
      <dsp:nvSpPr>
        <dsp:cNvPr id="0" name=""/>
        <dsp:cNvSpPr/>
      </dsp:nvSpPr>
      <dsp:spPr>
        <a:xfrm>
          <a:off x="40" y="833867"/>
          <a:ext cx="3907378" cy="2856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500" b="0" i="0" kern="1200" dirty="0"/>
            <a:t>information from the </a:t>
          </a:r>
          <a:r>
            <a:rPr lang="en-AU" sz="2500" b="1" i="0" kern="1200" dirty="0"/>
            <a:t>subjects point of view </a:t>
          </a:r>
          <a:r>
            <a:rPr lang="en-AU" sz="2500" b="0" i="0" kern="1200" dirty="0"/>
            <a:t>including feelings, perceptions, and concerns obtained through interviews.</a:t>
          </a:r>
          <a:endParaRPr lang="en-GB" sz="2500" kern="1200" dirty="0"/>
        </a:p>
      </dsp:txBody>
      <dsp:txXfrm>
        <a:off x="40" y="833867"/>
        <a:ext cx="3907378" cy="2856515"/>
      </dsp:txXfrm>
    </dsp:sp>
    <dsp:sp modelId="{11845470-C99F-6149-B2E6-1C25D22287C7}">
      <dsp:nvSpPr>
        <dsp:cNvPr id="0" name=""/>
        <dsp:cNvSpPr/>
      </dsp:nvSpPr>
      <dsp:spPr>
        <a:xfrm>
          <a:off x="4454452" y="113867"/>
          <a:ext cx="3907378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>
              <a:solidFill>
                <a:schemeClr val="tx1"/>
              </a:solidFill>
            </a:rPr>
            <a:t>Objective</a:t>
          </a:r>
        </a:p>
      </dsp:txBody>
      <dsp:txXfrm>
        <a:off x="4454452" y="113867"/>
        <a:ext cx="3907378" cy="720000"/>
      </dsp:txXfrm>
    </dsp:sp>
    <dsp:sp modelId="{9DD0900C-4DBE-624A-8292-2E2E85668483}">
      <dsp:nvSpPr>
        <dsp:cNvPr id="0" name=""/>
        <dsp:cNvSpPr/>
      </dsp:nvSpPr>
      <dsp:spPr>
        <a:xfrm>
          <a:off x="4454452" y="833867"/>
          <a:ext cx="3907378" cy="2856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500" b="1" i="0" kern="1200" dirty="0"/>
            <a:t>observable and measurable </a:t>
          </a:r>
          <a:r>
            <a:rPr lang="en-AU" sz="2500" b="0" i="0" kern="1200" dirty="0"/>
            <a:t>data obtained through observation, physical examination, and laboratory and diagnostic testing.</a:t>
          </a:r>
          <a:endParaRPr lang="en-GB" sz="2500" kern="1200" dirty="0"/>
        </a:p>
      </dsp:txBody>
      <dsp:txXfrm>
        <a:off x="4454452" y="833867"/>
        <a:ext cx="3907378" cy="2856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CA23C-C225-422C-ABE0-94B7E573F19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714EE-D580-4FDB-BA78-2D340A2E25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37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it out and highlight and annotate the  IV, DV, how the DV is measured, sample, control group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12217A-2D24-5648-A82B-516ABC2E0F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781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639E4-F346-4A41-8DBB-4B2A17309E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97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639E4-F346-4A41-8DBB-4B2A17309E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22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80629D-36E4-2C4B-A1FB-3BFC8170E6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294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639E4-F346-4A41-8DBB-4B2A17309E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30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99A2-D12E-4BC7-8168-060629A32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6C404-2445-4BF3-B1BE-B686E0085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3454-C2A3-41C7-96ED-72B5AD05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6C33-C030-4B3A-93E1-4BBAA2AA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D7EA4-A67F-4445-8524-5900BC80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351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0FDB-B18B-4D21-9283-B8C63865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6B494-3D4B-4D01-A28F-BD3DBF7C5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CE3E-5B99-41E7-8154-D3FCB769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5DDA-C51C-4540-83FB-29532EEC8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5625-FC94-4AF2-90FD-200EC890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30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BD363-0491-43B0-98E6-42A25693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BA556-AC88-4911-BFDA-545F529F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DB7F-B161-453B-8DA2-D412E628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FBB64-B702-433B-B3D6-AFA531C8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3B280-128D-418C-887F-9C46A5E2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08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BA18-8734-4FE7-AEF7-2741B9F0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D326D-2F00-438B-A7AB-0A9F5541C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C7031-D349-4867-815C-812A455CC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245C3-EEAB-4008-B787-9FD36EB0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CA624-29CE-46DC-BA1B-65E667A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68AC1-D9B2-475E-9B5A-DFB72B75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58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4CB9-A530-4B23-85B4-FB488770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C3CCC-252D-4651-B632-46917016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22268-1B9F-4DF7-97B0-52FC5382D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CFD43-1AD9-4F7C-8B77-C79A8FA2B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518AD-6C41-42BB-8C73-0D956C2F4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7A300-0B02-48A1-B9E7-3DE6689C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DFDD1-5D49-4029-BEB8-02CF0333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822D9-6BFF-4C14-8FF5-C813C3E9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542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22AC-9A8D-4DD4-A876-C308763E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11C4A-363D-438A-9BDE-A554CA60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A2461-CA2B-46A0-A1F8-DCD2FCBE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7044A-9EE5-4D42-90A8-F5C45193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146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D1C9C-A723-4005-AB06-98274EAC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C3564-9E58-4415-897C-BE4C1E7F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F2BA2-35BA-4397-B7F9-DC13F9B5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93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9FF1-DBD0-4AD0-91B7-A434EBD4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C377-7C7E-4C70-A1EE-C4201E0B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7787C-CCCD-4F64-BC9A-EF2894AEC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8E497-8E17-4691-9C3A-B997439E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DEC86-3775-4643-8C54-D2DD9694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F3384-83E8-4349-A40E-7B23EC31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F5F9-4580-4763-874A-EC4A0DC8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06F7F-FD1D-4AED-8429-AD9B3F226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7ABAF-2EDC-43A7-8617-D102747C1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278C2-D7DC-4508-B20B-E33D2865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E4A4E-89D6-4DBD-AE6C-B049A26A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4F4FA-32F7-4808-B794-B1DE837C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48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17DA-D0B8-4DAE-BCF0-439B936E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A2595-C43B-41D4-A781-543C71901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22C0-427D-4315-9EF2-AEA9B9B5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9511E-403E-4616-96B5-E9FA5FC9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B0D6B-4913-4ECE-B2A0-4A0C8C2B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53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C9C6E-7287-4617-84F5-7BAA5FFD7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E0A8A-8FCD-40A8-A81E-1FF399F79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A8D54-1155-4EC4-9C3F-1513D038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30CF8-63BE-4267-8123-B3A7A888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45CE5-348A-4773-87D0-C4BDEF9A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401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14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77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53505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9895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95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3839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98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7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4358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3570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2823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774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426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17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56241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9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995381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35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47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73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667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81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788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906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370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843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106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466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15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76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36F1-6F0E-C44F-BE1A-4E7496685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0A7CC-69A9-444F-BD89-D867383CB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3F3DB-7C27-6645-9622-DDAB39E4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7A7FC-53C0-BE42-9F7F-46ECF039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7C003-3445-AA40-85D3-4E81804B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0359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441B-2B6B-9E45-B07D-D1D4B5C6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5461E-A26D-E549-ADFE-4DCB4A48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99AB0-F7BA-9747-828D-E08FDB42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4B971-79EA-AE48-A0B3-7F6635E3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4E4C8-640A-9042-BD93-37F16EA5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2674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B860-719A-B743-ACF0-9A7C49E9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6BBC5-969A-F747-B578-625F441D1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7D799-6D3C-4E41-BAD2-6E03B2D9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18960-AD05-0741-89B6-605E3AD1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3776F-F504-3E44-9DCE-1E7D7A2F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884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32B0-7316-CC48-994E-D4502950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CC6C-A074-6546-B8CA-FB9483BF9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A2435-3E0D-4342-B7CA-4C806EAD4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C6919-F132-5846-A214-9AC5321C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C650E-0BBD-524F-874E-9DD7FEC9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75665-EB74-F54C-BB6B-DA916BFA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3056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CB04-AC6F-E746-B9EC-87E6FC56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880A5-8FB0-F644-B0A2-9684913FB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8A690-F901-AD41-BC99-851A44C51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264C19-BAFB-554B-BC43-3C6A0CD19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31C5B-CEF8-094B-9563-3F80A39F1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CB2F6-466E-F547-BB9F-D213CB88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DCE77-4AA8-9A46-9049-A219AAC6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EFD7F-A833-4F47-8CCB-6ADF4EC4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524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58FB-CAD3-3445-94AD-2BF7F24C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C5A08-A256-D64D-8E2D-4159EED2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7CFEE-4D48-934B-9DB7-8B333A6A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B22BC-B2E6-6344-A0E3-58586DC0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6483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F130F-354B-C54B-8B83-8F369799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74F77-47A2-8B48-AB52-A4CCA3A9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6D20B-7C47-5045-B5AF-0759EA23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4236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95BB-F379-234E-989D-697944A8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1B05E-2517-2646-9724-DBBFC5CC2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2A337-FECE-924B-92DB-850E78438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B811-2A0A-BF4D-9BF8-685C2FEA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D3579-C46F-774B-BA65-ECA4830F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ABF77-AEB5-BF49-BC45-B43FDF53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8270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3BC2-7664-EB42-AAAB-1B2B123C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1EB65-D77B-CD4E-9D1B-91E58F520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D0E75-1CEE-B045-8ACE-CF72185FD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156E3-3F78-7144-81FC-6B3E764F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DD0E2-AA46-954F-A52D-E6768588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944A5-218A-064E-9470-A70E450D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120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38D8-4478-7F4F-8B7C-FAB9F826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A16CA-083F-D440-A70C-EFCA9BBA8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60DA0-0732-4342-8D60-7745F561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3D084-B12A-ED4C-82BC-3D87DE1A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43117-5B70-B746-9A31-EFD6E768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9076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C3098-27E2-D448-9487-7E2178B82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8A448-7D50-0A42-B8CB-A8C094054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BD34-131B-F349-9DF7-33B158FF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05245-BACF-ED40-8257-E511A135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9348D-3CEF-8C4C-B05F-05C1290E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78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E38DC-2BD2-4FDB-BE10-8241888F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C5C05-17BC-4507-8857-68EFD83B7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F253B-53C9-4103-8AF5-8D5390E0F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E3FC0-2C0C-439B-B702-76C505380F70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A9776-4C9C-4273-9365-EA2A6C10C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CE4F-72EE-42C7-99B2-E23F8C25A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D7CB7-4494-4CCC-99BD-9DA7F534B2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18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CD562F1-5663-EA4B-B555-9083F1CF691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E33E7E94-5015-F24B-8185-49CB98D72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9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9AF9964-63A5-5648-A719-C06406942ED9}" type="datetimeFigureOut">
              <a:rPr lang="en-US" smtClean="0"/>
              <a:t>5/12/21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6D840C1-96F3-7746-847E-3B64A81D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6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A783-D098-124E-BA1E-D3F63FA8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47579-5AE1-D74A-BE0E-12D9D75CC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C353-E1F0-8C4A-A51E-D2404EE56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5A4B1-1A39-F14A-BC3A-02C1B333BD1D}" type="datetimeFigureOut">
              <a:rPr lang="en-AU" smtClean="0"/>
              <a:t>12/5/21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B779E-52E1-FA4B-A825-B27CFBBCF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48D1-1A0E-8543-8D5E-D5005F47B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9D9EB-FC11-1C44-8E0C-DC12A13F79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11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D576F-1C4D-4EDB-90C2-0FB68074D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en-AU" sz="5600" dirty="0"/>
              <a:t>Writing an Operationalised hypothesis and differentiating between research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E6FE2-9F99-46A8-BA10-8A67334D6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5262" y="1845264"/>
            <a:ext cx="3776738" cy="4221454"/>
          </a:xfrm>
        </p:spPr>
        <p:txBody>
          <a:bodyPr anchor="ctr">
            <a:normAutofit/>
          </a:bodyPr>
          <a:lstStyle/>
          <a:p>
            <a:pPr algn="l"/>
            <a:r>
              <a:rPr lang="en-AU" sz="3000" b="1" dirty="0"/>
              <a:t>Learning Intentions</a:t>
            </a:r>
          </a:p>
          <a:p>
            <a:pPr algn="l"/>
            <a:endParaRPr lang="en-AU" sz="2200" dirty="0"/>
          </a:p>
          <a:p>
            <a:pPr marL="457200" indent="-457200" algn="l">
              <a:buFont typeface="+mj-lt"/>
              <a:buAutoNum type="arabicPeriod"/>
            </a:pPr>
            <a:r>
              <a:rPr lang="en-AU" sz="2200" dirty="0"/>
              <a:t>I will be able to write an operationalised hypothesis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AU" sz="2200" dirty="0"/>
              <a:t>I will be able to tell the difference between:</a:t>
            </a:r>
          </a:p>
          <a:p>
            <a:pPr algn="l"/>
            <a:r>
              <a:rPr lang="en-AU" sz="2200" dirty="0"/>
              <a:t>Scientific v Non-Scientific</a:t>
            </a:r>
          </a:p>
          <a:p>
            <a:pPr algn="l"/>
            <a:r>
              <a:rPr lang="en-AU" sz="2200" dirty="0"/>
              <a:t>Experimental v Non-Experimental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5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162B2-66AA-4041-A0B6-B0555792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Quick Fire Quiz!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C3A02-EBB7-4A44-B3B4-EB5B850F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57" y="2665179"/>
            <a:ext cx="5097780" cy="391061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Partner up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Take it in turns to ask and answer the questions to the right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If you are asking the questions, feel free to give the person clues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If you are answering try at first to not use your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28BFF-7AF9-447C-A08C-091D0B5CF448}"/>
              </a:ext>
            </a:extLst>
          </p:cNvPr>
          <p:cNvSpPr txBox="1"/>
          <p:nvPr/>
        </p:nvSpPr>
        <p:spPr>
          <a:xfrm>
            <a:off x="6256019" y="330740"/>
            <a:ext cx="5786824" cy="6391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In what type of research is an IV and DV used?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Which variable is changed and manipulated by the researcher?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Which variable is measured by the researcher?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What is </a:t>
            </a:r>
            <a:r>
              <a:rPr lang="en-US" sz="2800" dirty="0" err="1">
                <a:solidFill>
                  <a:srgbClr val="FFFFFF"/>
                </a:solidFill>
              </a:rPr>
              <a:t>th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ename</a:t>
            </a:r>
            <a:r>
              <a:rPr lang="en-US" sz="2800" dirty="0">
                <a:solidFill>
                  <a:srgbClr val="FFFFFF"/>
                </a:solidFill>
              </a:rPr>
              <a:t> of ANY variable why may impact the results of a study?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What does the term </a:t>
            </a:r>
            <a:r>
              <a:rPr lang="en-US" sz="2800" dirty="0" err="1">
                <a:solidFill>
                  <a:srgbClr val="FFFFFF"/>
                </a:solidFill>
              </a:rPr>
              <a:t>operationalise</a:t>
            </a:r>
            <a:r>
              <a:rPr lang="en-US" sz="2800" dirty="0">
                <a:solidFill>
                  <a:srgbClr val="FFFFFF"/>
                </a:solidFill>
              </a:rPr>
              <a:t> mean?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What is the minimum amount of conditions / groups that an experiment needs?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What is the name of the condition / group that receives the IV?</a:t>
            </a: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FFFFFF"/>
                </a:solidFill>
              </a:rPr>
              <a:t>What is the name of the condition / group that does not receive the IV?</a:t>
            </a:r>
          </a:p>
        </p:txBody>
      </p:sp>
    </p:spTree>
    <p:extLst>
      <p:ext uri="{BB962C8B-B14F-4D97-AF65-F5344CB8AC3E}">
        <p14:creationId xmlns:p14="http://schemas.microsoft.com/office/powerpoint/2010/main" val="1783001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AC3ED-3BAC-434E-9E8B-B9AF74E2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AU" sz="5400" b="1" u="sng" dirty="0"/>
              <a:t>Recap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BAF7-B145-42EB-B563-719B2F7C4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200" dirty="0"/>
              <a:t>IV and DV are used to show cause and effect. They are used in experimental research</a:t>
            </a:r>
          </a:p>
          <a:p>
            <a:pPr marL="0" indent="0">
              <a:buNone/>
            </a:pPr>
            <a:r>
              <a:rPr lang="en-AU" sz="2200" dirty="0"/>
              <a:t>Independent Variable (IV) – changed / manipulated by researcher</a:t>
            </a:r>
          </a:p>
          <a:p>
            <a:pPr marL="0" indent="0">
              <a:buNone/>
            </a:pPr>
            <a:r>
              <a:rPr lang="en-AU" sz="2200" dirty="0"/>
              <a:t>Dependant Variable (DV) - measured by researcher</a:t>
            </a:r>
          </a:p>
          <a:p>
            <a:pPr marL="0" indent="0">
              <a:buNone/>
            </a:pPr>
            <a:r>
              <a:rPr lang="en-AU" sz="2200" dirty="0"/>
              <a:t>Extraneous Variable (EV) – may impact DV of experiment</a:t>
            </a:r>
          </a:p>
          <a:p>
            <a:pPr marL="0" indent="0">
              <a:buNone/>
            </a:pPr>
            <a:r>
              <a:rPr lang="en-AU" sz="2200" dirty="0"/>
              <a:t>Operationalise – to make a variable testable and measurable</a:t>
            </a:r>
          </a:p>
          <a:p>
            <a:pPr marL="0" indent="0">
              <a:buNone/>
            </a:pPr>
            <a:r>
              <a:rPr lang="en-AU" sz="2200" dirty="0"/>
              <a:t>An experiment has at least 2 conditions – </a:t>
            </a:r>
          </a:p>
          <a:p>
            <a:pPr marL="0" indent="0">
              <a:buNone/>
            </a:pPr>
            <a:r>
              <a:rPr lang="en-AU" sz="2200" dirty="0"/>
              <a:t>Experimental condition – participants receive IV</a:t>
            </a:r>
          </a:p>
          <a:p>
            <a:pPr marL="0" indent="0">
              <a:buNone/>
            </a:pPr>
            <a:r>
              <a:rPr lang="en-AU" sz="2200" dirty="0"/>
              <a:t>Control condition/group – participants do not receive IV </a:t>
            </a:r>
          </a:p>
        </p:txBody>
      </p:sp>
    </p:spTree>
    <p:extLst>
      <p:ext uri="{BB962C8B-B14F-4D97-AF65-F5344CB8AC3E}">
        <p14:creationId xmlns:p14="http://schemas.microsoft.com/office/powerpoint/2010/main" val="128816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AC5D-B42F-A043-AF8C-688B19066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4" y="200025"/>
            <a:ext cx="8677836" cy="1143000"/>
          </a:xfrm>
        </p:spPr>
        <p:txBody>
          <a:bodyPr/>
          <a:lstStyle/>
          <a:p>
            <a:r>
              <a:rPr lang="en-US" dirty="0"/>
              <a:t>Operationalizing hypothesis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8EF38-4804-5A4E-BA4B-F889406C0246}"/>
              </a:ext>
            </a:extLst>
          </p:cNvPr>
          <p:cNvSpPr txBox="1"/>
          <p:nvPr/>
        </p:nvSpPr>
        <p:spPr>
          <a:xfrm>
            <a:off x="1062901" y="1446672"/>
            <a:ext cx="9857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Both IV and DV must be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operationalised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being given specific or measurable values.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9C904-0267-094E-B35C-96C2F1E9E2E0}"/>
              </a:ext>
            </a:extLst>
          </p:cNvPr>
          <p:cNvSpPr txBox="1"/>
          <p:nvPr/>
        </p:nvSpPr>
        <p:spPr>
          <a:xfrm>
            <a:off x="2088021" y="2535835"/>
            <a:ext cx="7806945" cy="2523768"/>
          </a:xfrm>
          <a:prstGeom prst="rect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Operationalised hypothesis recipe: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hypothesized that;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 + IV + DV + How DV is measured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Compared to Control group (no IV)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E300E-7A17-AA4B-BE6E-74CB973BF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310" y="4761310"/>
            <a:ext cx="2096690" cy="2096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CF3E7-03EC-47BB-9115-F8760806653D}"/>
              </a:ext>
            </a:extLst>
          </p:cNvPr>
          <p:cNvSpPr txBox="1"/>
          <p:nvPr/>
        </p:nvSpPr>
        <p:spPr>
          <a:xfrm>
            <a:off x="238124" y="5340485"/>
            <a:ext cx="7806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New Vocabulary!</a:t>
            </a:r>
          </a:p>
          <a:p>
            <a:r>
              <a:rPr lang="en-AU" dirty="0"/>
              <a:t>Population: AKA Target population is the section of individuals from the wider population that the researchers are interested in collecting data on.</a:t>
            </a:r>
          </a:p>
          <a:p>
            <a:r>
              <a:rPr lang="en-AU" dirty="0"/>
              <a:t>e.g. teenage boys between 13- 19 or FIFO workers or women between the ages of 30 – 45 years old</a:t>
            </a:r>
          </a:p>
        </p:txBody>
      </p:sp>
    </p:spTree>
    <p:extLst>
      <p:ext uri="{BB962C8B-B14F-4D97-AF65-F5344CB8AC3E}">
        <p14:creationId xmlns:p14="http://schemas.microsoft.com/office/powerpoint/2010/main" val="161681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6DAD4-4101-CB47-95D7-3A270636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636936"/>
            <a:ext cx="43325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Good Operational Hypothesis example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C817-E8B9-844E-A580-F7BA3E8A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63507"/>
            <a:ext cx="6693439" cy="34125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dirty="0"/>
              <a:t>It is hypothesized that Victorian drivers aged 18 – 25 who have smoked marijuana (smoking one joint containing 500 milligrams of marijuana 20 minutes before taking a driving test) will perform worse on a driving test as measured by the % score on the VIC roads “Are you Road Ready?” driving simulator compared to participant's who have not smoked marijuana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104B0-4EF9-354B-8F73-784DAF72BF42}"/>
              </a:ext>
            </a:extLst>
          </p:cNvPr>
          <p:cNvSpPr txBox="1"/>
          <p:nvPr/>
        </p:nvSpPr>
        <p:spPr>
          <a:xfrm>
            <a:off x="5102860" y="4233332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Write this in your notes and highlight the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population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IV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the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DV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control group</a:t>
            </a:r>
          </a:p>
        </p:txBody>
      </p:sp>
    </p:spTree>
    <p:extLst>
      <p:ext uri="{BB962C8B-B14F-4D97-AF65-F5344CB8AC3E}">
        <p14:creationId xmlns:p14="http://schemas.microsoft.com/office/powerpoint/2010/main" val="201836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3984-E1F5-B84C-96B5-C6760775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TASK: Practice making operationalized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59283-2656-E346-9D54-3A458278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209801"/>
            <a:ext cx="10139681" cy="391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Write 3 x operationalised hypotheses in your book</a:t>
            </a:r>
          </a:p>
          <a:p>
            <a:pPr marL="0" indent="0">
              <a:buNone/>
            </a:pPr>
            <a:endParaRPr lang="en-US" sz="2800" dirty="0"/>
          </a:p>
          <a:p>
            <a:pPr marL="457200" indent="-457200">
              <a:buAutoNum type="arabicParenR"/>
            </a:pPr>
            <a:r>
              <a:rPr lang="en-US" sz="2800" dirty="0"/>
              <a:t>Caffeine (IV), Sports performance (DV), Year 7’s (</a:t>
            </a:r>
            <a:r>
              <a:rPr lang="en-US" dirty="0"/>
              <a:t>Population</a:t>
            </a:r>
            <a:r>
              <a:rPr lang="en-US" sz="2800" dirty="0"/>
              <a:t>)</a:t>
            </a:r>
          </a:p>
          <a:p>
            <a:pPr marL="457200" indent="-457200">
              <a:buAutoNum type="arabicParenR"/>
            </a:pPr>
            <a:r>
              <a:rPr lang="en-US" sz="2800" dirty="0"/>
              <a:t>Alcohol (IV), Bad Decisions (DV), (You choose a population)</a:t>
            </a:r>
          </a:p>
          <a:p>
            <a:pPr marL="457200" indent="-457200">
              <a:buAutoNum type="arabicParenR"/>
            </a:pPr>
            <a:r>
              <a:rPr lang="en-US" sz="2800" dirty="0"/>
              <a:t>Childhood trauma (IV), (You choose the DV), 25 year old females (</a:t>
            </a:r>
            <a:r>
              <a:rPr lang="en-US" dirty="0"/>
              <a:t>population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2AF5B-9722-F042-B852-8C2128545B6E}"/>
              </a:ext>
            </a:extLst>
          </p:cNvPr>
          <p:cNvSpPr txBox="1"/>
          <p:nvPr/>
        </p:nvSpPr>
        <p:spPr>
          <a:xfrm>
            <a:off x="203200" y="5943600"/>
            <a:ext cx="1213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to use your recipe! – this should be in your book already. </a:t>
            </a:r>
          </a:p>
        </p:txBody>
      </p:sp>
    </p:spTree>
    <p:extLst>
      <p:ext uri="{BB962C8B-B14F-4D97-AF65-F5344CB8AC3E}">
        <p14:creationId xmlns:p14="http://schemas.microsoft.com/office/powerpoint/2010/main" val="155939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CD63-4ED4-C547-81BD-0B947D47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71475"/>
            <a:ext cx="8677836" cy="1143000"/>
          </a:xfrm>
        </p:spPr>
        <p:txBody>
          <a:bodyPr/>
          <a:lstStyle/>
          <a:p>
            <a:r>
              <a:rPr lang="en-US" sz="4800" b="1" dirty="0"/>
              <a:t>Learning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00E1-A6E6-7A46-9C69-FB4BCE999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24790"/>
            <a:ext cx="8677836" cy="39163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discriminated between Scientific and Non-Scientific and experimental and non-experimental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I will be able to outline and evaluate data collection methods and different data types</a:t>
            </a:r>
          </a:p>
        </p:txBody>
      </p:sp>
    </p:spTree>
    <p:extLst>
      <p:ext uri="{BB962C8B-B14F-4D97-AF65-F5344CB8AC3E}">
        <p14:creationId xmlns:p14="http://schemas.microsoft.com/office/powerpoint/2010/main" val="279171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5D76D-C981-ED4B-995A-04796B55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6" y="1813598"/>
            <a:ext cx="9497291" cy="3230803"/>
          </a:xfrm>
        </p:spPr>
        <p:txBody>
          <a:bodyPr/>
          <a:lstStyle/>
          <a:p>
            <a:r>
              <a:rPr lang="en-US" sz="4000" b="1" dirty="0"/>
              <a:t>What do you understand of the scientific method?</a:t>
            </a:r>
            <a:br>
              <a:rPr lang="en-US" sz="4000" b="1" dirty="0"/>
            </a:br>
            <a:r>
              <a:rPr lang="en-US" sz="4000" b="1" dirty="0"/>
              <a:t>What does it mean to be scientific?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2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8E505A-3546-8A4E-A506-7983703EE78F}"/>
              </a:ext>
            </a:extLst>
          </p:cNvPr>
          <p:cNvSpPr/>
          <p:nvPr/>
        </p:nvSpPr>
        <p:spPr>
          <a:xfrm>
            <a:off x="9143999" y="412595"/>
            <a:ext cx="2420472" cy="4266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2D1374-C8A5-B849-B797-E0335B06B29C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58218" y="755629"/>
          <a:ext cx="11006253" cy="5348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6C4D7F-FAA8-6C4B-8F9E-CC6F67798660}"/>
              </a:ext>
            </a:extLst>
          </p:cNvPr>
          <p:cNvSpPr txBox="1"/>
          <p:nvPr/>
        </p:nvSpPr>
        <p:spPr>
          <a:xfrm>
            <a:off x="9435554" y="412595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116406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28303-B0E0-B24D-827A-DB2F27B589E7}"/>
              </a:ext>
            </a:extLst>
          </p:cNvPr>
          <p:cNvSpPr txBox="1"/>
          <p:nvPr/>
        </p:nvSpPr>
        <p:spPr>
          <a:xfrm rot="16200000">
            <a:off x="-956768" y="1966409"/>
            <a:ext cx="2282869" cy="369332"/>
          </a:xfrm>
          <a:prstGeom prst="rect">
            <a:avLst/>
          </a:prstGeom>
          <a:solidFill>
            <a:srgbClr val="9ACDED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E9950-1564-4541-81F5-A06C265A27BF}"/>
              </a:ext>
            </a:extLst>
          </p:cNvPr>
          <p:cNvSpPr txBox="1"/>
          <p:nvPr/>
        </p:nvSpPr>
        <p:spPr>
          <a:xfrm>
            <a:off x="637632" y="618642"/>
            <a:ext cx="722206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sng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Scientific method: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research method that is common to all sciences (including chemistry, physics, biology, etc.)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Involves a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systematic approach 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planning, conducting and reporting research, usually in the form of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experiments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Researchers collect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empirical evidence 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data that enable them to draw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conclusions (based on the experiments)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0E34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sng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Non-scientific approaches:</a:t>
            </a:r>
            <a:endParaRPr kumimoji="0" lang="en-AU" sz="2000" b="0" i="0" u="sng" strike="noStrike" kern="1200" cap="none" spc="0" normalizeH="0" baseline="0" noProof="0" dirty="0">
              <a:ln>
                <a:noFill/>
              </a:ln>
              <a:solidFill>
                <a:srgbClr val="0E34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based on science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/do not have any scientific foundation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involve the scientific method</a:t>
            </a: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are 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based on empirical evidence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0E34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Includes studies such as astrology (theories/beliefs that the movement of the stars can predict our personality and behaviour), numerology (using numbers to predict future events), and graphology (interpreting handwriting to describe personality and behaviour)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Also includes faith and religion, common sense, personal and popular beliefs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0E34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45096C-9A70-A544-AA50-307DDA20CB23}"/>
              </a:ext>
            </a:extLst>
          </p:cNvPr>
          <p:cNvGraphicFramePr>
            <a:graphicFrameLocks noGrp="1"/>
          </p:cNvGraphicFramePr>
          <p:nvPr/>
        </p:nvGraphicFramePr>
        <p:xfrm>
          <a:off x="8128000" y="229860"/>
          <a:ext cx="4064000" cy="3205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/>
                        <a:t>Terminology:</a:t>
                      </a:r>
                      <a:r>
                        <a:rPr lang="en-AU" b="0" dirty="0"/>
                        <a:t> t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body of terms used with a particular technical application in a subject of study, profession</a:t>
                      </a:r>
                    </a:p>
                    <a:p>
                      <a:r>
                        <a:rPr lang="en-A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method: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particular and systematic way of approaching something</a:t>
                      </a:r>
                    </a:p>
                    <a:p>
                      <a:r>
                        <a:rPr lang="en-A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systematic: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set/ regular/ methodical/ organised manner</a:t>
                      </a:r>
                    </a:p>
                    <a:p>
                      <a:r>
                        <a:rPr lang="en-A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empirical evidence: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based on or verifiable by observation/experience rather than on a theory or pure logic</a:t>
                      </a:r>
                      <a:endParaRPr lang="en-A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67F281-14B9-8A40-996E-6EE09DF44A40}"/>
              </a:ext>
            </a:extLst>
          </p:cNvPr>
          <p:cNvSpPr txBox="1"/>
          <p:nvPr/>
        </p:nvSpPr>
        <p:spPr>
          <a:xfrm>
            <a:off x="1008035" y="33867"/>
            <a:ext cx="6111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rgbClr val="0E34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Psychology Research - Terminology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B4513F-B5E6-D341-953B-808D74B48D2B}"/>
              </a:ext>
            </a:extLst>
          </p:cNvPr>
          <p:cNvGraphicFramePr>
            <a:graphicFrameLocks noGrp="1"/>
          </p:cNvGraphicFramePr>
          <p:nvPr/>
        </p:nvGraphicFramePr>
        <p:xfrm>
          <a:off x="7859700" y="3961574"/>
          <a:ext cx="4332299" cy="2656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32299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Checking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dirty="0"/>
                        <a:t>What makes psychological research valid?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b="0" dirty="0"/>
                        <a:t>What is astrology and why is it not considered a scientific approach to understanding personality and behaviour?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AU" b="0" dirty="0"/>
                        <a:t>What is the difference between scientific and non-scientific approaches?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83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D5659-BD55-FF41-A72B-73C4B52A7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7759"/>
            <a:ext cx="12192000" cy="266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7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5D76D-C981-ED4B-995A-04796B55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6" y="1813598"/>
            <a:ext cx="9497291" cy="3230803"/>
          </a:xfrm>
        </p:spPr>
        <p:txBody>
          <a:bodyPr/>
          <a:lstStyle/>
          <a:p>
            <a:r>
              <a:rPr lang="en-US" dirty="0"/>
              <a:t>what ARE SOME KEY DIFFERENCES BETWEEN NON-EXPERIMENTAL AND EXPERIMENTAL RESEARCH?</a:t>
            </a:r>
          </a:p>
        </p:txBody>
      </p:sp>
    </p:spTree>
    <p:extLst>
      <p:ext uri="{BB962C8B-B14F-4D97-AF65-F5344CB8AC3E}">
        <p14:creationId xmlns:p14="http://schemas.microsoft.com/office/powerpoint/2010/main" val="1924865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2D1374-C8A5-B849-B797-E0335B06B29C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74812" y="255494"/>
          <a:ext cx="11675381" cy="6387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975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B4634-9EA7-2E41-8C93-F17D647FA3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6648" y="1175159"/>
          <a:ext cx="9381274" cy="5263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F5AA6D6-E08D-AD4C-9641-8443BA0B614D}"/>
              </a:ext>
            </a:extLst>
          </p:cNvPr>
          <p:cNvSpPr txBox="1"/>
          <p:nvPr/>
        </p:nvSpPr>
        <p:spPr>
          <a:xfrm>
            <a:off x="956930" y="244549"/>
            <a:ext cx="10704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Characteristics of experimental and non-experimental research</a:t>
            </a:r>
          </a:p>
        </p:txBody>
      </p:sp>
    </p:spTree>
    <p:extLst>
      <p:ext uri="{BB962C8B-B14F-4D97-AF65-F5344CB8AC3E}">
        <p14:creationId xmlns:p14="http://schemas.microsoft.com/office/powerpoint/2010/main" val="3088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850B-D0CD-394D-BEE4-013F0947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2816" y="141732"/>
            <a:ext cx="7729728" cy="1188720"/>
          </a:xfrm>
        </p:spPr>
        <p:txBody>
          <a:bodyPr/>
          <a:lstStyle/>
          <a:p>
            <a:r>
              <a:rPr lang="en-US" dirty="0"/>
              <a:t>Experimental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E351-C244-2C40-BDC3-82AFACB99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456" y="1878008"/>
            <a:ext cx="6272784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Has ATLEAST two groups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800" dirty="0"/>
              <a:t>Experimental group(s) – receives IV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2800" dirty="0"/>
              <a:t>Control group – does NOT receive IV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9C7BC-8F03-2F40-9B4A-1E08FEC39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"/>
            <a:ext cx="39497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6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5C48B9-DFFC-CD40-87D7-87E22BE7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16" y="759655"/>
            <a:ext cx="11549278" cy="49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48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5D76D-C981-ED4B-995A-04796B55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36" y="1813598"/>
            <a:ext cx="9497291" cy="3230803"/>
          </a:xfrm>
        </p:spPr>
        <p:txBody>
          <a:bodyPr/>
          <a:lstStyle/>
          <a:p>
            <a:r>
              <a:rPr lang="en-US" dirty="0"/>
              <a:t>Define:</a:t>
            </a:r>
            <a:br>
              <a:rPr lang="en-US" dirty="0"/>
            </a:br>
            <a:r>
              <a:rPr lang="en-US" dirty="0"/>
              <a:t>objective </a:t>
            </a:r>
            <a:br>
              <a:rPr lang="en-US" dirty="0"/>
            </a:br>
            <a:r>
              <a:rPr lang="en-US" dirty="0"/>
              <a:t>Subjective</a:t>
            </a:r>
            <a:br>
              <a:rPr lang="en-US" dirty="0"/>
            </a:br>
            <a:r>
              <a:rPr lang="en-US" dirty="0"/>
              <a:t>qualitative</a:t>
            </a:r>
            <a:br>
              <a:rPr lang="en-US" dirty="0"/>
            </a:br>
            <a:r>
              <a:rPr lang="en-US" dirty="0"/>
              <a:t>Quantitative</a:t>
            </a:r>
          </a:p>
        </p:txBody>
      </p:sp>
    </p:spTree>
    <p:extLst>
      <p:ext uri="{BB962C8B-B14F-4D97-AF65-F5344CB8AC3E}">
        <p14:creationId xmlns:p14="http://schemas.microsoft.com/office/powerpoint/2010/main" val="3762399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B59F9-BFAC-094C-A3AF-AA8819DA489A}"/>
              </a:ext>
            </a:extLst>
          </p:cNvPr>
          <p:cNvSpPr txBox="1"/>
          <p:nvPr/>
        </p:nvSpPr>
        <p:spPr>
          <a:xfrm rot="16200000">
            <a:off x="-1070435" y="1627483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Concept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039557" y="50070"/>
            <a:ext cx="4272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Describing data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5AA9FBA-6EF7-DB44-B12B-B686880AA94A}"/>
              </a:ext>
            </a:extLst>
          </p:cNvPr>
          <p:cNvGraphicFramePr>
            <a:graphicFrameLocks noGrp="1"/>
          </p:cNvGraphicFramePr>
          <p:nvPr/>
        </p:nvGraphicFramePr>
        <p:xfrm>
          <a:off x="8597734" y="5572760"/>
          <a:ext cx="3594266" cy="1285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94266">
                  <a:extLst>
                    <a:ext uri="{9D8B030D-6E8A-4147-A177-3AD203B41FA5}">
                      <a16:colId xmlns:a16="http://schemas.microsoft.com/office/drawing/2014/main" val="3535165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Check for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46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b="0" dirty="0"/>
                        <a:t>What are the definitions of subjective and objective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4520"/>
                  </a:ext>
                </a:extLst>
              </a:tr>
            </a:tbl>
          </a:graphicData>
        </a:graphic>
      </p:graphicFrame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AECC8F-452F-1646-B59C-2E1D4380A80A}"/>
              </a:ext>
            </a:extLst>
          </p:cNvPr>
          <p:cNvGraphicFramePr/>
          <p:nvPr/>
        </p:nvGraphicFramePr>
        <p:xfrm>
          <a:off x="799236" y="757956"/>
          <a:ext cx="8361872" cy="380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BED01F-B9B6-4A4A-8159-20EF047B194B}"/>
              </a:ext>
            </a:extLst>
          </p:cNvPr>
          <p:cNvSpPr txBox="1"/>
          <p:nvPr/>
        </p:nvSpPr>
        <p:spPr>
          <a:xfrm>
            <a:off x="799236" y="4562206"/>
            <a:ext cx="39862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Can study the meaning behind behaviour</a:t>
            </a:r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Can be bias or open to interpretation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4D510-FD79-C546-B4F2-9FBA27507EC6}"/>
              </a:ext>
            </a:extLst>
          </p:cNvPr>
          <p:cNvSpPr txBox="1"/>
          <p:nvPr/>
        </p:nvSpPr>
        <p:spPr>
          <a:xfrm>
            <a:off x="5062465" y="4562206"/>
            <a:ext cx="39862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Highlight reliable results</a:t>
            </a:r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Not all data can be measured objectively </a:t>
            </a:r>
          </a:p>
        </p:txBody>
      </p:sp>
    </p:spTree>
    <p:extLst>
      <p:ext uri="{BB962C8B-B14F-4D97-AF65-F5344CB8AC3E}">
        <p14:creationId xmlns:p14="http://schemas.microsoft.com/office/powerpoint/2010/main" val="183856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B6B3F-00C8-6A4F-935A-1C80D3BA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8" y="271662"/>
            <a:ext cx="10637520" cy="217205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Subjective or Objective: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D3AB5-A851-0F48-8A69-A79D47835241}"/>
              </a:ext>
            </a:extLst>
          </p:cNvPr>
          <p:cNvSpPr txBox="1"/>
          <p:nvPr/>
        </p:nvSpPr>
        <p:spPr>
          <a:xfrm>
            <a:off x="1966965" y="1629796"/>
            <a:ext cx="8077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Heart rate monitor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Personality tests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Thermometer reading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Brain Scan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Reaction time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Observation by researcher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3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Diagnosis of mental illness</a:t>
            </a:r>
          </a:p>
        </p:txBody>
      </p:sp>
    </p:spTree>
    <p:extLst>
      <p:ext uri="{BB962C8B-B14F-4D97-AF65-F5344CB8AC3E}">
        <p14:creationId xmlns:p14="http://schemas.microsoft.com/office/powerpoint/2010/main" val="4006597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B59F9-BFAC-094C-A3AF-AA8819DA489A}"/>
              </a:ext>
            </a:extLst>
          </p:cNvPr>
          <p:cNvSpPr txBox="1"/>
          <p:nvPr/>
        </p:nvSpPr>
        <p:spPr>
          <a:xfrm rot="16200000">
            <a:off x="-1070435" y="1627483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Concept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1200499" y="893182"/>
            <a:ext cx="7397235" cy="646331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AU" dirty="0"/>
              <a:t>Any form of data collected in numeric variables (e.g. how many; how much; or how often).</a:t>
            </a:r>
            <a:endParaRPr lang="en-AU" sz="2400" b="1" dirty="0">
              <a:solidFill>
                <a:srgbClr val="1D1D1A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257096" y="42560"/>
            <a:ext cx="4340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Quantitative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889BE9-387A-1D44-BC8F-69C7F28778B6}"/>
              </a:ext>
            </a:extLst>
          </p:cNvPr>
          <p:cNvGraphicFramePr>
            <a:graphicFrameLocks noGrp="1"/>
          </p:cNvGraphicFramePr>
          <p:nvPr/>
        </p:nvGraphicFramePr>
        <p:xfrm>
          <a:off x="871118" y="2696308"/>
          <a:ext cx="10362940" cy="2408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88">
                  <a:extLst>
                    <a:ext uri="{9D8B030D-6E8A-4147-A177-3AD203B41FA5}">
                      <a16:colId xmlns:a16="http://schemas.microsoft.com/office/drawing/2014/main" val="671132897"/>
                    </a:ext>
                  </a:extLst>
                </a:gridCol>
                <a:gridCol w="2072588">
                  <a:extLst>
                    <a:ext uri="{9D8B030D-6E8A-4147-A177-3AD203B41FA5}">
                      <a16:colId xmlns:a16="http://schemas.microsoft.com/office/drawing/2014/main" val="2176749578"/>
                    </a:ext>
                  </a:extLst>
                </a:gridCol>
                <a:gridCol w="2072588">
                  <a:extLst>
                    <a:ext uri="{9D8B030D-6E8A-4147-A177-3AD203B41FA5}">
                      <a16:colId xmlns:a16="http://schemas.microsoft.com/office/drawing/2014/main" val="2723598875"/>
                    </a:ext>
                  </a:extLst>
                </a:gridCol>
                <a:gridCol w="2072588">
                  <a:extLst>
                    <a:ext uri="{9D8B030D-6E8A-4147-A177-3AD203B41FA5}">
                      <a16:colId xmlns:a16="http://schemas.microsoft.com/office/drawing/2014/main" val="566305543"/>
                    </a:ext>
                  </a:extLst>
                </a:gridCol>
                <a:gridCol w="2072588">
                  <a:extLst>
                    <a:ext uri="{9D8B030D-6E8A-4147-A177-3AD203B41FA5}">
                      <a16:colId xmlns:a16="http://schemas.microsoft.com/office/drawing/2014/main" val="2979634152"/>
                    </a:ext>
                  </a:extLst>
                </a:gridCol>
              </a:tblGrid>
              <a:tr h="40043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997192"/>
                  </a:ext>
                </a:extLst>
              </a:tr>
              <a:tr h="2007816">
                <a:tc>
                  <a:txBody>
                    <a:bodyPr/>
                    <a:lstStyle/>
                    <a:p>
                      <a:r>
                        <a:rPr lang="en-US" dirty="0"/>
                        <a:t>To examine the relationship between variables 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much? To what extent? How often?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In the form of a 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 scores </a:t>
                      </a:r>
                    </a:p>
                    <a:p>
                      <a:r>
                        <a:rPr lang="en-US" dirty="0"/>
                        <a:t>From instruments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Descriptive and inferential statistics</a:t>
                      </a:r>
                    </a:p>
                    <a:p>
                      <a:r>
                        <a:rPr lang="en-US" dirty="0"/>
                        <a:t>Visually represented: 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rigid / formal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121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DF09B1-D365-8E40-89A3-99717B029EF6}"/>
              </a:ext>
            </a:extLst>
          </p:cNvPr>
          <p:cNvGraphicFramePr>
            <a:graphicFrameLocks noGrp="1"/>
          </p:cNvGraphicFramePr>
          <p:nvPr/>
        </p:nvGraphicFramePr>
        <p:xfrm>
          <a:off x="9351709" y="161545"/>
          <a:ext cx="2840292" cy="1833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40292">
                  <a:extLst>
                    <a:ext uri="{9D8B030D-6E8A-4147-A177-3AD203B41FA5}">
                      <a16:colId xmlns:a16="http://schemas.microsoft.com/office/drawing/2014/main" val="3535165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Vocabulary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6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b="1" dirty="0"/>
                        <a:t>Physiological readings</a:t>
                      </a:r>
                      <a:r>
                        <a:rPr lang="en-AU" dirty="0"/>
                        <a:t>:</a:t>
                      </a:r>
                    </a:p>
                    <a:p>
                      <a:r>
                        <a:rPr lang="en-AU" dirty="0"/>
                        <a:t>Heart rate monitor, blood pressure measure, breathing rate etc.</a:t>
                      </a:r>
                    </a:p>
                    <a:p>
                      <a:r>
                        <a:rPr lang="en-AU" dirty="0"/>
                        <a:t>Inferential: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452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12927FE-E43B-D84C-B841-4E03D00760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265" r="2114" b="3484"/>
          <a:stretch/>
        </p:blipFill>
        <p:spPr>
          <a:xfrm>
            <a:off x="1200499" y="1888351"/>
            <a:ext cx="7422531" cy="2141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B093D-7EA4-5340-B529-C6A68350FD4D}"/>
              </a:ext>
            </a:extLst>
          </p:cNvPr>
          <p:cNvSpPr txBox="1"/>
          <p:nvPr/>
        </p:nvSpPr>
        <p:spPr>
          <a:xfrm>
            <a:off x="728662" y="5104563"/>
            <a:ext cx="33998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Easy / quick to </a:t>
            </a:r>
            <a:r>
              <a:rPr lang="en-US" dirty="0" err="1"/>
              <a:t>analyse</a:t>
            </a:r>
            <a:endParaRPr lang="en-US" dirty="0"/>
          </a:p>
          <a:p>
            <a:r>
              <a:rPr lang="en-US" dirty="0"/>
              <a:t>No interpretation</a:t>
            </a:r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Reductionist – does not look at meaning </a:t>
            </a:r>
            <a:r>
              <a:rPr lang="en-US" dirty="0" err="1"/>
              <a:t>usualy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48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B59F9-BFAC-094C-A3AF-AA8819DA489A}"/>
              </a:ext>
            </a:extLst>
          </p:cNvPr>
          <p:cNvSpPr txBox="1"/>
          <p:nvPr/>
        </p:nvSpPr>
        <p:spPr>
          <a:xfrm rot="16200000">
            <a:off x="-1070435" y="1627483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Concept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2397382" y="912009"/>
            <a:ext cx="7397235" cy="923330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AU" dirty="0"/>
              <a:t>This type of research "refers to the meanings, concepts, definitions, characteristics, metaphors, symbols, and description of things".</a:t>
            </a:r>
            <a:endParaRPr lang="en-AU" sz="2400" b="1" dirty="0">
              <a:solidFill>
                <a:srgbClr val="1D1D1A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4257096" y="42560"/>
            <a:ext cx="4340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Qualitative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613" y="173181"/>
            <a:ext cx="559496" cy="46166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889BE9-387A-1D44-BC8F-69C7F28778B6}"/>
              </a:ext>
            </a:extLst>
          </p:cNvPr>
          <p:cNvGraphicFramePr>
            <a:graphicFrameLocks noGrp="1"/>
          </p:cNvGraphicFramePr>
          <p:nvPr/>
        </p:nvGraphicFramePr>
        <p:xfrm>
          <a:off x="1037182" y="2389501"/>
          <a:ext cx="10039135" cy="235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827">
                  <a:extLst>
                    <a:ext uri="{9D8B030D-6E8A-4147-A177-3AD203B41FA5}">
                      <a16:colId xmlns:a16="http://schemas.microsoft.com/office/drawing/2014/main" val="671132897"/>
                    </a:ext>
                  </a:extLst>
                </a:gridCol>
                <a:gridCol w="2007827">
                  <a:extLst>
                    <a:ext uri="{9D8B030D-6E8A-4147-A177-3AD203B41FA5}">
                      <a16:colId xmlns:a16="http://schemas.microsoft.com/office/drawing/2014/main" val="2176749578"/>
                    </a:ext>
                  </a:extLst>
                </a:gridCol>
                <a:gridCol w="2007827">
                  <a:extLst>
                    <a:ext uri="{9D8B030D-6E8A-4147-A177-3AD203B41FA5}">
                      <a16:colId xmlns:a16="http://schemas.microsoft.com/office/drawing/2014/main" val="2723598875"/>
                    </a:ext>
                  </a:extLst>
                </a:gridCol>
                <a:gridCol w="2007827">
                  <a:extLst>
                    <a:ext uri="{9D8B030D-6E8A-4147-A177-3AD203B41FA5}">
                      <a16:colId xmlns:a16="http://schemas.microsoft.com/office/drawing/2014/main" val="566305543"/>
                    </a:ext>
                  </a:extLst>
                </a:gridCol>
                <a:gridCol w="2007827">
                  <a:extLst>
                    <a:ext uri="{9D8B030D-6E8A-4147-A177-3AD203B41FA5}">
                      <a16:colId xmlns:a16="http://schemas.microsoft.com/office/drawing/2014/main" val="2979634152"/>
                    </a:ext>
                  </a:extLst>
                </a:gridCol>
              </a:tblGrid>
              <a:tr h="36867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Final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997192"/>
                  </a:ext>
                </a:extLst>
              </a:tr>
              <a:tr h="1984645">
                <a:tc>
                  <a:txBody>
                    <a:bodyPr/>
                    <a:lstStyle/>
                    <a:p>
                      <a:r>
                        <a:rPr lang="en-US" dirty="0"/>
                        <a:t>Explores the meaning behind experience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Exploratory in nature </a:t>
                      </a:r>
                    </a:p>
                    <a:p>
                      <a:r>
                        <a:rPr lang="en-US" dirty="0"/>
                        <a:t>No hypothesis</a:t>
                      </a:r>
                    </a:p>
                    <a:p>
                      <a:r>
                        <a:rPr lang="en-US" dirty="0"/>
                        <a:t>Called a Research Question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collected and recorded through words and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analysed and organized into themes.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Narrative based</a:t>
                      </a:r>
                    </a:p>
                    <a:p>
                      <a:r>
                        <a:rPr lang="en-US" dirty="0"/>
                        <a:t>Open to interpretation</a:t>
                      </a:r>
                    </a:p>
                    <a:p>
                      <a:r>
                        <a:rPr lang="en-US" dirty="0"/>
                        <a:t>Lots of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121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FCFC3BF-5AC6-8449-8B27-F492B1C22613}"/>
              </a:ext>
            </a:extLst>
          </p:cNvPr>
          <p:cNvSpPr txBox="1"/>
          <p:nvPr/>
        </p:nvSpPr>
        <p:spPr>
          <a:xfrm>
            <a:off x="857250" y="4742822"/>
            <a:ext cx="4814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Very descriptive and rich data</a:t>
            </a:r>
          </a:p>
          <a:p>
            <a:endParaRPr lang="en-US" b="1" dirty="0"/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Can be more open to interpretation by researcher </a:t>
            </a:r>
          </a:p>
        </p:txBody>
      </p:sp>
    </p:spTree>
    <p:extLst>
      <p:ext uri="{BB962C8B-B14F-4D97-AF65-F5344CB8AC3E}">
        <p14:creationId xmlns:p14="http://schemas.microsoft.com/office/powerpoint/2010/main" val="4248882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55D76D-C981-ED4B-995A-04796B55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657225"/>
            <a:ext cx="11458574" cy="5700713"/>
          </a:xfrm>
        </p:spPr>
        <p:txBody>
          <a:bodyPr/>
          <a:lstStyle/>
          <a:p>
            <a:pPr algn="l"/>
            <a:r>
              <a:rPr lang="en-US" b="1" dirty="0"/>
              <a:t>How would a researcher collect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Objective qualitative data:</a:t>
            </a:r>
            <a:br>
              <a:rPr lang="en-US" dirty="0"/>
            </a:br>
            <a:r>
              <a:rPr lang="en-US" dirty="0"/>
              <a:t>Objective Quantitative data:</a:t>
            </a:r>
            <a:br>
              <a:rPr lang="en-US" dirty="0"/>
            </a:br>
            <a:r>
              <a:rPr lang="en-US" dirty="0"/>
              <a:t>Subjective Qualitative data:</a:t>
            </a:r>
            <a:br>
              <a:rPr lang="en-US" dirty="0"/>
            </a:br>
            <a:r>
              <a:rPr lang="en-US" dirty="0"/>
              <a:t>Subjective Quantitative data:</a:t>
            </a:r>
            <a:br>
              <a:rPr lang="en-US" dirty="0"/>
            </a:br>
            <a:br>
              <a:rPr lang="en-US" dirty="0"/>
            </a:br>
            <a:r>
              <a:rPr lang="en-US" sz="1400" i="1" dirty="0">
                <a:solidFill>
                  <a:srgbClr val="FF0000"/>
                </a:solidFill>
              </a:rPr>
              <a:t> </a:t>
            </a:r>
            <a:r>
              <a:rPr lang="en-US" sz="1400" b="1" i="1" dirty="0">
                <a:solidFill>
                  <a:srgbClr val="FF0000"/>
                </a:solidFill>
              </a:rPr>
              <a:t>thinking strategy: if you are unsure – define the terms then try to figure it out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35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68483-DD5E-8442-87B7-D572BC411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303" y="3585474"/>
            <a:ext cx="4530724" cy="224109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Objective Qualitative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>
                <a:solidFill>
                  <a:prstClr val="black"/>
                </a:solidFill>
              </a:rPr>
              <a:t>Data collection method: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000" dirty="0"/>
              <a:t>Brain scans that show images</a:t>
            </a:r>
          </a:p>
          <a:p>
            <a:pPr marL="457200" indent="-457200">
              <a:buAutoNum type="arabicPeriod"/>
            </a:pPr>
            <a:r>
              <a:rPr lang="en-US" sz="2000" dirty="0"/>
              <a:t>Observations that are from multiple researchers / medical professionals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E7A95D-4896-AB48-A382-E1886BB52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60970" y="809617"/>
            <a:ext cx="4800601" cy="263434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Objective Quantitative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>
                <a:solidFill>
                  <a:prstClr val="black"/>
                </a:solidFill>
              </a:rPr>
              <a:t>Data collection method: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1800" dirty="0"/>
              <a:t>Counting observable behaviors “amount of hits” “how many times a baby signals for its mum”</a:t>
            </a:r>
          </a:p>
          <a:p>
            <a:pPr marL="514350" indent="-514350">
              <a:buAutoNum type="arabicPeriod"/>
            </a:pPr>
            <a:r>
              <a:rPr lang="en-US" sz="1800" dirty="0"/>
              <a:t>Physiological measures: heart rate, reaction time, stress hormone in blood sample, heart rate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EE5054E-DCB6-BD4F-8E00-D8A626501069}"/>
              </a:ext>
            </a:extLst>
          </p:cNvPr>
          <p:cNvSpPr txBox="1">
            <a:spLocks/>
          </p:cNvSpPr>
          <p:nvPr/>
        </p:nvSpPr>
        <p:spPr>
          <a:xfrm>
            <a:off x="600303" y="838489"/>
            <a:ext cx="4530724" cy="26343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Subjective Qualitative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Data collection method: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Observations that are descriptive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Open-ended questions in interviews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Open-ended questions in surveys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6C9C8FA-D41C-D545-8FDB-79D6C1CD599A}"/>
              </a:ext>
            </a:extLst>
          </p:cNvPr>
          <p:cNvSpPr txBox="1">
            <a:spLocks/>
          </p:cNvSpPr>
          <p:nvPr/>
        </p:nvSpPr>
        <p:spPr>
          <a:xfrm>
            <a:off x="7060970" y="3585473"/>
            <a:ext cx="4800601" cy="22410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Subjective Quantitative</a:t>
            </a:r>
          </a:p>
          <a:p>
            <a:pPr marL="0" indent="0">
              <a:buNone/>
            </a:pPr>
            <a:r>
              <a:rPr lang="en-US" sz="2000" i="1" dirty="0"/>
              <a:t>Data collection method: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Fixed response questions (yes, no, maybe) on a survey or in an interview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Likert scales on a survey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0BD8E-2225-634C-80DE-A7DC78E5E105}"/>
              </a:ext>
            </a:extLst>
          </p:cNvPr>
          <p:cNvSpPr txBox="1"/>
          <p:nvPr/>
        </p:nvSpPr>
        <p:spPr>
          <a:xfrm>
            <a:off x="2997812" y="212262"/>
            <a:ext cx="619637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Different data collection methods collect different types of data.</a:t>
            </a:r>
          </a:p>
        </p:txBody>
      </p:sp>
    </p:spTree>
    <p:extLst>
      <p:ext uri="{BB962C8B-B14F-4D97-AF65-F5344CB8AC3E}">
        <p14:creationId xmlns:p14="http://schemas.microsoft.com/office/powerpoint/2010/main" val="2183280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C90E2-35BC-A542-B705-251301B4205D}"/>
              </a:ext>
            </a:extLst>
          </p:cNvPr>
          <p:cNvSpPr txBox="1"/>
          <p:nvPr/>
        </p:nvSpPr>
        <p:spPr>
          <a:xfrm>
            <a:off x="107890" y="261256"/>
            <a:ext cx="5313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of fixed response:</a:t>
            </a:r>
          </a:p>
          <a:p>
            <a:r>
              <a:rPr lang="en-US" dirty="0"/>
              <a:t>The idea is that an individual can only pick one response and then they are tallied according to their responses </a:t>
            </a:r>
          </a:p>
        </p:txBody>
      </p:sp>
      <p:pic>
        <p:nvPicPr>
          <p:cNvPr id="1028" name="Picture 4" descr="How to Ask Race &amp; Ethnicity on a Survey – Versta Research">
            <a:extLst>
              <a:ext uri="{FF2B5EF4-FFF2-40B4-BE49-F238E27FC236}">
                <a16:creationId xmlns:a16="http://schemas.microsoft.com/office/drawing/2014/main" id="{2692C475-4C04-7C4B-837C-16F45235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62" y="1773465"/>
            <a:ext cx="3244783" cy="228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urvey Questions: Examples and Types | SurveyMonkey">
            <a:extLst>
              <a:ext uri="{FF2B5EF4-FFF2-40B4-BE49-F238E27FC236}">
                <a16:creationId xmlns:a16="http://schemas.microsoft.com/office/drawing/2014/main" id="{30D1EFF4-C0B4-4C4D-A800-F721987B8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1" y="4367509"/>
            <a:ext cx="4865914" cy="228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E9F4D-B2A2-3449-836D-F4C8C37019B1}"/>
              </a:ext>
            </a:extLst>
          </p:cNvPr>
          <p:cNvCxnSpPr/>
          <p:nvPr/>
        </p:nvCxnSpPr>
        <p:spPr>
          <a:xfrm>
            <a:off x="5802086" y="261256"/>
            <a:ext cx="0" cy="5976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44EDE67-D0B8-494B-939E-B632868EFAF2}"/>
              </a:ext>
            </a:extLst>
          </p:cNvPr>
          <p:cNvSpPr txBox="1"/>
          <p:nvPr/>
        </p:nvSpPr>
        <p:spPr>
          <a:xfrm>
            <a:off x="6183086" y="228600"/>
            <a:ext cx="580304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Examples of a </a:t>
            </a:r>
            <a:r>
              <a:rPr lang="en-US" b="1" dirty="0" err="1"/>
              <a:t>likert</a:t>
            </a:r>
            <a:r>
              <a:rPr lang="en-US" b="1" dirty="0"/>
              <a:t>-scale:</a:t>
            </a:r>
            <a:br>
              <a:rPr lang="en-US" b="1" dirty="0"/>
            </a:br>
            <a:endParaRPr lang="en-US" sz="1600" dirty="0"/>
          </a:p>
          <a:p>
            <a:r>
              <a:rPr lang="en-US" sz="1600" dirty="0"/>
              <a:t>Usually on a numeric scale (1-10, 1-5) or on a scale from strongly disagree to strongly agree. Participants are only able to respond on the scale and their responses are tallied as numeric responses.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32" name="Picture 8" descr="Personality Assessment | Introduction to Psychology">
            <a:extLst>
              <a:ext uri="{FF2B5EF4-FFF2-40B4-BE49-F238E27FC236}">
                <a16:creationId xmlns:a16="http://schemas.microsoft.com/office/drawing/2014/main" id="{237CDF5E-C05B-6747-90F8-5BF00E5E4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947" y="3429000"/>
            <a:ext cx="6231162" cy="332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735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CAE606-02E7-A04E-9512-8EBDF448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2" y="187325"/>
            <a:ext cx="113411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94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9E4BDA-0C1B-9246-ABA3-5527CC64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3" y="528638"/>
            <a:ext cx="11607800" cy="228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557A4-0D50-C748-9866-D64ADC99F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52750"/>
            <a:ext cx="111252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96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4D77D6-C3AD-154C-8D83-F7E17926E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549275"/>
            <a:ext cx="12052300" cy="2273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FE5EB1-8980-F144-B06E-EAD4EF06E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3009900"/>
            <a:ext cx="11023600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D3DCE6-A6C5-334D-9AEF-C468A9C8F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203700"/>
            <a:ext cx="112268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56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B0EF9D-42C5-1642-8170-D1AEC009F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323850"/>
            <a:ext cx="10071100" cy="6210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F5253C-A919-F244-8D6A-FF03929C47E9}"/>
              </a:ext>
            </a:extLst>
          </p:cNvPr>
          <p:cNvSpPr txBox="1"/>
          <p:nvPr/>
        </p:nvSpPr>
        <p:spPr>
          <a:xfrm>
            <a:off x="11401425" y="64886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334627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ba" id="{42AD8139-3220-4D41-A133-EEB476E7AFB3}" vid="{030D6D74-D557-E64D-8943-57F01C14C60F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1503</Words>
  <Application>Microsoft Macintosh PowerPoint</Application>
  <PresentationFormat>Widescreen</PresentationFormat>
  <Paragraphs>215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Century Gothic</vt:lpstr>
      <vt:lpstr>Gill Sans MT</vt:lpstr>
      <vt:lpstr>Wingdings 2</vt:lpstr>
      <vt:lpstr>Office Theme</vt:lpstr>
      <vt:lpstr>Saba</vt:lpstr>
      <vt:lpstr>Parcel</vt:lpstr>
      <vt:lpstr>1_Office Theme</vt:lpstr>
      <vt:lpstr>Writing an Operationalised hypothesis and differentiating between research </vt:lpstr>
      <vt:lpstr>Quick Fire Quiz!</vt:lpstr>
      <vt:lpstr>Recap</vt:lpstr>
      <vt:lpstr>Operationalizing hypothesis </vt:lpstr>
      <vt:lpstr>Good Operational Hypothesis example</vt:lpstr>
      <vt:lpstr>TASK: Practice making operationalized hypotheses</vt:lpstr>
      <vt:lpstr>Learning Intentions</vt:lpstr>
      <vt:lpstr>What do you understand of the scientific method? What does it mean to be scientific?</vt:lpstr>
      <vt:lpstr>PowerPoint Presentation</vt:lpstr>
      <vt:lpstr>PowerPoint Presentation</vt:lpstr>
      <vt:lpstr>PowerPoint Presentation</vt:lpstr>
      <vt:lpstr>what ARE SOME KEY DIFFERENCES BETWEEN NON-EXPERIMENTAL AND EXPERIMENTAL RESEARCH?</vt:lpstr>
      <vt:lpstr>PowerPoint Presentation</vt:lpstr>
      <vt:lpstr>PowerPoint Presentation</vt:lpstr>
      <vt:lpstr>Experimental research</vt:lpstr>
      <vt:lpstr>PowerPoint Presentation</vt:lpstr>
      <vt:lpstr>Define: objective  Subjective qualitative Quantitative</vt:lpstr>
      <vt:lpstr>PowerPoint Presentation</vt:lpstr>
      <vt:lpstr>Subjective or Objective:  </vt:lpstr>
      <vt:lpstr>PowerPoint Presentation</vt:lpstr>
      <vt:lpstr>PowerPoint Presentation</vt:lpstr>
      <vt:lpstr>How would a researcher collect  Objective qualitative data: Objective Quantitative data: Subjective Qualitative data: Subjective Quantitative data:   thinking strategy: if you are unsure – define the terms then try to figure it 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an Operationalised hypothesis and differentiating between research</dc:title>
  <dc:creator>sarahdavey.yoga@gmail.com</dc:creator>
  <cp:lastModifiedBy>DAVEY Sarah [Joseph Banks Secondary College]</cp:lastModifiedBy>
  <cp:revision>6</cp:revision>
  <dcterms:created xsi:type="dcterms:W3CDTF">2020-05-05T14:28:20Z</dcterms:created>
  <dcterms:modified xsi:type="dcterms:W3CDTF">2021-05-12T02:32:17Z</dcterms:modified>
</cp:coreProperties>
</file>