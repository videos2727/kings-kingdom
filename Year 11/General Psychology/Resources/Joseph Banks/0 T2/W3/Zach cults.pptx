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74"/>
  </p:normalViewPr>
  <p:slideViewPr>
    <p:cSldViewPr snapToGrid="0" snapToObjects="1">
      <p:cViewPr varScale="1">
        <p:scale>
          <a:sx n="121" d="100"/>
          <a:sy n="121" d="100"/>
        </p:scale>
        <p:origin x="200" y="3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58A49-8E6C-4648-A964-0023A07CA4B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CD16C39-F462-514C-9020-36AEFFA9D5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30B4C04-94ED-9248-A340-1ED325B7795C}"/>
              </a:ext>
            </a:extLst>
          </p:cNvPr>
          <p:cNvSpPr>
            <a:spLocks noGrp="1"/>
          </p:cNvSpPr>
          <p:nvPr>
            <p:ph type="dt" sz="half" idx="10"/>
          </p:nvPr>
        </p:nvSpPr>
        <p:spPr/>
        <p:txBody>
          <a:bodyPr/>
          <a:lstStyle/>
          <a:p>
            <a:fld id="{A72659F3-5FF8-4F4E-B156-DED6B136AD9F}" type="datetimeFigureOut">
              <a:rPr lang="en-US" smtClean="0"/>
              <a:t>5/3/21</a:t>
            </a:fld>
            <a:endParaRPr lang="en-US"/>
          </a:p>
        </p:txBody>
      </p:sp>
      <p:sp>
        <p:nvSpPr>
          <p:cNvPr id="5" name="Footer Placeholder 4">
            <a:extLst>
              <a:ext uri="{FF2B5EF4-FFF2-40B4-BE49-F238E27FC236}">
                <a16:creationId xmlns:a16="http://schemas.microsoft.com/office/drawing/2014/main" id="{6C3C23DE-2EAA-9545-80F1-532D0DAFE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6238AD-ECE1-1849-81CB-8C764C831CD6}"/>
              </a:ext>
            </a:extLst>
          </p:cNvPr>
          <p:cNvSpPr>
            <a:spLocks noGrp="1"/>
          </p:cNvSpPr>
          <p:nvPr>
            <p:ph type="sldNum" sz="quarter" idx="12"/>
          </p:nvPr>
        </p:nvSpPr>
        <p:spPr/>
        <p:txBody>
          <a:bodyPr/>
          <a:lstStyle/>
          <a:p>
            <a:fld id="{9FC70737-551F-804A-8016-0B8F4A1F5012}" type="slidenum">
              <a:rPr lang="en-US" smtClean="0"/>
              <a:t>‹#›</a:t>
            </a:fld>
            <a:endParaRPr lang="en-US"/>
          </a:p>
        </p:txBody>
      </p:sp>
    </p:spTree>
    <p:extLst>
      <p:ext uri="{BB962C8B-B14F-4D97-AF65-F5344CB8AC3E}">
        <p14:creationId xmlns:p14="http://schemas.microsoft.com/office/powerpoint/2010/main" val="3675235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A96B9-5328-1B4A-9C6A-A62DA94C799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0D26785-C7FC-034A-B5CF-7306BF256D0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29CDD7E-44CC-DA48-B582-D284F953085A}"/>
              </a:ext>
            </a:extLst>
          </p:cNvPr>
          <p:cNvSpPr>
            <a:spLocks noGrp="1"/>
          </p:cNvSpPr>
          <p:nvPr>
            <p:ph type="dt" sz="half" idx="10"/>
          </p:nvPr>
        </p:nvSpPr>
        <p:spPr/>
        <p:txBody>
          <a:bodyPr/>
          <a:lstStyle/>
          <a:p>
            <a:fld id="{A72659F3-5FF8-4F4E-B156-DED6B136AD9F}" type="datetimeFigureOut">
              <a:rPr lang="en-US" smtClean="0"/>
              <a:t>5/3/21</a:t>
            </a:fld>
            <a:endParaRPr lang="en-US"/>
          </a:p>
        </p:txBody>
      </p:sp>
      <p:sp>
        <p:nvSpPr>
          <p:cNvPr id="5" name="Footer Placeholder 4">
            <a:extLst>
              <a:ext uri="{FF2B5EF4-FFF2-40B4-BE49-F238E27FC236}">
                <a16:creationId xmlns:a16="http://schemas.microsoft.com/office/drawing/2014/main" id="{F7A02AD9-488E-4745-8E0B-0B37F1F80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D72DF6-8646-7E48-B006-EBD6CE98AADA}"/>
              </a:ext>
            </a:extLst>
          </p:cNvPr>
          <p:cNvSpPr>
            <a:spLocks noGrp="1"/>
          </p:cNvSpPr>
          <p:nvPr>
            <p:ph type="sldNum" sz="quarter" idx="12"/>
          </p:nvPr>
        </p:nvSpPr>
        <p:spPr/>
        <p:txBody>
          <a:bodyPr/>
          <a:lstStyle/>
          <a:p>
            <a:fld id="{9FC70737-551F-804A-8016-0B8F4A1F5012}" type="slidenum">
              <a:rPr lang="en-US" smtClean="0"/>
              <a:t>‹#›</a:t>
            </a:fld>
            <a:endParaRPr lang="en-US"/>
          </a:p>
        </p:txBody>
      </p:sp>
    </p:spTree>
    <p:extLst>
      <p:ext uri="{BB962C8B-B14F-4D97-AF65-F5344CB8AC3E}">
        <p14:creationId xmlns:p14="http://schemas.microsoft.com/office/powerpoint/2010/main" val="1376470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12C81-D461-F541-9BEA-CC3B3ED5356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C546B8F-75DD-8143-A055-57C89FBDF3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5C321A8-5E0A-5043-B885-5520E9B76045}"/>
              </a:ext>
            </a:extLst>
          </p:cNvPr>
          <p:cNvSpPr>
            <a:spLocks noGrp="1"/>
          </p:cNvSpPr>
          <p:nvPr>
            <p:ph type="dt" sz="half" idx="10"/>
          </p:nvPr>
        </p:nvSpPr>
        <p:spPr/>
        <p:txBody>
          <a:bodyPr/>
          <a:lstStyle/>
          <a:p>
            <a:fld id="{A72659F3-5FF8-4F4E-B156-DED6B136AD9F}" type="datetimeFigureOut">
              <a:rPr lang="en-US" smtClean="0"/>
              <a:t>5/3/21</a:t>
            </a:fld>
            <a:endParaRPr lang="en-US"/>
          </a:p>
        </p:txBody>
      </p:sp>
      <p:sp>
        <p:nvSpPr>
          <p:cNvPr id="5" name="Footer Placeholder 4">
            <a:extLst>
              <a:ext uri="{FF2B5EF4-FFF2-40B4-BE49-F238E27FC236}">
                <a16:creationId xmlns:a16="http://schemas.microsoft.com/office/drawing/2014/main" id="{E8609210-A3E0-704E-BA67-6211CB0060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4C88D1-916A-2F4B-B625-28ED5106CE22}"/>
              </a:ext>
            </a:extLst>
          </p:cNvPr>
          <p:cNvSpPr>
            <a:spLocks noGrp="1"/>
          </p:cNvSpPr>
          <p:nvPr>
            <p:ph type="sldNum" sz="quarter" idx="12"/>
          </p:nvPr>
        </p:nvSpPr>
        <p:spPr/>
        <p:txBody>
          <a:bodyPr/>
          <a:lstStyle/>
          <a:p>
            <a:fld id="{9FC70737-551F-804A-8016-0B8F4A1F5012}" type="slidenum">
              <a:rPr lang="en-US" smtClean="0"/>
              <a:t>‹#›</a:t>
            </a:fld>
            <a:endParaRPr lang="en-US"/>
          </a:p>
        </p:txBody>
      </p:sp>
    </p:spTree>
    <p:extLst>
      <p:ext uri="{BB962C8B-B14F-4D97-AF65-F5344CB8AC3E}">
        <p14:creationId xmlns:p14="http://schemas.microsoft.com/office/powerpoint/2010/main" val="1812645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535E3-1E98-184B-8CC9-8BCE8BEB010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C480F95-934F-9D42-81F3-68A77E78136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127CD85-F1FF-A648-B747-A620B0A83BA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44F43FC-B1C2-9E4F-B9F5-19748CAEF455}"/>
              </a:ext>
            </a:extLst>
          </p:cNvPr>
          <p:cNvSpPr>
            <a:spLocks noGrp="1"/>
          </p:cNvSpPr>
          <p:nvPr>
            <p:ph type="dt" sz="half" idx="10"/>
          </p:nvPr>
        </p:nvSpPr>
        <p:spPr/>
        <p:txBody>
          <a:bodyPr/>
          <a:lstStyle/>
          <a:p>
            <a:fld id="{A72659F3-5FF8-4F4E-B156-DED6B136AD9F}" type="datetimeFigureOut">
              <a:rPr lang="en-US" smtClean="0"/>
              <a:t>5/3/21</a:t>
            </a:fld>
            <a:endParaRPr lang="en-US"/>
          </a:p>
        </p:txBody>
      </p:sp>
      <p:sp>
        <p:nvSpPr>
          <p:cNvPr id="6" name="Footer Placeholder 5">
            <a:extLst>
              <a:ext uri="{FF2B5EF4-FFF2-40B4-BE49-F238E27FC236}">
                <a16:creationId xmlns:a16="http://schemas.microsoft.com/office/drawing/2014/main" id="{8DCB4F5B-5BE2-3142-B672-2923E447D2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A23BBC-E86E-E54E-B66C-EDA6BDCFFE16}"/>
              </a:ext>
            </a:extLst>
          </p:cNvPr>
          <p:cNvSpPr>
            <a:spLocks noGrp="1"/>
          </p:cNvSpPr>
          <p:nvPr>
            <p:ph type="sldNum" sz="quarter" idx="12"/>
          </p:nvPr>
        </p:nvSpPr>
        <p:spPr/>
        <p:txBody>
          <a:bodyPr/>
          <a:lstStyle/>
          <a:p>
            <a:fld id="{9FC70737-551F-804A-8016-0B8F4A1F5012}" type="slidenum">
              <a:rPr lang="en-US" smtClean="0"/>
              <a:t>‹#›</a:t>
            </a:fld>
            <a:endParaRPr lang="en-US"/>
          </a:p>
        </p:txBody>
      </p:sp>
    </p:spTree>
    <p:extLst>
      <p:ext uri="{BB962C8B-B14F-4D97-AF65-F5344CB8AC3E}">
        <p14:creationId xmlns:p14="http://schemas.microsoft.com/office/powerpoint/2010/main" val="4217780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3DCF7-1C71-F24B-A12E-62C12F3EDD3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FDAB2A1-61B6-8841-9A38-E3BDA22C15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B22CE83-790F-5C4D-B898-BE7E7DB308F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6065B1B-C671-954F-ADF6-3FDBD597A9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D3C6143-3374-0840-B5CA-AB105D4C813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7802A04-26CF-D94F-9D50-325A8D214410}"/>
              </a:ext>
            </a:extLst>
          </p:cNvPr>
          <p:cNvSpPr>
            <a:spLocks noGrp="1"/>
          </p:cNvSpPr>
          <p:nvPr>
            <p:ph type="dt" sz="half" idx="10"/>
          </p:nvPr>
        </p:nvSpPr>
        <p:spPr/>
        <p:txBody>
          <a:bodyPr/>
          <a:lstStyle/>
          <a:p>
            <a:fld id="{A72659F3-5FF8-4F4E-B156-DED6B136AD9F}" type="datetimeFigureOut">
              <a:rPr lang="en-US" smtClean="0"/>
              <a:t>5/3/21</a:t>
            </a:fld>
            <a:endParaRPr lang="en-US"/>
          </a:p>
        </p:txBody>
      </p:sp>
      <p:sp>
        <p:nvSpPr>
          <p:cNvPr id="8" name="Footer Placeholder 7">
            <a:extLst>
              <a:ext uri="{FF2B5EF4-FFF2-40B4-BE49-F238E27FC236}">
                <a16:creationId xmlns:a16="http://schemas.microsoft.com/office/drawing/2014/main" id="{FE1156D2-9CCF-6549-BA37-23C7BA0C31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667563-9150-6F40-86B6-EE7107DADD9E}"/>
              </a:ext>
            </a:extLst>
          </p:cNvPr>
          <p:cNvSpPr>
            <a:spLocks noGrp="1"/>
          </p:cNvSpPr>
          <p:nvPr>
            <p:ph type="sldNum" sz="quarter" idx="12"/>
          </p:nvPr>
        </p:nvSpPr>
        <p:spPr/>
        <p:txBody>
          <a:bodyPr/>
          <a:lstStyle/>
          <a:p>
            <a:fld id="{9FC70737-551F-804A-8016-0B8F4A1F5012}" type="slidenum">
              <a:rPr lang="en-US" smtClean="0"/>
              <a:t>‹#›</a:t>
            </a:fld>
            <a:endParaRPr lang="en-US"/>
          </a:p>
        </p:txBody>
      </p:sp>
    </p:spTree>
    <p:extLst>
      <p:ext uri="{BB962C8B-B14F-4D97-AF65-F5344CB8AC3E}">
        <p14:creationId xmlns:p14="http://schemas.microsoft.com/office/powerpoint/2010/main" val="844414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7D074-C660-5148-BEAA-6F6BBFBB033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E966B54-A86B-2B4F-8395-092A6B090776}"/>
              </a:ext>
            </a:extLst>
          </p:cNvPr>
          <p:cNvSpPr>
            <a:spLocks noGrp="1"/>
          </p:cNvSpPr>
          <p:nvPr>
            <p:ph type="dt" sz="half" idx="10"/>
          </p:nvPr>
        </p:nvSpPr>
        <p:spPr/>
        <p:txBody>
          <a:bodyPr/>
          <a:lstStyle/>
          <a:p>
            <a:fld id="{A72659F3-5FF8-4F4E-B156-DED6B136AD9F}" type="datetimeFigureOut">
              <a:rPr lang="en-US" smtClean="0"/>
              <a:t>5/3/21</a:t>
            </a:fld>
            <a:endParaRPr lang="en-US"/>
          </a:p>
        </p:txBody>
      </p:sp>
      <p:sp>
        <p:nvSpPr>
          <p:cNvPr id="4" name="Footer Placeholder 3">
            <a:extLst>
              <a:ext uri="{FF2B5EF4-FFF2-40B4-BE49-F238E27FC236}">
                <a16:creationId xmlns:a16="http://schemas.microsoft.com/office/drawing/2014/main" id="{96DD1C27-A16E-4148-B099-492F943B73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FBB769-97B2-7C43-9310-5E532791EEDB}"/>
              </a:ext>
            </a:extLst>
          </p:cNvPr>
          <p:cNvSpPr>
            <a:spLocks noGrp="1"/>
          </p:cNvSpPr>
          <p:nvPr>
            <p:ph type="sldNum" sz="quarter" idx="12"/>
          </p:nvPr>
        </p:nvSpPr>
        <p:spPr/>
        <p:txBody>
          <a:bodyPr/>
          <a:lstStyle/>
          <a:p>
            <a:fld id="{9FC70737-551F-804A-8016-0B8F4A1F5012}" type="slidenum">
              <a:rPr lang="en-US" smtClean="0"/>
              <a:t>‹#›</a:t>
            </a:fld>
            <a:endParaRPr lang="en-US"/>
          </a:p>
        </p:txBody>
      </p:sp>
    </p:spTree>
    <p:extLst>
      <p:ext uri="{BB962C8B-B14F-4D97-AF65-F5344CB8AC3E}">
        <p14:creationId xmlns:p14="http://schemas.microsoft.com/office/powerpoint/2010/main" val="3990603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FEF5C7-3963-CB42-AB55-9067E35C23F0}"/>
              </a:ext>
            </a:extLst>
          </p:cNvPr>
          <p:cNvSpPr>
            <a:spLocks noGrp="1"/>
          </p:cNvSpPr>
          <p:nvPr>
            <p:ph type="dt" sz="half" idx="10"/>
          </p:nvPr>
        </p:nvSpPr>
        <p:spPr/>
        <p:txBody>
          <a:bodyPr/>
          <a:lstStyle/>
          <a:p>
            <a:fld id="{A72659F3-5FF8-4F4E-B156-DED6B136AD9F}" type="datetimeFigureOut">
              <a:rPr lang="en-US" smtClean="0"/>
              <a:t>5/3/21</a:t>
            </a:fld>
            <a:endParaRPr lang="en-US"/>
          </a:p>
        </p:txBody>
      </p:sp>
      <p:sp>
        <p:nvSpPr>
          <p:cNvPr id="3" name="Footer Placeholder 2">
            <a:extLst>
              <a:ext uri="{FF2B5EF4-FFF2-40B4-BE49-F238E27FC236}">
                <a16:creationId xmlns:a16="http://schemas.microsoft.com/office/drawing/2014/main" id="{1CD569FD-6230-AD47-B77C-3BD3EACEFF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48F414-7F5C-1243-9AA3-C19640539285}"/>
              </a:ext>
            </a:extLst>
          </p:cNvPr>
          <p:cNvSpPr>
            <a:spLocks noGrp="1"/>
          </p:cNvSpPr>
          <p:nvPr>
            <p:ph type="sldNum" sz="quarter" idx="12"/>
          </p:nvPr>
        </p:nvSpPr>
        <p:spPr/>
        <p:txBody>
          <a:bodyPr/>
          <a:lstStyle/>
          <a:p>
            <a:fld id="{9FC70737-551F-804A-8016-0B8F4A1F5012}" type="slidenum">
              <a:rPr lang="en-US" smtClean="0"/>
              <a:t>‹#›</a:t>
            </a:fld>
            <a:endParaRPr lang="en-US"/>
          </a:p>
        </p:txBody>
      </p:sp>
    </p:spTree>
    <p:extLst>
      <p:ext uri="{BB962C8B-B14F-4D97-AF65-F5344CB8AC3E}">
        <p14:creationId xmlns:p14="http://schemas.microsoft.com/office/powerpoint/2010/main" val="2013894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A82BC-30F8-DE40-92B4-C83D7662372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730693C-F61B-534C-867A-105F3C6906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100C5E9-0AE0-5340-8B2A-C9896069F9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067D0D1-2B12-4941-9B19-8103BB6A3534}"/>
              </a:ext>
            </a:extLst>
          </p:cNvPr>
          <p:cNvSpPr>
            <a:spLocks noGrp="1"/>
          </p:cNvSpPr>
          <p:nvPr>
            <p:ph type="dt" sz="half" idx="10"/>
          </p:nvPr>
        </p:nvSpPr>
        <p:spPr/>
        <p:txBody>
          <a:bodyPr/>
          <a:lstStyle/>
          <a:p>
            <a:fld id="{A72659F3-5FF8-4F4E-B156-DED6B136AD9F}" type="datetimeFigureOut">
              <a:rPr lang="en-US" smtClean="0"/>
              <a:t>5/3/21</a:t>
            </a:fld>
            <a:endParaRPr lang="en-US"/>
          </a:p>
        </p:txBody>
      </p:sp>
      <p:sp>
        <p:nvSpPr>
          <p:cNvPr id="6" name="Footer Placeholder 5">
            <a:extLst>
              <a:ext uri="{FF2B5EF4-FFF2-40B4-BE49-F238E27FC236}">
                <a16:creationId xmlns:a16="http://schemas.microsoft.com/office/drawing/2014/main" id="{BF176F2B-07F8-2740-A64B-FE0C0F4CEE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4E175D-648F-B740-B40C-BFFF69FE70A1}"/>
              </a:ext>
            </a:extLst>
          </p:cNvPr>
          <p:cNvSpPr>
            <a:spLocks noGrp="1"/>
          </p:cNvSpPr>
          <p:nvPr>
            <p:ph type="sldNum" sz="quarter" idx="12"/>
          </p:nvPr>
        </p:nvSpPr>
        <p:spPr/>
        <p:txBody>
          <a:bodyPr/>
          <a:lstStyle/>
          <a:p>
            <a:fld id="{9FC70737-551F-804A-8016-0B8F4A1F5012}" type="slidenum">
              <a:rPr lang="en-US" smtClean="0"/>
              <a:t>‹#›</a:t>
            </a:fld>
            <a:endParaRPr lang="en-US"/>
          </a:p>
        </p:txBody>
      </p:sp>
    </p:spTree>
    <p:extLst>
      <p:ext uri="{BB962C8B-B14F-4D97-AF65-F5344CB8AC3E}">
        <p14:creationId xmlns:p14="http://schemas.microsoft.com/office/powerpoint/2010/main" val="1548541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4FDF6-7D0A-A947-9D28-B1A75FE6F17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22B44E2-8E72-FE4C-8BC8-C177B8AE9F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0C4D32-1703-3040-8D3F-688962AAC3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B63EBA5-83EB-984E-B7F4-5B4CA9353FAD}"/>
              </a:ext>
            </a:extLst>
          </p:cNvPr>
          <p:cNvSpPr>
            <a:spLocks noGrp="1"/>
          </p:cNvSpPr>
          <p:nvPr>
            <p:ph type="dt" sz="half" idx="10"/>
          </p:nvPr>
        </p:nvSpPr>
        <p:spPr/>
        <p:txBody>
          <a:bodyPr/>
          <a:lstStyle/>
          <a:p>
            <a:fld id="{A72659F3-5FF8-4F4E-B156-DED6B136AD9F}" type="datetimeFigureOut">
              <a:rPr lang="en-US" smtClean="0"/>
              <a:t>5/3/21</a:t>
            </a:fld>
            <a:endParaRPr lang="en-US"/>
          </a:p>
        </p:txBody>
      </p:sp>
      <p:sp>
        <p:nvSpPr>
          <p:cNvPr id="6" name="Footer Placeholder 5">
            <a:extLst>
              <a:ext uri="{FF2B5EF4-FFF2-40B4-BE49-F238E27FC236}">
                <a16:creationId xmlns:a16="http://schemas.microsoft.com/office/drawing/2014/main" id="{A00654E6-9FB6-4D4A-8C04-6783675AD9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A0A5E7-BDF0-744F-B638-69202AB689AB}"/>
              </a:ext>
            </a:extLst>
          </p:cNvPr>
          <p:cNvSpPr>
            <a:spLocks noGrp="1"/>
          </p:cNvSpPr>
          <p:nvPr>
            <p:ph type="sldNum" sz="quarter" idx="12"/>
          </p:nvPr>
        </p:nvSpPr>
        <p:spPr/>
        <p:txBody>
          <a:bodyPr/>
          <a:lstStyle/>
          <a:p>
            <a:fld id="{9FC70737-551F-804A-8016-0B8F4A1F5012}" type="slidenum">
              <a:rPr lang="en-US" smtClean="0"/>
              <a:t>‹#›</a:t>
            </a:fld>
            <a:endParaRPr lang="en-US"/>
          </a:p>
        </p:txBody>
      </p:sp>
    </p:spTree>
    <p:extLst>
      <p:ext uri="{BB962C8B-B14F-4D97-AF65-F5344CB8AC3E}">
        <p14:creationId xmlns:p14="http://schemas.microsoft.com/office/powerpoint/2010/main" val="3030788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5FE59-0A61-844A-AB97-4CA6B77FDBDC}"/>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CCF6AD7-8EE6-A041-96FD-A70B25CFA09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8220CDF-EE33-9E4A-983C-17B16EBBA77C}"/>
              </a:ext>
            </a:extLst>
          </p:cNvPr>
          <p:cNvSpPr>
            <a:spLocks noGrp="1"/>
          </p:cNvSpPr>
          <p:nvPr>
            <p:ph type="dt" sz="half" idx="10"/>
          </p:nvPr>
        </p:nvSpPr>
        <p:spPr/>
        <p:txBody>
          <a:bodyPr/>
          <a:lstStyle/>
          <a:p>
            <a:fld id="{A72659F3-5FF8-4F4E-B156-DED6B136AD9F}" type="datetimeFigureOut">
              <a:rPr lang="en-US" smtClean="0"/>
              <a:t>5/3/21</a:t>
            </a:fld>
            <a:endParaRPr lang="en-US"/>
          </a:p>
        </p:txBody>
      </p:sp>
      <p:sp>
        <p:nvSpPr>
          <p:cNvPr id="5" name="Footer Placeholder 4">
            <a:extLst>
              <a:ext uri="{FF2B5EF4-FFF2-40B4-BE49-F238E27FC236}">
                <a16:creationId xmlns:a16="http://schemas.microsoft.com/office/drawing/2014/main" id="{153C9290-7186-4C45-A8B3-2C89E38F8B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883D44-7F8F-FA4F-9EFC-451211B6F865}"/>
              </a:ext>
            </a:extLst>
          </p:cNvPr>
          <p:cNvSpPr>
            <a:spLocks noGrp="1"/>
          </p:cNvSpPr>
          <p:nvPr>
            <p:ph type="sldNum" sz="quarter" idx="12"/>
          </p:nvPr>
        </p:nvSpPr>
        <p:spPr/>
        <p:txBody>
          <a:bodyPr/>
          <a:lstStyle/>
          <a:p>
            <a:fld id="{9FC70737-551F-804A-8016-0B8F4A1F5012}" type="slidenum">
              <a:rPr lang="en-US" smtClean="0"/>
              <a:t>‹#›</a:t>
            </a:fld>
            <a:endParaRPr lang="en-US"/>
          </a:p>
        </p:txBody>
      </p:sp>
    </p:spTree>
    <p:extLst>
      <p:ext uri="{BB962C8B-B14F-4D97-AF65-F5344CB8AC3E}">
        <p14:creationId xmlns:p14="http://schemas.microsoft.com/office/powerpoint/2010/main" val="807659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AAA2CC-0FFF-9C4C-BDF3-757F7685D21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BF5AED-B1CC-354E-B161-5CFF89A9C34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53D996-5FDD-2748-A08A-9C410B285AE0}"/>
              </a:ext>
            </a:extLst>
          </p:cNvPr>
          <p:cNvSpPr>
            <a:spLocks noGrp="1"/>
          </p:cNvSpPr>
          <p:nvPr>
            <p:ph type="dt" sz="half" idx="10"/>
          </p:nvPr>
        </p:nvSpPr>
        <p:spPr/>
        <p:txBody>
          <a:bodyPr/>
          <a:lstStyle/>
          <a:p>
            <a:fld id="{A72659F3-5FF8-4F4E-B156-DED6B136AD9F}" type="datetimeFigureOut">
              <a:rPr lang="en-US" smtClean="0"/>
              <a:t>5/3/21</a:t>
            </a:fld>
            <a:endParaRPr lang="en-US"/>
          </a:p>
        </p:txBody>
      </p:sp>
      <p:sp>
        <p:nvSpPr>
          <p:cNvPr id="5" name="Footer Placeholder 4">
            <a:extLst>
              <a:ext uri="{FF2B5EF4-FFF2-40B4-BE49-F238E27FC236}">
                <a16:creationId xmlns:a16="http://schemas.microsoft.com/office/drawing/2014/main" id="{4D20FC4D-6209-7047-AD00-F2828CC5FE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065E8-8052-F04F-B9EB-07810B060F76}"/>
              </a:ext>
            </a:extLst>
          </p:cNvPr>
          <p:cNvSpPr>
            <a:spLocks noGrp="1"/>
          </p:cNvSpPr>
          <p:nvPr>
            <p:ph type="sldNum" sz="quarter" idx="12"/>
          </p:nvPr>
        </p:nvSpPr>
        <p:spPr/>
        <p:txBody>
          <a:bodyPr/>
          <a:lstStyle/>
          <a:p>
            <a:fld id="{9FC70737-551F-804A-8016-0B8F4A1F5012}" type="slidenum">
              <a:rPr lang="en-US" smtClean="0"/>
              <a:t>‹#›</a:t>
            </a:fld>
            <a:endParaRPr lang="en-US"/>
          </a:p>
        </p:txBody>
      </p:sp>
    </p:spTree>
    <p:extLst>
      <p:ext uri="{BB962C8B-B14F-4D97-AF65-F5344CB8AC3E}">
        <p14:creationId xmlns:p14="http://schemas.microsoft.com/office/powerpoint/2010/main" val="2117376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FB2939-3435-1E43-BFA5-03E4F416D7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4B9ACFE-49E0-D443-9634-7510FB2055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24F1B9-34B6-4F49-B0F9-C019F29909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2659F3-5FF8-4F4E-B156-DED6B136AD9F}" type="datetimeFigureOut">
              <a:rPr lang="en-US" smtClean="0"/>
              <a:t>5/3/21</a:t>
            </a:fld>
            <a:endParaRPr lang="en-US"/>
          </a:p>
        </p:txBody>
      </p:sp>
      <p:sp>
        <p:nvSpPr>
          <p:cNvPr id="5" name="Footer Placeholder 4">
            <a:extLst>
              <a:ext uri="{FF2B5EF4-FFF2-40B4-BE49-F238E27FC236}">
                <a16:creationId xmlns:a16="http://schemas.microsoft.com/office/drawing/2014/main" id="{52A9255D-6069-EF40-B2F2-6964A3DB52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0B8C602-6758-8C45-9E8A-9A0932FCBF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C70737-551F-804A-8016-0B8F4A1F5012}" type="slidenum">
              <a:rPr lang="en-US" smtClean="0"/>
              <a:t>‹#›</a:t>
            </a:fld>
            <a:endParaRPr lang="en-US"/>
          </a:p>
        </p:txBody>
      </p:sp>
    </p:spTree>
    <p:extLst>
      <p:ext uri="{BB962C8B-B14F-4D97-AF65-F5344CB8AC3E}">
        <p14:creationId xmlns:p14="http://schemas.microsoft.com/office/powerpoint/2010/main" val="2738855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D621E-5C8F-9F4C-934D-64A47ED5768F}"/>
              </a:ext>
            </a:extLst>
          </p:cNvPr>
          <p:cNvSpPr>
            <a:spLocks noGrp="1"/>
          </p:cNvSpPr>
          <p:nvPr>
            <p:ph type="ctrTitle"/>
          </p:nvPr>
        </p:nvSpPr>
        <p:spPr/>
        <p:txBody>
          <a:bodyPr/>
          <a:lstStyle/>
          <a:p>
            <a:r>
              <a:rPr lang="en-US" dirty="0"/>
              <a:t>The Ten Commandments </a:t>
            </a:r>
          </a:p>
        </p:txBody>
      </p:sp>
      <p:sp>
        <p:nvSpPr>
          <p:cNvPr id="3" name="Subtitle 2">
            <a:extLst>
              <a:ext uri="{FF2B5EF4-FFF2-40B4-BE49-F238E27FC236}">
                <a16:creationId xmlns:a16="http://schemas.microsoft.com/office/drawing/2014/main" id="{65E7F4FD-70C4-574E-A382-A8E21D926601}"/>
              </a:ext>
            </a:extLst>
          </p:cNvPr>
          <p:cNvSpPr>
            <a:spLocks noGrp="1"/>
          </p:cNvSpPr>
          <p:nvPr>
            <p:ph type="subTitle" idx="1"/>
          </p:nvPr>
        </p:nvSpPr>
        <p:spPr/>
        <p:txBody>
          <a:bodyPr/>
          <a:lstStyle/>
          <a:p>
            <a:r>
              <a:rPr lang="en-US" dirty="0"/>
              <a:t>Cult</a:t>
            </a:r>
          </a:p>
        </p:txBody>
      </p:sp>
    </p:spTree>
    <p:extLst>
      <p:ext uri="{BB962C8B-B14F-4D97-AF65-F5344CB8AC3E}">
        <p14:creationId xmlns:p14="http://schemas.microsoft.com/office/powerpoint/2010/main" val="378069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5A005-1987-144D-B408-BD8A6BB506B1}"/>
              </a:ext>
            </a:extLst>
          </p:cNvPr>
          <p:cNvSpPr>
            <a:spLocks noGrp="1"/>
          </p:cNvSpPr>
          <p:nvPr>
            <p:ph type="title"/>
          </p:nvPr>
        </p:nvSpPr>
        <p:spPr/>
        <p:txBody>
          <a:bodyPr/>
          <a:lstStyle/>
          <a:p>
            <a:r>
              <a:rPr lang="en-US" dirty="0"/>
              <a:t>How was the Ten Commandments of God founded </a:t>
            </a:r>
          </a:p>
        </p:txBody>
      </p:sp>
      <p:sp>
        <p:nvSpPr>
          <p:cNvPr id="3" name="Content Placeholder 2">
            <a:extLst>
              <a:ext uri="{FF2B5EF4-FFF2-40B4-BE49-F238E27FC236}">
                <a16:creationId xmlns:a16="http://schemas.microsoft.com/office/drawing/2014/main" id="{73C9E026-96F0-FA41-AF51-92CD29B5D963}"/>
              </a:ext>
            </a:extLst>
          </p:cNvPr>
          <p:cNvSpPr>
            <a:spLocks noGrp="1"/>
          </p:cNvSpPr>
          <p:nvPr>
            <p:ph idx="1"/>
          </p:nvPr>
        </p:nvSpPr>
        <p:spPr/>
        <p:txBody>
          <a:bodyPr>
            <a:normAutofit fontScale="77500" lnSpcReduction="20000"/>
          </a:bodyPr>
          <a:lstStyle/>
          <a:p>
            <a:r>
              <a:rPr lang="en-US" dirty="0"/>
              <a:t>The Movement for the Restoration of the Ten Commandments of God was a religious movement.</a:t>
            </a:r>
          </a:p>
          <a:p>
            <a:r>
              <a:rPr lang="en-US" dirty="0"/>
              <a:t>The earliest origins of the movement have been traced back to </a:t>
            </a:r>
            <a:r>
              <a:rPr lang="en-US" dirty="0" err="1"/>
              <a:t>Credonia</a:t>
            </a:r>
            <a:r>
              <a:rPr lang="en-US" dirty="0"/>
              <a:t> </a:t>
            </a:r>
            <a:r>
              <a:rPr lang="en-US" dirty="0" err="1"/>
              <a:t>Mwerinda’s</a:t>
            </a:r>
            <a:r>
              <a:rPr lang="en-US" dirty="0"/>
              <a:t> father Paolo </a:t>
            </a:r>
            <a:r>
              <a:rPr lang="en-US" dirty="0" err="1"/>
              <a:t>Kashaku</a:t>
            </a:r>
            <a:r>
              <a:rPr lang="en-US" dirty="0"/>
              <a:t>. In 1960 he claimed to have had a vision of his deceased daughter Evangelista, who told him that he would have visions of heaven. </a:t>
            </a:r>
          </a:p>
          <a:p>
            <a:r>
              <a:rPr lang="en-US" dirty="0"/>
              <a:t>This prediction passed in 1988, when he saw Jesus Christ, the Virgin Mary, and Saint Joseph. His daughter </a:t>
            </a:r>
            <a:r>
              <a:rPr lang="en-US" dirty="0" err="1"/>
              <a:t>Credonia</a:t>
            </a:r>
            <a:r>
              <a:rPr lang="en-US" dirty="0"/>
              <a:t> also had similar visions and was involved in a Virgin Cult. </a:t>
            </a:r>
          </a:p>
          <a:p>
            <a:r>
              <a:rPr lang="en-US" dirty="0"/>
              <a:t>In 1989 </a:t>
            </a:r>
            <a:r>
              <a:rPr lang="en-US" dirty="0" err="1"/>
              <a:t>Kashuaku</a:t>
            </a:r>
            <a:r>
              <a:rPr lang="en-US" dirty="0"/>
              <a:t> instructed her to spread the message across Uganda on the orders of the Virgin Mary. In that year she would meet Joseph </a:t>
            </a:r>
            <a:r>
              <a:rPr lang="en-US" dirty="0" err="1"/>
              <a:t>Kibweteere</a:t>
            </a:r>
            <a:r>
              <a:rPr lang="en-US" dirty="0"/>
              <a:t> and tell him of their communications.</a:t>
            </a:r>
          </a:p>
          <a:p>
            <a:r>
              <a:rPr lang="en-US" dirty="0"/>
              <a:t>In 1989 the two met and formed the Movement for the Restoration of the Ten Commandments of God, with the mission to spread the Virgin’s message about the apocalypse. The group grew rapidly and also attracted several defrocked Catholic priests and nuns who worked ass theologians, rationalizing messaged from the leadership. Two of the arrivals were the excommunication priests Pail </a:t>
            </a:r>
            <a:r>
              <a:rPr lang="en-US" dirty="0" err="1"/>
              <a:t>Ikazire</a:t>
            </a:r>
            <a:r>
              <a:rPr lang="en-US" dirty="0"/>
              <a:t> and Dominic </a:t>
            </a:r>
            <a:r>
              <a:rPr lang="en-US" dirty="0" err="1"/>
              <a:t>Kataibabo</a:t>
            </a:r>
            <a:endParaRPr lang="en-US" dirty="0"/>
          </a:p>
        </p:txBody>
      </p:sp>
    </p:spTree>
    <p:extLst>
      <p:ext uri="{BB962C8B-B14F-4D97-AF65-F5344CB8AC3E}">
        <p14:creationId xmlns:p14="http://schemas.microsoft.com/office/powerpoint/2010/main" val="1706876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C03AC-11D3-A544-8800-EBD4B8C3BBA8}"/>
              </a:ext>
            </a:extLst>
          </p:cNvPr>
          <p:cNvSpPr>
            <a:spLocks noGrp="1"/>
          </p:cNvSpPr>
          <p:nvPr>
            <p:ph type="title"/>
          </p:nvPr>
        </p:nvSpPr>
        <p:spPr/>
        <p:txBody>
          <a:bodyPr/>
          <a:lstStyle/>
          <a:p>
            <a:r>
              <a:rPr lang="en-US" dirty="0"/>
              <a:t>How did the Cult grow</a:t>
            </a:r>
          </a:p>
        </p:txBody>
      </p:sp>
      <p:sp>
        <p:nvSpPr>
          <p:cNvPr id="3" name="Content Placeholder 2">
            <a:extLst>
              <a:ext uri="{FF2B5EF4-FFF2-40B4-BE49-F238E27FC236}">
                <a16:creationId xmlns:a16="http://schemas.microsoft.com/office/drawing/2014/main" id="{EDD6B5A2-8A7F-1945-927B-6B9DB75F79F6}"/>
              </a:ext>
            </a:extLst>
          </p:cNvPr>
          <p:cNvSpPr>
            <a:spLocks noGrp="1"/>
          </p:cNvSpPr>
          <p:nvPr>
            <p:ph idx="1"/>
          </p:nvPr>
        </p:nvSpPr>
        <p:spPr/>
        <p:txBody>
          <a:bodyPr>
            <a:normAutofit fontScale="85000" lnSpcReduction="20000"/>
          </a:bodyPr>
          <a:lstStyle/>
          <a:p>
            <a:r>
              <a:rPr lang="en-US" dirty="0"/>
              <a:t>The sect grew in importance with the arrival of Dominic </a:t>
            </a:r>
            <a:r>
              <a:rPr lang="en-US" dirty="0" err="1"/>
              <a:t>Kataribabo</a:t>
            </a:r>
            <a:r>
              <a:rPr lang="en-US" dirty="0"/>
              <a:t>, a respected and </a:t>
            </a:r>
            <a:r>
              <a:rPr lang="en-US" dirty="0" err="1"/>
              <a:t>populat</a:t>
            </a:r>
            <a:r>
              <a:rPr lang="en-US" dirty="0"/>
              <a:t> priest with a PhD from a University in the USA.</a:t>
            </a:r>
          </a:p>
          <a:p>
            <a:r>
              <a:rPr lang="en-US" dirty="0"/>
              <a:t>In order to obtain more funds for the increasing number of disciples, </a:t>
            </a:r>
            <a:r>
              <a:rPr lang="en-US" dirty="0" err="1"/>
              <a:t>Kibweteere</a:t>
            </a:r>
            <a:r>
              <a:rPr lang="en-US" dirty="0"/>
              <a:t> sold his three other properties, car and </a:t>
            </a:r>
            <a:r>
              <a:rPr lang="en-US" dirty="0" err="1"/>
              <a:t>miling</a:t>
            </a:r>
            <a:r>
              <a:rPr lang="en-US" dirty="0"/>
              <a:t> machine. </a:t>
            </a:r>
          </a:p>
          <a:p>
            <a:r>
              <a:rPr lang="en-US" dirty="0"/>
              <a:t>By the late 1900s, the church had grown into a thriving community, set in pineapple and banana plantations. Member </a:t>
            </a:r>
            <a:r>
              <a:rPr lang="en-US" dirty="0" err="1"/>
              <a:t>slived</a:t>
            </a:r>
            <a:r>
              <a:rPr lang="en-US" dirty="0"/>
              <a:t> communally on land bought by pooling their assets, which they sold when they joined the movement. </a:t>
            </a:r>
          </a:p>
          <a:p>
            <a:r>
              <a:rPr lang="en-US" dirty="0"/>
              <a:t>In western Uganda they built houses for recruitment, indoctrination and worship and a primary school.</a:t>
            </a:r>
          </a:p>
          <a:p>
            <a:r>
              <a:rPr lang="en-US" dirty="0"/>
              <a:t>By 1997, according to a filing with the government, the Movement’s membership was listed at nearly 5,000 people. In 1998, the Ugandan press reported that the Movement had ben shut down for unsanitary conditions, use of child labor and possibly kidnapping children, but the sect was </a:t>
            </a:r>
            <a:r>
              <a:rPr lang="en-US" dirty="0" err="1"/>
              <a:t>appwed</a:t>
            </a:r>
            <a:r>
              <a:rPr lang="en-US" dirty="0"/>
              <a:t> to reopen by the government.</a:t>
            </a:r>
          </a:p>
          <a:p>
            <a:endParaRPr lang="en-US" dirty="0"/>
          </a:p>
        </p:txBody>
      </p:sp>
    </p:spTree>
    <p:extLst>
      <p:ext uri="{BB962C8B-B14F-4D97-AF65-F5344CB8AC3E}">
        <p14:creationId xmlns:p14="http://schemas.microsoft.com/office/powerpoint/2010/main" val="143741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10359-EE84-6D4B-9775-D494AA3E95BD}"/>
              </a:ext>
            </a:extLst>
          </p:cNvPr>
          <p:cNvSpPr>
            <a:spLocks noGrp="1"/>
          </p:cNvSpPr>
          <p:nvPr>
            <p:ph type="title"/>
          </p:nvPr>
        </p:nvSpPr>
        <p:spPr/>
        <p:txBody>
          <a:bodyPr/>
          <a:lstStyle/>
          <a:p>
            <a:r>
              <a:rPr lang="en-US" dirty="0"/>
              <a:t>What was the Ten Commandments aim</a:t>
            </a:r>
          </a:p>
        </p:txBody>
      </p:sp>
      <p:sp>
        <p:nvSpPr>
          <p:cNvPr id="3" name="Content Placeholder 2">
            <a:extLst>
              <a:ext uri="{FF2B5EF4-FFF2-40B4-BE49-F238E27FC236}">
                <a16:creationId xmlns:a16="http://schemas.microsoft.com/office/drawing/2014/main" id="{BB6DB1ED-1D2E-8646-B404-203FC6EF594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31994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1582</TotalTime>
  <Words>388</Words>
  <Application>Microsoft Macintosh PowerPoint</Application>
  <PresentationFormat>Widescreen</PresentationFormat>
  <Paragraphs>15</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The Ten Commandments </vt:lpstr>
      <vt:lpstr>How was the Ten Commandments of God founded </vt:lpstr>
      <vt:lpstr>How did the Cult grow</vt:lpstr>
      <vt:lpstr>What was the Ten Commandments aim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Ten Commandments </dc:title>
  <dc:creator>DAVEY Sarah [Joseph Banks Secondary College]</dc:creator>
  <cp:lastModifiedBy>DAVEY Sarah [Joseph Banks Secondary College]</cp:lastModifiedBy>
  <cp:revision>3</cp:revision>
  <dcterms:created xsi:type="dcterms:W3CDTF">2021-05-03T07:03:23Z</dcterms:created>
  <dcterms:modified xsi:type="dcterms:W3CDTF">2021-05-04T09:25:39Z</dcterms:modified>
</cp:coreProperties>
</file>