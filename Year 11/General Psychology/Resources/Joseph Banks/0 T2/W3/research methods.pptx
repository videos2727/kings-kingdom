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4"/>
  </p:notesMasterIdLst>
  <p:sldIdLst>
    <p:sldId id="262" r:id="rId3"/>
    <p:sldId id="263" r:id="rId4"/>
    <p:sldId id="403" r:id="rId5"/>
    <p:sldId id="359" r:id="rId6"/>
    <p:sldId id="415" r:id="rId7"/>
    <p:sldId id="400" r:id="rId8"/>
    <p:sldId id="401" r:id="rId9"/>
    <p:sldId id="360" r:id="rId10"/>
    <p:sldId id="407" r:id="rId11"/>
    <p:sldId id="411" r:id="rId12"/>
    <p:sldId id="375" r:id="rId13"/>
    <p:sldId id="408" r:id="rId14"/>
    <p:sldId id="409" r:id="rId15"/>
    <p:sldId id="410" r:id="rId16"/>
    <p:sldId id="414" r:id="rId17"/>
    <p:sldId id="416" r:id="rId18"/>
    <p:sldId id="417" r:id="rId19"/>
    <p:sldId id="418" r:id="rId20"/>
    <p:sldId id="419" r:id="rId21"/>
    <p:sldId id="420" r:id="rId22"/>
    <p:sldId id="3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43"/>
  </p:normalViewPr>
  <p:slideViewPr>
    <p:cSldViewPr snapToGrid="0" snapToObjects="1">
      <p:cViewPr>
        <p:scale>
          <a:sx n="93" d="100"/>
          <a:sy n="93" d="100"/>
        </p:scale>
        <p:origin x="14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9138D8-3A07-474D-96C3-79FB6520C9A0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560F4A0-7801-5E43-8A6B-B7F8260CC3C3}">
      <dgm:prSet phldrT="[Text]"/>
      <dgm:spPr/>
      <dgm:t>
        <a:bodyPr/>
        <a:lstStyle/>
        <a:p>
          <a:r>
            <a:rPr lang="en-GB" dirty="0"/>
            <a:t>Dispersion</a:t>
          </a:r>
        </a:p>
      </dgm:t>
    </dgm:pt>
    <dgm:pt modelId="{F6F04413-1E73-0C49-85E1-DEB0979730C4}" type="parTrans" cxnId="{10034EDF-89F0-244D-AB97-ADCBEF6BC7CC}">
      <dgm:prSet/>
      <dgm:spPr/>
      <dgm:t>
        <a:bodyPr/>
        <a:lstStyle/>
        <a:p>
          <a:endParaRPr lang="en-GB"/>
        </a:p>
      </dgm:t>
    </dgm:pt>
    <dgm:pt modelId="{94FC684B-4B17-2B43-80C4-CE4613BE6B27}" type="sibTrans" cxnId="{10034EDF-89F0-244D-AB97-ADCBEF6BC7CC}">
      <dgm:prSet/>
      <dgm:spPr/>
      <dgm:t>
        <a:bodyPr/>
        <a:lstStyle/>
        <a:p>
          <a:endParaRPr lang="en-GB"/>
        </a:p>
      </dgm:t>
    </dgm:pt>
    <dgm:pt modelId="{9A52F72D-3226-884F-89D8-333DF5474686}">
      <dgm:prSet phldrT="[Text]" custT="1"/>
      <dgm:spPr/>
      <dgm:t>
        <a:bodyPr/>
        <a:lstStyle/>
        <a:p>
          <a:r>
            <a:rPr lang="en-GB" sz="3200" dirty="0"/>
            <a:t>Range</a:t>
          </a:r>
          <a:r>
            <a:rPr lang="en-GB" sz="3600" dirty="0"/>
            <a:t> </a:t>
          </a:r>
        </a:p>
      </dgm:t>
    </dgm:pt>
    <dgm:pt modelId="{E12C6A8E-AC4D-B246-BABE-A446C479C70B}" type="parTrans" cxnId="{79C2529B-5DF7-3548-896A-50FA6FB11051}">
      <dgm:prSet/>
      <dgm:spPr/>
      <dgm:t>
        <a:bodyPr/>
        <a:lstStyle/>
        <a:p>
          <a:endParaRPr lang="en-GB"/>
        </a:p>
      </dgm:t>
    </dgm:pt>
    <dgm:pt modelId="{06524803-DAB8-2444-BDB3-FBFEE0B6BF72}" type="sibTrans" cxnId="{79C2529B-5DF7-3548-896A-50FA6FB11051}">
      <dgm:prSet/>
      <dgm:spPr/>
      <dgm:t>
        <a:bodyPr/>
        <a:lstStyle/>
        <a:p>
          <a:endParaRPr lang="en-GB"/>
        </a:p>
      </dgm:t>
    </dgm:pt>
    <dgm:pt modelId="{63542BEB-6916-9345-8863-63BB4840437B}">
      <dgm:prSet phldrT="[Text]" custT="1"/>
      <dgm:spPr/>
      <dgm:t>
        <a:bodyPr/>
        <a:lstStyle/>
        <a:p>
          <a:r>
            <a:rPr lang="en-GB" sz="3200" dirty="0"/>
            <a:t>Standard Deviation</a:t>
          </a:r>
        </a:p>
      </dgm:t>
    </dgm:pt>
    <dgm:pt modelId="{A02EE0E9-C9CB-8D46-95C4-1AE5BCAAE81A}" type="parTrans" cxnId="{C6493A79-614B-AF4F-AAC1-BF2101E226BA}">
      <dgm:prSet/>
      <dgm:spPr/>
      <dgm:t>
        <a:bodyPr/>
        <a:lstStyle/>
        <a:p>
          <a:endParaRPr lang="en-GB"/>
        </a:p>
      </dgm:t>
    </dgm:pt>
    <dgm:pt modelId="{BFB6AA98-9B95-9F41-9E50-2B601E6C54C5}" type="sibTrans" cxnId="{C6493A79-614B-AF4F-AAC1-BF2101E226BA}">
      <dgm:prSet/>
      <dgm:spPr/>
      <dgm:t>
        <a:bodyPr/>
        <a:lstStyle/>
        <a:p>
          <a:endParaRPr lang="en-GB"/>
        </a:p>
      </dgm:t>
    </dgm:pt>
    <dgm:pt modelId="{50574845-7507-1241-BA56-EC8740858BBF}" type="pres">
      <dgm:prSet presAssocID="{869138D8-3A07-474D-96C3-79FB6520C9A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1C7DDE-5AFD-5E42-B39B-7AB11C0EC5C5}" type="pres">
      <dgm:prSet presAssocID="{A560F4A0-7801-5E43-8A6B-B7F8260CC3C3}" presName="hierRoot1" presStyleCnt="0">
        <dgm:presLayoutVars>
          <dgm:hierBranch val="init"/>
        </dgm:presLayoutVars>
      </dgm:prSet>
      <dgm:spPr/>
    </dgm:pt>
    <dgm:pt modelId="{C5614A46-6AF8-504B-BC9A-FC49A535D87F}" type="pres">
      <dgm:prSet presAssocID="{A560F4A0-7801-5E43-8A6B-B7F8260CC3C3}" presName="rootComposite1" presStyleCnt="0"/>
      <dgm:spPr/>
    </dgm:pt>
    <dgm:pt modelId="{41AF88B8-9D41-7049-96A8-4A1CB5854B3C}" type="pres">
      <dgm:prSet presAssocID="{A560F4A0-7801-5E43-8A6B-B7F8260CC3C3}" presName="rootText1" presStyleLbl="node0" presStyleIdx="0" presStyleCnt="1">
        <dgm:presLayoutVars>
          <dgm:chPref val="3"/>
        </dgm:presLayoutVars>
      </dgm:prSet>
      <dgm:spPr/>
    </dgm:pt>
    <dgm:pt modelId="{93B20D62-EE61-0C40-A142-F0DD5C3758E8}" type="pres">
      <dgm:prSet presAssocID="{A560F4A0-7801-5E43-8A6B-B7F8260CC3C3}" presName="rootConnector1" presStyleLbl="node1" presStyleIdx="0" presStyleCnt="0"/>
      <dgm:spPr/>
    </dgm:pt>
    <dgm:pt modelId="{D2C88B3B-E7C1-314A-B801-40A198FE7D5D}" type="pres">
      <dgm:prSet presAssocID="{A560F4A0-7801-5E43-8A6B-B7F8260CC3C3}" presName="hierChild2" presStyleCnt="0"/>
      <dgm:spPr/>
    </dgm:pt>
    <dgm:pt modelId="{7599320E-EF69-9F43-A653-C7D0FD59698D}" type="pres">
      <dgm:prSet presAssocID="{E12C6A8E-AC4D-B246-BABE-A446C479C70B}" presName="Name37" presStyleLbl="parChTrans1D2" presStyleIdx="0" presStyleCnt="2"/>
      <dgm:spPr/>
    </dgm:pt>
    <dgm:pt modelId="{843E3B00-AAC6-C54D-A73A-6C32A437E6FC}" type="pres">
      <dgm:prSet presAssocID="{9A52F72D-3226-884F-89D8-333DF5474686}" presName="hierRoot2" presStyleCnt="0">
        <dgm:presLayoutVars>
          <dgm:hierBranch val="init"/>
        </dgm:presLayoutVars>
      </dgm:prSet>
      <dgm:spPr/>
    </dgm:pt>
    <dgm:pt modelId="{3EE6D68F-343F-A748-BBEA-E4675FB1E835}" type="pres">
      <dgm:prSet presAssocID="{9A52F72D-3226-884F-89D8-333DF5474686}" presName="rootComposite" presStyleCnt="0"/>
      <dgm:spPr/>
    </dgm:pt>
    <dgm:pt modelId="{E199B93D-D388-4F46-9D95-BF527542C1D9}" type="pres">
      <dgm:prSet presAssocID="{9A52F72D-3226-884F-89D8-333DF5474686}" presName="rootText" presStyleLbl="node2" presStyleIdx="0" presStyleCnt="2">
        <dgm:presLayoutVars>
          <dgm:chPref val="3"/>
        </dgm:presLayoutVars>
      </dgm:prSet>
      <dgm:spPr/>
    </dgm:pt>
    <dgm:pt modelId="{6969A459-AAB6-1449-9922-D3BA8560EF21}" type="pres">
      <dgm:prSet presAssocID="{9A52F72D-3226-884F-89D8-333DF5474686}" presName="rootConnector" presStyleLbl="node2" presStyleIdx="0" presStyleCnt="2"/>
      <dgm:spPr/>
    </dgm:pt>
    <dgm:pt modelId="{95293DD9-F7F2-A948-99E9-B7F63270D109}" type="pres">
      <dgm:prSet presAssocID="{9A52F72D-3226-884F-89D8-333DF5474686}" presName="hierChild4" presStyleCnt="0"/>
      <dgm:spPr/>
    </dgm:pt>
    <dgm:pt modelId="{B104FCCB-6D02-C844-B71D-26CF963FDA09}" type="pres">
      <dgm:prSet presAssocID="{9A52F72D-3226-884F-89D8-333DF5474686}" presName="hierChild5" presStyleCnt="0"/>
      <dgm:spPr/>
    </dgm:pt>
    <dgm:pt modelId="{B1A792D5-495E-D54A-9BA5-43680542FF6F}" type="pres">
      <dgm:prSet presAssocID="{A02EE0E9-C9CB-8D46-95C4-1AE5BCAAE81A}" presName="Name37" presStyleLbl="parChTrans1D2" presStyleIdx="1" presStyleCnt="2"/>
      <dgm:spPr/>
    </dgm:pt>
    <dgm:pt modelId="{781BB4C8-54AF-6949-B4D0-0FDFEE1EBDA7}" type="pres">
      <dgm:prSet presAssocID="{63542BEB-6916-9345-8863-63BB4840437B}" presName="hierRoot2" presStyleCnt="0">
        <dgm:presLayoutVars>
          <dgm:hierBranch val="init"/>
        </dgm:presLayoutVars>
      </dgm:prSet>
      <dgm:spPr/>
    </dgm:pt>
    <dgm:pt modelId="{A965E68C-044B-DB4E-830D-6C3FBB0CE629}" type="pres">
      <dgm:prSet presAssocID="{63542BEB-6916-9345-8863-63BB4840437B}" presName="rootComposite" presStyleCnt="0"/>
      <dgm:spPr/>
    </dgm:pt>
    <dgm:pt modelId="{B04F2C96-CF0E-3C44-990D-7BAA996E1C37}" type="pres">
      <dgm:prSet presAssocID="{63542BEB-6916-9345-8863-63BB4840437B}" presName="rootText" presStyleLbl="node2" presStyleIdx="1" presStyleCnt="2">
        <dgm:presLayoutVars>
          <dgm:chPref val="3"/>
        </dgm:presLayoutVars>
      </dgm:prSet>
      <dgm:spPr/>
    </dgm:pt>
    <dgm:pt modelId="{2E19583E-2F64-0047-9109-6AAA987EA744}" type="pres">
      <dgm:prSet presAssocID="{63542BEB-6916-9345-8863-63BB4840437B}" presName="rootConnector" presStyleLbl="node2" presStyleIdx="1" presStyleCnt="2"/>
      <dgm:spPr/>
    </dgm:pt>
    <dgm:pt modelId="{82BA1045-1252-AF4A-B14A-A7D6ECA0C085}" type="pres">
      <dgm:prSet presAssocID="{63542BEB-6916-9345-8863-63BB4840437B}" presName="hierChild4" presStyleCnt="0"/>
      <dgm:spPr/>
    </dgm:pt>
    <dgm:pt modelId="{1E39389A-5269-8E43-8F0B-8EB7FBA93819}" type="pres">
      <dgm:prSet presAssocID="{63542BEB-6916-9345-8863-63BB4840437B}" presName="hierChild5" presStyleCnt="0"/>
      <dgm:spPr/>
    </dgm:pt>
    <dgm:pt modelId="{CCB3BC56-D110-FE44-A8AF-C218C42E8415}" type="pres">
      <dgm:prSet presAssocID="{A560F4A0-7801-5E43-8A6B-B7F8260CC3C3}" presName="hierChild3" presStyleCnt="0"/>
      <dgm:spPr/>
    </dgm:pt>
  </dgm:ptLst>
  <dgm:cxnLst>
    <dgm:cxn modelId="{8B28CB03-D824-AF40-B68A-336C1C4476DA}" type="presOf" srcId="{E12C6A8E-AC4D-B246-BABE-A446C479C70B}" destId="{7599320E-EF69-9F43-A653-C7D0FD59698D}" srcOrd="0" destOrd="0" presId="urn:microsoft.com/office/officeart/2005/8/layout/orgChart1"/>
    <dgm:cxn modelId="{DE01420D-4D85-AC43-9CC1-5FED036A3909}" type="presOf" srcId="{A02EE0E9-C9CB-8D46-95C4-1AE5BCAAE81A}" destId="{B1A792D5-495E-D54A-9BA5-43680542FF6F}" srcOrd="0" destOrd="0" presId="urn:microsoft.com/office/officeart/2005/8/layout/orgChart1"/>
    <dgm:cxn modelId="{BB819911-AD6F-5F4A-8B9A-64C7ECB4F8C1}" type="presOf" srcId="{869138D8-3A07-474D-96C3-79FB6520C9A0}" destId="{50574845-7507-1241-BA56-EC8740858BBF}" srcOrd="0" destOrd="0" presId="urn:microsoft.com/office/officeart/2005/8/layout/orgChart1"/>
    <dgm:cxn modelId="{D6E0CA19-7DCC-314A-94B6-6144ED1B072D}" type="presOf" srcId="{A560F4A0-7801-5E43-8A6B-B7F8260CC3C3}" destId="{41AF88B8-9D41-7049-96A8-4A1CB5854B3C}" srcOrd="0" destOrd="0" presId="urn:microsoft.com/office/officeart/2005/8/layout/orgChart1"/>
    <dgm:cxn modelId="{F2435446-989E-184E-A72D-2416AA969ECA}" type="presOf" srcId="{9A52F72D-3226-884F-89D8-333DF5474686}" destId="{6969A459-AAB6-1449-9922-D3BA8560EF21}" srcOrd="1" destOrd="0" presId="urn:microsoft.com/office/officeart/2005/8/layout/orgChart1"/>
    <dgm:cxn modelId="{9D119860-074A-3C4F-B818-7A316D1DEFF0}" type="presOf" srcId="{63542BEB-6916-9345-8863-63BB4840437B}" destId="{2E19583E-2F64-0047-9109-6AAA987EA744}" srcOrd="1" destOrd="0" presId="urn:microsoft.com/office/officeart/2005/8/layout/orgChart1"/>
    <dgm:cxn modelId="{AA00A662-5C61-854C-8FBA-01B27C30F4DD}" type="presOf" srcId="{9A52F72D-3226-884F-89D8-333DF5474686}" destId="{E199B93D-D388-4F46-9D95-BF527542C1D9}" srcOrd="0" destOrd="0" presId="urn:microsoft.com/office/officeart/2005/8/layout/orgChart1"/>
    <dgm:cxn modelId="{C6493A79-614B-AF4F-AAC1-BF2101E226BA}" srcId="{A560F4A0-7801-5E43-8A6B-B7F8260CC3C3}" destId="{63542BEB-6916-9345-8863-63BB4840437B}" srcOrd="1" destOrd="0" parTransId="{A02EE0E9-C9CB-8D46-95C4-1AE5BCAAE81A}" sibTransId="{BFB6AA98-9B95-9F41-9E50-2B601E6C54C5}"/>
    <dgm:cxn modelId="{79C2529B-5DF7-3548-896A-50FA6FB11051}" srcId="{A560F4A0-7801-5E43-8A6B-B7F8260CC3C3}" destId="{9A52F72D-3226-884F-89D8-333DF5474686}" srcOrd="0" destOrd="0" parTransId="{E12C6A8E-AC4D-B246-BABE-A446C479C70B}" sibTransId="{06524803-DAB8-2444-BDB3-FBFEE0B6BF72}"/>
    <dgm:cxn modelId="{BCFAE5D2-44C0-F746-B0B5-C2C8AF2895AB}" type="presOf" srcId="{A560F4A0-7801-5E43-8A6B-B7F8260CC3C3}" destId="{93B20D62-EE61-0C40-A142-F0DD5C3758E8}" srcOrd="1" destOrd="0" presId="urn:microsoft.com/office/officeart/2005/8/layout/orgChart1"/>
    <dgm:cxn modelId="{81B4E8DD-60B3-1D45-A387-C08EFB8C0C12}" type="presOf" srcId="{63542BEB-6916-9345-8863-63BB4840437B}" destId="{B04F2C96-CF0E-3C44-990D-7BAA996E1C37}" srcOrd="0" destOrd="0" presId="urn:microsoft.com/office/officeart/2005/8/layout/orgChart1"/>
    <dgm:cxn modelId="{10034EDF-89F0-244D-AB97-ADCBEF6BC7CC}" srcId="{869138D8-3A07-474D-96C3-79FB6520C9A0}" destId="{A560F4A0-7801-5E43-8A6B-B7F8260CC3C3}" srcOrd="0" destOrd="0" parTransId="{F6F04413-1E73-0C49-85E1-DEB0979730C4}" sibTransId="{94FC684B-4B17-2B43-80C4-CE4613BE6B27}"/>
    <dgm:cxn modelId="{4F0F0775-5193-0149-AAF8-B55023BEC065}" type="presParOf" srcId="{50574845-7507-1241-BA56-EC8740858BBF}" destId="{571C7DDE-5AFD-5E42-B39B-7AB11C0EC5C5}" srcOrd="0" destOrd="0" presId="urn:microsoft.com/office/officeart/2005/8/layout/orgChart1"/>
    <dgm:cxn modelId="{CA019CDA-A1C7-0A43-8C23-4EDC430E237B}" type="presParOf" srcId="{571C7DDE-5AFD-5E42-B39B-7AB11C0EC5C5}" destId="{C5614A46-6AF8-504B-BC9A-FC49A535D87F}" srcOrd="0" destOrd="0" presId="urn:microsoft.com/office/officeart/2005/8/layout/orgChart1"/>
    <dgm:cxn modelId="{E252FC3C-EF65-634A-823C-11ED89205E9E}" type="presParOf" srcId="{C5614A46-6AF8-504B-BC9A-FC49A535D87F}" destId="{41AF88B8-9D41-7049-96A8-4A1CB5854B3C}" srcOrd="0" destOrd="0" presId="urn:microsoft.com/office/officeart/2005/8/layout/orgChart1"/>
    <dgm:cxn modelId="{B23D32EB-A0B5-974D-A6A3-0E5B13C88560}" type="presParOf" srcId="{C5614A46-6AF8-504B-BC9A-FC49A535D87F}" destId="{93B20D62-EE61-0C40-A142-F0DD5C3758E8}" srcOrd="1" destOrd="0" presId="urn:microsoft.com/office/officeart/2005/8/layout/orgChart1"/>
    <dgm:cxn modelId="{8661E665-F332-AC41-B828-2C664390D65D}" type="presParOf" srcId="{571C7DDE-5AFD-5E42-B39B-7AB11C0EC5C5}" destId="{D2C88B3B-E7C1-314A-B801-40A198FE7D5D}" srcOrd="1" destOrd="0" presId="urn:microsoft.com/office/officeart/2005/8/layout/orgChart1"/>
    <dgm:cxn modelId="{7F30A89D-AD45-4A49-8877-248446E4227F}" type="presParOf" srcId="{D2C88B3B-E7C1-314A-B801-40A198FE7D5D}" destId="{7599320E-EF69-9F43-A653-C7D0FD59698D}" srcOrd="0" destOrd="0" presId="urn:microsoft.com/office/officeart/2005/8/layout/orgChart1"/>
    <dgm:cxn modelId="{AECD1DED-E93F-F44A-B7C6-C1C09B618F8C}" type="presParOf" srcId="{D2C88B3B-E7C1-314A-B801-40A198FE7D5D}" destId="{843E3B00-AAC6-C54D-A73A-6C32A437E6FC}" srcOrd="1" destOrd="0" presId="urn:microsoft.com/office/officeart/2005/8/layout/orgChart1"/>
    <dgm:cxn modelId="{36B04EB2-FD9B-1243-9A90-C8A18AA8D110}" type="presParOf" srcId="{843E3B00-AAC6-C54D-A73A-6C32A437E6FC}" destId="{3EE6D68F-343F-A748-BBEA-E4675FB1E835}" srcOrd="0" destOrd="0" presId="urn:microsoft.com/office/officeart/2005/8/layout/orgChart1"/>
    <dgm:cxn modelId="{AA623117-613A-0C41-B680-84DB938AD7DF}" type="presParOf" srcId="{3EE6D68F-343F-A748-BBEA-E4675FB1E835}" destId="{E199B93D-D388-4F46-9D95-BF527542C1D9}" srcOrd="0" destOrd="0" presId="urn:microsoft.com/office/officeart/2005/8/layout/orgChart1"/>
    <dgm:cxn modelId="{CB340309-DD67-E64A-B3A1-22F208BBE2C6}" type="presParOf" srcId="{3EE6D68F-343F-A748-BBEA-E4675FB1E835}" destId="{6969A459-AAB6-1449-9922-D3BA8560EF21}" srcOrd="1" destOrd="0" presId="urn:microsoft.com/office/officeart/2005/8/layout/orgChart1"/>
    <dgm:cxn modelId="{62B9BAF2-E910-8C4E-9D5D-C4B35D10C3D6}" type="presParOf" srcId="{843E3B00-AAC6-C54D-A73A-6C32A437E6FC}" destId="{95293DD9-F7F2-A948-99E9-B7F63270D109}" srcOrd="1" destOrd="0" presId="urn:microsoft.com/office/officeart/2005/8/layout/orgChart1"/>
    <dgm:cxn modelId="{A14E2050-8BD4-9741-A1BD-249032E99501}" type="presParOf" srcId="{843E3B00-AAC6-C54D-A73A-6C32A437E6FC}" destId="{B104FCCB-6D02-C844-B71D-26CF963FDA09}" srcOrd="2" destOrd="0" presId="urn:microsoft.com/office/officeart/2005/8/layout/orgChart1"/>
    <dgm:cxn modelId="{4720F6F9-148F-0D4C-902F-EDF3EDB0F719}" type="presParOf" srcId="{D2C88B3B-E7C1-314A-B801-40A198FE7D5D}" destId="{B1A792D5-495E-D54A-9BA5-43680542FF6F}" srcOrd="2" destOrd="0" presId="urn:microsoft.com/office/officeart/2005/8/layout/orgChart1"/>
    <dgm:cxn modelId="{5DE6E782-2F02-7F4A-AA4C-1561637A95EE}" type="presParOf" srcId="{D2C88B3B-E7C1-314A-B801-40A198FE7D5D}" destId="{781BB4C8-54AF-6949-B4D0-0FDFEE1EBDA7}" srcOrd="3" destOrd="0" presId="urn:microsoft.com/office/officeart/2005/8/layout/orgChart1"/>
    <dgm:cxn modelId="{F67635CB-013E-9840-9CDC-732E38BF617E}" type="presParOf" srcId="{781BB4C8-54AF-6949-B4D0-0FDFEE1EBDA7}" destId="{A965E68C-044B-DB4E-830D-6C3FBB0CE629}" srcOrd="0" destOrd="0" presId="urn:microsoft.com/office/officeart/2005/8/layout/orgChart1"/>
    <dgm:cxn modelId="{8A4691E2-B790-9246-BB43-ED3C7E470BCD}" type="presParOf" srcId="{A965E68C-044B-DB4E-830D-6C3FBB0CE629}" destId="{B04F2C96-CF0E-3C44-990D-7BAA996E1C37}" srcOrd="0" destOrd="0" presId="urn:microsoft.com/office/officeart/2005/8/layout/orgChart1"/>
    <dgm:cxn modelId="{456A3607-99DC-7446-9D26-27B6E8307868}" type="presParOf" srcId="{A965E68C-044B-DB4E-830D-6C3FBB0CE629}" destId="{2E19583E-2F64-0047-9109-6AAA987EA744}" srcOrd="1" destOrd="0" presId="urn:microsoft.com/office/officeart/2005/8/layout/orgChart1"/>
    <dgm:cxn modelId="{45FDEF3A-1FE7-524D-A47D-BA2C6621FE85}" type="presParOf" srcId="{781BB4C8-54AF-6949-B4D0-0FDFEE1EBDA7}" destId="{82BA1045-1252-AF4A-B14A-A7D6ECA0C085}" srcOrd="1" destOrd="0" presId="urn:microsoft.com/office/officeart/2005/8/layout/orgChart1"/>
    <dgm:cxn modelId="{83AFCDDA-A4E4-9143-AAFB-E59983C0AE93}" type="presParOf" srcId="{781BB4C8-54AF-6949-B4D0-0FDFEE1EBDA7}" destId="{1E39389A-5269-8E43-8F0B-8EB7FBA93819}" srcOrd="2" destOrd="0" presId="urn:microsoft.com/office/officeart/2005/8/layout/orgChart1"/>
    <dgm:cxn modelId="{FC1A66DE-DBC1-6D42-A504-2EE396ABAA40}" type="presParOf" srcId="{571C7DDE-5AFD-5E42-B39B-7AB11C0EC5C5}" destId="{CCB3BC56-D110-FE44-A8AF-C218C42E841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792D5-495E-D54A-9BA5-43680542FF6F}">
      <dsp:nvSpPr>
        <dsp:cNvPr id="0" name=""/>
        <dsp:cNvSpPr/>
      </dsp:nvSpPr>
      <dsp:spPr>
        <a:xfrm>
          <a:off x="2260599" y="1383216"/>
          <a:ext cx="1237107" cy="4294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704"/>
              </a:lnTo>
              <a:lnTo>
                <a:pt x="1237107" y="214704"/>
              </a:lnTo>
              <a:lnTo>
                <a:pt x="1237107" y="4294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99320E-EF69-9F43-A653-C7D0FD59698D}">
      <dsp:nvSpPr>
        <dsp:cNvPr id="0" name=""/>
        <dsp:cNvSpPr/>
      </dsp:nvSpPr>
      <dsp:spPr>
        <a:xfrm>
          <a:off x="1023492" y="1383216"/>
          <a:ext cx="1237107" cy="429409"/>
        </a:xfrm>
        <a:custGeom>
          <a:avLst/>
          <a:gdLst/>
          <a:ahLst/>
          <a:cxnLst/>
          <a:rect l="0" t="0" r="0" b="0"/>
          <a:pathLst>
            <a:path>
              <a:moveTo>
                <a:pt x="1237107" y="0"/>
              </a:moveTo>
              <a:lnTo>
                <a:pt x="1237107" y="214704"/>
              </a:lnTo>
              <a:lnTo>
                <a:pt x="0" y="214704"/>
              </a:lnTo>
              <a:lnTo>
                <a:pt x="0" y="4294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F88B8-9D41-7049-96A8-4A1CB5854B3C}">
      <dsp:nvSpPr>
        <dsp:cNvPr id="0" name=""/>
        <dsp:cNvSpPr/>
      </dsp:nvSpPr>
      <dsp:spPr>
        <a:xfrm>
          <a:off x="1238197" y="360813"/>
          <a:ext cx="2044805" cy="1022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Dispersion</a:t>
          </a:r>
        </a:p>
      </dsp:txBody>
      <dsp:txXfrm>
        <a:off x="1238197" y="360813"/>
        <a:ext cx="2044805" cy="1022402"/>
      </dsp:txXfrm>
    </dsp:sp>
    <dsp:sp modelId="{E199B93D-D388-4F46-9D95-BF527542C1D9}">
      <dsp:nvSpPr>
        <dsp:cNvPr id="0" name=""/>
        <dsp:cNvSpPr/>
      </dsp:nvSpPr>
      <dsp:spPr>
        <a:xfrm>
          <a:off x="1090" y="1812625"/>
          <a:ext cx="2044805" cy="1022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Range</a:t>
          </a:r>
          <a:r>
            <a:rPr lang="en-GB" sz="3600" kern="1200" dirty="0"/>
            <a:t> </a:t>
          </a:r>
        </a:p>
      </dsp:txBody>
      <dsp:txXfrm>
        <a:off x="1090" y="1812625"/>
        <a:ext cx="2044805" cy="1022402"/>
      </dsp:txXfrm>
    </dsp:sp>
    <dsp:sp modelId="{B04F2C96-CF0E-3C44-990D-7BAA996E1C37}">
      <dsp:nvSpPr>
        <dsp:cNvPr id="0" name=""/>
        <dsp:cNvSpPr/>
      </dsp:nvSpPr>
      <dsp:spPr>
        <a:xfrm>
          <a:off x="2475304" y="1812625"/>
          <a:ext cx="2044805" cy="10224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Standard Deviation</a:t>
          </a:r>
        </a:p>
      </dsp:txBody>
      <dsp:txXfrm>
        <a:off x="2475304" y="1812625"/>
        <a:ext cx="2044805" cy="1022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2T07:34:01.76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 16383,'61'0'0,"11"0"0,-17 0 0,25 0 0,-28 0 0,1 0 0,35 0 0,-26 0 0,-2 0 0,16 0 0,23 0 0,-42 0 0,1 0 0,-3 0 0,0 0 0,15 0 0,-3 0 0,20 0 0,-33 0 0,0 0 0,32 0 0,-29 0 0,1 0 0,-6 0 0,0 0 0,4 0 0,-1 0 0,39 0 0,-42-1 0,-2 2 0,32 5 0,8 3 0,-17 5 0,16-6 0,-16-2 0,16-6 0,-6 0 0,-1 0 0,6 0 0,-5 0 0,7 0 0,2 0 0,-10 0 0,-2 0 0,-9 0 0,0 0 0,0 0 0,0 0 0,-1 0 0,1 0 0,0 0 0,0 0 0,0 0 0,0 0 0,-1 0 0,1 0 0,0 0 0,0 0 0,0 0 0,-9 0 0,7 0 0,-14 0 0,5 0 0,-7 0 0,-1 6 0,1-4 0,-8 9 0,5-10 0,-12 10 0,13-10 0,-14 9 0,0-8 0,-2 3 0,-12-5 0,0 0 0,-8 0 0,0 0 0,-5 12 0,-31 4 0,9-1 0,-37-3 0,13-12 0,-18 0 0,-18 0 0,7 0 0,-22 0 0,12 0 0,1 0 0,11 0 0,20 0 0,13 0 0,7 0 0,8 0 0,68-4 0,-19 3 0,23-1 0,2 0 0,-7 2 0,44 0 0,-39 0 0,32 0 0,-15 0 0,5 0 0,-8 6 0,-8-4 0,-2 10 0,-16-11 0,-2 10 0,0-9 0,-5 8 0,-1-8 0,-2 3 0,-12 0 0,0-4 0,-2 4 0,-5-5 0,1 0 0,2 0 0,-4 0 0,0 0 0,3 0 0,-2 0 0,5 0 0,1 0 0,0 0 0,0 0 0,6 0 0,-4 0 0,10 0 0,-10 0 0,10 0 0,-4-5 0,6 3 0,-6-8 0,12 9 0,-11-4 0,6 0 0,-2 4 0,-5-10 0,6 10 0,-6-5 0,-2 6 0,-6 0 0,-6 0 0,0 0 0,-2 0 0,1 0 0,0-9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2T07:34:08.30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579 764 16383,'73'0'0,"10"0"0,-1 0 0,-32 0 0,2 0 0,-2 0 0,3 0 0,12 0 0,7 0 0,-3 0 0,5 0 0,0 0 0,25 0 0,0 0 0,-26 0 0,2 0 0,-2 0 0,-5 0 0,-1 0 0,-2 0 0,21 0 0,5 0 0,-14 0 0,7 0 0,3 0 0,-4 0 0,13 0 0,-2 0 0,0 0 0,6 0 0,1 0 0,-2 0 0,-5 0 0,0 0 0,-4 0 0,-14 0 0,-2 0 0,2 0 0,14 0 0,4 0 0,1 0 0,-18 0 0,1 0 0,0 0 0,-2 0 0,14 0 0,-2 0 0,2 0 0,-14 0 0,2 0 0,0 0 0,-2 0 0,13 0 0,-2 0 0,-1 0 0,1 0 0,1 0 0,-3 0 0,-9 0 0,-1 0 0,0 0 0,-1 0 0,1 0 0,-3 0 0,28 0 0,-1 0 0,-26 0 0,1 0 0,0 0 0,-3 0 0,0 0 0,0 0 0,-1 0 0,0 0 0,0 0 0,0 0 0,0 0 0,-1 0 0,29 0 0,-2 0 0,-4 0 0,-2 0 0,-5 0 0,-2 0 0,-1 0 0,-1 0 0,-4 0 0,-1 0 0,7 0 0,1 0 0,-2 0 0,1 0 0,0 0 0,1 0 0,5 0 0,0 0 0,-9 0 0,-3 0 0,-6 0 0,0 0 0,18 0 0,-5 0 0,6 0 0,-8 0 0,4 0 0,-23 0 0,-1 0 0,5 0 0,0 0 0,-6 0 0,-1 0 0,-4 0 0,-4 0 0,25 0 0,15 0 0,-3 7 0,-24-5 0,4 5 0,-24-7 0,-2 0 0,-6 0 0,-8 0 0,0 0 0,-13 0 0,-1 0 0,0 0 0,0 0 0,-66-11 0,20 2 0,-20-1 0,-6 1 0,-18 2 0,-16-7 0,-1 12 0,37-1 0,-2-1 0,-1 0 0,-2 1 0,-18 2 0,-8 0 0,6-8 0,-5-2 0,0 1 0,-1 4 0,-1 2 0,-1-2 0,-6-4 0,-1-2 0,-2 1 0,21 4 0,-1 1 0,1 1 0,3 0 0,-7-2 0,2 0 0,-3 0 0,5 1 0,-4-1 0,1 2 0,5-1 0,-27 0 0,4 0 0,20 2 0,-1 1 0,1 0 0,8 2 0,2 2 0,1-1 0,-31 0 0,0 0 0,23 0 0,-2 0 0,4 0 0,-6 0 0,2 0 0,-5 0 0,0 0 0,4 4 0,-1 0 0,-4-3 0,-2 0 0,-12 8 0,-2 0 0,6-8 0,-2 0 0,21 2 0,-3 1 0,2-2 0,2-1 0,1-1 0,0-1 0,-1 1 0,0 0 0,3 0 0,-8 0 0,0 0 0,2 0 0,-4 0 0,6 0 0,9 0 0,2 0 0,-28 0 0,1 0 0,27 0 0,4 0 0,-37 0 0,39 0 0,-1 0 0,5 0 0,0 0 0,2 0 0,-1 0 0,-11 0 0,0 0 0,-38 0 0,42 0 0,1 0 0,-33 0 0,8 0 0,31 0 0,0 0 0,-33 0 0,-16 0 0,27 0 0,-7 0 0,8 0 0,-18 0 0,5 0 0,30 0 0,-2 0 0,5 3 0,0 1 0,-16 1 0,-2 0 0,-1 4 0,-1 0 0,-6 0 0,2 0 0,14-1 0,3 0 0,-8-3 0,2-1 0,-33 10 0,40-13 0,1 0 0,-35 12 0,12-12 0,18 6 0,1-7 0,0 0 0,-11 0 0,7 0 0,-5 0 0,18 0 0,-1 0 0,8 0 0,8 0 0,8 0 0,13 0 0,0 0 0,2-5 0,3-9 0,-3 2 0,4-7 0,4 9 0,-7-4 0,10-2 0,-5 0 0,8-3 0,0 8 0,0-13 0,23 4 0,33-11 0,2 9 0,7 2 0,0 2 0,4 0 0,-5 2 0,6 0 0,-1-1 0,-3 1 0,0-1 0,3 2 0,15-1 0,4 1 0,1 0 0,3-2 0,0-2 0,2 1 0,-21 4 0,1-1 0,0 1 0,1 1 0,22 0 0,1 2 0,-2-2 0,-2-5 0,-1-1 0,0 4 0,-1 8 0,0 4 0,-2-2 0,-7-5 0,-1-1 0,-2 3 0,-3 6 0,-1 2 0,-1 0 0,0-3 0,0-1 0,-1 2 0,-3 1 0,-1 1 0,1 1 0,0-1 0,0 0 0,0 0 0,-1 0 0,0 0 0,-1 0 0,23 0 0,-2 0 0,1 0 0,-3 0 0,-22 0 0,1 0 0,25 0 0,1 0 0,-24 0 0,2 0 0,24 0 0,2 0 0,-13 0 0,-2 0 0,1 0 0,0 0 0,0 0 0,0 0 0,8 0 0,-3 0 0,-24 0 0,0 0 0,19 0 0,2 0 0,-8 0 0,-4 0 0,-9-1 0,3 2 0,33 3 0,-7 0 0,-16-2 0,11 2 0,3 1 0,4 2 0,-20-6 0,1 0 0,-17 6 0,-4 0 0,40-5 0,-45 5 0,0 0 0,41-5 0,3 11 0,-44-8 0,0-1 0,42 4 0,-1 6 0,0-13 0,-26 6 0,3 0 0,-7-6 0,0 0 0,0 2 0,-2 0 0,-3 0 0,-4 1 0,23 4 0,16 1 0,1 4 0,-10-5 0,-2 7 0,-9-1 0,0 0 0,0-6 0,-9 4 0,-1-5 0,-9 6 0,0 0 0,-7-6 0,-1 5 0,-8-6 0,0 6 0,-6-5 0,-2 3 0,0-3 0,2-1 0,0 4 0,11-3 0,-9 5 0,11 0 0,-13-5 0,4 4 0,-4-5 0,0 1 0,-2 3 0,-6-9 0,0 4 0,0 0 0,0-4 0,0 4 0,-6 0 0,5-4 0,-5 3 0,6 1 0,0-4 0,0 4 0,0 0 0,0-4 0,0 4 0,0 0 0,6-4 0,-5 9 0,5-9 0,-6 4 0,0 0 0,-5-4 0,-2 8 0,-1-8 0,-83 8 0,8-8 0,-10 1 0,-8 0 0,5-5 0,-5-3 0,-5-1 0,-7-2 0,-2 0 0,2 0 0,-2 1 0,-5 0 0,6-2 0,-5 0 0,-3 0 0,1 3 0,17 2 0,0 2 0,0 1 0,-2 0 0,-2 0 0,-9 0 0,-2-1 0,-1 1 0,-3 0 0,-1 0 0,8 1 0,-2 1 0,-2 0 0,0 1 0,-2-1 0,0 0 0,7 0 0,0 0 0,-1 0 0,-1 0 0,0 0 0,-1 0 0,0 0 0,-2 0 0,-2-1 0,-1 1 0,1-1 0,0 1 0,3 1 0,2 0 0,1 1 0,3 1 0,2 1 0,0 0 0,-1 0 0,-1 0 0,4 0 0,-3 0 0,-1 0 0,0 0 0,4 0 0,5 2 0,8-1 0,-27 6 0,13 1 0,-6 1 0,11-3 0,-7 0 0,-1 0 0,3 0 0,7 0 0,-4 1 0,8 0 0,-7 1 0,-7 2 0,-9 2 0,0 0 0,7 0 0,2-1 0,5 0 0,-1 1 0,-12 2 0,-1 2 0,6-2 0,-6 1 0,4 1 0,22-1 0,-1 2 0,0-1 0,3-2 0,0 0 0,-1 1 0,-11 5 0,-2 1 0,1 0 0,6-4 0,2 0 0,2-1 0,-16 1 0,2 0 0,-6 7 0,5-2 0,29-16 0,1 0 0,-11 11 0,2-1 0,14-10 0,3-2 0,-38 14 0,10-7 0,-3-1 0,-8 2 0,8 5 0,3-5 0,0 12 0,7-13 0,-16 14 0,16-13 0,-8 5 0,11-7 0,-1-6 0,0-2 0,0-6 0,8 0 0,10 0 0,9 0 0,14 0 0,8 0 0,78 0 0,8 0 0,7 0 0,12 0 0,-14 0 0,4 0 0,2 0 0,8 0 0,3 0 0,4 0 0,-9 0 0,4 0 0,0 0 0,-3 0 0,8 0 0,-3 0 0,7 0 0,-12 0 0,8 0 0,2 0 0,-2 0 0,-4 0 0,-1 0 0,-6 0 0,2 0 0,6 0 0,-6 0 0,7 0 0,3 0 0,-1 0 0,-2 0 0,-7 0 0,6 0 0,-6 0 0,-2 0 0,4 0 0,14 0 0,4 0 0,-2 0 0,-3 0 0,-17 0 0,-2 0 0,-2 0 0,2 0 0,6 0 0,1 0 0,0 0 0,1 0 0,2 2 0,1 1 0,-1 0 0,-1 0 0,-10 0 0,-1 0 0,0 0 0,-1 1 0,26 0 0,-1 0 0,-1 1 0,-9 1 0,-2 1 0,-2-1 0,-6-2 0,-3-1 0,-3 1 0,10 1 0,-3 1 0,5 3 0,1-1 0,-5-2 0,-3-1 0,-12 0 0,-1 1 0,17 3 0,-4-2 0,6-5 0,9 12 0,-21-13 0,-12 11 0,-21-10 0,-3 3 0,-14 0 0,-6-3 0,5 2 0,-10-4 0,9 5 0,-90 5 0,19-2 0,-9-1 0,-14-2 0,-12-2 0,-4 0 0,14 0 0,-2 0 0,-4-1 0,-4 0 0,-4-2 0,-5 0 0,-4-1 0,0 1 0,2 1 0,6 0 0,0 1 0,1 1 0,-2 0 0,-1-1 0,7 0 0,-1 0 0,-2 1 0,1-1 0,1 1 0,3 0 0,-2 1 0,2 0 0,2 1 0,1 1 0,-1 1 0,-17 3 0,0 2 0,1 0 0,1 1 0,7-1 0,0-1 0,1 2 0,2 2 0,1 3 0,2 3 0,0 1 0,2-1 0,6-1 0,2 0 0,0 0 0,1 0 0,-20 6 0,0 0 0,3 1 0,7 1 0,2 1 0,-1-3 0,0-6 0,0-2 0,5 0 0,-8 7 0,3-2 0,-12-3 0,4-4 0,33-6 0,4-2 0,-7 5 0,2-1 0,-32 3 0,34-2 0,11-5 0,17-3 0,11-5 0,86 0 0,9 0 0,3 0 0,8 0 0,-13 0 0,1 0 0,6 0 0,1 0 0,5 0 0,0 0 0,-3 0 0,-2 0 0,-10 0 0,-2 0 0,3 0 0,-4 0 0,-17 0 0,-1 0 0,5 3 0,-1 1 0,36 4 0,-35 5 0,7 1 0,-37-3 0,15 1 0,-26-6 0,-2 4 0,-9 4 0,-2 2 0,-27 11 0,-15-3 0,-33 11 0,27-15 0,-4-1 0,-14 2 0,-3 0 0,-5 5 0,-3-1 0,-16-4 0,-2-2 0,1 0 0,-2-1 0,-5 1 0,-1-1 0,5-3 0,4-1 0,16 0 0,0 1 0,-23 2 0,5-2 0,-7 2 0,32-7 0,5 1 0,16 2 0,17-7 0,15 3 0,3 1 0,58 13 0,4-4 0,0-6 0,5-1 0,-1-4 0,3 0 0,20 7 0,2 1 0,-7-6 0,-1 1 0,2 7 0,0 1 0,0-4 0,-6 1 0,13 14 0,12-2 0,-52-6 0,-18-10 0,-5 3 0,-13-14 0,-8-55 0,-19 4 0,1-5 0,-9-9 0,-11 2 0,-8-2 0,2 2 0,-3-4 0,-2 0 0,2 2 0,-3-4 0,3 3 0,-10-16 0,6 8 0,20 27 0,1-1 0,-15-27 0,8 3 0,23 14 0,-6-4 0,20 17 0,-3 14 0,5-14 0,0 23 0,0-16 0,0 16 0,0-2 0,10 1 0,24 0 0,7 9 0,20-5 0,33-9 0,-14 9 0,-20 4 0,5 0 0,7 5 0,1 3 0,-6 1 0,1 1 0,10-3 0,2 0 0,7 6 0,-5 1 0,8-8 0,-26 8 0,-9 0 0,-30 0 0,-78 0 0,-23 0 0,-5 0 0,-12 0 0,19 0 0,-4 0 0,-2 0 0,-9 0 0,-2 0 0,0 0 0,6 1 0,0 0 0,-4-3 0,3-2 0,-6-3 0,2-1 0,8 0 0,10 0 0,6 0 0,-2-1 0,-21-3 0,-4-2 0,8 1 0,5-2 0,8 3 0,16 7 0,5 0 0,-30-13 0,27 15 0,17-14 0,9 11 0,11-5 0,-4-5 0,4 4 0,-5-9 0,6 10 0,-5-5 0,9 0 0,-3 5 0,9-5 0,1 2 0,29 8 0,13-9 0,45 6 0,0-1 0,18-2 0,-4 1 0,-27 3 0,-3 0 0,9 1 0,5 0 0,12-1 0,4 1 0,-3-1 0,-10 2 0,3-2 0,-9 1 0,8 1 0,-5 3 0,7 1 0,4 0 0,-4 0 0,-7 0 0,9-1 0,-8 0 0,5 0 0,-4 2 0,5 1 0,0 1 0,-2-1 0,18 0 0,-3 0 0,-4 0 0,-17 0 0,-4 0 0,3 0 0,16 0 0,3-1 0,-6 2 0,3 3 0,-6 0 0,-2 0 0,-5 2 0,-19 2 0,-3 0 0,6 1 0,1-1 0,9 4 0,-1-1 0,-10-2 0,0 0 0,14 2 0,-4 1 0,8 3 0,-2-1 0,-9 0 0,-1 0 0,16 0 0,-19-6 0,8-3 0,-22-5 0,-1 0 0,0 0 0,1 0 0,-8 0 0,6 0 0,-14 0 0,7 0 0,-8 0 0,0 0 0,32 0 0,-24-5 0,24 4 0,-32-10 0,1 4 0,6-5 0,2 5 0,8-5 0,7 4 0,-5 1 0,14-6 0,-15 11 0,38-10 0,-32 10 0,17-9 0,-34 9 0,-7-3 0,20 0 0,-22 4 0,14-9 0,-26 8 0,0-7 0,10 3 0,-2-6 0,19 1 0,-16-1 0,21 1 0,-29 0 0,8 4 0,-13-3 0,-9 9 0,7-3 0,-2 4 0,-1 0 0,4 0 0,-2-5 0,5 4 0,0-4 0,0 0 0,-1 4 0,-5-4 0,-2 0 0,0 4 0,2-3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2T07:34:17.43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0 16383,'0'0'0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8:48.81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16383,'70'0'0,"7"0"0,5 0 0,2 0 0,-30 0 0,1 0 0,40 0 0,-40 0 0,2 0 0,4 0 0,0 0 0,-3 0 0,1 0 0,14 0 0,-1 0 0,27 0 0,-40 0 0,-1 0 0,37 0 0,-28-1 0,2 2 0,-9 2 0,0 0 0,8-3 0,-2 2 0,-14 4 0,-2 0 0,1-4 0,-1-2 0,35 6 0,12 1 0,-21-6 0,-27 5 0,1 1 0,34 1 0,-34-4 0,0 0 0,34 8 0,6-11 0,-8 5 0,-1-6 0,-7 0 0,5 0 0,-6 0 0,1 0 0,5 0 0,-21 0 0,12 6 0,-14-5 0,7 11 0,-7-11 0,5 10 0,-12-9 0,-2 8 0,-2-9 0,-17 4 0,10-5 0,-12 0 0,1 4 0,-2-3 0,-5 4 0,5-5 0,-4 0 0,4 0 0,0 0 0,-4 0 0,10 0 0,-10 0 0,9 0 0,-3 0 0,0 0 0,3 0 0,-3 0 0,5 0 0,0 0 0,-5 0 0,-2 0 0,-6 0 0,1 0 0,-1 0 0,-4 0 0,4 0 0,-5 0 0,6 0 0,-1 0 0,-4 0 0,4 0 0,-6 0 0,6 0 0,3 0 0,-7 0 0,7 0 0,-12 0 0,7-4 0,0 3 0,-2-3 0,5 0 0,-7 3 0,6-3 0,-1 4 0,7 0 0,-4 0 0,5-4 0,-7 3 0,1-8 0,-5 8 0,8-8 0,-11 4 0,12-1 0,-9-3 0,4 4 0,1-5 0,-1 0 0,1 5 0,-1-4 0,1 8 0,0-8 0,-6 8 0,4-4 0,-4 5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8:50.55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 16383,'84'0'0,"1"0"0,5 0 0,3 0 0,-37 0 0,0 0 0,-4 0 0,1 0 0,3 0 0,0 0 0,-6 0 0,1 0 0,5 0 0,0 0 0,-4 0 0,0 0 0,9 0 0,0 0 0,-4 0 0,0 0 0,0 0 0,0 0 0,-1 0 0,0 0 0,0 0 0,0 0 0,2 0 0,-2 0 0,34 0 0,-37 0 0,-1 0 0,16 0 0,15 0 0,-19 0 0,-10 0 0,-19 0 0,2 0 0,-11 0 0,7 0 0,-1 0 0,6 0 0,-4 0 0,5 0 0,-1 0 0,10 0 0,1 0 0,5 0 0,-8 0 0,8 0 0,-5 0 0,12 5 0,-5 2 0,0 5 0,-2 0 0,-7-5 0,-12 2 0,-8-7 0,-4 2 0,-11-4 0,7 0 0,-2 0 0,-6 0 0,14 4 0,-4-3 0,4 3 0,-4-4 0,-3 0 0,-8 0 0,12 0 0,-8 0 0,3 0 0,-5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8:55.98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 16383,'72'5'0,"-2"-2"0,1-3 0,3 0 0,7 0 0,0 0 0,0 0 0,1 0 0,-33 0 0,2 0 0,2 0 0,0 0 0,4 0 0,0 0 0,-1 0 0,-1 0 0,1 0 0,0 0 0,1 0 0,0 0 0,5 0 0,1 0 0,4 0 0,1 0 0,-4 0 0,-1 0 0,-5 0 0,0 0 0,-3 0 0,-1 0 0,39 7 0,-39-1 0,4 3 0,10 7 0,-1 1 0,28 8 0,-31-7 0,-1 1 0,-13-4 0,-2 0 0,34 9 0,-23-9 0,-1-1 0,10 5 0,23-3 0,-10 9 0,1-10 0,-9 4 0,6-5 0,-13-2 0,5 1 0,-8-6 0,0-1 0,0-6 0,1 0 0,-9 0 0,7 0 0,-7 0 0,9 0 0,-1 0 0,0 0 0,0 0 0,-7 0 0,5 0 0,-12 0 0,5 0 0,-14 5 0,5-4 0,-11 9 0,5-9 0,-7 8 0,-6-8 0,-5 4 0,-8-5 0,0 0 0,-76-6 0,-2 4 0,-5-4 0,-8-1 0,2 2 0,2 0 0,13 1 0,1-1 0,-12 1 0,2 0 0,16 4 0,2 0 0,-1 0 0,1 0 0,1 0 0,1 0 0,-32 0 0,9 0 0,1 0 0,-8 7 0,-5 1 0,35 4 0,-2 3 0,-8-3 0,-2 2 0,-1 7 0,-1 3 0,-15-3 0,1 0 0,17-1 0,2-1 0,-12 2 0,3-2 0,-28 9 0,45-13 0,0-1 0,-40 8 0,25-4 0,4-5 0,22-2 0,1 0 0,12-5 0,-10 4 0,9-9 0,-17 10 0,4-10 0,1 9 0,-5-9 0,11 9 0,-5-9 0,12 8 0,2-8 0,0 8 0,4-8 0,-4 4 0,10-5 0,-4 4 0,4-2 0,0 2 0,-2-4 0,3 0 0,-9 0 0,8 0 0,-7 0 0,11 0 0,-7 0 0,-1 0 0,-2 0 0,2 0 0,1 0 0,3 0 0,-10 0 0,-2 0 0,-5 0 0,-1 0 0,-20-6 0,15 4 0,-30-9 0,19 4 0,-14 0 0,7-4 0,9 9 0,8-3 0,7 0 0,5 4 0,2-8 0,10 8 0,1-8 0,77 1 0,-5 2 0,2 2 0,4 1 0,-7 3 0,-2 0 0,40 0 0,-36 2 0,2 3 0,10 3 0,-2 2 0,29 6 0,-26-2 0,-3 2 0,8 12 0,-26-13 0,0 1 0,42 18 0,-11-1 0,-11 0 0,-8 0 0,1 3 0,-1-9 0,-7 3 0,-2-6 0,-7-1 0,-1 1 0,1-1 0,-7-5 0,6 4 0,-18-11 0,9 6 0,-21-8 0,8 1 0,-14-5 0,4 3 0,-6 8 0,-3-5 0,-38 15 0,-12-14 0,-3-3 0,-5 1 0,-4 1 0,-2 0 0,-14 1 0,-3 2 0,-6 2 0,1 2 0,14-3 0,1 1 0,-6 1 0,3-2 0,15-3 0,2-2 0,0 1 0,-1 0 0,2-1 0,1 0 0,-32 5 0,9 5 0,9-8 0,2 1 0,13-1 0,-5 0 0,14-1 0,1 0 0,12-1 0,2-4 0,5-2 0,5 0 0,83-3 0,-16 3 0,11-3 0,6-2 0,-17 1 0,-1 0 0,5 0 0,2 0 0,8 0 0,2 0 0,6 0 0,1 0 0,4 0 0,2 0 0,6 0 0,0 0 0,-1 0 0,0 0 0,-4 0 0,-1 0 0,0 0 0,-2 0 0,-5 0 0,0 0 0,0 0 0,0 0 0,0 0 0,0 0 0,0 0 0,-1 0 0,-3 0 0,-3 0 0,-14 0 0,0 0 0,25 0 0,-5 0 0,-1 0 0,2 0 0,1 0 0,5 7 0,-14-7 0,0 1 0,24 11 0,-20-7 0,-1-1 0,21 3 0,-24-3 0,1 0 0,20 1 0,-17-4 0,-1 0 0,7 4 0,-12-1 0,2-1 0,18-2 0,-33 3 0,0-1 0,42-3 0,-26 0 0,-2 0 0,12 0 0,-17 0 0,-1 0 0,7 0 0,15 0 0,-7 0 0,-3 0 0,-8 0 0,1 0 0,-1 5 0,0 2 0,0 0 0,-7-1 0,-2-6 0,-14 0 0,5 0 0,-4 0 0,-1 0 0,5 5 0,-5-3 0,7 8 0,-7-4 0,5 5 0,-11-5 0,11 0 0,-12-6 0,15 0 0,-20 0 0,12 0 0,-19 0 0,9 4 0,-3-2 0,5 7 0,6-8 0,3 4 0,5-5 0,-5 0 0,-3 0 0,-11 0 0,-2 0 0,-10 0 0,-2 0 0,4 0 0,2 0 0,5 0 0,-1 0 0,-3 0 0,-5 0 0,3 0 0,-4-4 0,1 3 0,1-7 0,-2-1 0,0-1 0,-1-3 0,0 4 0,1 0 0,1-1 0,2 5 0,-4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8:58.77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1411 61 16383,'55'0'0,"-7"0"0,4 0 0,6 0 0,34 0 0,-5 0 0,-28 0 0,1 0 0,35 0 0,-35 0 0,2 0 0,0 0 0,1 0 0,0 0 0,1 0 0,8 0 0,1 0 0,-3 0 0,-2 0 0,-13 0 0,0 0 0,5 3 0,-2 1 0,27-3 0,-1 11 0,-4-10 0,-30 3 0,-10-5 0,-15 5 0,-10-4 0,4 3 0,-5-4 0,6 0 0,0 4 0,-1-2 0,1 2 0,-5-4 0,2 0 0,-3 4 0,0 0 0,-104 5 0,24-5 0,-29-1 0,-10-2 0,33-1 0,-1 0 0,-25 0 0,-3 0 0,5-1 0,3 2 0,18 1 0,1 2 0,-9 0 0,2 1 0,21 2 0,1 1 0,-9 0 0,-1 0 0,6 0 0,0-1 0,-3 1 0,1 0 0,11-1 0,1 1 0,-9-1 0,2 1 0,7 2 0,4 1 0,-36 4 0,-13 6 0,22-8 0,-6 0 0,10 1 0,9-2 0,7 0 0,2-5 0,7-2 0,0-5 0,1 0 0,-9 6 0,-1-5 0,-7 5 0,-9 0 0,7-5 0,-7 5 0,9 0 0,14-5 0,2 5 0,15-6 0,5 0 0,7 0 0,6 0 0,-3-16 0,10 8 0,-6-18 0,9 16 0,3-8 0,-3 3 0,4 0 0,0-4 0,0 0 0,0 4 0,0-3 0,0 5 0,0-1 0,0-4 0,12 1 0,-5 7 0,13-1 0,-6 10 0,4-8 0,7 8 0,-4-8 0,9 8 0,-9-8 0,10 8 0,-5-8 0,1 8 0,4-4 0,-10 5 0,9 0 0,-3 0 0,5 0 0,-5 0 0,4 0 0,-5 0 0,6 0 0,0 0 0,1 0 0,-1 0 0,-6 0 0,5 0 0,-10 0 0,10 0 0,-5 0 0,1 0 0,4 0 0,-5 0 0,7 0 0,-1 0 0,-6 0 0,5 0 0,-10 0 0,-1-4 0,-1 3 0,-9-3 0,8 0 0,1 3 0,1-8 0,4 8 0,-5-8 0,1 8 0,-1-8 0,-4 8 0,3-3 0,-5 0 0,1-1 0,-1-13 0,-4 7 0,0-7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00.3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26 16383,'77'5'0,"4"-2"0,-29-3 0,1 0 0,0 0 0,-8 0 0,21 0 0,3 0 0,-2 0 0,-8 0 0,2 0 0,32 0 0,-42 0 0,0 0 0,5 0 0,0 0 0,-3 0 0,-1 0 0,42 0 0,4 0 0,-14 0 0,-33 0 0,1 0 0,-2 0 0,1 0 0,0 0 0,0 0 0,6 0 0,-2 0 0,32 0 0,-23 0 0,0 0 0,26 0 0,-28 0 0,-1 0 0,16 0 0,19 0 0,-18 0 0,-28 0 0,2 0 0,-1 0 0,0 0 0,42 0 0,6 0 0,-23 0 0,12 0 0,-22 0 0,5 0 0,-8 0 0,0 0 0,1 0 0,-9 0 0,7 0 0,-14 0 0,6 0 0,0 0 0,-5 0 0,12 0 0,-12 0 0,12 0 0,-12 0 0,12 0 0,-5 0 0,7 0 0,1-5 0,-2 3 0,-6-3 0,5 5 0,-5 0 0,0 0 0,-2 0 0,-14 0 0,-1-5 0,-7 4 0,0-4 0,-5 5 0,4-5 0,-10 4 0,4-4 0,-6 5 0,1 0 0,-5 0 0,2 0 0,-3 0 0,3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04.1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0 185 16383,'61'0'0,"12"0"0,-7 0 0,16 0 0,-1 0 0,10 0 0,2 0 0,-37 0 0,0 0 0,-3 0 0,-1 0 0,35 0 0,9 0 0,-19 0 0,-26 0 0,0 0 0,42 0 0,7 0 0,-44 0 0,1 0 0,-3 0 0,-1 0 0,8 0 0,0 0 0,-4 0 0,-2 0 0,-3 0 0,-1 0 0,44 0 0,1 0 0,-11-13 0,-35 12 0,2-1 0,41-17 0,-3 11 0,-8 0 0,-1 2 0,-8 1 0,-2 3 0,-8-3 0,0 5 0,-7 0 0,6 0 0,-14 0 0,6 0 0,-7-6 0,0 5 0,-13-4 0,4 5 0,-17 0 0,4-5 0,0 4 0,2-3 0,5-1 0,6-1 0,10 0 0,1-10 0,12 13 0,-12-12 0,12 8 0,-12-5 0,5 5 0,-14-3 0,-1 9 0,-7-4 0,-6 5 0,5 0 0,-10 0 0,4 0 0,0 0 0,-4 0 0,5 0 0,-7 0 0,1 0 0,-1 0 0,1 0 0,-1 0 0,1 0 0,5 0 0,2 0 0,5 0 0,0 0 0,7 0 0,-6 0 0,6 0 0,0 0 0,-6 0 0,0 0 0,5 5 0,-10-4 0,10 9 0,-11-9 0,4 9 0,4-4 0,-6 0 0,0 3 0,-15-8 0,-6 2 0,13 1 0,-5 1 0,16 0 0,-11 0 0,10-5 0,-15 0 0,8 0 0,-14 0 0,9 0 0,-5 0 0,11 0 0,-4 0 0,16 0 0,-2 0 0,12 0 0,0 0 0,-1 0 0,-5 0 0,-3 0 0,-11 0 0,-7 0 0,-6 0 0,-1 0 0,4 0 0,-2 0 0,6 0 0,-8 0 0,5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05.7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 16383,'99'5'0,"-47"-3"0,0 0 0,0-2 0,-1 0 0,5 0 0,2 0 0,4 0 0,0 0 0,5 0 0,1 0 0,0 0 0,2 0 0,16 0 0,0 0 0,-9 0 0,1 0 0,13 0 0,1 0 0,-11 0 0,0 0 0,0 0 0,0 0 0,-1 0 0,-1 0 0,-4 0 0,-1 0 0,-1 0 0,0 0 0,1 0 0,0 0 0,5 0 0,1 0 0,-5 0 0,1 0 0,5 0 0,-2 0 0,-24 0 0,0 0 0,27 0 0,-1 0 0,-28 0 0,0 0 0,28 0 0,-3 0 0,12 0 0,-33-1 0,1 2 0,-7 2 0,-1 1 0,49-2 0,-38 5 0,-3 0 0,17-6 0,24 6 0,-16-7 0,8 6 0,9-5 0,-5 12 0,-39-12 0,0-1 0,-5 6 0,0 1 0,5-2 0,0-1 0,24 4 0,-28-4 0,1-1 0,25-3 0,6 0 0,-3 0 0,-18 0 0,-7 0 0,5 0 0,-12 0 0,12 0 0,-12 0 0,30 0 0,-33 0 0,39 0 0,-34 0 0,21 0 0,-16 0 0,-2 0 0,-14 0 0,-7 0 0,-13 0 0,4 0 0,-12 0 0,7 0 0,-10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07.2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21 16383,'54'2'0,"-1"0"0,45 2 0,-44-4 0,1 0 0,-3 0 0,1 0 0,20 0 0,1 0 0,-10 0 0,2 0 0,13 0 0,-1 0 0,-19 0 0,-1 0 0,8 0 0,0 0 0,-9 0 0,0 0 0,11 0 0,0 0 0,-9 0 0,-1 0 0,40 0 0,-2 0 0,-28 0 0,14 0 0,-10 0 0,-9 0 0,-14 0 0,4 0 0,-19 0 0,4 0 0,-6 0 0,-5 0 0,-2 0 0,-5 0 0,-5 0 0,2 0 0,1 0 0,8 0 0,4 0 0,2 0 0,1 0 0,5 0 0,-4 0 0,-1 0 0,-8 0 0,0 0 0,2 0 0,5 0 0,6 0 0,3 0 0,5 0 0,8 0 0,2 0 0,16 0 0,-15 0 0,6-5 0,-23 3 0,-7-3 0,-8 5 0,-10 0 0,-2 0 0,4 0 0,-3-4 0,3 0 0,-6-5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08.56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50 16383,'62'0'0,"4"0"0,-2 0 0,9 0 0,27 0 0,-49 0 0,3 0 0,6 0 0,3 0 0,4 0 0,1 0 0,0 0 0,1 0 0,4 0 0,2 0 0,5 0 0,0 0 0,1 0 0,1 0 0,5 0 0,0 0 0,-4 0 0,-3 0 0,-5 0 0,-1 0 0,-1 0 0,-1 0 0,-8 0 0,-1 0 0,9 0 0,1 0 0,2 0 0,0 0 0,-6 0 0,2 0 0,15 0 0,-3 0 0,-31 0 0,-1 0 0,17 0 0,3 0 0,2 0 0,-3 0 0,-16 0 0,1 0 0,21 0 0,1 0 0,-11 0 0,-3 0 0,-2 0 0,1 0 0,18 0 0,-2 0 0,-24 0 0,-3 0 0,4 0 0,0 0 0,-3 0 0,-1 0 0,44 0 0,-24 0 0,0 0 0,-21 0 0,1 0 0,16 0 0,-1 0 0,-13-3 0,-3-1 0,27 3 0,19-6 0,-28 7 0,32 0 0,-25 0 0,14 0 0,-24 0 0,6-5 0,-8 3 0,-7-3 0,-2 5 0,0-6 0,-12 5 0,10-5 0,-18 6 0,5 0 0,-13 0 0,-5 0 0,-8 0 0,0 0 0,14 0 0,-6 0 0,23 0 0,-16 0 0,11 0 0,-7 0 0,0 0 0,-5 0 0,-2 0 0,-5 0 0,-6 0 0,4-4 0,-4-1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09.87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16383,'0'0'0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11.33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1 158 16383,'55'0'0,"7"0"0,2 0 0,27 0 0,-15 0 0,2 0 0,-16 0 0,1 0 0,32 0 0,3 0 0,-21 0 0,0 0 0,-12 0 0,4 0 0,1 0 0,6 0 0,2 0 0,0 0 0,-3 0 0,-1 0 0,-1 0 0,0 0 0,-1 0 0,-1 0 0,29 0 0,-1 0 0,-4 0 0,-1 0 0,1 0 0,0 0 0,-7 0 0,-1 0 0,7 0 0,-4 0 0,-31 0 0,-1 0 0,24 0 0,-1 0 0,17 0 0,-36 0 0,1 0 0,-7 0 0,-1 0 0,-3 0 0,-2 0 0,35 0 0,3-6 0,-14 4 0,-25-4 0,2-1 0,35-1 0,-32 1 0,2-1 0,-4 4 0,-2 1 0,30-4 0,-27 4 0,-1 0 0,17-5 0,21-6 0,-16 6 0,5-4 0,-14 5 0,7 0 0,8-5 0,-26 10 0,-2-1 0,0-1 0,-3 4 0,8 0 0,0 0 0,-1 0 0,39 0 0,-37 0 0,6 0 0,-10 0 0,-19 0 0,2 0 0,-20 0 0,6 0 0,-13 0 0,8 0 0,-1 0 0,-2 0 0,5 0 0,-6-3 0,-1-2 0,-1-3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12.85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0 116 16383,'89'0'0,"-1"0"0,3 0 0,2 0 0,-33 0 0,2 0 0,-4 0 0,1 0 0,12 0 0,3 0 0,0 0 0,1 0 0,5 0 0,1 0 0,0 0 0,1 0 0,9 0 0,1 0 0,-3 0 0,1 0 0,-24 0 0,2 0 0,-2 0 0,24 0 0,-2 0 0,4 0 0,-2 0 0,-14 0 0,0 0 0,9 0 0,1 0 0,-11 0 0,1 0 0,9 1 0,1-2 0,-5-7 0,0 0 0,1 6 0,-3 0 0,-18-5 0,-1-1 0,5 3 0,-3 3 0,25 0 0,-31-2 0,0 1 0,29 3 0,-5 0 0,-30 0 0,-5 0 0,-18-4 0,-7 2 0,4-2 0,-8 4 0,10-4 0,-12 3 0,0-4 0,3 1 0,-3 3 0,4-6 0,3 1 0,-10 1 0,6-3 0,0 3 0,-6 0 0,9 1 0,-7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16.25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0 203 16383,'67'0'0,"8"0"0,-2 0 0,8 0 0,10 0 0,1 0 0,-37 0 0,2 0 0,5 0 0,1 0 0,0 0 0,1 0 0,14 0 0,1 0 0,-14 0 0,0 0 0,15 0 0,-3 0 0,23 0 0,-40 0 0,-2 0 0,27 0 0,-35 0 0,2 0 0,-1 0 0,0 0 0,0 0 0,0 0 0,34 0 0,12 0 0,-21 0 0,-16 0 0,0 0 0,29 0 0,-38 0 0,1 0 0,4 0 0,-2 0 0,18 0 0,-17 0 0,-1 0 0,20 0 0,7 0 0,-7 0 0,-3 0 0,-8 0 0,1 0 0,-1 0 0,-7 0 0,5 0 0,-12 0 0,12 0 0,-5 0 0,7 0 0,0 0 0,0 0 0,1 0 0,7 0 0,-5 0 0,5 0 0,-8 0 0,-7-5 0,5 4 0,-18-5 0,9 6 0,-12 0 0,7-5 0,0 4 0,0-4 0,-7 5 0,12-6 0,-10 5 0,20-11 0,-14 11 0,14-10 0,-14 4 0,13-6 0,-12 1 0,5 0 0,-7 0 0,-7 1 0,-1 5 0,-13-4 0,5 9 0,-10-3 0,4-1 0,-5 4 0,-1-3 0,1 4 0,-1 0 0,1-4 0,5 2 0,-4-2 0,10 4 0,-10 0 0,4-4 0,-5 3 0,5-9 0,-9 9 0,8-8 0,-10 8 0,5-4 0,0 1 0,-4 3 0,3-4 0,-4 5 0,4 0 0,-1 0 0,-3 4 0,2 5 0,-2 0 0,4 5 0,-3-5 0,-1 0 0,-1-4 0,0 3 0,5-7 0,-4 7 0,7-7 0,-10 7 0,11-7 0,-3 3 0,-3-4 0,6 0 0,-12 0 0,8 0 0,-1 4 0,-6 1 0,9 3 0,-11-3 0,7-1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19.03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1 266 16383,'90'0'0,"-12"0"0,0 0 0,20 0 0,-6 0 0,6 0 0,-27 0 0,3 0 0,10 0 0,10 0 0,-7 0 0,1 0 0,0 0 0,3 0 0,7 0 0,-7 0 0,-3 0 0,-1 0 0,-12 0 0,3 0 0,1 0 0,-2 0 0,0 0 0,0 0 0,-4 0 0,0 0 0,0 0 0,3 0 0,0 0 0,-1 0 0,-6 0 0,-1 0 0,1 0 0,3 0 0,1 0 0,-3 0 0,20 0 0,-1 0 0,9 0 0,0 0 0,-9 0 0,0 0 0,-19 0 0,2 0 0,-1 0 0,26-1 0,-1 2 0,-27 1 0,2 1 0,-2 0 0,26-3 0,0 2 0,-2 5 0,1 2 0,6-4 0,-1 0 0,-10 0 0,-2-1 0,1 1 0,0-1 0,-7-4 0,-2 0 0,-10 0 0,-1 0 0,0 0 0,-1 0 0,0 0 0,0 0 0,-4 0 0,0 0 0,16 0 0,0 0 0,-10-4 0,2 0 0,14-1 0,2 0 0,-5 1 0,-2-1 0,-13 1 0,-1 0 0,10 0 0,1 1 0,0 2 0,2 0 0,-1-2 0,1-1 0,9 0 0,-1 1 0,-13 2 0,-3 0 0,-8-3 0,0 1 0,11 3 0,-2 0 0,27 0 0,-39 0 0,-2 0 0,27 0 0,-34 0 0,0 0 0,42 0 0,-33 0 0,0 0 0,29 0 0,7 0 0,-10 0 0,-25 6 0,27-5 0,-22 5 0,-3-1 0,-1-4 0,-14 4 0,6-5 0,-7 5 0,-1-3 0,1 8 0,-7-9 0,5 4 0,-11-5 0,4 0 0,-6 0 0,1 0 0,-7 0 0,5 0 0,2 0 0,1 0 0,11 0 0,19 0 0,-18 0 0,52 0 0,-58-4 0,27-2 0,-35-5 0,-5 5 0,-7 1 0,-6 1 0,-1 3 0,6-7 0,2 7 0,2-4 0,-8 1 0,3-1 0,-3 0 0,0-4 0,3 4 0,-3 0 0,5-4 0,-1 4 0,6-6 0,-4 1 0,10 0 0,-4-1 0,5 5 0,-6-3 0,5-2 0,-10 4 0,0-6 0,-8 12 0,0-3 0,5-1 0,8-1 0,-1-4 0,5 4 0,-3-3 0,-1 4 0,0-1 0,-12-3 0,5 8 0,-9-7 0,12 3 0,-11 0 0,11 0 0,-7 1 0,5 3 0,-5-4 0,3 5 0,-3-4 0,4 3 0,1-3 0,5 4 0,-4 0 0,10 0 0,-10 0 0,4 0 0,-6 0 0,-4 0 0,3 0 0,-5 0 0,5 0 0,-1 0 0,-4 0 0,4 0 0,0-4 0,4-1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26.45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9 16383,'94'0'0,"1"0"0,-2 0 0,-39-3 0,2-1 0,2 2 0,0 2 0,-1 3 0,3 0 0,28 2 0,3 2 0,-12 8 0,2 1 0,-14-8 0,2-2 0,-4 1 0,10 5 0,-4 0 0,7-3 0,-3-2 0,-21 1 0,0-1 0,7 1 0,0-1 0,-3 1 0,-4-1 0,29 1 0,5-2 0,-23-6 0,6 0 0,20 0 0,-29 0 0,35 0 0,-39 0 0,21 0 0,-14 0 0,-1 0 0,-2 0 0,-14 0 0,0 0 0,-3 5 0,-11-3 0,4 8 0,-5-4 0,-1 0 0,0 3 0,6-8 0,-4 4 0,11-5 0,-5 0 0,14 0 0,-5 0 0,5 0 0,-8 0 0,0 0 0,0 0 0,1 0 0,-1 0 0,1 0 0,0 0 0,7 0 0,-6 0 0,14 0 0,-14 0 0,7 0 0,-9 0 0,-6 0 0,26 0 0,-20 0 0,21 0 0,-20 0 0,7 0 0,2 0 0,7 0 0,0 6 0,0-5 0,-7 10 0,6-10 0,-14 9 0,6-3 0,0 5 0,-5 0 0,4 0 0,-6-1 0,0 1 0,0-1 0,-1 1 0,1 0 0,-7-1 0,-1 0 0,0-5 0,1 4 0,0-9 0,6 10 0,-6-10 0,0 9 0,5-9 0,-11 4 0,5 0 0,-7-4 0,-6 4 0,0-5 0,-7 0 0,-4 0 0,3 0 0,1 0 0,1 0 0,-1 0 0,0 0 0,-5 0 0,6 0 0,-5 0 0,3 0 0,1 0 0,-3 0 0,1 0 0,1 0 0,-7 0 0,10 0 0,-7 0 0,0 0 0,6 0 0,-3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29.54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62 1 16383,'78'0'0,"1"0"0,-23 0 0,0 0 0,-2 0 0,-7 0 0,-7 0 0,-2 0 0,-11 0 0,10 0 0,-9 0 0,17 0 0,-11 0 0,5 0 0,-7 0 0,0 0 0,-6 0 0,0 0 0,-7 0 0,-4 0 0,2 4 0,-7 4 0,-1 10 0,-5-4 0,-4 8 0,-4-7 0,-12 5 0,-1 0 0,-14 1 0,-2 1 0,-1-1 0,-11-3 0,5 3 0,-7-8 0,0 4 0,1-5 0,-1-1 0,8 0 0,0 0 0,7 0 0,0 0 0,5-5 0,-4 3 0,10-8 0,-4 4 0,10-5 0,-4 0 0,5 0 0,60 17 0,-20-7 0,64 14 0,-42-13 0,6 1 0,-7 0 0,0 0 0,0-1 0,-7-4 0,-1 3 0,-13-5 0,-1 6 0,-5-2 0,-1-3 0,-4 2 0,3-3 0,-4 0 0,-1 3 0,-22 12 0,-6-6 0,-27 11 0,1-14 0,-5 1 0,-1 0 0,0 4 0,7-3 0,-6 9 0,6-10 0,0 9 0,-6-8 0,13 3 0,-6-5 0,6 0 0,7-1 0,0 0 0,12-1 0,-5 1 0,9-5 0,47 13 0,-8-9 0,44 5 0,-19-3 0,2-4 0,7 0 0,0 4 0,0-9 0,25 10 0,-26-11 0,-6 3 0,0-1 0,0-3 0,32 0 0,-32 0 0,7 0 0,-7 0 0,-9 0 0,-14 0 0,-7 0 0,-12 0 0,0 0 0,-62 22 0,-6-10 0,2 6 0,-4 1 0,0-7 0,0-1 0,-1 4 0,0 0 0,-6 1 0,2-1 0,12-1 0,0 1 0,-10 3 0,1 1 0,-30 10 0,37-11 0,-1 0 0,-29 9 0,10-1 0,15-2 0,9-5 0,14-3 0,7-2 0,7-3 0,4 3 0,1-5 0,5-1 0,41 9 0,-6-5 0,36 7 0,-15-12 0,0-2 0,-1-5 0,1 0 0,0 0 0,-1 0 0,-6 0 0,-1 0 0,-7 0 0,0 0 0,1 0 0,-1 0 0,-6 0 0,-1 0 0,-5 0 0,-5 0 0,2 0 0,-3 0 0,3 0 0,1 0 0,0 0 0,1 0 0,1 0 0,-1 0 0,-4 0 0,3 0 0,-4 0 0,5 0 0,-2 0 0,-3 0 0,2-8 0,-3-2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1T07:59:32.80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69 16383,'67'0'0,"17"0"0,11 0 0,-34 0 0,3 0 0,10 0 0,1 0 0,4 0 0,3 0 0,17 0 0,2 0 0,-7 0 0,2 0 0,-21 0 0,2 0 0,0 0 0,0 0 0,1 0 0,-1 0 0,-7 0 0,-1 0 0,2 0 0,10 0 0,2 0 0,-8 0 0,-5 0 0,0 0 0,6 0 0,6 0 0,-10 0 0,21 0 0,3 0 0,-1 0 0,-5 0 0,-8-4 0,3-1 0,-28 4 0,-1 0 0,19-3 0,-3 0 0,12 4 0,14 0 0,-13 0 0,8 0 0,-3 0 0,-16 0 0,-3 0 0,-15 0 0,-2 0 0,-14 0 0,-1 0 0,-7 0 0,0 0 0,-5 0 0,4 0 0,-5 0 0,6 0 0,0 0 0,7 0 0,1 0 0,6 0 0,8 0 0,-5 0 0,5-5 0,-7 4 0,-1-5 0,8 1 0,2 3 0,0-3 0,6 5 0,-6-6 0,15 5 0,-6-5 0,7 0 0,-10 5 0,2-5 0,-1 6 0,-7 0 0,5 0 0,-5 0 0,7 0 0,-8 0 0,7 6 0,-13 0 0,5 6 0,0 1 0,-6-2 0,14 2 0,-7-1 0,1 0 0,-2 0 0,0 0 0,-5 0 0,5-5 0,-14-2 0,5-5 0,-5 0 0,7 0 0,-6 0 0,4 0 0,-12 0 0,13 0 0,-13 0 0,13 0 0,-13 5 0,13-4 0,-6 9 0,0-9 0,5 9 0,-4-8 0,5 3 0,1-5 0,-1 0 0,0 0 0,1 0 0,7 0 0,2 0 0,0 0 0,6 0 0,-7 0 0,1 0 0,5 0 0,-12 0 0,5 0 0,-7 0 0,-7 0 0,5 0 0,-5 0 0,7 0 0,-7 0 0,5 0 0,-4 0 0,5 0 0,1 0 0,-7 0 0,6-5 0,-6 3 0,0-8 0,5 9 0,-11-4 0,5 5 0,-1 0 0,-4 0 0,11 0 0,-12 0 0,11 0 0,-3 0 0,19 0 0,-10 0 0,11 0 0,-14 0 0,-1 0 0,1 0 0,-7 0 0,-1 0 0,-7 0 0,-5 0 0,4 0 0,-11 0 0,6 0 0,-7 0 0,1 0 0,-1 0 0,1 0 0,-1 0 0,1 0 0,-1 0 0,-4 0 0,3 0 0,1 0 0,-3 0 0,1 0 0,-3 0 0,0 0 0,5 0 0,-5 0 0,4 0 0,-5 0 0,6 0 0,-1 0 0,1 0 0,0 0 0,-5 0 0,5 0 0,-1 0 0,-2 0 0,2 0 0,-2 0 0,-5 0 0,6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FAB6C-3138-6440-BC93-B4B889D09C18}" type="datetimeFigureOut">
              <a:rPr lang="en-US" smtClean="0"/>
              <a:t>5/2/21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88CF-89E8-E740-B754-A3753DCF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9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6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97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06158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306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07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8888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76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3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4640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178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1925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95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2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77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4143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811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8108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6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1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5/2/21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1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image" Target="../media/image170.png"/><Relationship Id="rId26" Type="http://schemas.openxmlformats.org/officeDocument/2006/relationships/image" Target="../media/image21.png"/><Relationship Id="rId21" Type="http://schemas.openxmlformats.org/officeDocument/2006/relationships/customXml" Target="../ink/ink12.xml"/><Relationship Id="rId34" Type="http://schemas.openxmlformats.org/officeDocument/2006/relationships/image" Target="../media/image25.png"/><Relationship Id="rId7" Type="http://schemas.openxmlformats.org/officeDocument/2006/relationships/customXml" Target="../ink/ink5.xml"/><Relationship Id="rId12" Type="http://schemas.openxmlformats.org/officeDocument/2006/relationships/image" Target="../media/image140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38" Type="http://schemas.openxmlformats.org/officeDocument/2006/relationships/image" Target="../media/image27.png"/><Relationship Id="rId2" Type="http://schemas.openxmlformats.org/officeDocument/2006/relationships/image" Target="../media/image2.png"/><Relationship Id="rId16" Type="http://schemas.openxmlformats.org/officeDocument/2006/relationships/image" Target="../media/image160.png"/><Relationship Id="rId20" Type="http://schemas.openxmlformats.org/officeDocument/2006/relationships/image" Target="../media/image18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7.xml"/><Relationship Id="rId24" Type="http://schemas.openxmlformats.org/officeDocument/2006/relationships/image" Target="../media/image20.png"/><Relationship Id="rId32" Type="http://schemas.openxmlformats.org/officeDocument/2006/relationships/image" Target="../media/image24.png"/><Relationship Id="rId37" Type="http://schemas.openxmlformats.org/officeDocument/2006/relationships/customXml" Target="../ink/ink20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10" Type="http://schemas.openxmlformats.org/officeDocument/2006/relationships/image" Target="../media/image130.png"/><Relationship Id="rId19" Type="http://schemas.openxmlformats.org/officeDocument/2006/relationships/customXml" Target="../ink/ink11.xml"/><Relationship Id="rId31" Type="http://schemas.openxmlformats.org/officeDocument/2006/relationships/customXml" Target="../ink/ink17.xml"/><Relationship Id="rId4" Type="http://schemas.openxmlformats.org/officeDocument/2006/relationships/customXml" Target="../ink/ink4.xml"/><Relationship Id="rId9" Type="http://schemas.openxmlformats.org/officeDocument/2006/relationships/customXml" Target="../ink/ink6.xml"/><Relationship Id="rId14" Type="http://schemas.openxmlformats.org/officeDocument/2006/relationships/image" Target="../media/image150.png"/><Relationship Id="rId22" Type="http://schemas.openxmlformats.org/officeDocument/2006/relationships/image" Target="../media/image190.png"/><Relationship Id="rId27" Type="http://schemas.openxmlformats.org/officeDocument/2006/relationships/customXml" Target="../ink/ink15.xml"/><Relationship Id="rId30" Type="http://schemas.openxmlformats.org/officeDocument/2006/relationships/image" Target="../media/image23.png"/><Relationship Id="rId35" Type="http://schemas.openxmlformats.org/officeDocument/2006/relationships/customXml" Target="../ink/ink19.xml"/><Relationship Id="rId8" Type="http://schemas.openxmlformats.org/officeDocument/2006/relationships/image" Target="../media/image120.png"/><Relationship Id="rId3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udyspace.com/page/revision-strategies-and-tips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verywellhealth.com/elaborative-rehearsal-a-better-way-to-memorize-98694" TargetMode="External"/><Relationship Id="rId4" Type="http://schemas.openxmlformats.org/officeDocument/2006/relationships/hyperlink" Target="https://www.hongkiat.com/blog/supercharging-your-mind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9241" y="39424"/>
            <a:ext cx="5053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800" dirty="0"/>
              <a:t>Definition revision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41484"/>
              </p:ext>
            </p:extLst>
          </p:nvPr>
        </p:nvGraphicFramePr>
        <p:xfrm>
          <a:off x="9032532" y="5847080"/>
          <a:ext cx="3126644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 reminder: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Test Friday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3325" y="4549676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D034C52A-55BD-4440-B71E-2D9C02B59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61553"/>
              </p:ext>
            </p:extLst>
          </p:nvPr>
        </p:nvGraphicFramePr>
        <p:xfrm>
          <a:off x="2932702" y="1051089"/>
          <a:ext cx="8763824" cy="4336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484">
                  <a:extLst>
                    <a:ext uri="{9D8B030D-6E8A-4147-A177-3AD203B41FA5}">
                      <a16:colId xmlns:a16="http://schemas.microsoft.com/office/drawing/2014/main" val="1652647967"/>
                    </a:ext>
                  </a:extLst>
                </a:gridCol>
                <a:gridCol w="6911340">
                  <a:extLst>
                    <a:ext uri="{9D8B030D-6E8A-4147-A177-3AD203B41FA5}">
                      <a16:colId xmlns:a16="http://schemas.microsoft.com/office/drawing/2014/main" val="2139582258"/>
                    </a:ext>
                  </a:extLst>
                </a:gridCol>
              </a:tblGrid>
              <a:tr h="3511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446810"/>
                  </a:ext>
                </a:extLst>
              </a:tr>
              <a:tr h="5461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Term used to describe the participants selected in the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505779"/>
                  </a:ext>
                </a:extLst>
              </a:tr>
              <a:tr h="501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Term used to describe the larger group of people that the study is interested in the results referring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17534"/>
                  </a:ext>
                </a:extLst>
              </a:tr>
              <a:tr h="501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term to make a variable specific and measurable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47402"/>
                  </a:ext>
                </a:extLst>
              </a:tr>
              <a:tr h="5015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group that receives the independent variable in experimental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964398"/>
                  </a:ext>
                </a:extLst>
              </a:tr>
              <a:tr h="501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that is changed and manipulated in the experiment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714208"/>
                  </a:ext>
                </a:extLst>
              </a:tr>
              <a:tr h="501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variables that is controlled for so it does not impact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419566"/>
                  </a:ext>
                </a:extLst>
              </a:tr>
              <a:tr h="501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group that does not receive the independent variable in experimental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812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8176" y="0"/>
            <a:ext cx="50535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pic>
        <p:nvPicPr>
          <p:cNvPr id="3" name="Picture 2" descr="Keep silence and be quiet lips and finger silent sign, no noise ...">
            <a:extLst>
              <a:ext uri="{FF2B5EF4-FFF2-40B4-BE49-F238E27FC236}">
                <a16:creationId xmlns:a16="http://schemas.microsoft.com/office/drawing/2014/main" id="{4BBCA871-006E-4992-A9E0-5B94DFC6D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692" y="130028"/>
            <a:ext cx="2645837" cy="264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4F06F240-14FC-8B41-B358-C6329D40F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93761"/>
              </p:ext>
            </p:extLst>
          </p:nvPr>
        </p:nvGraphicFramePr>
        <p:xfrm>
          <a:off x="577746" y="1494000"/>
          <a:ext cx="9284295" cy="522221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62500">
                  <a:extLst>
                    <a:ext uri="{9D8B030D-6E8A-4147-A177-3AD203B41FA5}">
                      <a16:colId xmlns:a16="http://schemas.microsoft.com/office/drawing/2014/main" val="1652647967"/>
                    </a:ext>
                  </a:extLst>
                </a:gridCol>
                <a:gridCol w="7321795">
                  <a:extLst>
                    <a:ext uri="{9D8B030D-6E8A-4147-A177-3AD203B41FA5}">
                      <a16:colId xmlns:a16="http://schemas.microsoft.com/office/drawing/2014/main" val="2139582258"/>
                    </a:ext>
                  </a:extLst>
                </a:gridCol>
              </a:tblGrid>
              <a:tr h="4332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446810"/>
                  </a:ext>
                </a:extLst>
              </a:tr>
              <a:tr h="758197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Term used to describe the participants selected in the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505779"/>
                  </a:ext>
                </a:extLst>
              </a:tr>
              <a:tr h="594132">
                <a:tc>
                  <a:txBody>
                    <a:bodyPr/>
                    <a:lstStyle/>
                    <a:p>
                      <a:r>
                        <a:rPr lang="en-US" dirty="0"/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Term used to describe the larger group of people that the study is interested in the results referring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17534"/>
                  </a:ext>
                </a:extLst>
              </a:tr>
              <a:tr h="594132">
                <a:tc>
                  <a:txBody>
                    <a:bodyPr/>
                    <a:lstStyle/>
                    <a:p>
                      <a:r>
                        <a:rPr lang="en-US" dirty="0"/>
                        <a:t>Operationalise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term to make a variable specific and measurable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47402"/>
                  </a:ext>
                </a:extLst>
              </a:tr>
              <a:tr h="758197">
                <a:tc>
                  <a:txBody>
                    <a:bodyPr/>
                    <a:lstStyle/>
                    <a:p>
                      <a:r>
                        <a:rPr lang="en-US" dirty="0"/>
                        <a:t>Experimental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group that receives the independent variable in experimental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964398"/>
                  </a:ext>
                </a:extLst>
              </a:tr>
              <a:tr h="594132">
                <a:tc>
                  <a:txBody>
                    <a:bodyPr/>
                    <a:lstStyle/>
                    <a:p>
                      <a:r>
                        <a:rPr lang="en-US" dirty="0"/>
                        <a:t>Independent </a:t>
                      </a:r>
                    </a:p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 that is changed and manipulated in the experiment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714208"/>
                  </a:ext>
                </a:extLst>
              </a:tr>
              <a:tr h="594132">
                <a:tc>
                  <a:txBody>
                    <a:bodyPr/>
                    <a:lstStyle/>
                    <a:p>
                      <a:r>
                        <a:rPr lang="en-US" dirty="0"/>
                        <a:t>Extraneous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variables that is controlled for so it does not impact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419566"/>
                  </a:ext>
                </a:extLst>
              </a:tr>
              <a:tr h="758197">
                <a:tc>
                  <a:txBody>
                    <a:bodyPr/>
                    <a:lstStyle/>
                    <a:p>
                      <a:r>
                        <a:rPr lang="en-US" dirty="0"/>
                        <a:t>Control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group that does not receive the independent variable in experimental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812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6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87F6-7899-8A4C-B0CE-119200A5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8922D-88C9-C849-8D39-ACF38E38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Syllabus points covered today: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B46B19-CCE1-E54A-9C21-B0AC411AF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494557"/>
              </p:ext>
            </p:extLst>
          </p:nvPr>
        </p:nvGraphicFramePr>
        <p:xfrm>
          <a:off x="0" y="6121400"/>
          <a:ext cx="3126644" cy="736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2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Assessment: Friday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83B1451-45A0-564C-8232-51CD6230F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93" y="61537"/>
            <a:ext cx="5682607" cy="5321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F237D0-0885-EF48-A9D8-67BAF7F6A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084" y="5424723"/>
            <a:ext cx="4006207" cy="13717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1433CAE-7DE1-C24C-B9F0-DD5397915E09}"/>
                  </a:ext>
                </a:extLst>
              </p14:cNvPr>
              <p14:cNvContentPartPr/>
              <p14:nvPr/>
            </p14:nvContentPartPr>
            <p14:xfrm>
              <a:off x="6822098" y="5307578"/>
              <a:ext cx="2234880" cy="72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1433CAE-7DE1-C24C-B9F0-DD5397915E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8098" y="5199578"/>
                <a:ext cx="23425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17639D-5FEE-B54E-880E-C3DED278889E}"/>
                  </a:ext>
                </a:extLst>
              </p14:cNvPr>
              <p14:cNvContentPartPr/>
              <p14:nvPr/>
            </p14:nvContentPartPr>
            <p14:xfrm>
              <a:off x="6623018" y="5618978"/>
              <a:ext cx="3788640" cy="1184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17639D-5FEE-B54E-880E-C3DED27888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69378" y="5510978"/>
                <a:ext cx="3896280" cy="14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F3DE02-1AAA-5A4E-8722-9F5E0D235BFE}"/>
                  </a:ext>
                </a:extLst>
              </p14:cNvPr>
              <p14:cNvContentPartPr/>
              <p14:nvPr/>
            </p14:nvContentPartPr>
            <p14:xfrm>
              <a:off x="4647698" y="-1505782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F3DE02-1AAA-5A4E-8722-9F5E0D235B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93698" y="-1613782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892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84908" y="4343624"/>
          <a:ext cx="11075524" cy="2232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4198">
                <a:tc>
                  <a:txBody>
                    <a:bodyPr/>
                    <a:lstStyle/>
                    <a:p>
                      <a:r>
                        <a:rPr lang="en-US" dirty="0"/>
                        <a:t>Everyone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r>
                        <a:rPr lang="en-US" sz="2400" b="0" dirty="0"/>
                        <a:t>Completed the independent and dependent variable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Completed the </a:t>
                      </a:r>
                      <a:r>
                        <a:rPr lang="en-US" sz="2800" dirty="0" err="1"/>
                        <a:t>lego</a:t>
                      </a:r>
                      <a:r>
                        <a:rPr lang="en-US" sz="2800" dirty="0"/>
                        <a:t> game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-184165" y="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Learning Intention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568" y="1100561"/>
            <a:ext cx="110755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94431"/>
                </a:solidFill>
              </a:rPr>
              <a:t>By the end of the lesson I will be able to:</a:t>
            </a:r>
            <a:br>
              <a:rPr lang="en-US" sz="2400" dirty="0">
                <a:solidFill>
                  <a:srgbClr val="194431"/>
                </a:solidFill>
              </a:rPr>
            </a:br>
            <a:endParaRPr lang="en-US" sz="2400" dirty="0">
              <a:solidFill>
                <a:srgbClr val="194431"/>
              </a:solidFill>
            </a:endParaRPr>
          </a:p>
          <a:p>
            <a:r>
              <a:rPr lang="en-US" sz="2000" dirty="0"/>
              <a:t>Measures of central tendencies</a:t>
            </a:r>
          </a:p>
          <a:p>
            <a:r>
              <a:rPr lang="en-US" sz="2000" dirty="0"/>
              <a:t>Measures of dispersion</a:t>
            </a:r>
          </a:p>
          <a:p>
            <a:r>
              <a:rPr lang="en-US" sz="2000" dirty="0" err="1"/>
              <a:t>Summarising</a:t>
            </a:r>
            <a:r>
              <a:rPr lang="en-US" sz="2000" dirty="0"/>
              <a:t> v interpreting data</a:t>
            </a:r>
          </a:p>
          <a:p>
            <a:r>
              <a:rPr lang="en-US" sz="2000" dirty="0">
                <a:solidFill>
                  <a:srgbClr val="194431"/>
                </a:solidFill>
              </a:rPr>
              <a:t>Quantitative v Qualitative - evaluating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431" y="136524"/>
            <a:ext cx="1143001" cy="11430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76DBBC-1F85-554D-A2D6-B79EE01495D2}"/>
              </a:ext>
            </a:extLst>
          </p:cNvPr>
          <p:cNvSpPr txBox="1">
            <a:spLocks/>
          </p:cNvSpPr>
          <p:nvPr/>
        </p:nvSpPr>
        <p:spPr>
          <a:xfrm>
            <a:off x="-184165" y="3149824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240511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C55F36-9295-B048-BB60-9D98250F957A}"/>
              </a:ext>
            </a:extLst>
          </p:cNvPr>
          <p:cNvSpPr txBox="1"/>
          <p:nvPr/>
        </p:nvSpPr>
        <p:spPr>
          <a:xfrm>
            <a:off x="665018" y="1634836"/>
            <a:ext cx="102246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THINK PAIR SHARE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What does the term measure of central </a:t>
            </a:r>
            <a:r>
              <a:rPr lang="en-US" sz="2800" dirty="0" err="1"/>
              <a:t>tendancy</a:t>
            </a:r>
            <a:r>
              <a:rPr lang="en-US" sz="2800" dirty="0"/>
              <a:t> mean. List the ones you know 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What does the term measure of dispersion mean. List the one </a:t>
            </a:r>
            <a:r>
              <a:rPr lang="en-US" sz="2800" dirty="0" err="1"/>
              <a:t>syou</a:t>
            </a:r>
            <a:r>
              <a:rPr lang="en-US" sz="2800" dirty="0"/>
              <a:t> know.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79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2064439" y="5354"/>
            <a:ext cx="4910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Measures of Central Tendencies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DEA7-128D-A044-9ED9-2E822794E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42684"/>
              </p:ext>
            </p:extLst>
          </p:nvPr>
        </p:nvGraphicFramePr>
        <p:xfrm>
          <a:off x="9019309" y="407336"/>
          <a:ext cx="3150896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896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1" dirty="0"/>
                        <a:t>Outliers: </a:t>
                      </a:r>
                      <a:r>
                        <a:rPr lang="en-AU" sz="1400" b="0" dirty="0"/>
                        <a:t>an observation that lies an abnormal distance from other values in a data set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b="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1" dirty="0"/>
                        <a:t>Quantitative data</a:t>
                      </a:r>
                      <a:r>
                        <a:rPr lang="en-AU" sz="1400" b="0" dirty="0"/>
                        <a:t>: information about quantities, and therefore numbers</a:t>
                      </a:r>
                    </a:p>
                    <a:p>
                      <a:endParaRPr lang="en-AU" sz="1400" b="0" dirty="0"/>
                    </a:p>
                    <a:p>
                      <a:endParaRPr lang="en-A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0D51C2-38FD-464F-B88A-6D72FE98D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66678"/>
              </p:ext>
            </p:extLst>
          </p:nvPr>
        </p:nvGraphicFramePr>
        <p:xfrm>
          <a:off x="7050541" y="5989567"/>
          <a:ext cx="5130949" cy="889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30949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Which one of these is impacted by outliers?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What do these three descriptive statistics have in common?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Compare measures of central </a:t>
            </a:r>
            <a:r>
              <a:rPr lang="en-AU" sz="1400" dirty="0" err="1"/>
              <a:t>tendancies</a:t>
            </a:r>
            <a:endParaRPr lang="en-AU" sz="1400" dirty="0"/>
          </a:p>
        </p:txBody>
      </p:sp>
      <p:pic>
        <p:nvPicPr>
          <p:cNvPr id="1026" name="Picture 2" descr="Central Tendency - Definition, Measures of Central Tendency">
            <a:extLst>
              <a:ext uri="{FF2B5EF4-FFF2-40B4-BE49-F238E27FC236}">
                <a16:creationId xmlns:a16="http://schemas.microsoft.com/office/drawing/2014/main" id="{C2D9A819-8101-8B41-854C-9CA7BC982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9"/>
          <a:stretch/>
        </p:blipFill>
        <p:spPr bwMode="auto">
          <a:xfrm>
            <a:off x="515816" y="868433"/>
            <a:ext cx="8503493" cy="320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DAF4E1-F075-3C4A-8D16-A0F81E7535BE}"/>
              </a:ext>
            </a:extLst>
          </p:cNvPr>
          <p:cNvSpPr txBox="1"/>
          <p:nvPr/>
        </p:nvSpPr>
        <p:spPr>
          <a:xfrm>
            <a:off x="2907323" y="3151303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A9131-A515-3641-9A12-C31DC33ABC85}"/>
              </a:ext>
            </a:extLst>
          </p:cNvPr>
          <p:cNvSpPr txBox="1"/>
          <p:nvPr/>
        </p:nvSpPr>
        <p:spPr>
          <a:xfrm>
            <a:off x="1444344" y="4454444"/>
            <a:ext cx="7412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these of these are used to describe the central points in quantitative data.</a:t>
            </a:r>
          </a:p>
          <a:p>
            <a:r>
              <a:rPr lang="en-US" dirty="0"/>
              <a:t>This allows researchers to summarise and compare data easily. 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8759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767255" y="43709"/>
            <a:ext cx="36804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Measures of Dispersion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DEA7-128D-A044-9ED9-2E822794E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259698"/>
              </p:ext>
            </p:extLst>
          </p:nvPr>
        </p:nvGraphicFramePr>
        <p:xfrm>
          <a:off x="9030594" y="435479"/>
          <a:ext cx="31508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896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dirty="0"/>
                        <a:t>Dispersion: </a:t>
                      </a:r>
                      <a:r>
                        <a:rPr lang="en-AU" sz="1400" b="0" dirty="0"/>
                        <a:t>how spread apart the data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Explain the process of neural transmission (3.3)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369333" y="1177158"/>
            <a:ext cx="34524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Measures of dispersion</a:t>
            </a:r>
            <a:r>
              <a:rPr lang="en-AU" dirty="0"/>
              <a:t> describe the </a:t>
            </a:r>
            <a:r>
              <a:rPr lang="en-AU" b="1" dirty="0">
                <a:highlight>
                  <a:srgbClr val="FFFF00"/>
                </a:highlight>
              </a:rPr>
              <a:t>spread</a:t>
            </a:r>
            <a:r>
              <a:rPr lang="en-AU" dirty="0"/>
              <a:t> of data around a central value (</a:t>
            </a:r>
            <a:r>
              <a:rPr lang="en-AU" b="1" dirty="0"/>
              <a:t>mean</a:t>
            </a:r>
            <a:r>
              <a:rPr lang="en-AU" dirty="0"/>
              <a:t>, median or mode), </a:t>
            </a:r>
          </a:p>
          <a:p>
            <a:endParaRPr lang="en-AU" dirty="0"/>
          </a:p>
          <a:p>
            <a:endParaRPr lang="en-US" dirty="0"/>
          </a:p>
          <a:p>
            <a:r>
              <a:rPr lang="en-US" b="1" dirty="0"/>
              <a:t>Range:</a:t>
            </a:r>
          </a:p>
          <a:p>
            <a:r>
              <a:rPr lang="en-US" dirty="0"/>
              <a:t>Higher value minus the lowest value</a:t>
            </a:r>
          </a:p>
          <a:p>
            <a:endParaRPr lang="en-US" b="1" dirty="0"/>
          </a:p>
          <a:p>
            <a:r>
              <a:rPr lang="en-US" b="1" dirty="0"/>
              <a:t>Standard Deviation (SD or </a:t>
            </a:r>
            <a:r>
              <a:rPr lang="el-GR" b="1" dirty="0"/>
              <a:t>σ</a:t>
            </a:r>
            <a:r>
              <a:rPr lang="en-AU" b="1" dirty="0"/>
              <a:t>)</a:t>
            </a:r>
            <a:r>
              <a:rPr lang="en-US" b="1" dirty="0"/>
              <a:t>: </a:t>
            </a:r>
          </a:p>
          <a:p>
            <a:r>
              <a:rPr lang="en-US" dirty="0"/>
              <a:t>How far away values are from the mean </a:t>
            </a:r>
          </a:p>
          <a:p>
            <a:endParaRPr lang="en-US" dirty="0"/>
          </a:p>
          <a:p>
            <a:r>
              <a:rPr lang="en-US" dirty="0"/>
              <a:t>Both the range and SD show that how far apart the data set is in different ways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37B1135-14B3-3F48-9C59-8B8C4228C6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3808631"/>
              </p:ext>
            </p:extLst>
          </p:nvPr>
        </p:nvGraphicFramePr>
        <p:xfrm>
          <a:off x="4165600" y="-264357"/>
          <a:ext cx="4521200" cy="3195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Normal Distribution">
            <a:extLst>
              <a:ext uri="{FF2B5EF4-FFF2-40B4-BE49-F238E27FC236}">
                <a16:creationId xmlns:a16="http://schemas.microsoft.com/office/drawing/2014/main" id="{1F96D79B-7695-8540-AB09-F24EB3617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785" y="2845258"/>
            <a:ext cx="5229705" cy="397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79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1081258" y="4510258"/>
            <a:ext cx="2531847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Activate prior knowledge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9BACB-BFEF-2C48-AFA3-71A47ED71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30" y="0"/>
            <a:ext cx="843818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0B0693-DF25-B646-ABF5-3AD361EBF0D2}"/>
              </a:ext>
            </a:extLst>
          </p:cNvPr>
          <p:cNvSpPr txBox="1"/>
          <p:nvPr/>
        </p:nvSpPr>
        <p:spPr>
          <a:xfrm>
            <a:off x="7660215" y="5215024"/>
            <a:ext cx="4298322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Read the scenario.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Describe the findings of the scenario (3)</a:t>
            </a:r>
          </a:p>
          <a:p>
            <a:pPr marL="342900" indent="-342900">
              <a:buAutoNum type="arabicPeriod"/>
            </a:pPr>
            <a:r>
              <a:rPr lang="en-US" dirty="0"/>
              <a:t>Interpret the findings and outline the conclusions that can be drawn (3)</a:t>
            </a:r>
          </a:p>
        </p:txBody>
      </p:sp>
    </p:spTree>
    <p:extLst>
      <p:ext uri="{BB962C8B-B14F-4D97-AF65-F5344CB8AC3E}">
        <p14:creationId xmlns:p14="http://schemas.microsoft.com/office/powerpoint/2010/main" val="319167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DEA7-128D-A044-9ED9-2E822794E105}"/>
              </a:ext>
            </a:extLst>
          </p:cNvPr>
          <p:cNvGraphicFramePr>
            <a:graphicFrameLocks noGrp="1"/>
          </p:cNvGraphicFramePr>
          <p:nvPr/>
        </p:nvGraphicFramePr>
        <p:xfrm>
          <a:off x="9030594" y="435479"/>
          <a:ext cx="31508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896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dirty="0"/>
                        <a:t>Dispersion: </a:t>
                      </a:r>
                      <a:r>
                        <a:rPr lang="en-AU" sz="1400" b="0" dirty="0"/>
                        <a:t>how spread apart the data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Summarising v interpreting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369332" y="806319"/>
            <a:ext cx="44361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/>
              <a:t>Command terms and possible exam questions:</a:t>
            </a:r>
          </a:p>
          <a:p>
            <a:endParaRPr lang="en-AU" i="1" dirty="0"/>
          </a:p>
          <a:p>
            <a:r>
              <a:rPr lang="en-AU" i="1" dirty="0"/>
              <a:t>“Summarise the findings”</a:t>
            </a:r>
          </a:p>
          <a:p>
            <a:r>
              <a:rPr lang="en-AU" i="1" dirty="0"/>
              <a:t>“Describe the trends”</a:t>
            </a:r>
          </a:p>
          <a:p>
            <a:r>
              <a:rPr lang="en-AU" i="1" dirty="0"/>
              <a:t>“Describe the spread of data / findings”</a:t>
            </a:r>
          </a:p>
          <a:p>
            <a:r>
              <a:rPr lang="en-AU" i="1" dirty="0"/>
              <a:t>“Compare the results from each group”</a:t>
            </a:r>
          </a:p>
          <a:p>
            <a:endParaRPr lang="en-AU" i="1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02A9A-F595-5541-B168-77B255A6ED3F}"/>
              </a:ext>
            </a:extLst>
          </p:cNvPr>
          <p:cNvSpPr txBox="1"/>
          <p:nvPr/>
        </p:nvSpPr>
        <p:spPr>
          <a:xfrm>
            <a:off x="2372051" y="398675"/>
            <a:ext cx="6412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Summarising 	vs 	Interpreting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7BF79C-9197-814C-A72E-D5CCB28D34EA}"/>
              </a:ext>
            </a:extLst>
          </p:cNvPr>
          <p:cNvCxnSpPr>
            <a:cxnSpLocks/>
          </p:cNvCxnSpPr>
          <p:nvPr/>
        </p:nvCxnSpPr>
        <p:spPr>
          <a:xfrm>
            <a:off x="5422478" y="920120"/>
            <a:ext cx="0" cy="548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225BCCF-7EBD-E34F-825B-9765174F74E9}"/>
              </a:ext>
            </a:extLst>
          </p:cNvPr>
          <p:cNvSpPr txBox="1"/>
          <p:nvPr/>
        </p:nvSpPr>
        <p:spPr>
          <a:xfrm>
            <a:off x="5578121" y="920120"/>
            <a:ext cx="39787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/>
              <a:t>Command terms and possible exam questions:</a:t>
            </a:r>
          </a:p>
          <a:p>
            <a:endParaRPr lang="en-AU" i="1" dirty="0"/>
          </a:p>
          <a:p>
            <a:r>
              <a:rPr lang="en-AU" i="1" dirty="0"/>
              <a:t>“Interpret the results collected”</a:t>
            </a:r>
          </a:p>
          <a:p>
            <a:r>
              <a:rPr lang="en-AU" i="1" dirty="0"/>
              <a:t>“Outline the conclusions from the study"</a:t>
            </a:r>
          </a:p>
          <a:p>
            <a:r>
              <a:rPr lang="en-US" dirty="0"/>
              <a:t>”State whether the hypothesis was accepted or rejected”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C5667-65D9-3248-B913-CCA4678B3068}"/>
              </a:ext>
            </a:extLst>
          </p:cNvPr>
          <p:cNvSpPr txBox="1"/>
          <p:nvPr/>
        </p:nvSpPr>
        <p:spPr>
          <a:xfrm>
            <a:off x="77823" y="3091911"/>
            <a:ext cx="5266834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From the question on previous slide:</a:t>
            </a:r>
          </a:p>
          <a:p>
            <a:endParaRPr lang="en-US" dirty="0"/>
          </a:p>
          <a:p>
            <a:r>
              <a:rPr lang="en-US" dirty="0"/>
              <a:t>A perfect response example: </a:t>
            </a:r>
          </a:p>
          <a:p>
            <a:r>
              <a:rPr lang="en-US" dirty="0"/>
              <a:t>Group 4 walked the furthest (5 km) while listening 120 – 140 bpm (1)</a:t>
            </a:r>
          </a:p>
          <a:p>
            <a:r>
              <a:rPr lang="en-US" dirty="0"/>
              <a:t>Group 2 walked the shortest distance at 3.8km while listening to music at 40 – 70 bpm (1)</a:t>
            </a:r>
          </a:p>
          <a:p>
            <a:r>
              <a:rPr lang="en-US" dirty="0"/>
              <a:t>The control group listening to no music walked 4km (1)</a:t>
            </a:r>
          </a:p>
          <a:p>
            <a:endParaRPr lang="en-US" dirty="0"/>
          </a:p>
          <a:p>
            <a:r>
              <a:rPr lang="en-US" dirty="0"/>
              <a:t>3 marks = 3 descriptors </a:t>
            </a:r>
          </a:p>
          <a:p>
            <a:r>
              <a:rPr lang="en-US" dirty="0"/>
              <a:t>1 mark deducted for interpretation or mentioning hypothesis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806779-7093-3442-B64E-B047B4209502}"/>
              </a:ext>
            </a:extLst>
          </p:cNvPr>
          <p:cNvSpPr txBox="1"/>
          <p:nvPr/>
        </p:nvSpPr>
        <p:spPr>
          <a:xfrm>
            <a:off x="5500299" y="3091911"/>
            <a:ext cx="5860417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From the question on previous slide:</a:t>
            </a:r>
          </a:p>
          <a:p>
            <a:endParaRPr lang="en-US" dirty="0"/>
          </a:p>
          <a:p>
            <a:r>
              <a:rPr lang="en-US" dirty="0"/>
              <a:t>Dr. Swift can accept the hypothesis that the faster a tempo the faster an individual will walk (1)</a:t>
            </a:r>
          </a:p>
          <a:p>
            <a:r>
              <a:rPr lang="en-US" dirty="0"/>
              <a:t>This means that… (1)</a:t>
            </a:r>
          </a:p>
          <a:p>
            <a:r>
              <a:rPr lang="en-US" dirty="0"/>
              <a:t>This can be seen through the group 4 who walked 5km with the fastest bpm compared to all over slower tempos of music and the control (1)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 marks = 3 descriptors </a:t>
            </a:r>
          </a:p>
          <a:p>
            <a:r>
              <a:rPr lang="en-US" dirty="0"/>
              <a:t>Always back your interpretation to data</a:t>
            </a:r>
          </a:p>
          <a:p>
            <a:r>
              <a:rPr lang="en-US" dirty="0"/>
              <a:t>Always back it with data that proves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428632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C55F36-9295-B048-BB60-9D98250F957A}"/>
              </a:ext>
            </a:extLst>
          </p:cNvPr>
          <p:cNvSpPr txBox="1"/>
          <p:nvPr/>
        </p:nvSpPr>
        <p:spPr>
          <a:xfrm>
            <a:off x="665018" y="1634836"/>
            <a:ext cx="102246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THINK PAIR SHARE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When is a bar graph used vs a histogram vs a line graph vs a scatterplot?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Graphs are worth 5 marks in exams and tests – what do you need to include?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77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491B-4DB8-194B-ABCC-263706BF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227" y="2546570"/>
            <a:ext cx="2687501" cy="663980"/>
          </a:xfrm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Bar Graph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969AFD-DEA8-7943-BBA3-2F18301917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98992" y="5014033"/>
            <a:ext cx="1721618" cy="184396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4F4249-79CD-5B49-BA92-C91C8EE03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83" y="3424748"/>
            <a:ext cx="3327400" cy="2412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Used when looking at the frequency of </a:t>
            </a:r>
            <a:r>
              <a:rPr lang="en-US" sz="2000" b="1" dirty="0"/>
              <a:t>ONE numerical data set </a:t>
            </a:r>
            <a:r>
              <a:rPr lang="en-US" sz="2000" dirty="0"/>
              <a:t>(</a:t>
            </a:r>
            <a:r>
              <a:rPr lang="en-US" sz="2000" dirty="0" err="1"/>
              <a:t>i.e</a:t>
            </a:r>
            <a:r>
              <a:rPr lang="en-US" sz="2000" dirty="0"/>
              <a:t> one variable that can be measured)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ADA1B2-480B-714C-973B-B8BFE1461C34}"/>
              </a:ext>
            </a:extLst>
          </p:cNvPr>
          <p:cNvSpPr txBox="1">
            <a:spLocks/>
          </p:cNvSpPr>
          <p:nvPr/>
        </p:nvSpPr>
        <p:spPr>
          <a:xfrm>
            <a:off x="125406" y="2546570"/>
            <a:ext cx="2687501" cy="66398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Histogram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42460-518C-F24F-921A-110AF12CE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597" y="4902076"/>
            <a:ext cx="1620663" cy="17543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2C23E8-6BE8-8C4C-89DC-8B56A66D6EC3}"/>
              </a:ext>
            </a:extLst>
          </p:cNvPr>
          <p:cNvSpPr txBox="1"/>
          <p:nvPr/>
        </p:nvSpPr>
        <p:spPr>
          <a:xfrm>
            <a:off x="4303919" y="3424748"/>
            <a:ext cx="31117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Used when there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ONE numerical data set and ONE categorical data set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that you are measuring the relationship between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F1EDC-D389-2741-AFC0-02B0538112F1}"/>
              </a:ext>
            </a:extLst>
          </p:cNvPr>
          <p:cNvSpPr txBox="1"/>
          <p:nvPr/>
        </p:nvSpPr>
        <p:spPr>
          <a:xfrm>
            <a:off x="125406" y="1021183"/>
            <a:ext cx="10357536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 title that includes both variables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Labeled axes with units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Y axis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 up / down) always shows the dependent variable (the one being measured)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X axis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(left / right) always shows the independent variable (the one being manipulated / changed)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A6BF70-22C4-584B-9FFA-F470E5886AF0}"/>
              </a:ext>
            </a:extLst>
          </p:cNvPr>
          <p:cNvSpPr txBox="1">
            <a:spLocks/>
          </p:cNvSpPr>
          <p:nvPr/>
        </p:nvSpPr>
        <p:spPr>
          <a:xfrm>
            <a:off x="1938291" y="317711"/>
            <a:ext cx="8544651" cy="66398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Constructing your graph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4E6C30-BB5A-1D41-8DB2-4FAA9E24524F}"/>
              </a:ext>
            </a:extLst>
          </p:cNvPr>
          <p:cNvSpPr txBox="1">
            <a:spLocks/>
          </p:cNvSpPr>
          <p:nvPr/>
        </p:nvSpPr>
        <p:spPr>
          <a:xfrm>
            <a:off x="8272599" y="2546570"/>
            <a:ext cx="2687501" cy="66398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Scatterplot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F9A77AE-BD21-5D43-88A8-22294034E0AA}"/>
              </a:ext>
            </a:extLst>
          </p:cNvPr>
          <p:cNvSpPr txBox="1">
            <a:spLocks/>
          </p:cNvSpPr>
          <p:nvPr/>
        </p:nvSpPr>
        <p:spPr>
          <a:xfrm>
            <a:off x="8272599" y="3463224"/>
            <a:ext cx="3327400" cy="2412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 2" pitchFamily="18" charset="2"/>
              <a:buChar char="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"/>
              <a:defRPr lang="en-U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"/>
              <a:defRPr lang="en-U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4C600"/>
              </a:buClr>
              <a:buSzPct val="100000"/>
              <a:buFont typeface="Wingdings 2" pitchFamily="18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Used when there are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TWO continuous data sets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E3D2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that you are measuring the relationship between</a:t>
            </a:r>
          </a:p>
        </p:txBody>
      </p:sp>
      <p:pic>
        <p:nvPicPr>
          <p:cNvPr id="1026" name="Picture 2" descr="Scatterplot and Correlation: Definition, Example &amp; Analysis - Video &amp;  Lesson Transcript | Study.com">
            <a:extLst>
              <a:ext uri="{FF2B5EF4-FFF2-40B4-BE49-F238E27FC236}">
                <a16:creationId xmlns:a16="http://schemas.microsoft.com/office/drawing/2014/main" id="{80B9389E-947E-2441-AD2C-AD91132DD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599" y="5289232"/>
            <a:ext cx="3677478" cy="153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479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7973A-84FA-5D46-AABC-3C9E0016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22" y="0"/>
            <a:ext cx="11761637" cy="41009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106D74-798B-924F-A94A-D30D5D4176AE}"/>
              </a:ext>
            </a:extLst>
          </p:cNvPr>
          <p:cNvSpPr txBox="1"/>
          <p:nvPr/>
        </p:nvSpPr>
        <p:spPr>
          <a:xfrm rot="16200000">
            <a:off x="-913327" y="1212877"/>
            <a:ext cx="219598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C7FAF-2296-D545-B6D4-8D5C73444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21" y="4669269"/>
            <a:ext cx="9877749" cy="7400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CAC6E3-BBED-C245-A1DE-B23E69C320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6098"/>
          <a:stretch/>
        </p:blipFill>
        <p:spPr>
          <a:xfrm>
            <a:off x="479712" y="5859894"/>
            <a:ext cx="9923073" cy="7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7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AEA4E6-02FC-CA4F-8FD5-1EF9E21BA4DB}"/>
              </a:ext>
            </a:extLst>
          </p:cNvPr>
          <p:cNvSpPr txBox="1"/>
          <p:nvPr/>
        </p:nvSpPr>
        <p:spPr>
          <a:xfrm rot="16200000">
            <a:off x="-913327" y="1212877"/>
            <a:ext cx="219598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0BDF9-4EE9-014A-B5C5-674EE1EE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36" y="2066602"/>
            <a:ext cx="6564694" cy="4412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FA469E-6E90-A542-9055-AA81D2FE46CA}"/>
              </a:ext>
            </a:extLst>
          </p:cNvPr>
          <p:cNvSpPr txBox="1"/>
          <p:nvPr/>
        </p:nvSpPr>
        <p:spPr>
          <a:xfrm>
            <a:off x="7430776" y="13855"/>
            <a:ext cx="4761224" cy="2092881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Tips:</a:t>
            </a:r>
          </a:p>
          <a:p>
            <a:endParaRPr lang="en-US" sz="1600" dirty="0"/>
          </a:p>
          <a:p>
            <a:r>
              <a:rPr lang="en-US" sz="1600" dirty="0"/>
              <a:t>Always figure out the type of data first.</a:t>
            </a:r>
          </a:p>
          <a:p>
            <a:r>
              <a:rPr lang="en-US" sz="1600" dirty="0"/>
              <a:t>Each data type will be better represented by different graphs.</a:t>
            </a:r>
          </a:p>
          <a:p>
            <a:r>
              <a:rPr lang="en-US" sz="1600" dirty="0"/>
              <a:t>If you are unsure: it is ONLY one mark – still attempt the graph as the rest (title, labels plotting is easy marks)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F44AD19-3871-2E4D-A6BA-A28FA0ACA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938209"/>
              </p:ext>
            </p:extLst>
          </p:nvPr>
        </p:nvGraphicFramePr>
        <p:xfrm>
          <a:off x="7800109" y="5403514"/>
          <a:ext cx="4391891" cy="1454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1891">
                  <a:extLst>
                    <a:ext uri="{9D8B030D-6E8A-4147-A177-3AD203B41FA5}">
                      <a16:colId xmlns:a16="http://schemas.microsoft.com/office/drawing/2014/main" val="3425935880"/>
                    </a:ext>
                  </a:extLst>
                </a:gridCol>
              </a:tblGrid>
              <a:tr h="438824">
                <a:tc>
                  <a:txBody>
                    <a:bodyPr/>
                    <a:lstStyle/>
                    <a:p>
                      <a:r>
                        <a:rPr lang="en-US" dirty="0"/>
                        <a:t>Check your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936785"/>
                  </a:ext>
                </a:extLst>
              </a:tr>
              <a:tr h="1015662">
                <a:tc>
                  <a:txBody>
                    <a:bodyPr/>
                    <a:lstStyle/>
                    <a:p>
                      <a:r>
                        <a:rPr lang="en-US" dirty="0"/>
                        <a:t>What is the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867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9303B72-F4C5-2F4A-83F8-C5EE33316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6" y="299550"/>
            <a:ext cx="59436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90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ADC8C-2869-A242-A991-D0C56FE4D382}"/>
              </a:ext>
            </a:extLst>
          </p:cNvPr>
          <p:cNvSpPr txBox="1"/>
          <p:nvPr/>
        </p:nvSpPr>
        <p:spPr>
          <a:xfrm rot="16200000">
            <a:off x="-913327" y="1212877"/>
            <a:ext cx="219598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Independent 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54C77-BF4B-BB4E-BB0E-611A48614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3" y="1283276"/>
            <a:ext cx="10344914" cy="395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61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87F6-7899-8A4C-B0CE-119200A5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64"/>
            <a:ext cx="10515600" cy="1325563"/>
          </a:xfrm>
        </p:spPr>
        <p:txBody>
          <a:bodyPr/>
          <a:lstStyle/>
          <a:p>
            <a:r>
              <a:rPr lang="en-US" b="1" dirty="0"/>
              <a:t>Research Methods</a:t>
            </a:r>
            <a:br>
              <a:rPr lang="en-US" b="1" dirty="0"/>
            </a:br>
            <a:r>
              <a:rPr lang="en-US" b="1" dirty="0"/>
              <a:t>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8922D-88C9-C849-8D39-ACF38E38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922" y="1006589"/>
            <a:ext cx="2545078" cy="6217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Syllabus points: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23A86-0CF1-FA4A-B230-68E4F8934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93" y="61537"/>
            <a:ext cx="5682607" cy="5321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C3091-EEBE-B248-A1D1-E61EF89F9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93" y="5428208"/>
            <a:ext cx="4006207" cy="13717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B204D4-B8D6-A64C-A439-14AE12869E18}"/>
                  </a:ext>
                </a:extLst>
              </p14:cNvPr>
              <p14:cNvContentPartPr/>
              <p14:nvPr/>
            </p14:nvContentPartPr>
            <p14:xfrm>
              <a:off x="7064163" y="606162"/>
              <a:ext cx="1824840" cy="52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B204D4-B8D6-A64C-A439-14AE12869E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0163" y="498162"/>
                <a:ext cx="19324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DBF808-6682-9A4C-A813-16093D8CB838}"/>
                  </a:ext>
                </a:extLst>
              </p14:cNvPr>
              <p14:cNvContentPartPr/>
              <p14:nvPr/>
            </p14:nvContentPartPr>
            <p14:xfrm>
              <a:off x="7049043" y="817842"/>
              <a:ext cx="1212120" cy="24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DBF808-6682-9A4C-A813-16093D8CB8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95403" y="710202"/>
                <a:ext cx="13197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D471EA2-FE15-6545-9923-5D7BC132202E}"/>
                  </a:ext>
                </a:extLst>
              </p14:cNvPr>
              <p14:cNvContentPartPr/>
              <p14:nvPr/>
            </p14:nvContentPartPr>
            <p14:xfrm>
              <a:off x="6872283" y="1465122"/>
              <a:ext cx="2623320" cy="660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D471EA2-FE15-6545-9923-5D7BC13220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18283" y="1357122"/>
                <a:ext cx="2730960" cy="8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F20175-83E7-6941-A029-CC4E0FC39EA0}"/>
                  </a:ext>
                </a:extLst>
              </p14:cNvPr>
              <p14:cNvContentPartPr/>
              <p14:nvPr/>
            </p14:nvContentPartPr>
            <p14:xfrm>
              <a:off x="7046523" y="2222202"/>
              <a:ext cx="1243080" cy="148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F20175-83E7-6941-A029-CC4E0FC39E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92523" y="2114202"/>
                <a:ext cx="13507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F84267F-6C17-5D41-9507-1A56CDD4D840}"/>
                  </a:ext>
                </a:extLst>
              </p14:cNvPr>
              <p14:cNvContentPartPr/>
              <p14:nvPr/>
            </p14:nvContentPartPr>
            <p14:xfrm>
              <a:off x="6852123" y="2466282"/>
              <a:ext cx="1740960" cy="12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F84267F-6C17-5D41-9507-1A56CDD4D8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98123" y="2358282"/>
                <a:ext cx="18486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F111C33-7249-2944-B3EB-D19646327757}"/>
                  </a:ext>
                </a:extLst>
              </p14:cNvPr>
              <p14:cNvContentPartPr/>
              <p14:nvPr/>
            </p14:nvContentPartPr>
            <p14:xfrm>
              <a:off x="6726483" y="3017802"/>
              <a:ext cx="1982520" cy="66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F111C33-7249-2944-B3EB-D1964632775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72483" y="2910162"/>
                <a:ext cx="20901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55757F9-BA79-9042-B352-A43DFEEDF9B0}"/>
                  </a:ext>
                </a:extLst>
              </p14:cNvPr>
              <p14:cNvContentPartPr/>
              <p14:nvPr/>
            </p14:nvContentPartPr>
            <p14:xfrm>
              <a:off x="7032123" y="3199602"/>
              <a:ext cx="2167920" cy="35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55757F9-BA79-9042-B352-A43DFEEDF9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78123" y="3091602"/>
                <a:ext cx="22755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782930-D210-0844-802A-511C47DA6B3C}"/>
                  </a:ext>
                </a:extLst>
              </p14:cNvPr>
              <p14:cNvContentPartPr/>
              <p14:nvPr/>
            </p14:nvContentPartPr>
            <p14:xfrm>
              <a:off x="7146243" y="3455922"/>
              <a:ext cx="1161000" cy="10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782930-D210-0844-802A-511C47DA6B3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92603" y="3347922"/>
                <a:ext cx="12686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5481AF6-790F-BA4A-895B-9562E1A721F6}"/>
                  </a:ext>
                </a:extLst>
              </p14:cNvPr>
              <p14:cNvContentPartPr/>
              <p14:nvPr/>
            </p14:nvContentPartPr>
            <p14:xfrm>
              <a:off x="7029963" y="3638802"/>
              <a:ext cx="2194920" cy="18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5481AF6-790F-BA4A-895B-9562E1A721F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76323" y="3531162"/>
                <a:ext cx="23025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4F45E6B-4C73-074E-B1BD-3B8281700F44}"/>
                  </a:ext>
                </a:extLst>
              </p14:cNvPr>
              <p14:cNvContentPartPr/>
              <p14:nvPr/>
            </p14:nvContentPartPr>
            <p14:xfrm>
              <a:off x="7404003" y="389008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4F45E6B-4C73-074E-B1BD-3B8281700F4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50003" y="378244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9D1C5F-623D-3144-A472-246BC06F512B}"/>
                  </a:ext>
                </a:extLst>
              </p14:cNvPr>
              <p14:cNvContentPartPr/>
              <p14:nvPr/>
            </p14:nvContentPartPr>
            <p14:xfrm>
              <a:off x="6925203" y="3771642"/>
              <a:ext cx="2039040" cy="56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9D1C5F-623D-3144-A472-246BC06F512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71563" y="3664002"/>
                <a:ext cx="21466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0EC7AEA-5E86-AD43-A253-E1BAAD3F4D91}"/>
                  </a:ext>
                </a:extLst>
              </p14:cNvPr>
              <p14:cNvContentPartPr/>
              <p14:nvPr/>
            </p14:nvContentPartPr>
            <p14:xfrm>
              <a:off x="6801363" y="4069002"/>
              <a:ext cx="1481760" cy="42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0EC7AEA-5E86-AD43-A253-E1BAAD3F4D9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47363" y="3961002"/>
                <a:ext cx="15894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195C83C-562F-3E48-BA4F-3B10440F7379}"/>
                  </a:ext>
                </a:extLst>
              </p14:cNvPr>
              <p14:cNvContentPartPr/>
              <p14:nvPr/>
            </p14:nvContentPartPr>
            <p14:xfrm>
              <a:off x="6819723" y="4928322"/>
              <a:ext cx="2158560" cy="73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195C83C-562F-3E48-BA4F-3B10440F737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765723" y="4820322"/>
                <a:ext cx="22662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BC6BD3E-DBA9-A844-952B-61A8399E3C5B}"/>
                  </a:ext>
                </a:extLst>
              </p14:cNvPr>
              <p14:cNvContentPartPr/>
              <p14:nvPr/>
            </p14:nvContentPartPr>
            <p14:xfrm>
              <a:off x="6817203" y="5191482"/>
              <a:ext cx="3940920" cy="115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BC6BD3E-DBA9-A844-952B-61A8399E3C5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63563" y="5083842"/>
                <a:ext cx="404856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74690A6-3A93-E34C-898A-55EADBC555CD}"/>
                  </a:ext>
                </a:extLst>
              </p14:cNvPr>
              <p14:cNvContentPartPr/>
              <p14:nvPr/>
            </p14:nvContentPartPr>
            <p14:xfrm>
              <a:off x="6920883" y="5962962"/>
              <a:ext cx="2166480" cy="151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74690A6-3A93-E34C-898A-55EADBC555C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866883" y="5854962"/>
                <a:ext cx="2274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A770DD4-164A-7D44-B260-6E6C09100C56}"/>
                  </a:ext>
                </a:extLst>
              </p14:cNvPr>
              <p14:cNvContentPartPr/>
              <p14:nvPr/>
            </p14:nvContentPartPr>
            <p14:xfrm>
              <a:off x="7015923" y="6208482"/>
              <a:ext cx="481680" cy="508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770DD4-164A-7D44-B260-6E6C09100C5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61923" y="6100842"/>
                <a:ext cx="58932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A7D9CA3-E56B-674C-AF89-4CB0BC9099E9}"/>
                  </a:ext>
                </a:extLst>
              </p14:cNvPr>
              <p14:cNvContentPartPr/>
              <p14:nvPr/>
            </p14:nvContentPartPr>
            <p14:xfrm>
              <a:off x="6918003" y="5729322"/>
              <a:ext cx="3435480" cy="60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A7D9CA3-E56B-674C-AF89-4CB0BC9099E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64363" y="5621322"/>
                <a:ext cx="3543120" cy="2761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3F3DD1C-5BC6-3A42-AE38-4CBF0ECFB425}"/>
              </a:ext>
            </a:extLst>
          </p:cNvPr>
          <p:cNvSpPr txBox="1"/>
          <p:nvPr/>
        </p:nvSpPr>
        <p:spPr>
          <a:xfrm>
            <a:off x="305843" y="2944713"/>
            <a:ext cx="326211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Task </a:t>
            </a:r>
          </a:p>
          <a:p>
            <a:endParaRPr lang="en-US" sz="2800" b="1" dirty="0"/>
          </a:p>
          <a:p>
            <a:r>
              <a:rPr lang="en-US" sz="2800" b="1" dirty="0"/>
              <a:t>Choose a topic and…</a:t>
            </a:r>
          </a:p>
          <a:p>
            <a:endParaRPr lang="en-US" sz="2800" dirty="0"/>
          </a:p>
          <a:p>
            <a:r>
              <a:rPr lang="en-US" sz="2800" dirty="0"/>
              <a:t>Revise</a:t>
            </a:r>
          </a:p>
          <a:p>
            <a:r>
              <a:rPr lang="en-US" sz="2800" dirty="0"/>
              <a:t>Relearn or</a:t>
            </a:r>
          </a:p>
          <a:p>
            <a:r>
              <a:rPr lang="en-US" sz="2800" dirty="0"/>
              <a:t>Test and practice </a:t>
            </a:r>
          </a:p>
        </p:txBody>
      </p:sp>
    </p:spTree>
    <p:extLst>
      <p:ext uri="{BB962C8B-B14F-4D97-AF65-F5344CB8AC3E}">
        <p14:creationId xmlns:p14="http://schemas.microsoft.com/office/powerpoint/2010/main" val="584455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725647" y="1523698"/>
            <a:ext cx="1820627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633671" y="0"/>
            <a:ext cx="99948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Revision step 1: Identify areas of strength and weakness – use the checklist on SEQTA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1254168" y="1084081"/>
            <a:ext cx="849862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Steps to revision: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2400" dirty="0"/>
              <a:t>Look at the syllabus points you need to cover</a:t>
            </a:r>
          </a:p>
          <a:p>
            <a:pPr marL="342900" indent="-342900">
              <a:buAutoNum type="arabicPeriod"/>
            </a:pPr>
            <a:r>
              <a:rPr lang="en-US" sz="2400" dirty="0"/>
              <a:t>Colour code them: highlight in red the areas you do not know well, yellow for rusty and green for confident </a:t>
            </a:r>
          </a:p>
          <a:p>
            <a:pPr marL="342900" indent="-342900">
              <a:buAutoNum type="arabicPeriod"/>
            </a:pPr>
            <a:r>
              <a:rPr lang="en-US" sz="2400" dirty="0"/>
              <a:t>If the syllabus item is in </a:t>
            </a:r>
            <a:r>
              <a:rPr lang="en-US" sz="2400" dirty="0">
                <a:highlight>
                  <a:srgbClr val="FF0000"/>
                </a:highlight>
              </a:rPr>
              <a:t>red</a:t>
            </a:r>
            <a:r>
              <a:rPr lang="en-US" sz="2400" dirty="0"/>
              <a:t>: you need to </a:t>
            </a:r>
            <a:r>
              <a:rPr lang="en-US" sz="2400" b="1" dirty="0"/>
              <a:t>relearn</a:t>
            </a:r>
            <a:r>
              <a:rPr lang="en-US" sz="2400" dirty="0"/>
              <a:t> material</a:t>
            </a:r>
          </a:p>
          <a:p>
            <a:pPr marL="342900" indent="-342900">
              <a:buAutoNum type="arabicPeriod"/>
            </a:pPr>
            <a:r>
              <a:rPr lang="en-US" sz="2400" dirty="0"/>
              <a:t>If the syllabus item is in </a:t>
            </a:r>
            <a:r>
              <a:rPr lang="en-US" sz="2400" dirty="0">
                <a:highlight>
                  <a:srgbClr val="FFFF00"/>
                </a:highlight>
              </a:rPr>
              <a:t>yellow</a:t>
            </a:r>
            <a:r>
              <a:rPr lang="en-US" sz="2400" dirty="0"/>
              <a:t>: you need to </a:t>
            </a:r>
            <a:r>
              <a:rPr lang="en-US" sz="2400" b="1" dirty="0"/>
              <a:t>revise</a:t>
            </a:r>
            <a:r>
              <a:rPr lang="en-US" sz="2400" dirty="0"/>
              <a:t> the material</a:t>
            </a:r>
          </a:p>
          <a:p>
            <a:pPr marL="342900" indent="-342900">
              <a:buAutoNum type="arabicPeriod"/>
            </a:pPr>
            <a:r>
              <a:rPr lang="en-US" sz="2400" dirty="0"/>
              <a:t>If the syllabus item is in </a:t>
            </a:r>
            <a:r>
              <a:rPr lang="en-US" sz="2400" dirty="0">
                <a:highlight>
                  <a:srgbClr val="00FF00"/>
                </a:highlight>
              </a:rPr>
              <a:t>green</a:t>
            </a:r>
            <a:r>
              <a:rPr lang="en-US" sz="2400" dirty="0"/>
              <a:t>: you need to </a:t>
            </a:r>
            <a:r>
              <a:rPr lang="en-US" sz="2400" b="1" dirty="0"/>
              <a:t>test and practice </a:t>
            </a:r>
            <a:r>
              <a:rPr lang="en-US" sz="2400" dirty="0"/>
              <a:t>the material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ECCD7-13E1-4D4F-9D65-B3EAF2C976BB}"/>
              </a:ext>
            </a:extLst>
          </p:cNvPr>
          <p:cNvSpPr txBox="1"/>
          <p:nvPr/>
        </p:nvSpPr>
        <p:spPr>
          <a:xfrm>
            <a:off x="1254168" y="4661153"/>
            <a:ext cx="7633214" cy="64633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Task: </a:t>
            </a:r>
            <a:r>
              <a:rPr lang="en-US" dirty="0"/>
              <a:t>Open the syllabus review document on SEQTA and start colour coding the items under: biological influence and research methods.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31BA8-62A6-1A41-83D1-7F3FA16972CD}"/>
              </a:ext>
            </a:extLst>
          </p:cNvPr>
          <p:cNvSpPr txBox="1"/>
          <p:nvPr/>
        </p:nvSpPr>
        <p:spPr>
          <a:xfrm>
            <a:off x="1254168" y="5566087"/>
            <a:ext cx="7633214" cy="64633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The following slides will teach you how to relearn, revise and how to test and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476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725647" y="1523698"/>
            <a:ext cx="182062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2064439" y="5354"/>
            <a:ext cx="30544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Tips for </a:t>
            </a:r>
            <a:r>
              <a:rPr lang="en-AU" sz="2800" b="1" dirty="0">
                <a:solidFill>
                  <a:srgbClr val="FF0000"/>
                </a:solidFill>
              </a:rPr>
              <a:t>relearning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DEA7-128D-A044-9ED9-2E822794E105}"/>
              </a:ext>
            </a:extLst>
          </p:cNvPr>
          <p:cNvGraphicFramePr>
            <a:graphicFrameLocks noGrp="1"/>
          </p:cNvGraphicFramePr>
          <p:nvPr/>
        </p:nvGraphicFramePr>
        <p:xfrm>
          <a:off x="9041104" y="56370"/>
          <a:ext cx="31508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896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dirty="0"/>
                        <a:t>Define:</a:t>
                      </a:r>
                      <a:endParaRPr lang="en-A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0D51C2-38FD-464F-B88A-6D72FE98D9C3}"/>
              </a:ext>
            </a:extLst>
          </p:cNvPr>
          <p:cNvGraphicFramePr>
            <a:graphicFrameLocks noGrp="1"/>
          </p:cNvGraphicFramePr>
          <p:nvPr/>
        </p:nvGraphicFramePr>
        <p:xfrm>
          <a:off x="7061051" y="5576372"/>
          <a:ext cx="5130949" cy="1102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30949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Summarise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Define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sz="1400" dirty="0"/>
                        <a:t>Explain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650384" y="798050"/>
            <a:ext cx="80991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Sometimes it takes a number of times for information to stick, this can vary day to day and topic to topic. Therefore making sure you are consistent and regular with your revision. </a:t>
            </a:r>
          </a:p>
          <a:p>
            <a:endParaRPr lang="en-US" dirty="0"/>
          </a:p>
          <a:p>
            <a:r>
              <a:rPr lang="en-US" b="1" dirty="0"/>
              <a:t>Relearning involves:</a:t>
            </a:r>
          </a:p>
          <a:p>
            <a:pPr marL="342900" indent="-342900">
              <a:buAutoNum type="arabicPeriod"/>
            </a:pPr>
            <a:r>
              <a:rPr lang="en-US" dirty="0"/>
              <a:t>trying to recall the information you know first</a:t>
            </a:r>
          </a:p>
          <a:p>
            <a:pPr marL="342900" indent="-342900">
              <a:buAutoNum type="arabicPeriod"/>
            </a:pPr>
            <a:r>
              <a:rPr lang="en-US" dirty="0"/>
              <a:t>then filling in the gaps in knowledge that you have</a:t>
            </a:r>
          </a:p>
          <a:p>
            <a:pPr marL="342900" indent="-342900">
              <a:buAutoNum type="arabicPeriod"/>
            </a:pPr>
            <a:r>
              <a:rPr lang="en-US" dirty="0"/>
              <a:t>Using a strategy to take down info: </a:t>
            </a:r>
            <a:r>
              <a:rPr lang="en-US" dirty="0" err="1"/>
              <a:t>mindmap</a:t>
            </a:r>
            <a:r>
              <a:rPr lang="en-US" dirty="0"/>
              <a:t>, graphic organizer, flashcards, Cornell notes etc.</a:t>
            </a:r>
          </a:p>
          <a:p>
            <a:pPr marL="342900" indent="-342900">
              <a:buAutoNum type="arabicPeriod"/>
            </a:pPr>
            <a:r>
              <a:rPr lang="en-US" dirty="0"/>
              <a:t>Most importantly: time, be consistent and have a study schedule to go over content covered in class</a:t>
            </a:r>
          </a:p>
          <a:p>
            <a:endParaRPr lang="en-US" dirty="0"/>
          </a:p>
          <a:p>
            <a:r>
              <a:rPr lang="en-US" b="1" dirty="0"/>
              <a:t>Going home and testing yourself with the check for understanding boxes (bottom right of most slides) </a:t>
            </a:r>
            <a:r>
              <a:rPr lang="en-US" dirty="0"/>
              <a:t>on Ms. Davey’s slides is a good starting point; only read the check for understanding box, answer on paper or verbally, then check if your answer missed details or key words by checking the slides.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178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21DEA7-128D-A044-9ED9-2E822794E105}"/>
              </a:ext>
            </a:extLst>
          </p:cNvPr>
          <p:cNvGraphicFramePr>
            <a:graphicFrameLocks noGrp="1"/>
          </p:cNvGraphicFramePr>
          <p:nvPr/>
        </p:nvGraphicFramePr>
        <p:xfrm>
          <a:off x="9030594" y="868433"/>
          <a:ext cx="31508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896">
                  <a:extLst>
                    <a:ext uri="{9D8B030D-6E8A-4147-A177-3AD203B41FA5}">
                      <a16:colId xmlns:a16="http://schemas.microsoft.com/office/drawing/2014/main" val="1024621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1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dirty="0"/>
                        <a:t>Define:</a:t>
                      </a:r>
                      <a:endParaRPr lang="en-A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784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Explain the process of neural transmission (3.3)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438056" y="549820"/>
            <a:ext cx="7788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Memories in the long-term memory last better when they are rehearsed through </a:t>
            </a:r>
            <a:r>
              <a:rPr lang="en-US" b="1" dirty="0"/>
              <a:t>elaborative rehearsal</a:t>
            </a:r>
            <a:r>
              <a:rPr lang="en-US" dirty="0"/>
              <a:t>: when they are linked to information that you already know!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D13DE-1FFF-224F-ABEF-2C541C09066F}"/>
              </a:ext>
            </a:extLst>
          </p:cNvPr>
          <p:cNvSpPr txBox="1"/>
          <p:nvPr/>
        </p:nvSpPr>
        <p:spPr>
          <a:xfrm>
            <a:off x="2064439" y="5354"/>
            <a:ext cx="2824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Strategy: </a:t>
            </a:r>
            <a:r>
              <a:rPr lang="en-AU" sz="2800" b="1" dirty="0">
                <a:solidFill>
                  <a:srgbClr val="FF0000"/>
                </a:solidFill>
              </a:rPr>
              <a:t>Revising</a:t>
            </a:r>
          </a:p>
        </p:txBody>
      </p:sp>
      <p:pic>
        <p:nvPicPr>
          <p:cNvPr id="1026" name="Picture 2" descr="How To Make Flashcards - That Nurse Life | Study flashcards, Flashcards,  Flashcards college">
            <a:extLst>
              <a:ext uri="{FF2B5EF4-FFF2-40B4-BE49-F238E27FC236}">
                <a16:creationId xmlns:a16="http://schemas.microsoft.com/office/drawing/2014/main" id="{ADC414C8-25F1-6440-822F-42071DD36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222" y="1831875"/>
            <a:ext cx="3312268" cy="248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67BA9-F8DF-F146-BF02-1C20220C3128}"/>
              </a:ext>
            </a:extLst>
          </p:cNvPr>
          <p:cNvSpPr txBox="1"/>
          <p:nvPr/>
        </p:nvSpPr>
        <p:spPr>
          <a:xfrm>
            <a:off x="546846" y="1505447"/>
            <a:ext cx="3526971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Revision strategy examples and what they are good for:</a:t>
            </a:r>
          </a:p>
          <a:p>
            <a:endParaRPr lang="en-US" dirty="0"/>
          </a:p>
          <a:p>
            <a:r>
              <a:rPr lang="en-US" b="1" dirty="0"/>
              <a:t>Flashcards</a:t>
            </a:r>
            <a:r>
              <a:rPr lang="en-US" dirty="0"/>
              <a:t>: definitions, theories, key words</a:t>
            </a:r>
          </a:p>
          <a:p>
            <a:r>
              <a:rPr lang="en-US" b="1" dirty="0"/>
              <a:t>Narratives and visuals</a:t>
            </a:r>
            <a:r>
              <a:rPr lang="en-US" dirty="0"/>
              <a:t>: when you find info hard to understand / remember</a:t>
            </a:r>
          </a:p>
          <a:p>
            <a:r>
              <a:rPr lang="en-US" b="1" dirty="0"/>
              <a:t>Acronyms: </a:t>
            </a:r>
            <a:r>
              <a:rPr lang="en-US" dirty="0"/>
              <a:t>Remembering information that has to be in a a specific order </a:t>
            </a:r>
          </a:p>
          <a:p>
            <a:r>
              <a:rPr lang="en-US" b="1" dirty="0" err="1"/>
              <a:t>Mindmaps</a:t>
            </a:r>
            <a:r>
              <a:rPr lang="en-US" b="1" dirty="0"/>
              <a:t>: </a:t>
            </a:r>
            <a:r>
              <a:rPr lang="en-US" dirty="0"/>
              <a:t>great for topic overviews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34130-DF69-074C-9D8B-9C8230561BE6}"/>
              </a:ext>
            </a:extLst>
          </p:cNvPr>
          <p:cNvSpPr txBox="1"/>
          <p:nvPr/>
        </p:nvSpPr>
        <p:spPr>
          <a:xfrm>
            <a:off x="4550419" y="1528191"/>
            <a:ext cx="3891452" cy="39475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General tips: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Make it visual: </a:t>
            </a:r>
            <a:r>
              <a:rPr lang="en-US" dirty="0"/>
              <a:t>pictures, tables, diagrams, headings and subheadings. Memory works better visually and this makes it easier to go over notes when you need them for exams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Colours: </a:t>
            </a:r>
            <a:r>
              <a:rPr lang="en-US" dirty="0"/>
              <a:t>Also can be used to colour code: one colour for – definitions, evaluations, theorist names,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Get someone to test you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Stay consistent with even when you think you know it well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7392C-791E-5E49-84D2-A268953927F1}"/>
              </a:ext>
            </a:extLst>
          </p:cNvPr>
          <p:cNvSpPr txBox="1"/>
          <p:nvPr/>
        </p:nvSpPr>
        <p:spPr>
          <a:xfrm>
            <a:off x="184666" y="5569516"/>
            <a:ext cx="51312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More ideas on revision techniques:</a:t>
            </a:r>
          </a:p>
          <a:p>
            <a:r>
              <a:rPr lang="en-US" b="1" dirty="0">
                <a:hlinkClick r:id="rId3"/>
              </a:rPr>
              <a:t>Click me for general tips</a:t>
            </a:r>
            <a:endParaRPr lang="en-US" b="1" dirty="0"/>
          </a:p>
          <a:p>
            <a:r>
              <a:rPr lang="en-US" b="1" dirty="0">
                <a:hlinkClick r:id="rId4"/>
              </a:rPr>
              <a:t>Click me on how to for mindmapping, flashcards etc</a:t>
            </a:r>
            <a:endParaRPr lang="en-US" b="1" dirty="0"/>
          </a:p>
          <a:p>
            <a:r>
              <a:rPr lang="en-US" b="1" dirty="0">
                <a:hlinkClick r:id="rId5"/>
              </a:rPr>
              <a:t>Click me for what elaborative rehearsal is </a:t>
            </a:r>
            <a:endParaRPr lang="en-US" b="1" dirty="0"/>
          </a:p>
          <a:p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E23FE-15B2-B745-B50A-CC749ABDA6E9}"/>
              </a:ext>
            </a:extLst>
          </p:cNvPr>
          <p:cNvSpPr txBox="1"/>
          <p:nvPr/>
        </p:nvSpPr>
        <p:spPr>
          <a:xfrm rot="16200000">
            <a:off x="-725647" y="1523698"/>
            <a:ext cx="182062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044900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Explain the process of neural transmission (3.3)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682984" y="827406"/>
            <a:ext cx="1055107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dirty="0"/>
              <a:t>The best way to test what you know is to create and practice test / exam questions. This is why teachers know their subjects so well.</a:t>
            </a:r>
          </a:p>
          <a:p>
            <a:endParaRPr lang="en-US" sz="2000" dirty="0"/>
          </a:p>
          <a:p>
            <a:r>
              <a:rPr lang="en-US" sz="2000" b="1" dirty="0"/>
              <a:t>Choose a topic and come up with short answer style questions on that topic. </a:t>
            </a:r>
          </a:p>
          <a:p>
            <a:r>
              <a:rPr lang="en-US" sz="2000" b="1" dirty="0"/>
              <a:t>Tips:</a:t>
            </a:r>
          </a:p>
          <a:p>
            <a:r>
              <a:rPr lang="en-US" sz="2000" dirty="0"/>
              <a:t>1.Remember to use the same wording as in a test / exam (common command terms found on SEQTA)</a:t>
            </a:r>
          </a:p>
          <a:p>
            <a:r>
              <a:rPr lang="en-US" sz="2000" dirty="0"/>
              <a:t>2. Pay attention to mark allocation </a:t>
            </a:r>
          </a:p>
          <a:p>
            <a:r>
              <a:rPr lang="en-US" sz="2000" dirty="0"/>
              <a:t>3. Be specific when making your marking key – what key words would be in the answer</a:t>
            </a:r>
          </a:p>
          <a:p>
            <a:r>
              <a:rPr lang="en-US" sz="2000" dirty="0"/>
              <a:t>4. Swap tests with a friend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This can also be done in a multiple choice format or extended response format.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D13DE-1FFF-224F-ABEF-2C541C09066F}"/>
              </a:ext>
            </a:extLst>
          </p:cNvPr>
          <p:cNvSpPr txBox="1"/>
          <p:nvPr/>
        </p:nvSpPr>
        <p:spPr>
          <a:xfrm>
            <a:off x="2064439" y="5354"/>
            <a:ext cx="4101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Strategy: </a:t>
            </a:r>
            <a:r>
              <a:rPr lang="en-AU" sz="2800" b="1" dirty="0">
                <a:solidFill>
                  <a:srgbClr val="FF0000"/>
                </a:solidFill>
              </a:rPr>
              <a:t>Test and practice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544FA-76A8-DC44-AF90-F275194C7CB5}"/>
              </a:ext>
            </a:extLst>
          </p:cNvPr>
          <p:cNvSpPr txBox="1"/>
          <p:nvPr/>
        </p:nvSpPr>
        <p:spPr>
          <a:xfrm rot="16200000">
            <a:off x="-725647" y="1523698"/>
            <a:ext cx="182062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73080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E4CB6F2-E4A4-7940-9F1E-F8EF4C7F4417}"/>
              </a:ext>
            </a:extLst>
          </p:cNvPr>
          <p:cNvSpPr txBox="1"/>
          <p:nvPr/>
        </p:nvSpPr>
        <p:spPr>
          <a:xfrm>
            <a:off x="7612083" y="42040"/>
            <a:ext cx="4569407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r"/>
            <a:r>
              <a:rPr lang="en-AU" sz="1400" dirty="0"/>
              <a:t>LO: Explain the process of neural transmission (3.3)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D13DE-1FFF-224F-ABEF-2C541C09066F}"/>
              </a:ext>
            </a:extLst>
          </p:cNvPr>
          <p:cNvSpPr txBox="1"/>
          <p:nvPr/>
        </p:nvSpPr>
        <p:spPr>
          <a:xfrm>
            <a:off x="2064439" y="5354"/>
            <a:ext cx="3855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Test and practice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C3EA9-6892-1F46-A4ED-E085F1051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12" y="495300"/>
            <a:ext cx="7565638" cy="6320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1A699C-DB37-5647-A940-7679E2FB3992}"/>
              </a:ext>
            </a:extLst>
          </p:cNvPr>
          <p:cNvSpPr txBox="1"/>
          <p:nvPr/>
        </p:nvSpPr>
        <p:spPr>
          <a:xfrm rot="16200000">
            <a:off x="-725647" y="1523698"/>
            <a:ext cx="182062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321396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E555-EA4A-4184-918C-1630F809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b="1" dirty="0"/>
              <a:t>Exit Ticket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E94D-8BB9-4152-80A2-4A18D090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981" y="2486892"/>
            <a:ext cx="8677836" cy="39163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6000" b="1" dirty="0"/>
              <a:t>Ask one get one</a:t>
            </a:r>
          </a:p>
        </p:txBody>
      </p:sp>
      <p:pic>
        <p:nvPicPr>
          <p:cNvPr id="4" name="Picture 3" descr="__-41-51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234" y="136524"/>
            <a:ext cx="1765167" cy="176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2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2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sson template" id="{BE3FD172-D024-DE49-B586-228D6C825ABD}" vid="{007CADC7-1C8C-EE44-9A84-575C6C18930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1628</Words>
  <Application>Microsoft Macintosh PowerPoint</Application>
  <PresentationFormat>Widescreen</PresentationFormat>
  <Paragraphs>237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Wingdings 2</vt:lpstr>
      <vt:lpstr>Office Theme</vt:lpstr>
      <vt:lpstr>Saba</vt:lpstr>
      <vt:lpstr>PowerPoint Presentation</vt:lpstr>
      <vt:lpstr>PowerPoint Presentation</vt:lpstr>
      <vt:lpstr>Research Methods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Bar Graph </vt:lpstr>
      <vt:lpstr>PowerPoint Presentation</vt:lpstr>
      <vt:lpstr>PowerPoint Presentation</vt:lpstr>
      <vt:lpstr>PowerPoint Presentation</vt:lpstr>
      <vt:lpstr>Research Methods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Exit Ticket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DAVEY Sarah [Joseph Banks Secondary College]</dc:creator>
  <cp:lastModifiedBy>DAVEY Sarah [Joseph Banks Secondary College]</cp:lastModifiedBy>
  <cp:revision>14</cp:revision>
  <dcterms:created xsi:type="dcterms:W3CDTF">2021-05-02T04:44:10Z</dcterms:created>
  <dcterms:modified xsi:type="dcterms:W3CDTF">2021-05-02T07:43:53Z</dcterms:modified>
</cp:coreProperties>
</file>