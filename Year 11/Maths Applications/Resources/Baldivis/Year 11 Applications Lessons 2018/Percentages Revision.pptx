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9" r:id="rId2"/>
    <p:sldId id="320" r:id="rId3"/>
    <p:sldId id="304" r:id="rId4"/>
    <p:sldId id="259" r:id="rId5"/>
    <p:sldId id="258" r:id="rId6"/>
    <p:sldId id="303" r:id="rId7"/>
    <p:sldId id="321" r:id="rId8"/>
    <p:sldId id="322" r:id="rId9"/>
    <p:sldId id="323" r:id="rId10"/>
    <p:sldId id="324" r:id="rId11"/>
    <p:sldId id="325" r:id="rId12"/>
    <p:sldId id="30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2895" autoAdjust="0"/>
  </p:normalViewPr>
  <p:slideViewPr>
    <p:cSldViewPr>
      <p:cViewPr varScale="1">
        <p:scale>
          <a:sx n="81" d="100"/>
          <a:sy n="81" d="100"/>
        </p:scale>
        <p:origin x="130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476672"/>
            <a:ext cx="7772400" cy="1470025"/>
          </a:xfrm>
        </p:spPr>
        <p:txBody>
          <a:bodyPr/>
          <a:lstStyle/>
          <a:p>
            <a:r>
              <a:rPr lang="en-AU" dirty="0" smtClean="0"/>
              <a:t>Percentages Revision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628800"/>
            <a:ext cx="8496944" cy="4536504"/>
          </a:xfrm>
        </p:spPr>
        <p:txBody>
          <a:bodyPr>
            <a:normAutofit/>
          </a:bodyPr>
          <a:lstStyle/>
          <a:p>
            <a:pPr algn="l"/>
            <a:r>
              <a:rPr lang="en-AU" dirty="0" smtClean="0"/>
              <a:t>EQ – Describe the methods for solving problems with percentage increase and decrease. </a:t>
            </a:r>
          </a:p>
          <a:p>
            <a:pPr algn="l"/>
            <a:endParaRPr lang="en-AU" dirty="0"/>
          </a:p>
          <a:p>
            <a:pPr algn="l"/>
            <a:r>
              <a:rPr lang="en-AU" dirty="0" smtClean="0"/>
              <a:t>Lesson Objectives – To be able to solve worded problems involving percentage increase/decrease. </a:t>
            </a:r>
          </a:p>
          <a:p>
            <a:pPr algn="l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775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Answer the following –Showing the steps of your working on white boards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James scored 23 out of 40 in a test. Write this as a percentage.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A dress costing $60 was on sale in shop discounted to $51. What is the percentage discount?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13% of $140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Increase $450 by 45%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085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AU" dirty="0" smtClean="0"/>
              <a:t>Your name </a:t>
            </a:r>
          </a:p>
          <a:p>
            <a:pPr>
              <a:buFontTx/>
              <a:buChar char="-"/>
            </a:pPr>
            <a:r>
              <a:rPr lang="en-AU" dirty="0" smtClean="0"/>
              <a:t>Class App 11</a:t>
            </a:r>
          </a:p>
          <a:p>
            <a:pPr>
              <a:buFontTx/>
              <a:buChar char="-"/>
            </a:pPr>
            <a:r>
              <a:rPr lang="en-AU" dirty="0" smtClean="0"/>
              <a:t>Teachers Name – Mrs Rust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0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Percentages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092280" y="106354"/>
            <a:ext cx="193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Feb 2018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Describe </a:t>
            </a:r>
            <a:r>
              <a:rPr lang="en-AU" sz="2400" dirty="0"/>
              <a:t>the methods for solving problems with percentage increase and decrease.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87824" y="2060848"/>
            <a:ext cx="2400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 as a percentage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0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Percentages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092280" y="106354"/>
            <a:ext cx="193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Feb 2018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Describe </a:t>
            </a:r>
            <a:r>
              <a:rPr lang="en-AU" sz="2400" dirty="0"/>
              <a:t>the methods for solving problems with percentage increase and decrease.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87824" y="2060848"/>
            <a:ext cx="3936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 as a percentage</a:t>
            </a:r>
          </a:p>
          <a:p>
            <a:r>
              <a:rPr lang="en-AU" dirty="0" smtClean="0"/>
              <a:t>- Write as a fraction and multiply by 100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33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0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Percentages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092280" y="106354"/>
            <a:ext cx="193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Feb 2018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Describe </a:t>
            </a:r>
            <a:r>
              <a:rPr lang="en-AU" sz="2400" dirty="0"/>
              <a:t>the methods for solving problems with percentage increase and decrease.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87824" y="2060848"/>
                <a:ext cx="4436214" cy="22967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Writing as a percentage</a:t>
                </a:r>
              </a:p>
              <a:p>
                <a:pPr marL="285750" indent="-285750">
                  <a:buFontTx/>
                  <a:buChar char="-"/>
                </a:pPr>
                <a:r>
                  <a:rPr lang="en-AU" dirty="0" smtClean="0"/>
                  <a:t>Write as a fraction and multiply by 100</a:t>
                </a:r>
              </a:p>
              <a:p>
                <a:pPr marL="285750" indent="-285750">
                  <a:buFontTx/>
                  <a:buChar char="-"/>
                </a:pPr>
                <a:endParaRPr lang="en-AU" dirty="0"/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Example – Write 12 out of 28 as a percentage</a:t>
                </a: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den>
                      </m:f>
                      <m:r>
                        <a:rPr lang="en-AU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100=42.9%</m:t>
                      </m:r>
                    </m:oMath>
                  </m:oMathPara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2060848"/>
                <a:ext cx="4436214" cy="2296783"/>
              </a:xfrm>
              <a:prstGeom prst="rect">
                <a:avLst/>
              </a:prstGeom>
              <a:blipFill>
                <a:blip r:embed="rId2"/>
                <a:stretch>
                  <a:fillRect l="-1099" t="-1326" r="-5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525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0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Percentages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092280" y="106354"/>
            <a:ext cx="193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Feb 2018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Describe </a:t>
            </a:r>
            <a:r>
              <a:rPr lang="en-AU" sz="2400" dirty="0"/>
              <a:t>the methods for solving problems with percentage increase and decrease.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33136" y="2065410"/>
                <a:ext cx="4436214" cy="22967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Writing as a percentage</a:t>
                </a:r>
              </a:p>
              <a:p>
                <a:pPr marL="285750" indent="-285750">
                  <a:buFontTx/>
                  <a:buChar char="-"/>
                </a:pPr>
                <a:r>
                  <a:rPr lang="en-AU" dirty="0" smtClean="0"/>
                  <a:t>Write as a fraction and multiply by 100</a:t>
                </a:r>
              </a:p>
              <a:p>
                <a:pPr marL="285750" indent="-285750">
                  <a:buFontTx/>
                  <a:buChar char="-"/>
                </a:pPr>
                <a:endParaRPr lang="en-AU" dirty="0"/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Example – Write 12 out of 28 as a percentage</a:t>
                </a: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den>
                      </m:f>
                      <m:r>
                        <a:rPr lang="en-AU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100=42.9%</m:t>
                      </m:r>
                    </m:oMath>
                  </m:oMathPara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136" y="2065410"/>
                <a:ext cx="4436214" cy="2296783"/>
              </a:xfrm>
              <a:prstGeom prst="rect">
                <a:avLst/>
              </a:prstGeom>
              <a:blipFill>
                <a:blip r:embed="rId2"/>
                <a:stretch>
                  <a:fillRect l="-1238" t="-1592" r="-5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33136" y="4139262"/>
                <a:ext cx="5983722" cy="2716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percentage increase/decrease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𝐴𝑚𝑜𝑢𝑛𝑡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𝑂𝑟𝑔𝑖𝑛𝑎𝑙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𝐴𝑚𝑜𝑢𝑛𝑡</m:t>
                        </m:r>
                      </m:den>
                    </m:f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AU" dirty="0" smtClean="0">
                    <a:solidFill>
                      <a:srgbClr val="7030A0"/>
                    </a:solidFill>
                  </a:rPr>
                  <a:t>Example – Find percentage increase for an item increase from $450 to $500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$500−$450 = $50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450</m:t>
                          </m:r>
                        </m:den>
                      </m:f>
                      <m:r>
                        <a:rPr lang="en-AU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100=11.1%</m:t>
                      </m:r>
                    </m:oMath>
                  </m:oMathPara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136" y="4139262"/>
                <a:ext cx="5983722" cy="2716321"/>
              </a:xfrm>
              <a:prstGeom prst="rect">
                <a:avLst/>
              </a:prstGeom>
              <a:blipFill>
                <a:blip r:embed="rId3"/>
                <a:stretch>
                  <a:fillRect l="-917" t="-11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59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0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Percentages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092280" y="106354"/>
            <a:ext cx="193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Feb 2018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Describe </a:t>
            </a:r>
            <a:r>
              <a:rPr lang="en-AU" sz="2400" dirty="0"/>
              <a:t>the methods for solving problems with percentage increase and decrease.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910588" y="1977140"/>
                <a:ext cx="5983722" cy="2716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Finding percentage increase/decrease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𝐴𝑚𝑜𝑢𝑛𝑡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𝑂𝑟𝑔𝑖𝑛𝑎𝑙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𝐴𝑚𝑜𝑢𝑛𝑡</m:t>
                        </m:r>
                      </m:den>
                    </m:f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AU" dirty="0" smtClean="0">
                    <a:solidFill>
                      <a:srgbClr val="7030A0"/>
                    </a:solidFill>
                  </a:rPr>
                  <a:t>Example – Find percentage increase for an item increase from $450 to $500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$500−$450 = $50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450</m:t>
                          </m:r>
                        </m:den>
                      </m:f>
                      <m:r>
                        <a:rPr lang="en-AU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100=11.1%</m:t>
                      </m:r>
                    </m:oMath>
                  </m:oMathPara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588" y="1977140"/>
                <a:ext cx="5983722" cy="2716321"/>
              </a:xfrm>
              <a:prstGeom prst="rect">
                <a:avLst/>
              </a:prstGeom>
              <a:blipFill>
                <a:blip r:embed="rId2"/>
                <a:stretch>
                  <a:fillRect l="-815" t="-11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59832" y="4424759"/>
                <a:ext cx="4823500" cy="2701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Finding the percentage of an amount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Write as a decimal and multiply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Find 1% by dividing by 100 then multiply by %</a:t>
                </a:r>
              </a:p>
              <a:p>
                <a:pPr marL="285750" indent="-285750">
                  <a:buFontTx/>
                  <a:buChar char="-"/>
                </a:pPr>
                <a:endParaRPr lang="en-AU" dirty="0"/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Example – Find 12% of 40</a:t>
                </a: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1.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×40=4.8</m:t>
                    </m:r>
                  </m:oMath>
                </a14:m>
                <a:r>
                  <a:rPr lang="en-AU" dirty="0" smtClean="0">
                    <a:solidFill>
                      <a:srgbClr val="7030A0"/>
                    </a:solidFill>
                  </a:rPr>
                  <a:t>		2.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12=4.8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pPr/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424759"/>
                <a:ext cx="4823500" cy="2701765"/>
              </a:xfrm>
              <a:prstGeom prst="rect">
                <a:avLst/>
              </a:prstGeom>
              <a:blipFill>
                <a:blip r:embed="rId3"/>
                <a:stretch>
                  <a:fillRect l="-1138" t="-1354" r="-1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75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40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Percentages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092280" y="106354"/>
            <a:ext cx="193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Feb 2018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Describe </a:t>
            </a:r>
            <a:r>
              <a:rPr lang="en-AU" sz="2400" dirty="0"/>
              <a:t>the methods for solving problems with percentage increase and decrease.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59832" y="4313079"/>
                <a:ext cx="598372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Calculating percentage increase/decrease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Find percentage increase/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decrease </a:t>
                </a:r>
                <a:r>
                  <a:rPr lang="en-AU" dirty="0" smtClean="0"/>
                  <a:t>then add/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subtract</a:t>
                </a:r>
                <a:r>
                  <a:rPr lang="en-AU" dirty="0" smtClean="0"/>
                  <a:t> from original amount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Change to a decimal and multiply</a:t>
                </a: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Example – Increase $250 by 10%</a:t>
                </a: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1.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10% 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$250=$25</m:t>
                    </m:r>
                  </m:oMath>
                </a14:m>
                <a:r>
                  <a:rPr lang="en-AU" b="0" dirty="0" smtClean="0">
                    <a:solidFill>
                      <a:srgbClr val="7030A0"/>
                    </a:solidFill>
                  </a:rPr>
                  <a:t>		2. </a:t>
                </a:r>
                <a14:m>
                  <m:oMath xmlns:m="http://schemas.openxmlformats.org/officeDocument/2006/math">
                    <m:r>
                      <a:rPr lang="en-AU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</m:t>
                    </m:r>
                    <m:r>
                      <a:rPr lang="en-AU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250</m:t>
                    </m:r>
                    <m:r>
                      <a:rPr lang="en-AU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×1.1=$275</m:t>
                    </m:r>
                  </m:oMath>
                </a14:m>
                <a:r>
                  <a:rPr lang="en-AU" b="0" dirty="0" smtClean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dirty="0">
                    <a:solidFill>
                      <a:srgbClr val="7030A0"/>
                    </a:solidFill>
                  </a:rPr>
                  <a:t> </a:t>
                </a:r>
                <a:r>
                  <a:rPr lang="en-AU" dirty="0" smtClean="0">
                    <a:solidFill>
                      <a:srgbClr val="7030A0"/>
                    </a:solidFill>
                  </a:rPr>
                  <a:t>    $250 +$25 = $275</a:t>
                </a: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pPr/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313079"/>
                <a:ext cx="5983722" cy="2585323"/>
              </a:xfrm>
              <a:prstGeom prst="rect">
                <a:avLst/>
              </a:prstGeom>
              <a:blipFill>
                <a:blip r:embed="rId2"/>
                <a:stretch>
                  <a:fillRect l="-916" t="-14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59832" y="1977140"/>
                <a:ext cx="4823500" cy="2701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Finding the percentage of an amount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Write as a decimal and multiply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Find 1% by dividing by 100 then multiply by %</a:t>
                </a:r>
              </a:p>
              <a:p>
                <a:pPr marL="285750" indent="-285750">
                  <a:buFontTx/>
                  <a:buChar char="-"/>
                </a:pPr>
                <a:endParaRPr lang="en-AU" dirty="0"/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Example – Find 12% of 40</a:t>
                </a: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1.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×40=4.8</m:t>
                    </m:r>
                  </m:oMath>
                </a14:m>
                <a:r>
                  <a:rPr lang="en-AU" dirty="0" smtClean="0">
                    <a:solidFill>
                      <a:srgbClr val="7030A0"/>
                    </a:solidFill>
                  </a:rPr>
                  <a:t>		2.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AU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12=4.8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>
                  <a:solidFill>
                    <a:srgbClr val="7030A0"/>
                  </a:solidFill>
                </a:endParaRPr>
              </a:p>
              <a:p>
                <a:pPr/>
                <a:endParaRPr lang="en-AU" dirty="0" smtClean="0">
                  <a:solidFill>
                    <a:srgbClr val="7030A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77140"/>
                <a:ext cx="4823500" cy="2701765"/>
              </a:xfrm>
              <a:prstGeom prst="rect">
                <a:avLst/>
              </a:prstGeom>
              <a:blipFill>
                <a:blip r:embed="rId3"/>
                <a:stretch>
                  <a:fillRect l="-1138" t="-1126" r="-1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57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/>
              <a:t>Sadler Exercise 2A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Naplan</a:t>
            </a:r>
            <a:r>
              <a:rPr lang="en-AU" dirty="0" smtClean="0"/>
              <a:t> Practice</a:t>
            </a:r>
          </a:p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482</Words>
  <Application>Microsoft Office PowerPoint</Application>
  <PresentationFormat>On-screen Show (4:3)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 Math</vt:lpstr>
      <vt:lpstr>Office Theme</vt:lpstr>
      <vt:lpstr>Percentages Revision</vt:lpstr>
      <vt:lpstr>Answer the following –Showing the steps of your working on white boards</vt:lpstr>
      <vt:lpstr>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68</cp:revision>
  <dcterms:created xsi:type="dcterms:W3CDTF">2014-05-14T02:58:57Z</dcterms:created>
  <dcterms:modified xsi:type="dcterms:W3CDTF">2018-02-02T02:47:36Z</dcterms:modified>
</cp:coreProperties>
</file>