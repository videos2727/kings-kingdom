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embeddings/Microsoft_Equation1.bin" ContentType="application/vnd.openxmlformats-officedocument.oleObject"/>
  <Override PartName="/ppt/embeddings/Microsoft_Equation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32" r:id="rId6"/>
    <p:sldId id="333" r:id="rId7"/>
    <p:sldId id="334" r:id="rId8"/>
    <p:sldId id="335" r:id="rId9"/>
    <p:sldId id="337" r:id="rId10"/>
    <p:sldId id="338" r:id="rId11"/>
    <p:sldId id="339" r:id="rId12"/>
    <p:sldId id="321" r:id="rId13"/>
    <p:sldId id="325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2024" y="-5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Relationship Id="rId2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4/02/2017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4/02/2017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image" Target="../media/image16.emf"/><Relationship Id="rId5" Type="http://schemas.openxmlformats.org/officeDocument/2006/relationships/oleObject" Target="../embeddings/Microsoft_Equation2.bin"/><Relationship Id="rId6" Type="http://schemas.openxmlformats.org/officeDocument/2006/relationships/image" Target="../media/image17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31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1" y="2060848"/>
            <a:ext cx="5932351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1" y="2060848"/>
            <a:ext cx="5932351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/>
        </p:nvCxnSpPr>
        <p:spPr>
          <a:xfrm>
            <a:off x="6012160" y="3501008"/>
            <a:ext cx="0" cy="302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7864" y="35730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4077072"/>
            <a:ext cx="258028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1" y="2060848"/>
            <a:ext cx="5932351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/>
        </p:nvCxnSpPr>
        <p:spPr>
          <a:xfrm>
            <a:off x="6012160" y="3501008"/>
            <a:ext cx="0" cy="302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7864" y="35730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4077072"/>
            <a:ext cx="258028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4005064"/>
            <a:ext cx="2532987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6156176" y="35730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31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060848"/>
            <a:ext cx="59003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12160" y="3501008"/>
            <a:ext cx="0" cy="302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7864" y="35730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156176" y="35730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060848"/>
            <a:ext cx="59003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3933056"/>
            <a:ext cx="2810112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12160" y="3501008"/>
            <a:ext cx="0" cy="302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7864" y="35730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156176" y="35730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060848"/>
            <a:ext cx="59003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933056"/>
            <a:ext cx="2810112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4168" y="4005064"/>
            <a:ext cx="2825768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6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calculate the percentage increase or decrease of an item? 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12160" y="3501008"/>
            <a:ext cx="0" cy="302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7864" y="35730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156176" y="35730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688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given an amount as a percentage of an original amount and you are asked to find the original amount, you do the inverse of finding the percentage of an amount.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87824" y="414908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15% of an amount is $387. Find the amount.</a:t>
            </a:r>
            <a:endParaRPr lang="en-US" dirty="0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162801"/>
              </p:ext>
            </p:extLst>
          </p:nvPr>
        </p:nvGraphicFramePr>
        <p:xfrm>
          <a:off x="6300191" y="4221088"/>
          <a:ext cx="1598113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092200" imgH="393700" progId="Equation.3">
                  <p:embed/>
                </p:oleObj>
              </mc:Choice>
              <mc:Fallback>
                <p:oleObj name="Equation" r:id="rId3" imgW="10922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00191" y="4221088"/>
                        <a:ext cx="1598113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31840" y="5445224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17.5% of an amount is 112.875. Find the amount.</a:t>
            </a:r>
            <a:endParaRPr lang="en-US" dirty="0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372646"/>
              </p:ext>
            </p:extLst>
          </p:nvPr>
        </p:nvGraphicFramePr>
        <p:xfrm>
          <a:off x="6228184" y="5445224"/>
          <a:ext cx="213236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295400" imgH="393700" progId="Equation.3">
                  <p:embed/>
                </p:oleObj>
              </mc:Choice>
              <mc:Fallback>
                <p:oleObj name="Equation" r:id="rId5" imgW="12954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8184" y="5445224"/>
                        <a:ext cx="2132366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0207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Task</a:t>
            </a:r>
            <a:endParaRPr lang="en-AU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556792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numbers 1-5 Ex 2A Sadler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3439011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374</Words>
  <Application>Microsoft Macintosh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Microsoft Equation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79</cp:revision>
  <dcterms:created xsi:type="dcterms:W3CDTF">2014-05-14T02:58:57Z</dcterms:created>
  <dcterms:modified xsi:type="dcterms:W3CDTF">2017-02-04T05:33:31Z</dcterms:modified>
</cp:coreProperties>
</file>