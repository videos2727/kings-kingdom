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8" r:id="rId7"/>
    <p:sldId id="307" r:id="rId8"/>
    <p:sldId id="305" r:id="rId9"/>
    <p:sldId id="309" r:id="rId10"/>
    <p:sldId id="306" r:id="rId11"/>
    <p:sldId id="310" r:id="rId12"/>
    <p:sldId id="30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90" d="100"/>
          <a:sy n="90" d="100"/>
        </p:scale>
        <p:origin x="-1528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Applications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AEMAA </a:t>
            </a:r>
            <a:r>
              <a:rPr lang="en-AU" dirty="0" smtClean="0"/>
              <a:t>2</a:t>
            </a:r>
            <a:endParaRPr lang="en-AU" dirty="0" smtClean="0"/>
          </a:p>
          <a:p>
            <a:pPr algn="l"/>
            <a:r>
              <a:rPr lang="en-AU" dirty="0" smtClean="0"/>
              <a:t>Teacher </a:t>
            </a:r>
            <a:r>
              <a:rPr lang="en-AU" smtClean="0"/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applications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Inflation is the rise in price of goods and services over time.</a:t>
                </a:r>
              </a:p>
              <a:p>
                <a:endParaRPr lang="en-AU" dirty="0"/>
              </a:p>
              <a:p>
                <a:r>
                  <a:rPr lang="en-AU" dirty="0"/>
                  <a:t>If inflation is 3.1% what will your electricity bill be in 2017 if it is $350 now?</a:t>
                </a:r>
              </a:p>
              <a:p>
                <a:endParaRPr lang="en-AU" dirty="0"/>
              </a:p>
              <a:p>
                <a:pPr algn="ctr"/>
                <a:r>
                  <a:rPr lang="en-AU" dirty="0"/>
                  <a:t>$</a:t>
                </a:r>
                <a14:m>
                  <m:oMath xmlns:m="http://schemas.openxmlformats.org/officeDocument/2006/math" xmlns="">
                    <m:r>
                      <a:rPr lang="en-AU" i="1">
                        <a:latin typeface="Cambria Math" panose="02040503050406030204" pitchFamily="18" charset="0"/>
                      </a:rPr>
                      <m:t>350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×1.031=$360.85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940" t="-2091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2204864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Inflation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6070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Inflation is the rise in price of goods and services over time.</a:t>
                </a:r>
              </a:p>
              <a:p>
                <a:endParaRPr lang="en-AU" dirty="0"/>
              </a:p>
              <a:p>
                <a:r>
                  <a:rPr lang="en-AU" dirty="0"/>
                  <a:t>If inflation is 3.1% what will your electricity bill be in 2017 if it is $350 now?</a:t>
                </a:r>
              </a:p>
              <a:p>
                <a:endParaRPr lang="en-AU" dirty="0"/>
              </a:p>
              <a:p>
                <a:pPr algn="ctr"/>
                <a:r>
                  <a:rPr lang="en-AU" dirty="0"/>
                  <a:t>$</a:t>
                </a:r>
                <a14:m>
                  <m:oMath xmlns:m="http://schemas.openxmlformats.org/officeDocument/2006/math" xmlns="">
                    <m:r>
                      <a:rPr lang="en-AU" i="1">
                        <a:latin typeface="Cambria Math" panose="02040503050406030204" pitchFamily="18" charset="0"/>
                      </a:rPr>
                      <m:t>350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×1.031=$360.85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940" t="-2091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2204864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Inflation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19514" y="4149080"/>
            <a:ext cx="193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GST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149080"/>
                <a:ext cx="553608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Goods and Service Tax. 10% GST on top of prices.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$45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×1.1=$49.50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Divide by 11 to find the GST that has been applied.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149080"/>
                <a:ext cx="5536088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991" t="-2479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0686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Discount is a reduction in the overall price of an item.</a:t>
                </a:r>
              </a:p>
              <a:p>
                <a:endParaRPr lang="en-AU" dirty="0"/>
              </a:p>
              <a:p>
                <a:r>
                  <a:rPr lang="en-AU" dirty="0" smtClean="0"/>
                  <a:t>e.g. The Good Guys offer 5% discount for paying cash. What will your new kettle cost you if the price is $85</a:t>
                </a:r>
                <a:endParaRPr lang="en-AU" dirty="0"/>
              </a:p>
              <a:p>
                <a:endParaRPr lang="en-AU" dirty="0"/>
              </a:p>
              <a:p>
                <a:pPr algn="ctr"/>
                <a:r>
                  <a:rPr lang="en-AU" dirty="0"/>
                  <a:t>$</a:t>
                </a:r>
                <a14:m>
                  <m:oMath xmlns:m="http://schemas.openxmlformats.org/officeDocument/2006/math" xmlns="">
                    <m:r>
                      <a:rPr lang="en-AU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0.95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80.75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940" t="-2091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2204864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Discounts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588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Discount is a reduction in the overall price of an item.</a:t>
                </a:r>
              </a:p>
              <a:p>
                <a:endParaRPr lang="en-AU" dirty="0"/>
              </a:p>
              <a:p>
                <a:r>
                  <a:rPr lang="en-AU" dirty="0" smtClean="0"/>
                  <a:t>e.g. The Good Guys offer 5% discount for paying cash. What will your new kettle cost you if the price is $85</a:t>
                </a:r>
                <a:endParaRPr lang="en-AU" dirty="0"/>
              </a:p>
              <a:p>
                <a:endParaRPr lang="en-AU" dirty="0"/>
              </a:p>
              <a:p>
                <a:pPr algn="ctr"/>
                <a:r>
                  <a:rPr lang="en-AU" dirty="0"/>
                  <a:t>$</a:t>
                </a:r>
                <a14:m>
                  <m:oMath xmlns:m="http://schemas.openxmlformats.org/officeDocument/2006/math" xmlns="">
                    <m:r>
                      <a:rPr lang="en-AU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0.95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80.75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832648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940" t="-2091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2204864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Discounts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19514" y="4149080"/>
            <a:ext cx="193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Commission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149080"/>
                <a:ext cx="553608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Money earned or fee charged for selling an item. Usually based on the selling price.</a:t>
                </a:r>
              </a:p>
              <a:p>
                <a:endParaRPr lang="en-AU" dirty="0"/>
              </a:p>
              <a:p>
                <a:r>
                  <a:rPr lang="en-AU" dirty="0" smtClean="0"/>
                  <a:t>e.g. A car salesman earns 2.5% commission on the sale of a new Ford Territory sold at $46 000</a:t>
                </a:r>
              </a:p>
              <a:p>
                <a:endParaRPr lang="en-AU" dirty="0"/>
              </a:p>
              <a:p>
                <a:pPr algn="ctr"/>
                <a14:m>
                  <m:oMath xmlns:m="http://schemas.openxmlformats.org/officeDocument/2006/math" xmlns="">
                    <m:r>
                      <a:rPr lang="en-AU" b="0" i="1" smtClean="0">
                        <a:latin typeface="Cambria Math" panose="02040503050406030204" pitchFamily="18" charset="0"/>
                      </a:rPr>
                      <m:t>$46 000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×0.025=$1 150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149080"/>
                <a:ext cx="5536088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991" t="-1802" r="-13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269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91872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Profit and Loss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1577" y="1969896"/>
                <a:ext cx="5760639" cy="2316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𝑝𝑟𝑜𝑓𝑖𝑡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𝑝𝑟𝑜𝑓𝑖𝑡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𝑚𝑎𝑑𝑒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𝑠𝑎𝑙𝑒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𝑝𝑎𝑖𝑑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e.g. a kettle costs The Good Guys $45 to buy and they sell for $85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𝑝𝑟𝑜𝑓𝑖𝑡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(85−45)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×100=88.9% (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𝑑𝑝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577" y="1969896"/>
                <a:ext cx="5760639" cy="2316660"/>
              </a:xfrm>
              <a:prstGeom prst="rect">
                <a:avLst/>
              </a:prstGeom>
              <a:blipFill rotWithShape="0">
                <a:blip r:embed="rId2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147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common uses of percentage?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91872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Profit and Loss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1577" y="1969896"/>
                <a:ext cx="5760639" cy="2316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𝑝𝑟𝑜𝑓𝑖𝑡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𝑝𝑟𝑜𝑓𝑖𝑡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𝑚𝑎𝑑𝑒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𝑠𝑎𝑙𝑒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𝑝𝑎𝑖𝑑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e.g. a kettle costs The Good Guys $45 to buy and they sell for $85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𝑝𝑟𝑜𝑓𝑖𝑡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(85−45)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×100=88.9% (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𝑑𝑝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577" y="1969896"/>
                <a:ext cx="5760639" cy="2316660"/>
              </a:xfrm>
              <a:prstGeom prst="rect">
                <a:avLst/>
              </a:prstGeom>
              <a:blipFill rotWithShape="0">
                <a:blip r:embed="rId2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63888" y="4304979"/>
                <a:ext cx="5760639" cy="2316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𝑚𝑎𝑑𝑒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𝑠𝑎𝑙𝑒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𝑝𝑎𝑖𝑑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e.g. a kettle costs The Good Guys $45 to buy and they sell for $35 in the sale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(45−35)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×100=22.2% (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𝑑𝑝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304979"/>
                <a:ext cx="5760639" cy="2316660"/>
              </a:xfrm>
              <a:prstGeom prst="rect">
                <a:avLst/>
              </a:prstGeom>
              <a:blipFill rotWithShape="0">
                <a:blip r:embed="rId3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863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844824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Complete the questions on pages 31 to 36.</a:t>
            </a:r>
          </a:p>
          <a:p>
            <a:endParaRPr lang="en-AU" dirty="0"/>
          </a:p>
          <a:p>
            <a:r>
              <a:rPr lang="en-AU" dirty="0" smtClean="0"/>
              <a:t>Questions 14 to 25 on page 36 may be completed using your </a:t>
            </a:r>
            <a:r>
              <a:rPr lang="en-AU" dirty="0" err="1" smtClean="0"/>
              <a:t>classpad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2780928"/>
            <a:ext cx="7848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Then/Homework:</a:t>
            </a:r>
          </a:p>
          <a:p>
            <a:r>
              <a:rPr lang="en-AU" dirty="0" smtClean="0"/>
              <a:t>Complete the questions set for you on percentages and inflation on </a:t>
            </a:r>
            <a:r>
              <a:rPr lang="en-AU" dirty="0" err="1" smtClean="0"/>
              <a:t>Mathspace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677</Words>
  <Application>Microsoft Macintosh PowerPoint</Application>
  <PresentationFormat>On-screen Show (4:3)</PresentationFormat>
  <Paragraphs>154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Applications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67</cp:revision>
  <dcterms:created xsi:type="dcterms:W3CDTF">2014-05-14T02:58:57Z</dcterms:created>
  <dcterms:modified xsi:type="dcterms:W3CDTF">2016-02-11T01:50:42Z</dcterms:modified>
</cp:coreProperties>
</file>