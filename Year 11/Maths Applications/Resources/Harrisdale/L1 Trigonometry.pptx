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63" r:id="rId2"/>
    <p:sldId id="260" r:id="rId3"/>
    <p:sldId id="259" r:id="rId4"/>
    <p:sldId id="261" r:id="rId5"/>
    <p:sldId id="279" r:id="rId6"/>
    <p:sldId id="280" r:id="rId7"/>
    <p:sldId id="281" r:id="rId8"/>
    <p:sldId id="282" r:id="rId9"/>
    <p:sldId id="256" r:id="rId10"/>
    <p:sldId id="278" r:id="rId11"/>
    <p:sldId id="275" r:id="rId12"/>
    <p:sldId id="276" r:id="rId13"/>
    <p:sldId id="277" r:id="rId14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27"/>
  </p:normalViewPr>
  <p:slideViewPr>
    <p:cSldViewPr snapToGrid="0" snapToObjects="1">
      <p:cViewPr varScale="1">
        <p:scale>
          <a:sx n="116" d="100"/>
          <a:sy n="116" d="100"/>
        </p:scale>
        <p:origin x="1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CC467-810B-5342-A9EE-C0BA17396799}" type="datetimeFigureOut">
              <a:rPr lang="en-US" smtClean="0"/>
              <a:t>9/15/19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014EF-19E9-BF48-949B-CC5D6C0BF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40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http://</a:t>
            </a:r>
            <a:r>
              <a:rPr lang="en-US" dirty="0" err="1"/>
              <a:t>crystalclearmaths.com</a:t>
            </a:r>
            <a:r>
              <a:rPr lang="en-US" dirty="0"/>
              <a:t>/</a:t>
            </a:r>
            <a:r>
              <a:rPr lang="en-US" dirty="0" err="1"/>
              <a:t>wp</a:t>
            </a:r>
            <a:r>
              <a:rPr lang="en-US" dirty="0"/>
              <a:t>-content/uploads/2015/11/Icon-</a:t>
            </a:r>
            <a:r>
              <a:rPr lang="en-US" dirty="0" err="1"/>
              <a:t>Trigonometry.jpg</a:t>
            </a: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https://lh6.ggpht.com/CmbtkIvKgfYwxcz7FVR00NdKm1JOOomOKjZz_wP0OKVOfrOCL79w6H_aHZ0S8zYd9w=w300-rw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3391C-FDE3-6B4E-949B-BE24183C2B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07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images.tutorvista.com</a:t>
            </a:r>
            <a:r>
              <a:rPr lang="en-US" dirty="0"/>
              <a:t>/</a:t>
            </a:r>
            <a:r>
              <a:rPr lang="en-US" dirty="0" err="1"/>
              <a:t>cms</a:t>
            </a:r>
            <a:r>
              <a:rPr lang="en-US" dirty="0"/>
              <a:t>/images/67/right-</a:t>
            </a:r>
            <a:r>
              <a:rPr lang="en-US" dirty="0" err="1"/>
              <a:t>triangle.png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FB52FF-0A08-6A4D-9AA0-D4573AFC19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10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www.mathwarehouse.com</a:t>
            </a:r>
            <a:r>
              <a:rPr lang="en-US" dirty="0"/>
              <a:t>/trigonometry/sine-cosine-</a:t>
            </a:r>
            <a:r>
              <a:rPr lang="en-US" dirty="0" err="1"/>
              <a:t>tangent.php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3391C-FDE3-6B4E-949B-BE24183C2BC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91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NULL"/><Relationship Id="rId7" Type="http://schemas.openxmlformats.org/officeDocument/2006/relationships/image" Target="../media/image13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6281" t="5300" r="6761" b="8528"/>
          <a:stretch/>
        </p:blipFill>
        <p:spPr>
          <a:xfrm>
            <a:off x="120889" y="730088"/>
            <a:ext cx="1918659" cy="19013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3843" y="2133918"/>
            <a:ext cx="7429500" cy="1939925"/>
          </a:xfrm>
        </p:spPr>
        <p:txBody>
          <a:bodyPr/>
          <a:lstStyle/>
          <a:p>
            <a:r>
              <a:rPr lang="en-US"/>
              <a:t>Trigonometric Ratios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6281" t="5300" r="6761" b="8528"/>
          <a:stretch/>
        </p:blipFill>
        <p:spPr>
          <a:xfrm>
            <a:off x="8128747" y="4453858"/>
            <a:ext cx="1777253" cy="17612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1" y="4315890"/>
            <a:ext cx="1810948" cy="18109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638" y="730088"/>
            <a:ext cx="1787472" cy="178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1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Sides of a Right Angled Triangle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792" y="1853737"/>
            <a:ext cx="5334864" cy="418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Trigonometric ratios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950" y="1690690"/>
            <a:ext cx="5110867" cy="40129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FE1972-E8E9-5343-BD8F-D99402525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97" y="1690690"/>
            <a:ext cx="4201926" cy="414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2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3"/>
          <a:srcRect t="59239" b="22236"/>
          <a:stretch/>
        </p:blipFill>
        <p:spPr>
          <a:xfrm>
            <a:off x="1645841" y="1330952"/>
            <a:ext cx="6428581" cy="6881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88320"/>
          <a:stretch/>
        </p:blipFill>
        <p:spPr>
          <a:xfrm>
            <a:off x="1645841" y="788874"/>
            <a:ext cx="6428581" cy="4338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76778" y="2022700"/>
            <a:ext cx="1167493" cy="44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75">
                <a:solidFill>
                  <a:srgbClr val="0070C0"/>
                </a:solidFill>
              </a:rPr>
              <a:t>SOH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0250" y="2022700"/>
            <a:ext cx="1167493" cy="44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75" dirty="0">
                <a:solidFill>
                  <a:srgbClr val="0070C0"/>
                </a:solidFill>
              </a:rPr>
              <a:t>CAH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3721" y="2022700"/>
            <a:ext cx="1167493" cy="442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75" dirty="0">
                <a:solidFill>
                  <a:srgbClr val="0070C0"/>
                </a:solidFill>
              </a:rPr>
              <a:t>TOA</a:t>
            </a:r>
          </a:p>
        </p:txBody>
      </p:sp>
      <p:sp>
        <p:nvSpPr>
          <p:cNvPr id="8" name="Oval 7"/>
          <p:cNvSpPr/>
          <p:nvPr/>
        </p:nvSpPr>
        <p:spPr>
          <a:xfrm>
            <a:off x="2215585" y="680527"/>
            <a:ext cx="384742" cy="57048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9" name="Oval 8"/>
          <p:cNvSpPr/>
          <p:nvPr/>
        </p:nvSpPr>
        <p:spPr>
          <a:xfrm>
            <a:off x="6016940" y="680527"/>
            <a:ext cx="384742" cy="57048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0" name="Oval 9"/>
          <p:cNvSpPr/>
          <p:nvPr/>
        </p:nvSpPr>
        <p:spPr>
          <a:xfrm>
            <a:off x="4148142" y="680527"/>
            <a:ext cx="384742" cy="57048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1" name="Oval 10"/>
          <p:cNvSpPr/>
          <p:nvPr/>
        </p:nvSpPr>
        <p:spPr>
          <a:xfrm>
            <a:off x="2082913" y="1385891"/>
            <a:ext cx="199004" cy="331672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2" name="Oval 11"/>
          <p:cNvSpPr/>
          <p:nvPr/>
        </p:nvSpPr>
        <p:spPr>
          <a:xfrm>
            <a:off x="1897179" y="1724198"/>
            <a:ext cx="185734" cy="28524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3" name="Oval 12"/>
          <p:cNvSpPr/>
          <p:nvPr/>
        </p:nvSpPr>
        <p:spPr>
          <a:xfrm>
            <a:off x="4302922" y="1390308"/>
            <a:ext cx="199004" cy="331672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4" name="Oval 13"/>
          <p:cNvSpPr/>
          <p:nvPr/>
        </p:nvSpPr>
        <p:spPr>
          <a:xfrm>
            <a:off x="4117188" y="1728615"/>
            <a:ext cx="185734" cy="285240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5" name="Oval 14"/>
          <p:cNvSpPr/>
          <p:nvPr/>
        </p:nvSpPr>
        <p:spPr>
          <a:xfrm>
            <a:off x="6425635" y="1416838"/>
            <a:ext cx="243231" cy="263127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6" name="Oval 15"/>
          <p:cNvSpPr/>
          <p:nvPr/>
        </p:nvSpPr>
        <p:spPr>
          <a:xfrm>
            <a:off x="6452169" y="1757359"/>
            <a:ext cx="190158" cy="225538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7" name="TextBox 16"/>
          <p:cNvSpPr txBox="1"/>
          <p:nvPr/>
        </p:nvSpPr>
        <p:spPr>
          <a:xfrm>
            <a:off x="3051401" y="2526843"/>
            <a:ext cx="35909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FF0000"/>
                </a:solidFill>
              </a:rPr>
              <a:t>SOH CAH TOA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0327" y="3041537"/>
            <a:ext cx="4930887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50" b="1" dirty="0">
                <a:solidFill>
                  <a:srgbClr val="FF0000"/>
                </a:solidFill>
              </a:rPr>
              <a:t>S</a:t>
            </a:r>
            <a:r>
              <a:rPr lang="en-US" sz="1950" b="1" dirty="0"/>
              <a:t>ome </a:t>
            </a:r>
            <a:r>
              <a:rPr lang="en-US" sz="1950" b="1" dirty="0">
                <a:solidFill>
                  <a:srgbClr val="FF0000"/>
                </a:solidFill>
              </a:rPr>
              <a:t>O</a:t>
            </a:r>
            <a:r>
              <a:rPr lang="en-US" sz="1950" b="1" dirty="0"/>
              <a:t>ld </a:t>
            </a:r>
            <a:r>
              <a:rPr lang="en-US" sz="1950" b="1" dirty="0">
                <a:solidFill>
                  <a:srgbClr val="FF0000"/>
                </a:solidFill>
              </a:rPr>
              <a:t>H</a:t>
            </a:r>
            <a:r>
              <a:rPr lang="en-US" sz="19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ags </a:t>
            </a:r>
            <a:r>
              <a:rPr lang="en-US" sz="1950" b="1" dirty="0">
                <a:solidFill>
                  <a:srgbClr val="FF0000"/>
                </a:solidFill>
              </a:rPr>
              <a:t>C</a:t>
            </a:r>
            <a:r>
              <a:rPr lang="en-US" sz="19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 </a:t>
            </a:r>
            <a:r>
              <a:rPr lang="en-US" sz="1950" b="1" dirty="0">
                <a:solidFill>
                  <a:srgbClr val="FF0000"/>
                </a:solidFill>
              </a:rPr>
              <a:t>A</a:t>
            </a:r>
            <a:r>
              <a:rPr lang="en-US" sz="19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lways </a:t>
            </a:r>
            <a:r>
              <a:rPr lang="en-US" sz="1950" b="1" dirty="0">
                <a:solidFill>
                  <a:srgbClr val="FF0000"/>
                </a:solidFill>
              </a:rPr>
              <a:t>H</a:t>
            </a:r>
            <a:r>
              <a:rPr lang="en-US" sz="19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 </a:t>
            </a:r>
            <a:r>
              <a:rPr lang="en-US" sz="1950" b="1" dirty="0">
                <a:solidFill>
                  <a:srgbClr val="FF0000"/>
                </a:solidFill>
              </a:rPr>
              <a:t>T</a:t>
            </a:r>
            <a:r>
              <a:rPr lang="en-US" sz="19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heir </a:t>
            </a:r>
            <a:r>
              <a:rPr lang="en-US" sz="1950" b="1" dirty="0">
                <a:solidFill>
                  <a:srgbClr val="FF0000"/>
                </a:solidFill>
              </a:rPr>
              <a:t>O</a:t>
            </a:r>
            <a:r>
              <a:rPr lang="en-US" sz="1950" b="1" dirty="0"/>
              <a:t>ld </a:t>
            </a:r>
            <a:r>
              <a:rPr lang="en-US" sz="1950" b="1" dirty="0">
                <a:solidFill>
                  <a:srgbClr val="FF0000"/>
                </a:solidFill>
              </a:rPr>
              <a:t>A</a:t>
            </a:r>
            <a:r>
              <a:rPr lang="en-US" sz="19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 </a:t>
            </a:r>
            <a:endParaRPr lang="en-US" sz="1950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10446" y="3437364"/>
            <a:ext cx="1331691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25" b="1" dirty="0">
                <a:solidFill>
                  <a:srgbClr val="FF0000"/>
                </a:solidFill>
              </a:rPr>
              <a:t>S</a:t>
            </a:r>
            <a:r>
              <a:rPr lang="en-US" sz="1625" b="1" dirty="0"/>
              <a:t>on </a:t>
            </a:r>
            <a:r>
              <a:rPr lang="en-US" sz="1625" b="1" dirty="0">
                <a:solidFill>
                  <a:srgbClr val="FF0000"/>
                </a:solidFill>
              </a:rPr>
              <a:t>O</a:t>
            </a:r>
            <a:r>
              <a:rPr lang="en-US" sz="1625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  <a:r>
              <a:rPr lang="en-US" sz="1625" b="1" dirty="0"/>
              <a:t> </a:t>
            </a:r>
            <a:r>
              <a:rPr lang="en-US" sz="1625" b="1" dirty="0">
                <a:solidFill>
                  <a:srgbClr val="FF0000"/>
                </a:solidFill>
              </a:rPr>
              <a:t>H</a:t>
            </a:r>
            <a:r>
              <a:rPr lang="en-US" sz="1625" b="1" dirty="0"/>
              <a:t>elen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6030" y="3437364"/>
            <a:ext cx="1684900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25" b="1" dirty="0">
                <a:solidFill>
                  <a:srgbClr val="FF0000"/>
                </a:solidFill>
              </a:rPr>
              <a:t>C</a:t>
            </a:r>
            <a:r>
              <a:rPr lang="en-US" sz="1625" b="1" dirty="0"/>
              <a:t>an </a:t>
            </a:r>
            <a:r>
              <a:rPr lang="en-US" sz="1625" b="1" dirty="0">
                <a:solidFill>
                  <a:srgbClr val="FF0000"/>
                </a:solidFill>
              </a:rPr>
              <a:t>A</a:t>
            </a:r>
            <a:r>
              <a:rPr lang="en-US" sz="1625" b="1" dirty="0"/>
              <a:t>nyone </a:t>
            </a:r>
            <a:r>
              <a:rPr lang="en-US" sz="1625" b="1" dirty="0">
                <a:solidFill>
                  <a:srgbClr val="FF0000"/>
                </a:solidFill>
              </a:rPr>
              <a:t>H</a:t>
            </a:r>
            <a:r>
              <a:rPr lang="en-US" sz="1625" b="1" dirty="0"/>
              <a:t>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3721" y="3437364"/>
            <a:ext cx="1684900" cy="34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25" b="1" dirty="0">
                <a:solidFill>
                  <a:srgbClr val="FF0000"/>
                </a:solidFill>
              </a:rPr>
              <a:t>T</a:t>
            </a:r>
            <a:r>
              <a:rPr lang="en-US" sz="1625" b="1" dirty="0"/>
              <a:t>ry </a:t>
            </a:r>
            <a:r>
              <a:rPr lang="en-US" sz="1625" b="1" dirty="0">
                <a:solidFill>
                  <a:srgbClr val="FF0000"/>
                </a:solidFill>
              </a:rPr>
              <a:t>O</a:t>
            </a:r>
            <a:r>
              <a:rPr lang="en-US" sz="1625" b="1" dirty="0"/>
              <a:t>nce </a:t>
            </a:r>
            <a:r>
              <a:rPr lang="en-US" sz="1625" b="1" dirty="0">
                <a:solidFill>
                  <a:srgbClr val="FF0000"/>
                </a:solidFill>
              </a:rPr>
              <a:t>A</a:t>
            </a:r>
            <a:r>
              <a:rPr lang="en-US" sz="1625" b="1" dirty="0"/>
              <a:t>gain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411" y="3744323"/>
            <a:ext cx="3180491" cy="249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9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B6F3DB-5E4E-8F40-8BD1-F49987C58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07" y="125535"/>
            <a:ext cx="8318500" cy="25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17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DF9CFA-1D64-5B4C-8F09-57E9D8623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97" y="358648"/>
            <a:ext cx="80772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23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B86FD3-C9DA-2B41-92F3-E077E25E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89" y="190878"/>
            <a:ext cx="83185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51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0F7D7AA-1CBE-A142-8716-8220D4E87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508"/>
            <a:ext cx="80772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21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597" y="70379"/>
            <a:ext cx="2144783" cy="16840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7028" y="296330"/>
                <a:ext cx="1596572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Given angle,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28" y="296330"/>
                <a:ext cx="1596572" cy="369332"/>
              </a:xfrm>
              <a:prstGeom prst="rect">
                <a:avLst/>
              </a:prstGeom>
              <a:blipFill>
                <a:blip r:embed="rId3"/>
                <a:stretch>
                  <a:fillRect l="-1550" b="-2187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37028" y="762381"/>
            <a:ext cx="2452914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Determine the sides </a:t>
            </a:r>
            <a:r>
              <a:rPr lang="mr-IN" dirty="0"/>
              <a:t>–</a:t>
            </a:r>
            <a:r>
              <a:rPr lang="en-US" dirty="0"/>
              <a:t> opposite, adjacent and hypotenuse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314" y="2280186"/>
            <a:ext cx="1219201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OPPOSITE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known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314" y="3922712"/>
            <a:ext cx="1233715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ADJACENT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known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314" y="5565238"/>
            <a:ext cx="1509487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HYPOTENUSE</a:t>
            </a:r>
            <a:r>
              <a:rPr lang="en-US" dirty="0"/>
              <a:t> known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3026" y="1763043"/>
            <a:ext cx="1161143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rgbClr val="FF0000"/>
                </a:solidFill>
              </a:rPr>
              <a:t>ADJACENT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3026" y="2596341"/>
            <a:ext cx="148045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rgbClr val="00B050"/>
                </a:solidFill>
              </a:rPr>
              <a:t>HYPOTENUSE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3026" y="3429639"/>
            <a:ext cx="1161143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rgbClr val="0070C0"/>
                </a:solidFill>
              </a:rPr>
              <a:t>OPPOSITE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3026" y="4262937"/>
            <a:ext cx="148045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rgbClr val="00B050"/>
                </a:solidFill>
              </a:rPr>
              <a:t>HYPOTENUSE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3026" y="5096235"/>
            <a:ext cx="1161143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rgbClr val="FF0000"/>
                </a:solidFill>
              </a:rPr>
              <a:t>ADJACENT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3026" y="5929531"/>
            <a:ext cx="148045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Find </a:t>
            </a:r>
            <a:r>
              <a:rPr lang="en-US" dirty="0">
                <a:solidFill>
                  <a:srgbClr val="0070C0"/>
                </a:solidFill>
              </a:rPr>
              <a:t>OPPOSITE</a:t>
            </a:r>
          </a:p>
        </p:txBody>
      </p:sp>
      <p:cxnSp>
        <p:nvCxnSpPr>
          <p:cNvPr id="25" name="Straight Arrow Connector 24"/>
          <p:cNvCxnSpPr>
            <a:stCxn id="7" idx="3"/>
            <a:endCxn id="10" idx="1"/>
          </p:cNvCxnSpPr>
          <p:nvPr/>
        </p:nvCxnSpPr>
        <p:spPr>
          <a:xfrm flipV="1">
            <a:off x="2046515" y="2086209"/>
            <a:ext cx="776511" cy="517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7" idx="3"/>
            <a:endCxn id="11" idx="1"/>
          </p:cNvCxnSpPr>
          <p:nvPr/>
        </p:nvCxnSpPr>
        <p:spPr>
          <a:xfrm>
            <a:off x="2046515" y="2603352"/>
            <a:ext cx="776511" cy="316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8" idx="3"/>
            <a:endCxn id="12" idx="1"/>
          </p:cNvCxnSpPr>
          <p:nvPr/>
        </p:nvCxnSpPr>
        <p:spPr>
          <a:xfrm flipV="1">
            <a:off x="2061029" y="3752805"/>
            <a:ext cx="761997" cy="49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8" idx="3"/>
            <a:endCxn id="13" idx="1"/>
          </p:cNvCxnSpPr>
          <p:nvPr/>
        </p:nvCxnSpPr>
        <p:spPr>
          <a:xfrm>
            <a:off x="2061029" y="4245878"/>
            <a:ext cx="761997" cy="340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3"/>
            <a:endCxn id="14" idx="1"/>
          </p:cNvCxnSpPr>
          <p:nvPr/>
        </p:nvCxnSpPr>
        <p:spPr>
          <a:xfrm flipV="1">
            <a:off x="2336801" y="5419401"/>
            <a:ext cx="486225" cy="469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3"/>
            <a:endCxn id="15" idx="1"/>
          </p:cNvCxnSpPr>
          <p:nvPr/>
        </p:nvCxnSpPr>
        <p:spPr>
          <a:xfrm>
            <a:off x="2336801" y="5888404"/>
            <a:ext cx="486225" cy="36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  <a:stCxn id="10" idx="3"/>
          </p:cNvCxnSpPr>
          <p:nvPr/>
        </p:nvCxnSpPr>
        <p:spPr>
          <a:xfrm>
            <a:off x="3984169" y="2086209"/>
            <a:ext cx="1246299" cy="2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cxnSpLocks/>
            <a:stCxn id="11" idx="3"/>
          </p:cNvCxnSpPr>
          <p:nvPr/>
        </p:nvCxnSpPr>
        <p:spPr>
          <a:xfrm flipV="1">
            <a:off x="4303485" y="2919506"/>
            <a:ext cx="92698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cxnSpLocks/>
            <a:stCxn id="12" idx="3"/>
          </p:cNvCxnSpPr>
          <p:nvPr/>
        </p:nvCxnSpPr>
        <p:spPr>
          <a:xfrm flipV="1">
            <a:off x="3984169" y="3743092"/>
            <a:ext cx="1246297" cy="9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cxnSpLocks/>
            <a:stCxn id="13" idx="3"/>
          </p:cNvCxnSpPr>
          <p:nvPr/>
        </p:nvCxnSpPr>
        <p:spPr>
          <a:xfrm flipV="1">
            <a:off x="4303485" y="4586102"/>
            <a:ext cx="92698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  <a:stCxn id="14" idx="3"/>
          </p:cNvCxnSpPr>
          <p:nvPr/>
        </p:nvCxnSpPr>
        <p:spPr>
          <a:xfrm flipV="1">
            <a:off x="3984169" y="5409600"/>
            <a:ext cx="1246297" cy="9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  <a:stCxn id="15" idx="3"/>
          </p:cNvCxnSpPr>
          <p:nvPr/>
        </p:nvCxnSpPr>
        <p:spPr>
          <a:xfrm>
            <a:off x="4303485" y="6252697"/>
            <a:ext cx="926980" cy="3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7035AAE-320E-D243-854C-ABD48D99A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715" y="25934"/>
            <a:ext cx="2171700" cy="1625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D5023AF-3347-974F-B8C5-3C10CA738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410" y="1724894"/>
            <a:ext cx="2717800" cy="7747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1825499-491E-BE48-96C8-A87CFE24C7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2965" y="2569143"/>
            <a:ext cx="2743200" cy="7366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2B71746-9A65-ED40-8840-9860685764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8590" y="3438204"/>
            <a:ext cx="3390900" cy="609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A44FD73-D7FE-0044-A1B3-23F3EC127F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8014" y="4222327"/>
            <a:ext cx="2743200" cy="7239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A8D061-6E56-AB43-85F8-7E19109FD0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1985" y="5119385"/>
            <a:ext cx="3606800" cy="6223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1DE349A-9AD0-C149-A01E-0BF27A0512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6700" y="5995576"/>
            <a:ext cx="37719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0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F23B-341E-674D-A3AD-46D26128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Angles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F428E-2B27-4A4E-8427-46B5A9C07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0467"/>
            <a:ext cx="9906000" cy="514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08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59" y="270715"/>
            <a:ext cx="9638681" cy="90011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59" y="1498052"/>
            <a:ext cx="36830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2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924"/>
            <a:ext cx="9906000" cy="1787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4"/>
          <a:stretch/>
        </p:blipFill>
        <p:spPr>
          <a:xfrm>
            <a:off x="111316" y="2347599"/>
            <a:ext cx="2654300" cy="277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8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60110D-0E0C-684B-9678-C034A1D0E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818"/>
            <a:ext cx="9563100" cy="1676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911DC5-C910-A845-BA57-C863C9781C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14" t="16378" b="5599"/>
          <a:stretch/>
        </p:blipFill>
        <p:spPr>
          <a:xfrm>
            <a:off x="267285" y="1931963"/>
            <a:ext cx="2919479" cy="218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191</TotalTime>
  <Words>130</Words>
  <Application>Microsoft Macintosh PowerPoint</Application>
  <PresentationFormat>A4 Paper (210x297 mm)</PresentationFormat>
  <Paragraphs>30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A4</vt:lpstr>
      <vt:lpstr>Trigonometric Ratios</vt:lpstr>
      <vt:lpstr>Sides of a Right Angled Triangle</vt:lpstr>
      <vt:lpstr>Trigonometric ratios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Finding Angles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Trigonometric Ratios</dc:title>
  <dc:creator>LOH Michael [Shenton College]</dc:creator>
  <cp:lastModifiedBy>LOH Michael [Shenton College]</cp:lastModifiedBy>
  <cp:revision>7</cp:revision>
  <dcterms:created xsi:type="dcterms:W3CDTF">2017-07-20T02:18:07Z</dcterms:created>
  <dcterms:modified xsi:type="dcterms:W3CDTF">2019-09-15T03:44:36Z</dcterms:modified>
</cp:coreProperties>
</file>