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71" r:id="rId2"/>
    <p:sldId id="259" r:id="rId3"/>
    <p:sldId id="262" r:id="rId4"/>
    <p:sldId id="263" r:id="rId5"/>
    <p:sldId id="264" r:id="rId6"/>
    <p:sldId id="266" r:id="rId7"/>
    <p:sldId id="270" r:id="rId8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29"/>
  </p:normalViewPr>
  <p:slideViewPr>
    <p:cSldViewPr snapToGrid="0" snapToObjects="1">
      <p:cViewPr varScale="1">
        <p:scale>
          <a:sx n="117" d="100"/>
          <a:sy n="117" d="100"/>
        </p:scale>
        <p:origin x="1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7B599-A0E4-8A4B-8301-95FCA82F7DC9}" type="datetimeFigureOut">
              <a:rPr lang="en-US" smtClean="0"/>
              <a:t>8/18/19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68DBE-3957-4F43-B213-635BD3B5A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73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www.mathsisfun.com</a:t>
            </a:r>
            <a:r>
              <a:rPr lang="en-US" dirty="0"/>
              <a:t>/data/standard-</a:t>
            </a:r>
            <a:r>
              <a:rPr lang="en-US" dirty="0" err="1"/>
              <a:t>deviation.html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F91EB1-40B8-1845-947D-377A6D518D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683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www.mathsisfun.com</a:t>
            </a:r>
            <a:r>
              <a:rPr lang="en-US" dirty="0"/>
              <a:t>/data/standard-</a:t>
            </a:r>
            <a:r>
              <a:rPr lang="en-US" dirty="0" err="1"/>
              <a:t>deviation.html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F91EB1-40B8-1845-947D-377A6D518D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96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www.mathsisfun.com</a:t>
            </a:r>
            <a:r>
              <a:rPr lang="en-US" dirty="0"/>
              <a:t>/data/standard-</a:t>
            </a:r>
            <a:r>
              <a:rPr lang="en-US" dirty="0" err="1"/>
              <a:t>deviation.html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F91EB1-40B8-1845-947D-377A6D518D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14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8/18/19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5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Standard Deviation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516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8" t="3872" r="2124" b="23365"/>
          <a:stretch/>
        </p:blipFill>
        <p:spPr>
          <a:xfrm>
            <a:off x="217714" y="1103086"/>
            <a:ext cx="9477829" cy="351245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17714" y="3672113"/>
            <a:ext cx="3120572" cy="9434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364513" y="3672113"/>
            <a:ext cx="3214915" cy="9434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6113" y="3643085"/>
            <a:ext cx="3338286" cy="1117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302830" y="3643085"/>
            <a:ext cx="3392713" cy="11030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53143" y="5486399"/>
            <a:ext cx="8418285" cy="46166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Using means and medians </a:t>
            </a:r>
            <a:r>
              <a:rPr lang="mr-IN" sz="2400" dirty="0"/>
              <a:t>–</a:t>
            </a:r>
            <a:r>
              <a:rPr lang="en-US" sz="2400" dirty="0"/>
              <a:t> MEASURES of CENTRAL TENDENCY</a:t>
            </a:r>
          </a:p>
        </p:txBody>
      </p:sp>
    </p:spTree>
    <p:extLst>
      <p:ext uri="{BB962C8B-B14F-4D97-AF65-F5344CB8AC3E}">
        <p14:creationId xmlns:p14="http://schemas.microsoft.com/office/powerpoint/2010/main" val="246220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dispersion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627289"/>
          </a:xfrm>
        </p:spPr>
        <p:txBody>
          <a:bodyPr/>
          <a:lstStyle/>
          <a:p>
            <a:r>
              <a:rPr lang="en-US"/>
              <a:t>Range can be used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972" y="2452914"/>
            <a:ext cx="7534056" cy="41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9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22521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Standard Deviation is a measure of how spread out numbers are.</a:t>
            </a:r>
          </a:p>
          <a:p>
            <a:r>
              <a:rPr lang="en-US" dirty="0"/>
              <a:t>The symbol use for Standard deviation is </a:t>
            </a:r>
            <a:r>
              <a:rPr lang="en-GB" dirty="0">
                <a:sym typeface="Symbol" charset="2"/>
              </a:rPr>
              <a:t></a:t>
            </a:r>
            <a:r>
              <a:rPr lang="en-US" dirty="0">
                <a:sym typeface="Symbol" charset="2"/>
              </a:rPr>
              <a:t>.</a:t>
            </a:r>
          </a:p>
          <a:p>
            <a:r>
              <a:rPr lang="en-US" dirty="0">
                <a:sym typeface="Symbol" charset="2"/>
              </a:rPr>
              <a:t>The standard deviation is actually the </a:t>
            </a:r>
            <a:r>
              <a:rPr lang="en-US" b="1" dirty="0">
                <a:solidFill>
                  <a:srgbClr val="FF0000"/>
                </a:solidFill>
                <a:sym typeface="Symbol" charset="2"/>
              </a:rPr>
              <a:t>square root </a:t>
            </a:r>
            <a:r>
              <a:rPr lang="en-US" dirty="0">
                <a:sym typeface="Symbol" charset="2"/>
              </a:rPr>
              <a:t>of the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Symbol" charset="2"/>
              </a:rPr>
              <a:t>variance.</a:t>
            </a:r>
            <a:endParaRPr lang="en-US" dirty="0">
              <a:sym typeface="Symbol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0A655-12D0-1C45-B9B5-A822CF10CCB9}"/>
              </a:ext>
            </a:extLst>
          </p:cNvPr>
          <p:cNvSpPr txBox="1"/>
          <p:nvPr/>
        </p:nvSpPr>
        <p:spPr>
          <a:xfrm>
            <a:off x="383059" y="4683212"/>
            <a:ext cx="8377881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Use your calculator to calculate standard deviation (</a:t>
            </a:r>
            <a:r>
              <a:rPr lang="en-GB" sz="2800" dirty="0">
                <a:solidFill>
                  <a:srgbClr val="FF0000"/>
                </a:solidFill>
                <a:sym typeface="Symbol" charset="2"/>
              </a:rPr>
              <a:t>)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44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4209143"/>
            <a:ext cx="8543925" cy="943625"/>
          </a:xfrm>
        </p:spPr>
        <p:txBody>
          <a:bodyPr/>
          <a:lstStyle/>
          <a:p>
            <a:r>
              <a:rPr lang="en-US" dirty="0"/>
              <a:t>The heights of the 5 dogs (at the shoulders) are: 600mm, 470mm, 170mm, 430mm and 300mm.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08" y="478971"/>
            <a:ext cx="8795655" cy="293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57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6" t="31845" r="8619"/>
          <a:stretch/>
        </p:blipFill>
        <p:spPr>
          <a:xfrm>
            <a:off x="653143" y="333829"/>
            <a:ext cx="7882845" cy="113211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85" y="1465943"/>
            <a:ext cx="7861300" cy="2628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9CCC86-43DD-5F4E-AB2D-C783DA716A30}"/>
                  </a:ext>
                </a:extLst>
              </p:cNvPr>
              <p:cNvSpPr txBox="1"/>
              <p:nvPr/>
            </p:nvSpPr>
            <p:spPr>
              <a:xfrm>
                <a:off x="1159099" y="4971245"/>
                <a:ext cx="78174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Standard deviation,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400" dirty="0"/>
                  <a:t> = 147.32 = 147 (to the nearest mm)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9CCC86-43DD-5F4E-AB2D-C783DA716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099" y="4971245"/>
                <a:ext cx="7817476" cy="461665"/>
              </a:xfrm>
              <a:prstGeom prst="rect">
                <a:avLst/>
              </a:prstGeom>
              <a:blipFill>
                <a:blip r:embed="rId5"/>
                <a:stretch>
                  <a:fillRect l="-1135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941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2258"/>
            <a:ext cx="9906000" cy="353785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80571" y="4513943"/>
            <a:ext cx="80118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Standard deviation </a:t>
            </a:r>
            <a:r>
              <a:rPr lang="en-US" dirty="0"/>
              <a:t>is a number used to tell how measurements for a group are spread out from the </a:t>
            </a:r>
            <a:r>
              <a:rPr lang="en-US" b="1" dirty="0">
                <a:solidFill>
                  <a:srgbClr val="FF0000"/>
                </a:solidFill>
              </a:rPr>
              <a:t>mean</a:t>
            </a:r>
            <a:r>
              <a:rPr lang="en-US" dirty="0"/>
              <a:t>. 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A low standard deviation means that most of the numbers are very close to the </a:t>
            </a:r>
            <a:r>
              <a:rPr lang="en-US" b="1" dirty="0">
                <a:solidFill>
                  <a:srgbClr val="FF0000"/>
                </a:solidFill>
              </a:rPr>
              <a:t>mean</a:t>
            </a:r>
            <a:r>
              <a:rPr lang="en-US" dirty="0"/>
              <a:t>. 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A high standard deviation means that the numbers are spread out.</a:t>
            </a:r>
          </a:p>
        </p:txBody>
      </p:sp>
    </p:spTree>
    <p:extLst>
      <p:ext uri="{BB962C8B-B14F-4D97-AF65-F5344CB8AC3E}">
        <p14:creationId xmlns:p14="http://schemas.microsoft.com/office/powerpoint/2010/main" val="1647220778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0</TotalTime>
  <Words>193</Words>
  <Application>Microsoft Macintosh PowerPoint</Application>
  <PresentationFormat>A4 Paper (210x297 mm)</PresentationFormat>
  <Paragraphs>21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A4</vt:lpstr>
      <vt:lpstr>Statistics</vt:lpstr>
      <vt:lpstr>PowerPoint Presentation</vt:lpstr>
      <vt:lpstr>Measures of dispersion</vt:lpstr>
      <vt:lpstr>Standard deviation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</dc:title>
  <dc:creator>LOH Michael [Shenton College]</dc:creator>
  <cp:lastModifiedBy>LOH Michael [Shenton College]</cp:lastModifiedBy>
  <cp:revision>2</cp:revision>
  <dcterms:created xsi:type="dcterms:W3CDTF">2018-07-22T02:38:51Z</dcterms:created>
  <dcterms:modified xsi:type="dcterms:W3CDTF">2019-08-18T02:01:45Z</dcterms:modified>
</cp:coreProperties>
</file>