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79"/>
  </p:normalViewPr>
  <p:slideViewPr>
    <p:cSldViewPr snapToGrid="0" snapToObjects="1">
      <p:cViewPr varScale="1">
        <p:scale>
          <a:sx n="89" d="100"/>
          <a:sy n="89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94529-1810-B34C-A0B8-20D725855088}" type="datetimeFigureOut">
              <a:rPr lang="en-US" smtClean="0"/>
              <a:t>5/3/19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C20F5-9010-2C42-ABB0-AD92F6BC6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2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23rf.com/photo_3507243_vector-illustration-of-cardboard-box-closed-and-open.htm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>
                <a:hlinkClick r:id="rId3"/>
              </a:rPr>
              <a:t>https://www.123rf.com/photo_3507243_vector-illustration-of-cardboard-box-closed-and-open.html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C20F5-9010-2C42-ABB0-AD92F6BC6C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70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5/3/19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B959-E1E2-8241-8263-A2EF272AD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Volume vs Capacity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A4B00-AB9A-5A43-BD6B-9227AD50D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53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BADBD-193D-544A-9967-174250D80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622852"/>
            <a:ext cx="8543925" cy="5554111"/>
          </a:xfrm>
        </p:spPr>
        <p:txBody>
          <a:bodyPr/>
          <a:lstStyle/>
          <a:p>
            <a:r>
              <a:rPr lang="en-US" dirty="0"/>
              <a:t>Volume – the amount of space a solid occupies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Capacity – the amount a container can hold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15A28-4979-E740-8844-A070F3E3AB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92" t="20588" r="55481" b="35294"/>
          <a:stretch/>
        </p:blipFill>
        <p:spPr>
          <a:xfrm>
            <a:off x="3681673" y="1019986"/>
            <a:ext cx="2872047" cy="249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C991E2-1562-F54D-B95B-ECD7D22553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463" t="15441" r="4884" b="35294"/>
          <a:stretch/>
        </p:blipFill>
        <p:spPr>
          <a:xfrm>
            <a:off x="3462077" y="4226407"/>
            <a:ext cx="2981845" cy="232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4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0BD5-1036-0B45-ACAD-4D8AA2F1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59A6D-81A5-E146-8A72-4F4D503AB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1017588"/>
          </a:xfrm>
        </p:spPr>
        <p:txBody>
          <a:bodyPr/>
          <a:lstStyle/>
          <a:p>
            <a:r>
              <a:rPr lang="en-US" dirty="0"/>
              <a:t>Measured in cubic </a:t>
            </a:r>
            <a:r>
              <a:rPr lang="en-US" dirty="0" err="1"/>
              <a:t>metre</a:t>
            </a:r>
            <a:r>
              <a:rPr lang="en-US" dirty="0"/>
              <a:t> (m</a:t>
            </a:r>
            <a:r>
              <a:rPr lang="en-US" baseline="30000" dirty="0"/>
              <a:t>3</a:t>
            </a:r>
            <a:r>
              <a:rPr lang="en-US" dirty="0"/>
              <a:t>), cubic </a:t>
            </a:r>
            <a:r>
              <a:rPr lang="en-US" dirty="0" err="1"/>
              <a:t>centimetre</a:t>
            </a:r>
            <a:r>
              <a:rPr lang="en-US" dirty="0"/>
              <a:t> (cm</a:t>
            </a:r>
            <a:r>
              <a:rPr lang="en-US" baseline="30000" dirty="0"/>
              <a:t>3</a:t>
            </a:r>
            <a:r>
              <a:rPr lang="en-US" dirty="0"/>
              <a:t>)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D6664B-A9EF-5D4A-8CF7-1064DCE9E2D0}"/>
              </a:ext>
            </a:extLst>
          </p:cNvPr>
          <p:cNvSpPr txBox="1">
            <a:spLocks/>
          </p:cNvSpPr>
          <p:nvPr/>
        </p:nvSpPr>
        <p:spPr>
          <a:xfrm>
            <a:off x="561975" y="2843213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Capacity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E308A5-821A-4840-9C7C-2596C3EDC2DC}"/>
              </a:ext>
            </a:extLst>
          </p:cNvPr>
          <p:cNvSpPr txBox="1">
            <a:spLocks/>
          </p:cNvSpPr>
          <p:nvPr/>
        </p:nvSpPr>
        <p:spPr>
          <a:xfrm>
            <a:off x="561975" y="4303711"/>
            <a:ext cx="8543925" cy="1017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Measured in </a:t>
            </a:r>
            <a:r>
              <a:rPr lang="en-US" dirty="0" err="1"/>
              <a:t>litres</a:t>
            </a:r>
            <a:r>
              <a:rPr lang="en-US" dirty="0"/>
              <a:t> (L), </a:t>
            </a:r>
            <a:r>
              <a:rPr lang="en-US" dirty="0" err="1"/>
              <a:t>millilitres</a:t>
            </a:r>
            <a:r>
              <a:rPr lang="en-US" dirty="0"/>
              <a:t> (mL) etc.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00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0C2F-14ED-8F41-AF20-3097D76E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150535"/>
            <a:ext cx="8543925" cy="1325563"/>
          </a:xfrm>
        </p:spPr>
        <p:txBody>
          <a:bodyPr/>
          <a:lstStyle/>
          <a:p>
            <a:r>
              <a:rPr lang="en-US" dirty="0"/>
              <a:t>Conversion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3B8787-F2D4-2C45-8A76-38A4CDBFBF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19" t="29017" r="31202" b="14452"/>
          <a:stretch/>
        </p:blipFill>
        <p:spPr>
          <a:xfrm>
            <a:off x="842962" y="1225270"/>
            <a:ext cx="8243888" cy="525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2247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22</TotalTime>
  <Words>65</Words>
  <Application>Microsoft Macintosh PowerPoint</Application>
  <PresentationFormat>A4 Paper (210x297 mm)</PresentationFormat>
  <Paragraphs>15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A4</vt:lpstr>
      <vt:lpstr>Volume vs Capacity</vt:lpstr>
      <vt:lpstr>PowerPoint Presentation</vt:lpstr>
      <vt:lpstr>Volume</vt:lpstr>
      <vt:lpstr>Conversion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vs Capacity</dc:title>
  <dc:creator>LOH Michael [Shenton College]</dc:creator>
  <cp:lastModifiedBy>LOH Michael [Shenton College]</cp:lastModifiedBy>
  <cp:revision>2</cp:revision>
  <dcterms:created xsi:type="dcterms:W3CDTF">2019-05-02T23:50:41Z</dcterms:created>
  <dcterms:modified xsi:type="dcterms:W3CDTF">2019-05-03T00:13:29Z</dcterms:modified>
</cp:coreProperties>
</file>