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31"/>
    <p:restoredTop sz="94700"/>
  </p:normalViewPr>
  <p:slideViewPr>
    <p:cSldViewPr snapToGrid="0" snapToObjects="1">
      <p:cViewPr varScale="1">
        <p:scale>
          <a:sx n="94" d="100"/>
          <a:sy n="94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2/20/19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2/20/19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2/20/19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3F9BCC-E164-AA44-A437-D83796DFC674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5" t="7675" r="4731" b="8918"/>
          <a:stretch/>
        </p:blipFill>
        <p:spPr>
          <a:xfrm>
            <a:off x="0" y="0"/>
            <a:ext cx="9906000" cy="242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27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CF9528-8A4C-DD4E-98F2-EC5A42C7F8B0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" r="2594" b="62500"/>
          <a:stretch/>
        </p:blipFill>
        <p:spPr>
          <a:xfrm>
            <a:off x="0" y="0"/>
            <a:ext cx="9906000" cy="11054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BFD6BB-C171-4242-BE1A-07A85D830A97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" t="71682" r="2594" b="12114"/>
          <a:stretch/>
        </p:blipFill>
        <p:spPr>
          <a:xfrm>
            <a:off x="0" y="1105469"/>
            <a:ext cx="9799093" cy="47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4020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5</TotalTime>
  <Words>0</Words>
  <Application>Microsoft Macintosh PowerPoint</Application>
  <PresentationFormat>A4 Paper (210x297 mm)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A4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LOH Michael [Shenton College]</dc:creator>
  <cp:lastModifiedBy>LOH Michael [Shenton College]</cp:lastModifiedBy>
  <cp:revision>1</cp:revision>
  <dcterms:created xsi:type="dcterms:W3CDTF">2019-02-20T02:07:37Z</dcterms:created>
  <dcterms:modified xsi:type="dcterms:W3CDTF">2019-02-20T02:12:58Z</dcterms:modified>
</cp:coreProperties>
</file>