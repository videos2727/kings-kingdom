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1"/>
    <p:restoredTop sz="94658"/>
  </p:normalViewPr>
  <p:slideViewPr>
    <p:cSldViewPr snapToGrid="0" snapToObjects="1">
      <p:cViewPr varScale="1">
        <p:scale>
          <a:sx n="92" d="100"/>
          <a:sy n="92" d="100"/>
        </p:scale>
        <p:origin x="1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3/31/19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minutes quiz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8543925" cy="49037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B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determine: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 + B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2A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 </a:t>
                </a:r>
                <a:r>
                  <a:rPr lang="mr-IN" dirty="0"/>
                  <a:t>–</a:t>
                </a:r>
                <a:r>
                  <a:rPr lang="en-US" dirty="0"/>
                  <a:t> B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AB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(A </a:t>
                </a:r>
                <a:r>
                  <a:rPr lang="mr-IN" dirty="0"/>
                  <a:t>–</a:t>
                </a:r>
                <a:r>
                  <a:rPr lang="en-US" dirty="0"/>
                  <a:t> B)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</a:t>
                </a:r>
                <a:r>
                  <a:rPr lang="en-US" baseline="30000" dirty="0"/>
                  <a:t>2</a:t>
                </a:r>
                <a:r>
                  <a:rPr lang="en-US" dirty="0"/>
                  <a:t> </a:t>
                </a:r>
                <a:r>
                  <a:rPr lang="mr-IN" dirty="0"/>
                  <a:t>–</a:t>
                </a:r>
                <a:r>
                  <a:rPr lang="en-US" dirty="0"/>
                  <a:t> B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8543925" cy="4903788"/>
              </a:xfrm>
              <a:blipFill rotWithShape="0">
                <a:blip r:embed="rId2"/>
                <a:stretch>
                  <a:fillRect l="-1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087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2790825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i="1"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i="1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2790825" cy="435133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953000" y="1825625"/>
                <a:ext cx="279082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16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24</m:t>
                              </m:r>
                            </m:e>
                            <m:e>
                              <m:r>
                                <a:rPr lang="en-AU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24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825625"/>
                <a:ext cx="2790825" cy="43513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11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Pythagoras’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24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Pythagoras</a:t>
            </a:r>
            <a:r>
              <a:rPr lang="en-US"/>
              <a:t>’ Theorem</a:t>
            </a:r>
            <a:endParaRPr lang="en-US" dirty="0"/>
          </a:p>
        </p:txBody>
      </p:sp>
      <p:sp>
        <p:nvSpPr>
          <p:cNvPr id="4" name="Right Triangle 3"/>
          <p:cNvSpPr/>
          <p:nvPr/>
        </p:nvSpPr>
        <p:spPr>
          <a:xfrm>
            <a:off x="1543050" y="1657345"/>
            <a:ext cx="7200900" cy="2957513"/>
          </a:xfrm>
          <a:prstGeom prst="rt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052514" y="2291418"/>
            <a:ext cx="3995737" cy="3027640"/>
            <a:chOff x="966788" y="2762906"/>
            <a:chExt cx="3995737" cy="3027640"/>
          </a:xfrm>
        </p:grpSpPr>
        <p:sp>
          <p:nvSpPr>
            <p:cNvPr id="5" name="TextBox 4"/>
            <p:cNvSpPr txBox="1"/>
            <p:nvPr/>
          </p:nvSpPr>
          <p:spPr>
            <a:xfrm>
              <a:off x="966788" y="3286126"/>
              <a:ext cx="5762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90888" y="5267326"/>
              <a:ext cx="5762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b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86263" y="2762906"/>
              <a:ext cx="5762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c</a:t>
              </a:r>
            </a:p>
          </p:txBody>
        </p:sp>
      </p:grpSp>
      <p:sp>
        <p:nvSpPr>
          <p:cNvPr id="8" name="Freeform 7"/>
          <p:cNvSpPr/>
          <p:nvPr/>
        </p:nvSpPr>
        <p:spPr>
          <a:xfrm>
            <a:off x="1543050" y="4357683"/>
            <a:ext cx="242888" cy="271462"/>
          </a:xfrm>
          <a:custGeom>
            <a:avLst/>
            <a:gdLst>
              <a:gd name="connsiteX0" fmla="*/ 0 w 242888"/>
              <a:gd name="connsiteY0" fmla="*/ 0 h 271462"/>
              <a:gd name="connsiteX1" fmla="*/ 242888 w 242888"/>
              <a:gd name="connsiteY1" fmla="*/ 0 h 271462"/>
              <a:gd name="connsiteX2" fmla="*/ 242888 w 242888"/>
              <a:gd name="connsiteY2" fmla="*/ 271462 h 27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88" h="271462">
                <a:moveTo>
                  <a:pt x="0" y="0"/>
                </a:moveTo>
                <a:lnTo>
                  <a:pt x="242888" y="0"/>
                </a:lnTo>
                <a:lnTo>
                  <a:pt x="242888" y="271462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714999" y="5672138"/>
            <a:ext cx="3509963" cy="64633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rgbClr val="FF0000"/>
                </a:solidFill>
              </a:rPr>
              <a:t>a</a:t>
            </a:r>
            <a:r>
              <a:rPr lang="en-US" sz="3600" b="1" baseline="30000">
                <a:solidFill>
                  <a:srgbClr val="FF0000"/>
                </a:solidFill>
              </a:rPr>
              <a:t>2</a:t>
            </a:r>
            <a:r>
              <a:rPr lang="en-US" sz="3600" b="1">
                <a:solidFill>
                  <a:srgbClr val="FF0000"/>
                </a:solidFill>
              </a:rPr>
              <a:t> + b</a:t>
            </a:r>
            <a:r>
              <a:rPr lang="en-US" sz="3600" b="1" baseline="30000">
                <a:solidFill>
                  <a:srgbClr val="FF0000"/>
                </a:solidFill>
              </a:rPr>
              <a:t>2</a:t>
            </a:r>
            <a:r>
              <a:rPr lang="en-US" sz="3600" b="1">
                <a:solidFill>
                  <a:srgbClr val="FF0000"/>
                </a:solidFill>
              </a:rPr>
              <a:t> = c</a:t>
            </a:r>
            <a:r>
              <a:rPr lang="en-US" sz="3600" b="1" baseline="30000">
                <a:solidFill>
                  <a:srgbClr val="FF0000"/>
                </a:solidFill>
              </a:rPr>
              <a:t>2</a:t>
            </a:r>
            <a:endParaRPr lang="en-US" sz="3600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60120" y="2273030"/>
            <a:ext cx="270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(hypotenuse)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558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7" t="14323" r="6929" b="15426"/>
          <a:stretch/>
        </p:blipFill>
        <p:spPr>
          <a:xfrm>
            <a:off x="495300" y="1919290"/>
            <a:ext cx="4948238" cy="349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6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71" r="33618" b="17963"/>
          <a:stretch/>
        </p:blipFill>
        <p:spPr>
          <a:xfrm>
            <a:off x="0" y="357188"/>
            <a:ext cx="7821225" cy="11001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63" t="11481"/>
          <a:stretch/>
        </p:blipFill>
        <p:spPr>
          <a:xfrm>
            <a:off x="457199" y="1908175"/>
            <a:ext cx="4550612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06" r="24504" b="25939"/>
          <a:stretch/>
        </p:blipFill>
        <p:spPr>
          <a:xfrm>
            <a:off x="0" y="342900"/>
            <a:ext cx="9561877" cy="88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00" t="18515" b="11560"/>
          <a:stretch/>
        </p:blipFill>
        <p:spPr>
          <a:xfrm>
            <a:off x="400049" y="1981199"/>
            <a:ext cx="4264223" cy="28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8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36" r="35096" b="19817"/>
          <a:stretch/>
        </p:blipFill>
        <p:spPr>
          <a:xfrm>
            <a:off x="0" y="271462"/>
            <a:ext cx="7476024" cy="714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02" t="11082" r="5096"/>
          <a:stretch/>
        </p:blipFill>
        <p:spPr>
          <a:xfrm>
            <a:off x="531620" y="1228724"/>
            <a:ext cx="7504086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17267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57</TotalTime>
  <Words>56</Words>
  <Application>Microsoft Macintosh PowerPoint</Application>
  <PresentationFormat>A4 Paper (210x297 mm)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A4 Presentation</vt:lpstr>
      <vt:lpstr>5 minutes quiz</vt:lpstr>
      <vt:lpstr>Answers</vt:lpstr>
      <vt:lpstr>Pythagoras’ Theorem</vt:lpstr>
      <vt:lpstr>Pythagoras’ Theorem</vt:lpstr>
      <vt:lpstr>Example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minutes quiz</dc:title>
  <dc:creator>Michael Loh</dc:creator>
  <cp:lastModifiedBy>LOH Michael [Shenton College]</cp:lastModifiedBy>
  <cp:revision>5</cp:revision>
  <dcterms:created xsi:type="dcterms:W3CDTF">2017-04-02T03:39:00Z</dcterms:created>
  <dcterms:modified xsi:type="dcterms:W3CDTF">2019-03-31T07:23:19Z</dcterms:modified>
</cp:coreProperties>
</file>