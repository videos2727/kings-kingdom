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4.xml" ContentType="application/vnd.openxmlformats-officedocument.presentationml.notesSlide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69" r:id="rId15"/>
    <p:sldId id="273" r:id="rId16"/>
    <p:sldId id="274" r:id="rId17"/>
    <p:sldId id="272" r:id="rId1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54"/>
    <p:restoredTop sz="90732"/>
  </p:normalViewPr>
  <p:slideViewPr>
    <p:cSldViewPr snapToGrid="0" snapToObjects="1">
      <p:cViewPr varScale="1">
        <p:scale>
          <a:sx n="88" d="100"/>
          <a:sy n="88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B5FD9-E38D-784B-98B9-0CCE37DCA261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8B65-9909-7740-B1B5-BADC01F04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67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8087 3358 7569,'0'-12'-165,"0"1"1,0-1-1,0-5 1,-2 0-1,-4 2 1386,-5 4-1047,-4-5 1,-2 14-26,0-3 1,5 3 57,1 2-57,-1 0 1,-5 0-14,0 0 0,6 6-41,-1-1 1,1 9 55,-6-3 1,-1 6-80,1 6 1,-5-2 50,-1 7 0,-2 1-53,2 5 1,2 1 44,-7-1 0,5 0-39,-6 0 0,8 1 39,-2-1 1,6 6-19,6 0 1,-2 0 74,7-6 1,0 0-56,6 1 1,0-1 50,0 0 0,0 0-53,0 1 0,2-1-38,4 0 0,3-2 44,8-3 1,2 1-154,4-7 0,-2 2 55,8-2 0,-1-10 21,7 4 0,-1-3-32,0 3 1,6-8 58,0-3 0,6-4-127,-6-2 1,5 0 58,-5 0 0,2-2 50,-2-4 0,-4-3-21,4-8 1,-3-8-8,-3-4 0,0-5 13,0-6 1,-1 2-8,-5-8 1,3-1-93,-8-10 1,5 2 87,-5-8 1,-2 6-116,-10-6 1,3 2 64,-9-2 0,1-2-47,-6 8 0,-8-2 58,-3 2 0,-6 11 152,-6 1 1,-5 7-98,-12 3 1,0 14-51,-12 4 1,3 12 378,-14-1 1,8 6-131,-2 6 1,9 3-429,2 8 106,8 8 0,-4-4 151,8 8-1018,7-9 1,3 13 490,6-5 0,9 5-1090,3 1 1,6 2 149,6 4 1395,3-4 0,16 6 0,2-8 0</inkml:trace>
  <inkml:trace contextRef="#ctx0" brushRef="#br0">8464 4146 7569,'10'0'-918,"-3"0"345,-7 0 3563,0 0-2836,0 7 1,-6-3-114,1 8 1,-1-1 32,6 6 1,-6-4-48,1 5 1,-3-3 8,2 13 0,4-5 108,-3 6-13,-5-1-148,8 7 1,-5-1 121,7 0-60,0 0 1,0 1 18,0-1 0,0 6-23,0 0 7,0 0 1,7 0-21,5 0 0,-3 0-4,3-6 1,-1 4 35,6-4 1,0 10-1,0-10 1,-5 4-139,-1-3 1,1-1 65,5 0 0,-6 6-70,1 0 1,-1 0 66,6-6 0,0-5-6,1 0 1,4-1 61,1 6 1,2 1 3,-2-1 1,-2 0-47,7 0 1,-5 1-1,6-1 0,-6 2 219,5 4 0,-5-2-55,5 8 1,-7-6-82,2 5 1,2-1-27,-2 2 0,2 3-9,-3-3 0,-1 4-20,8 1 0,-2-2-13,1-3 0,5 7 31,-5-7 1,-1 9-12,1-3 1,-5-1-25,6 6 0,-8-2 21,1 3 1,3-5 90,-2 4 1,0 4-97,-6 2 0,0-2-2,0 1 1,2-6-20,4 1 0,-4 2-5,4-2 0,2 6-51,-2-6 0,0 6 81,-6-6 1,2 5-82,4-4 0,-4 6 57,3-1 1,-3-2-108,-1 2 1,-1-6 11,0 6 1,-6-6 31,1 6 0,-3-6 31,3 6 1,1-2 0,-7 1 0,1 3 26,-1-8 0,-4 6-34,4-6 0,1 6 31,-1-6 0,2 2-21,-3-2 0,-1-4 56,8 5 0,-9-7-5,3-5 0,4 7 3,1-7 0,-2 7-14,3-7 0,-3-3 3,3 3 1,3-2-21,-4 1 1,5 3 6,1-8 1,0 6-15,0-6 1,0 5 16,0-5 0,2 2-38,4-2 1,-4-4 25,4 4 0,-2 2-4,2-2 1,-4 0 0,4-6 1,2 1 2,-3-1 1,3 0 30,-2 0 0,-4-1-30,4-5 0,2 5 1,-3-5 1,1 5 2,-6 1 1,1 0 93,-1 0 1,0 1-95,0-1 1,0 6-3,0 0 1,-1 0-1,-5-6 1,2 0-5,-7 1 1,5-1 3,-5 0 0,6-5 7,-7-1 1,3-5-8,-2 6 1,-5-8-9,5 1 0,-4-2 111,-2-3 1,0-6-1,0 0-83,0 1 1,0-1 5,0 1-16,0-8 0,0 5-441,0-3 158,0-4 255,0 5 0,-2-7-61,-4 0-1400,5-7 909,-7-3 0,6-7 44,-4 0 0,4 0 112,-3 0 1,3 5-34,2 1 1,0-1 445,0-5 0,0 6 0,0-1 0,0 7 0,0-7 0,0 1 0,0-6 0</inkml:trace>
  <inkml:trace contextRef="#ctx0" brushRef="#br0">10623 10604 7569,'-17'0'0,"0"6"94,-1 0 1,-4 5 137,-1-5 0,0 7-6,6-1 1,0 3-32,0 2 0,1 2 0,5 4 0,-4 3-12,3 9 1,5 7 91,1 3-114,4 5 0,2 1 62,0 1 6,0 7 1,0-4-23,0 8 0,10-6 0,7 5 1,0-6-113,6 1 0,3-4 70,3-2 1,9-7 29,2-4 0,7-5-12,-1-7 1,9 1-242,2-12 0,6 2-2,-6-14 1,1 1 20,-7-6 1,0-7 31,1-5 0,-7-5-81,1-6 1,-8-11-40,2-12 0,-4-3 48,-1-3 0,-9-7 89,-3-3 0,-4-11-228,-2-1 1,-7-8 35,-4 2 0,-6-2 79,-6 2 0,-4-1 180,-7 6 1,-8 3 32,-3 9 1,-5 6 179,-1 11 0,-13 6 65,-5 12 0,-9 11-116,4 11 0,-6 4-63,6 2 1,0 2-36,6 4 1,7 3-611,4 8 1,4 0-210,2 1 0,7 4-547,4 1 1,12 6 491,5-6 733,4 0 0,8-3 0,-1 1 0,-1-3 0,-2-3 0,-2-4 0</inkml:trace>
  <inkml:trace contextRef="#ctx0" brushRef="#br1">23096 8686 7569,'15'-2'-803,"-3"-4"0,-3 4 803,-3-4 0,-4 3 0,4-3 0,1 2 0,-1-7 0,5 5 0,-5-6 0,6 1 3,-7-6 1,7 0 126,-7 0 0,3 5-5,-2 1 0,-4-1-57,3-5 0,-3 6 153,-2-1 1,6 1-37,0-6 0,-1 0 96,-5 0 0,0-1 1,0 1 1,0 0-16,0 0 0,0 0-113,0 0 1,-7 2-28,-5 3 0,3 3-84,-3 3 1,-1 6 99,-10 0 0,-5 8-163,-12 9 0,-4 9 38,-7 9 0,-8 8 200,-4 14 1,-4 1-464,-1 10 0,-1-1 430,34-28 1,1 2 0,-26 31-22,2 2 1,7-1-136,5 1 0,12-4 156,11 4 0,6-13 11,6-9 1,7-3-70,15-9 0,4 0 69,20-6 0,-3-1-11,14-5 0,1-3-197,11-8 0,4-7-214,13-5 1,-5-3 132,4-2 0,2-7 159,-1-5 1,1-10-187,-2-7 1,-5-9 81,-1-2 1,-7-8-157,-10 3 1,-7-5 29,-4-1 0,-6-6 154,-5 0 1,-4-8-119,-8 2 0,-8-5-95,-3-7 1,-4 11 165,-2-5 1,-8 6 152,-3 0 0,-14 6 19,-9 12 0,-8 8-124,-9 9 1,-3 9-25,-3 2 1,6 1 6,0 11 1,1-1-200,10 6 1,2 0-108,9 0 1,5 2-179,7 4 0,1 3 244,5 8 0,1 8-379,5 4 1,3 11 644,-4 5 0,4 7 0,2 1 0,0 2 0,0 0 0,0 2 0</inkml:trace>
  <inkml:trace contextRef="#ctx0" brushRef="#br1">22839 9988 6078,'-9'0'0,"1"1"307,8 5 1,-6 6-83,1 10 0,-7-1-177,6 8 0,-7 1 31,2 10 0,-3 0-13,3 12 0,-4-9 15,3 15 1,-3-7 4,-2 12 0,0 2-6,0 9 1,1-4-159,5 4 0,-2 3 247,7-3 1,0 8-360,6-2 1,-5 7 347,2-39 1,0 1 0,-5 46-77,5-44 0,1 1 0,-2 3 0,-2 1 52,-2-2 1,-1 0 0,0 4 0,1 0-145,-1 2 1,1 0 0,-1-1 0,1 0 53,-1-2 1,0 0-1,-2 5 1,0 0-205,-1-2 0,1 0 1,-4 2-1,1 0 240,3-2 0,-1 0 1,-3 2-1,0 1-206,1 0 1,-1 0 0,-1 1 0,0-1 52,-1 0-1,0 0 1,-1-2 0,-1 0 15,0 2 1,-2 0-1,0 0 1,-3 1 36,-4-1 1,-1 0 0,2-3-1,0 0 16,-1-3 0,-1 0 0,2-3 0,-1 0-30,0 3 0,-1 1 0,-1-4 0,-1 0 31,-3 3 0,-1 0 0,1-3 0,-2-1 2,-1 1 1,0 0 0,-2-1 0,0-1 3,-4 0 1,0-1 0,0-3 0,0-1-54,1-1 1,-1-1 0,-1 2 0,0 0 20,-1-2 1,-1 1 0,1-1-1,0-1-7,-3-3 1,-1-2-1,2 2 1,-1-2 14,0-4 1,-1-1 0,-4 4 0,-1 0-4,3-6 0,0-1 0,-3 4 0,1 0 43,1-3 0,1-1 1,0 1-1,-1 1-36,1-2 0,0 1 0,-1 0 0,1 0-4,-1-3 1,1-1 0,0 1 0,-1-1-2,1-1 0,-1-2 0,1 1 0,0-1 67,-1 1 0,1 0 0,-3 0 0,-1 1-35,1 2 1,0-1 0,-1-1-1,1-1-18,3 3 0,-1-1 0,1-1 1,0-2-11,-1-2 1,1 0 0,-1 3 0,-1 1-38,-1-4 1,0 0 0,2 3 0,1-1 13,-1-4 0,1-2 1,2 1-1,1 0-157,2-3 1,0 0 0,-43 17 177,41-16 1,-1-1 0,1 0-1,1 0-15,-2 0 0,1 0 0,1 0 0,0-1 132,-38 12 1,-7 4 6,1-3 0,-2-4 26,1-2 0,5-2-112,-5 1 0,5-3 1,1 4 0,2-6 208,4-5 1,6 1 112,11-7 0,0 0-221,12-6 1,-2 5 270,13 1 1,7 0-113,11-6 1,4-2 863,7-4-1271,3 4 279,8-13 0,8 11-1134,3-7 267,5 7 0,1-4 300,0 8 1,0 0-52,0 0 469,0 0 0,8 0 0,2 0 0</inkml:trace>
  <inkml:trace contextRef="#ctx0" brushRef="#br1">16928 16669 7569,'-17'-25'298,"0"-4"-432,-8-3 1,4 5-285,-7 5 0,5 10 370,-6 6 0,1 5 316,-7 1 1,-1 1-193,-4 5 0,2 4-94,-8 7 0,3 6-1,-3 0 12,-4 7 1,12-3 60,-7 7 1,5 0 100,-6 0 1,14 8 136,-3 4 1,5 3-93,-4 3 0,-1 1 68,1 4 1,7 4-39,5 8 1,10-3-76,6-3 0,5 4 31,1-4 1,1-3 17,5 3 0,11-8-97,12 3 0,5-5-145,6-2 1,-2-7-28,8-4 1,5-6 71,6-5 0,6-4 102,-6-8 1,8-8-43,-2-3 1,4-6-20,1-6 0,1-13-251,-1-15 1,1-2 226,-1-10 0,-1 0-20,-4-5 1,-4-8-119,-8-4 1,-7-5-18,-4-7 0,-12 5 41,-5-4 0,-11-2 63,-7 1 1,-5 3-8,-5 9 0,-14 4-21,-16 8 1,-10 1 164,-18 5 1,-2 10 240,-15 13 0,0 3-259,-5 1 0,6 7-206,5 0 1,6 7-48,5-2 1,0 4-301,12 2 0,3 0-361,14 0 1,7 0 352,4 0 0,12 2 469,5 4 0,4 1 0,2 5 0,0-6 0</inkml:trace>
  <inkml:trace contextRef="#ctx0" brushRef="#br2">20269 3632 7569,'-2'-12'-306,"-2"1"-287,-1-2 1,-3-3 592,2-1 0,3-2-24,-9-4 0,6 4 196,-5-3 1,0 3-20,-7 1 0,1 1-33,0 0 1,-2 0-8,-4 0 0,2 5 86,-7 1 1,5 7 48,-6-1 0,3 3-84,-3 2 0,-1 2-20,7 3 0,-8 12 15,3 12 1,-4 5 4,-3 6 0,1 6-20,0 11 1,1 4 18,5 7 1,-1 1 35,12-1 1,-2 1-98,13-1 0,3-5 37,8 0 0,7-13 15,11 1 1,11-11 8,11 0 0,7-8-34,5-9 1,4-2-191,7-15 0,9-2 92,3-10 0,-2-11-119,2-12 0,-2-11 117,2-5 0,-6-7-110,-11-5 1,-6 4-103,-12-4 1,-5-2 89,-11 2 0,-10-8 113,-8 2 0,-9-4-110,-2-1 0,-11-1-278,-18 1 1,-1 7 152,-16 4 0,-3 11 97,-14 6 1,4 13 157,-15 10 0,3 8 221,-3 9 0,2 0-205,15 0 0,7 0-58,10 0 1,11 7 31,7 5 1,4 3-181,7 2 1,3 8-663,8 4 1,2 10 246,4 7 0,5 4-30,12 1 0,4 4 595,7 8 0,6-6 0,0 12 0,-2 1 0,-2 8 0,-1 10 0</inkml:trace>
  <inkml:trace contextRef="#ctx0" brushRef="#br2">19944 4711 7569,'0'-17'-26,"0"0"0,0 0 116,0 0 1,0 5 124,0 1 60,0 7-102,0-4 1,5 10 9,1 4 1,0 11-1,-6 12 1,2 11 22,3 5 1,-3 9-44,4 8 1,-6 3-67,-6 15 0,-1 2-405,-5 9 0,-3 4 335,9-44 1,1 1 0,-3 2 0,0-1-40,0-2 1,-1 1 0,1 0 0,-1 0-107,-8 40 0,-2 1 35,-4-2 0,0-1 100,7-42 1,-2 1 0,2-1 0,0-1-56,-7 2 1,0-1 0,3 0-1,0-1 55,-2-1 0,-2 0 1,-1-2-1,-1 1-24,-2 4 1,-1-1 0,-3-2 0,-1 0 5,2 2 1,-1 1 0,-2-4 0,0 1 8,-3 3 1,-1-1 0,0 0 0,-2-1-245,-2 2 0,-1-1 0,0 2 0,0-1 207,0-3 1,0 0 0,-2 3 0,-1 1 34,1-2 1,-1 1 0,-4-2 0,1 1-5,0 1 0,0-1 0,3-3 0,-1-1-11,1 2 1,1 0 0,0-2 0,0-1 123,0 0 0,-1 0 1,2 0-1,0 0-48,-1 0 1,-1-1-1,3-2 1,2-2-151,4 0 1,0-1 0,-1-5-1,2 0 139,-27 31 1,-4-6 11,-1 6 1,5-8-127,0 2 0,4-3 50,-9-3 0,9 0 8,-10 1 1,10-1-11,-4 1 1,8-1 39,-2 0 1,5-5-22,7 0 1,-5-1 4,5 7 1,1-1 3,-2 1 0,6-1 3,-6 0 0,6 1-101,-5-1 0,5 1 95,-6-1 0,8 0 0,-2 1 0,-2-1-5,2 1 1,0-7 13,6 1 0,0 0 29,-1 5 1,1-5 12,0-1 1,0 1-23,-1 5 1,3-1 6,3-4 0,-3 3 16,3-3 1,3-2-24,-3 1 0,3 1 10,-3 5 0,-3-5 13,3 0 0,2-6 104,-1 5 1,1-1-94,-1 2 1,-3-4 514,8-8 0,-5 0-544,5 1 0,0-3 220,6-4 0,6-1-249,-1-4 1,3-4 75,-3 4 1,-1-10-37,7-1 0,-1-9 88,1 3-599,4 4-9,-6-9 242,8 7 0,0-10-2,0-4 1,0 3-497,0-9 385,0 1 1,0-6 64,0 0 1,0 5 62,0 1 1,0 5-70,0-5 1,2-1-380,4-5 1,-4 0 650,4 0 0,3-8 0,1-2 0</inkml:trace>
  <inkml:trace contextRef="#ctx0" brushRef="#br2">15643 10433 7513,'-17'-10'216,"-8"-5"-56,-1 6 1,-1-1-21,4 4 0,-2 5-1,2 1 1,-5 7 15,5 5 0,-7-1 28,1 6 1,2-4 11,-1 10 0,5-4-35,-6-2 0,7 6-161,-7 0 0,6 8 49,-5-3 0,1 6 59,-2 6 1,-1-2 21,7 8 0,-2 0 6,2 5 0,4 1-2,-3-1 1,3 0-11,1 1 0,1 5 2,0 0 1,2 0 22,4-5 0,-3-1-86,8 0 1,1-1 7,5-5 1,0 5-103,0-4 1,2-4 49,3-2 1,-1-6-73,8-6 0,-3 3 116,3-8 1,3-1-30,-4-4 1,4-3 38,3-4 1,1-1-15,3-5 1,-3-3 212,4 4 0,4-14-121,2-9 1,5-7-97,6-11 1,-2-7-23,8-3 1,-3-10-129,3-3 0,2-4-24,-8 5 0,7-8-82,-1 2 1,-4 2 217,-2-2 0,-6 8-56,-5-2 0,-5 6 45,-7 5 1,1-2-19,-1 8 1,-8 0 14,-3 6 1,-6 0 34,-6 0 1,-9 1 81,-8 5 0,-13-3-93,2 8 0,-12 2 3,0 10 0,-11 3 323,-6 8 0,-3 2-63,-3 4 1,1 4 87,-1 7 0,10 0-325,8 0 1,3 0-408,14 0-238,-4 0 1,21 0-629,0 1 0,11-1-1389,17 0 2610,16 0 0,24 0 0,10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17288 11941 7266,'-17'-10'632,"7"2"-408,3 8-58,-1-7 66,6 5-217,-6-13 1,8 11 21,0-8 1,6 7 4,0-7 1,5 7 12,-5-7 1,7 6 8,-1-5 0,3 5-30,2-5 0,2 1-2,4-1 0,-2-2 18,8 7 1,-9-2 6,3 3 0,2 3-34,-2-4 0,7 4 62,-1 2 0,-2 8-5,1 3 0,-1 4 23,1 2 1,5 1 15,-5-1 0,10 6-31,2-1 1,6 9 6,-6-3 1,8 5-12,-3 1 1,5 6 0,1 0 1,6 2-104,0-2 0,0 2 153,-5 3 0,-1 3-11,1-8 0,-3 6-13,-3-6 1,1 0 15,-7-6 1,0 0-38,-5 0 1,-3-1 1,-3-5 0,1 3-90,-7-8 1,-2-1 97,-10-4 1,5-3-526,-5-4 143,-3 4 0,5-11-452,-7 8 300,-1-9 1,-3 5-308,4-8 1,-2-2 211,7-4 0,-5-3 529,5-8 0,8 0 0,8 0 0</inkml:trace>
  <inkml:trace contextRef="#ctx0" brushRef="#br0">19378 12626 8935,'-9'7'316,"1"3"-142,8 7 1,-6 2-12,1 4 0,-7 4-61,6 7 1,-5 0 4,5 0 0,-1 1-7,1-1 1,4-6-73,-4 1 0,6-8-63,6 2 0,4-10 83,7-2 0,0-7-45,0 2 0,6 2-6,0-3 0,5-5-89,-5-5 0,8-14 52,-3 1 0,-1-4-103,1-1 0,-7 2 22,2-8 0,-6 6-93,-5-5 1,1 1-44,-7-1 0,-1-3 128,-5 8 1,-7 1 99,-5 4 1,-5 1-37,-6 0 0,-3 8 126,-8 3 1,-1 4-91,1 2 1,2 6 103,3-1 1,-1 7-37,7-6 1,6-1 186,5-5-560,8 8 241,-3-6 1,14 5-25,5-7 1,3 0 85,2 0 1,2 0-246,4 0 0,4-5-42,7-1 1,-2-5-31,-3 5 1,3-6 138,-3 7 0,-3-7 209,3 7 0,-8-7-10,2 6 0,2-5 10,-3 5 17,1-7 0,-6 9 199,1-7 510,-9 7-184,6-4-81,-13 8 0,6 2-155,-8 4 1,2 4 76,3 7 1,-3 0-135,4 0 0,-4 6-66,-2 0 1,0 7-42,0-1 0,2-3 64,4 3 0,-5-6-175,5 5 1,-4-5-61,-2 6 0,0-8-159,0 1 35,0-3-210,0-9-147,0-2 375,0-8 0,0-8-70,0-4 0,6-10 29,-1-7 0,9-3-89,-3-3 1,4-4 57,3-1 0,-1 1 96,0 11 1,-6-1 49,1 12 0,-7-4 251,7 10 304,-8 3-314,11 1-9,-13 7 1,5 7 74,-7 5 0,0 5 67,0 6 1,2-2-155,4 7 1,-4-5-48,4 6 1,-3-9-40,3 3 0,-2 2-123,7-2 0,-5-2-165,6-10 1,-7 3 135,7-9 0,-7 1 74,7-6 0,-1 0-146,6 0 0,0-8-306,1-3 1,-1-6 145,0-6 0,-2-4-72,-3-7 1,3-8 10,-4-3 0,-1-7 83,1-5 0,-5 2 235,5-8 0,-7 8-34,2-2 0,-2 9 88,1 2 0,-3 16 60,4 1 429,-4 8-273,-2 12 0,-2 3 152,-4 12 1,2 11-31,-7 12 1,5 9 106,-5 2 1,7 7-115,-2-1 0,4 3-142,2 3 1,0-6-232,0-1 0,0-5 39,0 6 0,8-8-1,3 2 1,-1-6-7,1-5 0,1-5-152,5-6 0,-6-7 52,1 0 0,-7-7-49,7 2 0,-1-6 9,6-6 0,-1-5 112,-5-12 1,4 2-122,-3-7 1,3 5 50,2-6 1,-5 8 35,-1-2 1,-5 4 46,5 2 1,-7 6 92,2-1-49,-4 9 0,-2-3 131,0 12 1,0-3 144,0 9 1,0 5-109,0 6 1,0 1-85,0-1 0,1-4-4,5 4 21,-4-4-109,13-2-148,-5 0 1,7-7 51,0-4 1,-6-12-119,1-5 0,-1-10-78,6-2 1,1-6 73,-1 6 0,0-3 223,0 9 0,-6-2-80,1 13 0,-6-6 153,5 7 0,-7 1 110,2 10 1,1 7 252,-1 16 1,0 1-299,-6 16 1,0 1 18,0 10 0,-2 2 840,-4 4 1,4 4-477,-4-4 0,-1-4-299,1-2 0,-5-12 19,5-5 0,-7-11-24,1-6 1,-3-6-78,-2-6 1,-2-3 22,-4-8 0,2-2-196,-8-4 0,1-5-275,-6-12 0,1 2-307,5-7 1,-3 5 329,8-6 0,0 3-432,6-3 1,8-1 276,3 7 1,4 0-244,2 6 126,0 7 1,2-3-275,4 7 1,3 0 268,8 6 546,8 0 0,2 0 0,7 0 0</inkml:trace>
  <inkml:trace contextRef="#ctx0" brushRef="#br0">21674 12078 7569,'0'-18'-459,"0"-1"196,0-3 1,6 3 1327,0-4-489,-1 4-337,-5 2 0,0 5 108,0 1 0,0 7-203,0-4 0,0 22-68,0 3 1,-2 19 129,-3 4 1,1 15-24,-8 8 1,1 3-231,-6 3 1,5 0-185,1-1 0,5-5-209,-5 0 0,7-8 237,-2 2 1,4 0-108,2-6 1,2 3-82,4-14 1,2 5 390,3-5 0,12 8 0,-4-4 0</inkml:trace>
  <inkml:trace contextRef="#ctx0" brushRef="#br0">22205 12403 7569,'0'-27'-99,"0"5"130,0 3 1,0 7 287,0 1-13,0 7-385,0-4 165,0 8 1,0 8 88,0 3 1,-5 14 1,-1 9 1,-6 8 73,7 10 0,-7-1-76,7 0 0,-7 1-23,6-1 0,1-1-222,5-5 0,2-3-6,3-8 1,-1-1-49,8-5 1,-1-5 104,6-11 0,-5-3-101,-1-3 0,0-4 17,7 3 0,-1-10 55,0-7 1,6-9-200,-1-1 0,1-15 78,-6 3 0,1-4-52,-1 4 0,-2-6 106,-4 0 1,3 2 51,-9 9 0,1 5 66,-6 6 1,0 7 316,0 0-303,0 7 0,0-2 41,0 12 0,0 3 138,0 8 1,-6 6-34,1 0 1,-1 6-48,6-7 0,0 7-57,0-6 1,0 0-132,0-6 108,8 0-228,1 0 190,8-7-4,0-3 1,-1-14-152,-5-5 1,2-3 80,-7-2 1,0-2-78,-6-4 1,0 2 23,0-8 1,0 7 40,0-7 1,-6 8 64,0-2 0,-1 4 70,1 2 0,4 6-91,-4-1 29,5 1 0,1-1 112,0 1-63,0 7-25,0-3 1,1 1 29,5 0 1,-2 0 32,7 6-13,-7 0 8,11-7-50,-5 5 1,1-6 26,1 8 8,-8 0-7,3 0 206,-7 0-2066,0 0 1815,0 8 0,-7 1 0,-3 9 0</inkml:trace>
  <inkml:trace contextRef="#ctx0" brushRef="#br0">22788 11821 7569,'-2'-18'358,"-4"1"-37,4 8-314,-5 1 68,7 8 1,0 2 130,0 4-126,0 11 1,5 11 125,1 12 1,0 4 7,-6 8 0,0 7-33,0 3 0,-2 3-3,-4-2 1,4 4-188,-3-5 1,3-3-69,2-1 0,0-7-91,0-5 0,5-4 114,1-8 0,2-2-29,-3-3 0,-1-6 64,8-12 1,-7 2 24,7-7 1,-7 0-31,7-6 1,-6 0 2,5 0 0,-5 0-101,5 0 1,1-8 77,5-3 0,-2-5 51,-4-1 1,5 0-67,-5 0 1,-1 0-136,1 0 1,-5 5 132,5 1 176,-7 0 1,4-1 31,-8 1-119,0 7 136,0-4-6,0 8 34,0 8 1,0 3-128,0 12 0,5-4 3,1 4 0,0 2-47,-6-2 1,2-1-106,3-4 0,-3-1-20,4 0 100,3-8-103,1 7 0,1-15 2,1 5 0,-3-12 27,3-5 0,3-6-43,-4-6 1,3-2-102,-3-3 0,2-5 86,-7 5 1,6-3-39,-7 3 1,3-3 161,-2 9 1,-4-1-87,3 6 1,-3 5 448,-2 1-30,0 7-162,0-4 0,0 16-20,0 3 1,0 5 119,0 1 0,0 2-101,0 4 0,0-4-41,0 3 0,2-2 4,4-3 1,-2 0-2,7 0 1,-5-2-397,5-3 135,1 3 1,5-13 13,0 3 0,-6-3 68,1-2 0,-1-2 20,6-3 0,0-5-37,0-7 1,1-6 3,-1 0 0,0-5 36,0 5 1,0-8 0,0 3 0,-5-3-170,-1 3 0,-1 3 145,1 8 1,2 0 267,-7 0-161,0 7 266,-6 3-211,0 7 1,0 2 101,0 3 1,-6 5-108,0 7 0,-5 6 4,5 0 0,-5 7 194,5-1 0,-2-3-38,3 3 0,3-6-291,-4 5 1,4-7 8,2 2-189,0-4 73,0-2 169,0-7-17,0-3 1,6-14-39,0-5 1,5-5-147,-5-6 1,7-3 45,-1-9 1,3 1 102,2 0 1,-6 1-100,1 5 1,-7-3-174,7 9 1,-6-1 21,5 6 13,-7 7-94,3-5-20,-7 13 717,8 2 0,-6 10-127,4 7 0,-4 2 109,-2 4 0,0-3-150,0 9 0,0-6-84,0 5 1,0-7-167,0 2 0,0-4-244,0-2 134,0 1 0,1-9 83,5-3 0,-2 1 25,7-1 1,-5-2 11,6-10 1,-1-3-85,6-8 0,6-6-30,0 0 1,0-6 47,-6 6 0,0-5 133,0 5 1,-6 2-122,1 10 191,-8-5 1,5 15-16,-3-5 29,-4 4 0,5 4 51,-7 4 1,0 3 137,0 8 0,0 2-83,0 4 0,0-2 6,0 8 0,0-9-120,0 3 1,0 2-79,0-2 1,6-6-211,0-6 171,7 1 1,-3-3-11,7-3 0,-6-4-2,1-2 1,-1-8-48,6-3 1,0-6 6,1-6 0,-1-4-85,0-7 1,0 0 35,0 0 0,0 1-83,0 5 0,-1-5 237,-5 5 0,2 3-111,-7 2 220,7 4 2,-11 10 245,6 1-238,-8 8 1,0 8 131,0 3 0,-8 6-73,-3 6 1,1 2 52,-1 3 1,5 3-165,-5-8 1,7 7 39,-2-1 0,4-5-92,2-1 1,0-4-14,0-2-224,0-7 192,0 5 1,2-15-71,4 0 1,3-7-14,9-11 1,1-6-165,3-5 0,3-3-64,4-3 0,3 1 113,-3 0 1,1 2 176,-1 3 0,-3 4-81,-3 8 0,-9 8-162,3 3 441,-4 4 1,2 4 521,-3 4 1,-5 5-388,-7 12 1,6-4 65,0 4 1,1-4-375,-1-2 0,-2 4 105,7-4 0,1 4 87,5-10 1,-6 3-403,1-3-787,-1 4 0,6-7 301,0 3 710,-7 5 0,5-15 0,-5 7 0</inkml:trace>
  <inkml:trace contextRef="#ctx0" brushRef="#br0">15592 18125 6078,'-12'0'1058,"1"0"-805,7-8 1,-6 6-88,5-3 165,3 3 1,-6 2-423,8 0 62,0 0 0,8 0 110,3 0 0,-1 0 5,1 0 0,1 0-40,5 0 0,6 0-23,-1 0 0,9 5 7,-3 1 1,-1 0 36,2-6 0,1 2 0,10 4 0,-2-5-131,8 5 1,-4 2 14,9-3 1,-3 3 34,9-2 0,4-4 7,2 3 1,5-3-9,6-2 0,-1 2-171,7 4 0,-8-4 177,2 4 1,-1-5 13,1-1 1,2 0-6,4 0 1,-2 0 1,-4 0 1,-3 0 29,3 0 1,-9 0 67,-2 0 0,-3-5-52,3-1 1,-4 0 67,-7 6 1,-3 0-63,-3 0 1,1 0 10,-7 0 0,-1 0-11,-11 0 1,3 0 11,-9 0 0,1 0 183,-6 0-324,0 0-27,1 0 1,-7 0-86,0 0-362,-7 0 5,4 8 69,-8 1 0,-8 9 475,-3-1 0,-12 0 0,-4 0 0</inkml:trace>
  <inkml:trace contextRef="#ctx0" brushRef="#br0">15951 17936 7569,'0'-17'5,"0"0"67,0 0 243,0 8 75,0-7-292,-7 14 0,-3-5-133,-7 7 0,-2 0 101,-4 0 0,2 7-86,-7 5 0,-1 3 125,-5 2 0,-6 2-32,0 4 1,0 4 7,6 7 0,0 4 7,-1-4 1,3 8-40,3-13 1,6 7 41,12-8 0,3-3 11,8-2 0,2-4 33,4-2 0,7-2 75,16-3 0,7 1-208,16-7 0,7 2-160,3-3 1,18-1-563,6 7 1,3-5 171,-3 6 0,0 1 548,-1 10 0,3-2 0,3 3 0,-42-13 0,-1-3 0,3-1 0,-1 0 0</inkml:trace>
  <inkml:trace contextRef="#ctx0" brushRef="#br0">18641 18193 7569,'-17'-7'0,"6"3"-60,-1-7 49,9-1 112,-13-5 0,15 6-51,-5-1 3,4 8 171,2-3-164,0 7 380,0 0-254,-8 7-132,6 3 0,-11 13 70,7 0 1,1 1 19,5-1 1,-6-4-63,0 4 1,0 2 31,6-2 1,0-1-107,0-4 1,0-1 58,0 0 0,8-2 38,4-3 1,-3 1-92,2-7 1,1-1-163,5-5 0,0 0 77,0 0 0,6-7-101,0-5 1,6-3-63,-7-2 1,1-6 84,-6 0 1,0 0-41,1 6 1,-7 0 40,0 0 0,-7 0 20,2 0 1,-12 0 38,-5-1 1,-6 1-3,-6 0 1,2 2 160,-8 4 0,3-3-100,-3 8 1,-1-5 264,7 5-98,0 1 47,6-3-167,7 6 3,3-5 1,9 1-9,3 0 0,5-5 4,7 5 1,2-2-15,4 3 0,-4 3-11,4-4 1,2-2 32,-3 3 1,1-1-23,-6 6 1,0 0 150,1 0 1,-1 2-31,0 4 0,-2 3 82,-3 8 0,3 0-104,-4 1 1,-3 6 17,-2 5 0,1 1-43,-1-1 0,1 3 12,-1-3 0,-4-3-129,4 3 1,1-8 84,-1 2 0,2-4-91,-3-2 33,-3-8 27,14-1 0,-13-8-16,9 0 1,-3-8-94,3-3 0,3-6-19,-4-6 0,3-4-170,-3-7 0,4 0-97,-3 0 1,3-3 135,2-3 0,-5 4 201,-1-4 1,-1 12 42,1 5 179,4 4 0,-11 9-146,7 5 1,-7 5 109,2 5 0,2 1 48,-3 11 0,3-2 247,-2 14 1,-3-2-157,9 1 1,-6 3-30,5-9 0,0 7-288,7-6 1,-1 0-68,0-6 1,2-6-54,4 1 1,-4-9 63,4 3 1,1-4-68,-1-2 1,0-2-292,-6-4 0,0-3 184,0-8 1,-1-6-127,-5 0 0,2-9 61,-7-2 0,0-8 77,-6-10 1,0-5 254,0 0 0,0-8 0,0 4 0,0-7 0</inkml:trace>
  <inkml:trace contextRef="#ctx0" brushRef="#br0">19550 17474 7569,'-2'-15'-208,"-4"3"199,4 5 0,-6 10 164,8 9 0,0 1 26,0 16 1,0 1 231,0 10-264,0 4 0,0 7 46,0 1 0,0 7-12,0 4 1,6 3-57,0 3 0,1-8-109,-1-4 1,-2-6-131,7-5 0,1-6 106,5-12 0,6-5-60,0-11 1,-1-5-26,-4-7 0,-1 0-87,0 0 1,0-2 130,0-3 1,0-5 25,0-7 0,-5-6-280,-1 0 1,-7-5-81,2 5 0,-2-6 131,1 6 1,-3 1-110,4 5 476,-4 7 207,-2 2-67,0 8 0,0 8-167,0 3 0,0 5-95,0 1 0,0 0 359,0 0 0,5 0-28,1 0 0,8 0-277,-3 1 1,4-9 46,2-3 0,0 1-145,1-1 0,-1 0-109,0-6 1,6-6-87,0 0 1,-1-7 3,-4 2 1,-1-6-64,0-6 0,0 4 99,0-4 0,0 9 18,0 3 0,-5 7 319,-1-1-168,-7 3 0,9 15 588,-7 4 0,0 14 2,-6 3 1,0 8 246,0 9 0,0 0-447,0 1 0,-2 5-12,-4 0 0,4 6-60,-4-6 1,5-8-113,1-9 0,-2-7 22,-4-10 1,-2 0 1,-3-12 0,-10-3-165,4-3 0,-12-3-253,1-2 0,-12-7-342,-6-5 0,2-3 152,-1-2 1,7-2-297,-2-4 0,9 4 299,3-4 1,9 4-574,1 2-171,1 7 1154,15 3 0,2-1 0,10-1 0</inkml:trace>
  <inkml:trace contextRef="#ctx0" brushRef="#br0">21040 17542 7569,'-9'-17'-154,"-7"0"165,14 0 1,-5 0 127,7 0 10,0 0 0,0 5 241,0 1-23,0-1-172,7 3 0,1 5 0,4 15 0,3 3 151,-4 14 0,-1 9-97,1 8 0,-5 5-41,5 1 0,-5 6-135,5 0 1,-7 6-154,2-6 0,-2 8-37,1-2 1,-3 1-324,4-1 1,-4 2-347,-2-8 1,6 0 398,-1-5 1,3-3-92,-2-3 1,-2-6 477,7-12 0,-7-3 0,3-8 0</inkml:trace>
  <inkml:trace contextRef="#ctx0" brushRef="#br0">21691 17885 7569,'10'-17'483,"5"7"0,-11 3-237,7 7 1,-7 9 135,2 8 0,1 2-145,-1 10-88,0 0 0,-1 3-14,1-3 1,0 9-104,-6-4 0,0-2-5,0-3 1,0-3-151,0 3 1,0-4-99,0-8 173,0 0 1,2-8-135,4-3 4,-5-4 1,7-10-19,-8-3 0,0-4 5,0-2 1,6-8-107,-1-4 1,7-3 87,-6-2 1,1 0-58,-1-1 1,-2 7 124,7-1 0,-1 8-24,1-2 0,4 4 181,-3 2-11,3 8 1,2 1 85,0 8-43,0 0 0,0 2 128,1 4 1,-9 3-28,-3 8 1,-2 2 106,1 4 1,-3 2-118,4 4 1,-4 3-61,-2-4 0,2 3 227,4-3 1,-3 3-51,9-8 0,-7 0-67,7-6 0,-1 0-82,6 0 0,1-2-132,-1-3 0,0-5-24,0-7 1,0 0 44,0 0 1,0-2 72,1-3 0,-7-5-19,0-7 0,-5-6-327,5 0 0,-7-13-4,2 2 0,-6-4-97,-6 4 1,-9-6 119,-8 0 0,0 0 5,6 5 0,-6 1 282,1 0 0,4 5-117,7 1 0,5 7-60,-5-2 0,7 10-17,-2 1 1,4 6 697,2-5-340,8 7 0,2-3 29,7 7 1,6 0-67,-1 0 1,1 0 45,-6 0 1,6 7-35,0 5 1,4 3 56,-10 2 0,9 8-97,-8 3 1,-3 10-8,-4 2 1,-5 2 223,5-2 1,-7 2-106,2 4 1,2-4-233,-3-8 1,3-7 76,-2-5 1,-5-3-159,5-1 161,4-9-141,-1-1 0,8-10 107,1-4 0,-1-3-31,0-9 1,0-6-530,0-5 0,6 1 63,0-7 1,0 5-94,-6-10 0,0 9 89,0 3 286,8 7 0,-6 4 578,4 11-386,-4 4 0,-4 12-158,-4 7 1,5 2-15,-5 9 1,6-5 1022,6 6 0,-2-3-271,7 3 0,9 1-84,8-7 0,-1-6-264,2-5 0,-2-8-119,1 1 1,-9-3-59,-7-2 0,-10-7 57,-2-5 1,-7-5 39,-10-6 1,-4-3 10,-8-9 1,-3 1-582,-19 0 0,2 0 9,-14-1 1,8 7-133,-2-1 0,9 8 7,3-2 1,1 10-1032,-1 2 1534,3 7 0,8-11 0,0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2382 2912,'0'-28,"0"-3,0 29,0-13,15 13,-11-13,34 13,-25-5,27-1,2 6,4-13,13 13,-8-6,8 1,2 5,9-12,5 9,-5-3,4 2,-1 4,1-3,2 3,4 2,2 0,-8 0,2 0,-2 0,3 0,3 0,1 0,-6 0,1 0,-2 0,-3 0,3 0,-4 2,-1 3,-6-3,-1 4,-4 2,4-3,-5 7,6-6,-8 5,3-5,-3 1,2-1,-4-2,4 7,-9-7,-2 2,-1 1,7-1,-9 2,-3-3,-1-1,1 8,-4-9,11 7,-7-4,0-4,2 5,-6-7,6 8,0-6,-6 5,6-7,-15 0,5 0,-13-7,6 5,-16-6,7 8,-53 0,17 6,-43 0,8 5,-14-5,-3 7,-14-2,-2 3,-3-3,-4 4,44-9,-1 0,0 1,-1-1,-1 0,0 0,3 1,1 1,-4-2,-1-1,2 3,0 0,-4 0,0 1,1-1,1 1,3-1,1 1,1-1,-1-1,3-1,-1 0,-1 2,-1-1,-36-5,-6 7,7-3,0-4,1 5,1-7,4 0,6 2,11 4,4-4,7 4,1-4,0-2,7 0,10 0,16 0,20 1,15 5,6-4,17 4,8-4,20-2,12 5,12 1,-42-3,3 0,6-3,1 0,1 0,0 0,2 0,0 0,1 0,1 0,4 0,-1 0,-2 0,-2 0,-1 0,0 0,-4 0,0 0,-5 0,0 0,0 0,-1 0,38 0,-3 2,-14 3,-2-1,-15 8,-1-7,-11 7,-5-5,-11 11,3-5,-13 25,4-4,-6 4,-5-3,-7 3,-3 7,-2 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4249 5722,'-19'-10,"4"3,15 7,23 15,-2 4,13 15,-4 1,-7-1,0-8,-6 14,8-3,0 6,3-3,-3-11,-8-4,8-1,2-5,7 6,0-8,-7 0,5 8,2 2,3 5,3-3,-12-5,4 1,-5 0,7 3,-7-10,-2 4,0-10,1 20,1-13,5 14,-5-7,-1 16,5-6,-8 4,0-11,-1 3,1-3,0-4,-6 7,8-5,2-1,-1 7,7-14,-14 13,13-13,-13 13,14-5,-14 7,13 8,-5-6,7 6,0-8,0 1,1-3,-1-3,-7-5,5 1,-5 9,7 3,0 2,0-10,-11-4,0-8,-8 8,18 1,-7 16,16-6,-8 6,1-8,-7-7,-5-4,-4 4,17-1,-7 9,7-9,-9 10,7-7,-5-1,-1-10,-7 6,19 3,-11 7,12 0,-8-5,-5 0,-1-8,-4 1,-4 5,11 0,-7 7,6-6,-6 1,-1-8,3 15,4-7,-4-1,7-3,-5 9,7 2,0 6,0 0,8-6,-6 14,10-8,-12 3,-1-8,-10-9,-4 1,17 11,-8 0,3-6,-8-6,-4-5,4 6,1-6,-1 5,0 1,9 13,-5 0,7 3,-7-9,-10-7,6-6,0 5,0-7,9 19,-4-4,22 16,-6-1,0 1,5-1,-13 0,4-7,-11-4,3-11,-13 9,4-4,-4-4,6 10,1-3,9 6,-1 7,-2-14,-3 4,-4-11,-1 11,3-12,7 22,-7-14,5 13,-13-13,4 4,-4-9,-2-3,-5-5,-1 6,1-1,12 14,3 2,0 7,5 1,-5-8,7-3,0 1,8-6,-6 6,6-7,0-1,-6 0,6-2,-8-3,-7-4,5-2,-3-1,-4 9,7-6,-3 3,-5-3,9 0,-7 1,9 1,-1-2,-7 0,5-6,-13 5,13 1,-13-6,14 6,-7 0,9 1,-1 8,0-7,0 5,-7-5,13 0,-19 5,19-13,-13 6,-1 0,-1-6,0 5,-6 1,13 2,-5-1,0 7,5-14,-5 13,7-13,-8 6,7-8,-14 0,6-7,-16-3,-1-7,-31-22,10 8,-27-26,13 6,-7-6,-1 0,7 0,-1 12,1-5,-7-1,-5 0,1-1,-1 1,5 0,-1 0,-4-1,4 1,-4 0,2 1,-2 5,4-6,-4-1,-2 1,2-6,-2 4,2 2,4-2,-4-4,-2 3,2-3,0 4,6 2,-6-8,0-4,0 5,6 1,-1-2,1 2,-6 0,0 6,-2-6,2 0,4 0,-4 5,-2 1,2 0,0 0,-2-8,6 5,-6-4,8 14,0-5,-1-3,3-1,4-4,-5 4,7-4,-9 0,3 6,3 5,-1 1,7-7,-7 9,-5-14,-8 11,1-13,7 8,9 8,1-7,-4 5,5 3,-9-15,7 4,-7-14,5 5,1 10,4 12,4-3,-13 1,3-4,5 3,1 3,4 4,-6-13,-2 5,-7-7,0 1,-1 5,9 1,3 4,-4 4,-7-21,-2 8,-4-8,11 8,-3-1,5 5,-7-12,0 11,7 4,-5 1,-2-11,-3-1,-12-6,13 4,-4 4,11 4,-3-3,5 5,-7-7,7 3,2 13,8-6,0 1,0-3,0-7,0-1,-8 1,6 0,-4 0,4 7,2-5,0 5,0 0,-8 2,6 1,-12 3,9-8,-1 8,-6-11,1 3,-7 3,13-3,-1 8,-2-11,-2 5,-7-7,0 0,7 7,-13-5,12 5,-18-7,12 0,-3 5,15 0,-9 1,-1-12,-8 0,6 6,5 5,6 6,-5-5,7 7,-12-12,7 7,-7-8,5-1,11 9,-4-7,4 5,-4 1,3-1,1-1,0-5,-6-1,0 1,-7-2,1-4,-3 10,-2-5,0 7,-1-1,7 4,-1 8,1 0,-14 0,6 0,-6 7,7-5,1 6,0-16,0-4,7 3,4-3,2 3,-2-3,12-3,-20 5,28-7,-13 7,16 10,0 9,16 39,3 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 14219 7569,'-2'9'0,"-4"-3"0,-4-4 0,-7-2 413,0 8-150,0 1 1,0 16 206,0 4-246,0 3 0,0 12 114,-1 7 0,3 2-80,4 10 0,-3 0-75,9 6 1,-1-1-1,6 1 1,2-3 171,4-3 1,5-4-84,12-8 1,4-7-147,7-4 0,2-11 34,4-6 0,4-10-117,7-2 1,-1-7 139,-5 2 1,5-12 22,-5-5 1,-3-12-195,-2-6 0,-3-9 39,-3-2 1,-8-7-287,-3 1 1,-6-4 123,-5-1 0,-5 0-110,-7-1 1,-15-5 14,-8 0 1,-9-2 7,-8 2 0,-6-2-8,-11-4 0,4 12 138,-4 11 0,2 6-21,-3 5 1,5 6-7,-4 12 1,9 3 386,3 8 0,9 0-124,1 0 0,9 6-408,9 0 1,5 7-111,1-2 0,9 5-123,2 1 1,7 0-15,11 0 0,6 0 47,5 0 0,11 2 177,6 4 0,3-8-12,2 8 275,8-8 0,2 10 0,8-8 0</inkml:trace>
  <inkml:trace contextRef="#ctx0" brushRef="#br0">3358 14407 7569,'10'-17'441,"-3"-7"74,-7 5-150,-7-6 0,5 13-132,-4 1 1,2 7 112,-1-2 0,3 6-116,-4 6 0,4 6 56,2 10 0,-6 7-19,1 11 0,-3 0-57,2 11 0,4-3-191,-3 9 1,1 2 88,-2-2 0,4 0-223,-3-5 0,-3-1 133,2 0 1,1-7-47,5-4 1,0-11-27,0-6 62,0-4 0,-2-10 34,-4-3-10,4-4 0,-8-10-100,5-3 1,3-5 60,-4-1 0,4-2-17,2-4 0,0 4 48,0-3 1,0 2 11,0 3 0,0 0-40,0 0 1,0 0-115,0 0 0,6 5-23,0 1 79,-1 7-47,-5-3 61,8 7-74,-6 0 64,6 0 21,-8 0 1,0 1 1,0 5 0,0-2 142,0 7-104,0-7 15,0 11 59,0-5-98,0-1 52,0 7-29,0-14 6,0 5 0,0-7-4822,0 0 4814,7 0 0,-5-7 0,6-3 0</inkml:trace>
  <inkml:trace contextRef="#ctx0" brushRef="#br0">3307 14750 7569,'0'-25'-737,"0"-1"1,0-7 1306,0 5-277,0-5 1,0 12 7,0-7 0,0 5 170,0-6-169,0 9 1,0-5-80,0 8 1,0 5 189,0 1 20,0 7-121,0-4 1,6 12-74,-1 8 1,7 1 43,-7 16 1,9 7-115,-3 9 0,-1 5 37,1 1 1,0-3-153,7 3 1,-7-5 85,0 5 1,7-1 65,4-10 1,3 0-24,-2-6 1,4-7-396,7-4 0,-6-10 148,1-2 0,-6-7 22,5 2 1,-7-4 29,2-2 1,-4-6 71,-2 0 0,-1-13-94,-5 2 0,2-11 78,-7-1 0,6-3 12,-7-3 1,3-1 4,-2-4 1,-5 0-193,5-11 0,-6 7-32,-6-13 0,3 11-38,-9-11 1,1 13 207,-6-7 1,1 11-48,5 0 0,-4 12 113,3 5 0,3 4-109,-3 2 1,7 5-47,-7 1 17,8 7-504,-3-4 153,7 8 0,0 2-184,0 4 0,6-2-173,-1 7 0,9 1 290,-3 5 0,10 0-67,2 0 0,5 2 550,-5 4 0,8 3 0,-5 9 0</inkml:trace>
  <inkml:trace contextRef="#ctx0" brushRef="#br0">4146 14390 7288,'0'-9'-940,"0"1"896,0 8 1211,0 0-503,0-7 155,0 5-168,0-6 22,0 8 571,0 0-1056,0 8 0,-2 7-10,-3 8 0,3 7-24,-4-1 1,4 3-59,2 2 1,-2 6 73,-3 0 1,3 8-158,-4-2 1,4-3 39,2 3 1,-6-2 90,1 1 0,-1-1-36,6-4 0,0-6-165,0 1 1,0-3 14,0-9 1,0 0-14,0-6 0,6-6 122,-1 1 0,3-8-8,-2 1 0,-2-3 84,7-2 1,0 0-51,6 0 0,1 0-14,-1 0 0,0-2 4,0-3 0,6 1-17,0-8 1,1 9-14,-1-3 1,-2-2-98,8 3 1,-6-1-390,5 6 1,-7 0 228,2 0 1,2 0-611,-2 0 0,-1 0 353,-4 0 1,-7 0 84,0 0 0,1 0 130,5 0 0,-6 0-973,1 0 1219,-1 0 0,6-8 0,0-1 0</inkml:trace>
  <inkml:trace contextRef="#ctx0" brushRef="#br0">4729 14510 7569,'-8'-17'658,"6"8"-240,-13 1 0,13 16-165,-3 3 1,3 12 38,2 5 0,0-1 143,0 2 1,2-7-231,3 7 0,5-6-170,7 5 0,0-7-507,0 2 1,6-6 364,0-5 1,5 1-827,-5-7 0,8-1 442,-3-5 0,-1-1 491,1-5 0,1-4 0,5-7 0</inkml:trace>
  <inkml:trace contextRef="#ctx0" brushRef="#br0">5174 14407 7569,'10'-9'0,"-2"1"218,-8 16 1,0 7 364,0 8 1,0 7 134,0-1-456,0 3 1,0 5 249,0 2 1,0 0-163,0 6 1,0-1-155,0 2 1,0 3-14,0-3 1,-6 1 22,0-1 0,-9 2-23,-2-8 1,-2 0-553,-10-6 1,-1 0 149,-10 0 0,2-5-79,-8 0 0,0-7-772,-5 7 0,-6-8 490,0 2 1,-1-4-911,7-2 1353,0-8 0,-1 7 1,1-7-1</inkml:trace>
  <inkml:trace contextRef="#ctx0" brushRef="#br0">6442 14596 7569,'0'-27'0,"-2"6"0,-1 6 166,-3 4 5,0 7 11,6-4 723,0 8-573,0 0 0,0 8-129,0 3 1,0 12 23,0 6 0,6 9 133,0 2 1,5 5-166,-5-5 0,7 6-12,-2-6 1,-3 0-238,-2-6 1,1-7-63,-1-4-56,7-4 162,-11-10 1,6-3 63,-8-12 0,0-5-50,0-12 0,-6-6-186,1-11 1,-7-5 9,6-12 0,1 0-25,5-12 0,0 2 24,0-13 1,2 10 135,3 2 1,3 9 164,3 13 1,5 6-92,-5 11 1,4 6-127,2 12 0,0 3 86,1 8 1,-1 2 27,0 4 0,-6 4-179,1 7 1,-1 2-191,6 4 1,0-2 87,1 7 0,-3-1-68,-4 1 1,3 3-381,-9-8 1,7 5 703,-7-5 0,9 7 0,-5-3 0</inkml:trace>
  <inkml:trace contextRef="#ctx0" brushRef="#br0">6528 14733 7569,'-17'0'0,"5"0"457,1 0-194,7 0 0,-3-2 55,7-4-180,0 4 0,0-7 97,0 3 0,7 2-40,5-7 0,9 5-189,1-5 1,9 7 74,-3-2 0,7-1 99,5 1 1,-2-5-249,7 5 0,-1-6-957,2 7 1,1-3 502,-7 2 0,0 4 29,-5-3 0,-7 3 252,1 2 0,-8 0 241,2 0 0,-4 0 0,-10 0 0,-1 0 0,-10 0 20,-4 0 1,-3 0 619,-9 0 0,1 7-112,0 5 1,0 3 8,0 2 1,0 0-148,0 1 1,1-1-82,5 0 0,3 6-170,8-1 0,0 1 56,0-6 0,2-1 0,4-5 0,5 4-57,12-3 1,-2-5-231,8-1 0,-3-4 40,3-2 0,3-2-115,-3-4 1,3-3 146,3-8 1,-9 0-106,-3-1 0,-4-1-108,-2-3 0,0 3 94,0-4 0,-7 2 64,-4-2 0,-4 4-18,-2-4 1,-2 4-73,-4 2 1,-4 0 150,-7 0 1,6-1 145,-1 1 1,1 2-2,-6 4 0,2 1 16,3 4 75,-3 5 0,13-9 121,-4 4-218,5 4 1,1-7-22,0 3 0,7 2-168,5-7 1,3 7 71,2-2 1,0-1-78,0 1 0,0 0 107,0 6 0,1 0-29,-1 0 1,0 0 42,0 0 0,-2 2-38,-3 4 0,3 4 2,-4 7 0,5 2 3,1 4 0,-6-3 158,1 9 0,-3 0-93,2 5 1,5 0-52,-5 0 0,-3-5 26,-3-1 0,3-7 73,-2 2 134,-1-4 1,-5-7 125,0-1-307,0-7 0,0-4 118,0-11 1,0-7 194,0-4 0,0-5-214,0-7 1,2-8-181,4-4 0,4-3 167,7-3 1,0-1 5,0-4 1,6 5-686,0 1 1,7 7 270,-1 10 0,-5 7 127,-1 4 1,-4 6-13,-2 6 0,1 3-2399,-1 8 1582,0 0 0,-2 2 103,-3 4 1,-5 5 270,-7 12 565,0-4 0,-7 14 0,-3-7 0</inkml:trace>
  <inkml:trace contextRef="#ctx0" brushRef="#br0">3478 16343 7569,'10'-24'1012,"-10"-3"-979,-12-7 0,3 1-509,-3 5 0,1 3 359,-6 8 0,0 2-37,-1 3 0,-6 5-41,-5 7 0,-5 0 11,-6 0 1,-4 3 819,-7 9 1,5 1-233,0 16 0,8-7-55,-2 7 1,6-6-137,5 5 0,5-7 63,7 2 1,7-4 185,4-2-300,4 1 0,18 4 28,7 1 0,13 0 21,4-6 0,13 2-267,-2 4 0,12-2-20,0 8 1,9-7-217,3 7 1,-1-1 175,-6 7 1,-1-3 115,-4-3 0,-4 3-71,-8-3 0,-13 3 73,-3 2 0,-20 0-34,-4 1 1,-7-1-10,-4 0 0,-17 1 194,-12-1 1,-7 0 20,-15 0 0,-4 6 33,-14 0 0,-7-5 57,-4-7 0,0-7 79,6 2 1,-6-6-88,11-6 1,5-3-60,6-8 0,7 0 4,5 0 0,6-2 22,12-4 1,-1 3-802,12-9 1,-2 6 38,13-5 1,1 0-227,5-7 0,0 1-265,0 0 0,13-2 611,4-4 1,10 4 105,-4-4 1,7 3 312,-1-3 0,11-4 0,3-7 0</inkml:trace>
  <inkml:trace contextRef="#ctx0" brushRef="#br0">4472 16223 7569,'0'-24'0,"0"3"-75,0-8 1,0 8 464,0-2 0,0 4-35,0 2 1,-6 6 217,0-1-423,-7 9 0,4-5-1,-9 8 1,-1 9 153,-3 9 0,3 8-69,-4 14 1,-2 12-40,2 10 0,0 15 18,6 8 1,2-5-60,3 6 1,-1-6 27,7 0 0,3-4-42,8-8 1,5-14-107,7-9 1,8-9 63,3-7 1,7-6-136,5-12 1,-2-3 63,7-8 1,-7-4 81,2-7 0,2-8-92,-2-16 0,-2-6-379,-9-5 1,1-4 83,-7-1 0,0-10-54,-6-8 1,-7-1 9,-5-10 0,-5 2-157,-5-2 1,-7-9-258,-11 3 1,-5 2 394,-12 4 0,-2 10 146,-4 1 0,-1 12 60,7 17 0,0 8 510,5 15 1,1 7-243,0 5 0,5 10-5,1 7 1,9 9-245,2 1 1,1 9-50,11-3 1,1 7-20,10 5 1,11 3-121,11 9 1,5 5 303,1 0 0,8 0 0,2-5 0</inkml:trace>
  <inkml:trace contextRef="#ctx0" brushRef="#br0">4712 16703 7569,'0'-34'-738,"0"7"1,0-3 1826,0 7-205,0 0-338,0 6 0,2 2 146,3 3-467,5-3 0,9 15-22,4 0 0,-4 8-5,4 9 1,1 2-72,-1 4 0,8 3-113,-3 8 1,-1 1-12,1-1 0,-5 0-214,6 1 0,-2-1-419,1 0 0,3-2 346,-9-3 0,1 1 134,-6-7 1,6 0-284,0-6 0,0-2 433,-6-3 0,0-4 0,0-8 0</inkml:trace>
  <inkml:trace contextRef="#ctx0" brushRef="#br0">5363 16326 7735,'0'12'404,"0"-1"0,0 2-209,0 10 0,0-2 87,0 8 1,0 5-71,0 6 1,6 0 46,-1-6 1,14 6-159,-2 0 0,6-6-153,0-5 1,-2-8-201,8 2 1,-3-4 227,3-2 0,1-8-163,-7-3 1,2-6 74,-2-6 0,-4-5 72,4-12 0,-4-4-66,-2-7 0,-6-4 99,1-8 1,-3 5-18,3-17 0,1 3 10,-7-8 1,5 2 1,-5 4 1,-1 10-5,-5-5 1,6 14 266,0 4 0,0 7 77,-6 10-313,0 8 0,0 5 10,0 15 0,0 8 339,0 16 1,5 7-105,1 3 0,0 10-96,-6 3 0,0 4-217,0-5 1,7 2-334,5-1 0,1-7-505,-1 0 0,8-1 453,-2-10 1,4 0 437,1-6 0,4 0 0,7 1 0</inkml:trace>
  <inkml:trace contextRef="#ctx0" brushRef="#br0">6305 16258 7569,'6'-38'28,"0"3"-28,-1 12 654,-5 6-60,0 10-213,0 7 59,-7 7 1,5 5-84,-4 11 1,4 5-144,2 12 0,0 2 7,0 4 1,0 3 9,0-3 1,2 1-143,4-1 1,-2 2-143,7-8 1,-5 3-214,5-8 0,-5 1 136,5-13-296,-7 0 323,11-14 0,-7-5 8,3-16 1,-1-8 26,-4-20 1,-3-4 194,9-8 0,-6-9-255,5-7 1,-5-3-111,5-8 0,-5-1-327,5-6 1,-5 12 329,5-1 1,-5 22 143,6-4-179,-1 15 98,6 8 1,-2 19 85,-3 15 0,1 15 529,-7 13 1,-1 7-173,-5 5 0,6 3 116,0 9 1,1 7-235,-1 4 1,-4 1-45,4-1 0,1 4-562,-1-4 0,7-4 259,-1-2 0,-3-6 315,3-5 0,-3 1-459,3-7 1,3-1 337,-4-11 0,-3 4 0,0-5 0</inkml:trace>
  <inkml:trace contextRef="#ctx0" brushRef="#br0">6477 16429 7569,'-27'-12'848,"4"1"-437,-4 7 214,8-11-234,2 13 1,11-11-74,12 7 0,6-2-135,10 3 1,-1 1-119,8-7 0,1-1-370,10-5 1,-3 6 0,3-1 1,1 3-260,-1-3 1,0-1-258,-5 7 0,-1-5 99,0 5 721,-7-7 0,5 3 0,-5-7 0</inkml:trace>
  <inkml:trace contextRef="#ctx0" brushRef="#br0">7076 16292 7569,'0'27'220,"0"5"1,0-7-26,0 3 0,2 5 80,4-5-91,-4 4-1,13 3-8,-13-1 0,11-5 100,-7-1 230,7 1-161,-3-3 0,-1-1-290,6 0 0,-11-12 151,8 4-22,-8-11 124,3 2 14,1-8-184,-6 0 1,5-16 138,-7-7-93,-7-7-115,-3-12 1,-1 2-172,-1-11-14,1 3 1,-6-24-185,0 3-910,-1-3 664,1-4 0,8 0 109,3-4 295,4 4-25,2 15 1,0 4-118,0 11 170,8 12 1,-4 9-54,7 8 1,0 7 128,7 5 118,6 3 1,-5 4-87,4 3 1,-4 5 554,-2 7 0,1 6-596,-1 0 1,0 7 12,0-1 0,-2 1-3,-3-1 0,-5 3-18,-7-3 1,0 3-7,0 2 0,-2-5 50,-3-1 0,1-7 597,-8 2-318,1 4-120,-6-8 1,0 0 193,0-8-111,-1-7 115,1 11 0,0-11 24,0 7 190,0-7-151,7 11 0,3-5-136,7 7 0,0-5-89,0-1 1,2 0-162,3 7 1,5-1-25,7 0 0,2-6-182,4 1 158,4-1 0,1 0-586,1 1 1,-1-6 335,6 5 1,-5-7-564,0 2 0,-3-3 336,3 3 1,1-4 185,-7 4 0,6 1-169,-6-1 486,7 0 0,-11 1 0,6 3 0</inkml:trace>
  <inkml:trace contextRef="#ctx0" brushRef="#br0">7950 16001 7569,'-2'-16'-906,"-4"5"339,5 3 397,-15 8 1,12 0 2389,-7 0-941,7 8 1,-5 9-509,3 12 1,4 3-273,-4 2 1,-1 8-60,1 4 0,0-2 32,6 1 0,8 1-93,3 5 0,5-7-119,1-4 1,2 0-78,4-6 1,1 3-32,5-15 0,3 1-295,-3-6 1,3-1 73,2-5 0,-5 2-55,0-7 0,-1 5-198,6-5 1,-5 0-402,0-6 0,-3 0-548,3 0 1,1-8 573,-7-3 1,0-6 349,-6-6 0,-2 2 347,-3-8 0,3 1 0,-6-6 0</inkml:trace>
  <inkml:trace contextRef="#ctx0" brushRef="#br0">8241 16292 7119,'-34'17'-1013,"5"-7"675,1-5 338,7 5 0,2-8 2751,8 3-1425,7-3 0,-2-2-619,12 0 1,-1 0-379,13 0 1,-3-5 3,13-1 1,1-7-128,5 1 0,6-1-550,0 1 1,6-3 286,-6 4 0,0-5 188,-6-1 0,-5 0-484,-1 0 1,-7 6-1912,2-1 1,-12 1 2263,-5-6 0,4 0 0,-1-1 0</inkml:trace>
  <inkml:trace contextRef="#ctx0" brushRef="#br0">8087 15829 7569,'-17'-7'0,"0"-1"0,0-3 0,7-5 1417,4 5-480,5-12-564,1 4 0,9-8 355,8 5 1,8-3-274,9-4 1,8-3-223,4 3 1,9-3-80,2-2 0,6 5-769,-6 1 0,2 7 442,-2-2 0,-9 12 211,3 5-38,-11 4 0,2-6 0,-8-1 0</inkml:trace>
  <inkml:trace contextRef="#ctx0" brushRef="#br0">6168 17817 7569,'10'-19'0,"-5"-2"0,-3-2 305,-2 2 0,6 2-73,0 2 1,1 7-34,-1 4 0,-2 4 7,7 2 1,-5 10-24,5 7 1,-5 10-41,5 13 1,-1 4-129,1 7 1,3-3-24,-9 3 1,3-9-61,-2 9 1,1-13 48,5-3 0,-3-3-113,-3-9 212,4-8 1,1-7-44,0-8 1,-5-4-23,6-8 1,-3-1 25,3-16 0,3-5-190,-4-6 0,-1-13-23,1 2 0,-7-7 17,2 1 1,1 4 77,-1-4 0,0 6 15,-6 5 0,0 12 114,0 11 1,2 6-141,3 5 0,-3 5 1,12 14 134,-9 5 1,9 10 377,-3 7 1,-2 11-201,3 6 1,-1 1-109,6-1 1,-5 2-167,-1-9 1,6 0 80,6-11 1,0-3-45,-6-8 0,6-7 60,0-5 0,6-5-21,-7-5 1,7-7-7,-6-11 0,5-9-81,-5-8 1,0-13 9,-6 1 1,0-5-95,0 0 1,-7-2 40,-4-4 0,1-3-82,-1 3 0,0 0 135,-6 6 0,5 4-18,1 18 0,2 7-31,-3 16 0,-1 5 152,8 7 0,-7 9 702,7 8 0,-3 10-357,3 13 0,3 6-22,-4 11 1,5-4-176,1 4 0,6 2-137,-1-2 1,9 8 142,-3-2 1,-1-4 0,2-2 0,-1-4-311,6-1 0,1-9-211,-1-3 0,0-9-1258,1-3 0,-1-9 331,0-1 1241,0-1 0,1-8 0,-1 8 0</inkml:trace>
  <inkml:trace contextRef="#ctx0" brushRef="#br0">8156 17662 7569,'-8'-17'-61,"4"0"-198,-7 0 0,5 2-94,-5 3 225,7-3 1,-4 11-1,8-7 1,-2 7 832,-3-2-264,3 4 267,-6-5-210,8 5-376,0-6 1,0 10 289,0 4-120,0-4 195,0 13-141,0-5-215,-8 7 0,5 0 47,-9 0 0,7 0 52,-7 0 1,6 8-67,-5 4 0,7 3 6,-2 2 1,-1 6-137,1 0 0,-5 6 74,5-6 0,-5 5-196,5-5 1,0 6 71,6-6 0,-6-6 109,1-5 0,-1-8-61,6 2-487,0-12 225,0-3 121,0-8 1,0-8-88,0-3 1,0-12 47,0-6 1,0-5-24,0-6 0,0-4 64,0-7 0,6-10 35,-1-8 1,9 1-55,-3-6 1,4 3 2,3 3 1,-1 7 94,0 4 0,6 13 147,0 10 0,-1 7 102,-5 10 0,1 7-105,-1 5 1,0 3 141,0 2 0,0 2-92,0 3 1,-1 7-56,-5 11 1,4 11 89,-3 12 0,3 1 159,2-1 1,-2 11-159,-3 0 1,3 2-220,-4 4 1,-1-6-330,1 6 0,-5-8 219,5 2 0,-5-6-500,5-5 0,-5-4 321,6-8 1,-3-7-58,3-4-276,-5-4-879,-7-10 1518,0-1 0,0-8 0</inkml:trace>
  <inkml:trace contextRef="#ctx0" brushRef="#br0">8001 17834 7569,'-17'9'407,"0"-1"-178,0-16-637,8 6 353,1-13 1,16 11 88,3-7-150,12 7 1,-2-11 92,7 3 1,3 3 104,9-3 0,-4 3 40,4-2-122,4-5 0,-1 7 0,9-8 0</inkml:trace>
  <inkml:trace contextRef="#ctx0" brushRef="#br0">8755 17542 8191,'0'-11'1170,"0"0"-931,0 7 0,0-6 511,0 5 0,2-5-290,4-7 1,9 0 90,8 0 1,13 0-207,-2-1 1,10-4-133,-4-1 1,8 0-65,-3 6 0,-1 0-434,2-1 0,-6 1-82,6 0 0,-8 6-326,2-1 1,-10 7-2046,-1-7 1262,-8 8 1476,3-3 0,-6 14 0,-1 3 0</inkml:trace>
  <inkml:trace contextRef="#ctx0" brushRef="#br0">8978 17560 7569,'0'17'0,"0"-6"-224,0 1 0,0 1 858,0 10 1,-6 3 1,1 9 1,-1-1-71,6 0 1,0 6-333,0 0 0,2 0-51,4-6 1,-3 1-610,9-1 1,1 0 340,10 0 1,-4-5 174,4-1 0,2-5 186,-3 6-276,9-8 0,-4 4 0,7-8 0</inkml:trace>
  <inkml:trace contextRef="#ctx0" brushRef="#br0">9578 17423 8280,'0'-10'485,"0"2"1,0 10-413,0 4 1,0 9 109,0 8 1,0 8 47,0-3 0,0 6 206,0 6 1,0-4-168,0 4 1,0 2-188,0-2 0,0 4-232,0-10 0,5 4 160,1-9 1,0-4-462,-6-2 326,0-12 185,0-3-156,0-24 0,-6-3-217,0-15 1,-1-8 36,1-3 0,2-7-74,-7-5 0,7-4 6,-2-7 1,4-1 101,2 1 1,8 12 215,3 5 1,5 19-101,1 3 1,0 8-60,0 4 0,6 7 56,0 5 1,5 10 260,-5 7 1,0 3-42,-6 2 0,0 0-11,0 0 1,1 1 20,-1-1 0,-8 2-80,-3 4 0,-4-2 66,-2 7 1,-8-7-62,-3 2 1,-6-4-22,-6-2 0,-2 0 150,-3 0 1,-3 0 447,8 1 0,-5-7-102,5 0 0,0-5 915,6 6-207,0-9-854,7 13 1,4-9 36,12 5 1,6 1-101,10-7 1,7 7-111,11-2 1,-2-1-54,8 1 1,-2-5-241,1 5 1,3-1-131,-8 1 0,6 5-225,-7-5 1,1 2-606,-5-1 0,-1 3 506,0-4 1,1-3-624,-18-5 593</inkml:trace>
  <inkml:trace contextRef="#ctx0" brushRef="#br0">10383 17183 10373,'2'26'826,"4"9"0,-4 8-319,3 14 0,3-1-378,-2 7 0,-1-6 47,-5 5 1,2-4-539,4 4 1,-2-12 271,7 1 1,1-11-386,5 0 0,0 0 302,0-6 0,6 3-1953,0-15 2126,-1 1 0,3 2 0,2 2 0</inkml:trace>
  <inkml:trace contextRef="#ctx0" brushRef="#br0">11240 17217 7569,'0'-27'2018,"0"3"-1697,-8 6 0,-1 9 214,-9 3-314,1 4 1,-6 10 114,1 3 1,-9 12-39,3 6 1,-5 5 76,-1 6 1,5 9-78,1 9 1,7-1 7,-2-6 1,12 0-73,5 1 0,4-3-1,2-3 1,8-4-46,3-8 0,6-1-24,6-5 1,-2 3-178,8-9 1,5-5 100,6-5 1,2-8-461,-2 1 0,3-3 248,9-2 0,-6-2-367,-1-3 1,-7-3-232,2-3 0,-4-5-526,-1 5 0,-9-4 418,-3-2 0,-4-2 830,-2-4 0,0-4 0,1-7 0</inkml:trace>
  <inkml:trace contextRef="#ctx0" brushRef="#br0">11634 17320 7569,'0'-17'761,"0"5"-57,0 1 197,0 7-558,0-4 1,0 10 155,0 4 1,0 11-170,0 12 0,0 5 313,0 6 0,0 4-100,0 7 1,0-3 11,0 3 1,2-9-230,3 9 1,5-11-87,7 0 0,2-4-266,4-1 0,2-9 83,3-3 1,5-6-8,-5-5 0,4 1-196,3-7 1,5-1-260,0-5 0,0-7-88,-6-5 0,-5-3-507,-1-2 0,-1 0-221,1 0 0,-3 0 584,-8 0 0,-2-1-352,-3 1 0,-5 0 989,-7 0 0,0 0 0,0 0 0</inkml:trace>
  <inkml:trace contextRef="#ctx0" brushRef="#br0">11702 17594 9390,'25'0'874,"-4"0"-508,8 0 0,-1-2-381,6-4 1,1 2 79,-1-7 1,2 1-657,4-1 1,-6-2 352,1 7 0,-3-5 196,-9 5 42,7-7 0,-3-5 0,7-8 0</inkml:trace>
  <inkml:trace contextRef="#ctx0" brushRef="#br0">11685 17320 7569,'-11'0'589,"-1"0"-288,9 0 0,-5-8-24,8-3 0,8 1 0,3-1 0,6-1-200,6-5 0,2 0-147,3 0 0,10 0-120,-3 0 1,8-6 200,-3 0 0,6 2-1327,-6 10 653,8-5 542,-5 7 0,9-8 1,-1 0-1</inkml:trace>
  <inkml:trace contextRef="#ctx0" brushRef="#br0">12696 17011 7569,'0'-17'0,"0"6"1245,0-1-764,0 1 1,-2 1 275,-4 5-497,5 3 0,-15 2 129,5 0 0,-6 0-84,-6 0 1,2 7-16,-8 5 0,1 5-71,-6 6 0,5-2-111,0 7 1,9-5-3,-3 6 0,11-3-57,7 3 0,3 1 34,2-7 0,3 2-201,9-2 0,1-4-157,16 4 0,-1-4 155,7-2 0,6 0-179,5 0 1,-2-5 95,2-1 1,-6 0 133,5 7 0,-7-1 46,2 0 1,-3 0 86,-3 0 0,-8 0 103,-3 0 0,-4 6 362,-2 0 1,-7 0 372,-4-6 0,-6 0-386,-6 0 0,-11 6 215,-12 0 0,-11 2-300,-5-2 1,-1-4-301,-5 3 1,3-3-137,-9-1 1,2-1-143,-3 0 1,7-6-440,0 1 0,7-9-847,10 3 0,1-4-2503,5-2 3936,11 0 0,1-8 0,7-1 0</inkml:trace>
  <inkml:trace contextRef="#ctx0" brushRef="#br0">1028 4591 7569,'-9'-7'603,"1"5"33,8-6-293,0 8-205,0 0 0,8-6-35,3 1 0,10-1 92,2 6 0,7-2-12,-1-4 1,3 3 11,2-9 0,3 6-120,3-5 1,-2 1-103,7-1 0,-1-4-385,2 3 1,1-3 114,-7-2 0,0 2-62,-5 3 1,-9-1-222,-3 7 1,-4-1-117,-2 1 344,-7 4 352,-3-6 0,-7 8 0,0 0 0</inkml:trace>
  <inkml:trace contextRef="#ctx0" brushRef="#br0">1439 4591 7569,'-2'10'635,"-3"-5"8,3-3 0,-6 0-325,8 4 0,0-2-123,0 7 0,-2 6 92,-4 6 1,5 8-74,-5-3 1,4 3-277,2-3 1,0 5-166,0-5 0,2 4-206,4 3 1,-3-7-468,9 1 0,-1-8 450,6 2 0,0-6 166,1-6 0,4 2-181,1-7 465,0-8 0,2-7 0,2-8 0</inkml:trace>
  <inkml:trace contextRef="#ctx0" brushRef="#br0">1696 4797 7503,'-9'7'0,"-5"-3"222,9 8 1,-7-1 355,7 6 0,-1 2-311,6 4 0,0-10-202,0 4 0,2-5-104,3-1 43,5-3 0,15-8-75,3 0 0,-1-2 88,1-4 0,1-5-153,5-12 0,-7 2 69,-4-7 1,-4 5-17,-2-6 0,-8 8 17,-3-2 1,-4-1-93,-2 1 1,-8 0 18,-3 6 0,-12 5 45,-5 1 0,-5 7 132,-1-2 1,5 6-102,1 6 0,7 4-26,-2 7 0,6 0 35,6 0 0,-3 0-151,9 0 1,1 1 99,9-1 1,5 0-510,7 0 614,0-8 0,16 7 0,3-7 0</inkml:trace>
  <inkml:trace contextRef="#ctx0" brushRef="#br0">2125 4694 7569,'9'0'902,"-1"0"1,-8 2-617,0 4 0,0 3 3,0 8 1,0 8-107,0 4 1,0 9 108,0 2 1,0 1-176,0-1 1,5-2-127,1 8 0,6-6-213,-7 6 1,3-10 202,-2-2 1,-5-1 23,5-11 1,-4-4 162,-2-7 358,0-7-394,0 3 1,-8-20-68,-3-4 0,2-13-85,-3-5 1,6-7-145,-5-9 0,7-2-395,-2-4 0,6-10 302,6-7 1,9 1-57,8 11 1,8 4 77,-3 13 0,-1 11 71,1 11 0,-5 6-75,6 5 0,-8 5 282,2 7 1,1 7 76,-1 5 0,-6 5 155,-5 6 0,-8 3 103,1 8 0,-7 3-176,-9 3 1,-2-4-108,-16 4 0,1 2-14,-7-2 1,-5 0-178,0-6 1,0-6 86,6 1 1,7-8-1082,5 2 354,3-12 736,1 4 0,1-5 0,0 7 0</inkml:trace>
  <inkml:trace contextRef="#ctx0" brushRef="#br0">3358 4317 7569,'-2'-17'-158,"-2"0"629,-1 0 252,-9 7-459,13 3 1,-13 22-113,9 8 0,-9 15 43,3 7 0,-4 11-111,-3 1 1,7 7 77,0-1 0,-1 2 33,-5-2 0,0 1-12,0-6 1,5-5-336,1-13 1,5-2 151,-5-15 262,7 0-136,-11-14 0,13-3 17,-4-12 1,-2-5-434,3-12 1,-1-4 179,6-7 0,0 0 148,0-1 1,8-3 31,3 4 1,4 0-462,2 17 0,1-2 154,-1 13 0,0 0 61,0 6 0,6 2 89,0 4 0,1 3 138,-1 9 0,-2 4 20,8 1 1,-3 0-54,3-6 1,-2-5-45,-5-1 1,3-7 40,4 2 1,1-5 113,-7-1 0,6-7-63,-7-5 1,1-3-37,-6-2 0,-5 0-91,-1 0 0,-7-6 75,2 0 0,-4-5-143,-2 5 1,0-6 81,0 6 1,-8 2 35,-3 10 1,1-2-41,-1 7 51,-1 0 1,-3 8 5,4 4 0,-3 11 92,9 11 0,-7-1-69,7 2 1,-1-1 13,6 7 1,7-7-186,5 1 0,3-3 103,2 3 1,2-6 54,4-12 0,-2-1-9,8-5 0,-3-3-445,3 4 1,3-12 95,-3-5 0,1-12-27,-1-6 1,1-3 102,-7-2 1,2-2 49,-2-4 0,-4 3 219,4-3 1,-10-1-129,-2 1 0,-7-8 125,2 2 0,-4-1 0,-2 1 0,0 0 310,0 12 240,0-4 445,0 19-703,0 2 0,-6 17 77,0 11 1,-5 18 37,5 5 1,-5 18-61,5-1 1,0 6-149,6 0 1,0 12-17,0 11 1,0-8-110,0 2 1,0-3-32,0 3 1,0 4-130,0-15 1,0 3-2,0-14 1,0 1-109,0-13 1,0-8-255,0-9 173,-7-11 224,-3-5 1,-5-11-36,3-7 1,-3-2-673,4-16 0,-2-5 167,1-6 0,-1-8 43,7 3 0,-5 1 399,5-2 1,0 10 149,6 2 0,0 1 161,0 11 1,0-1-212,0 6 1,2 1 49,4 5 0,3-2 0,8 7 0,1-2 452,-1 3 1,2 1-139,4-8 0,3 7-129,9-7 1,-7 6-231,1-5 1,-1 7-303,6-1 1,1-3-397,-1 2 743,0-7 0,1-4 0,-1-10 0</inkml:trace>
  <inkml:trace contextRef="#ctx0" brushRef="#br0">4335 4557 7569,'-10'0'0,"3"-8"86,7-3 74,0 3 1,2-7-429,3 4 208,5-5 1,7-1-470,0 0 0,2 0 529,4 0 0,-4-8 0,6-2 0</inkml:trace>
  <inkml:trace contextRef="#ctx0" brushRef="#br0">4489 4214 7110,'-9'17'-1032,"-7"1"1674,5-1 0,1 9-172,-1 9 0,5 8 295,-5 14 0,5-1-307,-5 7 1,7-1-212,-2 7 1,4-8-65,2-4 1,2-6 593,4-5 1,3 0-229,8-12 0,1-4-93,-1-13 1,8-1-281,3-5 0,4-3-257,3-8 1,-1-10-1084,0-7 0,8-2 762,4-10 1,-2 1 401,1-6 0,1-8 0,5-2 0</inkml:trace>
  <inkml:trace contextRef="#ctx0" brushRef="#br0">11240 12592 7569,'0'-12'-217,"0"1"155,0-3 0,0 5 213,0-3 0,0 7 362,0-7 590,0 8-533,0-3-433,7 7 1,-3 7 68,8 5 1,-9 3-24,3 2 1,2 8-138,-3 4 0,7-3 114,-6 3 1,1-6-225,-1 5 1,-4-7 77,3 2 0,-3-4-264,-2-2 0,2-2-57,4-3-18,-4-5 220,5-7 0,-7-9-90,0-8 0,0-8-146,0-9 0,0-8 88,0-4 0,0 0 53,0-5 1,0 2 64,0-14 0,0 8 159,0-3 1,6 13-35,0 5 1,2 6 62,-3 5 0,-1 4-72,7 8 1,-5 8 177,6 3 1,-7 4 0,7 2 0,-1 6-47,6-1 0,-5 9 13,-1-3 0,1 4-80,5 2 1,-2 3-17,-4 2 1,5-3 24,-5 4 1,-1-4-4,1-2 0,-7 6 0,1 0 1,-3 0-3,-2-6 0,-7-6 35,-5 1 1,-3-1-32,-2 6 1,6-5-122,-1-1 157,1 1-231,-6-3 87,7 6 1,2-11-6,8 8 40,0-9 0,6 7-81,0-4 1,7-2 16,-1 7 0,9 0 49,1 7 1,1-7 58,-6 0 1,0 1-57,1 5 1,-3 0 150,-4 0 1,-3 6-34,-8 0 0,0 0 71,0-6 0,-2 0-40,-4 0 1,-9 0 175,-8 0 0,-2-5-60,3-1 0,3-5-76,-4 5 1,-2-7-300,2 2 1,0-4 98,6-2 0,6 0-939,-1 0 745,9-8 1,-5-1 90,8-9 1,9 1-575,9 0 0,4 0-636,7 0 1355,3 0 0,3-8 0,8-2 0</inkml:trace>
  <inkml:trace contextRef="#ctx0" brushRef="#br0">11771 12609 7569,'9'0'0,"-1"0"0,-8 2 286,0 3 1,-6-1 450,1 7 0,-3 1-425,2 5 1,4 0 48,-3 0-261,3 0 0,2 1-143,0-1 1,9-2 178,8-4 0,0-3-9,6-8 1,-2 0-555,2 0 333,-4-8 0,6 5-154,-8-9 1,0 1 112,0-6 0,-7-2-104,-4-4 1,-5 4 85,-1-4 0,-1 4-34,-5 2 1,-4 0 73,-7-1 1,0 1 18,0 0 1,5 6 18,1-1-52,0 8 34,-7-3-77,9 7-106,1 0 0,27 0 85,4 0 1,4-2 66,-10-4 0,2-3 19,4-8 1,-4-2 50,4-4 1,-4 2-9,-2-8 1,0 6 210,0-5 1,-2-1-83,-3-5 0,1 0 290,-7-1 1,5 3 3,-5 4 586,0 3-289,1 8-331,-5 7 0,6 10-79,-8 12 1,-2 10-45,-4 7 1,4 5-120,-3 6 0,3 4 121,2 7 1,0-5-24,0 0 1,2-1-1,3 7 1,-1-8-529,8-4 0,-1-4 97,6-2 0,6-2 11,0-3 1,2-10 131,-3-8 1,-3-7 55,4 2 0,2-8-71,-2-9 1,0-3 61,-6-14 1,-6 5-33,1-6 0,-3-5 31,3-6 0,3-8 12,-4 3 1,-3-5-19,-2-1 1,-4-2 1,-2-4 1,0 3 19,0-3 0,0 6 1,0 5 0,0 6 157,0 12 0,0 3-1,0 8 45,0 7 0,-6 6-47,0 16 0,-5 1 111,5 16 1,-5-1-3,5 6 0,-6 3-87,7 3 1,-1 1-45,6 5 1,0 2 2,0-8 0,2 5-117,4-5 1,1 0 83,5-5 1,3-3-152,-4-4 0,1 3 94,5-8 0,-8-2-192,14-10 0,-8 2-112,8-7 1,-4 6-119,-1-7 1,-1 1 96,0-6 1,0 0-432,0 0-549,-7 8 1302,5-6 0,-13-2 0,5-10 0</inkml:trace>
  <inkml:trace contextRef="#ctx0" brushRef="#br0">11942 12386 7569,'-9'-17'376,"1"7"1,2-5-39,1 4 1,1 1-157,10-1-102,3 7 0,4-9 331,4 7 0,-1 0-68,12 6 0,1 0-262,5 0 1,8 0 101,4 0 1,3 0-297,3 0 1,1 0-40,4 0 0,-9 8-170,3 3 1,-5-1 191,-1 1 1,3-1-95,-8 1 1,-2 2-121,-9-7 0,-5 6 103,-7-7 1,1 7 257,-1-7 0,-6 1-101,1-6 1,-9 2 353,3 4 0,-4-3-29,-2 9 1,-8-6 87,-3 5 0,-4 6-126,-2 6 1,-1 2 49,1-2 0,0 3 1,0 9 1,8-7-42,3 1 0,4-8-163,2 1 0,0 3 66,0-2 1,2-6-117,4-5 0,3-3-29,8 2 1,2-3-38,4-8 1,-2-2 101,8-4 1,-8 1-35,1-12 1,3 3-141,-2-9 1,0-1 51,-6 1 0,0-2-120,0 2 0,-5 2 59,-1-7 1,-7 1-75,2-1 1,-5-5 51,-1 5 1,-7 3 79,-5 2 0,-3 4-32,-2 2 0,0 2-7,0 3 0,0 5 355,0 7 0,-1 0-136,1 0 1,6 0 380,-1 0-168,9 0-240,-5 0 1,10 0-47,4 0 0,5-2 6,12-4 0,-4 4 38,4-4 0,-2 3-9,2-3 1,-4 4-140,3-4 0,-3 4 62,-1 2 1,-1 0 12,0 0 1,-2 8 13,-3 3 0,1-1 86,-7 1 1,5 3-45,-5 9 0,-1-4 7,-5 3 1,0 3-22,0-2 1,0 6-2,0-7 1,0 3-92,0-2 0,0-10 59,0 4-169,0-11 185,0 9 78,0-13 0,0-2-137,0-11 1,2-4-113,4-2 1,-2-3 144,7-2 0,-1 3 4,1-4 0,3 2-530,-9-2 330,9 4 1,-11-4 152,9 12-103,-8-5 131,3 15 22,-7-7 1,0 16 133,0 3 1,0 4-125,0 2 0,0 6-25,0 0 0,0 2 153,0-2 1,2-4-66,4 3 0,-4-8-190,3-3 1,3-5 61,-2 5-238,7-7 171,-3 4 1,7-16-74,0-3 1,-2-4-6,-3-3 1,3-1 85,-4-4 1,4 3 117,3-9 1,-7 10-122,0 2 0,-5 2 535,6 9-307,-9 0 1,5 14 375,-8 3 1,0 6-78,0 6 0,0 2 53,0 3 1,0 5-185,0-5 0,0-3-85,0-2 0,0 2-148,0-2 1,2-2 120,4-10 0,1 4-542,5-3 0,3-5 249,-4-1 1,4 2-764,3-3 1,-7 1 95,0-6 0,-5 2-815,6 4 1613,-9-5 0,13 7 0,-7-8 0</inkml:trace>
  <inkml:trace contextRef="#ctx0" brushRef="#br0">11788 13602 7569,'0'-17'1365,"0"0"-634,0 0-38,0 0-356,8 7 1,-7 6-81,5 16 1,-2-1-12,2 12 1,-4 4-64,3 1 1,5 3-168,1-3 1,-1-1-201,1-4 4,1-4 0,3 6-15,-4-8-94,5-8 0,-13-1 115,9-8 1,-7-8 47,7-3 1,-6-12-86,5-6 0,0 3 47,7-3 1,-7 1 114,0-7 1,1 1-11,5 0 1,0 1 85,0 5 1,-2 3-42,-3 8 0,3 2 14,-3 3 0,3 3 13,2 3 0,-6 4-59,1-3 0,-7 5 170,7 5 1,-3-1-35,3 8 1,1-1 81,-7 6 0,5 2-32,-5 4 0,5-4-89,-5 4 1,6-2-48,-7 2 0,7-4-111,-7 3 1,9-4-311,-3-7 200,-3 4-1284,7-5 754,-5-1 747,-1-1 0,6 0 0,-5 1 0</inkml:trace>
  <inkml:trace contextRef="#ctx0" brushRef="#br0">12182 13328 7717,'-17'10'371,"5"-3"-381,1-7-267,7 0 713,-3-7-127,7 5-238,7-13 1,8 13-16,8-4 1,2 4-350,-2 2 1,2 0 140,3 0 0,5 6 125,-5-1 1,3 9-550,-3-3 1,-1-1 575,-4 1 0,-4-7 0,5 4 0</inkml:trace>
  <inkml:trace contextRef="#ctx0" brushRef="#br0">12593 13414 7569,'10'0'-376,"-3"0"743,1 0-172,-6-8 0,6-1 0,-8-8 0,0 5 577,0 1-139,0-1-217,0-5-155,0 0-187,0 7-163,0-5 110,0 13 1,-6-3 133,0 10 0,-7-1-71,1 8 1,-3-1-282,-2 6 0,0 0 91,0 0 1,0 1 3,-1-1 0,7-6 68,0 1 13,7-1-74,-4 6-55,8-7 1,2-3 137,4-7 1,-2 6-26,7 0 38,0-1 1,5-3-36,-5 4 1,2-2 207,-7 7 1,7 2 24,-1 10 0,-5 4 42,-1 7 1,-4 6-29,-2 0 1,0 8 138,0-3 1,0 7-155,0 5 0,-2-4-17,-4 4 1,3 2 143,-9-2 1,1-1-16,-6-11 0,-6 3 55,0-8 0,0-8-125,6-9 0,0-4-45,0-2 0,0-1-152,0-5 0,5-3-203,1-8 1,1-8 233,-1-3 0,3-7 86,8-4 1,0-13-1538,0-10 0,10-9 636,7-9 1,8-1-277,9-16 0,8 0 78,3-6 1,-1 2 493,2 5 1,-6 4 434,5 12 1,-12 6-33,1 12 0,-5 5 362,-1 11 0,-3 4-194,-8 8 386,0 8-402,0 1 1,-7 16 651,-4 3 1,-4 6 171,-2 6 1,-8 6-442,-4 11 1,3-2-217,-2 7 0,5-5-114,-6 6 1,9-8-237,-3 2 1,4-4 107,2-1 0,0-7-184,0 1 192,0-8-14,8 3 1,1-14-345,8-4 1,2-8-481,4-10 0,-4-1 459,4-16 1,2 1 97,-2-6 0,5-1 226,-5 1 1,0 5-99,-6 1 1,0 5 101,0-5 0,-5 12-114,-1-1 202,-7 11 1,5-1 120,-3 7 0,-4 7 83,4 5 1,-4 9-102,-2 2 1,-6 5 16,0-5 1,1 6-237,5-7 1,0 1 117,0-6 1,1 1-98,5-1 105,4-8 1,9-1-188,4-8 1,-4 0 21,3 0 0,-1-13 35,2-5 0,-4-8 17,4 3 1,2-13 7,-2 1 1,5-10 17,-5-1 0,0-3-8,-6-3 0,0-1-66,0-4 1,0 4 64,1-5 1,-3 13-111,-4 5 1,3 11 181,-9 6 145,1 4 1,-6 12 23,0 7 1,-8 15 235,-3 13 1,-4 7-6,-2 5 0,-1 2-159,1 3 0,-6 5-187,1-5 1,-1 5 101,6 1 0,0-1-589,-1-4 0,3 1-302,4-7 1,3-2-669,8-9 0,0 1-1139,0-7 2476,0 0 0,-7-6 0,-3 0 0</inkml:trace>
  <inkml:trace contextRef="#ctx0" brushRef="#br0">13433 13482 7116,'9'-17'-1020,"5"0"2739,-9 0 0,3 6-799,-2-1 1,-3 6 309,9-5 1,-6 5-607,5-5 0,-5-1-298,5-5 1,6 6-132,6-1 0,2 3-834,-2-3 0,1-3 447,5 4 0,3 1 217,-3-1-25,-4 7 0,7-11 0,-5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12628 6681,'-18'-36,"1"-4,0 21,0 2,7 9,-5 35,4 7,1 23,-1 0,-1 21,-5 8,9-37,-1 1,1 1,-1 1,0-2,1 1,-1 0,1 1,2-1,0 0,1-2,-1-1,-4 46,-1-3,1-5,5-6,3-12,-6-1,8-14,0-9,8-27,9-57,0-2,0-26,-2-3,-9 3,8-12,-13 2,15 0,-13-6,9 4,-8-4,3-1,-7-1,0 14,0 3,0 20,-7-9,-3 30,-7 3,-6 29,0 19,1 13,4 21,-4 13,-1 16,11-39,1 1,2 6,1 1,-1 1,1 2,-1 4,0 2,3-3,1 1,-1 4,1 0,2-3,2-1,-3 4,2 0,4-5,2 0,1-1,1-1,1-3,1-1,0-6,2-1,14 38,5-12,1-13,-1-10,3-15,-3-13,3-4,10-9,-8-14,1-19,-9-21,-9-24,1-18,-9 36,-1-3,-2-6,-1-2,1-6,-1-3,-2-2,-2-2,2-6,0 0,1-2,0-2,-1-4,-1-1,2 0,-2-1,-1-1,-2 0,0 5,0 2,-2 6,0 2,2 4,-1 3,-4 8,0 2,4 9,-2 3,-7-16,0 12,-14 24,0 27,-3 23,3 25,8 20,5 18,6-36,1 3,2 6,2 3,-2 9,0 1,2-2,0-1,1 5,0 1,1 0,0 0,1-4,2 1,3 3,3 0,3-8,3-2,-1-1,2-1,0-8,0-1,3-2,0-2,20 30,0-9,-5-26,-9-3,14-15,-19-10,10-26,-20-20,-3-15,-8-19,-6-11,3 27,0-3,-3-2,1-1,2-6,0-2,-3-5,-1-3,1-2,0 0,-1-2,-1-1,0-3,-1 0,0 3,1 1,-1-2,1 2,2 11,0 4,-5-34,5 22,-5 19,7 14,-11 20,3 23,5 21,1 41,4 16,2-28,0 2,0 4,0 2,-1 4,2 1,3 3,2 1,1-2,3 0,1 1,2 1,4 4,1 0,-1-6,2-1,0-4,2-1,0-1,2 0,1-1,3 0,1-5,1-2,0-9,-1-3,24 32,-7-19,-7-17,2-5,-11-20,3 8,-20-37,3-18,-15-31,-2-15,-4-2,3-15,-3 42,0-3,1-6,-1-3,-3-9,1-1,-1 0,0 0,1 1,-1 0,1 2,-1 1,1 4,-1 3,1 7,-1 3,-8-37,0 26,0 8,-1 46,1 11,8 36,3 26,4 22,2-34,0 3,1 7,0 2,1 3,2 1,0 3,3-1,4-5,1 0,-1 1,1-1,4 1,2-2,-2-4,0-2,6 2,2-2,-1-8,2-4,3-3,1-2,20 24,8-12,-13-11,8-17,-12-8,5-19,-10-7,-5-12,-13-23,-5-9,-1-19,-7-16,-1 37,0-2,0-2,1-2,-1-9,0-1,0 0,0-1,-3-4,0-1,-3 3,0 2,0 3,0 2,-3 6,1 2,2 8,0 1,-3-38,-1 25,-3 25,-5 46,4 41,3 21,8 20,0-41,0 1,0 4,0 2,1 1,0 0,1 1,2 0,2 0,3 0,1 0,3 0,4-5,2 0,-2-3,0-1,21 36,-4-12,6-20,0-10,0-6,10-13,-20-9,18-17,-37-38,1-19,-8-15,-4-8,5-2,-2 34,0-1,3-46,-6-2,-2 0,-4 11,4 12,-5 15,-1 23,6 36,-4 34,4 31,2 26,2 2,1-36,0 0,1-3,2-1,1 4,3 0,-1-2,1-1,13 37,5-5,12-6,-2-16,8-1,0-15,5-8,0-14,1-8,-1-9,1-9,-7-8,1-3,-6-14,6-9,-8-14,2-9,-4-7,-2 1,0-6,1-5,-9 11,-3 0,-4 10,-2 7,-7 12,5 2,-13 20,11 14,-7 27,0 11,-6 11,5 12,1 0,2 7,-3-7,-1 4,8 1,5-9,6-7,1-9,-1-8,4-3,7-3,0-12,8-2,8-23,7-3,-8-14,-9-15,-2-5,2-13,-3 5,3-4,-6 6,-6 5,-3 4,0 0,-14 14,12 3,-21 25,6 32,-8 20,-2-1,-4 6,4-2,-4 8,5-4,1-7,0-7,0 1,0-8,0 11,7-20,-5 3,8-26,-5-12,-3-7,4-21,-2-4,1-14,-3-7,4-3,-2-5,2-2,-5 3,5 3,-4 12,-4 3,-4 8,-3 15,-16 10,-7 25,-8 7,-2 9,2 14,-4 6,-7 11,-1-7,1 7,-6-10,0 5,-2-3,2-9,-2-8,-4-9,-4-6,4-5,2-5,-1-7,6-9,-1-8,0-14,6-9,-4-15,9-2,2-10,-2-7,3-11,19 37,2-2,0-2,2-2,3 0,0-1,0 2,0 0,0 3,-1 3,-14-31,3 15,-3 17,3 12,-3 15,-14 15,1 15,-1 10,12 19,-1 6,1 11,2 4,3 8,-1 5,7 0,0-2,6-9,0 2,0-8,7-7,-5-9,13-14,-13-10,21-55,-6-6,11-41,4 9,-3-4,-3-2,3-10,-10 44,-1-1,2-5,0 0,-2 1,0 1,0-2,-2 0,-7-42,-3 11,-4 16,-2 18,-2 9,-4 13,4 12,-31 25,4 15,-9 21,15 7,-2 14,2 3,4 6,-4 6,10 0,1-11,8-4,-2-14,12-7,-4-2,13-16,-6-20,8-23,8-23,3-23,3-17,-3-6,2-5,-7 0,-2 3,-10-3,-9-2,-8 1,-13 3,2 9,-4 13,3 16,1 7,-23 25,11 6,-11 18,19 12,21 25,27 2,18 7,20-14,13-13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15592 5294,'0'36,"0"-4,0-7,7-6,-5 6,13-8,-5-8,-1-1,7-39,-13 7,9-28,-1 3,6-8,2-10,4-7,-4 5,4 6,-4 16,-2 1,1 16,-1 5,-8 35,-3 18,-4 22,-2 24,0 6,0 11,-6 2,3-44,0-1,0 2,1-1,2 43,2-8,3-10,7-13,11-10,-4-15,21-11,-6-27,11-15,-3-12,-7-22,-3-2,-3-10,1-15,-7 4,0-12,-6 6,0-9,0-3,-7 1,-5 5,5 8,-8 10,-2 16,-21 48,-8 27,-5 32,11 14,-2 11,3 0,10 0,1-6,7 0,4-11,8 0,3-6,12-7,5-16,12-8,6-3,9-11,2-7,6-5,-6-5,6-12,-6-12,6-5,-6-6,0-10,-5-7,-3 0,-3 6,1-14,-7-4,-5-3,-7 4,-9 7,-2 4,1 3,-17 11,5 14,-12 23,-13 31,-15 32,0 19,14-30,0 0,-16 37,18-35,1 1,1 0,0 0,1 2,2 0,0 2,3-1,-2 39,5-1,7-10,2-6,3-11,11-12,6-11,9-4,11-9,7-12,8-15,-1-15,-17-14,9-12,-2-11,3-7,3-9,-1-8,0-4,-23 32,0-2,-2-1,-1 0,3-3,-1 1,-3 1,-2 1,18-36,-6 7,-1 11,-11 12,-6 15,-1 18,-28 75,1-11,-4 6,-2 5,1-2,0-1,-1 0,1 1,1 5,0 1,1-7,1 1,1 2,2 1,-6 39,7 4,4-9,4 1,2-12,8-3,3-9,7-12,4-11,5-11,15-5,11-29,4-13,2-14,-19-14,8-7,-2-15,3-9,3-2,-24 33,1 0,-1-2,1-1,0-4,-1-2,-2-2,-1-1,1 0,0 0,0 1,-1 0,-1 3,0 1,-4 6,0 3,20-24,-21 18,-2 23,-32 79,-1-10,0 7,-2 4,-18 35,-4-2,0 1,22-41,2 0,-11 39,4 1,4-6,2-6,8-17,3 0,4-15,10 0,9-23,15-13,8-23,6-16,-6-12,9-12,3-6,-1-11,-23 34,1 0,1-8,-1-2,0 0,-1-2,1-4,-1-1,-2 3,0 0,-1 1,1 1,0 6,0 1,15-35,-6 23,-9 15,-9 25,-11 34,-12 23,-7 30,-3-25,-2 2,0 5,-2 2,-5 3,-2 0,2 7,-1 0,0-1,1 0,1 4,2 1,-1-8,0 0,5-3,0 0,0-5,2-1,-11 42,10-13,7-4,3-7,7-9,0-23,13-18,4-31,12-14,-1-20,10-13,2-10,8-7,-2-9,-22 38,1 0,1-1,0-1,0-5,1-2,2-4,-1 0,-2 4,-1 0,1-2,0 1,-1 5,-1 2,-3 3,-2 2,21-31,-13 25,-2 16,-23 60,-8 27,-15 26,-8 2,11-32,-2 3,1 2,-2 2,-2 3,1 0,1 2,2 0,-2-1,2-2,1-2,1-1,1 2,0 0,1-7,2-1,-1 3,3-1,-6 36,0-5,7-4,2-15,16-10,2-27,14-33,5-15,-1-17,7-11,3-12,13-17,-24 40,-1-2,3-6,0-1,-3 1,1 1,1-2,1 1,-3 2,-1 0,21-33,-4 12,-8 16,-7 14,-2 13,-16 31,-3 16,-8 19,-10 21,-8 9,0-27,0 1,1 4,-1 1,-2 3,-1 1,4-1,0 0,-1-2,0-1,-1 0,0-1,1-1,0-1,0-1,2-1,-11 40,5-16,6-7,9-8,1-3,16-8,9-18,15-33,8-28,0-12,-5-10,6-4,5-8,4-5,1 0,0-4,1 9,-1-1,1 13,-14 15,-4 13,-11 8,2 12,-14 22,-11 16,-6 20,-22 3,-8 18,-10 4,2 2,-2 4,3-9,-3-3,4 5,8-11,1-6,5-16,3-4,8-2,7-7,3-10,26-25,4-15,11-9,-5-8,11-9,5-9,5-4,1 4,-5 1,-1 6,-8 13,-3 4,0 11,-15 6,-2 9,-20 31,-20 11,-12 12,-16 5,-10 8,-7 4,-1-2,32-29,0-1,-39 22,1-2,-3-3,10-14,5-3,17-14,4-8,1-1,20-31,0-17,26-23,11-1,6 7,15-10,-3-7,-9 29,1 0,0 0,0-1,5-4,1-1,-1-3,0 0,2 0,1 1,0-5,1 2,0 6,2 3,-2 0,-2 2,25-27,-19 15,-4 11,-7 6,-11 12,-17 3,-43 17,-20 8,-27 21,45-5,-1 2,-3 2,-1-1,-1-2,-1 0,-6 0,-2 0,-2 0,-1 0,0 0,0 1,0-1,0 0,3-1,0 0,3-1,0-1,6-4,1-3,-36-1,18-6,17-6,9-6,13-10,12-7,11-11,20 0,8-11,18 1,12-13,14 4,-26 25,0 0,2 2,0 1,1-3,0 0,2 0,1 1,-1 4,2 1,5-4,0-1,0 1,-1 1,-1 2,-1 1,-3 2,-1 1,-1 0,-2 2,38-11,-13-2,-16 13,-7 0,-10 6,-26 0,-20 0,-33 7,-30 5,28 6,-3 3,-3 1,-2 2,-9 3,-2 2,-1 2,-3 1,-7 4,-2 2,0 1,-2 2,-6 0,-1 1,-3 1,-1 0,-1-1,0 1,30-9,0 0,0 0,-27 8,1 0,3-2,1 0,10-3,3 0,8-5,3-2,11-3,3-3,-28-1,13-4,18-10,29-15,26-11,21-10,26 4,4-7,13 1,5-5,-35 22,1 1,1 1,1 0,3-1,1-1,1 0,1 1,-3 2,0 1,5-5,1 1,-6 6,0 0,1-3,-1 1,-4 4,-2 2,37-14,-20 10,-10 4,-10 2,-35 8,-18 3,-42 8,-33 9,28-2,-4 3,-6 7,-1 2,-6 1,-1 0,-3 3,-1 1,-6 4,-2-1,26-8,-1 1,0-2,-1 0,1 0,-1-1,1 1,1-1,-1-1,-29 6,3-2,11-1,2-2,4-4,3-3,7-3,4-1,-31 1,7-9,57-9,19-8,39-10,41-13,-29 19,3 0,8-2,2 0,8-1,2 1,3 2,0 2,2-1,1 0,3 2,0 2,-2 2,1 1,5-2,1 1,-2 4,0 0,1-1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15335 10827,'-10'-36,"2"3,16 16,-6 8,21-6,-4 5,15-7,0 6,1-1,7 6,3-5,14 1,10-1,13-2,9 7,-39 0,1 1,-2 2,1 0,6-3,2 0,2 3,1 1,5-1,1 0,8 3,1 0,2 0,1 0,2 0,0 0,6 0,1 0,4 0,0 0,2 1,1 0,-29 1,1 0,-1 0,-1-1,-2 0,1 0,1 3,-1 0,1 0,1 0,-1 0,0 1,28 6,-2 1,1-2,-1-1,-1 2,-1 1,-3 0,1 1,2-2,1 0,-7 1,1-1,3-2,-1-1,-7 0,0 0,2-3,-1 1,-6 2,-1-1,-3-1,-1 0,-7-2,-1 1,1 1,-2 0,-10-4,-1-1,0 2,0 0,39-1,-10-2,-12 8,-1-6,-21 5,-12-7,-30 0,-27 0,-15 0,-25 0,-11 0,-23 0,41 0,-3 0,-8 0,-3 0,-3 0,-2 0,-7 0,-2 0,-2 0,-3 0,-7 0,-2 0,33 0,-1 0,1 0,-1 0,-1 0,0 0,-3 2,0 0,1 0,0 0,1 0,-1 0,-1 0,1 1,-1-1,-3 0,1 0,-1 0,3 1,-1 0,-1 1,-5 1,-2 1,1 0,4-1,0 1,1 0,1 0,-1 0,1-1,4-1,0 0,1-1,-2 1,0 0,1 0,-25-1,1-1,3 4,1 0,8-1,2-1,6 2,1 0,11-1,2-1,3 0,2-2,-31 0,10 4,19-4,13-2,23 0,80 0,1-2,1-1,6 0,-4-1,1-2,8-2,1-1,4 1,2-1,1 1,1-1,10 0,3 1,-29 2,2 0,0 1,4-1,1 0,0 1,5-1,2 0,-1 1,-1 0,1 2,-1-1,-1 0,1 0,-2 1,-3 1,0 1,-1 0,0-1,-1 0,0 0,-5 1,-2 1,1-1,2 1,1 0,0 0,27 1,0 0,-4 2,-1 0,-4-2,-1 2,-3 2,-1 1,-4-1,-1 2,-2 1,-2 1,-5-1,-3 1,-9-1,-3 1,40 8,-19 0,-13 2,-9 4,-8-12,-25 20,-29-20,-30 12,-26-9,-26-3,37-9,-4 0,-11 1,-3-1,-4 0,-2-2,-8 0,-3 0,-4 0,-2 0,27 0,0 0,1 0,-29 0,0 0,30 0,0 0,1 0,-29 3,0 0,28-1,0 0,1 0,-27 1,1-1,0-1,1-2,8 2,1 0,4 2,1 0,5-1,2 0,6 4,2-1,4-3,2 0,-36 4,9 3,14-7,23 13,39-11,41 8,31-8,26 1,-39-3,3 0,9 1,3 0,0-2,1 2,9 2,0 1,2-1,0 1,7 3,0 0,-1-3,1-1,0 1,-1-1,-1 0,0 0,2 0,-1 1,-5 2,0 0,3-2,0-1,-5 0,0-1,-3 2,-1 0,-5-1,-1-1,-5 2,-1 0,-4 1,-2 1,0-2,-3-1,36 11,-9 1,-22 0,-17 8,-48 7,-27 8,-33-6,20-18,-3-3,-9-1,-4-1,-13 3,-2 0,-3-2,-2-1,-5 3,-1 1,-2-2,-1 0,28-3,-1 0,0-1,-1 0,0-1,0 0,-2-2,-1-1,0 1,3-1,0 1,0 0,1 0,1-1,-1 1,-29 3,0-1,2 1,1-1,6 0,3-1,6-1,3 0,2-1,1-1,9-1,2 0,1 0,2 2,6 0,3 1,-31 4,15-5,23-3,0 14,48-13,15 9,32-8,30 1,-31-3,3-2,7 0,3 0,7 0,3 0,5 0,1 0,5 0,1 0,2 0,1 0,3 0,2 0,-28 0,0 0,-1 0,29 1,0 0,-29 1,1 0,0 0,28-1,0 0,-2 1,-2 1,-7-1,-2 0,0 1,-3 0,-10-2,-1 0,2 2,-1 0,-8-2,-2-1,-3 0,-2 0,37 6,-24 0,-16 0,-19 1,-41 8,-27 8,-39 0,24-14,-5-1,-7 3,-3 1,-9 0,-3-1,-2 1,-2-1,-5-2,-1-1,-2 1,-1-1,23-2,-1 0,0-1,-1-1,-1 0,0 0,-1 0,-1 0,1-1,2-1,0 0,0 0,3 1,0 2,1-2,-30 0,0 0,2 3,1-1,6-3,2 0,8 1,2 0,6-1,3 0,5 1,3-1,-41 0,6 4,26 3,8-7,28 6,37-6,38 4,28-5,-24 2,3 0,9-2,3-2,11-2,3 0,6 2,3 1,0-3,1 0,-25 2,2 0,0 1,4 0,0 0,1 0,0 0,0 0,0 0,3 0,1 0,-1 0,0 0,0 0,-1 0,-2 0,0-1,-2 2,-2 0,-1 2,-1-1,30 0,-1 1,-2 1,0-2,3-2,-1 0,-1 0,-1 0,-3 0,-1 0,-11 0,-2 0,-11 0,-2 0,-5 0,-2 0,42 0,-13 0,-16 0,-14 0,-13-8,-48 7,-27-5,-31 4,-32 2,41-1,-2 0,-10-2,-2 0,-6 2,-2 0,-6-1,-3-1,-6 1,-3 0,28 0,0 0,-1 0,2 1,1 0,-1-1,-2-1,1-1,-1 0,4 1,1 0,-1-1,0 1,1-1,-1 0,0-1,0 0,1 0,-31-1,1 0,3 0,2-1,7 1,4 1,5 0,3 0,9 2,2 0,6 3,3-2,-36-3,8-5,17 8,10-5,43 7,31 0,34-6,35 0,-39 2,2 1,13-1,1 2,2 1,1 0,10-2,2 0,-1 1,1 1,4-2,1 0,2 2,1 0,5-2,0 0,-2 2,-1 0,0 1,0 0,1 0,-1-2,-2 0,-2-1,-3 1,0 0,-1-3,-1-1,-9 1,-2 0,-1 0,-3-1,-7-1,-2 0,-6 4,-2 1,37-10,-10 6,-15 1,-14-3,-43 0,-31-3,-40-2,17 9,-5 2,-10-4,-4-1,-8 1,-2 0,-10 1,-4 1,24 0,-2 0,0 0,-4 1,-1-1,-1 0,-6-1,-1-1,0 0,0 0,0 0,0 1,0-1,0 0,0 1,2-1,1 0,0 0,-3 1,-1-1,2 0,2 1,1-1,-2 0,-3 0,-2 1,2-1,4 0,0 1,2-1,6 0,0 1,2-1,1 0,1 0,2-1,-25-5,4 1,9 1,2 1,3-2,3-1,8 2,3 1,7 0,1 1,-35-9,20 0,11-1,10 1,16-7,32-1,22-4,25 6,16 12,17-4,-36 9,2 0,3 2,1-1,3-1,2 0,7 4,3 1,0-2,0 0,5 2,1 0,0 1,0 0,-2 0,0 0,8 0,0 0,-4 1,0 0,-1 1,-2 2,-2 0,-1 1,-2 4,1-1,-3-2,1 0,-2-1,1 1,-3 0,-1 1,1 4,-1 1,-5-2,-2-1,3 2,-2 1,-8-2,-1 1,-1 0,-1 1,34 13,-8 3,-16 5,-7-5,-13-1,-4 1,-7-7,-21 23,-12-4,-13 4,-21-10,-13 0,-16 1,-17-1,36-17,-2 0,0 0,-1 0,-4 1,0-1,1 0,-1 0,0 0,0 0,2-2,2-1,4 0,1 0,-44 13,12 1,14-1,14-4,10-2,14 7,11 1,18 9,17-4,16 2,17-13,18 0,16-6,-35-8,1-1,6 1,1 0,5-1,3 1,5 0,1-1,1-2,0-1,7 1,0 0,2-3,0-1,1 4,0 0,-4-4,0 0,1 0,0 1,-5 1,0 0,2-1,0 0,-6 0,-3-1,-4-2,-2 0,-5 3,0 0,-2 0,-1 0,33 2,-13-5,-18 8,-22-6,-38 11,-30-7,-33 5,18-7,-5-2,-5 4,-3 0,-9-3,-1-1,-7 4,-2 0,-7-3,-1-1,25 2,-1 0,0 0,-2-2,1-1,-1 2,0 0,0 1,-1 0,-4-2,-1 0,1 0,-26 1,2-1,27-1,0-2,1 1,-24 3,1 0,-1 0,2 0,11 0,3 0,4-3,2 0,7 0,2 0,3 0,2 0,5 0,3 0,-27 0,16 7,10-5,28 6,74-8,14 0,-4 0,5 0,-2 0,0 0,5 0,0 0,-2 0,1 0,10-1,0 2,-2 1,0 1,10 0,1 0,-2 0,0 0,-1-3,-1 0,-2 2,0 1,0 0,-1 0,-7 3,-1 0,-2-4,-1 1,-5 3,-1 0,-4-3,-2-1,-6 4,-1 0,-3-3,-1 0,32 8,-12-5,-22 7,-14-3,-47 12,-19 1,-35 2,-22-2,34-13,-2-1,-6 2,-2 1,-4-2,-2 1,-7 0,0 0,-5-1,-2 0,-4 1,0 0,0-1,1-1,-2 0,1 0,1-1,-1 1,-1-1,1 1,6-1,3-1,7-1,1-1,5 3,1 0,7-2,2-1,6 0,2 0,1 1,3-1,-28 1,12 5,16-7,13 4,16-1,79-5,2 6,-5-7,4-2,-4 0,0 0,-1-2,0 0,7 2,2 0,5-1,1-2,1 1,2-1,8 1,0 0,-4-3,0-1,1 1,0 0,-1 2,0-1,1-1,0 0,-8 1,-2-1,3-2,-3-1,-12 3,-2 1,0-2,-3 2,31-1,-10-5,-19 7,-13-11,-40 11,-19-7,-36 7,-27-2,-16 4,40 2,-2 0,-6 0,-3 0,-9 0,-2 0,-3 0,0 0,-4 0,-2 0,-1 0,-1 0,1 0,-1 0,3 3,-1 0,1 0,1 0,5 0,0-1,-3-1,0-2,5 1,2 0,4 0,1 0,7 0,3 0,8 0,3 0,-36 0,18 0,14 0,12 0,23 0,73-7,7 3,-1-2,5 1,-7 2,0 0,7-3,2 0,1 4,1-1,2-3,1 0,1 4,0 0,1 0,1-1,-1-2,0 0,6 0,0-1,-3-1,-2 1,-3 0,-1 0,-2-1,-1 1,-4 3,-2 0,-1-3,0 1,2 2,-1 0,-8-1,-3 0,40-1,-11 3,-11-6,-23 8,-20 2,-37 4,-25 3,-33 8,-17 0,36-8,-2 0,-3-1,-1 1,-3-1,-2 1,-6 0,-1-1,-3 1,-1-1,0 1,0-1,-3 1,1-1,7 0,1 0,-1-3,3 1,8 2,1-1,3-1,1 0,-30 9,6 2,14-6,16 1,10-8,18 19,27-14,18 8,22-2,18-9,12 6,-32-9,1-1,4 4,1 0,8-3,2-1,3 2,3 0,3-1,2 0,1-2,1 2,0 2,0 1,-1-1,0-1,4 2,0 0,-4 2,0-1,7-1,0 0,-4-2,0 1,-1 1,-2-1,-6 1,-1 0,-2 2,-3 1,-6-1,-1-1,-5-1,-2 0,36 9,-17-4,-16 5,-19 1,-28 7,-23 5,-33-4,-30-2,-13-2,40-10,-2 0,-8 0,-2-1,-6 5,-1-1,-1-3,0-1,-4 1,-1 1,0-2,-2-1,-5-1,-1 1,4 2,0 1,2-1,0 0,6 1,2-3,3-3,1 0,4 1,2 1,7-2,2-1,2 2,3 0,-32 4,19 4,4-13,20 14,22-9,27 5,26-3,25-3,15-4,13 3,-42-3,1-2,9 1,2-2,-1 1,2 0,9 0,1 0,-4 0,1 0,8 0,0 0,-5 0,-1-2,0 0,0-1,0 2,-1 0,2-2,-1 0,-5 2,-1 0,2 1,-2 0,-10 3,-2 0,-3-1,-3 2,33 9,-11-2,-16 5,-13 1,-19 0,-10 8,-22 3,-19-1,-28 1,-14-1,25-13,-3 1,0 0,-1 0,-8-3,-2-1,3 1,-2 1,-5-2,-1 0,1-1,0 0,0 1,-1 0,2-1,0-1,4 0,1 0,5-1,3 1,2-1,1 1,-40 8,8 0,14-6,14 1,8-8,10 11,15-6,13 3,24-1,21-7,19 2,14-4,8-2,15 0,2 0,-41 0,0 2,-1 0,-1 1,3-2,0 0,0 2,0 0,1-2,-1 0,-6-1,0 0,3 0,-1 0,44 0,-11 0,-6 0,-17 2,-12 3,-7-3,-10 14,-15-7,-19 14,-23 0,-17 0,-11-6,-16 2,-13 4,-5-4,-7 4,-1-4,44-11,1 1,-45 12,7-4,8 4,4-10,13 4,9 2,9 1,1-1,13 0,4 0,35-2,18-3,14 1,15-7,4 1,8-1,13-4,3 4,-36-3,-1 1,1-1,0 0,1 3,0-1,2-2,-1 0,-2 3,-1 1,1-1,-1 0,42 3,1 3,-7-1,-10 6,1 6,-13 0,-4 0,-7-6,-7 0,-10 8,-7 1,-10 9,-31 3,-14-4,-16-3,-2-14,1 6,-7-1,3 3,-14-2,6-2,-6 7,6-7,-6 2,8-2,-2 2,9-4,3 4,6-4,-2-2,14 8,2-6,25 6,12-8,10-8,32 1,3-5,4-3,-10 4,1-4,10-2,1 0,-6-2,-11-4,-16 4,18-5,-19-1,-3 6,-11-5,-60 14,14-3,-37 8,13-7,-8 7,6-3,-6 3,8-3,-2-3,3-4,3 5,-1-7,24 0,5 0,23 0,15 14,8 3,8 4,3-4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19944 17851,'-27'-59,"2"21,8-2,-15 23,-4 7,-27 2,0 8,0 6,12 0,-8 5,-4-5,-6 7,-5-1,-4-3,-8 3,-7-7,45 1,-1 0,-5-1,-1-1,-1 2,-2 0,-5 1,-1-1,-4-3,-1 0,-3 1,-1-1,-3 1,-2-2,-6-1,0 0,-1 2,-1 0,-3-2,1 0,-1-1,1 0,-2 0,1 0,-2 0,-1 0,-1 0,-1 0,3 0,0 0,2 0,1 0,2 0,0 0,2 0,1 0,5 0,2 0,3 0,1 0,5 0,3 0,3 0,2 0,1 0,1 0,3 0,2 0,-34 0,4 0,14 0,14-8,24-1,30-9,32 3,31 4,13-4,16 3,-37 2,2-1,8 0,1-1,3-2,1 0,7 2,1 1,-1-3,2-1,3 4,1 0,5-4,1 1,0 2,-1 1,4-1,-1-1,1 2,-1 0,0 1,-1 1,-7-3,-1 1,4-2,0 1,-8 1,-2-1,-4 0,-1 1,-5 2,-1 1,-7 0,-2 1,-3 1,-3 0,36-7,-18 7,-7 1,-17-3,-23 6,-27-3,-30 8,-38 3,-21 7,36-7,-2 0,-7 1,-1 1,-8 1,-1-1,-4-2,-1 0,-8 0,-1-1,-4-2,-2 0,30 0,-1 2,0-2,-4-1,-1-1,0 0,4 1,-1 0,1 0,-2-1,0 0,1 0,2 1,0 0,1 0,2-1,0-1,0 1,-31 2,0 0,3-2,0 0,1-1,3 0,7-3,2 0,6 1,2-2,9-1,2-1,4 3,2 0,-39-8,15 5,11 0,18-1,26-9,19-6,31 3,32 1,17 5,18-10,-33 13,4 1,1 1,3-1,6 0,2-1,5-1,0-1,3 3,0-1,5-1,1-1,4 2,1-1,-30 4,0-1,2 1,2 0,2 1,-1 0,0-2,0 0,-1 1,-1 0,1 1,-1 0,-2 0,0 0,-1 1,30-4,0 0,-2 1,-1-1,-4 1,-3-1,-3 1,-2-1,-7 1,-3-1,-2 0,-2 1,-7 2,-2 0,-4 0,-1 1,34 1,-16-2,-16-3,-11 7,-36-6,-23 8,-27 0,-36 0,31 0,-3 0,-7 0,-2 0,-11 0,-3 0,-1 0,-2 0,-7 0,-3 0,-2 0,-3 0,26 0,-2 0,0 0,-1 0,-1 0,0 0,-3 0,0 0,0 0,1 1,1-1,0-1,1 0,0-1,1 0,1 0,1 0,0 0,2-2,0-1,2 1,-28-2,1 0,-1 1,1 1,5-2,1 0,5 1,2-1,8-2,3-1,3 1,2 0,7 3,1-1,5-1,1-1,-26-4,9-3,20-2,10 7,18-20,42 9,26-19,27 10,-30 15,2 1,7 1,4-1,4 0,1 0,5-2,1 1,4 4,2 0,9-4,1-1,3 1,1 2,3 0,0 1,-1 0,1 1,0-1,0-1,-30 6,0-1,-1 0,31-4,-1 0,0 0,0 1,-3 1,-1-1,-4-3,-1-1,-4 5,-2 1,-4 1,-1-1,-3 0,-1 1,-10 2,0 1,-3-2,0 0,-7 2,-3-1,31-4,-15 5,-16 3,-5-6,-30 8,-48 0,-39 0,24 0,-2 0,-1 0,-1 0,-6 0,-2 0,-1 0,-3 0,-11 0,-2 0,-5 0,-1 0,-7 0,-1 0,28 0,-1 0,0 0,0 0,-1 0,-1 0,0 0,-2 0,0 0,-3 0,-2 0,2 0,1 0,1 0,-1 0,1 0,0 0,-1 0,3 0,-1 0,1 0,3 0,0 0,1 0,-31 0,0 0,3 0,1 0,5 0,-1 0,3 0,1 0,10 0,2 0,2 0,3 0,9 0,3 0,5 0,2-2,-37-3,12 1,17-8,15 1,17-6,32-12,16 1,27-7,24 13,12-9,-36 17,3 0,6-3,1 1,5-1,2 0,3 0,1 0,2 0,2-1,7-1,2-2,-2 1,1 0,4 0,0 0,-1 3,-1 0,-4 3,0 0,-4-1,0 1,2 0,-2 0,-5-4,-1 1,2 3,-1 0,-8-1,-3 1,-5 4,-1-1,-6 0,-1-1,34-7,-8 2,-19 0,-9 0,-16 7,-20-5,-48 8,-31-5,-22 5,-6 7,35 0,-2 1,-6 2,-3 0,-2-2,-2 0,-5 2,-2 0,1-1,-1 0,-4 1,-1-1,-1-1,-1 0,-3 2,-1 0,5-2,0 0,0-1,3 0,4 0,2 0,3 0,2 0,3 0,1 0,5 0,3 0,6-1,3 0,6-1,1-2,-28-3,7-5,20-3,-1-2,37-10,19-7,26 5,31 1,21 1,-37 13,3 0,4-2,2 1,6 4,2-1,4-3,1 0,5 0,1 1,-2 1,0 0,2-2,-1 1,-4 3,0-1,2-2,-1 0,-1 2,-1 1,0-3,-1-1,-3 4,0-1,-2-2,-1 0,-7 3,-3 1,-3-1,-1-1,34-7,-8 2,-19 0,-9 0,-15 7,-7-5,-37 5,-16-7,-24 8,-15 3,-12 4,-17 2,48 0,-1 0,-7 0,-1 0,2 0,0 0,-1 0,0 0,-6 1,0 0,0 2,0 0,3-2,1 0,-2 2,2-1,8 0,1-2,-47 0,15 0,8 0,11-5,6-1,19-7,-2 3,28-15,25-1,27-9,16 7,6-1,3 6,15-5,0 7,6-2,-1 2,1-2,0 4,-1-4,-1 4,-4 2,-11-6,-12 1,-4 6,-9-6,-10 3,-26-14,-20 5,-20 5,-19 11,-10-1,-14 7,-16-7,40 7,-1 1,-1 0,0 0,2-1,-1 1,-6 0,0 0,-2 0,0-1,-1-2,0 0,3 3,2-1,2-1,1-1,-38-9,1 0,16-1,7-4,10-1,12 0,5 6,11-8,6-4,4 5,17-20,8 4,15-4,7 10,14 0,10-1,7 1,9 0,8 0,4-1,-2 1,2 0,-2 1,2 5,-3-4,-9 3,-7-3,-4-3,-5 7,-7-1,-11 8,-1-11,-22 5,-18-5,-28 3,-12 7,-10 10,-10-1,-7 7,-14-7,3 1,-7 3,1-3,3 3,-3-2,3-5,3 5,12-4,5-2,13 5,3 1,8-1,10-13,15-1,8-1,22 4,10 4,19 2,-2 0,8 0,5 0,6 0,6 5,-6 1,0 5,-5-5,-1 7,10-6,-4 5,-4 3,-3-6,-12 8,11 8,-14 3,-16 4,11 3,-11-1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4849 12403,'7'-36,"3"-4,7 21,8-6,1 16,24 1,-4 2,11 1,0-1,6 6,1 0,16 0,14 0,-44 0,3 0,7 0,3 0,2 0,2 0,3 0,2 0,5 0,1 0,-1 2,2 2,0-2,2 1,4 1,1-2,4-2,3 0,-27 0,2 0,-1 0,4 0,-1 1,1-2,0-1,0-1,0 0,1 0,1-1,-1 0,-3-1,-1 0,1 0,1-1,1 0,-1 1,26-1,-2 0,-29 2,0 0,0 1,27-2,0 0,0 0,-1-1,-8 1,-2 0,-6 2,-2 1,-3 1,-1 0,-2-2,-2 0,-8 2,-2 2,-5 2,-3 0,27 1,-11 7,-15 0,-14 14,-28 2,-24 7,-31-5,-31-1,34-17,-3-1,-7 1,-2 1,-4 0,-2 1,-9-2,-3 0,-2 2,-2-1,-7 0,-3-1,0-1,0-1,-4 3,-1-1,1-1,0-1,0 0,-1-1,31-2,-1 0,0-1,0 1,0 0,1-1,-33 1,1 0,4 0,2-1,3-3,0 0,4 1,1 0,4 1,2-1,1 0,1 0,4 1,1 0,11-1,2-1,2-1,1 0,-32 5,14-4,-3-2,36 0,11-12,39 1,16-8,29 8,16-10,18-2,-42 11,1 1,9 2,2 1,3-3,1-1,6 0,1 1,1-1,1 1,0 2,0 1,0 0,1-1,5 0,0 1,-4 2,0 1,-4-2,-1 2,1 3,-1 0,-5-1,-1 1,-3 0,0 2,-5-1,0 2,-2 2,-2 1,39 8,-10-3,-14 3,-7 5,-9 6,-16 1,-8-1,-14-4,-16 19,-15-3,-18 1,-16-8,-18 5,-16-5,38-12,-2 1,-4 0,-2 0,-2-2,0-2,-6 2,0-1,1-1,0 1,-3-1,-1 2,4 1,0 0,-1-1,1-1,7-1,1-1,2-1,1 1,-32 7,3-2,11 0,12 0,7-6,16 1,15-8,-4 11,21-13,33 5,5-7,38 0,-3-1,14-5,7-2,-39 3,2-1,1-2,1 1,2 1,1 0,0-1,0-1,0-1,0 1,-2 2,0 0,3 0,-2 1,-5 3,-1 0,2-1,-1 0,43 2,-12 1,-9 0,-7 0,-16 1,-13 5,-11 4,-12 14,-32 7,-20 3,-25-2,-15-9,-12-2,36-7,-1 1,1-2,-1 0,-10 2,-2-1,5 2,-1-2,-6-2,0-1,1 1,-1-1,-3-2,1-1,2 3,0 1,0 0,1-1,6 0,2-1,-1-4,2-1,-36 11,12-5,16-3,7-3,18-3,-1 6,29-6,11 5,40-14,23-5,15 3,2-3,-32 7,1-1,2-3,1 1,3 2,0 0,2 1,0-1,3 1,0 0,6 0,0-1,0 1,1 2,-4 3,0 0,0 0,-1 0,-1 0,-2 0,-2 0,-2 0,0 0,-1 0,43 0,-6 0,-12 6,-11 0,-15 7,-3-3,-22 7,-14 0,-31 0,-20-4,-25 5,-11-5,-18 10,43-13,-1 1,-5 0,-1 0,-1-1,0 0,-4 1,0 0,-1-1,0-1,-2 0,1 0,1 2,2 0,-2 1,2-1,3-2,1-1,6-1,1-2,-43 0,11 7,11-8,12 1,11-3,5-2,22 0,3 0,51 0,10 0,22-5,1-1,9-6,8 7,-35-1,1 0,3 3,1 1,3-2,2 2,2 2,1 0,-1 0,0 0,4 0,-1 0,-2 1,-2 0,2 1,0 2,-6-1,-2 3,-3 2,-1 1,-2 0,-1-1,43 9,-16 6,-1 0,-17 0,-6-6,-9 2,-13 4,-4-4,-16 13,-5-7,-15 4,-16 1,-19-7,-13 0,-9-6,-8 6,-10 0,-2-1,-3-4,1 4,42-10,-1-1,-34 12,-3-6,14 0,3 1,16-1,3 0,22-8,3-1,63-8,0 0,42 0,-4 0,10 0,1 0,5 0,1 0,4 0,-47 0,-1 2,43 4,-7-3,-5 9,-8-7,3 7,-14-1,-10 6,-7 1,-10-1,-7 0,-2 0,-22 6,-14 0,-18-1,-28-4,-6 4,-11 1,-12 0,38-14,-1-1,-46 9,46-8,1 0,-34 8,2 0,17-6,12 1,7-9,18 5,1-8,31-15,18-2,28-12,5 6,0 12,4-2,7 7,-1-6,-4 7,4-1,-5 6,-3 0,4 6,-11-1,-5-1,3-2,3-2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2245 14048,'-18'-35,"9"9,9 9,17 9,10 8,22 8,-5 7,7 8,-7-6,-10-6,1-7,7 11,9-13,2 6,6-1,-15-5,-17 14,-16-1,-22 8,-3 5,-14-5,-6 2,-6-2,0-4,5 3,9-2,-14-3,26 0,-8-8,52-1,0-10,28-4,2-1,3-5,6-1,5 7,-3-1,3 1,-4 4,-1-4,-8 4,-4 2,-12 8,5-6,-21 13,-5-5,-43 7,-15 0,-23 0,0 0,-10 0,-7 0,-10 2,-7 4,-1-2,7 8,-1-8,0 2,10-4,8-2,9-6,13 1,4-9,8 5,15-8,11 0,39 0,14 0,14-6,-2 1,10-7,2 6,1-5,10 5,-2 1,2 5,-2 0,-4 0,-11 2,0 3,-15 5,-9 7,-10 0,-12 23,-21-4,-18 16,-15-9,-20-8,-4 5,-7 0,-3-1,-3-4,4-1,-5 0,-1 6,2 0,5 0,7-6,10-5,-5 0,15-8,-3 1,14-3,-1-1,20-1,26-8,26-3,22-12,13-5,5 1,-33 5,3-1,1 0,1 0,2-2,0-1,1 3,0 1,0-1,-1 0,0 4,1 1,-1-2,0 0,-3 2,-1 0,36 1,-10 0,-8 0,-7 8,-2 1,-21 16,-26 0,-35 3,-29 5,-10-5,-13 4,-10 3,-3-1,43-17,-1 0,-1 0,-1 0,-3 0,-1 1,-2 1,-1 2,1-2,0 2,0 1,1 1,4-3,1 0,-38 20,12-5,8-3,8-4,9-3,15 0,15-6,36-2,34-11,25-6,16-6,-36 0,2-3,1-2,2-1,5-2,1 0,4 2,1 1,0-4,1 1,0 2,2 1,3-1,0 0,-3 0,-1 1,0 1,0 1,-5-3,-1 1,-4 2,0 1,-4 2,0 0,-4-1,-2 1,-4 3,-3 0,31-2,-15 5,-23 0,-8 0,-49 13,-23 4,-24 10,-28-5,42-6,-3-1,-3-1,-2 0,-1 2,-2 1,-1 0,-1 0,-1 0,0 0,-1 1,-1-1,-1 0,0 0,4 0,1 0,0 0,0 0,4 1,2-1,4-3,1 0,-40 15,13-8,9 2,16-4,11-10,15 6,79-13,3-2,2-4,6-3,-2 0,0 1,-2 0,2 0,5-4,1-1,1 2,1 1,5 0,0 1,3 0,1 2,4 3,1 1,-3-2,0 0,1 2,0 0,2 1,0 0,-6 0,0 0,-3 0,0 0,4 1,-2 0,-7 1,-1 2,4 0,-1 1,-7 3,-2 1,-3-1,-2-1,-5-1,-1 0,42 9,-13-3,-11-3,-12 2,-12 1,5 5,-22 0,-3 8,-32-6,-12 13,-23-13,6 6,1-8,11-7,14-3,42-14,20-5,18-3,-7-2,9 0,3 0,5 0,-6-1,6 7,-6 0,-5 1,-7-1,-6-3,1 9,-6-3,-5 2,-4 4,0-5,-14 7,4 0,-22 0,-48 0,-10 0,-37 0,10 0,7 0,-1 0,-16 0,1 0,-13 0,48-3,-1 0,-4 1,-1-2,2-3,0-1,-4 0,-1-1,3 0,0-1,1-4,0-1,-4 5,-1-1,5 0,0 0,3 3,1 2,1 0,1 1,-40-7,8-5,8 0,15 0,2 0,15 0,7-2,11-4,10 4,4-21,24 2,7-8,9 0,8 18,4 1,7-1,0 5,1-6,5 8,0-1,-2-3,-9 2,4 0,-14 6,-2 0,-25-8,-37 8,-23 0,-22 2,5 9,-10 0,3 6,-5 0,6 0,0-6,5 1,8-1,4 6,12-8,-5 7,22-15,-5 7,45-14,10 0,15 0,3 6,3-6,9 0,-1-5,1 5,-1-2,0 2,-5 4,0-3,-14-3,2 2,-18 0,7-9,-37 3,-3-11,-19 12,-10 5,-19-2,-9 2,28 11,-3 1,-2 2,-1 1,-1 0,0-1,2 1,-1-1,-6 0,0 1,-2-1,0 1,-2-1,0 1,2-1,0 1,1 1,0 2,2-1,0 1,-1 2,2 0,4-2,1-1,-2 0,1 0,-39-11,1 0,10 0,10-6,7 0,10-7,1 1,9-3,8-3,9-5,3 0,11-7,5-3,7-7,9 6,8 5,8 6,9-5,6 6,0 0,0 2,-5 3,-1 6,0-1,-7 8,-2-11,-16 5,-17 0,-24 5,-19 10,-6 5,-1 7,-2 0,-9 0,6 0,0 0,2 1,-1 5,-5-4,-2 6,7-8,-5 0,31 0,11 0,17 7,8 10,16 10,3 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3067 8120,'0'-36,"8"-12,9 12,15-6,8 8,2 2,-2 9,4-6,7 7,8-7,4 6,7-5,-1 5,3 0,-9 6,-4 2,-2 3,-9-1,-3 7,-14 0,9 6,-29 8,-11 7,-23 8,-15 2,-7-2,-20 3,-9 9,-8-1,-4 0,40-17,-1 0,-2 1,1-1,1 0,1 0,-1 0,2 0,-35 16,6-5,11-3,6-8,19 0,-2 0,21 0,17-7,27-3,26-7,6-1,0-5,4 2,8-7,-1 5,1-5,-2 1,-5-1,-5 1,-11 4,-4 4,0-13,-13 13,-5-5,-24-1,-17-1,-2-16,-6 6,8-14,8 14,1 2,16 2,1 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5688 6150,'-26'-25,"-7"-1,22-1,-12 2,21 8,-5 8,29 1,15 8,22 0,3 0,-10 0,-3 0,-12 0,-11 15,-39 10,-27 15,-27-2,-7-9,-8 3,-4-3,3 1,3-1,13-5,16-7,7-7,0 22,52 6,16-9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2673 9902,'-36'-63,"7"12,16 18,-10 1,19 13,-11 2,24 2,9 3,8 3,14-3,6 1,11-6,-2 0,8-1,0 3,5 4,-7-4,14 5,-20 0,-4 3,-26 7,-29 6,-19-1,-11 9,-17-3,-10 10,-8 2,-1 2,-10-3,-6-1,-5 8,-1-6,7 5,7-7,3 2,13-6,4-5,5 3,2-13,15 13,11-13,72-10,28-15,18 1,-7-1,7-4,-45 13,1 0,5 0,0 1,4-1,-1-1,-3 2,0 0,-2-2,-1 1,-3 2,-1 1,39 0,-10-2,-7 7,-16 0,-4 6,-20 0,-8 13,-27 5,-21 10,-24 1,-8 3,-9 2,-11 2,-6 4,39-21,-1 1,-4 2,-1 1,-2-1,-1 0,1 1,0 0,3 1,1-1,3-3,2 0,-36 20,1-6,15-7,2-4,21-4,8-2,11 0,6-7,9-3,43-7,10 0,26-13,-3-4,20-6,3 0,-41 10,1 0,3-4,1-1,0 1,2 0,3 0,0 0,-4 0,0 1,-1 2,-1 0,-3 1,0 1,-1 3,-2 1,37-1,-11 3,-16 4,-7 2,-19 0,8 0,-38 15,-7 8,-28 2,-24 3,-13 1,25-12,-2 0,-1 1,-1 0,-5 3,0-2,0-2,-1-1,-5 4,0 0,2-5,0 0,-5 2,0 0,7 0,0-1,4-5,1 0,-38 12,9-6,15-1,2-5,16-3,5-8,23 0,7-19,24-4,11-11,22 5,9-11,14-6,5 1,6-7,3 10,-33 17,-1-1,-3 3,0 0,1 0,-1 1,39-20,-10 7,-7 11,-16 7,-7-1,6 17,-22-7,-3 8,-78 15,7-1,-45 14,7-5,4 5,-4-1,-2 2,6 1,0-7,8 6,-2-7,13-5,10-5,7-8,10 11,7-13,17 5,47-7,25 0,34 0,1 0,-44 0,2 0,0 0,1 0,2 0,2 0,0 0,1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4112 9970 7569,'-8'-17'0,"-3"2"0,-2 2 989,1 1 1,7 9-752,10-3 1,-1 4-126,8 2 0,-1 0 38,6 0 0,2 0-275,4 0 0,4 0 163,7 0 1,6-6-524,0 0 1,6-1 278,-6 1 1,5 4-161,-5-3 1,6 3 364,-6 2 0,0 7 0,-6 3 0</inkml:trace>
  <inkml:trace contextRef="#ctx0" brushRef="#br0">5329 9713 7569,'-8'-17'-1414,"4"6"3053,-7-1-1124,7 9 0,-4 3 156,8 11-430,0 12 0,2 5 67,4 12 1,-2 4-115,7 8 1,-5-3-151,5-3 0,1 9 48,5-4 1,-2 3-47,-4-9 0,5-5-72,-5-11 1,-1-1-348,1-10 444,-7 3 0,4-21 193,-8 0 1,0-10-152,0-13 0,0-3-40,0-9 0,0-5-143,0 0 1,-2-13 98,-4 2 0,2-5-121,-7 5 1,7-6-62,-2 0 0,4 0-134,2 5 0,2 9 114,4 3 1,3 11-10,9 6 1,1 6 195,3 6 1,-3 5-118,4 12 0,-4 11 232,-2 11 0,1 10-69,-1 2 0,-2 10-9,-4 1 0,5 3-57,-5 8 1,4-5-121,2 6 1,-5-8-65,-1 3 1,1-11-309,5-1 1,-2-14-103,-4 2 0,3-11 216,-9 0 1,3-10 383,-2-1 0,-4-8 0,5 3 0</inkml:trace>
  <inkml:trace contextRef="#ctx0" brushRef="#br0">5466 10056 6436,'-10'-17'1395,"3"0"-811,7 0 1,1 5-297,5 1 0,4-1-58,7-5 1,2 2-36,4 4 0,3-10-162,9 4 0,-1-4 71,0 3 1,6 1-167,0 0 0,0 2 91,-6 4 1,-1-5-22,-5 5 1,-3-4-99,-8-2 0,0 5-45,0 1 285,-7 7 286,-2-4-109,-8 8 1,-2 10-107,-4 7 1,2 2 59,-7 10 1,5 1-35,-5 10 1,7-2-73,-2 8 1,4-2-20,2 1 0,8 5-144,3-5 1,4-1 50,3 2 0,1-8-192,3 2 0,-3-12-21,4-5 0,4-11 83,1-7 1,3-3 10,-2-2 0,-3-7 56,-3-5 1,-4-11-110,4-5 1,-4-10 52,-2-2 1,0-10-219,0-1 1,-1 0-20,-5-7 0,2-2-29,-7-3 1,0 2-4,-6-2 1,-2 2 111,-4-2 1,-3 4 269,-9 8 0,7 15-86,0 7 1,5 16 160,-6 7 0,7 8-120,-7 9 1,3 16 864,-3 19-452,-3 3-32,13 10 1,-11 2 222,7 8 0,1 3-956,5-3 591,0 3 0,7-13-168,5 4 1,-3-10-272,2-7 1,1-10 215,5-2 121,8 0 0,-6-16-368,4-1 0,-2-2-1307,1-9 1,-2-1 1525,2-5 0,-5 0 0,-1 0 0,1 0 0,8 0 0,5 0 0</inkml:trace>
  <inkml:trace contextRef="#ctx0" brushRef="#br0">7402 9833 7569,'0'-9'514,"0"-6"1,-2 13 383,-4-4-196,4 4-298,-13 2 1,11 10-103,-7 7 0,1 15 36,-1 14 1,-3 9 46,9 2 0,-1 8 13,6-2 0,0-2-81,0 1 1,10-8-81,7-3 0,2-9-107,9-14 1,3 1 52,9-12 1,-2-4-165,8-13 0,-6 0 52,5 0 1,-5-9-45,6-8 1,-8-10-99,2-13 0,-10 0-282,-1-11 1,-8 3-64,2-9 1,-12 2 208,-5-2 0,-6 7-118,-6-7 1,-5 8 62,-12-8 0,-11 11 354,-12 6 0,0 11 23,-5 7 0,1 10 20,-12 6 0,8 12 18,3 6 1,1 5 284,10 6 0,8 3-582,9 8 1,6-5 90,6 0 0,3-8-796,8 1 0,9 1 428,9-6 0,8 4-947,14-9 1,-2-3 1367,8 3 0,7-1 0,8 6 0</inkml:trace>
  <inkml:trace contextRef="#ctx0" brushRef="#br0">9269 10450 7569,'-17'10'-35,"0"-5"594,0-3-247,7-2 1,1 0-41,3 0 0,4-2-58,-3-3 0,3 1-95,2-8 1,5-1-16,1-10 0,7-3-128,-1-9 1,3-1 112,2-4 1,2 2-81,4-8 0,-4 6-140,4-5 0,-12 5 65,-5-6 0,-4 8-43,-2-2 0,-2-2 27,-4 2 1,-3 8 219,-8 9 0,0 12-39,-1 5 1,1 4 66,0 2 0,0 15-86,0 8 1,0 15 19,0 8 1,7 3 67,4 3 1,5-1-35,1 0 1,1-7-110,5-4 0,4-4 78,7-1 1,6-9-161,-1-3 1,7-11 29,-6-7 1,7 3 34,-1-2 0,-2-8 21,1-10 1,-7-5-22,2-6 0,2-3-78,-3-9 1,-1-5 85,-9 0 0,3-1-121,-4 1 0,-3 3 68,-2-3 1,1 6 137,-1 6 0,0 3 22,-6 8 203,0 0-225,0 7 1,6 10-17,-1 12 1,3 8 127,-2 3 1,-3 8-26,9-3 0,-1 5-197,6 1 0,1-7 116,-1-5 0,0 3-224,0-2 0,0 6-157,0-7 0,4 3-179,-4-2 1,4-4 122,-9 4 1,3-4-87,2-2 1,-6-2-1494,1-3 993,-1 3 916,6-13 0,1 5 0,-1-7 0</inkml:trace>
  <inkml:trace contextRef="#ctx0" brushRef="#br0">10057 9902 7569,'0'-17'0,"-1"2"338,-5 3 115,4 4 91,-6 1-168,8 5 0,-2-6-114,-3 8 1,1 2 19,-8 4 0,1 9-121,-6 8-24,-8 8 1,-1 1 68,-9 8 1,5 7-24,-4-1 1,3-2-823,-9 2 1,12-3 409,5 3 0,6-4-746,5-8 1,5-5 974,7-1 0,0-7 0,0 4 0</inkml:trace>
  <inkml:trace contextRef="#ctx0" brushRef="#br0">10332 10022 7569,'0'-25'223,"-2"12"-223,-4-4 393,4 3-274,-13 5 1,7 3 216,-3 12 0,-4 5-26,3 12 0,5 4-12,1 7 0,-2 8-158,3 3 0,-1-1-127,6 2 1,7-8-12,5 2 0,9-11 116,2-7 0,7-4-191,-1-7 0,-3-3 46,3-8 0,-2 0-46,1 0 0,3-14-75,-9-3 0,1-10-31,-6 5 1,0-9 51,1 3 0,-3-5-65,-4-1 1,-3 0 57,-8-1 1,0 3 58,0 4 0,-2-3-37,-4 8 0,-3 2-72,-8 10 275,-1 3 0,1 8 60,0 0 0,0 10 57,0 7 0,6 6-60,-1 5 0,8 5 33,-1-5 0,5-1-128,5 1 0,5-7 40,7 2 0,6-4-172,0-2 0,7-5 111,-1-1 0,3-7-201,2 2 1,1-12 15,-1-5 1,-6-10 118,1-2 1,-8-6 16,2 6 0,-4-7 10,-2 1 0,-2 3 23,-3-3 1,-5 3-46,-7-3 1,0 4 231,0 8-110,0 0 80,0 0 0,0 15 69,0 8 0,-6 9 86,1 8 1,-1 5-98,6 12 1,0 4 78,0 7 1,0 3-111,0 3 1,0-4-10,0 4 0,2 2-267,4-2 1,-3-7 107,9-10 0,-3-4-375,3-2 0,1-13 224,-7-4 541,0-3-383,-6-5 1,0-11 28,0-15 1,0-8-132,0-9 1,0-8 67,0-3 0,-2-7-353,-4-5 1,4-6 194,-4-11 1,6 2-646,6-8 0,4 2 464,7-2 0,0 13 72,0 16 1,0 9 111,0 13 0,0 5 205,0 6 0,-5 9-25,-1 3 0,-5 12-133,5 5 0,-7 6 528,2 6 0,-4 4-208,-2 7 0,0 2 401,0 4 1,-8-2-383,-3 8 0,-2-8-123,1 2 1,-7-4-140,8-1 0,-8-1-257,7 0 1,-1-7-453,1-4 373,-3-4-378,13-2 0,-5-10 277,7-7 1,9-9-612,8-14 1074,0 4 0,16-13 0,-7 5 0</inkml:trace>
  <inkml:trace contextRef="#ctx0" brushRef="#br0">11428 9731 7569,'8'-27'0,"-6"2"348,3 8-133,-3 0 449,6 0 507,-6 7-739,5 3 1,-12 22-122,-1 8 0,-5 15 42,5 7 0,-6 7-101,7 5 0,-1-4-238,6 4 1,0 2-172,0-2 0,0-1-172,0-11 1,2 3 21,4-8 1,-3-2-487,9-9 0,-6-5 189,5-7 0,-5-7 158,5-4 1,-5-4-569,5-2 1014,-7-16 0,11-3 0,-5-15 0</inkml:trace>
  <inkml:trace contextRef="#ctx0" brushRef="#br0">11205 9936 7569,'-24'17'660,"5"-5"163,-4-1 0,9-1-325,3 1 1,7 4 22,-1-3 0,5-5 257,5-1-469,12 4 1,10-9-116,7 5 0,2-4-173,4-2 1,6-9-2,11-9 0,-3-1 70,3-9 0,-4 5-441,-2-6 1,-7 9 251,-4-3 0,-6 4-471,-5 1 1,-4 3-252,-8 4 130,0-4 365,-8 13 501,-1-6-425,-8 8-48,0 0 1081,-8 8-335,7-6-311,-15 13 0,14-11-148,-3 7-39,3-7 60,2 3-34,0-7-1566,0 0 1,0 8 1589,0 4 0,-8-5 0,-1 1 0</inkml:trace>
  <inkml:trace contextRef="#ctx0" brushRef="#br0">7265 10981 7569,'-17'-34'645,"-1"13"10,1 4-445,8 11 0,1 2-120,8 16 0,0 3 6,0 19 0,0 4 190,0 14 0,0-1-161,0 0 0,0 7-260,0-1 0,0 4-53,0-10 1,6 10-293,0-10 0,5-3-308,-5-8 1,5-4 71,-5-2 716,0-15 0,1 12 0,3-12 0</inkml:trace>
  <inkml:trace contextRef="#ctx0" brushRef="#br0">6819 11290 7569,'-17'0'360,"8"0"-180,1 0 1,8-2 224,0-4-216,8 4 0,3-8-62,12 5 1,5 1-10,12-7 1,-2-1-85,8-5 1,0 0 72,5 0 0,3-6 29,3 0 1,-10-5 8,5 5 0,-11-6-314,5 6 1,-13 0 87,1 6 0,-11 0-5,0 0 1,-6 6 200,-6-1-41,4 8 1,-11-3 130,8 7 1,-9 13-60,3 4 1,-4 12 88,-2-1 0,0 10-80,0 2 0,-2 12-29,-4-7 1,4 9-49,-3-9 0,3 3-111,2-2 0,0-4 76,0-8 1,2-8-139,3-3 1,-1-6 156,8-5 1,-7-5 41,7-7-165,-8 0 0,9-15 97,-7-8 0,5-7-182,-5-4 0,7-1-1,-1 1 1,-3-6-112,2 0 0,-5 6 154,6 5 1,-3 8-48,3-1 295,3 3-176,-6 9 1,8 10 332,1 12 1,-7 8-162,0 3 1,1 8 53,5-3 0,-4 5 30,4 1 0,-7-2-1,13-3 0,-8-4-44,8-8 0,-2-2-44,2-4 1,-4-3-87,4-8 1,-4 0 85,-2 0 0,0-10-322,0-7 1,0-2 134,0-9 1,-7-1-144,-5-5 1,3 5-50,-2 1 1,-2 1-181,-10-1 1,2 3-11,-7 8 192,-1 0 0,-5 7 218,0 4 0,6 6-83,-1 6 1,6 6 162,-5 10 1,7 5-78,-2 7 1,5 1-144,1-1 0,9-6-100,8 1 1,2-1-316,10 7 0,5-7 125,6 1 454,8-1 0,-5-1 0,9-2 0</inkml:trace>
  <inkml:trace contextRef="#ctx0" brushRef="#br0">8910 11050 7116,'-18'-52'-1017,"1"3"1224,0 3 0,6-1 720,-1 7 1,8 5-148,-1 7 1,3 7 78,2-2-108,0 4-497,0 9 0,6 12 27,-1 15 1,7 10-41,-7 13 0,7 6-10,-6 11 1,5-2-186,-5 8 1,5 0-173,-5 5 1,7-7 228,-1-4 1,3-2 79,2 3 1,0-7-2139,0 0 0,0-9 911,0-13 0,1-6 451,-1-12 0,0-3 63,0-8 530,0-8 0,0-9 0,0-10 0</inkml:trace>
  <inkml:trace contextRef="#ctx0" brushRef="#br0">9149 11255 7569,'-11'-7'661,"0"7"1,7 7 186,-2 10-529,4 1 0,4-1-75,4 0 1,3-2-95,8-4 0,1 3-88,-1-9 0,2 1 35,4-6 0,-3 0-106,9 0 0,-8-7 100,2-5 0,-2-5-104,2-6 1,-6 2-69,0-7 0,0 5-91,-6-6 1,-3 8-21,-2-1 0,-6-5-76,-6-2 1,-3-1 74,-9 1 1,-1 6 94,-3 12 0,2-2 197,-2 7 1,-3 4-85,2 14 0,-6 1 78,7 15 1,-1 7 93,6 5 1,1 5 126,5-5 1,3 8-122,8-2 0,8-5-88,3-1 0,7-3-283,4-3 1,3-8 111,4-3 0,9-6-190,-4-5 1,4-5 127,-4-7 1,1-7-65,-1-5 0,0-5-17,0-6 1,-5-1-109,0-5 1,-8-3 105,1 3 0,-3-3 59,-1-2 0,-3 5 142,-4 1 1,-3 7-39,-8-2 1,0 4 244,0 2-153,0 7 28,0-5 1,-8 15-57,-3 0 1,-4 13 223,-3 10 0,1 7-11,0-1 1,0-2 71,0 1 0,2 5-114,3 1 0,3-4-83,3-13 0,4 1-191,-4-1 155,12-8 1,-2-1-104,7-8 16,1 0 1,5-10-161,0-7 0,0-2 18,0-9 1,0 5-118,1-6 0,-7 8 63,0-2 1,-1 4-37,1 2 263,5 0 0,-13 8-228,9 3 223,-8 4 1,9 10-50,-7 3 0,-1 6 119,-5 6 1,6-2-226,0 7 1,7-5-196,-2 6 0,5-6-231,1 5 1,0-7 573,0 2 0,8-4 0,2-2 0</inkml:trace>
  <inkml:trace contextRef="#ctx0" brushRef="#br0">10040 11152 7569,'-7'-9'271,"-3"1"136,-7 8 1,2 2 232,3 4-377,-3 3 1,11 9-100,-7-1 1,7 0-36,-2 0 1,5 6-194,1 0 1,5-6 85,1-6 0,7-1-178,-1 1 0,3-3 168,2-8 0,-4-4-111,5-7 0,-5-3 9,10-14 1,-4-1-46,-2-5 0,-6-2 98,1-4 1,-3 2 17,3-8 0,1 0-104,-7-5 0,-1 0 64,-5-1 1,0 6 5,0 1 0,0 7 19,0-2 1,0 17 156,0 6-27,0 11 0,-5 8 140,-1 15 0,-5 10-15,5 13 1,-6 9 187,7 8 0,-1 10-179,6 1 0,0-5-65,0 6 1,2-5-119,4 5 1,-3-8 150,9-4 1,1-11-5,10-6 1,-4-12-216,4-5 0,-4-6-427,-2-5 1,-6-5 269,1-7 0,-1-2 10,6-3 0,-1-5-127,-5-7 1,4-8 77,-3-3 1,-5-7-14,-1-5 1,2 10 70,-3-4 0,1 5 68,-6 1 1,2 5 101,4 11 215,-4-3-182,5 13 0,-7-3 130,0 10 1,-5 7 27,-1 10 0,-2-6-69,3 7 0,3-8-319,-4 8 0,4 1 93,2-1 1,0-6 131,0-5 0,2-3-235,4 3 0,-4-3-607,3-3 0,5-4 310,1 4 1,-1-6 492,1-6 0,1-19 0,5-11 0</inkml:trace>
  <inkml:trace contextRef="#ctx0" brushRef="#br0">10400 11033 7569,'-7'-10'-211,"5"-5"0,-8 11 1269,4-7-691,4-1 1,-5 1-28,7-1-134,0 9 1,2-11-24,3 8 1,-1 1-345,8 5 0,-1 0-477,6 0 0,-5 0 245,-1 0 1,1 0 392,5 0 0,0 0 0,0 0 0</inkml:trace>
  <inkml:trace contextRef="#ctx0" brushRef="#br0">10743 11170 7569,'-10'-10'419,"3"-5"0,7 11 245,0-7 125,0 7-196,0-4-502,0 8 1,0 2 114,0 4 1,0 9-137,0 8 1,-2 2 78,-4-3 0,4-2-46,-4 2 0,5-3-28,1-1 1,0-1-260,0 0-154,0-8 143,0-1-29,0-8 0,5-8 74,1-3 1,7-12-327,-1-6 1,1 3 151,-2-3 0,5 8-1,-5-1 0,2 2 197,-1 3 0,3 8 13,-3 3 1,-3 4 306,2 2 1,-5 8-157,6 3 1,-7 4 360,7 3 0,-1-1-240,6 0 1,0 0 108,1 0 0,-1-2-12,0-3 0,0-5-77,0-7 0,6 0-41,0 0 0,0-7-6,-6-5 0,0-3-160,0-2 1,-2-2 26,-3-4 0,1 2-121,-7-7 1,1 7 61,-1-2 0,-4 4-90,4 2 145,-4 0 0,-4 7 17,-4 4 0,2 8 127,-7 10 0,1 7 199,-1 15 1,-3 8 245,9 4 1,-3-1-256,2 7 0,4-5 239,-3 10 1,-3 2-173,2-2 1,-1 2-326,1-1 1,2-5-5,-7 4 0,5-11 6,-5-6 0,-1-10 50,-5-1 1,0-14-94,0 2 1,-8-11-393,-3-1 1,1-5 214,-2-5 0,-1-5-693,-10-7 0,2 0 381,-8 0 1,6 1-812,-5 5 1,6-4 153,0 3 1118,2-3 0,3-2 0,0 0 0</inkml:trace>
  <inkml:trace contextRef="#ctx0" brushRef="#br0">10623 12472 7569,'0'-10'-33,"0"2"157,0 1 304,0 5 22,0-6 77,0 1-160,0 5 210,0-13-351,7 13 1,-5-8 191,4 4-112,-4 5-170,-2-7 7,0 0 0,-2 6-70,-4-3 1,3 3-160,-9 2 1,3 2 47,-3 3 1,-9 7-14,4 11 1,-4 3 65,4 9 0,0 5 134,0 0 1,2 5-3,3-5-149,-3 8 1,13-12 0,-4 4 38,4-4 1,4-9-4,4-4 1,4-4-67,7-2 0,0-8 54,0-3 1,0-4-78,0-2 0,6-8 81,0-3 1,2-12-167,-3-6 1,-1-9-42,8-2 100,-8-7 1,4 3 0,-8-9 8,0-4 1,-2-2-8,-3-4 1,1-4-76,-7 4 0,-1-1 56,-5 1 0,0 8 126,0 15 0,6 2-67,0 15 1,-1 6 192,-5 5 1,0 10 88,0 2 1,0 16 94,0 12 1,0 12-134,0 6 0,0 5 32,0 6 0,0-3 17,0 3 1,0 4-98,0 1 0,6-5-178,0-5 1,7-3 68,-1-9 1,3-2-224,2-9 0,0-4 84,0-8 1,0-8 1,-5-1-1,-1-8 26,3 0 0,-1-2 20,-2-4 0,5-5-214,-5-12 1,4-4 75,2-7 1,-5-2-103,-1-4 0,-7-2 64,2-4 1,1 5 171,-1 6 0,0 3-113,-6 3 329,0 12-243,0 2 63,0 13 1,0 2 231,0 12 0,0 10-88,0 7 1,0 3-177,0 3 1,0-3 77,0-4 0,0 3-540,0-8 0,2 5 22,3-5 0,-1-6-153,8-5 0,-7-3 280,7 3 0,-7-5-68,7-7 0,-3-2-167,3-3 592,3-5 0,-13-22 0,6-4 0</inkml:trace>
  <inkml:trace contextRef="#ctx0" brushRef="#br0">11103 12317 7569,'-8'-19'0,"4"-3"705,-7 10-104,-1 4-249,3-7 0,-4 11 412,7-7-612,0 7 0,6-5-136,0 3 1,2 4-562,4-4 432,3 4 1,8-3-28,0-1 0,3 0-85,2 6 0,-3 0-494,4 0 1,-4 0 283,-2 0 0,1 2-297,-1 4 732,0 3 0,8 9 0,1-1 0</inkml:trace>
  <inkml:trace contextRef="#ctx0" brushRef="#br0">11445 12317 7569,'10'0'324,"-3"0"-89,-7 0 350,0 0 0,-5 2 7,-1 4-351,-7 4 1,5 7-60,-3 0 0,-5 8 11,5 3 1,1 3-132,-1-3 1,7 4 76,-1-3 1,3-2-141,2 1 0,0-13 155,0 3-361,0-5-9,0 4 125,7-7 0,1-5 52,3-10 1,5-11-90,-5-7 1,4-7-98,2 1 1,-5-3 57,-1-2 1,-7 0-7,2-1 0,1 3 60,-1 3 1,0-1 185,-6 7 1,0 6 51,0 6 183,0 7-305,0-4 0,0 16-15,0 3 1,-6 10 377,0 2 1,1 6-130,5-7 0,0 7-222,0-6 0,7 0 86,5-6 0,-3-2-175,3-4 1,1 3 45,10-9 1,-4 1-58,4-6 1,-4-8 110,-2-3 1,6-4-27,-1-2 0,-1-2-186,-9-4 0,3 2 54,-4-8 0,-3 7 4,-2-7 0,-4 8 81,-2-2 1,0 4 79,0 2 1,0 6-19,0-1 107,0 8 1,-2 4-151,-4 12 0,2 7 9,-7 9 1,5 7 586,-5 10 0,7 12-253,-2 1 0,4 1 89,2 3 0,0 7-75,0 5 0,-5 4-292,-1-9 0,0 3 64,6-9 0,-6 0-156,1-6 1,-7 0 180,7-11 1,-7-6 35,6-6 0,-7-8-231,2-8 1,-5-9-7,-1-3 81,0-4 0,-6-10 189,1-3 1,-1-12-459,6-6 0,-1-3-91,1-2 1,6-8-245,-1-4 1,9-9 369,-3-2 0,6 0 68,6 5 1,3 1-730,8-1 1,2 9 396,4 3 0,-2 4 12,8 1 0,-1 3 134,6 3 1,-1-1 221,-5 7 1,5 0 37,-5 6 0,-3 0 163,-2 0 1,2 0-207,-2 0 0,-3 5-66,-8 1 0,3 7 1789,-3-2-1188,-5 4 1,3 2 181,-5 0 0,-3 8-226,4 3 0,-6 5-15,-6 1 1,4 6-113,-3-1 1,-3 7-204,2-6 0,1 5 151,5-5 1,0 0 205,0-6-986,0 0 410,0 0-13,7-7 0,-3-4 77,7-12 0,-5-4-75,6-7 0,-7 0-12,7 0 1,-8-2-41,1-4 1,-3 2 109,-2-7 1,0-1-57,0-5 1,0 1 175,0 5 0,-6 3-89,1 8 1,-3 0 328,2 0 1,5 5-66,-5 1 235,4 7-102,2-3-173,8 7 0,1 0-19,8 0-32,0 0 1,0 1-4,1 5 0,-1 6 1,0 10 0,0-1 106,0 8 0,-5-1-80,-1 7 1,-7-1 130,1 0 0,-1 1-72,2-1 0,-4 0-32,4 0 1,-4-5 74,-2-1 31,0-7-39,0 4-73,0-8 1,0-9-101,0-8 0,1-8 82,5-9 1,2-8-476,3-3 0,2-10 52,-7-2 1,8-8-103,-3 2 0,4-5 199,2-6 0,-1 6-31,-5-1 0,4 10 212,-3 14 1,-3 3-266,3 8 537,-9 7 1,7 3-170,-4 7 1,-5 7 444,5 5 1,-4 11-167,-2 5 1,0 5 58,0 1 1,0 0-154,0 0 1,0 6-56,0 0 0,0-2-116,0-9 1,6 1 69,0-7 1,7 6-265,-2-6 0,5-2 75,1-10-240,0 4 1,0-13 78,0 4 0,2-6-86,4-6 1,-4-3 33,4-9 0,-4-1-54,-2-3 1,0 1 77,0-8 0,-2 1 84,-3-7 0,-4 3 95,-8 3 0,0-1-232,0 7 524,0 0-89,0 6 0,-8 8 35,-4 3 1,-5 12 26,-6 5 1,4 6 107,-3 6 0,-3 2-49,2 3 1,2 5-48,10-5 1,1-3-234,4-2 166,5 3 1,-5-7-369,12 4 80,-5-11 0,15-5-76,-5-7 1,-1 0 67,1 0 1,0-7-82,7-5 0,-1-5 2,0-6 0,0 2 71,0-7 1,-2-1 153,-3-5 0,3 9-91,-4 8 0,-1 0 237,1 6 167,-7 3-37,4 0 0,-3 18-49,1 7 0,0 2 54,-6 10 0,0-3-15,0 3 0,0 1-77,0-7 0,8 6-59,3-7 1,2-4 51,-1-7 0,3-7-193,-4 2 0,10-5 43,2-1 1,0-1-66,-6-5 1,6-11 10,0-12 0,5-5-62,-5-6 0,2-4-107,-2-7 0,-4-3 73,4-3 0,-4-9-556,-2-9 1,-6-6 348,1 1 0,-7-4-305,7-2 1,-8 10 409,1 8 1,-3 16 475,-2 18-5,0 7 1,-7 29 315,-5 15 0,-9 18 56,-2 22 0,-5 11-301,5 12 0,6 4 453,5 2 0,7-6-238,-7-1 0,9-1-91,-3 2 1,6-5-422,6-13 0,3-2-382,8-9 1,2-2-171,4-3 1,-4-6-625,4-11 1,2-5 21,-2-7 0,-1-7 1135,-4-4 0,2 1 0,1-1 0,0-2 0,6-2 0,3-2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14152 4882 7214,'0'-11'-77,"0"0"597,0 7-180,0-11 0,0 11 30,0-8-216,0 9 1,2-5 102,4 8 67,-4 0-147,6 0 64,-8 0 202,0 0-380,0 8-29,0 1 1,0 2 177,0 1-3,0-1-10,0 6-166,7 1 1,-5-1 52,4 0-45,-4 0 0,-2 0 3,0 0 0,0 0-78,0 0 0,0 1 1,2-1 48,3 0 0,-3 0-27,4 0 1,-4 0 34,-2 0 0,2 1-41,3-1 1,-3 0 25,4 0 0,-4-4 1,-2 4 0,0-9-1,0 9 0,0-4 2,0 5 0,0-1 8,0 0 1,0 0-7,0 0 0,0 6 29,0 0 1,0 0-27,0-6 1,0 0-24,0 0 1,0 0 5,0 0 1,0 0-4,0 1 0,6 4-23,-1 1 1,1 0-5,-6-6 1,6 2-81,-1 4 1,1-4 103,-6 4 0,2-2-74,4 2 0,-4-4 52,3 4 0,-3 1-66,-2-1 1,0 6 52,0-6 1,0 5-1,0-5 0,0 6 34,0-7 1,0 3 4,0-2 1,0-4 61,0 4 1,0 2-88,0-3 1,0 1 39,0-6 1,0 6-23,0 0 0,0 2 43,0-2 0,0-4-77,0 4 1,0-3-7,0 3 1,0-4 14,0 4 0,0-4-8,0-2 0,0 6 43,0 0 0,0 0-21,0-6 0,0 0 20,0 0 0,-2 0-26,-3 1 1,3 4 100,-4 1 1,-2 0 2,3-6 1,-1 2-18,6 4 0,-2-4-49,-4 4 1,5 2 0,-5-2 1,4 5 52,2-5 1,0 7-43,0-1 0,0 3 146,0 3 0,-6-1-84,1 0 0,-1 0-54,6 1 1,0 1-21,0 4 1,0-4-2,0 4 1,0 4-6,0 1 1,0-1-8,0 2 0,0-2 12,0 1 0,0 5 20,0-5 0,0 3-28,0-2 1,0 3-2,0-3 0,0 3-17,0 3 1,0-1 18,0 1 0,-2-1-1,-4 0 1,4 1 13,-3-1 0,3-3 0,2 3 0,0-5 10,0 5 1,-6 1-17,0-7 1,1-1 4,5 2 1,0-1-3,0 7 0,0-1 29,0 1 0,0-1-16,0 0 1,0-1 0,0-4 0,0 5-21,0 0 1,0-5-1,0 5 0,0-3-10,0 3 1,-6 1 18,0-1 1,0 1-11,6-1 1,-1 0 7,-5 1 1,4 5-24,-4 0 1,4 0 9,2-6 1,0 1-1,0-1 1,0 6 21,0 0 0,0 1 3,0-7 1,2 0 13,4 1 0,-4 5-27,4 0 0,1 6-10,-1-6 1,1 8 13,-1-3 1,-4-1-93,4 2 1,-4-2 32,-2 2 1,5 9 20,1-3 0,0 3-129,-6-3 1,6 1 165,-1 4 1,3-3 103,-2 3 0,-5 2-78,5-2 0,2 8 27,-3-2 1,7-2-47,-6 2 1,7 0 132,-2 6 1,-1-1-50,1 1 0,-5 5-29,5 1 1,-8-43 0,-2 1-192,2-2 0,0 1 0,-1 0 1,0 1 143,1-2 1,-1 1-1,-1 1 1,0 1-6,2-3 1,0 1 7,-2 5 0,0 0-1447,-1 43 1446,0-39 1,0 1 16,0 38-10,0-46 1,0 0-538,0 0 1,0-1 559,0 38 0,0-34 0,0 0-1,0 36-32,0-36 0,0 0 46,0 41 148,0 1-111,0-46 1,0 1-51,0 36 0,0-38 1,0 1 134,0 41-143,0-41 0,0-1 56,0 31-63,0-30 0,0-1 30,0 31 0,-6 14-12,1-9 58,-1-7-42,6-2 0,0-1-730,0-1 603,0 0-46,0-5 1,0-7-238,0 1 214,0-8-50,0 4 0,0-7 361,0-1 1,0-5-1379,0 0 0,2-8 1111,3 2 0,-1-10-437,8-1 509,-8-8 0,9 1 0,-4-6 0,3-3 0,1 0 0,-1-1 0</inkml:trace>
  <inkml:trace contextRef="#ctx0" brushRef="#br1">805 5516 7569,'0'-17'0,"0"0"292,0 0-109,0 0 1,0 0 291,0-1 0,-5 1-135,-1 0 0,-2 6-170,3-1 0,3 7 380,-4-7-344,-4 8 1,7-3-94,-9 7 1,3 7 69,-3 5 1,-3 5 3,4 6 1,1-2-5,-1 7 1,1 1-121,-1 5 0,-3-5 40,9-1 1,-1-7-1,6 2 1,0-4-118,0-2 0,6-5 58,-1-1 0,9-7-87,-3 2 1,-1-5 37,1-1 1,0-1-203,7-5 1,-1-6 70,0-10 0,-2 1-198,-3-8 1,3 8 111,-4-2 0,-1 4-267,1 2 443,1 0 1,-1 7-90,0 5 1,-5 3 282,6 2 0,-7 7-100,7 5 0,-7 5 27,7 6 0,-6-4-59,5 4 1,0-2-330,6 2 0,1-4 1,-1 3 1,0-3-2,0-1 0,-6-9-390,1-3 1,-1-4 278,6-2 0,-5-2-288,-1-4 712,-7-3 0,4-16 0,-8-2 0</inkml:trace>
  <inkml:trace contextRef="#ctx0" brushRef="#br1">994 5139 7569,'5'-11'101,"1"0"1,8 7 154,-3-2 1,4 4-39,2 2 1,0 8 226,1 3 1,4 6-57,1 6 0,2 4-106,-2 7 1,-2 8-89,7 4 0,-7 5-1,2 6 1,-4-4-137,-2 5 0,-5-7 95,-1-5 0,-7 1-39,2-7 1,-6 0 68,-6-6 1,-5-1-256,-12-5 1,-4 5-133,-7-5 1,-2 5-150,-4 1 1,-4-2-1960,-8-3 2312,9-5 0,1-6 0,7-1 0</inkml:trace>
  <inkml:trace contextRef="#ctx0" brushRef="#br1">2245 5345 7569,'-8'-10'-34,"6"-5"322,-4 4 0,4-4-59,2-3 1,0 7 101,0 0 1,0 5 260,0-6-202,0 9-92,0-5-103,0 8 0,2 8 94,4 3 1,-4 12 49,4 5-156,3 5-104,-7 9 0,6-4 24,-8 7 0,5-1-156,1 2 1,0-4 55,-6-8 1,5-7 138,1-4 1,0-4-88,-6-2 0,6-6 157,-1 1 5,1-9 0,-6 3-92,0-12 1,0-3-242,0-8 0,0-2-29,0-4 1,0-6-64,0-11 0,6 0 42,-1-11 0,7 5 84,-6-5 0,5-4-167,-5 9 1,5-11 32,-5 11 0,7 1 74,-1 10 1,-3 7-32,3-1 1,-7 14 412,7-2-67,-1 11 0,6 0 22,0 12 1,-5 4 4,-1 7 1,-5 7-63,5 5 0,-5 9 22,5 2 1,-5 8-79,6-3 0,-9 3-259,3-2 1,2 1 92,-3-7 0,3-6-268,-2-5 1,-2-8-45,7 2 0,-7-10-807,2-1 73,3-9 351,-7 13 779,6-15 0,-8-1 0,0-9 0</inkml:trace>
  <inkml:trace contextRef="#ctx0" brushRef="#br1">2364 5396 7959,'12'-9'464,"-1"3"1,-1 2-416,1-1 1,4 3 96,-3-4 1,9 4-467,2 2 1,1 0 221,-1 0 1,-2 6-985,8 0 1082,-1 7 0,-1-4 0,-2 8 0</inkml:trace>
  <inkml:trace contextRef="#ctx0" brushRef="#br1">2981 5362 7687,'-9'0'857,"1"0"1,8-2 127,0-4-280,0 5-570,0-15 0,8 14 60,3-3 0,10 3-273,2 2 1,2-6 97,-2 0 0,-3 1-601,9 5 1,-6 0-5,5 0 1,-7 0-311,2 0 0,-4 0 895,-2 0 0,-7-8 0,-2-1 0</inkml:trace>
  <inkml:trace contextRef="#ctx0" brushRef="#br1">3118 5088 8529,'10'8'636,"-4"3"1,-5 12-124,-1 5-287,0 5 1,0 1-94,0 0 1,0 6 61,0 0 0,6 8-549,0-2 0,5 1 280,-5-1 0,7 1-847,-1-7 0,-3-2 252,3-9 669,-1-4 0,14-8 0,2 0 0</inkml:trace>
  <inkml:trace contextRef="#ctx0" brushRef="#br1">3478 5105 5991,'-9'2'-113,"3"4"0,4 3 1196,2 8 1,0 6-552,0 0 1,0 6-459,0-7 1,2 9-90,4-3 1,-3-3 66,9-2 1,-8-4-454,1-2 342,5 0 1,-8-5-182,3-1 123,5-7 0,-8-4 23,4-11 1,-4-5 5,-2-1 1,0-6-4,0 1 1,0-9 42,0 3 1,0-5 7,0-1 1,0 0 72,0-1 1,0 1-74,0 0 0,0 2 156,0 3 1,0-2-51,0 9 0,0 5 310,0 5 0,7 8-163,3-3 1,7 7-136,0 0 0,-6 2 18,1 3 0,-3 5-128,3 7 0,1 0 85,-7 0 0,5 0-136,-5 0 1,0 3 81,-6 2 0,0-3-113,0 4 0,0-4 76,0-2 1,-2-1 23,-4-5 0,-4 4 0,-7-11-9,0 7 1,6-7 138,-1 2-120,9-4 60,-13-2-47,14 0 0,-3 0 49,10 0 1,-1 0 0,8 0 1,1 0 94,10 0 0,-4 2-126,4 4 0,1 1 5,-1 5 1,0 3 177,-6-4 1,0 4-38,1 3 0,-3-1 37,-4 0 0,3 0-68,-9 0 1,1 0 76,-6 0 0,-2-5-178,-4-1 0,-3 1-119,-8 5 1,0-2 162,-1-4 1,-6 5 22,-5-5 1,2-1-2340,-1 1 2230,7 0 0,-11 7 0,5-1 0</inkml:trace>
  <inkml:trace contextRef="#ctx0" brushRef="#br1">1662 6630 7569,'-17'0'503,"0"0"-92,7 0 856,3-8-424,-1 6-223,6-5-495,2-1 1,10 6-88,7-4 0,0-1 139,0 1 1,0 0 5,0 6 1,6 0-1089,0 0 0,0 0 479,-6 0 0,-6 0-558,1 0 0,-3 2 984,3 4 0,3 4 0,-6 7 0</inkml:trace>
  <inkml:trace contextRef="#ctx0" brushRef="#br1">1662 6853 7569,'9'0'568,"-1"0"0,-6 0 0,4 0-90,5 0 0,-1-6-406,1 0 1,6 0 87,6 6 0,0 0-694,-6 0 0,6-2 378,0-3 0,5 3 156,-5-4 0,8-3 0,-5-1 0</inkml:trace>
  <inkml:trace contextRef="#ctx0" brushRef="#br1">2587 6167 7752,'0'-17'602,"0"0"0,-2 7-58,-3 5-73,3-5-256,-14 8-32,7-5 1,-6 9-89,3 3 0,-3 5 106,4 7 0,-3 8 0,3 3 1,-4 1 85,3 5 0,-1 4-104,1 14 1,-3 5 55,4 0 1,1 8-38,-1-3 1,5 5 15,-5 1 1,7 1-925,-2 0 890,4-1-270,2-7-565,8-2 466,-6 0 1,15-13-219,0-1 0,0-7-1074,6-3 766,4-1 295,-8-7 189,13 5-439,-13-21 0,6 12-147,-8-11 813,8-5 0,-4-5 0,3-4 0,-4 10 0,-7 9 0</inkml:trace>
  <inkml:trace contextRef="#ctx0" brushRef="#br1">2947 6150 7569,'0'10'633,"0"-3"-412,0-7 1,0-2 221,0-3 99,-8 3-67,6-6-67,-5 8-225,7 0 1,2 8-103,3 3 1,-3 4 90,4 3 1,-4-1-272,-2 0 0,0 6 124,0-1 0,0 9-596,0-3 1,0-1-45,0 2 0,-2-1-280,-4 6 1,4 6 894,-3 0 0,3 0 0,2-5 0</inkml:trace>
  <inkml:trace contextRef="#ctx0" brushRef="#br1">2913 7058 8015,'-10'0'1065,"3"8"-710,7 3 1,-2 4-87,-4 2 0,4 1 111,-4-1 1,4 7 192,2 5-436,0 3 1,0 3-23,0-1 0,0-6 38,0 1 0,8-8-61,3 2 1,5-6 82,1-6 1,0-3-137,0-8 1,8-2 18,3-4 1,-1-5-234,2-12 0,-7 2-82,7-7 1,-8-1-174,2-5 0,-4 0-13,-2-1 0,-7 7 188,-5-1 0,-3 3-50,-2-3 1,-7 4 57,-5 8 1,-3 0 250,-2 0 1,-2 7-156,-4 5 1,-2 5 236,-3 5 0,-3 5-159,8 7 0,0 0-78,6 0 1,2 0-695,4 0 1,3 1 844,8-1 0,0 0 0,0 0 0</inkml:trace>
  <inkml:trace contextRef="#ctx0" brushRef="#br1">4215 6116 7569,'-10'0'0,"-5"-2"129,4-4 0,1-1 201,-1-5-102,7-3-166,-4 13-1,8-13-15,0 13 1,0-8 873,0 5-615,0 3 0,0-13-182,8 13 1,1-8 123,9 4-103,-1 5 0,0-7-198,0 8 54,0 0 0,-7 0 137,5 0-244,-6 8 0,7 1-22,-5 8-250,4 0 187,-13 0 117,6 1-148,-8 6 134,0-5 0,-8 6 15,-3-8 34,-4 0 0,-3-1-113,1-5 340,0 4 0,0-13 6,0 4 250,7-4-109,3-2-289,7 0 0,2 0-90,3 0 1,-1 0 109,8 0 1,-1 0 4,6 0 1,0 0-4,0 0 1,1 0-584,-1 0 0,0 6-35,0-1-219,0 9 0,0-11 770,0 9 0,0-1 0,1 6 0</inkml:trace>
  <inkml:trace contextRef="#ctx0" brushRef="#br1">3941 7041 6771,'-10'0'2397,"3"0"-1994,7 0 1,2-6-102,3 1 0,5-1-180,7 6-50,0-8 1,6 6-162,0-3 0,0-3 102,-6 2 0,6-1-537,-1 1 1,1 4 301,-6-4 1,0 4-602,1 2 301,-1 0 522,0 0 0,0-7 0,0-3 0</inkml:trace>
  <inkml:trace contextRef="#ctx0" brushRef="#br1">4386 6818 7569,'-11'10'564,"-1"-5"1,9-1-230,-3 2 0,-2 4-49,3 7 0,-3-4 64,2 4 1,4-4-29,-3 10 1,3 2-83,2-2 0,0 2-80,0-3 1,7-8 22,5 3 1,-1-4-198,6 4 1,-3-5 82,8-1 1,5-7-84,2 2 1,-5-4 52,-1-2 0,2 0-691,-2 0 0,0-2 21,-6-4 0,0-2-239,0-3 1,-5-2-855,-1 7 1724,-7-7 0,11 3 0,-6-7 0</inkml:trace>
  <inkml:trace contextRef="#ctx0" brushRef="#br1">4609 6853 7569,'0'9'1081,"0"6"-762,0-3 0,0 5-79,0 6 0,0-4-12,0 4 0,0 3-158,0 3 1,0 3-159,0 2 1,0-1-667,0-5 1,0 8 242,0-7 511,0 15 0,0-16 0,0 14 0</inkml:trace>
  <inkml:trace contextRef="#ctx0" brushRef="#br1">5688 5962 7569,'8'-17'0,"-6"5"-1147,4 1 1565,-4-1 0,-1-3-17,5 4 1,-4 1 287,4 4-316,-4 5-190,-2-7 1,0 10-43,0 4 1,0-3 53,0 9 0,0-1-24,0 6 0,0 6 24,0 0 0,0 6-100,0-7 35,0 9 0,0-12-83,0 4-11,0 3 12,0-7 1,0 6 43,0-8 1,5-5-168,1-1 125,7-7 1,-3 4-61,7-8 1,0 0 41,0 0 1,0 0-335,1 0 1,-1-6-89,0 0 1,0-7-237,0 1 1,0 3-177,0-3 0,1 3-117,-1-3 919,0-3 0,0-2 0,0-10 0</inkml:trace>
  <inkml:trace contextRef="#ctx0" brushRef="#br1">5945 5962 7569,'0'9'0,"0"-1"0,0-6 121,0 3 1,-2 5 251,-3 7 1,3 2 32,-4 4-257,-3 4 0,7 3-218,-4 4 1,-2-3 93,3 9 1,-3-2-537,2 2 1,4 4 319,-3 7 0,-3 2 132,2 4 59,-7-3 0,4 5 0,-9-8 0</inkml:trace>
  <inkml:trace contextRef="#ctx0" brushRef="#br1">5911 7161 7866,'-7'-15'1259,"-5"3"-972,4 5 103,1 7-23,-1 0-172,-1 0 0,-7 7 98,5 5 0,2 3-124,3 2 1,4 0-175,-4 0 235,-3 0-175,7 8 1,-6-6-109,8 4 72,8-4-154,-6 6 1,13-6 109,-4 4 1,5-6 90,1-6 0,-6 4-81,1-3 1,-1-3 113,6 3 1,0-6-60,0 5 0,-5-5 23,-1 5 0,-7-5-70,2 5 1,-4-5 112,-2 5-254,0-7 1,0 6 72,0-5 1,-8-3 101,-3 4 1,-5-4-47,-1-2 1,0 0-1197,0 0 0,0-2 73,0-4 1142,0-3 0,-1-24 0,1-3 0</inkml:trace>
  <inkml:trace contextRef="#ctx0" brushRef="#br1">5808 7178 8799,'12'0'1086,"-1"0"0,1 0-531,5 0-232,0-8-363,0 6 89,8-5 0,-4 5 226,7-4-138,1 4 1,11-13 137,0 4-45,0 3-1211,-6-7 0,0 5 335,1-7 646,-9 8 0,7-14 0,-7 4 0</inkml:trace>
  <inkml:trace contextRef="#ctx0" brushRef="#br1">6357 5551 7494,'-10'0'517,"2"0"-166,8 0 393,0 0-602,8 0 0,-4 1 43,7 5 1,-5-2 22,5 7 0,1 3-53,5 9 1,0-3 142,0 9-125,0 0-181,1 5 0,4 2 139,1 4 27,8 11-45,-12 3 0,11 12 54,-7-3 0,2 6-390,-2 5 0,-4-4 172,3 5-1132,-2 3 1170,-3-8 114,0 6 41,0 0-51,0-13-13,0 11-841,-7-13 826,5 8 1,-11-8-520,7-4 540,-7 4-27,4-8 0,-3 6 178,1-8-153,0 1-133,-6-1 1,-8 1 95,-3-1-153,-5 0 7,-1 1 161,0-1 582,0 1-1327,0-9 324,-8-1 182,6-8-254,-6 1 1,6-1-384,-3 0 601,2-7 0,1-2 215,8-8 0,-4 4 0,-2 0 0,3-4 0,-1-2 0,-4-4 0</inkml:trace>
  <inkml:trace contextRef="#ctx0" brushRef="#br1">7282 6613 7742,'0'-17'1059,"0"-1"1,7 7-306,5 0-455,3 7 0,8-6-116,0 5 1,2 3-87,-3-4 1,-3 4-106,4 2 1,2 0-99,-2 0 0,5 0-296,-5 0 0,0 0-1532,-6 0 1442,8 0 1,-6 0 491,4 0 0,-12-8 0,-3-1 0</inkml:trace>
  <inkml:trace contextRef="#ctx0" brushRef="#br1">7505 6270 7877,'0'17'1445,"0"8"-983,0 3 1,0 12-253,0 6 1,-2 4-137,-4 1 1,4 6-142,-4 0 1,4 0-329,2-5 1,-5 3 384,-1-4 0,0 10 10,6-9 0,8 3 0,1-4 0</inkml:trace>
  <inkml:trace contextRef="#ctx0" brushRef="#br1">8567 5859 7569,'-12'-15'-215,"1"3"0,5-1 943,-5 7-61,7 1-339,-11 5 0,7 1-50,-3 5 0,-3 0-27,9 11 1,-9-2 79,3 14 1,-4 7-60,-2 10 1,-1 11 85,1 6 1,0 11-84,0 6 0,0 5-554,0 7 0,0-3 392,8-40 0,1-1 1,-2 36 13,4 2-63,4-20 0,2 7 18,0-16-19,0 0 1,2-8-90,4-3 1,4-4-310,7-8 0,0-5-458,0-1 1,-2-7-4,-3 2-191,10-12 0,-10-3 415,11-8 1,-2-4 571,2-7 0,-3-2 0,5-16 0,-2 2 0,-2 6 0,2 6 0</inkml:trace>
  <inkml:trace contextRef="#ctx0" brushRef="#br1">8824 5825 7569,'0'-17'1163,"0"7"-919,0 2 0,2 8-43,3 0 0,5-2-71,7-3 1,0 3-113,0-4 0,1 4 23,-1 2-9,7 0 0,-5 6-118,4 0 1,-4 7 67,-2-2 1,-1-1-92,-5 1 0,-3 1 29,-8 5 0,0 0 98,0 0 1,-8 0-26,-3 0 1,-6 2 103,-6 4 1,2-4-10,-8 4 0,6-9-19,-5-3 0,7-2 285,-2 3-66,4 3-316,2-5 1,7 1 68,5 0 1,5-7-90,5 2 1,5 3 70,7 3 1,0-3-148,0 3 1,0-6 47,1 5 0,-1-2 31,0 3 1,0 1-38,0-7 1,-6 5 50,1-5 0,-8 7 47,1-1 1,-3-3-45,-2 3 0,0-7-42,0 7 0,-7-8 38,-5 1 1,3 3-333,-3-2 0,7 1 57,-7-1 1,6-4-60,-5 4 1,7-3-703,-1 3 1068,-5-4 0,1 13 0,-9-5 0</inkml:trace>
  <inkml:trace contextRef="#ctx0" brushRef="#br1">8910 7058 7569,'0'-17'-385,"5"6"1234,1-1-112,0 8 20,-6-3-39,0 7 500,0 0-851,7 7 0,-5 3 1,4 7 1,-4 8-113,-2 3 0,0 5-401,0 1 0,-2 0 55,-4 0 1,2 3-22,-7 3 0,7-10-900,-2 4 0,3-5 527,-3-1 0,4 3 484,-4-8 0,-3 0 0,-1-6 0</inkml:trace>
  <inkml:trace contextRef="#ctx0" brushRef="#br1">10229 5825 7592,'0'-12'974,"0"1"-604,0 7-140,0-11-47,0 13 1,0-6 191,0 8 867,0 0-870,-8 0-188,6 0-47,-5 8 1,1 1-38,0 9 1,-5-5 62,5 4 1,-5-8-149,5 14 0,0-7 79,6 6 0,0-3 204,0-1-286,8-1 0,-4-2-451,7-4 344,1 12 0,3-17-47,-4 11 1,4 2-6,-3 4 132,-5 0-84,9-6 100,-14 0 0,5-6-28,-7 1 6,0-1 14,0 6 0,-7-5-5,-5-1 0,1-7 10,-6 2 1,3-2-312,-9 1 183,4-3 1,-3 6-509,-1-8 1,0-2 296,6-4 0,0-3-545,-1-8 1,9-8 46,3-4 839,4-3 0,2-10 0,0-2 0</inkml:trace>
  <inkml:trace contextRef="#ctx0" brushRef="#br1">10177 5773 7569,'0'-9'1502,"0"-1"-943,0 5-284,0 3-115,0-6 1,2 8 115,4 0 16,-4 0 1,13 0-47,-3 0 1,3-2-423,2-4 0,0 4 174,0-3 0,6-3-1148,0 2 658,0 1 329,-6 5 0,6 0-1495,0 0 1658,-8 0 0,0 7 0,-5 3 0</inkml:trace>
  <inkml:trace contextRef="#ctx0" brushRef="#br1">10040 7281 7569,'-9'0'1207,"-6"0"1,13 7-333,-4 5-587,-4 3 1,9 10-30,-5 3 1,-2 3-65,3-3 0,-1 3-142,6-8 0,2 5 128,3-5 2,5 0-270,7-14 0,6 5 140,0-9 0,7-1-220,-1-9 0,3-5 91,2-7-612,1-8 359,-9 6 132,-1-13-13,-8 5 96,0-7 0,-7 0 24,-4-1 1,-5 7 122,-1-1 0,-13 8-138,-4-2 1,-17 6-27,-1 6 1,-5 3 557,1 8 511,-5 0-665,0 8-254,2 1 0,10 7-444,3-5 280,4 4-16,16-5 1,-4 7-256,7 0 0,0-6-1617,6 1 2033,8-8 0,-3 9 0,9-7 0,3-2 0,2-3 0,4-1 0</inkml:trace>
  <inkml:trace contextRef="#ctx0" brushRef="#br1">11360 6116 7569,'-18'0'0,"7"0"959,0 0-199,7-8-457,-4 6 0,8-7 87,0 3-266,0 4 1,8-11 5,3 7 1,4-1-97,3 1 0,-1 4 48,0-4 0,2-1-60,4 1 0,-4 0-769,4 6 1,-4-5 370,-2-1 0,2-2-1163,4 2 1539,-4 5 0,5-15 0,-6 7 0</inkml:trace>
  <inkml:trace contextRef="#ctx0" brushRef="#br1">11788 5773 7569,'0'-17'1042,"0"8"-949,0 1 19,0 8 1,2 0 36,4 0 0,-3 0 13,9 0 1,-6 2 68,5 4 0,0 3-165,6 8 0,-5 0-94,-1 1 1,-1 6 139,1 5-229,-3-4 0,-8 7 54,0-4 0,0-1 5,0 2 0,-10-6 196,-7 5 0,0-7-112,-6 2 0,-1-4 193,1-2 1,0-6 62,6 1-241,0-8 209,7 3 0,-3-5 121,7 4-218,0-4-233,6 5 0,2-14 148,4-5-527,11-3 260,2-2 140,13 0-167,-5 0 0,7 2-37,1 3 218,-9 4-536,7 1 1,-9 5 15,5-4 275,-4 12-906,-1-4 1196,-12 21 0,11-12 0,-14 14 0</inkml:trace>
  <inkml:trace contextRef="#ctx0" brushRef="#br1">11257 7709 9012,'0'-9'2315,"0"1"-1208,0 8-467,0 0-421,7 0 0,3 0-144,7 0 1,2 0-162,4 0 0,-2 0-754,7 0 642,-7 0 0,10-6-310,-8 1 0,5-7 277,-5 6 1,2-5-784,-2 5 0,-4-7 411,4 2 0,1 1 603,-1-1 0,0-8 0,-6-8 0</inkml:trace>
  <inkml:trace contextRef="#ctx0" brushRef="#br1">11788 7384 7569,'0'-10'1483,"0"-5"-1137,0 13 44,0-13 279,0 13-439,8-6 0,1 8-145,8 0 1,0 0 72,0 0 1,1 0-201,-1 0 1,2 2-20,4 4 0,-4 3-23,4 8 0,-4 1 17,-2-1 1,-6 2-7,1 4 1,-9-4 95,3 3 1,-4 5-27,-2 2 1,-8-3 373,-3 3 1,-4-8-148,-2 2 0,1 1 403,5-1 1,-2-6 219,7-5-113,0-1-614,6 6 0,2-7 75,4-4 0,5-6-377,12-6 0,4 2 177,7-7 0,0-1-819,1-5 1,-3-6 448,-4 0 0,5 1-1012,-5 4 1,-1 1 94,2 0 1292,-9 0 0,5-8 0,-8-1 0</inkml:trace>
  <inkml:trace contextRef="#ctx0" brushRef="#br1">12576 5413 7569,'2'-9'1400,"4"3"-364,-4 4-456,13 2 501,-6 16-403,9 3-372,-1 22 0,5 5 768,1 11-547,0 4-1422,2 15 1381,-6 2-252,6 8 0,-8 2-301,0 3 1,-6-3 341,1 3-46,-8-4-2010,3-9 1533,-7 6 223,-7-13 1,-3 3-1034,-7-11 941,0 3 447,-8-12 1,-2 5-1087,-7-8 1,-8 6-77,-3 0-1864,-5 0 1469,-9-5 1227,6-1 0,-10 2 0,8 1 0,0 1 0,-6 0 0,-4 2 0</inkml:trace>
  <inkml:trace contextRef="#ctx0" brushRef="#br1">1731 9251 7569,'0'-10'265,"-2"-3"-168,-4 7 381,4-7 1,-6 9 227,8-7-200,0 7-139,0-4-266,0 8-49,8 0 0,2-5-160,7-1 1,0 0-345,0 6 1,0 0 287,0 0 1,0 0-162,0 0 1,1 0-105,-1 0-239,0 0 0,0 2 668,0 4 0,0 3 0,0 9 0</inkml:trace>
  <inkml:trace contextRef="#ctx0" brushRef="#br1">1713 9525 8341,'-9'0'2445,"1"0"-2232,8 0 1,10 0-65,7 0 0,2 0 34,9 0 1,-5 0-470,6 0 1,-1 0-141,7 0 0,-1 0-436,0 0 0,2 0-774,4 0 1636,-3 0 0,12-8 0,-5-1 0</inkml:trace>
  <inkml:trace contextRef="#ctx0" brushRef="#br1">2964 8771 7569,'0'-17'46,"0"0"1,0 6 184,0-1 1,-2 3 135,-3-3 224,3-3-390,-14 13 0,9-7-23,-5 3 1,3 4-10,3-4 244,4 4-254,-13 10 1,11 3 23,-7 12 1,1 6 21,-1 11 0,-4 7-60,3 16 0,-3-4 203,-2 15 0,5 1-238,1 10 1,1 3 88,-1 3 1,1-3-210,5 3 0,3-5 100,-4-6 0,6-10-124,6-7 0,3-8 62,9 2 1,1-11 107,3-6 0,-1-4-81,8-2 1,-1-5-1573,7-1 0,-1-9 362,0-1 1,-1-1 1154,-5-6 0,6 2 0,-7-1 0,-2-6 0,3-4 0,3-2 0</inkml:trace>
  <inkml:trace contextRef="#ctx0" brushRef="#br1">3461 8703 7569,'0'-17'0,"6"-1"74,-1 1 0,3 6 494,-2-1 0,-4 7 336,3-7-412,-3 9-309,-2-5 1,0 10-1,0 4 1,0-1 30,0 12 0,0-1-31,0 12 1,0-7-98,0 2 0,-5 4 79,-1 1 1,0-3-105,6-2 0,0-4-32,0-2-92,0 0 221,0-7 33,0 5-8,8-13-116,1 5 1,10-7-53,4 0 1,-2 0 22,8 0 1,-7-5-166,7-1 1,-8-7-98,2 1 0,2-1-109,-3 1 0,1-1-380,-6 7 1,-1-1 324,-5 1 1,-1 4-72,-5-4 201,-3 4 1,4 2-1099,-12 0 1356,-3 8 0,-16 2 0,-2 7 0</inkml:trace>
  <inkml:trace contextRef="#ctx0" brushRef="#br1">3581 8737 7569,'0'-11'242,"0"-1"501,0 1 395,0 1-758,0 3 0,6 16-35,-1 8-161,1 8-47,-6 9 1,0 2 162,0 4 0,-2 4-132,-4 8 0,3-7-728,-9 1 1,8 0-65,-1 5 1,3-2 623,2-3 0,15 4 0,4-7 0</inkml:trace>
  <inkml:trace contextRef="#ctx0" brushRef="#br1">5003 8668 7569,'-17'0'1181,"0"0"-322,7 0-187,3 0-239,7 0-238,0 0 0,7 0 0,5 0 0,3-5-61,2-1 1,0 0-158,0 6-1,6 0 22,0 0 0,6-2-83,-7-3 1,1 3-44,-6-4 0,1 2 20,-1-1-26,0 3 100,0-6 32,-8 8 1,1 0-48,-4 0 187,-4 0-57,5 0 1,-7 8 129,0 3 0,0 6 41,0 6 0,-6-2-126,1 8 0,-3-1-17,2 6 1,5 1-6,-5-1 0,-2 0 23,2 0 0,-1 1-82,1-1 0,4-6-466,-3 1 0,1-6-59,-2 5 0,4-5-372,-4 6 1,5-12-1486,1 6 2337,0-8 0,7 10 0,3-8 0</inkml:trace>
  <inkml:trace contextRef="#ctx0" brushRef="#br1">6631 8805 7569,'-10'-9'1036,"-5"1"88,13 8-394,-13-7-272,13 5-182,-6-6-1,8 1 138,0 5-210,0-6-65,0 8 0,8 0-326,3 0 0,5 0 192,1 0 0,0 0-544,0 0 0,0 0 309,0 0 0,0 0 93,1 0 1,-7 0-306,0 0 1,1 0-1431,5 0 1873,0 0 0,0 0 0,0 0 0</inkml:trace>
  <inkml:trace contextRef="#ctx0" brushRef="#br1">6631 8840 7569,'-12'-2'891,"1"-4"-478,7 4-230,-4-5 1,8 5 276,0-4-90,0 4 0,0-7-185,0 3 0,6 2-40,0-7 1,7 7-100,-1-2 0,3-1 84,2 1 1,6 0-14,0 6 15,0 0 0,-6 0-20,0 0 1,-8 8-64,-3 3 1,-4 12-192,-2 6 1,0-3 53,0 3 0,-8 1 101,-3 10 1,-6-6 6,-6 1 1,4-3 19,-4-9 0,4 2 361,2-3-109,0-3-194,0 6 279,7-8 115,2-7 0,16-2-211,3-8 0,12 0-116,6 0 1,-2-6-168,1 0 1,-1-7 47,1 1 0,5 5-384,-5 1 0,-3-2 222,-2 3 1,-4-1 50,-2 6 1,-6 0-613,1 0-2365,-8 0 1526,3 0 611,-7 0 905,0 8 0,0 1 0,0 8 0</inkml:trace>
  <inkml:trace contextRef="#ctx0" brushRef="#br1">3667 9833 8182,'0'-17'1065,"0"8"-633,0-7 55,7 15-97,-5-7-207,6 8 1,-8 8 11,0 3 0,0 6 103,0 6 1,0 2-116,0 3 1,-2 5 10,-4-5 1,4-1-2,-3 1 1,3-1-11,2 2 1,0 3-134,0-3 0,0-3 96,0 3 1,0-8 34,0 1 0,0 3-138,0-2 1,0 0-1473,0-6 884,7 0 253,-5 0-2157,6 0 1080,-8-7 1369,7-2 0,3-16 0,7-2 0</inkml:trace>
  <inkml:trace contextRef="#ctx0" brushRef="#br1">5037 9936 7569,'-17'0'946,"0"0"1,6 0-773,-1 0 94,8 0 703,-3 0-313,7 0 87,0 0-885,7 0-12,3 0 1,13 6-152,0 0 1,-1-1-66,-4-5 0,-1 2 218,0 4 1,2-4-791,4 4 0,-4-5 119,4-1 821,-4 0 0,-2 8 0,0 2 0</inkml:trace>
  <inkml:trace contextRef="#ctx0" brushRef="#br1">5397 9713 8925,'0'18'289,"0"-1"0,0 0 458,0 0-431,0 0 1,0 0-55,0 0 1,6 0-86,0 1 1,5-1-58,-5 0 1,7 0 62,-2 0 1,5-7-163,1-5 0,2-1 25,4 2 1,-4-4 88,4 4 1,-4-5-198,-2-1 1,0-5-754,0-1 1,0-2 217,0 3 0,-5-3-205,-1-3 1,-5 1-434,5 4 1235,-7-3 0,4-16 0,-8-2 0</inkml:trace>
  <inkml:trace contextRef="#ctx0" brushRef="#br1">5620 9645 7569,'-10'0'1066,"-5"0"-584,13 0 0,-11 2-79,7 4 1,0 5-65,6 12 0,-5 3-88,-1 9 1,-5-1-32,5 0 0,0 6-37,6 0 1,-2 2 11,-3-2 0,3-4-459,-4 4-710,4 4 1,2-8 134,0 4 0,2-4 839,4-1 0,3-9 0,8-1 0</inkml:trace>
  <inkml:trace contextRef="#ctx0" brushRef="#br1">6682 9731 7720,'-9'-2'479,"3"-4"0,4 2-296,2-7 1,0 5 517,0-5-238,0 7-96,0-11-105,8 5 1,1-1-111,8-1 0,0 8-35,1-1 0,-1 3-76,0 2 0,0 0 109,0 0 0,0 0 33,0 0 1,-5 2-423,-1 3 0,-1 5 112,1 7 1,2 0 98,-7 0 1,0 0-24,-6 1 1,-2-1-156,-4 0 0,-3 0 40,-8 0 1,-1 0 102,1 0 0,0-5 2,0-1 23,-8 1 1,6-1 249,-4 0-173,12-7-60,3 4 0,10-8 47,4 0 0,4 0 29,7 0 0,0 2-48,0 4 0,8-5-4,3 5 1,-1-2 9,1 2 0,-5-3-7,6 9 0,-8-6-33,2 5 0,-4-5 22,-2 5 1,-2-5 4,-4 5 0,-3-5 163,-8 5 321,0 1 1,-4 3-223,-7-4 1,-2 5-23,-16-5 0,6 4-107,-5 2 0,-1-5 34,-5-1 0,-1-5-292,1 5 1,2-7 85,3 2 1,-1-4 209,7-2-600,0 0-977,6 0 0,2-2 486,3-4 1,5-3-627,7-8 1546,7-1 0,3-6 0,7-3 0</inkml:trace>
  <inkml:trace contextRef="#ctx0" brushRef="#br1">7213 8223 7569,'0'-17'589,"8"7"1,-4 3-358,7 7 0,-5 2-38,5 3 1,3 11 611,8 6-102,-3 17 0,12 4-156,-8 20 0,7 4-31,-1 1 0,-3 8-772,3 4 0,-2 12 346,-13-44 1,0 1 0,-1 0 0,-1 1-58,-3-2 1,-1 1 0,2 46 56,-5-4 0,-3-5-393,-2 0 0,-2-10 355,-3-13 0,-5-2-523,-7-4 1,-8-12-44,-3 1 0,-7-6-229,-5 0 1,2-4-516,-7 4 1,-1-9 165,-5-3 1091,-1-7 0,3 2 0,-1-8 0,3-2 0,-1 1 0,2-3 0</inkml:trace>
  <inkml:trace contextRef="#ctx0" brushRef="#br1">1011 12352 7569,'-8'9'0,"-1"-1"0,-3-2 529,1-1 1,7 3 234,-2-2-397,4-5 115,2 7-331,0-8 0,0-4-99,0-7 1,8-2 40,4-16 1,3-2-154,2-8 1,6-5-164,0-8 0,7-1 130,-1-4 1,-5 2-42,-1-8 0,-4 2 85,-2-2 0,-1 0-135,-5 12 0,2 0-159,-7 16 588,0 5-134,-6 20 0,0 12 152,0 15 1,-8 18 2,-3 16 1,-5 8-97,-1 10 1,2 3-46,4-4 1,-3 5-1,9-10 0,-1-10-159,6-2 1,6-13 115,-1-3 0,9-5 0,-3-13 0,-1 2-47,1-13 0,0 0-107,7-6 0,-3-2-122,-4-4 1,3-11 74,-9-12 1,7 3-19,-7-3 0,1-5 31,-6-6 0,0 0-141,0 6 1,0 1 31,0 5 0,-2 3 316,-3 8-97,3 0 106,-6 7 0,8 5-1,0 10 0,0-1-101,0 7 0,0 1 1,0 5 0,8-6 18,3 1 1,-1-3-325,1 3 0,0-5 112,7-7 0,-1 0-365,0 0 0,0 0 20,0 0 0,-2-7-457,-3-5 987,3-10 0,2-5 0,10-7 0</inkml:trace>
  <inkml:trace contextRef="#ctx0" brushRef="#br1">1525 11666 7569,'9'-17'23,"-1"8"0,0 1 623,3 8-353,4 0 1,2 10 205,1 7 1,-1 13-147,0 10 0,6 6-75,0-6 1,-1 7-96,-4-1 1,-1 6 36,0 5 1,-8-2-26,-3 8 0,-4-8-488,-2 2 1,-8-6 64,-3-5 1,-6-4-148,-6-8 0,-4 0-694,-7 1 1,-2-9 113,-4-3 955,4-11 0,-6 3 0,7-6 0</inkml:trace>
  <inkml:trace contextRef="#ctx0" brushRef="#br1">2673 11906 7569,'-10'-9'837,"3"1"-472,-1 16 0,6 3-72,-4 12 0,5 2-110,1 3 1,0 7 7,0-1-119,0 0 0,0 6-82,0-11 1,5 1 87,1-7 1,0 0 115,-6-6 0,5-6-155,1 1-214,0-8 75,1 3 61,-5-14 1,6-9 38,-8-7 0,0-1-105,0 1 0,6-4-41,-1-7 0,1 0 52,-6-1 0,2-6 82,4-5 0,-2-4-29,7-1 1,-5-4-173,5 3 0,-1-1 92,1 13 1,4 2 212,-3 10 0,3 3-39,2 8 1,0 7 133,0 4 1,-5 4 143,-1 2 0,1 8-151,5 4 0,-6 5-65,1 6 1,-3 9 17,3 8 0,-3 7 131,-3-1 1,-4 2-158,3-3 1,-3 9-248,-2-9 1,0 7-96,0-12 0,0 5-373,0-5 1,6-5-211,0-7 0,-1-7-82,-5 2 419,0-12 481,0-3 0,0 0 0,0 1 0</inkml:trace>
  <inkml:trace contextRef="#ctx0" brushRef="#br1">2759 11975 8456,'11'0'268,"0"0"0,1 0-184,5 0 1,6 0-1,0 0 1,7 0-6,-1 0 1,3 0-759,2 0 1,1 0 87,-1 0 591,0 0 0,0 7 0,1 3 0</inkml:trace>
  <inkml:trace contextRef="#ctx0" brushRef="#br1">3958 11821 7096,'-10'0'1483,"-5"0"-914,13 0 22,-5 0-178,7 0-144,0 0 1,2-6-87,3 0 1,-1 0-5,7 6 0,-5-5 4,6-1 1,-1 0-152,6 6 0,-5 0-25,-1 0 0,0 0-122,7 0 0,-1 0-271,0 0 1,-6 0 236,1 0 0,-7 0-1220,7 0 663,-1 0 176,6 0 0,-5 0-67,-1 0 597,-7 0 0,4 0 0,-8 0 0</inkml:trace>
  <inkml:trace contextRef="#ctx0" brushRef="#br1">4026 11649 7569,'0'-9'493,"0"-6"-163,0 13 1,-1-6-76,-5 8 1,4 8 82,-4 3 1,4 12-63,2 5 1,0 5-75,0 1 1,0 0-128,0 1 1,0-1-162,0 0 0,0-5-86,0-1 1,8-1-437,3 1 1,3 3-1177,-3-8 1784,4 0 0,2 1 0,10 3 0</inkml:trace>
  <inkml:trace contextRef="#ctx0" brushRef="#br1">4592 11684 7569,'9'-8'-1459,"-1"6"3170,-8-6-1061,0 8 0,-8 14-72,-3 3 0,1 11-20,-1 1 0,0 3-166,-7 3 0,7-3-130,0-3 0,7 1-206,-2-7 1,4 0 84,2-6 0,2 0-23,4 0 0,3-6-19,8 1 0,2-8-126,4 1 0,-2-3-8,8-2 1,-1-2-286,7-3 0,-7-5-445,1-7 0,-1 0 383,7 0 0,-7 0-754,1 0 1,-3-1 1135,3 1 0,3 0 0,-5 0 0</inkml:trace>
  <inkml:trace contextRef="#ctx0" brushRef="#br1">6014 11735 7569,'9'-17'0,"-1"0"331,-8 0 115,0-1-82,0 1-89,0 0-155,-8 8 1,5 1 85,-9 8 1,3 10 21,-3 7 0,-3 7-45,4 11 1,-3 7 42,3 3 1,-2-1-106,7 2 1,0-8-94,6 2 1,2-6 13,4-5 0,3 1-152,8-7 0,1-8-14,-1-9 1,5-4 103,1-2 0,2 0-144,-2 0 0,2-14 48,3-3 0,5-6-37,-5 1 0,-1-5-8,1-7 1,-7-1-56,2 1 0,-4 0 78,-2 0 1,-7-1-110,-4 1 0,-3 7 261,3 5 1,-4 3-102,4 1 0,-6 9 243,-6 3 0,2 6-87,-7 6 1,1 5 8,-1 12 0,-4-2 97,3 8 0,-3-1 86,-2 6 1,2 3-80,3 3 0,3-10-41,3 4 0,4-11-167,-4 0 1,4-4 241,2-2-276,8-7 0,2-3 85,7-7 0,-6 0-43,0 0 1,-1-7 6,1-5 0,3-3-92,-9-2 0,7-6 58,-6 0 1,5-5-90,-5 5 0,1-6 66,-1 6 39,-4-7 0,6 11 237,-8-4-167,0 12 144,0 3-67,0 8 1,0 10 110,0 7 1,0 0-64,0 6 0,0 1 57,0-1 1,0 6-78,0-6 1,1 0-18,5-6 0,-2 0-70,7 0 58,1 0 1,5-2-77,0-3 1,-5-5 18,-1-7 0,0-2-85,7-3 1,-7-5 19,0-7 0,1-2-132,5-4 1,-6 4-54,1-4 1,-3-3 87,3-3 1,1 2-37,-7-1 1,1 1 56,-1-1 0,-4 3 55,4 8 1,-4 0-119,-2 0 432,0 7-5,0 2-110,0 8 0,0 8 99,0 3 0,0 5-83,0 1 1,-2 2-34,-4 4 0,4 1-55,-4 5 1,4 1-62,2-7 0,0 2 14,0-2 0,0-4-112,0 4 1,0-10 37,0-2-207,0-7 17,0 4 183,0-8 1,2-8-135,4-3 1,-4-6 38,4-6 1,1 2 76,-1-8 0,5 7-42,-5-7 0,6 6-29,-7-5 1,7 7 73,-7-2 0,3 10 125,-2 1 1,-4 8 0,7-3-86,-3 7 0,-4 2 211,3 3 1,-3 5-63,-2 7 1,2 8-108,4 3 0,-4-1 70,4 1 0,-3-5 8,3 6 1,-2-8-117,7 2 1,-5-4-131,6-2 0,-3-6-143,2 1 1,5-9 110,-5 3 1,-1-4-109,1-2 1,-5-2 47,5-4 1,1-3 81,5-8 1,-6-2-84,1-4 0,-3 2-175,3-8 1,1 3 76,-7-3 0,1-3 116,-1 3 0,-4 3 321,3-3-217,5 8 544,-8-4-282,6 16-193,-8 1 1,0 10 170,0 4 1,0 3 409,0 9 1,-2 1-241,-4 3 0,4-1-14,-4 8 1,4-8-269,2 2 1,0 1 84,0-1 0,0 0-241,0-6 1,0 0 72,0 1 0,0-7 204,0 0-323,0-7-546,0 4 238,0-8 362,0 0 0,0-8 75,0-3 1,0-4-42,0-3 0,0 7 78,0 0 0,0-1-54,0-5 1,0 0 5,0 0 1,0 0 47,0-1 60,0 1 0,6 0-48,0 0 0,5 6 15,-5-1 0,2 8 200,-3-1-149,-3 3 237,13 2-194,-5 0 0,-1 2-66,-3 3 1,-2 5 51,2 7 1,-4 0 134,3 0 0,-3 0-184,-2 1 1,2 4-7,4 1 1,-4 0-188,3-6 123,-3 0 1,-2 1-258,0-1 0,6-6-34,0 0 177,-1-7-188,3 4-129,2-8 1,5-2 62,-4-4 1,4 2 25,-3-7 0,-3 2-331,3-3 188,-1-3 100,6 5 220,1 1 1,-3-1 183,-4 5 0,-1 3 0,-5-4 0,-3 4 0,12 0 0,-9-3 0,9 3 0,-5-6 0</inkml:trace>
  <inkml:trace contextRef="#ctx0" brushRef="#br1">7333 11838 6078,'10'-8'0,"-3"4"0,-7-7 97,0-1 113,0-5 0,0 6 242,0-1-169,0 9 0,-2-11 610,-3 9-539,3-1 0,-8 6 36,5 0 1,3 2-83,-4 4 0,-2 5 10,3 12 0,-7-2-90,7 7 0,-3-5-38,2 6 1,4-3-46,-3 3 1,3 3-116,2-3 0,0-4-152,0-3 0,7-3 144,5-1 0,-3-7-296,3 0 183,-1-7 1,6 4-106,0-8 0,-5-2 11,-1-4 1,-5-3-6,5-8 0,-7-6 22,2 0 1,-2-2-148,1 2 0,-3-3-83,4-9 1,-6 7 74,-6-1 1,2 3 183,-7-3-210,7-3 514,-11 13 1,11-4-6,-7 11 29,7 5-83,-4 14 305,8 3-70,0 7-200,8 0 0,1-7-75,9-5 0,-1-3-3,0-2 0,0-2-115,0-3 1,0-7 79,0-11 0,1 3-9,-1-9 1,-6 6-16,1-5 1,-7 3-80,7-9 1,-7 3-50,7-9 1,-8 4 77,1 2 1,-3-6 31,-2 0 1,0 7-32,0 11 403,-7 3 1,-3 11-125,-7 8 1,6 9-11,-1 14 1,1 12-1,-6 10 0,-1-1 149,1 2 0,6-1-309,-1 7 0,7-1 96,-7 1 0,8-7-707,-1 1 0,3-8 331,2 2 1,0-4-677,0-2 0,2-9-297,3-8 113,-3 0 426,14-15 650,-14-2 0,5-17 0,-7-9 0</inkml:trace>
  <inkml:trace contextRef="#ctx0" brushRef="#br1">7333 11564 7569,'-9'-25'796,"-7"6"277,15 2-280,-7 9 585,8 8-963,0 0 1,8 0-112,3 0 0,4 2-109,2 4 0,2-4-492,4 3 0,-2-3 55,8-2 0,-1-5-88,7-1 1,-1-2-247,0 2 1,2 3 575,4-9 0,-4 1 0,6-6 0</inkml:trace>
  <inkml:trace contextRef="#ctx0" brushRef="#br1">8344 11821 7403,'0'-10'681,"0"2"-494,-8 8 0,7 2-61,-5 4 1,-2-2 92,3 7 1,-3 1-29,2 5 1,4-6 328,-3 1-350,3-1 0,2 1 175,0-1-159,0-7-8,0 3 1,2-7-95,3 0 0,5-7 82,7-5 1,0-10-228,0-7 0,2-3-48,4-3 1,-4-5-55,4 0 1,2-5 140,-2 5 1,-1-14-72,-4 3 1,-1 2 2,0 3 0,-6 0 40,1-5 0,-9 7 40,3 4 0,-4 11-71,-2 7 526,0 3-193,0 9 1,-2 12 42,-4 15 0,3 12-128,-9 16 1,3 5 94,-3 18 0,-1-1-69,7 13 0,-5-8-28,5 3 0,0-7 25,6-5 1,0-6 32,0-11 0,6-6-654,0-12 0,7-5 225,-1-12 1,-3 3 211,3-9 0,-3-1 0,2-9 1,3-5-23,-8-7 1,7-8-148,-2-3 1,-3-5 75,-2-1 0,1-2-104,-1-4 1,0 2 70,-6-8 0,0 8-19,0-2 0,0 6 26,0 5 175,0 4-119,0 8 25,0 8 148,7 1 1,-3 8-34,7 0 0,-5 0 79,6 0 0,-1 6-75,6 0 0,-5-1-81,-1-5 1,0 6-6,7 0 1,-1-1-88,0-5 0,0 0 82,0 0 0,0-1-89,0-5 1,1 2-138,-1-7 1,-8 5 56,-3-5 0,1 5-74,-1-6 1,0 1 36,-6-6 1,-2 7 40,-4 5 1,2-3 158,-7 2 1,0 1 165,-6 5 0,5 7-129,1 5 1,-1 5 107,-5 6 0,2-1 108,3 13 0,5-11-78,7 11 1,0-5-408,0 4 0,0-5 130,0 0 0,7-9-601,5 3 0,9-4-9,2-2 1,1-1 721,-1-5 0,4 4 0,7-5 0</inkml:trace>
  <inkml:trace contextRef="#ctx0" brushRef="#br1">9681 11581 7569,'0'-17'324,"-8"-1"114,6 9-137,-13 1-22,5 1 282,-7 5-366,0 2 0,0 15 86,0 8 0,5 2-86,1-2 0,1 1-17,-1 5 0,1 9-76,5-4 1,3 2-116,-4-7 1,4 1 100,2-7 1,6 0 16,0-6 1,7-7-78,-2-5 1,5-3 51,1-2 0,-6-2-151,1-3 0,-1-7 42,6-11 1,0-3-57,0-9 1,6-1-6,0-4 1,-2-3-100,-10-9 1,5 1 98,-5-1 1,2-1-104,-1-4 0,-5 4-39,-7-4 1,6 11 33,0 6 1,0 6 310,-6 5 0,0 10-70,0 8 197,-8 7 0,0 11-4,-3 16 0,-4 4 107,3 7 1,-3 2-135,-2 10 1,6 9 43,-1-3 0,8 3-181,-1-4 1,3 1 95,2-1 0,0-7-180,0-4 0,2-4 90,3-2 1,5-7-106,7-4 0,0-4-21,0-2 1,0-8-41,0-3 0,1-4 94,-1-2 0,0-2-106,0-4 1,0-3-106,0-8 1,0-6 65,1 0 1,-1-6-97,0 7 0,-6-9 41,1 3 0,-9-5-27,3-1 0,-4 5 135,-2 1 1,0 13 146,0-2-94,0 3 1,-2 5 103,-4 3 1,3 8 251,-9 9 1,1 1-144,-6 11 0,0 3 285,-1 3 0,7 3-197,0 2 1,7-1-229,-2-5 0,4 5-176,2-5 1,6-1-283,0 1 0,7-7 164,-2 2 1,10-4-97,2-2 1,0-7-610,-6-4 0,6-4 393,0-2 1,7-8-590,-1-4 1155,-4-3 0,7-9 0,-5-3 0</inkml:trace>
  <inkml:trace contextRef="#ctx0" brushRef="#br1">10246 11392 7569,'-17'0'235,"0"-2"454,0-3-184,-1 3-242,9-6-92,-6 8 0,13-2-6,-4-3 1,6 3-196,6-4 0,3 2 64,8-2 0,6 5-372,0-5 0,2-2 198,-2 2 1,-4-5-339,4 5 0,-4-1 93,-2 1 0,0 2-129,0-7 0,0 1 514,0-1 0,-7-4 0,5-2 0,-5-10 0</inkml:trace>
  <inkml:trace contextRef="#ctx0" brushRef="#br1">10434 11101 7569,'0'-17'-81,"-1"7"377,-5 5 1,4 5-40,-4 5 0,-1 11 268,1 7-294,-7 7 0,9 4 361,-8 12 0,3 3-215,-3 3 1,-1 1-61,7 4 0,-5-2-90,5 8 0,-5-9-244,5-3 1,0 0-42,6-5 1,0-4-22,0-2 1,2-12 151,4-5 1,-2-4-100,7-2 0,-5-7-259,5-4 154,1-4 1,5-16-238,0-3 0,0-11 141,0-1 0,0-3-151,1-3 0,-3-5 69,-4 0 1,3-1 108,-9 1 0,1 9-31,-6-3 89,0 11 426,0-2-256,-8 16 1,-1 3 297,-8 12 1,5 3-194,1 8 0,7 2 191,-2 4 1,-1-4-108,1 4 1,0 2-72,6-2 0,6 5-73,0-5 1,7 0 2,-2-6 1,5 0-128,1 0 1,6-7 31,-1-4 0,1 1-187,-6-1 0,6-2 68,0-10 1,0-2-138,-6-3 0,0-10 35,0 4 1,-5-10 31,-1 4 0,1-7 93,5 1 0,-8 3-22,-3-3 1,2 1 71,-3-7 1,1 3-184,-6 3 663,0 5-271,0 7 161,0 7 0,0 4-70,0 12 0,0 4 67,0 7 1,0 0-87,0 0 0,0 6 66,0 0 0,0 7-82,0-1 1,0-3-31,0 3 0,0-6-135,0 5 0,0-7 90,0 2 0,0-10-216,0-1 5,0-8-25,0 3 174,8-7 0,-5-7-31,9-5 0,-6-5-534,5-6 1,-5-3 251,5-9 1,-1 7-179,1-1 0,2 1 132,-7-7 0,7 3-95,-1 3 1,-3 5 53,3 7 1,-6 5 11,5 1 0,-5 7-42,5-2 0,-7 4-46,4 2 46,-1 0 167,-5 0 200,6 0 48,-8 0 0,2 0 251,3 0 291,-3 0-383,6 0-152,-8 0 862,0 8 0,6 1-394,-1 9 0,1-1 61,-6 0 0,0 6-205,0 0 1,0 5-172,0-5 1,0 5-100,0-5 0,0 0-89,0-6 0,0 0 272,0 1-109,0-1 1,0-6-771,0 1 467,0-9 1,0 3-83,0-12 0,6-5 63,-1-12 1,9 0-71,-3-11 1,2 4-35,-1-10 1,3 3-86,-3 3 1,-3-6 191,2 0 1,-1 6-76,1 5 273,5 8 0,-13-1-67,9 10 328,-8 5 0,3 8-175,-7 5 1,0 9 379,0 8 1,0 8-182,0-3 0,-5 5 74,-1 1 0,0 2-152,6 4 1,0-6-76,0 1 0,0-1-330,0-6 1,2-3 132,4-2 1,-2-4-247,7-2 0,-5-6 44,5 1-61,1-8 1,5 3 80,0-7 0,-6 0 13,1 0 1,-1-7 83,6-5 1,-5 3 3,-1-3 0,0 1 80,7-6 0,-1 0-27,0 0 1,-6 1 63,1 5 1,-3-4-82,3 3 0,1 3 115,-7-3 0,1 9 30,-1-3 134,-4 4-232,6 2 0,-8 2 0,0 4 1,5-3 275,1 9-196,0-1 0,-4 6-115,3 0 1,-3-5 122,4-1-209,3-7 0,-1 6-168,3-5 96,5-3 0,-7 4 116,8-12 0,-1-3 29,-5-8 1,4-1-453,-3 1 1,3-2 178,2-4 1,-2 4-207,-3-3 317,3 2 0,-13 9 539,4 0-109,3 7 1,-7-2 203,4 12 1,-4-2-314,-2 7 0,-6 0-72,0 7 1,0-1 396,6 0 0,0 0-123,0 0 1,0 0-554,0 0 0,0 1 187,0-1 0,0-6-1302,0 1 156,0-9 322,8 5 0,-4-8 252,7 0 626,-7 0 0,11-15 0,-5-4 0</inkml:trace>
  <inkml:trace contextRef="#ctx0" brushRef="#br1">11685 11152 7569,'-9'0'1540,"1"0"-1297,8 0 0,2 0-275,4 0-365,3 0 1,8 0-182,0 0 0,-1 2 578,-5 4 0,4-4 0,-5 6 0</inkml:trace>
  <inkml:trace contextRef="#ctx0" brushRef="#br1">11959 11272 7569,'0'12'861,"0"-1"1,0-5-511,0 5 0,0 1-168,0 5 1,0 6 389,0 0 1,-5 7-173,-1-1 0,-2 3-33,3 2 0,3 0-146,-4 1 1,-2-3-160,3-3 1,-1-3 119,6-3 1,0-10 183,0 5-669,0-13 293,0 11 0,2-22 1,4 0 0,3-9 27,8-8 1,2-4-769,4-7 0,-4-2 356,4-4 1,-4 2 177,-2-8 0,0 14 7,0-2 0,-1 11 56,-5 0 0,-1 10-215,-5 1 161,-3 8 1,6 6 29,-8 15 0,0 1 64,0 4 1,0 5 1555,0 2 1,0-3-649,0 3 0,2-8-366,3 2 1,5-4-262,7-2 0,0-6-328,0 1 1,2-9 61,4 3 0,-2-4 86,8-2 0,-6-2-300,5-4 0,-5-3 134,5-8 0,-7-2-146,2-4 1,-4 2-33,-2-8 1,1 1-178,-1-6 0,-8 1 241,-3 5 1,-4-3 63,-2 8 1,-2 2 154,-4 10 0,-3 3-67,-8 8 1,-1 4 290,1 8 1,-6 1-172,1 15 1,-1-7 261,6 2 1,5 4-214,1 1 1,7 3-198,-2-3 1,4-1-31,2-4 1,2-4-342,4 4 1,2-4 9,3-2 1,10-6 179,-4 1 0,10-8-9,-4 1 1,1-3 356,-1-2 0,-4-9 0,4-8 0,2 0-51,-2-6 1,0 4-25,-6 1 1,-6-4 169,0-1 1,-1-2 282,1 2 257,-3 4-406,-8-6 0,-2 16 399,-4 3 1,-3 4-214,-8 2 1,2 8 78,3 3 1,-3 10-122,3 2 0,3 6 20,-2-6 0,7 5-193,-2-5 0,4 0 125,2-6-175,8 0 1,1-2 32,8-3 1,6-7-148,0-10 1,8-5 120,-3-7 0,4-8-313,3-3 0,-1-5-34,0-1 1,1-8-124,-1-3 0,0-5 30,0-1 0,1-1-232,-1 1 1,-2 1 286,-3 5 0,-4 10-86,-8 13 553,0 3 0,-8 13-218,-3 12 1,-4 7 796,-2 21 0,-8 2-276,-3 10 0,1 3-10,-1-3 1,5-4-590,-5-2 1,7 2-544,-2-2 1,4-6-126,2-5 1,0-8 210,0 1 514,0-3 0,8-1 0,2-1 0</inkml:trace>
  <inkml:trace contextRef="#ctx0" brushRef="#br1">2467 12660 7569,'0'-11'0,"0"-1"1067,0-1-85,0-2-368,0 5 82,0 3-435,0 29 1,6 3 78,0 26 1,5-3-182,-5 9 0,7 2-145,-1-2 1,-3 0-23,2-5 1,-1-3-163,1-3 1,5-6 80,-5-12 1,-1-3 58,1-8 0,-7-5-108,2-1 90,-5-7 1,5-6-128,0-15 1,0-8-77,-6-9 1,5-8-55,1-4 1,5-3 103,-5-2 1,6 1-88,-7 4 0,9 1 157,-3 10 0,4 5-22,2 13 1,-5 7-59,-1 5 1,-1 5-71,1 5 1,2 12 977,-7 12 0,0 5-262,-6 6 0,0-4-78,0 4 1,-2-3-172,-4-3 0,-3 0-46,-8 0 0,5-5-191,1-1 0,-1-9 75,-5-1 0,0-3-591,0-9 0,6-1 15,-1-5-1090,8 0 1642,-11-7 0,13-11 0,-5-8 0</inkml:trace>
  <inkml:trace contextRef="#ctx0" brushRef="#br1">2844 13020 7569,'10'7'1380,"5"-5"-972,-4 4 1,5-4 52,1-2 1,2-6-140,4 0 0,-2-7-139,7 2 1,-1-4-182,1-3 1,-1 1 95,-4 0 0,-4-6-417,4 0 0,-10 1 73,-2 4 0,-7-4-183,2-1 0,-4-2 255,-2 2 1,-8 6-24,-3 0 0,-4 2 242,-3 9 1,1 2-124,0 10 1,0 5 484,0 12 0,0 4-190,0 7 0,1 0 156,5 1 1,3-1-192,8 0 0,2 0-186,4 1 1,4-1-139,7 0 0,0-1-440,0-5 1,6 3 5,0-9 0,5 1 265,-5-6 1,6-7-1081,-7-4 1391,9-5 0,-4-8 0,7-3 0</inkml:trace>
  <inkml:trace contextRef="#ctx0" brushRef="#br1">3564 12848 7569,'-17'0'0,"0"0"0,5 0 0,1 0 0,1 2 1274,-1 4-784,-4 4 0,5 7-125,-7 0 1,5 0-149,1 0 1,5 8 366,-5 3 0,7 3-195,-2-3 1,-1 5-114,1-5 1,0 5-135,6 1 1,8-7-106,3-5 0,5 1 61,1-6 0,6 2-117,-1-13 1,9 6 170,-3-7 1,11-1-48,0-10 1,1-3-755,-5-8 0,-1-2 312,0-4 0,-5 2-213,-1-8 1,-7 7 120,2-7 0,-6 0 1,-5-5 1,1 0 124,-7 0 0,-1-1 113,-5 1 0,0 6-200,0-1 206,-7 8 1,-3-2 576,-7 12 1,0 5-274,0 12 0,-2 5 353,-4 12 0,2 4-137,-7 7 0,7-2-1,-2-3 0,4 9-144,2-4 0,7 2-41,4-7 1,4 1 24,2-7 0,2 2-9,4-2 0,2-10-352,3 4 1,4-11 115,-3 0 0,3-4-69,2-2 0,0-6-32,0 0 0,1-13-39,-1 2 0,0-10 84,0 5 0,-2-9-60,-3 3 0,1-5 113,-7-1 1,-1 2-16,-5 3 1,6 4 305,0 8-156,-1 0 243,-5 7 1,-1 3 1,-5 7 1,2 7 121,-7 5 0,5 9-182,-6 2 0,9 7 44,-3-1 0,4 1-52,2-1 1,2 3-1,4-3 0,-3-5-399,9-1 0,-1 0 149,6-6 0,3 2-133,2-13 0,-3 5 7,4-5 1,-2 0-101,2-6 0,-4-8 45,4-3 0,-6-6-14,-6-6 0,5 2 104,-5-8 1,2 6 15,-1-5 1,-3 5-105,-3-6 0,-4 7 84,4-7 0,-4 8 144,-2-2 0,2 6 45,3 6 233,-3-4-56,6 13 17,-8-6 1,0 16-179,0 3 0,0 6-20,0 6 0,0-2 269,0 7 1,0-1-79,0 2 0,0 3-231,0-3 1,5-5-27,1-1 1,7-4-133,-1-2 1,1 0 63,-1 1 1,3-9-113,-4-3 0,-1-4 126,1-2 1,-5 0-4,5 0 1,-1-8-255,1-3 0,5-5 90,-5-1 0,-1-5-25,1-1 0,-2-6 52,3 6 0,1-5 37,-7 5 1,2-6 55,-3 6 1,-3 1 60,4 5 1,-2-1-221,1 1 17,-3 8 838,6-6-456,-8 13 0,0-4 161,0 12 1,0-3-49,0 9 0,0-1 65,0 6 0,0 2-126,0 4 0,0-4-82,0 4 1,6-4 38,-1-2 1,3 6 7,-2 0 1,-3-2-709,9-10 1,-6 5 311,5-5 1,-5-1-1930,5 1 1202,1-7 1,5 9-891,0-7 1844,-8-1 0,14-12 0,-4-3 0</inkml:trace>
  <inkml:trace contextRef="#ctx0" brushRef="#br1">4832 12986 7569,'9'-18'343,"-1"1"1,-8 0-37,0 0 0,0 6 264,0-1-346,0 1 0,-2-1 112,-4 1 1,2 7-104,-7-2 1,0 4-199,-7 2 0,7 2 89,0 4 1,-1 4-75,-5 7 0,2 0 3,3 0 0,-1 0 60,7 0 0,1-5-26,5-1 0,0 1 6,0 5 1,0 0 40,0 0 1,7-6-45,5 1 0,3-1 11,2 6 1,0 6-28,0 0 1,4 0-87,-4-6 1,4 0-27,-9 0 0,1 0 71,-2 0 0,-1-1-39,-4-5 103,-4 4-198,5-5-55,-14-1 1,-3-1-159,-7-8 0,0 0 5,0 0 1,0 0-145,-1 0 1,7-6 155,0 1 0,5-7 89,-6 6 0,9-1 140,-3 1 1,4 2-302,2-7 436,0 7 0,2-5 91,4 3 1,3 2 135,8-7 0,6 5-132,0-5 0,2 1 92,-2-1 0,-4-5-92,3 5 0,3-10-86,-2-2 1,6 0-69,-7 6 0,1-6 85,-6 0 0,1-1-435,-1 1 1,-8-4 16,-3-7 0,-4 5-131,-2 1 0,0 1 295,0-1 0,-2 5 120,-4 11 1,2 5 479,-7 7 0,0 2-256,-7 3 1,7 13 151,0 10 1,1 3-167,-1-3 0,3 3 201,8-9 1,0 7-385,0-6 1,2 2-479,4-3 0,3-3 355,8 4 136,0-4 0,1 6 0,-1 2 0</inkml:trace>
  <inkml:trace contextRef="#ctx0" brushRef="#br1">5963 12626 7885,'0'-10'754,"1"5"1,3 12-676,2 10 1,7 8 31,-1 9 0,-3 8-141,3 4 0,-7 1 52,7-1 0,-8 4-138,1-5 0,-3-3 57,-2-2 0,0-6-462,0-5 0,0 1 37,0-7 1,0 0-105,0-6 0,-7-7 588,-5-5 0,3-3 0,-3-2 0,-7-7 0,-7-3 0</inkml:trace>
  <inkml:trace contextRef="#ctx0" brushRef="#br1">5894 13123 7569,'-27'-23'0,"4"0"0,10 0-177,2 6 180,7-8 0,-9 6 368,7-4-163,0-3 0,12 7-4,0-4 1,7 4 10,-2 2 1,6-1-100,6 1 0,-2 0 67,8 0 1,-6-6 28,5 0 1,-1 6-18,1 6 0,5 1-39,-5-1 0,-1 3 68,2 8 1,-8 0 56,1 0 1,-3 10-66,-1 7 1,-1 2 9,0 10 1,-8-1-59,-3 6 0,2 8 15,-3 4 1,1-2-74,-6 1 0,0-7 85,0 2 0,0 0-230,0-5 1,0 1 8,0-13 0,6-6 16,-1-6 0,3-7-3,-2 2 1,3-6-70,8-6 1,1-11-295,-1-12 0,0-3 187,0-2 1,0-1-20,0 1 0,0-4 92,1 4 1,-3-2-83,-4 13 83,4 0 1,-11 8 543,8 3-135,-9 5 0,5 14 135,-8 5 1,0 3-117,0 2 1,0 0-74,0 0 0,6 1-182,-1-1 1,9 0 135,-3 0 0,4-6 27,3 1 0,-1-8-252,0 1 0,6-5-422,0-5 0,5-5 188,-5-7 1,2-8-161,-2-3 0,-6 1-136,0-2 0,-2 1 215,-9-6 1,-1-1-27,-5 1 1,0 7-286,0 5 734,-7 10 0,-3 5 44,-7 7 1,6 9 52,-1 8 0,3 8-137,-3 9 1,5 0 24,7 1 0,0-1-816,0 0 1,7-5 374,5-1 1,11-7 378,5 2 0,5 4 0,1-1 0</inkml:trace>
  <inkml:trace contextRef="#ctx0" brushRef="#br1">8053 12489 7569,'0'-17'0,"0"-1"0,0 1 884,0 0-527,0 8 0,0 9 539,0 11-606,0 12 0,-6 11 81,0 12 0,1 3 64,5 3 0,0-1-341,0 1 1,0 3 39,0-4 0,0-1 61,0-10 0,0-6 0,0 0 0,2-3-735,3-14 248,-3 4 108,13-12 0,-5-1 68,7-8 0,-5-10-76,-1-13 0,0 4-42,6-3 0,-1-3 83,-5 2 0,2 0 90,-7 6 1,6 0-69,-7 0 377,9 7 62,-5 3-77,8 14 0,0 3-122,1 7 0,-7 6 65,0 0 0,1-1-192,5-4 1,6-1 90,0 0 1,1-2 27,-1-4 0,-4 3-9,4-9 1,2 1-437,-2-6 1,5-7 151,-5-5 0,2-5 91,-2-6 0,-4-2-198,4-3 0,-12-6-218,-5-1 1,1-1 106,-1-9 0,0 6 105,-6-1 0,-2 0 90,-4 6 0,-3 4-2,-8 13 0,5 1 756,1 5 1,-6 5-184,-6 12 0,-2 4 66,2 7 1,4 7-146,-4 5 1,4 5 159,2 6 1,0-7-137,0 6 0,7-6-71,5 7 0,3-4 5,2-2 0,5-7-54,1-4 1,7-6-403,-1-6 0,3-1-14,2-4 58,0-5 0,0-1 69,1-11 0,-1-6-85,0-6 1,0 2 51,0-7 0,-2 5 76,-3-6 0,3 1 5,-4-7 1,-1 1-6,1 0 0,-5 7 138,5 4 0,-7 4-10,2 2 0,-4 6 218,-2-1-53,8 9-6,-7-5 0,7 16 182,-8 3 1,0 12-163,0 5 1,0 5-73,0 1 1,0 2-12,0 4 1,0-9 25,0 3 1,2-4-70,4 5 0,3-9-181,8-3 1,0-4 19,1-2 1,-1-2-164,0-3 1,-6 1-147,1-7 0,-1 0 163,6-6 0,0-8 80,1-3 0,-1-7-4,0-4 0,-2 1-163,-4-8 0,5 6-17,-5-5 1,-3-1 132,-3-5 0,3 5 57,-2 1 0,-1 7 85,-5-2 0,6 10 157,0 1 1,0 7-21,-6-7-292,0 8 116,0-3 1,-2 12 521,-4 1 0,4 7-145,-4-1 0,4-3-42,2 3 1,0-1-155,0 6 0,2 0-136,4 1 1,-2-3-79,7-4 0,1 4 64,5-3 0,-6-3 162,1 3-110,-1-8 1,1 9-592,-1-7 381,0-1 1,1-5-93,-1 0 162,-7 0 1,6-2-5,-5-3 1,-3 1-120,4-7 1,-4-1 101,-2-5 0,0 0 46,0 0 1,0-6 5,0 0 1,0-5-211,0 5 1,0-2 96,0 2 0,0 4 258,0-4 1,0 10 16,0 1 312,0 9 262,0-5-488,0 8 1,7 0-79,5 0 0,3 6 21,2-1 0,6 3 370,0-2 0,7-2-208,-1 7 1,-2-7-169,1 2 1,1 1-24,5-1 0,-7 0-142,-5-6 0,3-2-161,-2-4 1,0 2 155,-6-7 0,-6-1 72,1-5 0,-8 6-34,1-1 1,-3-1-572,-2-10 0,0 4 205,0-4 1,-7 10 210,-5 2 0,-3 7 242,-2-2 0,5 4 297,1 2 1,0 8 307,-7 3 1,7 12-359,0 6 0,7 1-132,-2-1 0,4 3 35,2-4 1,2 5-33,4 1 1,3-7-333,8-4 1,1 1-590,-1-1 1,2-6-51,4-5 0,-4-3 796,3 3 0,5 3 0,0-6 0</inkml:trace>
  <inkml:trace contextRef="#ctx0" brushRef="#br1">10383 12814 7569,'0'-17'0,"0"0"0,-2 6 857,-4-1-498,4 1 1,-7 1 230,3 4-107,4 5-283,-13 1 0,6 3 23,-9 9 0,1-1 271,0 12 0,0 4-155,0 1 0,0 5-102,0 1 1,7-6-55,4 1 1,5-2-358,1 1 0,7-3 80,5-8 1,3-7-101,2-5 0,6-3 79,0-2 0,7-9-48,-1-8 0,-3-8-130,3-9 0,-1-3 114,7-3 0,-3 2 24,-3-7 0,-3-3 36,-3-9 0,-4 2-31,4-8 0,-6 0 34,-5-5 1,1 14-5,-7 9 0,-1 14 210,-5 8 168,0 4 1,-2 14 257,-3 10 0,-1 9-247,-11 20 1,3 6-152,-8 17 0,8-2 0,3 8 0,7-8 438,-2 2 0,4-3-213,2-3 1,8-7-306,4-4 0,1-6 15,-2-5 0,10-5-160,-4-7 0,-1-1-480,-5-5 462,0-3 0,7-8 80,-1 0 1,-2-10-32,-4-7 1,3-2-369,-9-10 1,7 1 132,-7-6 1,1-1 154,-6 1 0,0 0 72,0 0 0,0 7 100,0 4 1,0 4 458,0 2-285,0 7-207,0 3 26,0 7 1,0 7 313,0 5 1,-6 3-100,1 2 1,-1 6-51,6 0 1,2 5-121,4-5 0,-4 6-118,3-6 1,5-1-197,1-4 0,-1-1 6,1 0 228,1 0 0,5-6 5,0 1 1,0-8-872,0 1 0,0-3 150,0-2 1,1-7 50,-1-5 0,0-3 218,0-2 0,-8-2 71,-3-4 1,-4 2 401,-2-7 0,0-1 0,0-5 0</inkml:trace>
  <inkml:trace contextRef="#ctx0" brushRef="#br1">10948 12574 7569,'-11'-17'18,"0"0"1,7-6 176,-2 0 1,4 1 53,2 4 0,0 1-93,0 0 0,2 6 27,4-1 1,5 1 22,12-6 1,-2-6-24,8 0 1,-7 0-265,7 6 1,-8 0 58,2 0 0,-4 7-21,-2 5 245,-8-5 270,-1 8-63,-8-5 0,0 16-136,0 8 1,-8 10-74,-3 13 0,1 6-7,-1 11 1,0 5 506,-7 13 0,3-3-300,4 8 1,-2 0 114,7 6 0,-6-1-265,7 1 0,-1-6-176,6 0 0,-6-14-406,1 3 1,-1-12 257,6 0 0,0-11 229,0-6 0,-6-6 28,0-5 1,1-10-1181,5-8 1,-2-7 98,-4 2 1,4-6-112,-4-6 1,-1-11 534,1-12 0,0-11-327,6-5 0,0-7 189,0-5 1,0-4 246,0-7 1,0-1 364,0 1 0,0 12 0,0 5 0,2 13 43,4 4 0,-4 1 92,4 10 1,3 3 171,3 8 0,-1-3-128,6 3 0,-7-1 203,13 2 1,-6-6-146,11-1 1,1 1-54,5-6 0,-5 3 16,-1-3 0,3 2-21,9-8 1,-10 6-394,4-5 0,-5-1 115,-1-5 0,-3 0 53,-8-1 0,0-5-113,1 1 1,-9-3 20,-3 2 0,-2 9 317,1-3 0,-3 17-56,4 0 1,-6 11-121,-6 0 0,2 6 8,-7 6 0,0 7 884,-7 16 0,-4 1-258,-1 16 1,6 2-159,5 9 0,3 2-251,-3 3 0,-1 5-184,7-4 0,-5-2-364,5 2 0,0-8 252,6 2 0,0-6 224,0-5 0,0-4-61,0-8 1,0-1-3463,0-5 3367,0 4 0,0-13 0,0 6 0</inkml:trace>
  <inkml:trace contextRef="#ctx0" brushRef="#br1">11188 12866 7235,'0'-10'1760,"0"-5"-1399,0 5 1,2-5-148,4 4 0,3-5-8,9 5 1,4 2-24,1-3 1,2 6-1125,-2-5 0,-2 7 941,7-2 0,-7-11 0,4-2 0</inkml:trace>
  <inkml:trace contextRef="#ctx0" brushRef="#br1">11582 12729 7569,'-2'11'1294,"-3"0"-389,3-7-252,-6 11-447,8-13 1,2 6-24,4-8 1,3-2 146,8-4 1,6-3-166,0-8 0,6 0-274,-6-1 1,1 1 37,-1 0 1,-9-6-77,3 0 0,-6-1-285,0 1 0,-3 2 194,-8-8 1,0 7-45,0-7 125,-8 8 0,-1 2 236,-8 8 0,0 7 125,0-2 0,-1 12 206,1 5 1,0 6 217,0 6 0,6 6-277,-1 11 1,6-4-51,-5 4 1,7 2-58,-1-2 1,3 0-39,2-6 1,7-6-24,5 1 0,-3-8 0,3 2 1,-1-6-144,6-6 1,-4-1-729,5-4 1,-11-4 318,10 3 1,-3-10 23,3-7 0,0-5 49,0-6 0,-5 2 75,-1-7 0,-2-1 80,3-5 0,3 1-10,-3 5 1,-3-3 119,2 9 1,-7 4 59,2 7 1,-2 7 386,2-1-228,-5 3 0,7 4 114,-8 3 1,-8-1 172,-3 7 1,3 1-184,3 5 1,-3 2-83,2 4 0,-1-10 10,1 4 0,4-3 141,-4 3-268,4 0 0,2-6-386,0 1 131,0-8 0,0 3 0,6-9-195,0-3 1,7-5 175,-1-7 1,-3 6-137,3-1 0,-7 1-131,7-6 332,-1-1 0,4 7-273,-3 0 163,3 7 1,-5-10 29,7 9 208,0-1 1,0 6 209,0 0 1,0 0-158,0 0 0,-3 0 124,3 0 0,-4-2-81,10-4 1,-4 5-78,-2-5 0,0-2 82,0 2 1,1-5-44,-1 5 0,0-7-143,0 2 0,0-5-55,0-1 1,-7 0-179,-5 0 1,-3 0 122,-2 0 1,0 0 92,0-1 1,-2 9-11,-3 3 1,-5-1 82,-7 1 1,0 2 196,0 10 1,-6 3 470,0 8 1,0 6-22,6 0 1,0 8-265,0-3 0,5 5-56,1 1 0,7 0-109,-1 0 1,3 1-309,2-1 0,2-8 139,3-3 1,-1-4 132,7-2 0,1-1-310,5-5 1,0 2-517,0-7 1,0-2 390,1-10 0,1-3 2,3-8 1,-3-8 25,4-4 0,-2-3 64,2-2 1,-4-6 132,4 0 1,-10 2-49,-1 9 0,-7-1-17,7 7 1,-8 6 168,1 5 393,-3 8-232,-2-3 1,0 9 141,0 3 1,-5 5 72,-1 7 0,-6 0-146,7 0 0,-3 6-193,2 0 1,5 2 64,-5-2 1,4-4 239,2 4-522,0-4-785,0-2 624,0 0 1,2-8-233,4-3 0,-3-4 150,9-2 1,-3-2 68,3-4 1,3-1 199,-4-5 1,3-3-57,-3 4 0,2 1-266,-7-1 402,7 7 611,-3-4-373,-1 8 0,1 0 91,-4 0 1,-4 8 13,3 3 0,-1 5-93,2 1 1,-4 6-79,3-1 0,5 1-32,1-6 0,-1-1 35,1-5 0,1 2-115,5-7 0,0 0-210,0-6 0,6-2 160,0-4 0,2-9-58,-3-8 1,-2-7-86,2 1 0,-1-9 55,2-2 1,-6-8-344,0 3 1,1-7 173,-7-5 0,4-2 135,2-4 0,-5 1-110,-1 10 0,-1 7-693,1 16 731,-3-3 511,-8 20 0,-2 1 379,-4 22 0,-3 3-391,-9 14 0,1 1 24,0 5 0,2 6-25,4 0 1,-3 2-643,8-2 0,-5-4 31,5 4 0,1-4-167,5-2 0,-6-5-971,0-1 1450,1-7 0,5 4 0,0-8 0</inkml:trace>
  <inkml:trace contextRef="#ctx0" brushRef="#br1">12782 12352 7569,'0'-10'1249,"0"3"0,5 5-1296,1-4 1,9 4-140,3-4 1,1 4-391,9 2 1,-5-5 575,5-1 0,1-7 0,5 3 0</inkml:trace>
  <inkml:trace contextRef="#ctx0" brushRef="#br1">2844 14116 7569,'-11'0'1194,"-1"0"-781,9-7 1,-11 3-10,8-8 1,-5 7 16,5-7-276,-7 8 0,4-9 62,-9 7 1,7 1-13,0 5 0,5 0-116,-6 0 0,7 7 116,-7 5 0,7 9-184,-7 1 1,8 7 36,-1-6 0,3-6-230,2-6 115,0 1 1,7 3 14,5-4 0,3-3 63,2-8 1,0-8-139,0-3 0,2-12-51,4-5 0,-4-7 48,4-5 0,2-1-10,-2-5 1,0-9 56,-6 3 1,-2-11-233,-4 1 0,3-3 48,-9 2 0,1 0 58,-6 12 0,0 5 242,0 18 173,0 3 1,0 17 214,0 8 0,-6 23-226,1 17 0,-7 10 224,7 7 0,-1 9-188,6 9 1,0 1-79,0-2 0,2-11-81,3 0 0,7-2-110,11-4 1,-2-10-69,7-13 1,-5-7 65,6-10 1,-8-5-34,1-1 1,-3-9 49,-1-2 0,-1-8-145,0-9 1,-6-8 87,1-3 0,-7-4-110,7-3 0,-8-1 50,1-4 0,3-4 46,-2-7 0,-1 9 80,-5 8 1,0 2-149,0 9 359,0 0-161,0 13 1,0 5 117,0 10 1,0 5-44,0 7 1,0 6-82,0 0 1,0 7-71,0-1 0,6-5-86,0-1 0,1 2-107,-1-2 0,-2-6-843,7-6-833,1-7 1020,5 4 889,0-8 0,-7-15 0,-3-4 0</inkml:trace>
  <inkml:trace contextRef="#ctx0" brushRef="#br1">3221 13774 7569,'-17'0'741,"7"-8"-117,3 6-283,7-6 1,0 7 394,0-5-579,0 4-19,15-6 0,-3 6 2,10-3 0,5 3-110,2-4 1,-3 4 46,3 2 0,-3 8 100,3 3 0,1 6-8,-7 6 1,0 4-32,-6 7 1,-2 2-63,-3 4 1,1-2 23,-7 8 1,2-6-82,-3 6 0,-3-10 16,4-2 1,3-7-162,3-10 1,-3 0-5,3 0 0,-7-7 121,7-5 1,-6-5-94,5-5 1,-5-5 55,5-7 0,-1-8-194,1-3 1,4-10 31,-3-2 1,-3-8 25,3 2 1,-7-1 53,7 1 0,-6 0-26,5 12 0,-7-2 285,2 13-241,3 0 264,-7 14 0,6 3-66,-8 12 0,0 11 197,0 11 1,0 5-105,0 1 1,0 8-71,0 4 1,0-3 11,0 3 0,0-8 7,0 2 0,5-6-291,1-5 1,7 1 88,-1-7 0,-3-6-52,3-5 0,-7-8 26,7 1 1,-7-5-32,7-5 0,-6-5 67,5-7 0,0-8-20,7-3 1,-7 1 47,0-2 1,-5-5 8,6-6 1,-3 2 100,3 10 0,1-3-69,-7 8 1,-1 6 389,-5 6-264,0 7 0,0-2 205,0 12 1,0 3-90,0 9 1,0 6 21,0 5 1,6 3-51,0 3 0,5-1-4,-5 0 1,7-2-157,-1-3 0,3-4 122,2-8 0,6-2-200,0-4 1,1 3 42,-1-8 0,-2-1-272,8-5-1,-8-2 88,2-3 1,-1-5-22,-5-7 0,4-2-62,-9-4 0,-5 2-161,-1-7 1,-4-1-43,-2-5 0,-2 0 120,-4-1 1,-3 1 201,-8 0 0,2 7-29,3 4 0,-3 12 774,4 5-448,-5 4 1,1 4 21,4 4 0,1 9 34,4 8 0,4 2 179,-3-3 0,5-1-167,5 8 1,-1-8-86,8 2 1,-1 2-186,6-3 1,0 1 45,1-6 0,-1 0-179,0 1 0,0-7 20,0 0 0,0-1 7,0 1 0,-5 3 94,-1-9 0,-5 1-22,5-6 0,-5 0-11,5 0 1,-5 0 28,6 0 0,-7 0-270,7 0 220,-8 0-222,11-8 180,-13 7-8,13-7 96,-13 0 0,7 6-63,-3-3 206,-4 3-119,6 2 0,-7 0-246,5 0 183,-4 0-124,13 0 1,-7-2 51,3-4 1,5 2-45,-5-7 1,-1 1 94,1-1 1,-2-4-27,3 3 0,1-3 169,-7-2 1,5 6-99,-5-1 905,0 8-463,-6-3 715,0 7-293,0 0 0,0 7-432,0 5 1,0 3-27,0 2 0,0 0-116,0 0 1,2 1 162,3-1-364,-3 0 1,6 0 227,-8 0-565,8 0 83,-7 0-184,15 1-161,-14-9-436,5-1 292,-7-8 69,0 0 736,0-8-163,0 6 398,0-5 638,0 7 508,0 0-1223,-7 0 109,5 0-72,-6 0-256,8 0 132,0 0 27,0-8-291,0-2 1,0-7-138,0 0 1,0-8-60,0-3 0,6 1 88,-1-1 0,3-3 11,-2-9 0,-2 6 60,7 0 1,-1 1 272,1 10-133,4 1-195,-5 4 320,7 1 1,0 8 257,0 3 22,-7-3-258,5 7 0,-6-6 33,8 8 0,-5 6-71,-1 0 0,-5 5 90,5-5 1,-1 13-112,1-2 1,3 11 3,-9 1 0,7-2-12,-6 1 0,-1 1-3,-5 5 0,2-2-155,4-3 0,-4 1 64,4-7 0,-3 0-355,3-6 1,-4 0 165,4 0 1,-3-5-1632,3-1 1341,-4-7 1,8 4-241,-5-8 735,-3 0 0,13 0 0,-5 0 0</inkml:trace>
  <inkml:trace contextRef="#ctx0" brushRef="#br1">5586 13962 7569,'0'-17'354,"0"-2"124,0-4 1,0 8-286,0-8 0,0 8 13,0-8 1,0 10 92,0 1 1,-2 3-78,-4-3 1,2 5-107,-7 7 0,-1 0 37,-5 0 1,-6 7 29,0 5 1,-1-3-88,1 3 1,4-1 17,-4 6 0,10 0-156,1 0 85,8 0 0,-3 1-150,7-1 144,0 0 0,7 0-87,5 0 1,5 0 68,6 0 1,2 1 30,3-1 1,5 0-106,-5 0 1,-1 0-21,1 0 0,-7-5 35,2-1 0,-6 0 54,-5 7 0,1-1-25,-7 0 0,-1-6 14,-5 1 1,-2-3 41,-3 3 0,-5 1-72,-7-7 0,0 5-68,0-5 0,0 0 66,0-6 1,-6 0-69,0 0 0,0-2 38,6-4 1,5 2 26,1-7 0,2 5 1,-3-5-9,5-1 0,7-5-157,0 0 1,7 5-19,5 1 0,8 0-40,3-7 1,2 7 88,-2 0 0,-2-1 29,7-5 1,-1 2 109,2 3 0,1-3-88,-7 4 0,0 3 269,-6 2 1,0 3-24,0-3 775,0 4-528,0-6 0,-1 10 78,-5 4 1,-3-2-148,-8 7 1,2 1-87,3 5 0,-3-6-244,4 1 1,-4-1 197,-2 6-617,0 0 0,2 0 113,3 1-1481,-3-9 1050,6 6 0,-6-13-134,4 4 0,-4-6 256,3-6 636,-3 4 0,6-21 0,1 4 0</inkml:trace>
  <inkml:trace contextRef="#ctx0" brushRef="#br1">5894 13842 6445,'0'-17'186,"0"6"1154,0-1-739,0 8-357,0-11 169,8 13-120,1-5 1,8 7 73,0 0-123,1 0 0,-1 7-26,0 5 1,-6 5 70,1 6 0,-9-2-113,3 7 1,2-5 6,-3 5 0,1-1 39,-6 2 1,6-3 190,0-3-425,7-4 0,-4 6 145,9-8-221,-1-7 0,0 3-60,0-7 1,0-3-45,0-8 0,-2 1 25,-3-8 1,-3 1 66,-3-6 0,-4 0-193,4 0 1,-4-2 65,-2-4 1,0 2-12,0-8 1,-2 1 76,-4-7 1,4 9 266,-4 3 0,5 4 153,1 2 55,0 0-233,7 0 193,3 7 139,7 2 0,-2 10-175,-4 4 1,3 4 246,-9 7 0,9 0-166,-3 0 0,-3 6 85,-2 0 0,1 5-156,-1-5 0,0 6-105,-6-7 1,5 1 18,1-6 0,2-1-111,-3-5 1,-1-1-104,8-5 1,-7-3 86,7 4 1,-1-12-360,6-5 1,0-6 187,1-6 1,4 2-188,1-8 1,0 8 345,-6-1 0,-2 8 620,-3 3-410,3 7 0,-11-4 146,7 8 1,-7 14 330,2 3 0,1 9-227,-1-3 1,2 6-564,-3-6 1,-1 5 116,8-5 0,-3 0-1242,3-6 1,3-2-81,-4-3 0,-1 1-696,1-7 1,-5 5 1980,5-5 0,1 0 0,5-6 0</inkml:trace>
  <inkml:trace contextRef="#ctx0" brushRef="#br1">1216 15435 7569,'8'-17'0,"-6"0"55,4 0 1,-4 0 317,-2 0 0,0 5 260,0 1 223,0 7-145,-8-4-490,-2 8 1,-7 4 125,0 8 0,2 1-113,4 15 0,-5 7 52,5 5 1,1 0-92,-1-6 0,7 0-92,-2 0 0,5-5 92,1 0 0,0-8-208,0 1 1,5-8-147,1-3 0,7-1-514,-1 1-200,3-3 0,2-8 445,0 0 0,0 0-221,0 0 1,1-6 197,-1 0 0,2-9 451,4-2 0,-4-8 0,5-9 0</inkml:trace>
  <inkml:trace contextRef="#ctx0" brushRef="#br1">1336 15041 7569,'0'-9'688,"0"1"0,6 10 139,0 4 0,13 5-375,-2 12 1,6 6-20,0 11 0,-4-2-113,4 7 0,1 7 18,-1 5 0,6 2-51,-6-2 1,5-2-280,-5 8 1,-2-2-112,-10 2 1,-1-12-94,-4-11 0,-5-6-70,5-5 1,-12 1 158,-5-7 1,-10-2-270,-2-10 1,-5 3 116,5-8 0,-13-1-794,1-5 1,-1 0 455,8 0 1,-5-2 596,5-3 0,3-5 0,0-7 0</inkml:trace>
  <inkml:trace contextRef="#ctx0" brushRef="#br1">2587 15093 7569,'-2'-12'710,"-3"1"-73,3 7-18,-6-4-310,8 8 1,0 10 188,0 7 1,0 2-216,0 10 1,0-3-204,0 3 0,6 3-116,-1-3 1,3-3 80,-2 3 1,-2-8 149,7 2 0,-7-10 195,2-2-482,-5-7-175,7 4 19,-6-8 0,6-8 48,-8-3 1,0-6 16,0-6 1,0 2-51,0-8 1,0 1 90,0-6 1,0-3 86,0-3 0,0-1-22,0-5 1,1-4-145,5 5 0,-4 5-377,4 5 2,3 1 531,1 15 229,7 2 0,-2 11 215,-3 12 0,-3 4-205,-3 7 1,-4 6-120,3-1 0,-3 9 29,-2-3 1,0 3 170,0-3 1,0 3 30,0-8 0,-5 5-278,-1-5 1,-7 0 7,1-6 1,3-2-82,-3-3 0,3-3-105,-3-3 1,-3-4-52,4 4 219,3-5 1,-5-8-63,7-5-110,0-3 0,8-2 49,4 0 0,-2 2-219,7 3 0,1-1 211,5 7 0,6 1 232,-1 5 1,1 0 162,-6 0 0,2 7-158,4 5 1,-4 3-79,4 2 1,-4 0 26,-2 0 1,-1 6 125,-5 0 0,2 0 43,-7-6 0,0 0 123,-6 0 1,-2 4-34,-4-4 1,-3 4-107,-9-9 0,-4 1-240,-1-2 1,-6 5 109,6-5 0,-5-3 75,5-3 0,-6-3-8,7-2 0,-3 0-194,2 0 164,4 0-1869,-6 0 373,8-7 643,8-3 0,3-1-71,12-1 0,3 8 79,8-1 732,0 3 0,8-6 0,2-1 0</inkml:trace>
  <inkml:trace contextRef="#ctx0" brushRef="#br1">3255 15178 7569,'10'-9'1118,"-2"1"-768,-8 8 1,1 0 545,5 0-577,-4 0 1,8 0-114,-5 0 1,5 0-24,7 0 1,0 0-269,0 0 1,0 0-40,0 0 1,6 0-1071,0 0 1,2 0 340,-2 0 853,-4 0 0,13-7 0,-5-3 0</inkml:trace>
  <inkml:trace contextRef="#ctx0" brushRef="#br1">3821 15076 8650,'0'17'570,"0"7"1,0 3-151,0 7 0,0 2-95,0 4 1,0 2-120,0 4 0,2 2-23,3-8 1,-1 0-109,8-6 0,-7-2 95,7-3 1,-7 1-483,7-7 0,-8-6 154,1-5 1,-1-9 22,2 3 1,-4-6 37,4-6 0,-5-5 104,-1-12 0,2-4-29,4-7 0,-4-2-5,4-4 1,-4-4 45,-2-7 1,0-2 0,0-4 1,5-4-213,1-8 0,5-3-107,-5 3 1,2-1 67,-3 13 1,5 0 204,7 5 0,-5 16-51,-1 7 0,0 10 252,7 8 1,-7 3-91,0 8 1,-1 2-145,1 4 1,3 11 11,-9 12 1,7 3 742,-6 2 0,5 14-327,-5 3 1,5 6-189,-5 0 1,1-3-521,-1 3 1,-2 2 214,7-2 0,-5-6-369,5-5 0,-1-6 235,1 6 1,5-14 115,-5 2 0,-1-13-25,1-4 1,-5-1-1477,5-11 1643,-7 1 0,11-6 0,-5 0 0</inkml:trace>
  <inkml:trace contextRef="#ctx0" brushRef="#br1">3992 15264 7817,'-7'-10'248,"5"-5"342,-6 13 165,8-5 0,8 7-417,3 0 0,6 0-137,6 0 1,-2 0-1056,8 0 611,-9 0 0,13 0-753,-5 0 0,5 0 184,1 0 812,-7 0 0,13 7 0,-4 3 0</inkml:trace>
  <inkml:trace contextRef="#ctx0" brushRef="#br1">5037 15247 7569,'0'-10'2395,"0"3"-1566,0 7 0,8 0 197,3 0-717,5 0 0,1 0-337,0 0 0,2 0 67,4 0 1,-4 0-621,4 0 1,-4 5 409,-2 1 1,0 7 235,0-1 1,-2-3-373,-3 3 0,-3-6-2400,-3 5 2707,-4 0 0,5 14 0,-7 2 0</inkml:trace>
  <inkml:trace contextRef="#ctx0" brushRef="#br1">5123 15521 7569,'-10'8'1297,"3"-7"0,9 7-623,3-8 1,5 0-287,7 0 1,0 0-294,0 0 0,1 0-3,-1 0 1,2 0 90,4 0 1,-4 0 22,3 0 0,3 0-2840,-2 0 2634,0 0 0,-6-8 0,0-1 0</inkml:trace>
  <inkml:trace contextRef="#ctx0" brushRef="#br1">6442 14750 6422,'0'-17'-459,"-2"5"459,-3 1 0,3 7 0,-13-3 1342,3 7 0,3 0-397,-3 0 0,1 7-212,-6 5 0,-1 5-404,1 6 1,-6 0-140,1 11 0,-3 4 767,2 13 1,2 10-437,-7 8 0,7 7-547,-2 9 1,2 3 231,-2 3 1,4 3 61,7-46 1,1 1 0,-2 44-44,1-7 1,9-3-245,-3-3 1,6-9-245,6-8 0,5-8-316,12 2 0,3-11-1008,9-6 0,3-4 779,7-2 0,-1-9 370,8-8 0,5-2 438,-6-9 0,6 0 0,-3-6 0,1 0 0,0 0 0,2 0 0</inkml:trace>
  <inkml:trace contextRef="#ctx0" brushRef="#br1">6802 14870 9100,'0'-10'942,"0"-5"1,2 13-397,4-3-376,3-5 1,8 8-87,0-4 1,1 5 77,-1 1 0,0 0-117,0 0 1,-2 7 47,-3 5 1,3 3 88,-4 2 1,3 2-184,-3 4 0,2-2-219,-7 7 0,0-1 106,-6 2 1,-8 1-60,-3-7 0,-4 0 140,-3-6 1,1 0 41,0 0 1,0-2 154,0-3 0,0 1-65,0-7 0,1 1-77,5-1 222,-4-4 410,13 6-185,-6-8-202,8 0 21,0 0-163,8 0 42,1 0-138,8 0 1,-5 0-4,-1 0 150,-7 0-20,11 0 1,-11 0-44,8 0 1,-7-6 108,7 0 0,-7 0-11,7 6-108,-1 0 0,6 0 142,1 0-175,-1 0 1,0 0-270,0 0 1,0 0-41,0 0 1,-5-5-129,-1-1 0,-5 0-1073,5 6 648,-7 0-1158,11 0 1419,-13 0 0,8 0 220,-5 0 0,-3-2 311,4-3 0,3 3 0,1-6 0</inkml:trace>
  <inkml:trace contextRef="#ctx0" brushRef="#br1">8395 14870 8373,'-7'-10'1476,"5"1"-689,-4 3-562,4 4 1,2-7 187,0 3-47,0 4-331,8-5 1,-4 7 34,7 0 0,1-6-103,5 0 1,6 0-121,-1 6 0,1 0 121,-6 0 1,2 0-208,4 0 157,-4 0 0,4 2 28,-11 4-60,3-4 9,-13 13 0,5-5 118,-7 7 0,-7 0 6,-5 0 0,-9 0 143,-1 0 1,-1-5-54,6-1 0,-1 1 72,1 5 0,6-6-40,-1 1 1,9-7 18,-3 7-117,4-8 1,4 9-91,4-7 1,3 1 82,8-1 1,6-4-101,0 4 1,7 1 9,-1-1 0,-2 1 41,1-1 0,-7-2 136,2 7 0,-4-5-115,-2 6 0,-5-7 2,-1 7 0,-7-7 133,2 7 1,-5-7 377,-1 7 1,-7-6-177,-5 5 0,-5-5 34,-6 5 1,2-1-176,-7 1 1,-1 2-5,-5-7 1,0 2-106,0-3 0,5-3 54,0 4 1,3-4 44,-3-2 0,4 0-160,8 0 0,6-2-667,0-4 0,7 3 33,-2-9 1,4 6-356,2-5 0,2 5-330,4-5 0,3 5 635,8-5 1,0 7 649,1-2 0,6-3 0,3-1 0</inkml:trace>
  <inkml:trace contextRef="#ctx0" brushRef="#br1">9920 14938 7569,'-22'0'1670,"-1"0"-1023,0 0 117,6 0-224,0 0-127,-1 0-46,9 0 786,1 0-730,8 0 1,8 0-91,3 0 1,5 0-325,1 0 0,0 0 74,0 0 1,2 0-388,4 0 1,-4 0 246,4 0 0,2 0 71,-3 0 1,1 0-56,-6 0 1,0-1-923,1-5 1,-1 4-105,0-4 1,4 2 1066,-4-1 0,11-5 0,-8-7 0</inkml:trace>
  <inkml:trace contextRef="#ctx0" brushRef="#br1">10452 14579 7569,'0'-10'1886,"0"3"-1330,0 7 0,-8 2 75,-3 3 0,1 12-287,-1 12 0,1 9-149,-1 2 0,-5 9 91,5 3 0,1-1 164,-1 6 0,7-5-110,-1-7-203,10 5 1,5-16-362,7 0 0,8-7 226,3-10 1,5-2-364,1-3 0,6-5 214,0-7 1,0-1 41,-6-5 0,-5 2-35,-1-7 0,-13-1-464,2-5 0,-11 0 108,0 0 0,-6 2 59,-6 3 0,-5 5 423,-12 7 1,-2 0-62,-3 0 1,-3 0-130,8 0 1,0 5 52,6 1 1,0 7 14,0-1 0,8-3 136,3 3 0,4-1 0,2 6 0</inkml:trace>
  <inkml:trace contextRef="#ctx0" brushRef="#br1">6939 16001 7867,'-7'-10'701,"-3"2"0,-1 8 578,-1 0 0,8 8-702,-1 4 1,-3 5-236,2 6 1,-5 3-22,5 8 1,-5 3-80,5 3 0,0-4-355,6 4 0,-5-4 148,-1-2 0,0-5 142,6-1 0,0-1-358,0 1 0,0-1-1747,0-4 0,6-4 850,0 4 0,-1-10 1078,-5-1 0,8-1 0,1 6 0</inkml:trace>
  <inkml:trace contextRef="#ctx0" brushRef="#br1">8413 16052 7569,'0'-17'874,"0"0"-204,0 7-187,0-5 239,0 13-120,0-6-407,0 8 0,0 2 24,0 4 1,-6 4 56,0 7 1,-5 6-107,5-1 1,-7 7-12,1-6 1,3 5-57,-3-5 1,3 0 225,-3-6-257,-3 0 1,13 0 187,-3 1 32,3-9-157,2 6 0,2-7 19,3 3 0,5-1-54,7-4 1,2-4-10,4 3 0,-2 3-119,7-2 0,-1-1 55,2-5 0,1 0-99,-7 0 0,5 0 47,-5 0 1,6 0 73,-6 0 0,0 0-159,-6 0 0,-2-2-1444,-4-3 1084,5 3 1,-13-6-447,9 8-472,-8 0 535,3 0-751,-7-7 871,0 5 733,-7-6 0,-3 0 0,-7-1 0</inkml:trace>
  <inkml:trace contextRef="#ctx0" brushRef="#br1">8635 16052 7718,'-17'-8'1115,"0"7"1,6-7-292,-1 8 0,7 2-369,-7 4 0,6 9 93,-5 8 0,5 7-186,-5-1 1,7 5-135,-2 6 1,-1-4-130,1 4 0,0-4-1029,6-2 0,0 1 333,0-1 0,2-2-664,4-3 1261,3-4 0,9-8 0,-1 0 0</inkml:trace>
  <inkml:trace contextRef="#ctx0" brushRef="#br1">10075 16155 7569,'-18'0'3278,"9"0"-2643,1 0-241,8 0 0,0 2-80,0 3 1,2-3-325,4 4 1,3 2 88,9-3 1,4 3 115,1-2 0,2-4-226,-2 3 1,-4-3-1259,4-2 0,2 0 701,-3 0 0,3 0 155,-2 0 433,-4 0 0,6-15 0,-8-4 0</inkml:trace>
  <inkml:trace contextRef="#ctx0" brushRef="#br1">10383 15983 7735,'-10'-9'2167,"3"1"-1905,7 8 1,2 0-217,3 0 0,5 0 42,7 0 1,2 0-34,4 0 1,-4 2-23,4 4 0,2-4-203,-3 4 1,7 1 44,-6-1-241,0 7 242,-6-3 0,-6 5-56,1-4 0,-8 5-475,1-5 441,-3-3 0,-4 1-256,-3-3 0,1-4 470,-8 4 0,8 3 0,-3 1 0</inkml:trace>
  <inkml:trace contextRef="#ctx0" brushRef="#br1">10589 16069 6556,'-10'0'-127,"2"0"180,8 0-45,0 0-235,8 0 268,-6 0 1,8 0 108,-5 0-85,-3-7-30,6 5-77,-8-6 102,7 8 199,-5 0-187,6 0 404,-8 0 53,0 0 125,0 8 13,0-6-282,0 5 42,0 1 0,0-4-67,0 7 0,0-5 40,0 5 1,-2 1-88,-4 5 1,2 0 36,-7 0 1,7 2-162,-1 4 0,-3 2-48,2 3 1,-1 3-53,1-9 0,4 7 55,-4-6 1,4 5-482,2-5 343,0 0 1,0-6-1271,0 0 968,0-7 0,2-1-657,4-3 0,-2-4 143,7 4 0,-5-6-105,5-6 1,-5 2 914,5-7 0,1-8 0,5-8 0</inkml:trace>
  <inkml:trace contextRef="#ctx0" brushRef="#br1">11034 14373 7569,'0'-17'1237,"8"0"-841,-6 7 0,7-3-36,-3 7 0,3 1 6,8 5 0,1 0-44,-1 0 0,2 7 133,4 5 1,1 12-130,5 11 1,3 16 54,-3 18 1,-2 9-447,1 13 1,-17-42 0,-1 1 139,2 1 0,-1 1 1,-4 7-1,-3 0-953,0-5 1,-2 0 883,-1 6 1,0 0-1,-1-4 1,0-1 23,0 2 1,0 0 0,-1-4 0,-2-1-19,-2-3 1,-1-1 0,-6 33 9,-11-1 0,-3-9-24,-3-8 1,-3-6-143,-2-12 0,-3 3-319,-3-8 0,4 0-256,-4-6 0,4-7-147,2-4 0,0 0-1657,-1-6 2523,1-4 0,4-13 0,3 0 0,4 0 0,-4 0 0,-3 0 0</inkml:trace>
  <inkml:trace contextRef="#ctx0" brushRef="#br1">15078 5294 7569,'0'-18'0,"0"7"255,0 0 43,0-1-85,0 3 0,-2-5 190,-4 9-211,4-1 3,-13 6 0,7 2-12,-3 4 1,-4 3-17,3 8 1,3 6 0,-3 0 0,3 7-43,-3-1 1,5 1-7,7-1 0,0 1-16,0-7 1,0 0-132,0-6 0,5 0-85,1 0 96,7-7 0,-3-2 46,7-8 1,-5 0-117,-1 0 0,0-8 102,6-3 0,-1-5-7,-5-1 1,4-6-341,-3 0 0,1-5 127,-1 5 1,1-7-89,-7 1 0,5 4 117,-5 2 0,-1 4 32,-5 2 166,0 8 187,0 1 0,0 10-194,0 4 1,0 0-58,0 11 0,0-4 544,0 10 1,0-4-198,0-2 0,8 0-217,3 0 0,-1 0-32,1 0 0,1-1-139,5-5 1,0-3-46,0-8 1,0 0-220,0 0 1,-5 0 227,-1 0 1,-1-8 3,1-3 1,3-5-669,-9-1 0,7 0 269,-7 0 1,3-2-273,-2-4 786,-4-3 0,5-9 0,-7 1 0</inkml:trace>
  <inkml:trace contextRef="#ctx0" brushRef="#br1">15403 4625 7554,'10'-17'605,"-3"0"-324,1 0 0,-4 8-87,7 3 1,-7 6-22,2 6 0,3 5 582,3 12 0,1 11-291,-2 12 1,5 7 27,-5 10 0,4 2-120,2 15 0,1 3-423,-10-35 0,1 1 0,2 45 46,-5-40 0,-1 0 0,-2-4 0,-2-1-121,2 2 1,0 1-1,-2-1 1,-2-1 186,-5 41 1,2-13 97,-7-9 1,0-20-544,-6-3 0,-1-10 161,1-7 0,-2-5-89,-4-7 0,4-7-183,-4-4 1,3-4-339,-3-2 1,4 0 517,-4 0 0,9-8-1116,3-3 1431,0-5 0,1-5 0,4 0 0,1 4 0,-7 2 0,-7 4 0</inkml:trace>
  <inkml:trace contextRef="#ctx0" brushRef="#br1">15317 4934 6031,'0'9'58,"0"-1"7,-7-8-3,5 0 50,-6 0-45,8 0 158,0 0-190,0-8 1,0 5-17,0-9-16,0 8 0,-5-5-5,-1 3 65,0 4 1,4-5-16,-3 7 86,3 0-76,-6 0 250,8 0 1350,0 0-1372,0 7 0,0 3-102,0 7 0,0 6-2,0-1 0,-6 11 6,1 1 0,-3 0-113,2 6 1,3 8 75,-9-2 0,6 7-330,-5-7 1,7 1-131,-2-1 1,-1 1-288,1-7 1,0 0-272,6-5 0,0-7 84,0 1 783,8-8 0,2 3 0,7-6 0</inkml:trace>
  <inkml:trace contextRef="#ctx0" brushRef="#br1">16534 5174 7569,'0'-17'782,"0"-1"1,0 7-79,0 0 78,0 7-376,-8-4-222,6 8 105,-5 0 0,5 8 52,-4 3 1,2 10 68,-7 2-226,7 7-1,-3-3-163,7 0 47,0 5 1,0-5-37,0 7 1,7-2 97,5-3 0,9 3-54,1-3 0,9 1 19,-3-1 1,-1 3-195,2-3 1,-8-3-68,1 3 76,-3-8 131,-1 11 23,-9-13-58,6 6 208,-13-8-10,6-7-138,-8 5-129,0-6 105,-8 9 0,-7-7 17,-8 0 0,-7-7 18,1 2 1,-3-4-330,-2-2 1,-6 0-455,0 0 0,0-2-1151,5-4 1246,9-3 1,1-16 189,8-4 0,0-5 139,0-6 1,7-4-1037,4-7 1319,4-8 0,2-2 0,0-8 0</inkml:trace>
  <inkml:trace contextRef="#ctx0" brushRef="#br1">16397 5242 7569,'17'-26'105,"0"3"0,-5 4 234,-1 2 1,0-1 141,7 1 1,-1 0-138,0 0 1,0 0 331,0 0-334,0 7-102,8-5 0,-6 11-77,4-7 1,2 7 31,-3-2 0,7 4-332,-6 2 1,5 0-159,-5 0 0,6 0-381,-6 0 1,0 0-1291,-6 0 1020,0 8 946,-8-6 0,14 21 0,-4-4 0</inkml:trace>
  <inkml:trace contextRef="#ctx0" brushRef="#br1">17374 5431 7569,'0'-25'0,"5"6"431,1-4 701,0 4-239,-6 9-465,0 3-123,-8 7-48,-9 0 1,-2 7 84,-4 5 0,-4 16 347,-1 7-339,-5 10-129,7-8 0,-1 10 65,4-7 0,12 6-61,-1-6 1,9 0 247,3-6-91,0-7-238,7-3 0,3-6 46,7-1 0,2-2-392,4-4 190,-4 5 0,13-15 155,-3 5-729,3-4 0,2-2 373,1 0 1,-3-2-673,-3-4 462,-5 5 210,1-7 0,-12 2-2136,5 0 1280,-5 1-432,4-3 681,-7 6 820,-3-5 0,1-1 0,1-1 0</inkml:trace>
  <inkml:trace contextRef="#ctx0" brushRef="#br1">18025 5585 8333,'0'-10'3167,"0"3"-2472,0-1-210,0 6-18,0-5-225,0 7-199,0 0 1,7 0-543,5 0-193,3 0-560,2 0 1097,0 0-1744,-7 0 914,5 0 312,-13 0 263,5 7 410,-7 3 0,0 7 0,0 0 0</inkml:trace>
  <inkml:trace contextRef="#ctx0" brushRef="#br1">17939 5739 8463,'-8'10'1589,"6"-3"-1199,-5-7 885,7 0-591,7 0-362,-5 0 0,15 0 16,1 0 1,-1 0-64,6 0-1121,3-7 673,1 5 1,1-8-1962,1 4 1140,-8 4 488,4-5 506,-1 7 0,-5 0 0,6 0 0</inkml:trace>
  <inkml:trace contextRef="#ctx0" brushRef="#br1">18796 4934 7569,'0'-17'308,"0"0"0,0 5 105,0 1 77,0 7 183,0-4-67,0 8-423,0 8-45,-8 9 0,4 13 227,-7 16 0,1 7 9,-1 16 1,-4 7-45,3 4 1,-1 10-433,1 1 1,-1 0 307,7-5 0,1-8-75,5-4 0,0-3-175,0-3 1,7-7-118,5-4 0,3-9 144,2-3 0,8-8-623,3-3 0,-1-2-50,2-9 0,-7-2-383,7-10 0,-8-1 1010,2-4 63,-4-4 0,0-1 0,0-6 0,2 1 0,0 2 0,2 2 0</inkml:trace>
  <inkml:trace contextRef="#ctx0" brushRef="#br1">19241 4848 7569,'0'-9'681,"0"-7"-330,0 15-168,0-7 369,0 8 0,0 0-185,-8 8 78,7 9-308,-7 2 1,2 13 8,1-3 0,-1 3-63,6 2 1,0 0-286,0 1 0,0-1 187,0 0 0,6-5-1062,-1-1 548,9-7 292,-13 4-902,15-15 735,-7 5 1,3-13 74,-1 3 1,1-5 328,5-5 0,7-5 0,3-7 0</inkml:trace>
  <inkml:trace contextRef="#ctx0" brushRef="#br1">19481 4917 7569,'0'17'367,"-6"2"138,1 4 1,-3-2-77,2 7 1,4-7-127,-3 2 1,3-4-190,2-2 1,7-5 21,5-1 0,3-7-101,2 1 1,0-3 36,0-2 0,1-7-111,-1-5 0,5-9 81,1-1 0,-6-9-129,-5 3 1,-3-3-207,3 3 1,-5-5 160,-7 5 1,-1-5-286,-5-1 185,4 7 65,-13-5 0,5 19-24,-7-4 1,0 11 55,0 0-364,0 4 272,7 10 1,-5 1-24,3 9 1,-1 6 249,2 5 0,-5 11 0,7 4 0</inkml:trace>
  <inkml:trace contextRef="#ctx0" brushRef="#br1">19344 5808 8505,'-10'0'1409,"3"0"-1226,7 0 1,-8 0-1,6 7 205,-13-5-138,13 13 1,-11-5-152,7 7 1,-2 0 51,3 0 1,3 0-97,-4 0 0,4-5 5,2-1 1,2-5-106,4 5 1,1-5 203,5 6-344,3-9 137,2 5 0,2-2 67,4-1 0,-2 3-80,2-2 1,-2-4 16,7 3 58,-7 5 2,4-8 1,-8 13 174,0-4-1,-7 5-112,5 1 1,-13-6 124,4 1 1,-4-1-109,-2 6 1,-2 0 85,-4 0 0,-3-1-134,-9-5 1,-4 4 16,-1-3 1,-6-3-704,6 3 304,-7-9 219,11 13 0,-12-14-1380,8 3 701,1-3 88,12-2 1,-3-7 706,7-5 0,-7-11 0,3-3 0</inkml:trace>
  <inkml:trace contextRef="#ctx0" brushRef="#br1">19430 5825 7569,'0'-10'1704,"0"1"-1209,0 3 0,1 2 287,5-7-469,-4 7 0,13-4 417,-3 8 0,3-5-307,2-1 1,6 0-508,0 6 0,2-6-268,-3 1 0,-1-1-400,8 6 0,-2 0 120,1 0 1,-1-6-1601,-4 1 2232,-4-1 0,13-2 0,-5-1 0</inkml:trace>
  <inkml:trace contextRef="#ctx0" brushRef="#br1">20629 4814 7569,'-2'-17'256,"-4"0"-63,4 7 312,-5-5-224,7 13 62,0-6 233,0 8 1,0 4 39,0 8-305,0-1-174,0 21 1,0-3-87,0 11 0,-6-4-180,0 4 0,1-2 45,5 2 1,0-4-96,0 4 0,0-6-806,0-5 1,0 1 482,0-7 1,7-2-720,5-9 1221,3-5 0,2 1 0,0 1 0</inkml:trace>
  <inkml:trace contextRef="#ctx0" brushRef="#br1">20869 4900 7569,'0'-10'-362,"0"-5"1071,0 13-135,0-6 105,0 8 43,-8 0 6,6 8-362,-5 1-138,7 9 1,0-1 188,0 0-45,0 8-189,0-6-174,0 5 128,7 1 1,-3-6 137,8 4-332,-9 4 87,13-8 0,-15 5 71,5-6 0,2-1-19,-3 0-425,1 0 140,-6 0 167,0-7 0,-6-1-714,1-3 356,-9-4-41,13 5 1,-15-7-324,5 0 0,-4 0 209,-2 0-539,7-7 682,-5-3 0,13-7 107,-4 0 0,4-8 299,2-3 0,0-12 0,0-4 0</inkml:trace>
  <inkml:trace contextRef="#ctx0" brushRef="#br1">20869 4900 7569,'17'-10'24,"-6"-5"1,1 5 213,1 1 1,-3-5-15,1 9 0,0-7-1,7 7 0,-7-3 246,0 2-448,1 4 0,5-5 58,0 7 1,-5 0-588,-1 0 0,0 0 18,7 0 0,-7 0 490,0 0 0,1 7 0,5 3 0</inkml:trace>
  <inkml:trace contextRef="#ctx0" brushRef="#br1">20406 6099 10389,'-9'-2'1268,"3"-4"-1520,4 4 135,2-5-315,0 7 241,0 0 140,8 0 1,-5 0-33,9 0 0,-6 0 158,5 0-104,-7-8 157,11 6 1,-7-7-76,3 3-41,4 4 0,-7-8-12,3 5 18,5 3-84,-7-13-303,8 13 135,0-14-14,1 15 0,-7-7-443,0 8 0,-5-6 58,6 1 633,-9-1 0,13-2 0,-7-1 0</inkml:trace>
  <inkml:trace contextRef="#ctx0" brushRef="#br1">20697 5876 7569,'-7'-17'1309,"-3"0"-863,1 7-10,1-5-29,16 13 0,1-7-212,8 3 1,1 4-256,-1-4 1,0 4 130,0 2 1,0 2-88,0 4 1,-1-2 132,-5 7 1,2 1 14,-7 5 0,0 8 2,-6 3-16,0-3-49,-8 7 0,0-5 56,-3 7 1,-4-5-28,3-1 1,-3-7 17,-2 2 0,2-4 13,3-2 0,3-2 95,3-3 2,4-5-104,-5-7 1,9 0-244,3 0-33,5 0 116,7 0 1,6-2-430,0-3 259,7-5-69,-11 1 1,12-6-251,-9 3 0,7-1 54,-6 1 0,0-3-278,-6 4 0,0 1 401,0-1 0,-6 5 109,1-5 1,-8 5 240,1-5 0,-3-1 0,-2-5 0</inkml:trace>
  <inkml:trace contextRef="#ctx0" brushRef="#br1">21092 5842 7569,'0'-10'669,"0"3"-240,0 7 1358,0 0-1312,0 7 1,1 3-21,5 7 1,-4 6-98,4 0 1,-4 7-21,-2-1 0,5 1-124,1-1 0,0 1-8,-6-7 1,2 7-142,3-1 1,-3-4-27,4-3 1,-6-2-232,-6-3 1,3 0-88,-9 0 0,6-8-276,-5-3 0,0-2 7,-7 2 1,7-4-446,0 3 1,-1-9 549,-5-1 1,6-10-85,-1-3 527,1-6 0,1-11 0,3 1 0</inkml:trace>
  <inkml:trace contextRef="#ctx0" brushRef="#br1">21057 5842 7657,'17'-10'264,"1"-3"-264,-1 7 0,0-5 0,0 5 0,6-5 298,0 5 0,1-7-200,-1 1 1,-2 3-414,8-3 1,-8 7 40,2-7 274,-4 8 0,5-11 0,3 6 0</inkml:trace>
  <inkml:trace contextRef="#ctx0" brushRef="#br1">21520 4506 8208,'17'-10'1213,"0"4"0,2 4-854,4 2 0,4 8-141,7 3 1,0 18-13,0 5 1,1 14 1003,-1 3-288,0 8-774,1 17 1,-9-3 329,-3 7-1629,-4 0 1139,-9 5 1,-3 1-141,-7 0 0,-2-6-37,-3-1 1,-7-6-24,-11 1 0,-1-9 202,-5-2 1,-9-8-69,4 2 1,-12-4-851,0-1 1,-3-3 77,-3-3 1,-5 1 849,0-7 0,-8 0 0,6-5 0,0-1 0,2 0 0,0 0 0</inkml:trace>
  <inkml:trace contextRef="#ctx0" brushRef="#br1">14529 7812 10360,'0'9'698,"0"-1"-503,0-8 0,2 0-94,4 0 1,3 0 81,9 0 1,1-8-220,4-3 0,-3-4 33,9-2 1,-6-1 42,5 1-101,-7-7 1,10 5-447,-8-4 298,-1 4-14,-4-6 1,-3 6-182,-4-4 0,3 4 204,-9 2 1,-1 7 0,-10 5 1,-5 3 112,-12 2 1,2 2 106,-7 3 1,-1 5 181,-5 7-153,0 0-41,7 8 0,2-6 621,8 4-299,0 3-113,0-7 0,7 8 99,5-4 1,3-4-210,2 4 1,7-4-227,5-2 1,5 0-50,6 0 0,1-5-320,5-1 1,3-7-394,-3 2 477,-4-4 96,7-2 307,-13 0 0,13 0 0,-5 0 0</inkml:trace>
  <inkml:trace contextRef="#ctx0" brushRef="#br1">15078 7092 7569,'17'2'787,"0"4"0,0 5-558,0 12 0,2 6-46,4 11 1,-2 0 839,8 11-535,-9-3-142,13 18 1,-16-10 110,0 6 0,-2 1-233,-9 6 1,0-3-224,-6-3 0,-4 4-70,-7-4 1,-3-4-211,-14-2 1,-3-4-448,-9-2-771,4 1 1413,-13-1 1,3-7 83,-11-4 0,-4 0 0,-4 2 0,4 3 0,4-3 0,0-4 0</inkml:trace>
  <inkml:trace contextRef="#ctx0" brushRef="#br1">15934 7504 8746,'0'-10'755,"0"2"1,2 3-548,4-1 1,3-2-54,9 3 0,1 3-80,3-4 1,-1 4 77,8 2 0,-6 0-49,5 0 0,-1 0-304,2 0 157,-5 0 1,-3 2-313,-4 4 0,4-4 84,-9 3-40,-5 5 189,1-1 1,-16 3 22,-3-1 1,-4-5 64,-2 5 1,-1-1 29,1 1 1,0-1-1,0-6 267,0 1-205,7 1 1,-3-4 171,7 4-170,1-4 0,7 11-59,3-7 1,7 7 30,11-2 1,1-1-80,5 1 1,3 1 55,-3 5 1,3 0-7,2 0 0,-5 0 0,-1 0 0,-5 0-19,6 1 0,-8-7 309,2 0-190,-4 1 1,-10 5 159,-3 0 1,-4-5-68,-2-1 1,-8-5-28,-3 5 1,-10-5-63,-2 5 0,-7 1-71,1 5 1,2-6 112,-1 1 1,-1-3-382,-5 3 0,2 1-337,3-7 1,-1 1 317,7-1 0,0-4-437,6 4 1,5-5 277,1-1 0,7-1-954,-2-5 1364,12-4 0,4-7 0,7 0 0</inkml:trace>
  <inkml:trace contextRef="#ctx0" brushRef="#br1">16722 7349 7569,'10'0'1141,"-2"0"0,-8 10-750,0 7 1,1 2-164,5 10 1,-2-1-42,7 6 0,1 1-87,5-1-91,0 0 140,0-7 0,-2 3-466,-3-7 186,3 8-93,-5-12 1,-1 5-747,-3-7 453,3-7 147,-7 5 0,6-15 111,-8 0 1,0-7-22,0-11 1,-2-1 44,-4-3 69,4-5 1,-13-7 1,11-1 56,-7 1-61,0 0 139,1-8 1,-5 4 79,3-8 0,5 10-10,1 2 0,4 1 134,2 11 1,0 5-34,0 5 210,0 8-49,0-3-71,8 7-183,1 7 1,8 3 182,1 7-12,-1 0-165,0 0 1,-4 0-58,4 0 1,-9-5 49,9-1 1,-4 1-115,4 5 0,-5 0 86,-1 0 0,-7-5-83,2-1 1,-4-5 96,-2 5-85,0 1-123,0 5 90,0 0 0,0-6 45,0 1 12,0-9 42,0 13 0,0-13 75,0 9 0,0-6-40,0 5 0,5-5 106,1 5 1,7-5-107,-1 5 0,3-5 22,2 5 0,6-5 162,0 6-186,0-1 46,-6 6 0,0 0 10,0 0 1,-2-5 172,-3-1-7,3 1-133,-13 5 1,2-2 114,-16-4 1,-1 5-146,-16-5 0,1-1-13,-6 1 0,-1-5-233,1 5 11,0-7 113,-8 4 0,6-3-134,-4 1 0,6 0-9,5-6 1,4 0-548,8 0-205,0 0-571,7 0 1482,3 0 0,7 0 0</inkml:trace>
  <inkml:trace contextRef="#ctx0" brushRef="#br1">17733 7623 7569,'-17'0'2060,"0"0"1,9 0-1919,8 0 0,8 0-450,9 0 293,0 0-38,0-7 0,8 5 17,4-4 1,3 2-195,2-1 1,1 1-480,-1-8 0,2 9 487,4-3 222,-4-4 0,6 1 0,-8-8 0</inkml:trace>
  <inkml:trace contextRef="#ctx0" brushRef="#br1">18556 7366 7569,'-17'-17'754,"7"6"-442,4-1-86,-3 9 1,7-7 289,-4 4-10,12 5 0,3-7-223,9 8 0,4 0-92,1 0 1,8 6-177,-3-1 19,-3 16-72,7-9 0,-13 14-41,4-3 0,-4 4 98,-2 7 0,-7 0-110,-4 1 1,-4-1 107,-2 0 1,-8 0-9,-3 1 1,-10-9-15,-2-3 1,-8-4 47,3-2 0,3-5 586,2-1-435,4-7 1,2 4 510,0-8-443,7 0 1,1 0 161,3 0-476,4 0 1,14 0-316,11 0 0,11 0 331,-6 0 1,10-6-404,2 0 0,0 0-2241,-5 6 1703,7-7 977,-6 5 0,6-13 0,-8 5 0</inkml:trace>
  <inkml:trace contextRef="#ctx0" brushRef="#br1">19207 7401 10086,'0'17'1010,"-6"2"-387,0 4 1,1 5-298,5 12 1,-6-4-114,0 4 0,1 2-61,5-2-151,0 8 32,0-12 1,-2 4-100,-4-11 0,4 1 26,-4-7 0,4 0-242,2-6 0,0-6 161,0 1 9,0-9 0,0-3 37,0-11 1,6-12 16,0-5 1,7-5-15,-1-1 41,3-15-66,10 3 0,-6-15-126,3 4 0,-2-4 96,-3-8 1,5 3-96,1 3 0,6 6 237,-6 11 0,0 12 136,-6 11 0,0 6-217,0 5 1,-6 5 182,1 7 0,-8 7 1176,1 5-840,-3 11-204,-2-4 1,6 13 72,0-3 1,-1 11-253,-5 5 0,0-1-357,0 2 0,0-6-139,0 5 0,0-5-540,0 6 1,0-8 650,0 2 0,0-6 315,0-5 0,0 3 0,0-5 0</inkml:trace>
  <inkml:trace contextRef="#ctx0" brushRef="#br1">19327 7589 9870,'17'0'588,"0"0"0,6 0-604,0 0 0,7 0-264,-1 0 0,3 0-1498,2 0 1231,1 0 1,-9 6 546,-3 0 0,-11 7 0,-5-4 0</inkml:trace>
  <inkml:trace contextRef="#ctx0" brushRef="#br1">14872 9217 9503,'17'-8'936,"2"6"-554,4-4 0,-2 5-104,8 1 1,-1-6-101,6 0 0,-1 0-234,-5 6 1,5 0-357,-5 0 1,-1 0 4,1 0 0,-5 0-443,6 0 0,-8 0-791,2 0 1641,-12 0 0,4 8 0,-5 2 0</inkml:trace>
  <inkml:trace contextRef="#ctx0" brushRef="#br1">14941 9508 7569,'-18'0'3279,"9"0"-2978,1-8 1,16 6-3,3-3 0,6-3 145,6 2 1,4 1-411,7 5 1,0 0-356,1 0 1,-1-2-1604,0-4 1021,1 4 677,-1-6 0,0 8 226,0 0 0,-7 0 0,-2 0 0</inkml:trace>
  <inkml:trace contextRef="#ctx0" brushRef="#br1">16243 8703 7569,'0'-17'0,"0"-1"496,0 1 13,0 8-21,0-6-169,-8 13-159,6-6 1,-7 8 398,3 0-136,4 0-189,-13 0 1,7 2 23,-3 4 0,-3 5 113,9 12 0,-9 4 13,3 7 1,-4 2 115,-2 4 1,5 9 38,1 9 0,1 1-173,-1-2 0,-4-2-70,3 8 0,3-6-126,-3 6 0,8-8 22,-1 2 1,3-2-129,2 2 1,0-3-149,0 3 0,2-10-126,3-1 1,5-8-407,7 2 0,0-4-884,0-2 0,1-1 702,-1-5 1,5-3-677,1-8 756,0 0 718,2-7 0,2-3 0,7-7 0</inkml:trace>
  <inkml:trace contextRef="#ctx0" brushRef="#br1">16877 8668 7752,'7'-9'781,"-5"1"-684,6 8 469,-8 0 187,0 0-550,0-7 29,0 5 35,0-6-147,0 1 1,-2 5-21,-4-4-79,4-4 1,-13 9-48,4-5 1,-5 4 107,-1 2 0,0 2-40,0 4 1,0 3 220,0 8-45,-8 0-146,6 0 0,-6 6 204,8 0-185,0 0-19,7-6 0,1 0 43,3 0 0,4 0-61,-3 1 0,5-7-119,5 0 1,-1-7 40,8 2 1,-1-4-162,6-2 0,0 0-327,0 0 298,0-8 115,8-1 0,-8-8-162,0-1 65,1 1 75,-9 0 1,6 6-96,-3-1 1,-3 1 134,-3-6 1,-4 5 142,4 1-48,3 0 434,-7 1 185,6 2-339,-8 8 2300,0 0-2322,0 8 54,0-6-243,0 6 1,-2-8 74,-4 0 14,4 0-48,-5 0-33,7 7 3,0-5-18,0 6 1,0-6 3,0 3 0,-2 5 64,-4 7 1,4 0 146,-4 0 1,4 8-187,2 4 1,-5 3-120,-1 2 0,-5 2-181,5 4 0,0-4-473,6 4 1,-2 2-860,-3-2 0,3 0 720,-4-5 0,4-7 204,2 1 603,0-8 0,8 11 0,1-5 0</inkml:trace>
  <inkml:trace contextRef="#ctx0" brushRef="#br1">17819 8754 7569,'0'-9'420,"0"-7"657,0 14-632,0-5 0,0 9 80,0 3 1,0-1-153,0 8 0,0 1-21,0 10 1,0-2-133,0 7 9,0 1-210,0-2 1,0 3-218,0-7 263,0 7-84,-8-11 0,6 6-62,-3-8 1,3 0-174,2 0 1,0 1-1285,0-1 299,0 0-698,0 0 1937,0-8 0,7 7 0,3-7 0</inkml:trace>
  <inkml:trace contextRef="#ctx0" brushRef="#br1">18059 8857 7569,'8'-17'424,"-7"5"-116,5 1 0,-4 7 282,-2-4 358,0 8 572,0 0-1088,0 8 1,0 2-112,0 7 0,6 0-23,-1 0-114,1 0-50,2 8 1,-4-6 45,7 4 1,-5-2-29,5 2 1,-5-4-52,5 3 1,-5 3 9,5-2 1,-7 0-129,2-6 0,-4 0-265,-2 0 188,0-7 41,0 5-538,0-5 313,-8-1 65,-1 6 0,-8-13-150,-1 4 0,1-2-175,0 1 1,0-3-381,0 4 0,0-6 236,0-6 0,1-5 682,5-12 0,-4-11 0,5-10 0</inkml:trace>
  <inkml:trace contextRef="#ctx0" brushRef="#br1">18110 8788 7569,'17'-9'460,"-7"-1"138,-4 5 0,3 3-230,3-4-139,-5-4-92,8 9 1,-5-7 265,7 8-92,0 0-249,0-8 0,2 6-85,4-3 1,-4-3-197,4 2 0,2 1-428,-2 5 0,1 0 647,-1 0 0,-4 0 0,6 0 0</inkml:trace>
  <inkml:trace contextRef="#ctx0" brushRef="#br1">19241 8977 7569,'-11'0'689,"-1"0"1021,8 0-313,-3 0-682,7 0 332,0 0-564,0-8-378,7 6 1,3-7-41,7 3 0,6 4-60,0-4 1,0-1-212,-6 1 0,2 0-105,4 6 0,-4-1-411,4-5 0,-4 4-538,-2-4 1,0 2-117,0-1 1376,0 3 0,0-6 0,0 8 0</inkml:trace>
  <inkml:trace contextRef="#ctx0" brushRef="#br1">19824 8480 7666,'0'-17'1637,"0"7"-805,0 3-353,0 7 0,0 2-43,0 3 1,-8 11 162,-3 6 0,-5 11 295,-1 1-401,0 8-257,0 2 0,0 11 348,0-4-280,0 12-151,7-10 0,2 5-15,8-13 1,0-3 44,0-8 1,4-1 11,8-5 0,-1-3-367,12-8 1,-2-2-516,2-3 0,1-5-622,5-7 656,3 0 237,-13-7 1,12-3-647,-8-7 647,-8 0 161,0-8 1,-13 6-415,4-4 538,-4 4 1,-12 4 96,-7 4 1,-2 3-131,-10 8 0,1 0 75,-6 0 0,1 6-613,5-1 259,-5 9 198,14-5 0,-4 8 244,12 1 0,-4-1 0,5 0 0</inkml:trace>
  <inkml:trace contextRef="#ctx0" brushRef="#br1">16637 9765 8048,'-10'0'2385,"3"0"-2093,7 0-16,0 0-70,7 0 0,3 0-23,7 0 1,2 0-144,4 0 0,3 0-167,9 0 1,-7 0 68,1 0 1,-6 0-82,5 0 0,-7 6-275,2-1 209,-4 1 151,-2-6 0,-7 2 31,-5 4-15,-3-5 14,-2 15 1,-7-9-17,-5 5 0,-9 3 83,-1-4 0,-7 5 136,6 1 1,-5-2-52,5-4 0,-2 5 120,2-5 1,6-1 258,0 1-263,0-7 0,15 3-269,-13 1 42,13-6 1,-4 6 117,12-8 0,-3 1 1,9 5 1,1-4-128,10 4 1,-4-4-184,4-2 1,2 0 80,-2 0 0,5 0-43,-5 0 1,6 2-82,-7 3 190,9-3 32,-12 6 0,6-2-5,-8-1-21,0 9 5,-8-13 0,5 9-24,-9-4 333,1-4 91,-6 13 0,-2-8-136,-3 5 0,-5 1 27,-7-7 0,0 2 193,0-3-323,-8-3-36,-2 13 0,-5-11 212,3 8-154,-3-9-25,5 5 0,-5-2 26,3-1 0,-1 1-72,7-6 0,0 0-96,6 0 1,6 0-120,-1 0-130,8-7 1,-3 3-994,7-8 605,0 8 413,0-11 0,2 11-1419,3-7 751,5 7 510,7-3 0,0 5-159,0-4 541,0 4 0,8-6 0,2 8 0</inkml:trace>
  <inkml:trace contextRef="#ctx0" brushRef="#br1">17990 9799 7924,'-9'0'1480,"1"0"-689,8 0-136,-7 0 108,5 0-397,-14 8-137,15 1 0,-15 8 387,5 0-261,3 1-110,-7 6 1,11 1-63,-7 4 1,7 1 61,-2-7 0,4 6 114,2-7 1,2 7-238,4-6 0,5 0-169,12-6 1,-4-6-183,4 1 179,4-9 74,-8 13 1,11-14-500,-7 3 247,0-3 174,-6-9 0,0 1-70,0-11 0,1 3-46,-1-9 1,-8 4-154,-3 2 1,2-6 178,-3 1 0,1-1 89,-6 6 0,-8-4 155,-3 4-50,-4-4-40,-2 11 0,-1-5 400,1 4-189,0 3-135,0 8 1,0 0-28,0 0 1,5 0-89,1 0 1,5 6-202,-5-1-470,7 9-142,-4-5 0,14 3-1104,0-1 1016,7-7 374,-3 3 556,7-7 0,0 8 0,0 2 0</inkml:trace>
  <inkml:trace contextRef="#ctx0" brushRef="#br1">19293 9833 7569,'-18'0'737,"1"0"1083,8 0-1059,1 0-332,8 0-404,0 0 0,10 0-224,7 0 0,2 0-333,9 0 1,-5 0 285,6 0 0,-6-5-181,5-1 0,-5 0 427,6 6 0,-9-15 0,5-4 0</inkml:trace>
  <inkml:trace contextRef="#ctx0" brushRef="#br1">19738 9559 7569,'8'-9'1716,"-6"1"-1031,5 8-465,-7 0 0,-2 2 142,-3 4 0,-3 11 223,-4 11 0,-3 7-221,4 5 0,1 3-143,-1 9 1,7-8-248,-2-4 0,6-4-54,6-2 1,4-7-97,7-4 0,6-6 155,-1-6 0,7-3-9,-6-8 1,5 0-145,-5 0 1,0-8-196,-6-3 0,-5-6 104,-1-6 1,-7 4 112,2-4 0,-6-2 147,-6 2 1,2 2-18,-7 10 0,-7-2 88,-4 7 1,-1 0-94,6 6 24,0 0-406,-1 0-15,9 8 1,9-6-1239,11 3 1662,5-3 0,16-2 0,4 0 0</inkml:trace>
  <inkml:trace contextRef="#ctx0" brushRef="#br1">20389 8103 7110,'0'-9'381,"0"-7"1,0 13 452,0-9-585,8 8 1,1-3 39,8 7 0,0 0 170,1 0 1,-1 7-4,0 5 1,2 12-149,4 11 1,-2 7 63,7 9 1,-5 14-111,6 3 0,-7 14-598,7 4 1,-10 9 409,-10-41 0,-1 0 0,1 1 1,-3 1-48,-2 1 1,-2 0 0,1 2-1,0 0 5,-2-1 1,-2-2 0,-2-3 0,-2-1-89,0 0 0,-1-1 1,-11 38-201,-6-3 1,4-10 208,-4-13 1,-4-4 167,-1-8 1,1-1-47,-1-5-558,7-3 342,-12-15 1,12 3-123,-7-7 1,7 0 231,-2-6 1,4 0-633,2 0 0,0-5-1050,0-1 1713,7-7 0,-5 4 0,5-8 0</inkml:trace>
  <inkml:trace contextRef="#ctx0" brushRef="#br1">21006 9200 7569,'0'-10'2703,"2"-3"-1533,3 7-806,-3 0 1,14 1-34,-5-1 0,4-6-136,2 7 0,2-7-78,4 7 0,-2-7-88,8 6 0,-3-7-713,3 2 0,3 1 487,-3-1 0,-4 1-1968,-2-1 2165,-4-4 0,5 5 0,3-7 0</inkml:trace>
  <inkml:trace contextRef="#ctx0" brushRef="#br1">22428 8120 7569,'0'-9'1445,"0"1"-1308,0 8 1,-2 2 57,-4 4 0,-3 5 0,-8 12 0,-2 7 208,-4 16 0,-6 15 56,-11 19 1,22-34 0,0 1-398,-2 4 1,0 1 0,-1 5-1,0 2 121,1 3 0,0 2 0,0 2 0,0 1-78,2-1 1,2-1 0,2-2 0,1-2-34,1-3 1,2-2 0,3-1 0,2-1-109,-1 37 1,6-7 230,6-10 0,6-9-52,10-2 1,5-14-309,7 3 1,1-12-480,-1 0 0,6-4-646,0-2 0,0-7 1084,-6-5 1,6-4-1934,0-7 2139,0-3 0,-11-3 0,-1 1 0,3-2 0,1-2 0,2-2 0</inkml:trace>
  <inkml:trace contextRef="#ctx0" brushRef="#br1">22651 8343 7569,'-10'0'552,"3"0"80,7 0-242,0 0-195,0-8 0,0 5-44,0-9 0,7 3 3,5-3 0,3-3-134,2 4 1,-6 1 57,1-1 1,-1 7-96,6-2-20,1 4 1,-1 2-38,0 0 0,-6 0 141,1 0 0,-9 8-29,3 3 0,2 10-120,-3 2 0,1 7 101,-6-1 1,-7 1-79,-5-1 0,-1 3 84,1-3 0,-3-2 25,4 1 0,-4-7 40,-3 2 0,1-10 109,0-1 0,0-7-117,0 7 1,5-8-36,1 1 0,5-3 134,-5-2 211,7 0-188,-4 0-105,8-7 0,2-1 6,4-3 0,4 1-62,7 4 1,-6 4-6,1-3 0,-1 3 48,6 2 0,0 0-2,0 0 1,1 0-141,-1 0 0,5 5-195,1 1 0,0 6-520,-6-7 0,0 3 390,1-2 0,-1-4-1550,0 3 1931,8 5 0,-6-1 0,5 8 0</inkml:trace>
  <inkml:trace contextRef="#ctx0" brushRef="#br1">23816 8309 8171,'0'-10'1055,"0"3"-348,0 7 2803,0 0-3234,0 7-123,0 3 0,0 13 123,0-1-116,0 1 1,-6-6 22,0 0 1,1 1-74,5-1 1,5 0-87,1 0 1,7-2-159,-1-3 0,3 1 88,2-7 1,6 5-224,0-5 0,5 0-23,-5-6 1,2 0-184,-2 0 1,-4 0 237,4 0 0,-4-6 105,-2 0 0,0-5-785,0 5 0,-5-2 174,-1 3 0,-7 1-856,2-8 878,-5 9 721,-1-13 0,-7 7 0,-3-8 0</inkml:trace>
  <inkml:trace contextRef="#ctx0" brushRef="#br1">24090 8274 7569,'2'-9'258,"4"3"352,-5 4-122,7 2 529,-8-7-325,0 5-287,-8 2 0,5 9-200,-9 8 0,7 2-56,-7 4 1,3-2 56,-3 8 1,-3-3-24,3 3 1,5 3-825,1-3 1,-1-2-3,1 1 0,0-1 643,6 1 0,0 5 0,0-7 0</inkml:trace>
  <inkml:trace contextRef="#ctx0" brushRef="#br1">25135 8206 7680,'-9'0'820,"-1"0"-208,4 0-131,4 0 1,-7 0-85,3 0 0,2 0-104,-7 0 1,0 8 65,-7 3 1,7 4-93,0 2 0,-1 0-51,-5 1 1,2-1-11,3 0 1,5 0 160,7 0-184,0 0 1,0 0 229,0 0-673,0-7 0,7-2-111,5-8 1,3 0-199,2 0 1,0-2 188,0-4 0,6-4-58,0-7 1,0 0 154,-6 0 0,-5-6 74,-1 0 1,-5 1 45,5 4 0,-7-4 52,2-1 1,-5 0 296,-1 6 0,-7 5-146,-5 1 0,-3 1 240,-2-1 1,0 3-142,0 8 1,5 0 16,1 0 1,0 2-60,-7 4 0,1 2-7,0 3 1,6 4-384,-1-3 1,8 3-481,-1 2 1,3 0 772,2 0 0,-8 0 0,-1 1 0</inkml:trace>
  <inkml:trace contextRef="#ctx0" brushRef="#br1">25067 8583 7569,'0'-10'430,"0"1"146,0 3-75,0 4-13,0-5-121,0 7 196,-8 0 1,-2 1-148,-7 5 1,0 4 18,0 7 1,0 2-127,0 4 0,0-2 60,-1 7 0,1-5-192,0 6 1,8-1-145,3 6 0,4-7 143,2-4 0,0 2 7,0-3 1,2-1-270,4-9 1,3 1-380,8-7 0,0 0-179,1-6 1,6-2 319,5-4 0,1-9-222,-1-8 1,-2-2 202,-5 2 1,-3 2 105,4-7 1,-6 5 26,-5-6 0,-5 8 26,-7-1 1,0-3 198,0 2 1,-7 2 266,-5 10 1,-8-3 108,-3 9 1,0-1-227,6 6 1,-6 0-286,0 0 1,6 0-344,5 0 1,1 6-410,-6-1 1,5 9 871,1-3 0,0 4 0,-7 2 0</inkml:trace>
  <inkml:trace contextRef="#ctx0" brushRef="#br1">22873 9576 7569,'-9'0'455,"-6"-7"0,13 3-164,-4-7 287,4 7 316,2-11-635,0 13 0,0-8 108,0 4-80,0 4 1,-2-5 139,-3 7 0,3 2-250,-4 3 0,2 5 18,-2 7 0,-1 6 36,-5 0 0,-1 7-82,7-1 1,-5-3-56,5 3 0,1-8 101,5 2 0,1-4-12,5-2 1,4 0-293,7 0 1,0-7-388,0-5 0,6 3-22,0-2 1,0-2 266,-6-10 0,6-4-166,-1-7 0,3 0 100,-2 0 1,-4-8-8,4-3 1,-10 3 112,-1 2 0,-9-4 10,3-1 1,-4-3 135,-2 3 0,-2 3 180,-4 8 0,-3 0 313,-8 0 0,-2 7-236,-4 5 0,4 3 165,-4 2 1,-2 7-273,2 5 0,1 3-254,4 2 0,9 0 226,3 0 1,4 0 57,2 1 0,0-1-115,0 0 0,16 0 0,3 0 0</inkml:trace>
  <inkml:trace contextRef="#ctx0" brushRef="#br1">23730 9594 7569,'-17'0'0,"0"0"954,0 0 211,0 0 0,5 0-236,1 0-455,7 0 21,-4 0-248,8 0 1,8 0-537,3 0 0,5 0 239,1 0 0,0 0-579,0 0 0,6-2 34,0-4 1,1 2-208,-1-7 0,-4 5 417,4-5 0,-2 7 385,2-2 0,-4-3 0,6-1 0</inkml:trace>
  <inkml:trace contextRef="#ctx0" brushRef="#br1">24107 9388 7569,'-2'-11'0,"-4"-1"426,5 8 666,-15-3-440,14-1-193,-13 6-355,6-5 1,-3 7 272,1 0-177,7 7 0,-6 1-5,5 3 0,3-1 172,-4-5-212,4 5 0,2 7-72,0 0 0,2 0-251,4 0 0,-2 1 121,7-1 1,-5 6-208,5-1 1,1 1 38,5-6 0,-2 6-89,-4 0 0,5 0 145,-5-6 1,2 2 64,-1 4 1,1-4-69,-7 4 1,5-4 2,-5-2 1,0-6 271,-6 1 1,0-1-79,0 6 0,-8-5 163,-3-1 0,-5-5-72,-1 5 1,-2-7-2,-4 2 1,3 1-79,-9-1 1,6 0 16,-5-6 1,7 0-40,-2 0 0,4-2-109,2-4 0,5-3 6,1-8 1,7 5 48,-2 1 0,6-3-100,6-8 1,5 3 29,12-4 0,-4 4 41,4 2 1,2-1 22,-2 1 0,5 2-4,-5 4 1,8-5-23,-3 5 1,-3-4-14,-2-2 1,-4 1 123,-2 5 1,0-4-91,0 3 1,-2 3 127,-3-3 0,-3 7 11,-3-7 0,-4 7 269,4-7-306,-4 1 1,-4-4-18,-4 3 1,2-1 76,-7 7 0,5-5 319,-5 5-334,-1-7 1,-3 9 100,3-8-246,-3 9 74,13-5 1,-11 6-124,7-4 184,1 4-37,5-5-253,-8 7-293,6 0-1255,-13 0 918,13 7 823,-6-5 0,1 14 0,-3-7 0</inkml:trace>
  <inkml:trace contextRef="#ctx0" brushRef="#br1">24861 9508 7663,'8'-10'821,"-7"3"-10,7 7-230,-8 0 1,2 2-274,4 3 1,-4 1-126,3 11 1,-3-3 74,-2 8 1,-2-1-111,-3 2 1,3-4-190,-4 4 1,4 2 112,2-2 0,0 5-947,0-5 0,0 0-820,0-6 1695,0 0 0,8 0 0,1 0 0</inkml:trace>
  <inkml:trace contextRef="#ctx0" brushRef="#br1">25152 9525 8356,'0'17'1088,"0"0"0,0 0-935,0 1 1,0-1 183,0 0 1,0-6-188,0 1 1,8-3-250,3 3 1,10-3 157,2-3 0,0-4 87,-6 3 0,4-5-615,-4-5 0,4-3 96,-10-3 0,5-5 169,1 5 0,-8-4 54,-3-2 1,-4 0 96,-2-1 1,0 1 72,0 0 0,-8 0 215,-3 0 1,-10 5-162,-2 1 0,0 5-59,6-5 1,0 7 181,0-2 1,5 4-614,1 2-454,7 0 674,-3 0 0,9 0 196,3 0 0,12 0 0,10 0 0</inkml:trace>
  <inkml:trace contextRef="#ctx0" brushRef="#br1">25598 8154 7569,'2'-11'0,"3"0"0,-1 1 840,8-1-539,-1 3-164,6 0 1,2 5 224,4-9 1,-2 8-49,7-1 0,1 3 40,5 2 0,1 0 5,-1 0 1,2 7 32,4 5 0,-4 11-172,4 5 1,-9 14-38,-3 10 1,-9 12 230,-2 10 1,-7 18-507,-10 5 0,-3-46 0,-2 1 111,0 5 0,-1 0 0,-5 0 1,-1 0 59,-2 3 0,-1 0 0,-1-3 0,-2 0-302,-1 1 1,-2-2 0,3-5 0,-2-3-58,-3 1 0,0 0 1,-15 38-474,-2-7 1,4-11 517,2-12 1,0 2-20,-1-2 0,-1-6 254,-4-5 0,4-2 0,-8 5 0,0-1 0,-1-1 0,-1-1 0</inkml:trace>
  <inkml:trace contextRef="#ctx0" brushRef="#br1">15283 11478 7569,'-17'0'0,"8"0"1915,1 0-783,8 0 735,0 0-1736,8 0 0,1 0-37,8 0 0,6 0-89,0 0 1,7 0-201,-1 0 1,-2-2 244,1-4 0,1 4-4,5-3 1,-7 3-1774,-5 2-579,-2 0 999,-3 0 1307,-8 7 0,6 11 0,-5 8 0</inkml:trace>
  <inkml:trace contextRef="#ctx0" brushRef="#br1">15352 11769 7569,'-10'8'2546,"3"-6"-2171,7 5-191,0-7 73,15 0 0,-4 0 168,12 0 1,4 0-278,1 0 0,7 0-153,5 0 1,0-5 145,11-1 1,-3-6 133,9 7-275,-12-1 0,5-2 0,-6-1 0</inkml:trace>
  <inkml:trace contextRef="#ctx0" brushRef="#br1">16928 11135 7569,'-15'-11'2685,"3"0"-2142,-3 7-359,13-4 109,-13 8 0,11 10 189,-7 7 0,-1 17-68,-5 17 1,-2 10 88,-4 14 1,-3 6-590,9-33 0,-1 1 0,4 0 0,0 1 177,-1 7 1,1 1 0,4-6 0,1 0 147,0 0 1,1-1-668,-1 44 374,9-17 0,3-2-381,9-7 301,7-8-312,15-2 1,2-10-729,4-3 1,4-4 476,8-8 697,-1-7 0,4 5 0,0-7 0,1 0 0,4-2 0,5-1 0</inkml:trace>
  <inkml:trace contextRef="#ctx0" brushRef="#br1">17425 11358 8004,'-10'0'1286,"3"0"-193,-1 0-221,6 0 58,-5 0-383,7 0-157,0 0-195,7 0 0,3 0-12,7 0 1,2 0-147,4 0 74,3-8-74,9 7 1,1-13 24,4 8 0,-2-7 18,8 2 1,-8 3-223,2 2 1,-6-1 131,-5 1 1,-5 0 36,-7 6-167,1 0 249,-9 8-97,-1-6 0,-8 13 7,0-3 0,-2 5 165,-4 6 1,-5-3 244,-12 9 0,4-6-234,-4 5 0,4-1-123,2 2 1,0 1 78,-1-7 0,7 5 62,0-5 1,7 2-1499,-2-2 0,4-4-334,2 4 1,0 2 611,0-3 1007,0 1 0,8 2 0,1 2 0</inkml:trace>
  <inkml:trace contextRef="#ctx0" brushRef="#br1">19070 11170 7597,'9'0'591,"-1"-2"-224,-8-4-2,8 4 0,-7-7-24,5 3 0,-2 4 113,2-4 48,-4 4 0,5 2-135,-7 0-172,0 0 0,0 8 241,0 3-382,-7 5 19,5 1 0,-14 6-84,5-1 1,1 1-5,-1-6 1,2 6-46,-3 0 1,-1 2-225,7-2 0,-2-4-405,3 4 0,3 1 77,-4-1 0,4 0-1280,2-6 1892,0 0 0,-7 0 0,-3 0 0</inkml:trace>
  <inkml:trace contextRef="#ctx0" brushRef="#br1">19412 11187 7569,'10'-17'604,"-2"-1"-99,-8 1 45,7 0 0,-3 2 871,7 4-537,-7 3-517,4 8 0,-2 2-71,-1 4 0,1 3-60,-6 8 1,-6 6-162,1 0 1,-7 7-141,6-1 1,-5 3-101,5 3 1,-1-3-321,1-4 0,4 3-890,-4-8 1,4 5 173,2-5 1201,0 8 0,0-5 0,0 8 0</inkml:trace>
  <inkml:trace contextRef="#ctx0" brushRef="#br1">20526 11324 7569,'-9'0'2384,"1"0"-1848,8-8 1,8 6 456,3-3-513,-3-5-242,7 8 0,-6-5-28,9 7 0,4-6-152,1 0 0,8 0-209,-3 6 1,3-5-129,-3-1 0,5-2-343,-5 3 1,5 3-731,1-4 1,-8 4 174,-3 2 1177,-4 0 0,-2-7 0,1-3 0</inkml:trace>
  <inkml:trace contextRef="#ctx0" brushRef="#br1">21194 11084 7569,'12'-17'656,"-1"0"-358,-7 0 0,6 7-5,-5 4-18,-3-3 67,6 7 1,-6-6 635,3 8-636,-3 0 1,6 8 7,-8 3 0,-6 6-260,0 6 1,-7 2-181,2 4 1,-3 3-917,3-3 547,-4 3 147,5 2 1,-5 0-222,4 1 0,-3-1 244,9 0 289,-9-7 0,5 5 0,-8-5 0</inkml:trace>
  <inkml:trace contextRef="#ctx0" brushRef="#br1">21520 11067 7569,'0'-10'2080,"0"3"-1824,0 7 42,-8 0 0,6 7 208,-3 5 1,3-3-179,2 3 0,0-1-100,0 6 0,7-2-185,5-3 1,3 3-5,2-3 0,6-3 5,0 2 0,5-7-74,-5 2 1,0 2-360,-6-3 0,0 1-3,0-6 1,-5 0-402,-1 0 0,-5 0-374,5 0-464,-7 0 1631,4 0 0,-8 0 0,0 0 0</inkml:trace>
  <inkml:trace contextRef="#ctx0" brushRef="#br1">21777 10964 7569,'0'-17'1047,"0"7"0,-8 5-533,-3 10 1,1 5 153,-1 7 1,-1 8-362,-5 3 0,0 5-154,0 1 1,0 6-764,0 0 1,5 9 122,1 3 0,1-1-627,-1 6 1114,-4-3 0,-2 5 0,-10 1 0</inkml:trace>
  <inkml:trace contextRef="#ctx0" brushRef="#br1">17493 12232 10112,'2'-10'857,"4"5"1,4-3-779,7 2 0,6-1 15,-1 1 0,7 4-101,-6-4 26,7 4 37,-3-5 0,7 5 132,0-4 1,-1 4-238,-5 2 1,3 0-771,-8 0 622,0 0 0,-12 2-59,0 4 0,-9-2 165,-2 7 0,-7-5 29,-10 5 1,-6 1 106,0 5-105,-8 0 15,-3 0 1,-2 0-20,-4 0 0,6-5 252,5-1 0,4-1 903,8 1-873,0-3 0,8-6 179,3 3-470,4-3 0,15 6 78,4-8 0,12 0-148,0 0 1,3 0 59,2 0 0,6 0 98,0 0 1,6 0-87,-6 0 1,2 6-132,-2-1 1,-6 9 165,0-3 0,-1-2 49,-11 3 0,1-1 27,-6 6 1,-5-5 297,-1-1 443,-7 1-387,4 5-238,-16 0 1,-7 0 30,-8 0 1,-9-5 156,-3-1 0,-1-1 301,-9 1 1,-1 2-252,-6-7 1,7 5-64,-1-5 1,2 0-211,-1-6 0,3 0-82,7 0 1,9 0-1084,3 0 550,4 0 282,2-8 126,7-1 0,3-8-763,7 0 0,3-1-2739,9 1 3588,-1 0 0,29-8 0,-4-1 0</inkml:trace>
  <inkml:trace contextRef="#ctx0" brushRef="#br1">19344 12317 7185,'9'0'579,"-1"0"0,-6-5-242,4-1-88,-4-7 1,7 9-55,-3-8 0,-4 7 230,3-7-265,-3 1 0,4-6-7,0 0 0,-1 5 97,-5 1-237,0-1 1,-1-3-90,-5 4 91,4-5 25,-13 15 0,11-7-78,-8 8 0,1 0 24,-6 0 1,5 0 52,1 0-17,0 0 0,-5 2-16,5 4 0,3-3-3,8 9 1,-5-6-6,-1 5 1,0-5 232,6 5-198,8 0 0,-1 7 74,5-1 1,3 0-106,-3 0 0,3 0 2,2 0 0,0 6 9,0 0 0,0 2-1,0-2 0,-1-3-15,-5 9 1,2-2-108,-7 1 0,6-1 80,-7-4 1,1-4 23,-6 4 1,0-10 432,0-2-200,-8 1 1,-1-3 57,-8 7-152,-8-15 1,4 7-26,-8-8 1,9 0-6,-3 0 1,-2 0 33,2 0 0,0-2 13,6-4 1,8-3-127,3-8-71,4 0 139,2-8 0,2 4-275,4-8 1,5 3-54,12-3-243,4-3 331,7 13 0,-6-6-24,1 8 1,-6 0-45,5 0 1,-5 5-90,6 1 1,-8 5-808,1-5 589,-2 7 1,-3-9-714,0 7 1236,-8 0 0,7-1 0,-7-3 0</inkml:trace>
  <inkml:trace contextRef="#ctx0" brushRef="#br1">20937 12420 7270,'-11'-2'247,"-1"-3"1,7 3 163,-7-4 0,7 4 374,-7 2-522,8 0 0,-5 0-37,3 0 0,4-2 126,-3-4-168,3 5-109,9-7 43,3 8 1,7-2-276,0-4 0,0 4-80,0-3 0,0 1-222,1-2 1,-1 4 199,0-3 1,0 3-141,0 2 1,0 0-566,0 0 964,1 0 0,-1-8 0,0-1 0</inkml:trace>
  <inkml:trace contextRef="#ctx0" brushRef="#br1">21434 12095 7569,'0'-17'89,"0"5"24,0 1 0,0 5 230,0-5 0,6 5 711,0-6-373,-1 9-209,-5-5-319,0 8 1,0 8-61,0 3 0,-2 6-16,-3 6 1,3-2-193,-4 8 0,-1-7-438,1 7 0,0-6 338,6 5 1,0-5-642,0 6 1,0-8 75,0 1 780,0 5 0,0-8 0,0 6 0</inkml:trace>
  <inkml:trace contextRef="#ctx0" brushRef="#br1">21777 11992 9045,'-8'17'506,"-3"0"0,-2 2 0,1 4-259,-3 4 1,5 7-72,-7 0 1,8 0-100,3 1 0,4-1-28,2 0 0,10-5-224,7-1 0,7-7-370,11 2 321,-1-11 192,8-5-138,-6 1 0,6-6 0,-10 2-177,-3-8 1,1-6-199,-7-7 432,-8 0 1,-7 0 27,-8 0 1,-4 1 61,-7 5 0,-3-2 181,-14 7 1,-1 0 122,-5 6 1,0 2-143,0 4 0,5-2-295,0 7 0,14-5-253,-2 5 0,11-5-309,1 5 1,3-5 717,2 6 0,7-1 0,3 6 0</inkml:trace>
  <inkml:trace contextRef="#ctx0" brushRef="#br1">22428 10639 7569,'8'-18'0,"1"1"0,8 2 388,0 4 0,1 3 588,-1 8 1,5 2-503,1 4 1,6 5-22,-6 12 1,1 11 46,-1 12 0,-2 13 141,8 9 1,-8 10-601,2 14 0,-14-44 0,-1 1 130,-2 5 1,-1 0 0,0-3-1,-2-1-224,-2 5 1,-2-1 0,-3-5-1,-2 1-57,-2 1 0,-1 1 0,-8 41-325,-6-13 0,-2-10 399,3-7 1,-9-15-66,3-3 0,-5-1-428,-1-4 1,-2-4-589,-4-2 1,-4-3-1681,-7 9 2797,-1-4 0,-3-2 0,0 1 0,0-1 0,-6 0 0,-4 0 0</inkml:trace>
  <inkml:trace contextRef="#ctx0" brushRef="#br1">25101 8274 6878,'9'0'-249,"-1"-7"520,-8 5 169,0-13-294,0 13 1,0-8 350,0 5-189,0 3 11,0-6 145,0 0-146,0 7 132,0-7-107,0 8-200,-8 0 1,5 0-8,-9 0 1,6 0 14,-5 0 0,5 8-32,-5 3 0,1-2-7,-1 3 0,-4-1-22,3 6 45,-3 1 0,-2-1-104,0 0 0,0 0 46,-1 0 1,7 0 112,0 0-95,-1 0 0,-3 1-5,4-1 1,3-6 45,8 1 0,-2-7 5,-4 7 1,4-7-109,-3 7 1,3-6 68,2 5 0,2-5-107,3 5 0,-3-5 24,4 5 3,4-7 1,-7 9 9,9-7 0,-6 5-9,5-5 1,-7 2 80,1-2-63,5-5 0,-6 9-74,7-4 70,-7-4 1,6 7-94,-5-3 77,-3-4-17,13 5 1,-11-7 16,8 0 0,-7 0 6,7 0-60,-1 0 7,6 0 0,0 0 72,1 0 1,-7-5-39,0-1 0,-5-6-2,6 7 1,-7-7-67,7 7 26,-1-9 0,1 7 41,-1-5 0,-5-3 9,5 4-105,-7-5 1,9-1-163,-7 0 1,0 0 2,-6 0 0,0-6 126,0 0 1,0 0-56,0 6 1,0 0 85,0 0 1,-6 6 5,0-1 1,-5 6-242,5-5 54,-7 7 0,3-3 79,-7 7 1,6 0-77,-1 0 1,3 1-279,-3 5 0,-3-2 176,4 7 1,-5 1-254,-1 5 0,6 0-16,-1 0 640,1 0 0,-6 0 0,0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1833 4968 7110,'-7'-9'-574,"5"1"1,-8 6 573,5-4 0,1 4-19,-8-3 138,9 3 0,-11 0 62,8-4-80,-7 4 0,6-7 307,-5 3-177,5 4 249,-1-13-143,6 13-85,-6-6 0,6 8-73,-3 0 1,3-1 155,-4-5-115,4 4 3,2-6-87,0 8 72,0 0-84,0 8 4,8-6 0,-1 7-116,5-3 1,3-2 137,-3 7-131,3-7 1,2 6 11,0-5 0,6-3-59,0 4 91,7 3 1,-3-7-85,7 4 1,0-2 42,1 2 1,1-5-57,4 5 0,-4-2 68,4 2 0,2-4-84,-2 3 0,5 3 69,-5-2 1,6-1-83,-6-5 71,0 8 0,0-6-93,0 4 90,8-5 1,-5-1-31,9 0 1,1 0 21,4 0 0,-2 0 0,8 0 1,0-1-6,6-5 1,-7 4 13,1-4 0,0-1-12,6 1 1,-7 0 10,1 6 1,0-2-11,6-3-869,-8 3 873,5-6 1,-7 8-19,4 0 1,2 0 14,-8 0-12,8 0 0,-12 0-4,4 0 1,-7 0 18,1 0 0,-5 0 0,5 0 0,0 0 40,-5 0 1,2 2 5,-3 4 0,5-4 80,-4 3-120,3-3 0,1-2 149,-5 0-70,5 0 0,-6 0 430,7 0 1,-2-6-420,-3 1 0,4-7-17,-5 7 1,-1-9 1,2 3 1,-6 1-25,5-1 0,-1 0-13,2-7 1,2 1-11,-8 0 16,0-8 1,-6 6 25,0-3 1,-5 1-20,-1-2 1,-1 4 13,1-4 1,-3 4 18,-8 2-84,0 0 1,-5-6 13,-1 0 0,-1-2-12,1 2 0,-3 4-116,-8-4 1,-2-1 11,-4 1-18,-3 0 56,-8-2 1,-8 6-111,-4-4 0,-11 4 30,-5 2 0,-5 0-85,-1 0 1,-14 0 55,-4 0 0,-12 5-353,-5 1 0,0 1 442,-5-1 0,1-4 132,-1 3 0,3-3-17,-3-2-117,3 0 1,-3-6 150,0 0 1,-3 0-82,3 6 1,2 0 62,40 8 1,0 1 0,-42-7-44,43 9 0,-1 0 1,-1-1-1,-1 1 46,0 3 0,-1 0 0,-1-1 0,0 1-18,4-1 1,1 2-472,-3 1 1,1 0 570,-46-7-862,46 8 1,0 0 733,-2 0 0,1 0 95,-1 0 0,-1 0-649,-2 0 1,0 0 575,3 0 1,1 0 34,-1 0 1,1 0-39,0 4 0,-1 0-4,-3 0 0,0 1 13,2 3 0,1 2 107,-3 2 0,0 0-100,3-3 1,1 1-12,3 6 1,1 1 10,-4-4 1,1 0 139,-38 22-142,42-15 0,-1 2 24,-39 14 0,4 13 298,8-3-624,8 3 317,22 3 1,6 5 327,15 0 0,8 0-387,15-6-62,22 1 907,7 7-744,22-13-173,8 11-64,10-21 68,9 6 1,8-10-360,-1-3 0,7 1 212,-1-7 0,-42-11 0,-1 1-6,44 9 0,-1-1 25,-5 8 198,-1 0 0,5-1 0,-5 1 0,-3 1 0,2 2 0,4 3 0</inkml:trace>
  <inkml:trace contextRef="#ctx0" brushRef="#br0">4112 5191 7569,'0'-12'802,"0"1"-128,0 7-133,-8-3-101,7 7-257,-7 0 1,8 3 111,0 9 0,0 1-112,0 16 1,0-7 301,0 7-336,0 7 0,0 0-125,0 4 0,0 2 56,0-2 1,2 2-289,4-2 1,-5-10 173,5 5 1,-2-7-572,2 1 0,-2-4 317,7-8 1,-7 0-1494,1 0 1154,-3 0 0,4-5 627,0-1 0,-1-7 0,-5 3 0</inkml:trace>
  <inkml:trace contextRef="#ctx0" brushRef="#br0">3804 5482 8665,'5'27'752,"1"-4"0,7 5-457,-1 6 1,3 1-7,2 5 1,0 1-64,0-1 1,6 0-44,0-5 1,8-3-21,-3-3 0,3-5 142,-3-7 1,5-7 64,-5-4-71,4-4-150,3-10 0,-7-2-105,1-7 1,-2-6 88,1 1 0,3-9-391,-9 3 0,3-7 193,-2-5 0,-4-3 184,4-9-39,-4 1 0,-8-2-1910,1-5 126,-1 5 1,4-4 164,-3 11 1539,3 12 0,-13 2 0,6 5 0</inkml:trace>
  <inkml:trace contextRef="#ctx0" brushRef="#br0">2896 6441 7569,'-8'-17'1031,"4"0"-121,-7 0-523,7 7-45,-4 10-113,8 10 0,0 9-125,0 4 1,0 3 78,0 9 1,0 7-140,0 3 1,0-3 59,0-2 1,0 0-164,0-6 1,-5 3 54,-1-15 254,0 1 71,6-13-32,0-3-369,0-22 1,0 2 106,0-16 1,0 1-130,0-7 0,0-1 70,0-4 0,0 2 105,0-7 0,0 5-10,0-6 0,0 10-385,0 1 0,2 9 160,4 9 0,-2 1 103,7 5 1,-5 3 173,5 8 0,-5 2-41,5 4 1,-5 5 118,5 12 0,-1 4-48,1 7 0,3 2-83,-9 4 0,9-2 43,-3 8 1,-1-10-97,1-1 0,1-3 79,5-9 1,0-6 158,0-6-10,0-7 1,0 4-108,0-8 0,-1-8-104,-5-3 0,2-12 67,-7-6 1,5-3 7,-5-2 1,6-2-58,-7-4 1,1 1-418,-6-6 1,0 5 177,0-6 1,0 2 7,0-1 0,-2-3-171,-4 8 0,4 6 112,-3 5 0,3 14-85,2-2 0,0 9-193,0-3 334,0 7 0,0 4-179,0 12 0,0 10-629,0 7 1,6 5 997,-1 6 0,9 4 0,-5 7 0</inkml:trace>
  <inkml:trace contextRef="#ctx0" brushRef="#br0">3341 6664 7569,'10'0'1216,"-3"0"-829,-7 8-95,8-6-57,-6 5 1,11-9 488,-7-3-541,7-5 1,-5-7-1,3 0 1,4-6-46,-3 0-271,-5 0 0,7 6 107,-9 0 0,1-6 25,-6 0 1,0-1-104,0 1 0,0 4 7,0-4-46,-7 4 158,-3 9 1,-1 3-18,-1 7 0,6 9-2,-5 8 0,7 10 334,-1 13 0,3-2-132,2 8 1,0-2-98,0 1 0,0 3-213,0-8 0,7-2-11,5-10 139,3-3 0,2-13-83,0-1 0,0-7 96,0 1 1,1-5-31,-1-5 0,0-10 53,0-8 1,-2-6-106,-3 6 1,3-7-45,-4 1 97,-3-3-5,-1 5 0,-7 1-1,0 3 0,0 9 121,0-3-16,0 4-120,0 4-35,0 1 265,0 31-43,0-10 1,0 27-28,0-11 1,0 1-70,0-1 1,0 1-38,0-7 1,6 5 32,0-5 0,7-6-67,-1-5 0,-3-6 99,3 5-58,-1-7 1,0 3 17,1-7 1,-6 0-126,5 0-128,-7 0 0,5-7 1,-3-5 0,2 3-8,3-3 0,-1 1-344,-5-6 352,-3-8 1,8 6 197,-5-4-243,-3 12 100,6 3 0,-6 8-196,4 0 868,-5 0 0,13 8-237,-9 3 1,3 3 113,-2-3-231,3 4 0,8-11-72,1 7 6,-1-7 0,0 2 6,0-12 1,6 1-17,0-13 0,0 5 5,-6-10 1,-6-2-207,1 3 0,-9-9-102,3 3 0,-4-5-227,-2-1 309,0 0 1,-8-1-271,-3 1 0,-4 8 143,-2 3 0,-1 6 65,1 5 1,0 5-104,0 7 101,7 0 0,-3 1-103,7 5 1,1 4-509,5 7 0,7 0 95,5 0 698,3 8 0,17 1 0,5 9 0</inkml:trace>
  <inkml:trace contextRef="#ctx0" brushRef="#br0">4969 6596 7569,'-17'-18'304,"-1"1"-29,9 8 92,-6 1 23,13 8 0,-11 2 244,7 4 1,0 5-305,6 12 0,0 4-135,0 7 0,0 2 347,0 4-363,0-4 0,0 12-41,0-8 0,0 0-90,0-6-37,8 0 0,-6-1-113,3-5 0,-1-5 415,2-12 318,-4-3-564,5-8 1,-7-9-31,0-9 1,-2-6-5,-3-11 1,1-1-120,-7-4 0,7-3-155,-2-9 206,-4-7 0,9 0-492,-5-4 1,4-3 114,2 3 220,0 4 0,0 2-163,0 11 1,8 6-174,3 12 265,4 3 1,2 15 437,0 5 1,1 5 127,-1 5 0,-6 5-28,1 7-233,-1 8 1,0 1 138,1 9 0,-8-1-30,1 0 1,-3 0-264,-2 1 0,0 5 101,0 0 1,-2-2 58,-3-10 0,-5 3-130,-7-9 1,6 1-773,-1-6 393,8-7-103,-11 5 352,13-13 1,-5 4-463,7-12 1,0-3 241,0-9 0,7-4 32,5-1 1,9-8 399,1 3 0,7-5 0,-6-1 0,0 8 0,-6-5-51,0 8 1,4 0-36,-4 6 0,4 2 388,-10 4-293,5-5 1,-5 14 1496,0-3-1095,-7 3 0,6 2 321,-4 0 1,-5 7-273,5 5 0,-4 5-222,-2 6 1,0-2-33,0 7 1,0-5 70,0 6 0,0-8-227,0 2 0,0-4 4,0-2-32,0 0 0,2-8 98,4-3 0,-3-4-120,9-2 0,-6-8-5,5-3 0,0-10 53,7-2 1,-7-2-99,0 3 0,-1 1-405,1-8 1,5 6 255,-5-5 1,-1 7 17,1-2 1,-5 4 167,5 2 1,-5 5-146,5 1 287,-7 7-143,11-4 0,-11 14-36,7 0 0,-7 7 120,2-1 0,2 5 161,-3 6 0,3-4-242,-2 3 1,-3-3-139,9-1 1,-6-1-438,5 0 0,-7 0 284,2 0 0,1-5-506,-1-1 0,1-7 335,-1 2 0,-4-6 473,4-6 0,11-4 0,2-7 0</inkml:trace>
  <inkml:trace contextRef="#ctx0" brushRef="#br0">5551 6099 7569,'0'-17'0,"-2"7"0,-3 4 0,3 4 1201,-6 2-290,8 0-575,0 0-176,0 8 1,8-4-517,3 7 1,-1 1 260,1 5 0,1 0-655,5 0 1,0 0 435,0 0 1,0 1 313,0-1 0,8-8 0,2-1 0</inkml:trace>
  <inkml:trace contextRef="#ctx0" brushRef="#br0">5843 6184 7569,'17'-7'-83,"-6"3"15,1-7 516,-9 7 306,5-4-534,-8 8 0,-6 8-25,1 3 0,-9 12 330,3 6 1,-3 3 402,3 2 0,2 2-203,3 4-458,4-4 0,-6 6-7,8-7 1,8-7-78,3 1 1,6-10 15,6-2 1,-2-2-17,8-9 1,5 0-1,6-6 1,0-8-35,-6-3 0,1-10-640,-1-2 0,-6-6 188,1 6 0,-8-7-34,2 1 0,-12-3-489,-5-2 0,1 5 366,-1 1 1,-2 7 36,-10-2 1,2 6 134,-7 5 1,0 5 103,-6 7 1,-1 9 103,1 8 0,0 4 647,0 14 1,2-5-381,3 10 1,-1-4-79,7-2 0,1 1-440,5-1 1,0-6 185,0 1 1,7-6-851,5 5 0,5-9 995,6-1 0,3-1 0,9-8 0</inkml:trace>
  <inkml:trace contextRef="#ctx0" brushRef="#br0">7213 6356 7569,'-17'0'610,"0"-2"360,0-4-635,0 4-37,7-5 431,3 7-173,7 0-435,0 0-45,7 0-45,3-8 1,13 6-114,-1-4 1,9 4-158,-3 2 1,5-1-452,1-5 1,-5 4 246,-1-4 443,-7 4 0,11 2 0,-5 0 0</inkml:trace>
  <inkml:trace contextRef="#ctx0" brushRef="#br0">7248 6544 7569,'-12'0'0,"1"0"1748,7 0-1294,-4 0 1,18 0 107,7 0-106,8 0-430,9-7 1,2 1-121,4-11 0,4 7-66,7-13 1,-1 8-336,-5-8 0,9 10 451,-9 2 0,9-1 149,-9-5 1,5 0-106,1 0 0,8 0 0,2-1 0</inkml:trace>
  <inkml:trace contextRef="#ctx0" brushRef="#br0">8276 6064 7569,'9'-17'0,"-1"0"0,-8 0 0,-2 0 446,-4 0-37,4 0-159,-13 0 1,4 7 169,-12 4-187,4 4 0,-12 2 79,8 0 1,-7 8-130,1 3 1,-3 10-84,-2 2 0,7 0 83,4-6 1,6 6-1,6 0 1,-3 0-50,9-6 1,-1-6-544,6 1 1,8-7 236,3 7 1,4-8 37,2 1 1,2-5-157,4-5 0,-2-5 107,8-7 1,-6 6-32,5-1 1,-7 3 120,2-3 0,-6 3-145,-6 3 201,5 4 0,-14 4 598,3 15 0,-3 4-255,-2 13 1,-2-1-36,-3 12 0,-5 1 153,-7 5 1,0 1-146,0-1 1,-1 1-221,1-1 1,8 0 81,3 1 0,-1-8 63,1-4 0,0-4-318,6-2-1756,0-7 929,0-3-1,8-14 629,1-2 0,8-16-496,0-4 0,6-10 72,0-7 737,0-3 0,2-10 0,1-2 0</inkml:trace>
  <inkml:trace contextRef="#ctx0" brushRef="#br0">8515 6167 7577,'0'17'448,"-7"2"121,-5 4 0,-3 4-261,-2 7 0,6-5-113,-1-1 0,8 1 638,-1 5-545,3-7 1,4 3 168,3-7-390,5-8 35,15 1 1,1-15-137,9 5 55,6-12 1,-4-3 4,3-8 0,0-2-159,-6-4 1,2-2 140,-13-3 1,-2 1-25,-10 4 1,-3-2-556,-8-3-23,-8-5 374,-1 7 0,-16-3-111,-4 1 169,-3 7 1,-2-4 207,0 8-22,-1 7 0,1 3-134,0 7 1,7 0-75,4 0 52,4 0 27,10 0-804,1 0 145,8 7 1,13-5-27,4 4 790,12-12 0,5-11 0,10-10 0</inkml:trace>
  <inkml:trace contextRef="#ctx0" brushRef="#br0">8892 5859 7569,'18'-17'256,"-7"7"523,0 5-518,-7 3-101,4 2 1,-8 2 294,0 3 1,-6 5-109,0 7 0,1 0-286,5 0 1,-6 0 73,0 0 0,1 1 48,5-1 1,5 0-113,1 0 0,5-6-1114,-5 1 867,7-8 0,-9 3 67,8-7 0,-9-7-134,3-5 0,2-3 41,-3-2 0,1 0 21,-6 0 0,0-8 100,0-4 1,-7 3-42,-5-3 57,5 1 1,-7-7 166,8 1 1,-7 0 1,9 5-39,-7 1 0,7 7 191,-2-2-45,5 4 0,2 4-68,5 3 0,4 5-68,7 7 0,0 0-5,0 0 0,0 0 21,0 0 1,-1 1 27,-5 5 1,4 4 203,-3 7 1,1 8-50,-2 3 0,3 6-21,-9 6 1,1 4 28,-6 8 1,0 1-26,0 4 1,-2-2-148,-4 8 1,-5-6 46,-12 6 1,4-2 30,-4 2 1,4-4-103,2-8 1,0 0-1354,0 1 932,7-8 1,3 3-547,7-7 618,0 0 0,0-11-606,0-1 0,0-7 362,0 2 0,7-6-103,5-5 0,-3-3 48,3-3 353,-1-4 0,8 0 48,4-8 0,-4-9 161,4-3 0,-2-1 0,2-9 0,-4 7 0,4-2 0,-4 4 125,-2-6 0,-2 12 85,-4-4 1,5 5 14,-5 1 0,-1 3 807,1 8-496,-7 0-272,11 0 1,-11 8 48,7 3 1,-5-1 283,5 1-395,1-7-124,5 11 0,2-15 2,4 0 1,-4-7 53,4-10 1,-4 0-137,-2-1 1,-2-1 22,-3-3 1,-5 3 64,-7-4 0,-2 4 39,-3 1-161,-13 1 1,-3 0-62,-7 0 1,-6 8 112,-6 3 22,0 4 0,5 4-1018,1 4 654,8 3 1,-5 8 14,8 0 311,0 0 0,6 8 0,0 2 0</inkml:trace>
  <inkml:trace contextRef="#ctx0" brushRef="#br0">10589 6304 7569,'-18'0'1183,"1"0"-795,0 0 1,0 0-67,0 0-178,7 0 0,-5 4 46,4 8 0,1-1-68,-1 12 0,7-4-149,-2-2 0,4 0 168,2 0 1,8-5 64,3-1 1,5-7-327,1 2-474,0-5 461,8-1 1,-1-13-307,5-4 245,3-12 33,-13 10 1,6-13-114,-8 4 1,-5-3 94,-1 3 1,-7-3 61,2 8 1,-6-2 10,-6 3 1,-4 3-30,-7-4 0,6 6 147,-1 5 1,7 3 502,-7 3-247,8 4-169,-3-6 178,7 8-64,0 0-187,7 0 1,3-7 39,7-5 0,0-5 19,0-6 0,1 3-165,-1-9-148,-8 0 140,-1-5 0,-6 2-27,3 3 118,-3 5 89,6 6 67,-8 9 1,0 3 18,0 12 1,-2 15 165,-4 19 1,4 13-173,-3 21 0,-3 14-118,5-37 0,0 1 1,0-2-1,-1 1 58,1 5 0,0 2 0,2-6 0,0 0 108,-2 8 1,0 0 0,2-8 0,1-1 69,0 1 1,0-1-108,-8 40-21,6-5 0,-6-12 46,8-11 0,-5-6 80,-1-11 0,-2-12 99,3-11 0,1-6-163,-8-6 0,7-3-18,-7-8 1,1-15-24,-6-8 1,0-9-1,-1-8 1,9-6-924,3-11 389,-3-4 29,7-8 0,-4 3-262,12 3 0,3-4 114,8 5 1,3 6-315,2-1 1,5 15 391,7-3 0,1 12 517,-1 5 1,6 7-973,0-2-638,7 12 941,-3-5 0,2 13 544,0-9 0,-1 1 0,7-6 0</inkml:trace>
  <inkml:trace contextRef="#ctx0" brushRef="#br0">11719 5756 7569,'-7'-9'1003,"-3"-7"1,-5 16-798,4 0 1,-3 10 264,9 13 182,-9 3-369,5 9 1,-3 7-58,1 3-43,7-3-238,-11 15 0,13-11-193,-4 11 0,4-4-53,2-1 1,6-3-362,0-3 0,5-4 408,-5-8 1,2 0-81,-3 0 333,-3-7 0,6 6 0,-8-7 0</inkml:trace>
  <inkml:trace contextRef="#ctx0" brushRef="#br0">11480 6287 7569,'-18'-25'377,"3"6"128,4-3 1,-3 1-214,9-2-109,-1 4 38,6-6 0,0 8 170,0 0 1,8 0-188,3-1 1,6 1-152,6 0 1,-2 2 129,8 4 1,-7-3 22,7 9 0,-6-1-218,5 6-223,1 0 206,-2 0 0,-3 2 30,-7 3 123,1 5-10,-1 15 1,-2 1 24,-4 9 0,-1 5-15,-4 0 1,-5 5 98,5-5 0,-10 8-98,-1-3 1,-7-3 39,7-2 0,-3-5-63,2-7 1,4-3-88,-3-8 181,3-7-107,2 5 0,2-15-131,3 0 0,-1-8 45,8-9 1,-1-2-319,6-4 0,6-4 147,0-7 1,0 6 120,-6-1 1,0 2 26,0-1-396,-7-4 32,5 13 0,-11 0 375,7 7-180,-7 8 420,3-3 1,-7 9-129,0 3 0,0 7 320,0 11 0,0-3-195,0 9 0,6-8-14,0 2 1,7-4-41,-1-2 1,3 0-190,2 0 1,2-7-13,4-5 1,-2-3-39,7-2 1,1-2-256,5-3 0,0-7 167,1-11 1,-3-1-353,-3-5 0,-5-3 29,-6 3 298,-1-3 1,-8 3-289,-3 1 175,-4 7 1,-4-2 337,-4 12 0,-3 5 229,-8 12-242,-1 11 0,-4 7 657,-1 5-335,-8 3-206,12-5-10,-6 7-725,16 1 337,-6-1 129,13 0 142,-6 0 14,16 1 204,1-9-241,8 7 0,8-7 0,2 9 0</inkml:trace>
  <inkml:trace contextRef="#ctx0" brushRef="#br0">13330 6304 7569,'-2'-17'625,"-4"0"374,-5 0-1219,-4 7 0,-2 3 823,-1 7-375,9 7 1,-4 3-66,7 7 1,-6 6-110,7 0 0,-1 5 194,6-5 12,0 8-195,0-12 1,2 5-110,4-7 127,3-7-77,8-2 0,0-3-81,1 1 1,-1-2 52,0-10 1,0-3-186,0-9 0,0-4 156,0-1 0,-1-2 28,-5 2 0,2-2-354,-7-3 80,0 3 147,-14 0 1,4 5-47,-7-9 120,0 8 39,-7-4 0,3 2 71,4 1 0,3 4-5,8 7 168,-7 7 0,7-9-163,0 7 1,1 0-24,11 6 0,1 0 105,10 0 4,-4 8-99,13-6 1,-7 11 107,4-7-102,3 7 64,-13 4 1,12 3 4,-9 2 1,1 3-78,-6-2 0,1 7-8,-1-1 1,-8 1 29,-3-1 0,-4 1 18,-2-7 0,0 2-170,0-2 241,0-12-74,0 4-18,0-7 0,-2-6 54,-4 4 1,4-12 133,-3-5 1,3-7-160,2-4 0,0-5-127,0-7 1,2-2 136,3-4 1,5 2 17,7-8 0,0 6-471,0-6-31,0 8 241,0 4 1,1 5 124,-1 12 1,0-4 0,-6 19 307,1-3-160,-8 3 1,9 9 50,-7 5 0,-1 5 165,-5 6 1,2 3-153,4 9 0,-4-1-36,4 0 1,-5-5 169,-1-1-613,0 1 243,0-3 1,0 5 146,0-8 1,0 0-491,0-6 0,6-6-1605,0 1 1461,0-9-630,-6 5 1182,7-8 0,3-8 0,7-1 0</inkml:trace>
  <inkml:trace contextRef="#ctx0" brushRef="#br0">13878 5790 7569,'0'-17'696,"0"8"-283,0 1-396,0 8 0,2 0-441,4 0 234,3 0 1,10 0-230,4 0 1,-4 6 418,4 0 0,4 7 0,-1-4 0</inkml:trace>
  <inkml:trace contextRef="#ctx0" brushRef="#br0">14238 6150 7569,'0'10'478,"0"-3"-88,0-7-237,8 0 1,-5-5 11,9-1 0,-6-6-38,5 7 1,-1-9-116,1 3 1,4 1 297,-3-1-123,-5 0 0,7-7-494,-9 1-246,1 8 385,-6-6 1,-2 7 76,-4-3 0,3 3 42,-9 8 1,-1 0-6,-10 0 0,2 2 83,-8 4 1,7 3 115,-7 8 1,8-5-114,-2-1 0,10-1-6,2 1 1,7 4 102,-2-3-254,4-5 188,2 8-18,0-5 0,8 7-38,3 0 0,-1 2-86,1 4 0,1-2 114,5 8 1,0-1 62,0 6 0,-2 3-96,-3 3 0,3 1 8,-4 5 1,-3 4 432,-2-5 202,3 5-392,-7-6 1,6 1 174,-8-10-329,0 3 263,0-12 1,-8 1 309,-3-4 0,1-10-229,-1-2 1,-3-7-38,-9 2 0,4-4-167,-3-2 1,-3-8-45,2-3 0,0-4-140,6-2-781,0-8 591,0 6 0,2-16 159,3 1 1,-1-6-480,7-5 1,2-5-950,10 4 0,9-3 708,8-3 1,6 3-348,-7 3 761,9-3 1,-1 18 27,5-3 0,8 9 21,-8-3 1,3 7 152,-4-2 40,-7 12 1,3-3-120,-7 9 1,0-1 333,-6 6 1,0 0 1202,0 0-962,-7 0 1,3 7 208,-7 5 0,-1 3-124,-5 2-136,0 8-133,0-6 0,0 13 271,0-3-441,0-4 114,0-1 19,0 1 0,0-6-185,0 4 1,0-10-470,0-1 452,8-8 1,0 1-6,3-10 1,10-5-44,-4-7 1,4-6-138,-4 0 1,0-7-228,1 1-32,-1-3 249,0-2 0,0-1 72,0 1 0,-5 7 93,-1 5 1,-2 3 164,3 1-63,-5 9 171,1 1 1,-6 12-215,4 8 1,-4-1-19,-2 12 1,-6 3 758,0 3-189,0 3-322,6-5 1,0 4 237,0-9-355,0 1 0,0 0-493,0 0 173,0-8 172,0 0 1,2-7-568,4 3 249,-4-3 172,13-8 63,-5 0 0,1 0-2,1 0-696,-1 0-430,-1 0 730,5-8 0,-11 5-97,7-9 250,-7 8 157,11-11-467,-13 13 0,6-7 651,-8 3 0,7-4 0,3-7 0</inkml:trace>
  <inkml:trace contextRef="#ctx0" brushRef="#br0">14546 5893 7619,'-17'-7'85,"6"5"-313,0-4 753,7 4 1190,-12-6-1212,15 7-583,-7-7 194,8 0 1,2 6 36,4-3 0,-3-3-1082,9 2-862,-1 1 1793,6-3 0,8 6 0,2-5 0</inkml:trace>
  <inkml:trace contextRef="#ctx0" brushRef="#br0">14889 6270 7569,'-2'-17'-20,"-3"0"120,3 0 72,-6 7 1,8-5 46,0 3 0,0 3 171,0-2 0,0 7 80,0-4-43,0 8-187,0 0 1,0 8-16,0 3 1,-2 4-14,-4 3 0,5 1 11,-5 3 1,4-1-87,2 8 0,0-8-99,0 2 1,-2-4 127,-4-2 0,4 0 29,-3 0 0,1-2-424,-2-3-132,4-5 282,-5-7 0,5 0 29,-4 0 1,4-2 6,-4-3 1,-1-5-46,1-7 0,0 0 56,6 0 0,0-6-94,0 0 0,0-7 128,0 1 1,6-3-1,0-2 0,7 1-386,-1 5 178,3-5-53,2 22 174,0-12 1,0 15 106,0-3 0,-5 5 201,-1 12 0,-1-2-46,1 7 0,2 6 291,-7 6-339,7 0 89,-11 2-179,14 1 156,-7 1-99,1 5 1,5-13-111,-4 4 1,3-4 74,-3-2 1,10-1 92,-4-5-281,4-3 1,-4-8-611,0 0 567,8 0-14,-6 0 0,12-6-326,-9 0 225,9-7 184,-12 3 0,6-12-160,-8-1 148,-8 0 0,5 6 37,-9 0-34,1 0 1,-6-1-35,0 1 0,0 6 229,0-1 1,-8 9 587,-3-3-596,-4 4 1,-10 10 374,-4 3 1,3 4-212,-3 2 1,8 6 43,-2 0-148,4 0 0,4-4 336,4 4-563,3-4 348,8 6 24,0-8-130,0 0-285,0-8 1,8 1-769,3-4 780,4-5 0,3 5-409,-1-12 247,0-3 129,0-1-21,0-5-14,0 6 45,0-16 0,-1 6-137,-5-4 129,4 4 46,-5-6 0,1 6-33,1-4 0,-7 10 156,7 2 317,-8-1-268,3 3 394,-7 1-320,0 8 1,0 8 93,0 3-251,0 4 128,0 10-107,0-6 518,8 6-217,-6-8-81,5 0 24,1 0-67,1 0-71,9-7 0,-1 3-15,0-7-101,0 0 104,0-6 1,6-2-125,0-4-68,7-3 189,-11-9-49,14-6 60,-7-3-83,9-7-281,-9 0-56,7-1-491,-7-7 540,9 6 1,-9-13 77,-3 3 1,-4-9-45,-2-2-390,0 0 1,-5 13-80,-1 4 357,-7 19 1026,4-2-578,-8 14 181,-8 7-511,-2 11 22,-14 18 20,5 15 1171,-14-6 657,14 13-1047,-5-5 0,6 8 137,1-1-488,0 0 1,8 3-704,3 3 0,-2-6 75,3 1-230,-1-1 1,8-13 610,3 8 0,-3-8 0,4 6 0,-4-1 0,-2 3 0,0 0 0</inkml:trace>
  <inkml:trace contextRef="#ctx0" brushRef="#br0">16500 6990 7569,'-17'9'708,"-1"-1"0,1-8-403,0 0 1,6 0-111,-1 0 0,3-2 274,-3-4 1,-1-3 8,7-9 1,1-6-228,5-5 1,0-11-94,0-6 0,0-3-98,0-2 169,7-8-339,-5-2 0,17-10 14,-7-3 1,9 2 234,-4-8 1,0 0 9,6-6 1,1 8-2143,-1 4 1242,0 19 471,-6 5 1,0 25 63,1 8 0,-1 2 114,0 9 0,-6 10 252,1 13 1,-7 4-90,7 13 1,-8-1 288,1 13 1,-3-6-282,-2 5 0,-7-5 514,-5 6 0,1-8-323,-6 2-507,3-4 178,-10-2 0,1-7 74,0-4 0,-6-4-117,6-2 1,1-8-829,4-3 578,1 4-64,0-8 0,8 3-343,3-10 1,4-5 179,2-7 589,15-8 0,-3-1 0,12-9 0</inkml:trace>
  <inkml:trace contextRef="#ctx0" brushRef="#br0">16928 5979 7569,'10'11'0,"-5"1"0,3-5 0,-2 10 0,-1-1 1631,-5 12-1030,0 1 1,-5 3-181,-1-3 1,-6 3-141,7-3 0,-1-3 226,6 3-150,0-8-284,0 3 0,0-6-28,0-1 280,0 0-130,0-8 0,2-1-239,4-8-188,-4-8 0,7-3 150,-3-12 46,3 4 0,7-13-209,-5 3 1,4-5-199,-3-6 0,3 4 243,2-4 1,6 6-5,0 5 0,0-1 61,-6 7 1,0 2-1,0 9 1,-6-1 231,1 7 203,-1 1-221,-1 5 0,5 0 210,-4 0 0,-3 1-126,-2 5 1,1 4 6,-1 7 0,0 6-79,-6 0 0,2 1-38,3-1 1,-3-4 42,4 4 0,-4 2 9,-2-2 1,0-1-450,0-4-872,7-9 407,-5 6-202,6-5 0,-8 1 70,0 1 949,0-9 0,8 5 0,1-8 0</inkml:trace>
  <inkml:trace contextRef="#ctx0" brushRef="#br0">17236 5688 7569,'-7'-12'0,"-5"1"1147,5 7-591,-1-4 44,8 8-377,0 0-268,8 8 1,1 0-185,8 3 1,6 2-458,0-7 0,0 5 686,-6-5 0,8 15 0,2-2 0</inkml:trace>
  <inkml:trace contextRef="#ctx0" brushRef="#br0">17665 5808 7569,'9'0'471,"-3"1"163,-12 5 0,-1 6-308,-5 10 0,-3 5 225,4 7 0,-3 6 481,3 0 1,-2 2-569,7-2 1,0-4-39,6 4 1,8-4-172,3-1 0,12-9-72,6-3 1,5-6-256,6-5-541,4-5 524,7-7 1,6-13-511,0-4 0,4-12 202,-9 1 0,1-10-52,-13-2 1,-2 0 41,-10 5 1,-5-4-170,-11-1 0,-5 1 228,-7 11 1,-2 3 163,-3 8 1,-7 8 298,-11 3 1238,-3 12-1013,-8 3 1,-1 16 439,1 3 0,2 5-398,3 1 1,-1 0-128,7 0 1,6 1-179,5-1 0,8 0-252,-1 1 0,5-3 275,5-4 0,-1 3 83,8-8 1,-1 5-2222,6-5 2038,-7 0 0,13-6 0,-4 0 0</inkml:trace>
  <inkml:trace contextRef="#ctx0" brushRef="#br0">3016 9850 7569,'-8'-19'1038,"-7"-1"-658,-8 14 0,6 0-300,5 6 21,1 8 1,-1 9 136,1 11 0,0 20-55,-7 9 1,1 10-1,0 7 1,-2 4-198,-4 8 0,10-5 175,-4 5 1,5-14-76,1 3-1127,3-5 1008,8-24 0,0 1-136,0-18 158,0-4 156,0-8-23,0-8 1,0-3 95,0-12 1,0-13-172,0-15 0,0-8 390,0-9 1,2-8-354,4-4 1,-4-6-360,4-5-1619,3 4 1674,-7-14 1,6 12-189,-8-8 210,7 15 118,-5-2 0,11 26 36,-7 6-87,8 9 0,-5 18 6,8 8 1,-5 23 123,-1 17 0,-7 17 267,2 11 1,1 12 124,-4-32 1,0 1-201,0 0 1,0 0-56,1 2 0,-1 0 0,-1-2 0,0-1-118,9 38-851,1-12 903,5-7 0,8-23 44,3-4 0,-3-6 17,-2-11 0,2-8-5,-3-9 1,1-4-21,-6-2 0,1-10 640,-1-7 1,0-10-872,0-13 0,-2-9 89,-3-8 1,3-8-542,-4 2 316,-3-3 79,7-11 1,-13-2-110,4-13 1,-4 1-59,-2 39 1,0 1-1,0-40 201,0-6 1,5 9-148,1 8 0,0 13-47,-6 16 1,0 15-89,0 13 223,0 4 1,0 11-300,0 8 1199,0 8-934,0 17 0,0 9 257,0 12 0,0 11-16,0 6 0,7 11 0,3 4 0</inkml:trace>
  <inkml:trace contextRef="#ctx0" brushRef="#br0">3530 10707 7569,'7'10'-59,"5"-5"0,-3-3 512,3-2 0,-3-9 193,2-8 0,5-2-266,-5-10-197,4 0-87,2-12 1,1 4-14,-1-3 0,-8-1-8,-3 1 0,2-8-175,-3 2 1,-1 2 84,-10-1 1,3 7-171,-9-2 1,3 11 58,-3 6 186,-3 12-76,5 3 0,-1 18 308,0 7-128,-1 15-29,-5 12 1,8 21-39,3 3 1,-2-1-59,3-4 0,1 0 8,9 5 0,5-9-21,7-7 0,8-9-153,3-8 0,-1-11 114,2-7 0,-3-1-74,3-11 1,1-1 86,-7-10-8,8-11-8,-12-9 1,5-10-15,-7-4 1,4-4-29,-3-8 0,1 1 4,-14 0 0,7-1 31,-7 1 0,1 7 1,-6 4 1,0 12 348,0 5-230,0 4 91,0 9 11,0 3-138,-7 22 1,5 4 29,-4 15 0,4 8-9,2 4 1,0-3 16,0 3 1,0-6-51,0 6 1,8-12-91,3 6 0,-1-15-52,1 3 1,4-7 85,2-4 1,4-7-191,-9-4 93,3-5 19,-6-1 0,7-1-29,-5-5 0,-1-6-19,1-10 0,-5 1-175,5-8 1,-5 1 121,5-7 1,-7 1 31,2 0 0,1 7 250,-1 4-70,0 4-85,1 10 476,-5 1-204,14 8-101,-14 8 0,13 7 80,-4 8 0,3 5-52,-3-5 0,4 4 103,-3-10 0,9 4-29,1-10 0,9-3-63,-3-2 1,-1-4-21,2-2 1,-8-4 7,1-8 1,-3-1-121,-1-16-67,-1 1 96,-8 1 1,-1-11-35,-8 4 0,0-12-60,0 1 1,-14 1-175,-3-2 1,-11-5-18,-1-6 1,-3-1-169,-2 7 1,5 7 111,1 4 0,7 6 28,-2 6 1,9 8-734,3 9 467,7 7 138,-3-3 0,8 7 393,5 0 0,11 7 0,10 3 0</inkml:trace>
  <inkml:trace contextRef="#ctx0" brushRef="#br0">5671 10022 7569,'-17'-33'235,"0"5"1,6-1 47,-1 12-99,8-4 1,-5 19 309,3-3 0,4 7-129,-4 9 1,5 10 26,1 19 0,0 9-22,0 8 0,0 14-131,0-3 1,0 10-1348,0-3 1160,0-1-20,0-6 1,0-7 9,0-3 1,0-7-14,0-5 1,0-6-440,0-12 244,7-3 183,-5-16 0,6-11-62,-8-15 0,-2-13 533,-4-10 1,4-15-1067,-4-2 321,-3-16-90,7 3 1,-11-20 162,7 5 0,3 33 0,0-1-114,3-1 1,0 0-1,0-1 1,0 1 103,0 0 1,0 0 0,3 3 0,2 1-33,6-42 1,6 7 122,6 22 1,-4 8 177,4 20 1,2 16-96,-2 8 1,2 9 583,-3 8 10,-3 11-433,6 17 1,-10 10 430,-3 7 1,1 6-409,-7 0 0,0 8 58,-6-2 1,-2 4-162,-4 1 0,-4-7-184,-7-4 0,0-5 74,0-7 0,-6-3-202,0-8 0,-5-7-443,5-4 368,0-12 55,6 5 1,6-15-557,-1 5 15,8-4 424,-3-10 0,14 5 388,5-9 0,3 8 0,10-11 0,1 6 0</inkml:trace>
  <inkml:trace contextRef="#ctx0" brushRef="#br0">5843 10227 7569,'17'-5'5,"0"-1"47,-8 0 497,7 6-127,-7 0 1,6 10-56,-3 7 1,-5 2 101,-7 9 0,2 1-133,4 5 1,-4 1-2,4-1 0,-4 4-320,-2-4 25,0 4 1,1-17-12,5 8 0,-4-14 106,4 2 0,-2-11-141,1 0 1,-1-6 63,7-6 0,-5-6-259,6-10 1,-7-5 89,7-7 0,-1-4-231,6-8 1,0 4 76,1-15 0,-1 9-39,0-3 1,-6 1 173,1 10 0,-3 2 16,3 10 1,1 3 198,-7 8 0,1 7-242,-1 5 402,-4 3 0,7 9-137,-3 5 1,-4 3 201,4 2 0,1 8-121,-1 4 0,2-3-95,-3 3 0,-3-6-64,4 5 1,2-5 69,-3 5 1,3-5-309,-2 6 0,-3-8 123,9 2 0,-6-4-469,5-2 1,-5-6 262,5 1 0,-5-7-605,5 7 1,-5-8 88,5 1 807,-7-3 0,19-17 0,-4-4 0</inkml:trace>
  <inkml:trace contextRef="#ctx0" brushRef="#br0">6305 9731 7110,'-17'7'-1032,"6"-5"1468,-1 4 920,8-4-824,-3-2-483,7 0 1,7 2-587,5 3 1,5-3 177,6 4 0,2 2 359,3-3 0,12 9 0,-4-5 0</inkml:trace>
  <inkml:trace contextRef="#ctx0" brushRef="#br0">6836 9833 7569,'0'-17'302,"-7"8"1,3-5 190,-8 9-4,1-1 0,-12 15-120,0 9 1,1 14-19,4 14 1,1 9-106,0 2 1,0 8 107,0-2 0,7-4-159,5-2 0,3 2-43,2-2 0,9-2-55,8-9 1,2-6-147,10-12 0,0-5-13,5-12 0,8-3 34,3-8 0,3-2 11,-2-4 1,3-5-80,-3-12 0,-4-4-192,-2-7 1,-4-2 20,-2-4 1,-5 2-92,-1-8 0,-13 6 29,3-5 0,-13 1-66,1-2 0,-4 10 366,-2 7 0,-8 10 18,-3 2 0,-4 8 28,-2 9 1,-6 9 89,0 8 0,-6 10 336,6 13 0,1-2-221,4 8 0,3-6 121,4 5 0,3-6-331,8 1 0,6-10-311,0-1 1,15-7-761,1 7 0,5-10 182,7-2 877,-3 0 0,18-15 0,-5 6 0</inkml:trace>
  <inkml:trace contextRef="#ctx0" brushRef="#br0">8138 9885 7569,'-13'-15'-1300,"-4"1"3120,-2 3-971,8 7 1,11-4-301,11 8 1,-1 0-205,1 0 0,0 0-107,6 0 0,1 2-192,-1 4 0,8 3-198,3 9 0,-1-1-1334,1 0 793,1-8 504,-3 7 1,5-7-1613,-8 8 1801,0-7 0,-6 13 0,0-4 0</inkml:trace>
  <inkml:trace contextRef="#ctx0" brushRef="#br0">8241 10193 8470,'-9'8'1717,"1"-6"-1362,8 5 1,8-7 22,3 0 1,10-2-7,2-3-310,7 3-1,-3-6 123,7 1-918,1 5 0,5-8 475,0 4 1,0 4-1997,-6-3 2255,0 3 0,8 2 0,2 0 0</inkml:trace>
  <inkml:trace contextRef="#ctx0" brushRef="#br0">10520 9508 7569,'10'-27'0,"-5"4"0,-1 6 71,2 6 205,-4-4-58,5 5 1,-9-7 81,-3 0 0,-3-6-65,-3 0 1,-5 0-10,5 6 1,-4 0-111,-2 0 0,0 7 79,-1 5 0,1 3-300,0 2 88,-8 15-17,-1-4 0,-9 27 151,1-3 0,0 9-44,0-4 1,5 1-158,1-1 1,9-5 70,1-1 0,9-2-81,9-9 1,0-6 21,0-5-41,0-9 124,7 5 0,9-8-147,7 0-1,7-8 100,-3-9 0,1-4-12,1-7 0,-1 1 37,7-1 1,-3-3-11,-3 8 0,1 2 47,-7 10 184,0 3 116,-6 8-147,-8 8-81,-1 1 0,-8 16 200,0 4-136,-8 11-3,-1 4 0,-3 7-26,1 0 1,1 1-80,-1-1 1,-4-1-85,3-5 0,3-3 50,-3-8 0,9 1-163,-3-1 0,-2-6-631,3 1 364,-1-8-617,-2 4 533,6-16-212,-5 6-265,7-13 454,0 6 518,7-8 0,3-8 0,7-1 0</inkml:trace>
  <inkml:trace contextRef="#ctx0" brushRef="#br0">10880 9525 7569,'7'-17'1111,"-5"7"-576,-2 3-197,-9 14 1,-10 10 110,-4 12 0,2 11-144,-8 6 1,9 5 67,-3 6 1,6-4-173,5 5 0,5-11-106,7-1 1,1-14-345,5 2 216,11-11 72,10 2 0,7-15-139,0-5 0,6-10 47,0-7 1,6-5-76,-6-6 0,-2-3-71,-9-9 1,-5 1-139,-6 0 1,-9-6 67,-3 0 1,-4 0-7,-2 6 1,-15 1 45,-8 5 1,-8-3 83,-3 8 0,-2 1 172,-4 4 0,6 9-165,-1 3 1,3 4-231,9 2 130,0 0 0,8 8-183,4 3 1,5-1 91,12 1 0,5-7 329,12 2 0,3-4 0,9-2 0</inkml:trace>
  <inkml:trace contextRef="#ctx0" brushRef="#br0">11205 9354 7569,'10'-10'628,"-2"3"-436,-8 7 1,-6 1 152,0 5 1,-7 4 64,1 7-246,5 0-83,-1 0 1,8 0-64,0 0 0,0 0-12,0 1-197,8-1 0,1-8 111,8-3 0,1-6-46,-1-6 1,0-3 33,0-8 0,-2-6-87,-3 0 1,1-8-100,-7 3 149,-1-4 0,-5-3 113,0 1 0,0-6-90,0 0 132,-7-8 1,3 7 106,-7-5 1,7-2-23,-2 8 0,4 6 144,2 6 1,0 1-141,0-2 1,8 7 35,3 10 0,4-1-11,2 7-79,1 0 1,-1 6 82,0 0 0,2 0 1,4 0-76,-4 8 1,4 1 27,-12 9 1,2 6 37,-7 5 1,6 9 6,-7 2 1,1 8-33,-6-3 0,-2 10-6,-4 3 1,-1 4-81,-5-5-951,-11 8 960,12-4 0,-16 4 0,5 3 1,3-9-201,-4 10 1,4-10-140,1 4 0,7-8-34,0 2 1,7-9-206,-2-3 1,4-9 92,2-1 0,2-9-197,4-9 1,3-1 589,8-5 1,3-3 58,2-8 0,5-15 0,7-5 0</inkml:trace>
  <inkml:trace contextRef="#ctx0" brushRef="#br0">11754 9765 7569,'7'26'263,"-5"7"0,4-7-214,-12 9 1,4-3 204,-3-3 0,3-5 373,2-6 1,0-1-275,0 0 1,2 0-81,3 0 0,5-7-93,7-5 0,0-3-23,0-2 0,8-7-262,4-5 99,3-11-2,2 4 1,0-13-3,1 3 1,-9-3-64,-3-2 0,-11 5-290,-7 1 1,-3 5 162,-2-6 0,-2 8-57,-3-2 0,-13 12 122,-10 5 1,-10 4 38,-2 2 1,-6 4-730,6 8 387,-7-1 87,10 14 0,1 0 351,8 3 0,-1 4 0,-5 3 0</inkml:trace>
  <inkml:trace contextRef="#ctx0" brushRef="#br0">12902 8326 7569,'0'-34'-167,"0"7"0,0 2 622,0 8 0,-2 2-186,-4 3 1,2 5-32,-7 7 0,-3 2 33,-8 3 1,-1 20 131,-11 15 0,3 31 573,-9 14-1942,22-30 0,0 2 1088,-3 7 0,0 2 0,3 4 0,0 1 138,-2 3 1,0 0-169,1 0 0,2 1-28,-1 2 1,1 0 0,3-2 0,0 0 11,-1 2 1,1 0-1,3-3 1,-1-1-231,-2 2 0,0-2 0,3-3 1,1-2 196,-2-8 1,1-1-1,4-5 1,3-1-104,0-1 0,2-1 0,0 38-27,2-3 1,2-10-782,4-13 0,3-12 458,8-11 0,8-5-1350,4-7 811,3-3 437,2-16 0,2-3-427,4-12 939,-3-11 0,12-17 0,-5-10 0</inkml:trace>
  <inkml:trace contextRef="#ctx0" brushRef="#br0">13279 8292 7569,'-6'-12'1252,"0"1"-923,0 7 0,5-9 498,-5 7-711,4 0 0,-4 6 22,12 0 0,-2 0-82,7 0-92,1 0 155,5 8 1,0 7-60,0 8 0,-6 7 4,1-1 0,-1 3-171,6 2 0,-7 1 25,-4-1 0,-4 2-72,-2 4 1,-8-6-104,-4 1 258,-10-1 1,3-15 1,-12 10 84,8-12-95,-7 4 46,11-12 0,-6 1 79,8-5 1,6-3-18,-1-2 59,8 0 1,-3-2-160,7-3 1,7 1 8,5-8 1,9 7-198,1-7 89,9 8 56,-12-11 1,13 8-348,-3-5 174,-4 5 3,-1-1 1,-1 6-56,0-4 1,0-1-118,-6 1 1,0 0-254,0 6 1,-5 0 237,-1 0 0,-5 0 400,5 0 0,1-7 0,5-3 0,0-7 0</inkml:trace>
  <inkml:trace contextRef="#ctx0" brushRef="#br0">13724 8309 7569,'10'-17'0,"-3"-1"77,-7 1-45,0 8 243,0 1 401,0 8 97,0 0 0,0 10-526,0 7 0,0 8 119,0 9 0,-6 6-156,1 0 0,-1 11-33,6-5 1,0 7-183,0-7 0,0-4 61,0-2 1,0-4-254,0-2 112,0-7 106,0-3 1,0-6 58,0-1-398,0-8-624,-8-1 445,-1-8 0,-6-8-386,3-3 1,-3-12-548,4-6 1430,3-3 0,-7-10 0,5-2 0</inkml:trace>
  <inkml:trace contextRef="#ctx0" brushRef="#br0">13775 8189 7569,'18'0'-304,"-1"0"352,0 0 1,2-6-96,4 0 90,-4 1 39,13 5 1,-13-2 80,4-4 1,2 4 62,-2-4 0,7 6 124,-1 6 0,-3 4-170,3 7 0,-8 2-29,2 4 1,-4-2 117,-2 7-85,0-7-51,0 11 1,0-7-60,0 4 1,0-5 125,1-6 1,4-3-40,1-4 0,2-3-74,-2-8 0,-4-2-94,4-4 1,-4-3-7,-2-8 0,-8-1-127,-3 1 1,-6-7-166,-6-5 1,-3 2 149,-8-1 0,-6 7-230,0-2 1,-7-2 147,1 2 0,-3 6 78,-3 6 1,7 7-93,-1-2 0,8 6-178,-1 6 1,4 0-30,7 11 458,-4-4 0,5 20 0,-7-7 0</inkml:trace>
  <inkml:trace contextRef="#ctx0" brushRef="#br0">13039 9200 7569,'-12'0'0,"1"0"452,-1-8 726,3 6-353,-6-6-105,13 8-502,-6 0 1,16 0-66,3 0 1,4 6-24,3 0 1,-1 5-115,0-5 0,6 5-186,0-5 0,-1 7 52,-4-1 1,-1-3-152,0 3 0,-6-7-115,1 7 186,-9-8-60,5 11 272,-8-13-74,0 5-35,0 1 30,-8-6 0,-1 7 43,-8-3 1,5-4 88,1 4 0,7-2-65,-2 1 19,5-3-167,1 13 135,7-13 1,3 12-13,7-9 26,8 9-25,-6-12 3,13 13 0,-13-11-4,4 7 0,2-5-5,-3 5 1,-4-5-13,-7 5 0,-7-5-17,1 5 594,-3-7-360,-2 11 1,-2-11 62,-3 8 1,-7-7 65,-10 7 1,-5-6 78,-7 5-79,-1 0-193,-7 7 0,6-7 49,-4 0 1,6-1-52,5 1-342,-3 5-324,13-15-168,2 7 0,11-8-315,12 0 1,5 0 472,12 0 1,6-8 564,11-3 0,-4-4 0,6-2 0</inkml:trace>
  <inkml:trace contextRef="#ctx0" brushRef="#br0">13638 9268 7569,'8'-9'898,"-6"-7"-400,6 14-131,-8-5-73,0 7 0,-6 7 189,0 5 1,-5 3-185,5 2 1,0 6 35,6 0 0,0 0-117,0-6-198,0 0 117,0 0 1,8 0-149,3 0 51,5 0 49,8 1 0,-3-9 94,8-3 1,-6-4-273,5-2 1,-1 0-392,1 0 0,-3 0 92,-8 0 1,0-6-273,1 0 0,-7-7-257,0 2 0,-7 1-91,2-1 117,3-1 891,-7-5 0,6 0 0,-8 0 0</inkml:trace>
  <inkml:trace contextRef="#ctx0" brushRef="#br0">13895 9285 7569,'10'0'361,"-2"0"-178,-8 0 1,0 8 71,0 3 1,-6 4 90,0 3 1,-5 1-220,5 3 0,0-1-149,6 8 0,0-6-891,0 5 668,0-7 0,8 4 150,3-8-1057,5 0 1152,1-7 0,0 5 0,0-5 0</inkml:trace>
  <inkml:trace contextRef="#ctx0" brushRef="#br0">14272 9285 7569,'-15'8'834,"4"3"1,3 4-427,8 3 0,0-1 13,0 0 0,0 0-369,0 0 0,13-2 18,5-3 1,8 1-219,-3-7 1,13-1 171,-2-5 0,5-7 125,-5-5 1,0-3-196,0-2 1,-7-2-367,-4-4 1,-6 4 258,-6-4 0,-3 2-16,-8-1 0,-8 3 117,-3-4 0,-10 9 13,-2 3 1,-9 7-194,-2-2 15,-1 5 188,-7 8 1,8 8-10,0 8 0,5 2-24,1-2 62,7 3 0,-4 16 0,8 2 0</inkml:trace>
  <inkml:trace contextRef="#ctx0" brushRef="#br0">12953 10245 7569,'0'-18'0,"0"1"586,0 0-43,0 8-315,0-7 0,2 9-1,4-5 1,-3-1 65,9 7 0,-1-1-24,6 1-222,1 4 1,-1-6-128,0 8 63,0 0 81,0 0-202,0 0 120,0 0-36,1 8 87,-9-6 0,1 6-24,-5-8-152,-3 7 272,6-5 230,-16 6-131,-1-8-169,-8 0-12,7 0 1,0 0-62,5 0 104,3 0 23,-6 0 58,8 0-366,0 0 90,-7 0 73,5 0 0,-6 2 211,8 3-9,0-3-145,0 6 204,-7-8-188,5 7-13,-6-5 0,2 8 20,1-4 1,-9-3 40,3 9 1,1-6 74,-1 5 1,-1 0-89,-5 7 0,0-1 7,0 0 0,6 6-104,-1-1 88,1 1-17,-6 2 0,0-6-173,-1 4 194,9-4-30,-6-10 0,11 5 55,-8-8-85,9 7-187,-5-11 250,8 5-39,0-7 1,8 0-29,3 0 10,4-7-2,10 5 0,0-11-71,3 7 80,5-8-10,-7 13 1,9-7 7,-1 8 0,0 0-54,0 0 1,-1 0-12,-5 0 1,3 0-49,-8 0 1,-1 0-163,-4 0 0,-1 0-608,0 0 434,0 0 14,-7 0-757,5 0 506,-6 0 63,1 0 125,-3 0 201,-7 0 275,0 0 0,-7 0 0,-3 0 0</inkml:trace>
  <inkml:trace contextRef="#ctx0" brushRef="#br0">13193 10210 7569,'0'-9'765,"0"1"0,-2 10 34,-4 4 0,3 5-334,-9 12 1,6 4-71,-5 7 0,1 6-152,-1 0 0,1 0-60,5-6 1,3 6-242,-4 0 0,4-2-318,2-9 1,2 1-14,4-7 0,3 6-512,9-7 0,-1 1-1173,0-6 2074,0-7 0,8 5 0,1-5 0</inkml:trace>
  <inkml:trace contextRef="#ctx0" brushRef="#br0">13724 10279 7569,'10'-25'676,"-3"14"-400,-7-12 91,0 13 341,0-7 398,0 8-738,0 1 0,-2 10-10,-3 4 0,3 3 71,-4 8-245,4 0-47,2 1 1,0 4 15,0 1-45,0 8 29,0-5 1,0 3 45,0-1 1,2-1-114,4 2 0,-3 1-180,9-7 0,-6 2 84,5-3 1,-7-2-260,2 2 154,3-3-301,-7-9 206,6 5 37,-8-5-308,0-1 242,-8 6 106,6-13 0,-13 6-37,3-8-239,-3 0 1,-2 0-437,0 0 1,0-2 316,0-4 1,0 1-554,-1-13 1097,1 5 0,0-27 0,0 4 0</inkml:trace>
  <inkml:trace contextRef="#ctx0" brushRef="#br0">13638 10330 7569,'18'-7'-12,"-1"-5"1,0 3 35,0-3 0,2 3 211,4-3 1,-2-3-53,7 4 1,-1 1 32,2-1 1,1 5-79,-7-5 0,7 7-11,-1-2 0,1-2 26,-1 3 0,-2-1-2,-5 6 0,-3 0 130,4 0-10,-4 0-32,-2 8-91,1 1-45,-9 16 0,-1-4 177,-8 7 1,-6-1-75,0 2 1,-1 7-43,1-8 0,4 8-37,-4-7 1,4-2 4,2 1 1,8-9-83,3-2 0,7-1-171,4-11 0,5 1-464,7-6 299,1 0 213,6-15 1,-4 1-452,3-14 233,-4-1 137,-2 3-101,-7-7 97,-3 7 0,-14-7 55,-4 5 0,-6-3-21,-6 8 1,-9 6 95,-8 6 0,-13 7 174,1-2 1,-4 5 264,-1 1-233,3 0-80,-5 0 1,10 7-863,4 5 358,3 3 191,8-6-1243,7 7 943,-5-7 1,13 8 514,-4 0 0,4 0 0,2 1 0</inkml:trace>
  <inkml:trace contextRef="#ctx0" brushRef="#br0">15969 8069 7569,'-10'-8'705,"-5"-1"-90,13-1-239,-6-5 425,8 13-141,0-6-302,0 1 0,8 3-116,3-7 1,5 7-109,1-2 1,7 4 11,5 2 1,-4 2-298,-2 4 110,3 3 66,-7 16 1,10-4-414,-12 8 219,4-9 137,-19 5-219,13 0 0,-13 2 42,4 7 114,-12-7 0,-4 3 17,-7-7 1,0 5 71,0-5 0,0-2 205,0-9 216,7 3-212,-5-13 28,13 5-338,-5-7 147,14 0 1,8-2-545,8-3 350,8-5 1,-10-7-52,7 0 0,1 0-82,5 0 0,0 0-123,1-1 1,-1 1-329,0 0 0,-5 0 217,-1 0 0,-7-6 189,2 0 0,-6-5 339,-5 5-45,3-8 38,-13 5 334,5-9 0,-1 9-290,0 3 1,-1 4 199,-5 2 0,-2 7-115,-3 5 0,1 3 983,-7 2-720,7 0 1,-11 7 165,3 5 0,3 9-205,-3 1 0,8 7-242,-1-6 2,3 7-46,2-11-428,0 6 328,7-8 1,3 0 55,7 0 0,2-7-44,4-4 1,4-6-3,7-6 0,-6-4-103,1-7 1,-2-7-117,1-5 145,-3-3 0,-8-1-45,0 5-5,-7-5 97,-3 7 16,-7-8-62,0-1 1,-2 9 17,-3 3 15,-5 4 27,-7 2 1,0 7-45,0 4 0,0 8-71,-1 10 1,3 1-369,4 16 227,-4-8 118,5 11 0,1-5-700,3 7 389,-4 0 165,8 0 320,-5 8 0,-1-6 0,-1 6 0</inkml:trace>
  <inkml:trace contextRef="#ctx0" brushRef="#br0">16637 8274 7937,'-17'0'556,"0"0"1,1 8 116,5 3 1,-4 7 61,3 4-374,-3 5-134,5 7 0,3 1-213,7-1 1,0-7 30,0-5-248,7-3 195,11-1 1,8-7 118,9 0 1,1-9-95,4-2 1,2-7-35,3-10 1,1-6-221,-12 0 1,4-8-212,-9 3 226,-4-5 88,-1-1 1,-8 0-110,-5 0 31,-3-1 159,-8 1 2,-8 8-4,-2 1 1,-12 4 4,-1 4 0,-8 3 80,3 14 0,1 0-52,-1 0 0,7 8 130,-2 3 0,0 5-367,6 1 20,-4 0 217,19 0 0,-6 0-689,8 0 328,0 0 154,0 1-709,8-1 574,1-8 1,9 6-237,-1-3 600,0-5 0,8 1 0,1-8 0</inkml:trace>
  <inkml:trace contextRef="#ctx0" brushRef="#br0">17202 8137 7569,'10'-17'645,"5"8"-401,-13-7 1,0 16 113,-8 0 1,-7 2 511,1 10-420,-3-1-213,-2 6 1,7 0-2,5 1-205,3-9 153,2 6-319,0-13 153,15 6 1,-2-8 109,16 0 0,-1-2-60,7-4 1,-1-5-3,0-12 0,-7 2-172,-4-7 0,-6 5-245,-6-6 176,-3 8 72,-8-11 0,-2 7-170,-4-3 131,-3-5 1,-16 14-137,6-6 155,-13 8 0,5 2-15,-7 4 1,5 3-89,1 8 0,1 2-51,-2 4 1,-1 9-277,7 8 1,0 7-604,6-1 1156,0 11 0,0-4 0,0 6 0</inkml:trace>
  <inkml:trace contextRef="#ctx0" brushRef="#br0">16071 9045 7569,'0'-9'274,"0"-6"596,0 3-608,8-3 0,2 0-79,7 3 1,0 5-21,0 7 1,6 0-52,0 0 0,1 0-108,-1 0 0,-4 0 115,4 0 0,-6 7-68,-5 5-22,3 3 0,-13 2-212,3 0 0,-3 0-35,-2 0 126,-15 1 33,4-1 1,-14-6 30,8 1 83,0-1 0,0 0 62,-1 1-105,9-8 3,-6 3 1,15-1-32,0 0 0,2-1-70,9-5 1,2 0-65,10 0-18,4 0 164,0 8 0,5-4-7,-4 7 1,3-5 25,-3 5 0,-3-1 65,-8 1 1,-5 3-67,-1-9 1,-7 9 92,2-3 1,-6-1 24,-6 1 0,-4 0 202,-7 7 0,-7-7-63,-5 0 1,2 1-105,-1 5 0,-1-6-128,-5 1-85,7-1 160,-5-1-681,13 5 424,-6-13 0,10 7-243,4-3-242,3-4 141,8 6 0,4-10-412,7-4 1,2-4 898,16-7 0,7-7 0,8-3 0</inkml:trace>
  <inkml:trace contextRef="#ctx0" brushRef="#br0">16603 9131 7569,'9'-11'-432,"-3"-1"821,3 1-96,-7-6-114,13 7 1,-13-5 528,4 3-319,4 5 1,-1-8-356,1 13 103,5-6 1,-6 2 189,8 1-187,1-1 1,-1 6-21,0 0 1,-2 2-78,-3 4 1,-5-3-112,-7 9 81,0-8 16,0 11 0,-2-6-17,-3 8-123,-5 1 204,-7-1-202,-8 7 67,6-5 0,-11 6 75,7-8 0,-6-5-19,6-1 0,2-5 38,10 5-2,-4-7-187,13 11-21,-6-13 165,16 6 0,1-8-186,9 0 171,-1 0 7,7 0-227,3 0 215,0 0 0,3 0-9,-7 0 0,7 0-9,-1 0 1,-4 2 24,-2 4 1,-4-3-1,-2 9 0,-2-7 89,-4 7 26,5-1-133,-14-1 374,5 5-161,-7-5 0,0 7 111,0 0-164,-7-8 1,-5 7-23,-11-5 1,4 4-18,-4 2 0,-1 0-63,1 1 1,-6-1-78,6 0 1,1-2-743,4-3 396,1 3 153,0-13-947,8 5 542,1-7 275,8 0-648,0 0 617,8-7 0,7-3 80,8-7 1,5-6 316,-5 0 0,15-15 0,-2 2 0</inkml:trace>
  <inkml:trace contextRef="#ctx0" brushRef="#br0">16962 9302 7569,'17'0'341,"1"0"23,-9 0-89,6 0-41,-13 8 0,13 0-24,-3 3 1,3 2-79,2-7 0,6 5-81,0-5 1,7 0-157,-1-6 93,11 0 50,4 0 0,0-8-115,-4-3 1,-6-4-10,-6-3 1,1 1-4,-12 0 0,2-2 93,-13-4 1,-2 4-4,-10-4 0,-6 4-18,-10 2 0,1-6 5,-8 1 1,-5 4-21,-6 7 41,0 0-1,6 1 0,1 2-468,5 8 216,-5 0 116,14 0-1060,-5 8 549,14-6 639,-5 13 0,13-5 0,-6 7 0</inkml:trace>
  <inkml:trace contextRef="#ctx0" brushRef="#br0">16414 10347 7569,'-21'-9'1301,"4"5"314,2 8-1256,0 5-122,5 8 1,-5 2 112,3 4 0,-3 4-74,-2 7 1,2 0-22,3 1 0,-1-7-129,7 1 1,1-6-115,5 5 1,1-13 194,5 3-230,11-5 80,2-4 0,14-1-200,1-8 1,2-8 23,4-3 133,4 3 0,-8-13-150,4 4 0,-6 2-94,-5 4 1,-4-1-546,-8-5-249,0 8 484,0-7 70,-7 14-1009,-3-5 884,-7 7 1,-7 0 594,-5 0 0,-3 7 0,-2 3 0</inkml:trace>
  <inkml:trace contextRef="#ctx0" brushRef="#br0">16603 10433 7569,'0'-10'591,"1"-5"-210,5 4 14,-4 3 47,6 1 404,-8 7-101,0 0 0,-2 13 169,-4 4-470,4 12-209,-5 5 0,1 4-233,0 8-11,-7-8 1,11 11-1520,-6-13 1232,1 14 1,5-12 35,-4 8 0,4-10-290,2-2 0,2-2-44,4-9 1,3-2-1310,8-9 1903,-7-5 0,13 1 0,-4 1 0</inkml:trace>
  <inkml:trace contextRef="#ctx0" brushRef="#br0">16894 10450 7569,'11'-23'60,"1"0"215,-9 1 192,5 4-137,-8 9-146,0 1 577,0 8 459,0 0-1037,0 8 1,0 1 114,0 9 0,2 1-93,4 3 0,-4-1-12,3 8 1,3-2-71,-2 1 0,5 3-108,-5-9 0,5 7-103,-5-6 1,0 2 103,-6-3 0,0-3-9,0 4 0,-2-4 22,-4-2 1,-4-5-111,-7-1 1,0-1-172,0 1 0,0-1-436,0-5 532,-8-3 0,6 6-1078,-4-8 827,4 0 0,2-2-495,0-4 1,7-3 89,5-8 812,3 0 0,9-16 0,3-3 0</inkml:trace>
  <inkml:trace contextRef="#ctx0" brushRef="#br0">17065 10382 7402,'17'-2'112,"0"-4"0,-1 2 223,-5-7 1,4 7-56,-3-2 1,3-1 96,2 1 0,0 0-18,0 6 1,-5 0-119,-1 0 1,1 0-164,5 0 105,-8 0 1,6 0-95,-13 8 60,6 1 0,-8 8 41,0 1 1,0 4-12,0 1 0,0 6-18,0-6 1,0-1-87,0-4 1,2 3-146,4-4 62,-4 4 39,13-19 1,-6 5-134,8-7 59,8 0 1,-6-7-395,14-3 324,-7-7 0,1-2-17,-4-4 1,-4-2-56,-2-3 0,-2-3 47,-3 8 0,-5-5-95,-7 5 0,-4-6 237,-7 7-115,-1-1 25,-20 13 1,5-3 153,-7 7 0,0 1-178,0 5 1,1 0-176,5 0 0,3 1-269,8 5-198,7-4 752,3 6 0,14-1 0,3 3 0</inkml:trace>
  <inkml:trace contextRef="#ctx0" brushRef="#br0">17939 7486 8727,'17'14'521,"0"3"0,2 0 37,4 17 0,2 12 727,3 17-637,5 11-769,-7 12 1,-11-35 0,-1 2 460,1 6 0,-1 2-1227,0 10 1,0 1 1058,0 1 1,-1 2-1270,0 10 0,-2 0 1088,-5-7 0,-2 0 0,0 5 1,0 0 30,-4-6 1,0 0 0,0 3 0,0 0-219,0-9 0,0 0 0,-3 6 0,-2-1 177,0-7 1,-1-1 0,-5-1-1,-1-1-157,-2-3 0,-1 0 0,-1 0 1,-2-1-16,-2-2 1,0 0 0,1 2 0,0-2 77,-3-5 1,-2-2 0,2-1 0,-2-3 114,0-2 1,-3-2 0,-1 1 0,-1-1-253,1-2 0,-1 0-542,-4 2 1,1-1 400,-21 34 0,20-36 1,-1 0 390,3-2 0,-1 0 0,2-2 0,-1 0 0,-28 34 0,6 8 0,29-36 0,1 0 0</inkml:trace>
  <inkml:trace contextRef="#ctx0" brushRef="#br0">8653 12489 7632,'-18'0'614,"1"0"0,6 0 43,-1 0-44,9 7 89,-5-5-393,8 6-125,0-8-35,0 0 0,8 0-85,3 0 3,4 0 0,10 0-654,-6 0 479,6 0 0,-2 0-41,-1 0 0,7 0-139,-6 0 0,0 0-123,-6 0 1,0 0-404,0 0 0,-2 7 814,-3 5 0,-5 3 0,-7 2 0</inkml:trace>
  <inkml:trace contextRef="#ctx0" brushRef="#br0">8687 12814 8888,'7'10'2089,"3"-3"-1868,15-7 0,-4 0-80,7 0 1,1 0-120,5 0 0,0 0-230,1 0 0,-1 0-556,0 0 1,0 0 763,1 0 0,6 0 0,3 0 0</inkml:trace>
  <inkml:trace contextRef="#ctx0" brushRef="#br0">10589 11889 7569,'0'-25'-1147,"-8"4"917,-3-7 1,1 7 1230,-1-2 1,5 4 102,-6 2-318,9 7-301,-13 3-151,15 7 276,-22 7-318,11 18 0,-20 15-50,3 23 1,-3 17-152,15-30 1,0 3 0,-3 8 0,0 3-243,0 7 1,0 1 0,-1 5 0,2 0 371,1 0 0,2 0 0,-2 9 0,1 0-1562,0-4 0,0 1 1326,3 4 1,1 0-1,4-9 0,1 0-932,3 2 0,3 0 858,1-14 0,2-1 0,0 5 0,1-1 83,3-8 0,2-2-812,4-4 0,4-2 187,29 33 0,11-12 295,8-11 1,2-4-143,15-8 478,0-7 0,2-6 0,3-15 0,9-15 0,-45-10 0,1-4 0,1-3 0,1-1 0</inkml:trace>
  <inkml:trace contextRef="#ctx0" brushRef="#br0">11445 11923 7569,'-17'0'610,"0"0"-426,0 0-1,7 0 239,-5 0 77,13 0-72,-5-7-60,-1 5-193,6-13 0,-6 11-23,8-8 1,2 9-42,4-3-91,-4 4 114,13-6-242,-5 6 68,7-5 201,0 7-397,0 0 180,0 7 1,0 3 80,1 7 1,-1 0 5,0 0 0,-8 1-159,-3-1 1,2 5-96,-3 1 0,-1 0 23,-10-6 158,-3 0 4,-8 1 0,0-1 294,0 0-129,-1 0 0,1-8 264,0 7-63,8-14-242,-7 5 0,13-7 69,-9 0-27,8 0 0,-1 0-30,10 0-226,5 0 73,7 0-95,0 0 0,2-5-133,4-1 0,-4-2 88,4 2-579,-4 5 474,-2-7 1,0 2-203,0 1 148,0-1-621,1 6 376,-1-8 1,0 6 599,0-3 0,0 3 0,0 2 0</inkml:trace>
  <inkml:trace contextRef="#ctx0" brushRef="#br0">11822 11906 7569,'17'-9'-1678,"-7"-6"2384,5 13-206,-13-14-158,6 14 209,-1-13-253,-5 13 0,6-7 161,-8 3-92,0 4 189,0-5 170,0 7-491,0 0-52,0 7-22,0 3 0,0 13-199,0-1 66,0 9-1,-8-12-266,6 13 251,-13-5 1,11 1 19,-7 1 0,1-8 89,-1 2-217,-4-4-347,5-2 616,1-8-176,1-1 20,8-8-15,0 0-86,8-8 102,1 7 1,8-13 11,0 9 0,2-7 10,4 6 1,-2-5-191,8 5 0,-8-5-286,2 5 1,-4 0-488,-2 6 439,-8 0 31,6 0-407,-5 0 391,-1 0 142,-1 0-137,0 0 464,-6 0 0,5-7 0,1-3 0,1-7 0</inkml:trace>
  <inkml:trace contextRef="#ctx0" brushRef="#br0">12182 11889 7569,'10'-11'101,"-5"-1"1,-3 7 601,-2-7 83,0 8-122,0-11-297,0 13-91,0-5-216,0 7 284,0 0 0,6 1-161,0 5 1,5-2-41,-5 7 0,7 1-129,-2 5 1,-1 0-85,1 0 76,1 0 29,5 1 1,-6-1-24,1 0-56,-1 0 144,-1 8-91,-3-6 1,-5 5 72,4-6 0,-4-1-14,4 0 1,-4 0-3,-2 0 0,0-5-57,0-1 1,0-5 39,0 5-94,-8-7 0,4 3 2,-7-7 1,5 0-362,-5 0-411,-1 0 378,-5 0 319,0 0 1,0 0-9,0 0 0,5-1-602,1-5 0,5-2 136,-5-3 1,7-4-352,-2 3 943,-3-3 0,-1-2 0,-7 0 0</inkml:trace>
  <inkml:trace contextRef="#ctx0" brushRef="#br0">12233 11821 6730,'10'-8'782,"-2"6"-239,-8-13 1,7 13-169,5-4 1,-3-1-154,3 1 0,-1 0 108,6 6 0,0 0 132,0 0 1,2-6-528,4 1 47,-4-1 78,6 6 0,-2 0-963,0 0 483,0 0 288,-6 0-1459,0 0 1066,0 0 0,-6 0 525,1 0 0,-8 0 0,3 0 0</inkml:trace>
  <inkml:trace contextRef="#ctx0" brushRef="#br0">10846 11941 5865,'9'-2'-57,"-3"-4"0,1 2 417,-1-7-203,0 7 0,0-11 298,-1 3-282,9 5 1,-11-9 45,9 5 119,-8-4 0,3 5-213,-7-5 136,8 13-117,-6-13 1,4 13 23,-12-4 0,-4 4 119,-7 2-234,0 8 0,0 1-119,0 9 0,0-1 27,-1 0 65,1 0 14,0 0-40,0-7 1,8 5 111,3-4-194,4-3 60,2 0 1,2-3 70,4 1 1,-3 0-3,9-6 0,1 2-25,10 3 0,-4-3-16,4 4 0,-2-2 66,2 1-43,-4-3-2,5 14 1,-12-13 68,-1 9-46,1-1 122,-3 6-136,-1 0 0,-8 1 9,0-1 1,-2 0 1,-4 0 1,-5 0-38,-12 0 0,4 0-8,-4 0 0,-2-5-476,2-1 225,1-7 152,4 4 1,1-6-741,0 3 402,0-3 186,8 6-376,-7-16 0,14-1 625,-3-8 0,3-8 0,2-2 0</inkml:trace>
  <inkml:trace contextRef="#ctx0" brushRef="#br0">10897 11701 7569,'0'-25'0,"0"6"0,0-4 251,0 4 513,0 2-15,-8 0-368,6 7-103,-13 3 0,13 22 34,-3 8-128,-5 7-1,8 12-477,-5 9 312,7 3 0,0 12 126,0-3 0,0-2 51,0 2 0,0-2-447,0 2 1,0-2-645,0-4 1,5-6-863,1 0 1758,7 1 0,-3-8 0,7 7 0</inkml:trace>
  <inkml:trace contextRef="#ctx0" brushRef="#br0">10931 13071 6078,'8'-9'1082,"-6"-7"-760,5 15 106,-7-15-291,0 14 1,2-7 45,4 3 1,-4 2 206,4-7-70,-4 7-161,-2-3-278,-8 7 132,-2 0 13,-7 7 0,2-3-124,4 7 40,-5 1-1,7-3 20,-8 7 1,7-15 115,3 15-67,7-14 1,0 7-29,0-3 0,2-4-58,3 3 1,5-3 10,7-2 83,0 0-8,8 0 0,-4 0 103,7 0-102,-7 0 1,4 0 197,-8 0-197,0 8 0,-2-4 24,-3 7-9,3 1 1,-13 5 79,4 0 0,-6 0 129,-6 0 0,-4-5 37,-7-1-171,0 0-40,0-1 0,-6 3-138,0-7-46,1 7 194,-3-11-551,6 6 201,-6-8 114,8 0 147,0 0-330,7-8 1,3-1-478,7-9 0,7 1-128,5 0 952,-5 0 0,8 0 0,-5 0 0</inkml:trace>
  <inkml:trace contextRef="#ctx0" brushRef="#br0">10966 12934 7569,'0'-17'-848,"-8"0"0,6 5 1396,-4 1 1,4 5 101,2-5-157,0 7-20,0-4-40,0 8-238,0 0 0,0 8 30,0 4 1,0 10-13,0 7 1,0 3-266,0 3 1,0 6 98,0 5 0,0-2-604,0 2 1,0-3-12,0 3 0,8-4 568,3-8 0,5 0 0,1 1 0</inkml:trace>
  <inkml:trace contextRef="#ctx0" brushRef="#br0">11668 12900 7569,'-9'0'481,"-7"0"1,14-2-223,-3-4-220,3 4-120,2-5 147,0 7-13,7 0 0,-3 0-103,8 0 47,-1 0 0,6 0-130,0 0 110,0 0 0,1 0 69,-1 0-20,0 7 1,0-5-149,0 4-113,-7-4 1,-3 0 116,-7 3 90,0-3 9,-7 6 1,-3-6 120,-7 4-128,0 3 8,0 1 171,-8 5 2,6-13-151,-6 13 0,10-11 43,4 7 88,-5-7 15,14 11 1,-3-11-261,10 7 163,5-7-67,7 4 0,0-2-22,0-1 66,0 9 2,1-12-87,-1 5 68,0 1 0,0-1-6,0 5 0,-2 3-13,-3-4 0,1-1 71,-7 1 1,1-5 125,-1 6 0,-4-7 220,4 7-198,-4-9-14,-10 13 24,6-14-84,-13 5 0,5-1 4,-7 0-169,0-1 30,0-5 0,0 6 110,0 0 0,0-1 11,-1-5 1,1 0-183,0 0 1,0 2-595,0 4 11,0-4 320,0 6 152,7-8-516,2 0 166,1 0 84,5 0-137,-6 0 313,8 0 0,2 0-295,4 0 553,3 0 0,9 0 0,-1-8 0,0-2 0</inkml:trace>
  <inkml:trace contextRef="#ctx0" brushRef="#br0">12165 12951 7827,'-8'-9'263,"-3"3"0,1 6-142,-1 6 0,0 3 101,-7 8 1,7 2 200,0 4 0,5 2-232,-6 4 1,9 1-9,-3-7 1,4 5-239,2-5 1,8 0 10,3-6 0,6-7-36,6-5 1,-2 3 155,7-2 1,-5-2 16,6-10 0,-2-4-102,1-7 0,-3 0-184,-8 0 1,0-6 70,0 0 1,-7-1 50,-5 1 1,-3 4-46,-2-4 1,-2-2 97,-3 2-171,-12 0 86,-2 6 0,-8 2 69,4 4 0,2-3-16,-7 9 1,7-1-52,-2 6 1,4 2-117,2 3 1,5-1-239,1 8 202,7-1-65,-4 6-347,8 0 279,8 1 386,2-1 0,7 0 0,0 0 0</inkml:trace>
  <inkml:trace contextRef="#ctx0" brushRef="#br0">12696 12694 7569,'0'10'374,"0"-3"-46,0-7-152,-8 8 0,7-4 122,-5 7 1,-4 8 22,-1 10 33,3 3-131,-7 2 0,7 1-40,-3-1 1,3 0 22,8 1 1,0-3-122,0-4 0,8-3-148,3-8 0,12-1-56,6-5 0,-3-3 107,3-8 0,0-2-377,5-4 209,-7-4 22,-3-7 0,-7 0-501,1 0 487,-9 0 0,-1 0 73,-8 0 0,-8 5-78,-3 1 1,-7 7-141,-4-2 1,3 6-131,-4 6 162,4 4 169,2 7 1,-1 5-404,1 1 519,0 0 0,0 2 0,0 2 0</inkml:trace>
  <inkml:trace contextRef="#ctx0" brushRef="#br0">11120 14150 7569,'9'-7'-13,"-1"-3"312,-8-7 114,0 0-60,0 0 0,0 0-169,0 7-136,0 3 89,-8 7 1,-1 0-153,-8 0 44,7 7 40,-13 3-171,12 7 114,-6 8 0,1-6 123,5 4-73,3-4 0,-5-2-78,7 0-111,1-8 0,12 1-23,5-4 170,3-5-2,2 7 0,0-8 42,0 0-43,8 0 13,-6 0 72,13 0-85,-12 0 1,4 6 6,-7 0 0,-5 5 8,-1-5 0,-7 1 100,2-1-42,-4 4 0,-4 5 154,-4-4-190,-3 4-16,-9-13 1,1 8-160,0-4 173,-8-5 10,6 15-258,-5-14 135,-1 5 1,6-7 64,-4 0 0,4 0 27,2 0 0,5 0-595,1 0-159,7-7 1,-3-3-583,7-7 653,0 0 652,7 0 0,3-8 0,7-2 0</inkml:trace>
  <inkml:trace contextRef="#ctx0" brushRef="#br0">11137 13791 7569,'9'-17'132,"-1"-1"143,-8 1 138,0 8-149,0 1 0,0 12 121,0 7 0,0 8 246,0 16-447,0 7-47,0 9 1,0 4-178,0 8-718,0 0 829,0-2-960,0 5 683,0-12 0,0 5 192,0-8 0,2-1-3,4-5 1,-3 3 16,9-8 0,-1 7 0,6-3 0</inkml:trace>
  <inkml:trace contextRef="#ctx0" brushRef="#br0">12919 13859 7569,'0'-9'410,"0"-7"-112,0 15 258,0-7-69,0 8 202,0 0-468,-8 0 1,4 0-43,-7 0 1,7 2 96,-2 4-262,-3 3 123,7 8 1,-11-5 20,7-1 0,0 0 11,6 7 0,0-1-171,0 0 30,0 0-5,0 0 1,0-5-130,0-1 100,8 0-68,-6-1 0,13 5-1,-4-3 1,5-3 79,1 3 0,0-1-6,0 6 1,-6-2 11,1-3 0,-3 3 3,3-4 1,-5 5 198,-7 1-187,0-8 28,0 6 0,0-5 15,0 7 1,-7-5-25,-5-1 1,-5 0 5,-6 7 1,2-7-243,-7 0 1,5-1-364,-5 1 1,5-3 258,-6-8 1,8 0-515,-2 0-656,4 0 703,10-8 289,1-1 473,8-16 0,8-9 0,1-10 0</inkml:trace>
  <inkml:trace contextRef="#ctx0" brushRef="#br0">12919 13928 7569,'0'-17'272,"0"-1"1,5 7 432,1 0 1,2 1-146,-2-1 0,-3-5 62,9 5 0,-3 2-246,3-3 0,3 8-147,-4-1 0,5-3-102,1 2 1,0-5-102,0 5 0,0 0-512,0 6 0,6-5-71,0-1 0,0 0-1399,-6 6 1270,0 0 1,0 0 685,0 0 0,0 0 0,1 0 0</inkml:trace>
  <inkml:trace contextRef="#ctx0" brushRef="#br0">11805 13928 5996,'0'-10'111,"0"3"97,0 7-120,0 0 7,0-8 0,2 6 399,4-4-9,-4 4-254,5 2 154,-7 0-76,0 0-196,0 8 0,-2-4-79,-3 7 1,3 3 94,-4 8 0,-4-2-6,-1 2 1,2 3-87,-3-2 1,6 0-110,-5-6 1,7 0-138,-2 0 141,5 0-127,-7-7 148,6 5 24,-6-5-2,8-1 35,0-1-3,0-8 66,0 0-36,8 0 1,2 0 310,7 0-159,0 0-57,0 0 1,-6 0-58,1 0 0,-1 0-33,6 0 0,0 5-79,1 1 1,-1 0 107,0-6 1,-6 6 66,1-1-191,-1 1-232,6-6-547,-7 0 425,5 0-157,-13 0-240,6 0 121,-8 0 405,0 0 1,0-8 277,0-3 0,0-4 0,0-2 0</inkml:trace>
  <inkml:trace contextRef="#ctx0" brushRef="#br0">11959 14031 7569,'0'-10'60,"0"2"92,-7 8 0,3 0 195,-8 0 1,7 8-46,-7 3 0,7 10-87,-7 2 0,3 8-98,-3-3 0,-1 5-129,7 1 1,-5 0 166,5 0 1,-5 1 38,5-1 1,0 0-280,6 0 0,0-1-393,0-5 1,2 1-1457,4-12 1934,3 4 0,8-12 0,1 9 0</inkml:trace>
  <inkml:trace contextRef="#ctx0" brushRef="#br0">12302 14082 8010,'0'11'221,"0"1"0,-2-1-221,-4 6 0,4 0 255,-3 1 1,3-1 410,2 0 1,0 6 19,0 0-361,7-8-117,11 0 0,3-7-270,7 3 123,-7-3-142,11-8 1,-7 0-58,4 0 0,1-8 191,-7-3 1,4-7 36,-10-4 0,4 3-214,-10-4 0,-3 4-218,-3 2 1,-3-1 20,-2 1 88,-7 0 226,-10 0 1,-4 8 87,-8 3 1,2 4-81,-1 2 1,-4 0 95,3 0 1,4 8-92,2 3 1,4 2 24,2-1 0,8 3-170,3-4 0,4 5-294,2 1 0,2-6 433,4 1 0,11-9 0,10 5 0</inkml:trace>
  <inkml:trace contextRef="#ctx0" brushRef="#br0">15198 11838 7569,'0'-12'99,"0"1"1,0 5 7,0-5 0,0-1-12,0-5 1,-2 0 125,-4 0 1,2 6 702,-7-1-556,-1 1-184,-5-6-105,0 7 1,-6 2-54,0 8 1,0 0 61,6 0 0,0 8-126,0 3 1,0-1 144,0 1 1,5 1-18,1 5 0,7-6-185,-2 1-23,5-1 0,8 4-122,5-3 56,3 3 158,-6-13 0,12 13 8,-4-3 1,4-3 48,-4 3 1,1-1 4,-1 6 0,0 0-32,0 0 0,0 1 3,0-1 0,-7 5 44,-4 1 0,-5 0 11,-1-6 0,0 0 323,0 1-174,0-1-78,-7-8 0,-3 6 31,-7-3-97,0-5-42,0 1 0,-2-8-78,-4 0 0,4 0 137,-4 0 1,4 0-8,2 0 1,-6 0-646,0 0 1,6-8-125,6-3 1,1-4-137,-1-2 442,-4 0 20,13-1 0,-6 5-183,8-4 0,0 4 549,0-10 0,8-4 0,9 1 0,9-9 0</inkml:trace>
  <inkml:trace contextRef="#ctx0" brushRef="#br0">15060 11649 7569,'0'-23'8,"0"1"134,0-1 0,6 6 64,0-1 1,0 7 160,-6 0-111,0 7 0,2-4 132,3 8 1,-3 10-169,4 7 0,-4 8 99,-2 9 0,0 10 434,0 7-410,-8 8-389,6 2 0,-5 4-184,7-8 0,0 8 298,0-3 1,0-3 114,0-2 1,7-3-77,5-3-258,11 1 0,-4-1 0,5 0 0</inkml:trace>
  <inkml:trace contextRef="#ctx0" brushRef="#br0">15592 11838 7569,'0'-17'45,"0"5"-9,0 1 0,0 5 303,0-5-202,0-1 1,2-3-9,3 4 0,-1-5 6,7 5 1,-5 1 52,6-1 0,-1 7-11,6-2 0,-5-1-201,-1 1 0,0 0 22,7 6 1,-1 0 73,0 0 0,-6 8 37,1 3 0,-3 12-6,3 6 0,1 3-54,-7 2 0,-1 6-80,-5 0 0,0 0 128,0-5 1,-5 5-5,-1 0 1,-7-6-212,1-6-107,-3-7 144,-2 4 0,0-10-37,0-3 133,-1 3 1,1-13 2,0 4 0,6-5-11,-1-1 0,9-1 10,-3-5 1,4-4 6,2-7-8,0 0 1,0 0 176,0 0-22,0 7-75,8 3 0,-5 7 80,9 0-135,-1 0 32,6 0 1,0 0 16,1 0 0,-1 7-55,0 5 0,0-3-62,0 3 0,0-1 99,0 6 1,-5-5-6,-1-1 0,-1-5-614,1 5 0,2-5-150,-7 5 0,2-5-270,-2 5 509,-5-7 458,7 4 0,0-1 0,1 3 0</inkml:trace>
  <inkml:trace contextRef="#ctx0" brushRef="#br0">16226 11769 7569,'0'-9'450,"0"1"-13,0 8-204,0-8 0,-2 7 134,-4-5-184,4 4 31,-6 2-170,8 0 201,0 0-146,0 8 196,0 1-175,0 8-126,0 0-90,0 0 52,0-7 0,2 3 64,4-7 56,-4 7-42,13-11 1,-11 12 17,7-9 0,-5 9 12,6-3 1,-7-1 6,7 1 0,-7 0-8,7 7 0,-3-7-1,3 0 1,-3 1 6,-3 5 0,-4 0-16,4 0 0,-4 0 64,-2 0-56,0 1-15,0-1 0,-6 0 7,0 0 1,-7-6-25,1 1 1,-3-3-71,-2 3 1,6 1 90,-1-7 0,-1 1-5,-10-1 1,4-4-483,-4 4-384,4-4 246,2-2-83,0 0 347,0 0-30,0-8 0,5 0-205,1-3 1,7-10 164,-2 4 1,4-6 77,2 0 1,2 2 302,4-7 0,3-1 0,9-13 0,-1-1 0</inkml:trace>
  <inkml:trace contextRef="#ctx0" brushRef="#br0">16191 11838 7324,'8'-10'-552,"-4"-3"600,7 7 669,-7-7-361,11 3-219,-5-7 1,7 6 179,0-1 1,-6 7-170,1-7 1,-1 7-138,6-7 1,-3 6-111,3-5 1,-4 7-651,10-2 415,-4-3 1,-2 7 333,0-4 0,0-3 0,1-1 0</inkml:trace>
  <inkml:trace contextRef="#ctx0" brushRef="#br0">16722 11803 7569,'0'-11'1367,"0"0"-800,0 7-162,0-11-232,0 13 0,8-12 22,3 9 1,1-7 87,5 7-203,-4-9 1,12 12 102,-8-3 1,0 3-1,1 2 1,-7 2-285,0 3 1,-7 5-83,2 7 0,2 6 99,-3 0 0,-1 7-4,-10-1 0,3-3 3,-9 3 1,-1-1 140,-10 7 0,4-7 10,-4 1 1,4-10-58,2-2 0,5 0 15,1-6 462,7-3 0,-2 0-88,12-8 1,6 0-145,10 0 0,5-2-155,7-4 0,1-2-160,-1-3 1,6-4-95,0 3 1,0-1-352,-6 2 1,-2-3 363,-3 9 1,-2-1 30,-4 6 1,-10 0-1874,4 0 1984,-11 0 0,9-8 0,-6-1 0</inkml:trace>
  <inkml:trace contextRef="#ctx0" brushRef="#br0">15095 13414 7569,'11'-10'-679,"1"5"629,-1-5 0,-1 6 66,-5-7 0,3 5 30,-2-5 1,5 5 240,-5-5-11,-1 7-116,-5-4 0,2 2-70,4 1 1,-4-3-17,4 2 1,-6 4 25,-6-3-10,4 3-62,-13 2 1,3 0-92,-10 0 0,1 0 138,-8 0 1,6 0-15,-5 0 1,5 6-104,-6-1 227,8 9 12,-3-12-156,6 13 0,7-8 57,0 5-29,7-5 1,-2-1 15,12 0 0,3 1-2,8-1 0,2-4 1,4 4 1,-2 1 3,8-1 0,-3 2-27,3-3 1,3-1-60,-3 8 1,1-7-68,-1 7-20,-4-8 112,-8 11-1,0-6 0,-2 3 57,-3-1 1,-5-5 80,-7 5 1,-7-5-125,-5 5 1,-3-5 7,-2 6 0,-8-7 17,-3 7-133,-5-8 49,7 3 1,-5-5 76,8 4 1,-5-4-67,5 3 1,-6-3-119,6-2 0,1 0-303,4 0 1,7 0-499,0 0 0,7-2 307,-2-3 620,4-5 0,2-7 0,0 0 0</inkml:trace>
  <inkml:trace contextRef="#ctx0" brushRef="#br0">15078 13054 7503,'0'-17'284,"0"7"0,0 5 510,0 10 0,0 7-392,0 11 0,-6 3-29,0 9 1,-5 6-155,5 5 1,0 4-25,6 1 0,0-5-299,0-1-1107,0 1 885,0-2 0,2-2 246,4-8 0,5 0 80,12 1 0,4-1 0,7 0 0</inkml:trace>
  <inkml:trace contextRef="#ctx0" brushRef="#br0">15849 13088 7569,'-8'-9'645,"-1"-6"-81,-9 5-63,9 1-127,1-7-57,8 7-159,0-8 1,8 5-190,3 1 1,5 7 21,1-2 0,-6-1 39,0 1 0,1 0 119,5 6-334,8 8 1,-6 1 107,4 9 1,-6 1-50,-6 3 1,-1-1 75,-5 8 1,-3-1 37,4 7 1,-4-1 24,-2 0 1,-8-5 11,-3-1 0,-4-7 4,-2 2 0,-1-4 41,1-2 1,0 0 111,0 1 0,0-7 94,0 0 178,0-7-113,0 4-156,7-8-281,2 0 112,8 0 0,6-2-20,0-4 0,7 4-31,-1-3 0,3 3-186,2 2 0,0 0-38,0 0 0,0 0-149,0 0 1,1 0 45,-1 0 0,2 0-202,4 0 0,-4 0 11,3 0 1,-2 0 291,-3 0 1,0-2 260,0-4 0,0 4 0,0-13 0,0 5 0</inkml:trace>
  <inkml:trace contextRef="#ctx0" brushRef="#br0">16517 13071 7569,'9'-17'-72,"-3"0"128,-4 0 92,-2 0 462,0 0-384,0-1 0,-6 7-1,1 0 1,-9 7-38,3-2 1,-4 6-23,-3 6 0,-4-2-30,-1 7 0,0 2-72,6 10 1,0-4 65,0 4 1,-1-4-74,1-2-248,8 0 133,1 0-14,8 1 1,2-9-3,4-3 1,3-4 46,8-2 1,1 0-122,-1 0 1,7-8 43,5-3 1,-4-3-56,-2 3 0,1-4 93,-1 3 0,0 3 31,-6-3 0,0 9 217,0-3-42,-7 4-6,5 2 0,-13 13 38,4 4 0,-6 6 179,-6 0 1,2 4-116,-7 7 1,1 0-2,-1 0 0,-2-5-138,7 0 0,-6-7-143,7 7 1,-1-8-100,6 2 1,0-10-168,0-1-21,0-1-170,0 6-505,0-7 205,0-3-402,8-7 348,-6 0 432,13 0 425,-13 0 0,5-7 0,-7-3 0</inkml:trace>
  <inkml:trace contextRef="#ctx0" brushRef="#br0">16860 12951 8845,'-10'0'1859,"2"0"-1557,8 0 710,0 0-882,8 0 1,2 0-150,7 0 0,0-2 28,0-3 1,6 1-120,0-8 1,1 9-324,-1-3 227,-4-4 126,6 8 1,-8-7-138,0 3 44,0 4 151,1-5-52,-9 7 128,-1 0 256,-1 0-69,-5 0 12,6 0 1,-14 2 11,0 3 0,-1-1-59,1 8 0,2-7-64,-7 7 1,7-1-8,-2 6 0,-1 0-5,1 1 1,-5 4-49,5 1 1,-2 8-143,3-3 1,3 5-117,-4 1 1,-2 0-299,3 0 1,-1 1-80,6-1 1,-2 0-524,-4 0 1,4 8 1075,-3 4 0,-5 3 0,1 3 0</inkml:trace>
  <inkml:trace contextRef="#ctx0" brushRef="#br0">15198 14493 7402,'9'-8'-57,"-1"7"0,-8-9 18,0 4 231,0 4 0,5-7 204,1 3-120,0 4-121,-6-5-29,0 7 0,0-2-55,0-4 79,0 4 29,0-5-50,0 7 0,-2 0-42,-4 0 0,-3 0-107,-8 0 0,-1 1 66,1 5 0,-2-2-89,-4 7 0,4 1 109,-3 5-4,2-8-13,3 7 1,6-9-53,0 5 56,7 3-43,-4-13 1,8 7 33,0-3-9,0-4-1,8 8-3,3-5 0,1-3-14,5 4 0,-4 1-10,10-1 1,-4 0-91,-2-6 105,0 7-6,8 3 1,-8 1-110,0 1 105,0-8-15,-15 11 1,12-6 1,-9 9 0,1-7 31,-6 0 0,-2 1-5,-4 5 0,-3-6 19,-8 1 0,-2-1 8,-4 6 1,-2-1-155,-3-5 119,3 4-3,0-13 1,6 11-491,-4-7 223,4 0 58,2-6 0,6 0-447,-1 0 228,8 0 1,-3-2 413,7-4 0,7-11 0,3-10 0</inkml:trace>
  <inkml:trace contextRef="#ctx0" brushRef="#br0">15163 14356 7569,'0'-17'642,"0"0"-229,0 0-122,0 0 0,0 5 354,0 1-83,0 7 292,0-4-567,0 8 1,6 10-72,0 7 0,-1 8-283,-5 9 1,0 0 122,0 0 1,0 8-621,0 4 0,0 3 140,0 3 1,0-1-73,0 1 0,0-7 184,0 1 312,8-8 0,-6 4 0,6-8 0</inkml:trace>
  <inkml:trace contextRef="#ctx0" brushRef="#br0">15883 14270 6896,'0'-9'1771,"0"-6"-1378,0 5 2,0 1-199,0 1 0,2 8 149,4 0-114,-5 0 0,7 2-25,-8 4 1,0 3-35,0 8 11,0 0-46,0 1 1,-6-1 68,1 0 1,-1 0-112,6 0 0,0 0-148,0 0 1,2-5 92,4-1 1,-3-7-131,9 2 1,5 1-80,6-1 130,0 0 32,1-6 1,1 0-144,4 0 0,1-2 54,-7-4 0,2 4 87,-2-4-187,-4-3 0,5 7-262,-7-4 1,-5 3-264,-1-3-89,-7 4 94,4-6 336,-8 8-684,0 0 745,-8 0 159,6 0 1,-7-2 159,3-3 0,-4-5 0,-7-7 0</inkml:trace>
  <inkml:trace contextRef="#ctx0" brushRef="#br0">16174 14202 7569,'8'-17'164,"-6"7"420,5-5-32,-7 13-195,0-6 1,0 10 164,0 4-161,0 4-201,0 7 1,-2 2-116,-3 4 23,3 3 12,-13 9 0,11-1 126,-8 0 1,9-5-412,-3-1 0,4-1-538,2 1 1,0 3 268,0-8 1,0-6-342,0-6 0,8-5-41,3 5 856,4-7 0,2 4 0,0-8 0</inkml:trace>
  <inkml:trace contextRef="#ctx0" brushRef="#br0">16431 14305 7917,'-9'2'567,"3"3"0,4-1-361,2 7 1,0-5 32,0 6 1,2-3 10,4 3 1,3-3-139,8-3 1,0-4-136,1 3 1,4-3-348,1-2 278,0 0 93,2-7 1,-6-3-333,4-7 169,-4 0 73,-2 0 1,-6 2 61,1 3 1,-8-3 20,1 3 1,-3-3 7,-2-2 0,-7 6 40,-5-1 1,-3 7 147,-2-7 1,0 8 56,0-1-55,-8 3-152,6 2 1,-8 5-149,4 1-27,4 7 236,2-3 47,2 7-697,13 0-221,-6 0 1,10-5 312,4-1 1,3-7-144,9 2 1,-1-4 599,0-2 0,0-8 0,0-1 0,8-9 0,2 1 0</inkml:trace>
  <inkml:trace contextRef="#ctx0" brushRef="#br0">16705 14202 7569,'17'0'349,"-7"-8"-57,5 6 1,-13-7 97,4 3 201,3 4-201,-7-5-195,13 7 0,-11 1 20,8 5 0,-7-2 11,7 7 1,-6 1-76,5 5 0,-5 0-11,5 0 0,-5 2-54,5 4 0,-5-2 106,5 8 0,-7-8-261,2 1 1,-4 3 73,-2-2 0,0 0 115,0-6 1,0 0-267,0 0 1,-2-5-356,-4-1 0,2-1 104,-7 1 1,0 2-289,-7-7 1,1 2-730,0-3 674,0-3 301,0 6 439,0-8 0,0-8 0,-1-1 0</inkml:trace>
  <inkml:trace contextRef="#ctx0" brushRef="#br0">16740 14236 7569,'17'-9'587,"0"-7"0,0 13-216,0-9-264,0 8 1,6-11 87,0 4 0,7 1 0,-1-1 0,3 5-234,3-5 0,-3 5-272,-3-6 1,3 9 310,-4-3 0,-3-4 0,0 1 0</inkml:trace>
  <inkml:trace contextRef="#ctx0" brushRef="#br0">17408 11478 7569,'7'-10'0,"5"5"381,3 3 0,2 2 233,0 0-343,8 0 1,2 17 212,7 12 0,-2 14 534,-3 20-1438,11 15 596,-19 10 1,-2-31-1,0 2-108,-7 0 0,-1 2-1066,1 7 0,-1 3 1072,-6 2 1,-1 0 0,1 3 0,-2 1 22,-2-3 1,-2 0-1,-2 5 1,-2 0-362,0-2 0,-1 0 0,-5 1 0,-1-2 104,-2-4 1,-1-1 0,0-3 0,-2-3 31,0-7 0,0-1 0,0-5 0,-1-2 105,2-3 1,-2-2 0,-18 42 22,-4-1 9,4-8-8,-21-2 1,9-4-549,-15-3 413,29-29 1,-2 0 68,-35 23 0,31-24 0,-1 2 57,3-7 0,1 0 0,-3 5 1,0 0 7,3-4 0,0-1 0,-31 34 0,5-7 0,-2-4 0,-2 4 0,-1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74DA6-57E5-4941-8E9E-5915B3DF92CB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AC82F-F3D8-EE47-8CCD-DDA1B20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 err="1"/>
              <a:t>http</a:t>
            </a:r>
            <a:r>
              <a:rPr lang="mr-IN" dirty="0"/>
              <a:t>://</a:t>
            </a:r>
            <a:r>
              <a:rPr lang="mr-IN" dirty="0" err="1"/>
              <a:t>i.dailymail.co.uk</a:t>
            </a:r>
            <a:r>
              <a:rPr lang="mr-IN" dirty="0"/>
              <a:t>/</a:t>
            </a:r>
            <a:r>
              <a:rPr lang="mr-IN" dirty="0" err="1"/>
              <a:t>i</a:t>
            </a:r>
            <a:r>
              <a:rPr lang="mr-IN" dirty="0"/>
              <a:t>/</a:t>
            </a:r>
            <a:r>
              <a:rPr lang="mr-IN" dirty="0" err="1"/>
              <a:t>pix</a:t>
            </a:r>
            <a:r>
              <a:rPr lang="mr-IN" dirty="0"/>
              <a:t>/2017/01/31/22/3CB519FB00000578-4177942-image-a-2_1485902238514.jpg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62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1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png;base64,iVBORw0KGgoAAAANSUhEUgAAAKgAAACJCAMAAACPZYMVAAAAh1BMVEX///8AAADj4+Ps7Oz39/fp6en5+fn8/Pzv7+9SUlI3Nzfz8/P19fU/Pz9paWnIyMhvb2/a2towMDCBgYHQ0NANDQ2goKDW1tbBwcGsrKxERERlZWVeXl4qKioTExN2dnaVlZW6urqwsLCNjY1NTU0fHx+ZmZkYGBiOjo4jIyNYWFiFhYWjo6Plby6xAAAMoklEQVR4nO1c6XbqvA6NMw8kZCSQgQyEAIH3f75rByhOJaftOdxT1rfQj66CsLPjUduSLElv+UsxZnTKTv5nOL6U4OgIdX6k/0MkX4jjH0Wqi63d/6077AdpNew0TCHnwxFVxH7Xow2z9IreRJ+RDzdFsF/jOIN9+1HNycXqCM+xPyCAUrunD1YRxbZeFgWCdBn2y9xHFPF2s7S86/g8hujLG5F9/9f0SIb8Ih8USSYX8P2iKukTkg0sUQw6LQEVulcspCWBLbbILfoWpLnCKHfYjFomzf3fS+4iQA0SGZIWwpaTbY8Oqc4CJZTSlySVnMHIl0lPe9DOQYk4pFUtkuj6abePIQzHsxe3f9Nh7SJdvxiB2iHosJhVrFs2eP3ldgRagB4MyIqitUrwjIacaYkkv1alkAiOp/ijh3RrLWNATQZU6Qh47JKMQEPQcE0yAoXDOr0CJeAZLVNQoNeqjDMJwE/87b2Z+0gKxEAzMVDw9g35KdDNBCiteff5Fyqpbj0fZ6mytl0FtI9z7XobrCqxqEWFXX8F2p0A0HvX36qSs+TzeBpf5fpbK8vcJLGWnyu5TaZh8VkRhBSP2Q3gscHeZ0O7AqOaTiZDSktYYrln8zKp7p97sDJY+w9gBq0Dm/WSVZiSnPRgzjg+W54ONVaCvhqyoDlWvuBmxUPMwWI99FGiZYOHF7nMuB5dV0nSw22fVqCebTi8pfV240QE2WiWpDUrFzEgmqR1fEtBFGSteO5HpwW2PR35G+LxD677foUAWnauh5otyy7DFevOLRA4FFCWVei+Q1fG/DFUjGE7HYJntgJ/Q4S21/9LEZGa/+h4yHb2EnIhEf8xyLAR9goSTxe39WE/Z1D/oqgk5Pf7loS/BmVejEPCD8oLgWvvi4hN2scH/Uwq8U9/Vyx+v6CTvv4tIF8JhfaYPtR2g9vci8iReI/1X7MJMEFeRWrCbVSaS9JfxDIrG5I99uCATICqTb1GCb626ZcI16SmHFWgJcy2xvvK3PQxunSbm3qiiMmDxDOgnAniWEPfechzA7eqiY/YGHLn1Rm2bihuXruQ27Gt0KvdI6LQSr8O6+8BrQ8K/QYhvxUdyRVpwPfG7qBLa8xaiFyTPgkpEVGrsiGQYxqVy2xArhdi4j6ApjxQc2C7VPjJYGWyo1h2/Pp7E40Z95oLSzgj+SU1LHGga056ioAiZRTaSTimlJLyYUAGSSJzvy3oXzuD9qWhSvoJMZzT7ciZsp/S5Q7SiDVjIWriPapKSfJ4olzuNe63zIa2XcRwNlfZFulgIV1ef0GXD6CqKV0esSVci8qEPKbIeisEqrVtdoZ2uZAut1e6bP0xXZbYIcThUVxOOHN0eRICHZ8Nz4OELXrremGLJlj1AGgpABqMDNQe4DJ07hl1hLw+KOnAWiBnT/FhpMs+LMGABjY821wfxrMnn9veCeG6ngeqe3TW63s4Ix1yimnrWYDXKwUtkZawhOTm7IAF0jHTrlQpTqBC6wr2GjVXuRAoY6y0C5BztNCSHWwdpSMrllYEoaGbJJb6EzKILmVq1CFSoj8EdFnmxsoMUKndZyeM6wWeG5YtsvEZ/SkrsRJGfcpC5JWpIsxcbHPVd3s35N9sCpRMuZ1qCs7yF46AWi1MgUIVKYQlnOmIngX6SvIG+mx5A322vIE+W95Any3/DaDyUoBbW6NsmSpiwaYrLwVedxln5KDEDFCjKvM9dlKu70LvtEK26KDoQvRQSC3sfIuYW5Lpu0UIaSI1ASy3OPD2zQzQy1ZGPb/MNptS2XvllS8pPlaCWXJNgrBi5uFuEf+hFJWOdOGo5gxQNWd0uUTOE0Jq7WonGCURhLR4O/Gr3PDYArpslkdDirdnoJAzajhrCVdCDDRw2aGu3QGrVr+6GF0w6JyKMuUmgcRipCIqyQGrEdPlLW0gXUxFeKAjbcHI3dVp655Qv5HUf/goucf+pXf5C6Aiuix0g49VuEioRvsH3uX++0BnW1Sz0RY1Cg/Bf2tRkXcZbdH620BTm/FeuwO1qzc3OLYw+p4jwWVo5PUL0ZEOFhRwfTX+SEcMdFGMdBk5JDtUOp31FVyo9Z2vLlo4mcZZ75AaKJTDWaezHhLsgBFsjT8km1lHV0nwESgzkVWYjlwa4FwR3/NshNfv6DqKnUcaTHFBjrmNKDRHAN8BqlZ2ZdfIBqRGWWX3sEHljDBBTlQdP6v2G2SvVHzLDy/IM8yBKvhGmtvr9bQJUC6rBw3m7DZMhQm2d6vpGg/3U4MGXT0kfTlV/Desp1eSN9Bnyxvos+UN9NnyBvpsmQWqA3/CTQxRxLmwxF8r5oC2oetiB+9Sa2cZGsi1KbMM8/gbZzfEj+r7MLPQGIFj6U5M4RmgzC7bYFS22VLFCame+VB6jKIcT4GaYYHKm21s1DZSYnWQjfOe67gZoCwGXMe8Rra/kLQDDMs0c5dxZhA8y0JsWqnCwjIzan5jYZmKVTAnDVdCDFTOmKluD2B63egydIgF4ei5Q0KngtqhYKENLo+cKcMCXXNGRbhDBTFQoS9UGDos9IXSQaqt+NOEu9zIHQxfa24s9Fu8/gu6nHw/GJvW7FuY9/c5dFnkr7/SZfdHQKn1n5dw2j/lACINxyMdGAFxTxiAUeO3hAHY9YrCGgnmhARsgsmZDQo0pPp21ysWKx96kDURRpdLD6ZgsNMq2S1AgeDgahQo5PVawg7JEEoeh8wfnXBLzszytNsr11f+LJEr006Dp5r6OVnQ1Rcqgr2lSGfkUEr3OxNn3r4tTRUzQLXB23QeslnKlt8OMKienctVGwuLlOrtvk6wSKk0qzbdDguIss8blw+ymNtClUvUoJu6tjq36BatrM5oCX153K3RquT63KBn43IdNfzg+m9YT68kb6DPljfQZ8sb6LPlDfTZMg/0n6ctiRVzQLUiw7xG1GLIswhVpEMXoVt6PGQVah00VodEolJZD9mEV84ADchqsTsgYyEmKz1CQoqZiWdWCWLgU6JpVhliPW3KOA2xHOox5y77nvVUnag1f4CeX6koTEnbQutSHZOs94gFOwx4FqNakNiokHQKh2Uxpny+tsKHt0+Aah1zqIU5aKB7kjXoyjHJ2kTIr3waXYwwAdloIk33kdDPmFHgT3Q5FETkxiVL0rYzIV2GSdbkp0nW9OeUEiI2eHMNHZ64GCdAk2/T5ZncZZhkLfIu04kw7AcsMhahy6Gg6+eB/oguj0B1JGqc+dZiq4OMH4sa50Lv5TB8zMyRCM6clCB0mQjosjBq/AYKstA7XX5UpSUZl4KRbLnsgYxNJhvGCdwmE3b2xDhuB73L8jXJGk4mzfUZC4UXAYyTacFPppTwWReTpJbqpFJqXYNK6GJDeTSyPF3vgEAUkmXp6K0RARt4FyTRzyk6acq8p7kiE6BBuIujDOmuuDzGFQyKGdfQ2LewOzIOfZwjEf2ObzWti+4dh82y8LhOi4krAiqlvhWheQ0UDX43TOoVZzzJ2sNLKBd/qPF87WI48m82yWeST1Mfv64KLIZnKkSXzHwqMQH6yjl3qwlQ+1WTwVkWo/VYD03rm+n1vyCTvFDHJ/WvIflCPP7iGP1IECfIa8gkd/m1s8F5J09L4Cn1a4hxmGT5LQ/</a:t>
            </a:r>
            <a:r>
              <a:rPr lang="en-US" dirty="0" err="1"/>
              <a:t>ghpUXEZWUvHmduq</a:t>
            </a:r>
            <a:r>
              <a:rPr lang="en-US" dirty="0"/>
              <a:t>/Kl+Op7fXKt2pMYwEn95QYRx+xhKgovdeiO5+y87HMMdoCRx/P3JePfoOPNr3l7YyITK9Q429+UWy/KbBVQOv8pQtTEsfs67aD3htGCqoGzb5O7ajNkFunpCaf5PobQzL1pMph97H+n/cqtauRrercadS6RNw3u2S8NgeWKEZ7FCnhDyoemb5e7XigAeCSw8ftRObALPwS8caMDrEQcYhlOU6XxzvJFsidZFrCkqxLJEaVsREOKLidiO7992E5JmTPuBhh1Hh6dTG6YMx9FTWOLt4ToDVo9cXHDVpPpMs/</a:t>
            </a:r>
            <a:r>
              <a:rPr lang="en-US" dirty="0" err="1"/>
              <a:t>jxr</a:t>
            </a:r>
            <a:r>
              <a:rPr lang="en-US" dirty="0"/>
              <a:t>/BFQrCHh7734n2c+jxr9Ksv5zoMidZPS7W99/FVhQ4nRZxVr0iyTr7RdAjR0S2uJ47rVFbknW8KJDYWZDeqjYBX8wT+F2Jxlc0cZQjTT8aowqCbaCre+xH37IXQbIi01NWHkLo59Njz4xPcHLLQ3mGlcQo9yxfZZkjW4rHNAeC/BhMdg3xEmj9XuERC3DVluViKIha213Qkhle2q0GruTrD2t5TMWTpQ2EdndIqmdskZw0o66Zx41XV6gKdOboiiWyMan033JQ42Fi1WgcVgqrcrDmmvj+VSudfUlfhYkre4XbWgynrhiaIEodUyoEFeFnqXrDpNxWspoSvoo+Wvd6CqmR1qFX/zwK5KeZ0xk54VaVHiU8uLyPyEf3iOGZQ3CAAAAAElFTkSuQm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00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AC82F-F3D8-EE47-8CCD-DDA1B2051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4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0.png"/><Relationship Id="rId7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10" Type="http://schemas.openxmlformats.org/officeDocument/2006/relationships/image" Target="../media/image12.png"/><Relationship Id="rId4" Type="http://schemas.openxmlformats.org/officeDocument/2006/relationships/image" Target="../media/image90.png"/><Relationship Id="rId9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9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" Type="http://schemas.openxmlformats.org/officeDocument/2006/relationships/image" Target="../media/image100.png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17.png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iff"/><Relationship Id="rId11" Type="http://schemas.openxmlformats.org/officeDocument/2006/relationships/customXml" Target="../ink/ink8.xml"/><Relationship Id="rId24" Type="http://schemas.openxmlformats.org/officeDocument/2006/relationships/image" Target="../media/image23.png"/><Relationship Id="rId5" Type="http://schemas.openxmlformats.org/officeDocument/2006/relationships/image" Target="../media/image13.png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10" Type="http://schemas.openxmlformats.org/officeDocument/2006/relationships/image" Target="../media/image16.png"/><Relationship Id="rId19" Type="http://schemas.openxmlformats.org/officeDocument/2006/relationships/customXml" Target="../ink/ink12.xml"/><Relationship Id="rId4" Type="http://schemas.openxmlformats.org/officeDocument/2006/relationships/image" Target="../media/image110.png"/><Relationship Id="rId9" Type="http://schemas.openxmlformats.org/officeDocument/2006/relationships/customXml" Target="../ink/ink7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110" y="0"/>
            <a:ext cx="4957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2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4966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matrix is a collection of numbers ordered by rows and columns into a </a:t>
            </a:r>
            <a:r>
              <a:rPr lang="en-US" i="1" u="sng" dirty="0">
                <a:solidFill>
                  <a:srgbClr val="FF0000"/>
                </a:solidFill>
              </a:rPr>
              <a:t>rectangular array</a:t>
            </a:r>
            <a:r>
              <a:rPr lang="en-US" dirty="0"/>
              <a:t>. It is customary to enclose the elements of a matrix in parentheses, brackets, or braces.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99160" y="3810000"/>
                <a:ext cx="2788920" cy="1026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" y="3810000"/>
                <a:ext cx="2788920" cy="10264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42741" y="3509308"/>
                <a:ext cx="2655022" cy="1627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741" y="3509308"/>
                <a:ext cx="2655022" cy="16278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76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matrices?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3554095"/>
          </a:xfrm>
        </p:spPr>
        <p:txBody>
          <a:bodyPr/>
          <a:lstStyle/>
          <a:p>
            <a:r>
              <a:rPr lang="en-US" dirty="0"/>
              <a:t>A way of representing data (e.g. AFL league table).</a:t>
            </a:r>
          </a:p>
          <a:p>
            <a:endParaRPr lang="en-US" dirty="0"/>
          </a:p>
          <a:p>
            <a:r>
              <a:rPr lang="en-US" dirty="0"/>
              <a:t>Useful for representing route information.</a:t>
            </a:r>
          </a:p>
          <a:p>
            <a:endParaRPr lang="en-US" dirty="0"/>
          </a:p>
          <a:p>
            <a:r>
              <a:rPr lang="en-US" dirty="0"/>
              <a:t>Can be used to represent simultaneous equations.</a:t>
            </a:r>
          </a:p>
        </p:txBody>
      </p:sp>
    </p:spTree>
    <p:extLst>
      <p:ext uri="{BB962C8B-B14F-4D97-AF65-F5344CB8AC3E}">
        <p14:creationId xmlns:p14="http://schemas.microsoft.com/office/powerpoint/2010/main" val="141987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78" y="302575"/>
            <a:ext cx="8343900" cy="3263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728" y="3685540"/>
            <a:ext cx="2819400" cy="2870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A38172-246F-7340-937E-0225E17F7A29}"/>
                  </a:ext>
                </a:extLst>
              </p14:cNvPr>
              <p14:cNvContentPartPr/>
              <p14:nvPr/>
            </p14:nvContentPartPr>
            <p14:xfrm>
              <a:off x="2726280" y="1129320"/>
              <a:ext cx="5767560" cy="534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A38172-246F-7340-937E-0225E17F7A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6920" y="1119960"/>
                <a:ext cx="5786280" cy="536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502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of a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48" y="1690690"/>
            <a:ext cx="2819400" cy="287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65258" y="1402080"/>
            <a:ext cx="5648563" cy="483209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This matrix has</a:t>
            </a:r>
          </a:p>
          <a:p>
            <a:pPr lvl="1"/>
            <a:r>
              <a:rPr lang="en-US" sz="2800" dirty="0"/>
              <a:t>SIX rows</a:t>
            </a:r>
          </a:p>
          <a:p>
            <a:pPr lvl="1"/>
            <a:r>
              <a:rPr lang="en-US" sz="2800" dirty="0"/>
              <a:t>SIX columns</a:t>
            </a:r>
          </a:p>
          <a:p>
            <a:r>
              <a:rPr lang="en-US" sz="2800" dirty="0"/>
              <a:t>It is a SIX by SIX (6 x 6) matrix.</a:t>
            </a:r>
          </a:p>
          <a:p>
            <a:endParaRPr lang="en-US" sz="2800" dirty="0"/>
          </a:p>
          <a:p>
            <a:r>
              <a:rPr lang="en-US" sz="2800" dirty="0"/>
              <a:t>6 x 6 </a:t>
            </a:r>
            <a:r>
              <a:rPr lang="mr-IN" sz="2800" dirty="0"/>
              <a:t>–</a:t>
            </a:r>
            <a:r>
              <a:rPr lang="en-US" sz="2800" dirty="0"/>
              <a:t> dimension (or the size of a matrix)</a:t>
            </a:r>
          </a:p>
          <a:p>
            <a:endParaRPr lang="en-US" sz="2800" dirty="0"/>
          </a:p>
          <a:p>
            <a:r>
              <a:rPr lang="en-US" sz="2800" dirty="0"/>
              <a:t>This is also called a </a:t>
            </a:r>
            <a:r>
              <a:rPr lang="en-US" sz="2800" dirty="0">
                <a:solidFill>
                  <a:srgbClr val="FF0000"/>
                </a:solidFill>
              </a:rPr>
              <a:t>SQUARE</a:t>
            </a:r>
            <a:r>
              <a:rPr lang="en-US" sz="2800" dirty="0"/>
              <a:t> matrix as the </a:t>
            </a:r>
            <a:r>
              <a:rPr lang="en-US" sz="2800" dirty="0">
                <a:solidFill>
                  <a:srgbClr val="FF0000"/>
                </a:solidFill>
              </a:rPr>
              <a:t>number of rows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= number of columns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8124" y="2301240"/>
            <a:ext cx="3504724" cy="396240"/>
            <a:chOff x="228124" y="2301240"/>
            <a:chExt cx="3504724" cy="396240"/>
          </a:xfrm>
        </p:grpSpPr>
        <p:sp>
          <p:nvSpPr>
            <p:cNvPr id="6" name="Rectangle 5"/>
            <p:cNvSpPr/>
            <p:nvPr/>
          </p:nvSpPr>
          <p:spPr>
            <a:xfrm>
              <a:off x="913448" y="2301240"/>
              <a:ext cx="2819400" cy="335280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    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124" y="2328148"/>
              <a:ext cx="899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ROW       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05000" y="1690691"/>
            <a:ext cx="405646" cy="3900685"/>
            <a:chOff x="1905000" y="1690691"/>
            <a:chExt cx="405646" cy="3900685"/>
          </a:xfrm>
        </p:grpSpPr>
        <p:sp>
          <p:nvSpPr>
            <p:cNvPr id="7" name="Rectangle 6"/>
            <p:cNvSpPr/>
            <p:nvPr/>
          </p:nvSpPr>
          <p:spPr>
            <a:xfrm>
              <a:off x="1905000" y="1690691"/>
              <a:ext cx="381000" cy="2713670"/>
            </a:xfrm>
            <a:prstGeom prst="rect">
              <a:avLst/>
            </a:prstGeom>
            <a:solidFill>
              <a:srgbClr val="FF0000">
                <a:alpha val="14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 rot="16200000">
              <a:off x="1188720" y="4469450"/>
              <a:ext cx="1874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COLUMN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8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90807"/>
            <a:ext cx="8543925" cy="1325563"/>
          </a:xfrm>
        </p:spPr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520"/>
            <a:ext cx="9921362" cy="334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1048" y="1722120"/>
            <a:ext cx="134207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1295400"/>
            <a:ext cx="381000" cy="126492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74280" y="1295400"/>
            <a:ext cx="381000" cy="126492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381000" cy="82296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642360" y="1341120"/>
            <a:ext cx="381000" cy="79248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93744" y="1363980"/>
            <a:ext cx="1699736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42560" y="1722120"/>
            <a:ext cx="685800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68968" y="1752600"/>
            <a:ext cx="85439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704398" y="868680"/>
            <a:ext cx="1711642" cy="3703320"/>
            <a:chOff x="4704398" y="868680"/>
            <a:chExt cx="1711642" cy="3703320"/>
          </a:xfrm>
        </p:grpSpPr>
        <p:sp>
          <p:nvSpPr>
            <p:cNvPr id="14" name="Rectangle 13"/>
            <p:cNvSpPr/>
            <p:nvPr/>
          </p:nvSpPr>
          <p:spPr>
            <a:xfrm>
              <a:off x="4704398" y="868680"/>
              <a:ext cx="1711642" cy="37033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93707" y="3925669"/>
              <a:ext cx="13330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COLUMN</a:t>
              </a:r>
            </a:p>
            <a:p>
              <a:pPr algn="ctr"/>
              <a:r>
                <a:rPr lang="en-US" dirty="0"/>
                <a:t>MATRIX</a:t>
              </a: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5573673"/>
            <a:ext cx="2146300" cy="6223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042160" y="5558432"/>
            <a:ext cx="381000" cy="622301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644968" y="5638800"/>
            <a:ext cx="1524952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495040" y="5275629"/>
            <a:ext cx="1584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1 row</a:t>
            </a:r>
          </a:p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and </a:t>
            </a:r>
          </a:p>
          <a:p>
            <a:pPr algn="ctr"/>
            <a:r>
              <a:rPr lang="en-US" dirty="0">
                <a:latin typeface="Calibri" charset="0"/>
                <a:ea typeface="Calibri" charset="0"/>
                <a:cs typeface="Calibri" charset="0"/>
              </a:rPr>
              <a:t>4 columns</a:t>
            </a:r>
          </a:p>
          <a:p>
            <a:pPr algn="ctr"/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A 1 x 4 matrix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112520" y="5069619"/>
            <a:ext cx="5303520" cy="1683338"/>
            <a:chOff x="1112520" y="5069619"/>
            <a:chExt cx="5303520" cy="1683338"/>
          </a:xfrm>
        </p:grpSpPr>
        <p:sp>
          <p:nvSpPr>
            <p:cNvPr id="17" name="TextBox 16"/>
            <p:cNvSpPr txBox="1"/>
            <p:nvPr/>
          </p:nvSpPr>
          <p:spPr>
            <a:xfrm>
              <a:off x="5242560" y="5691127"/>
              <a:ext cx="9120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ROW</a:t>
              </a:r>
            </a:p>
            <a:p>
              <a:pPr algn="ctr"/>
              <a:r>
                <a:rPr lang="en-US" dirty="0"/>
                <a:t>MATRIX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12520" y="5069619"/>
              <a:ext cx="5303520" cy="168333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37D513-FEBD-0648-8598-A45D7F5F8721}"/>
                  </a:ext>
                </a:extLst>
              </p14:cNvPr>
              <p14:cNvContentPartPr/>
              <p14:nvPr/>
            </p14:nvContentPartPr>
            <p14:xfrm>
              <a:off x="5557320" y="4230720"/>
              <a:ext cx="3331440" cy="254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37D513-FEBD-0648-8598-A45D7F5F87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7960" y="4221360"/>
                <a:ext cx="3350160" cy="255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15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Matrix </a:t>
            </a:r>
            <a:r>
              <a:rPr lang="mr-IN" dirty="0"/>
              <a:t>–</a:t>
            </a:r>
            <a:r>
              <a:rPr lang="en-US" dirty="0"/>
              <a:t> leading diagonal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68" y="1782130"/>
            <a:ext cx="2819400" cy="2870200"/>
          </a:xfrm>
          <a:prstGeom prst="rect">
            <a:avLst/>
          </a:prstGeom>
          <a:ln w="28575">
            <a:noFill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1187768" y="1782130"/>
            <a:ext cx="2927032" cy="30184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55920" y="1782130"/>
                <a:ext cx="1570558" cy="1026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920" y="1782130"/>
                <a:ext cx="1570558" cy="10264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593080" y="1782130"/>
            <a:ext cx="1433398" cy="1235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13537" y="4226835"/>
                <a:ext cx="3820405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210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121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38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537" y="4226835"/>
                <a:ext cx="3820405" cy="16238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>
            <a:off x="5313537" y="4226835"/>
            <a:ext cx="3820405" cy="17320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A415EA-BAD2-CB48-9D1C-411414F60A12}"/>
                  </a:ext>
                </a:extLst>
              </p14:cNvPr>
              <p14:cNvContentPartPr/>
              <p14:nvPr/>
            </p14:nvContentPartPr>
            <p14:xfrm>
              <a:off x="857520" y="980640"/>
              <a:ext cx="1316880" cy="315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A415EA-BAD2-CB48-9D1C-411414F60A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1680" y="917280"/>
                <a:ext cx="134820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B65269-F324-C04E-8A38-D808C009E845}"/>
                  </a:ext>
                </a:extLst>
              </p14:cNvPr>
              <p14:cNvContentPartPr/>
              <p14:nvPr/>
            </p14:nvContentPartPr>
            <p14:xfrm>
              <a:off x="1517400" y="2053800"/>
              <a:ext cx="2208600" cy="2380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B65269-F324-C04E-8A38-D808C009E8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1560" y="1990440"/>
                <a:ext cx="2239920" cy="25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5BC9A3-7139-2845-8437-2FEA9B9AA3CA}"/>
                  </a:ext>
                </a:extLst>
              </p14:cNvPr>
              <p14:cNvContentPartPr/>
              <p14:nvPr/>
            </p14:nvContentPartPr>
            <p14:xfrm>
              <a:off x="363960" y="1517040"/>
              <a:ext cx="4608000" cy="5057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5BC9A3-7139-2845-8437-2FEA9B9AA3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4600" y="1507680"/>
                <a:ext cx="4626720" cy="50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83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Matrix - Diagonal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0" y="1966794"/>
                <a:ext cx="1570558" cy="1026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6794"/>
                <a:ext cx="1570558" cy="10264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50497" y="1666102"/>
                <a:ext cx="3820405" cy="1627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charset="0"/>
                                  </a:rPr>
                                  <m:t>145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497" y="1666102"/>
                <a:ext cx="3820405" cy="16278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21" y="3992880"/>
            <a:ext cx="3573076" cy="22860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1116787" y="2060789"/>
            <a:ext cx="1179179" cy="9308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65032" y="1692770"/>
            <a:ext cx="3119227" cy="15985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81038" y="4251960"/>
            <a:ext cx="2885122" cy="18592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898" y="3724945"/>
            <a:ext cx="3489981" cy="2845996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4953000" y="3722390"/>
            <a:ext cx="3017520" cy="28485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7422F3-ABD9-8848-BE70-D0603DCE01DF}"/>
                  </a:ext>
                </a:extLst>
              </p14:cNvPr>
              <p14:cNvContentPartPr/>
              <p14:nvPr/>
            </p14:nvContentPartPr>
            <p14:xfrm>
              <a:off x="4392360" y="2333880"/>
              <a:ext cx="1381320" cy="97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7422F3-ABD9-8848-BE70-D0603DCE01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6520" y="2270520"/>
                <a:ext cx="1412640" cy="11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4ADA9A-3085-2046-B06D-71FC196E7C65}"/>
                  </a:ext>
                </a:extLst>
              </p14:cNvPr>
              <p14:cNvContentPartPr/>
              <p14:nvPr/>
            </p14:nvContentPartPr>
            <p14:xfrm>
              <a:off x="5613120" y="1696680"/>
              <a:ext cx="1582560" cy="937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4ADA9A-3085-2046-B06D-71FC196E7C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97280" y="1633320"/>
                <a:ext cx="1613880" cy="10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9F96C7-FBF8-7F49-9DA0-B60B3BC513CB}"/>
                  </a:ext>
                </a:extLst>
              </p14:cNvPr>
              <p14:cNvContentPartPr/>
              <p14:nvPr/>
            </p14:nvContentPartPr>
            <p14:xfrm>
              <a:off x="5514120" y="3805200"/>
              <a:ext cx="2391120" cy="2060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9F96C7-FBF8-7F49-9DA0-B60B3BC513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98280" y="3741840"/>
                <a:ext cx="2422440" cy="21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C22D385-1978-AC45-949A-C225F4F9928A}"/>
                  </a:ext>
                </a:extLst>
              </p14:cNvPr>
              <p14:cNvContentPartPr/>
              <p14:nvPr/>
            </p14:nvContentPartPr>
            <p14:xfrm>
              <a:off x="4929840" y="4421880"/>
              <a:ext cx="2250360" cy="2004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C22D385-1978-AC45-949A-C225F4F9928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14000" y="4358520"/>
                <a:ext cx="2281680" cy="21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04802A5-A887-D54C-A22A-89ADC11BF9AD}"/>
                  </a:ext>
                </a:extLst>
              </p14:cNvPr>
              <p14:cNvContentPartPr/>
              <p14:nvPr/>
            </p14:nvContentPartPr>
            <p14:xfrm>
              <a:off x="1745640" y="4372920"/>
              <a:ext cx="1782360" cy="937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04802A5-A887-D54C-A22A-89ADC11BF9A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29800" y="4309560"/>
                <a:ext cx="181368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E69BB4-79F1-7140-BE37-C83DE306BEDA}"/>
                  </a:ext>
                </a:extLst>
              </p14:cNvPr>
              <p14:cNvContentPartPr/>
              <p14:nvPr/>
            </p14:nvContentPartPr>
            <p14:xfrm>
              <a:off x="758520" y="4909320"/>
              <a:ext cx="1712520" cy="1023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E69BB4-79F1-7140-BE37-C83DE306BED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2680" y="4845960"/>
                <a:ext cx="1743840" cy="11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AFAEECF-A695-9746-85E0-3D2CD65B8752}"/>
                  </a:ext>
                </a:extLst>
              </p14:cNvPr>
              <p14:cNvContentPartPr/>
              <p14:nvPr/>
            </p14:nvContentPartPr>
            <p14:xfrm>
              <a:off x="1032120" y="2744280"/>
              <a:ext cx="418320" cy="191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AFAEECF-A695-9746-85E0-3D2CD65B875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6280" y="2680920"/>
                <a:ext cx="4496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0199F97-FF8E-A64C-9E3C-BBDEC9B6D485}"/>
                  </a:ext>
                </a:extLst>
              </p14:cNvPr>
              <p14:cNvContentPartPr/>
              <p14:nvPr/>
            </p14:nvContentPartPr>
            <p14:xfrm>
              <a:off x="1871640" y="2164680"/>
              <a:ext cx="263520" cy="150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0199F97-FF8E-A64C-9E3C-BBDEC9B6D4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55800" y="2101320"/>
                <a:ext cx="2948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C5624AE-B78B-114A-827D-7FAC05D55222}"/>
                  </a:ext>
                </a:extLst>
              </p14:cNvPr>
              <p14:cNvContentPartPr/>
              <p14:nvPr/>
            </p14:nvContentPartPr>
            <p14:xfrm>
              <a:off x="749160" y="3422880"/>
              <a:ext cx="580680" cy="321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C5624AE-B78B-114A-827D-7FAC05D5522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3320" y="3359520"/>
                <a:ext cx="61200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621DB54-64F8-C844-89D6-55BD2C68DB4A}"/>
                  </a:ext>
                </a:extLst>
              </p14:cNvPr>
              <p14:cNvContentPartPr/>
              <p14:nvPr/>
            </p14:nvContentPartPr>
            <p14:xfrm>
              <a:off x="1462680" y="3392640"/>
              <a:ext cx="3311640" cy="1430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621DB54-64F8-C844-89D6-55BD2C68DB4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53320" y="3383280"/>
                <a:ext cx="3330360" cy="14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637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28" y="273370"/>
            <a:ext cx="2819400" cy="2870200"/>
          </a:xfrm>
          <a:prstGeom prst="rect">
            <a:avLst/>
          </a:prstGeom>
          <a:ln w="28575">
            <a:noFill/>
          </a:ln>
        </p:spPr>
      </p:pic>
      <p:sp>
        <p:nvSpPr>
          <p:cNvPr id="5" name="Oval 4"/>
          <p:cNvSpPr/>
          <p:nvPr/>
        </p:nvSpPr>
        <p:spPr>
          <a:xfrm>
            <a:off x="3368040" y="426720"/>
            <a:ext cx="411480" cy="457200"/>
          </a:xfrm>
          <a:prstGeom prst="ellipse">
            <a:avLst/>
          </a:prstGeom>
          <a:solidFill>
            <a:srgbClr val="00B050">
              <a:alpha val="3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45080" y="1295400"/>
            <a:ext cx="411480" cy="457200"/>
          </a:xfrm>
          <a:prstGeom prst="ellipse">
            <a:avLst/>
          </a:prstGeom>
          <a:solidFill>
            <a:srgbClr val="00B050">
              <a:alpha val="3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endCxn id="5" idx="6"/>
          </p:cNvCxnSpPr>
          <p:nvPr/>
        </p:nvCxnSpPr>
        <p:spPr>
          <a:xfrm flipH="1" flipV="1">
            <a:off x="3779520" y="655320"/>
            <a:ext cx="2590800" cy="1097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6" idx="6"/>
          </p:cNvCxnSpPr>
          <p:nvPr/>
        </p:nvCxnSpPr>
        <p:spPr>
          <a:xfrm flipH="1" flipV="1">
            <a:off x="2956560" y="1524000"/>
            <a:ext cx="3413760" cy="228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69368" y="1295400"/>
            <a:ext cx="23326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Elements of </a:t>
            </a:r>
            <a:r>
              <a:rPr lang="en-US" sz="2800"/>
              <a:t>the matrix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5480" y="3561097"/>
                <a:ext cx="5242560" cy="1784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/>
                  <a:t>A  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4000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4000" b="0" i="1" smtClean="0">
                                      <a:latin typeface="Cambria Math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80" y="3561097"/>
                <a:ext cx="5242560" cy="1784591"/>
              </a:xfrm>
              <a:prstGeom prst="rect">
                <a:avLst/>
              </a:prstGeom>
              <a:blipFill rotWithShape="0">
                <a:blip r:embed="rId3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480560" y="3292138"/>
            <a:ext cx="5425440" cy="1569660"/>
            <a:chOff x="4480560" y="3292138"/>
            <a:chExt cx="5425440" cy="1569660"/>
          </a:xfrm>
        </p:grpSpPr>
        <p:sp>
          <p:nvSpPr>
            <p:cNvPr id="16" name="Oval 15"/>
            <p:cNvSpPr/>
            <p:nvPr/>
          </p:nvSpPr>
          <p:spPr>
            <a:xfrm>
              <a:off x="4480560" y="3561096"/>
              <a:ext cx="914400" cy="629904"/>
            </a:xfrm>
            <a:prstGeom prst="ellipse">
              <a:avLst/>
            </a:prstGeom>
            <a:solidFill>
              <a:srgbClr val="00B050">
                <a:alpha val="37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5410200" y="3876048"/>
              <a:ext cx="1767840" cy="31495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208520" y="3292138"/>
              <a:ext cx="26974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Element is written as</a:t>
              </a:r>
            </a:p>
            <a:p>
              <a:r>
                <a:rPr lang="en-US" sz="3200" dirty="0" err="1"/>
                <a:t>a</a:t>
              </a:r>
              <a:r>
                <a:rPr lang="en-US" sz="3200" baseline="-25000" dirty="0" err="1"/>
                <a:t>row</a:t>
              </a:r>
              <a:r>
                <a:rPr lang="en-US" sz="3200" baseline="-25000" dirty="0"/>
                <a:t> </a:t>
              </a:r>
              <a:r>
                <a:rPr lang="en-US" sz="3200" baseline="-25000" dirty="0" err="1"/>
                <a:t>no.,column</a:t>
              </a:r>
              <a:r>
                <a:rPr lang="en-US" sz="3200" baseline="-25000" dirty="0"/>
                <a:t> no.</a:t>
              </a:r>
              <a:endParaRPr lang="en-US" sz="32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15766" y="4119880"/>
            <a:ext cx="3039428" cy="2501146"/>
            <a:chOff x="415766" y="4119880"/>
            <a:chExt cx="3039428" cy="2501146"/>
          </a:xfrm>
        </p:grpSpPr>
        <p:sp>
          <p:nvSpPr>
            <p:cNvPr id="26" name="Oval 25"/>
            <p:cNvSpPr/>
            <p:nvPr/>
          </p:nvSpPr>
          <p:spPr>
            <a:xfrm>
              <a:off x="2087880" y="4119880"/>
              <a:ext cx="640080" cy="696198"/>
            </a:xfrm>
            <a:prstGeom prst="ellipse">
              <a:avLst/>
            </a:prstGeom>
            <a:solidFill>
              <a:srgbClr val="FF0000">
                <a:alpha val="37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V="1">
              <a:off x="1935480" y="4861799"/>
              <a:ext cx="365760" cy="73128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15766" y="5543808"/>
              <a:ext cx="303942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Capital letter to label </a:t>
              </a:r>
              <a:r>
                <a:rPr lang="en-US" sz="3200"/>
                <a:t>a matrix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23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1" y="568341"/>
            <a:ext cx="6180182" cy="3165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1" y="3566160"/>
            <a:ext cx="19659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  <a:r>
              <a:rPr lang="en-US" sz="2800" baseline="-25000" dirty="0"/>
              <a:t>12</a:t>
            </a:r>
            <a:r>
              <a:rPr lang="en-US" sz="2800" dirty="0"/>
              <a:t> = 0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21</a:t>
            </a:r>
            <a:r>
              <a:rPr lang="en-US" sz="2800" dirty="0"/>
              <a:t> = 1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32</a:t>
            </a:r>
            <a:r>
              <a:rPr lang="en-US" sz="2800" dirty="0"/>
              <a:t> = 7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13</a:t>
            </a:r>
            <a:r>
              <a:rPr lang="en-US" sz="2800" dirty="0"/>
              <a:t> =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8184" y="3566160"/>
            <a:ext cx="19659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  <a:r>
              <a:rPr lang="en-US" sz="2800" baseline="-25000" dirty="0"/>
              <a:t>34</a:t>
            </a:r>
            <a:r>
              <a:rPr lang="en-US" sz="2800" dirty="0"/>
              <a:t> = 4 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14</a:t>
            </a:r>
            <a:r>
              <a:rPr lang="en-US" sz="2800" dirty="0"/>
              <a:t> = 3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23</a:t>
            </a:r>
            <a:r>
              <a:rPr lang="en-US" sz="2800" dirty="0"/>
              <a:t> = -3</a:t>
            </a:r>
          </a:p>
          <a:p>
            <a:endParaRPr lang="en-US" sz="2800" dirty="0"/>
          </a:p>
          <a:p>
            <a:r>
              <a:rPr lang="en-US" sz="2800" dirty="0"/>
              <a:t>a</a:t>
            </a:r>
            <a:r>
              <a:rPr lang="en-US" sz="2800" baseline="-25000" dirty="0"/>
              <a:t>22</a:t>
            </a:r>
            <a:r>
              <a:rPr lang="en-US" sz="2800" dirty="0"/>
              <a:t> =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F936BF-1CEB-E044-815B-F5F43BC94658}"/>
              </a:ext>
            </a:extLst>
          </p:cNvPr>
          <p:cNvSpPr/>
          <p:nvPr/>
        </p:nvSpPr>
        <p:spPr>
          <a:xfrm>
            <a:off x="6230319" y="3566160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E7C98-8CDD-B249-B7CF-A24063FD8B8F}"/>
              </a:ext>
            </a:extLst>
          </p:cNvPr>
          <p:cNvSpPr/>
          <p:nvPr/>
        </p:nvSpPr>
        <p:spPr>
          <a:xfrm>
            <a:off x="6230319" y="4416808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E1C487-E6B1-4340-AB62-1E11F3CD116E}"/>
              </a:ext>
            </a:extLst>
          </p:cNvPr>
          <p:cNvSpPr/>
          <p:nvPr/>
        </p:nvSpPr>
        <p:spPr>
          <a:xfrm>
            <a:off x="6230319" y="5267456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E71BC-4EE5-3247-89D0-682AC3F2E742}"/>
              </a:ext>
            </a:extLst>
          </p:cNvPr>
          <p:cNvSpPr/>
          <p:nvPr/>
        </p:nvSpPr>
        <p:spPr>
          <a:xfrm>
            <a:off x="6230318" y="6169460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7D0C2-AC22-0244-B8EF-78E9A792DA1A}"/>
              </a:ext>
            </a:extLst>
          </p:cNvPr>
          <p:cNvSpPr/>
          <p:nvPr/>
        </p:nvSpPr>
        <p:spPr>
          <a:xfrm>
            <a:off x="2871423" y="4542245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4A76A-DFA1-8F43-B219-661BDC6F1585}"/>
              </a:ext>
            </a:extLst>
          </p:cNvPr>
          <p:cNvSpPr/>
          <p:nvPr/>
        </p:nvSpPr>
        <p:spPr>
          <a:xfrm>
            <a:off x="2871423" y="5392893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8AF59-98DA-7141-B563-C1E9C02BDEEA}"/>
              </a:ext>
            </a:extLst>
          </p:cNvPr>
          <p:cNvSpPr/>
          <p:nvPr/>
        </p:nvSpPr>
        <p:spPr>
          <a:xfrm>
            <a:off x="2871423" y="6243541"/>
            <a:ext cx="666427" cy="604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9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and subtracting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024255"/>
          </a:xfrm>
        </p:spPr>
        <p:txBody>
          <a:bodyPr/>
          <a:lstStyle/>
          <a:p>
            <a:r>
              <a:rPr lang="en-US" dirty="0"/>
              <a:t>When adding and subtracting matrices, only matrices of the same dimension can be added </a:t>
            </a:r>
            <a:r>
              <a:rPr lang="en-US"/>
              <a:t>or subtracted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1038" y="319010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38" y="319010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68657" y="319888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657" y="319888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44680" y="342795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680" y="342795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032760" y="4916377"/>
            <a:ext cx="5303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Matrix A </a:t>
            </a:r>
            <a:r>
              <a:rPr lang="mr-IN" sz="2800" b="1" dirty="0"/>
              <a:t>–</a:t>
            </a:r>
            <a:r>
              <a:rPr lang="en-US" sz="2800" b="1" dirty="0"/>
              <a:t> 3 x 3 matrix</a:t>
            </a:r>
          </a:p>
          <a:p>
            <a:r>
              <a:rPr lang="en-US" sz="2800" b="1" dirty="0"/>
              <a:t>Matrix B </a:t>
            </a:r>
            <a:r>
              <a:rPr lang="mr-IN" sz="2800" b="1" dirty="0"/>
              <a:t>–</a:t>
            </a:r>
            <a:r>
              <a:rPr lang="en-US" sz="2800" b="1" dirty="0"/>
              <a:t> 3 x 3 matrix</a:t>
            </a:r>
          </a:p>
          <a:p>
            <a:r>
              <a:rPr lang="en-US" sz="2800" b="1" dirty="0"/>
              <a:t>Matrix C </a:t>
            </a:r>
            <a:r>
              <a:rPr lang="mr-IN" sz="2800" b="1" dirty="0"/>
              <a:t>–</a:t>
            </a:r>
            <a:r>
              <a:rPr lang="en-US" sz="2800" b="1" dirty="0"/>
              <a:t> 2 x 2 matrix</a:t>
            </a:r>
          </a:p>
        </p:txBody>
      </p:sp>
    </p:spTree>
    <p:extLst>
      <p:ext uri="{BB962C8B-B14F-4D97-AF65-F5344CB8AC3E}">
        <p14:creationId xmlns:p14="http://schemas.microsoft.com/office/powerpoint/2010/main" val="171607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85838" y="1746986"/>
                <a:ext cx="8015784" cy="990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A +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20+20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5+0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65+42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22+72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21+21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32+5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4+3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6+0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145+145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290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1746986"/>
                <a:ext cx="8015784" cy="990336"/>
              </a:xfrm>
              <a:prstGeom prst="rect">
                <a:avLst/>
              </a:prstGeom>
              <a:blipFill rotWithShape="0">
                <a:blip r:embed="rId5"/>
                <a:stretch>
                  <a:fillRect l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85838" y="3132731"/>
                <a:ext cx="8015784" cy="990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B +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0+120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42+65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72+22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21+21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5+32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3+4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0+6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145+145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290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3132731"/>
                <a:ext cx="8015784" cy="990336"/>
              </a:xfrm>
              <a:prstGeom prst="rect">
                <a:avLst/>
              </a:prstGeom>
              <a:blipFill rotWithShape="0">
                <a:blip r:embed="rId6"/>
                <a:stretch>
                  <a:fillRect l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67678" y="4404360"/>
            <a:ext cx="9100040" cy="83099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 + B = B + A</a:t>
            </a:r>
            <a:r>
              <a:rPr lang="en-US" sz="2800" dirty="0"/>
              <a:t>  </a:t>
            </a:r>
          </a:p>
          <a:p>
            <a:pPr algn="ctr"/>
            <a:r>
              <a:rPr lang="en-US" sz="2000" dirty="0"/>
              <a:t>Therefore addition of matrices is commutative, i.e. the order does not matter.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678" y="5638800"/>
            <a:ext cx="9100040" cy="40011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Since A (or B) and C have different dimensions, addition cannot be performed.</a:t>
            </a:r>
          </a:p>
        </p:txBody>
      </p:sp>
    </p:spTree>
    <p:extLst>
      <p:ext uri="{BB962C8B-B14F-4D97-AF65-F5344CB8AC3E}">
        <p14:creationId xmlns:p14="http://schemas.microsoft.com/office/powerpoint/2010/main" val="201242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279262"/>
                <a:ext cx="3146246" cy="1148199"/>
              </a:xfrm>
              <a:prstGeom prst="rect">
                <a:avLst/>
              </a:prstGeom>
              <a:blipFill rotWithShape="0">
                <a:blip r:embed="rId2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72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145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97" y="288047"/>
                <a:ext cx="2934650" cy="1176604"/>
              </a:xfrm>
              <a:prstGeom prst="rect">
                <a:avLst/>
              </a:prstGeom>
              <a:blipFill rotWithShape="0">
                <a:blip r:embed="rId3"/>
                <a:stretch>
                  <a:fillRect l="-7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800"/>
                  <a:t>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320" y="517116"/>
                <a:ext cx="1470915" cy="718466"/>
              </a:xfrm>
              <a:prstGeom prst="rect">
                <a:avLst/>
              </a:prstGeom>
              <a:blipFill rotWithShape="0">
                <a:blip r:embed="rId4"/>
                <a:stretch>
                  <a:fillRect l="-14938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85838" y="1746986"/>
                <a:ext cx="7675947" cy="9841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A -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20−20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5−0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65−42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22−72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21−21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32−5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4−3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6−0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145−145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−50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1746986"/>
                <a:ext cx="7675947" cy="984116"/>
              </a:xfrm>
              <a:prstGeom prst="rect">
                <a:avLst/>
              </a:prstGeom>
              <a:blipFill rotWithShape="0">
                <a:blip r:embed="rId5"/>
                <a:stretch>
                  <a:fillRect l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85838" y="3132731"/>
                <a:ext cx="8304325" cy="1008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B -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0−120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42−65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72−22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21−21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5−32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3−4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0−6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145−145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−23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−27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−6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3132731"/>
                <a:ext cx="8304325" cy="1008481"/>
              </a:xfrm>
              <a:prstGeom prst="rect">
                <a:avLst/>
              </a:prstGeom>
              <a:blipFill>
                <a:blip r:embed="rId6"/>
                <a:stretch>
                  <a:fillRect l="-2290" t="-1250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67678" y="4404360"/>
                <a:ext cx="9100040" cy="830997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A - B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>
                    <a:solidFill>
                      <a:srgbClr val="FF0000"/>
                    </a:solidFill>
                  </a:rPr>
                  <a:t>B - </a:t>
                </a:r>
                <a:r>
                  <a:rPr lang="en-US" sz="2800" dirty="0">
                    <a:solidFill>
                      <a:srgbClr val="FF0000"/>
                    </a:solidFill>
                  </a:rPr>
                  <a:t>A</a:t>
                </a:r>
                <a:r>
                  <a:rPr lang="en-US" sz="2800" dirty="0"/>
                  <a:t>  </a:t>
                </a:r>
              </a:p>
              <a:p>
                <a:pPr algn="ctr"/>
                <a:r>
                  <a:rPr lang="en-US" sz="2000" dirty="0"/>
                  <a:t>Therefore subtraction of matrices is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NOT</a:t>
                </a:r>
                <a:r>
                  <a:rPr lang="en-US" sz="2000" dirty="0"/>
                  <a:t> commutative, i.e. the order is important.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8" y="4404360"/>
                <a:ext cx="9100040" cy="830997"/>
              </a:xfrm>
              <a:prstGeom prst="rect">
                <a:avLst/>
              </a:prstGeom>
              <a:blipFill rotWithShape="0">
                <a:blip r:embed="rId7"/>
                <a:stretch>
                  <a:fillRect t="-5674" b="-9220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67678" y="5638800"/>
            <a:ext cx="9100040" cy="40011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Since A (or B) and C have different dimensions, subtraction cannot be performed.</a:t>
            </a:r>
          </a:p>
        </p:txBody>
      </p:sp>
    </p:spTree>
    <p:extLst>
      <p:ext uri="{BB962C8B-B14F-4D97-AF65-F5344CB8AC3E}">
        <p14:creationId xmlns:p14="http://schemas.microsoft.com/office/powerpoint/2010/main" val="1291520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28800" y="1895819"/>
                <a:ext cx="1975284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895819"/>
                <a:ext cx="1975284" cy="615810"/>
              </a:xfrm>
              <a:prstGeom prst="rect">
                <a:avLst/>
              </a:prstGeom>
              <a:blipFill rotWithShape="0">
                <a:blip r:embed="rId2"/>
                <a:stretch>
                  <a:fillRect l="-9259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3520" y="1620549"/>
                <a:ext cx="1713931" cy="97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1620549"/>
                <a:ext cx="1713931" cy="975332"/>
              </a:xfrm>
              <a:prstGeom prst="rect">
                <a:avLst/>
              </a:prstGeom>
              <a:blipFill rotWithShape="0">
                <a:blip r:embed="rId3"/>
                <a:stretch>
                  <a:fillRect l="-10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8800" y="3374099"/>
                <a:ext cx="5450979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2C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374099"/>
                <a:ext cx="5450979" cy="615810"/>
              </a:xfrm>
              <a:prstGeom prst="rect">
                <a:avLst/>
              </a:prstGeom>
              <a:blipFill rotWithShape="0">
                <a:blip r:embed="rId4"/>
                <a:stretch>
                  <a:fillRect l="-335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28800" y="4636076"/>
                <a:ext cx="4763163" cy="1353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0.5D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charset="0"/>
                                </a:rPr>
                                <m:t>0</m:t>
                              </m:r>
                              <m:r>
                                <a:rPr lang="en-AU" sz="2400" i="1">
                                  <a:latin typeface="Cambria Math" charset="0"/>
                                </a:rPr>
                                <m:t>.5</m:t>
                              </m:r>
                              <m:r>
                                <a:rPr lang="en-AU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636076"/>
                <a:ext cx="4763163" cy="1353447"/>
              </a:xfrm>
              <a:prstGeom prst="rect">
                <a:avLst/>
              </a:prstGeom>
              <a:blipFill rotWithShape="0">
                <a:blip r:embed="rId5"/>
                <a:stretch>
                  <a:fillRect l="-3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21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F6C7B5-8845-CB41-81CD-85E833FA08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11" t="59965" r="29189" b="25384"/>
          <a:stretch/>
        </p:blipFill>
        <p:spPr>
          <a:xfrm>
            <a:off x="189424" y="212942"/>
            <a:ext cx="9527151" cy="15031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38FD25-76D1-CD48-B639-FE5F3CB74EA3}"/>
                  </a:ext>
                </a:extLst>
              </p14:cNvPr>
              <p14:cNvContentPartPr/>
              <p14:nvPr/>
            </p14:nvContentPartPr>
            <p14:xfrm>
              <a:off x="228240" y="1615680"/>
              <a:ext cx="9178560" cy="435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38FD25-76D1-CD48-B639-FE5F3CB74E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880" y="1606320"/>
                <a:ext cx="9197280" cy="437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870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B02BE-A57F-1143-992A-BD9039B780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49" t="40102" r="18188" b="40681"/>
          <a:stretch/>
        </p:blipFill>
        <p:spPr>
          <a:xfrm>
            <a:off x="388306" y="200417"/>
            <a:ext cx="9078497" cy="15908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96302E-E995-4A43-8F95-0902093C544E}"/>
              </a:ext>
            </a:extLst>
          </p:cNvPr>
          <p:cNvSpPr/>
          <p:nvPr/>
        </p:nvSpPr>
        <p:spPr>
          <a:xfrm>
            <a:off x="6764055" y="1440493"/>
            <a:ext cx="2379945" cy="4008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36EA78-A32B-AD41-87E3-801AFC1281E4}"/>
                  </a:ext>
                </a:extLst>
              </p14:cNvPr>
              <p14:cNvContentPartPr/>
              <p14:nvPr/>
            </p14:nvContentPartPr>
            <p14:xfrm>
              <a:off x="444240" y="1424520"/>
              <a:ext cx="6137640" cy="3941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36EA78-A32B-AD41-87E3-801AFC1281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880" y="1415160"/>
                <a:ext cx="6156360" cy="39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85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58240" y="2087880"/>
                <a:ext cx="7335341" cy="268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AU" sz="3600" b="0" dirty="0"/>
                  <a:t>If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600" b="0" i="1" smtClean="0">
                                  <a:latin typeface="Cambria Math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𝑒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6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6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AU" sz="36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600" dirty="0"/>
                  <a:t> then</a:t>
                </a:r>
              </a:p>
              <a:p>
                <a:pPr algn="ctr"/>
                <a:endParaRPr lang="en-US" sz="3600" dirty="0"/>
              </a:p>
              <a:p>
                <a:pPr algn="ctr"/>
                <a:r>
                  <a:rPr lang="en-US" sz="3600" dirty="0"/>
                  <a:t>a = 3, b = 13, c = 18, d = 11, e = 23, f = 4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2087880"/>
                <a:ext cx="7335341" cy="2681247"/>
              </a:xfrm>
              <a:prstGeom prst="rect">
                <a:avLst/>
              </a:prstGeom>
              <a:blipFill rotWithShape="0">
                <a:blip r:embed="rId2"/>
                <a:stretch>
                  <a:fillRect l="-3325" r="-3325" b="-9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816028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397</TotalTime>
  <Words>695</Words>
  <Application>Microsoft Office PowerPoint</Application>
  <PresentationFormat>A4 Paper (210x297 mm)</PresentationFormat>
  <Paragraphs>96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A4 Presentation</vt:lpstr>
      <vt:lpstr>PowerPoint Presentation</vt:lpstr>
      <vt:lpstr>Matrix</vt:lpstr>
      <vt:lpstr>Why do we need matrices?</vt:lpstr>
      <vt:lpstr>PowerPoint Presentation</vt:lpstr>
      <vt:lpstr>Dimensions of a matrix</vt:lpstr>
      <vt:lpstr>More examples</vt:lpstr>
      <vt:lpstr>Square Matrix – leading diagonal</vt:lpstr>
      <vt:lpstr>Square Matrix - Diagonal Matrix</vt:lpstr>
      <vt:lpstr>PowerPoint Presentation</vt:lpstr>
      <vt:lpstr>PowerPoint Presentation</vt:lpstr>
      <vt:lpstr>Adding and subtracting matrices</vt:lpstr>
      <vt:lpstr>PowerPoint Presentation</vt:lpstr>
      <vt:lpstr>PowerPoint Presentation</vt:lpstr>
      <vt:lpstr>Scalar multiplication</vt:lpstr>
      <vt:lpstr>PowerPoint Presentation</vt:lpstr>
      <vt:lpstr>PowerPoint Presentation</vt:lpstr>
      <vt:lpstr>Equal matrices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33</cp:revision>
  <cp:lastPrinted>2019-03-14T01:31:53Z</cp:lastPrinted>
  <dcterms:created xsi:type="dcterms:W3CDTF">2017-03-19T05:05:44Z</dcterms:created>
  <dcterms:modified xsi:type="dcterms:W3CDTF">2019-03-14T04:55:46Z</dcterms:modified>
</cp:coreProperties>
</file>