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59" r:id="rId4"/>
    <p:sldId id="257" r:id="rId5"/>
    <p:sldId id="260" r:id="rId6"/>
    <p:sldId id="262" r:id="rId7"/>
    <p:sldId id="264" r:id="rId8"/>
    <p:sldId id="263" r:id="rId9"/>
    <p:sldId id="261" r:id="rId10"/>
    <p:sldId id="265" r:id="rId11"/>
    <p:sldId id="266" r:id="rId12"/>
    <p:sldId id="267" r:id="rId1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2"/>
    <p:restoredTop sz="91379"/>
  </p:normalViewPr>
  <p:slideViewPr>
    <p:cSldViewPr snapToGrid="0" snapToObjects="1">
      <p:cViewPr varScale="1">
        <p:scale>
          <a:sx n="83" d="100"/>
          <a:sy n="83" d="100"/>
        </p:scale>
        <p:origin x="13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11718-E3F4-E447-8D93-C27364681111}" type="datetimeFigureOut">
              <a:rPr lang="en-US" smtClean="0"/>
              <a:t>11/4/19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80821-D632-6246-BA97-1941B1BE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15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80821-D632-6246-BA97-1941B1BE41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54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11/4/19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Describing Distributions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50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 </a:t>
            </a:r>
            <a:r>
              <a:rPr lang="mr-IN" dirty="0"/>
              <a:t>–</a:t>
            </a:r>
            <a:r>
              <a:rPr lang="en-US" dirty="0"/>
              <a:t> mean and median</a:t>
            </a:r>
          </a:p>
          <a:p>
            <a:r>
              <a:rPr lang="en-US" dirty="0"/>
              <a:t>Spread </a:t>
            </a:r>
            <a:r>
              <a:rPr lang="mr-IN" dirty="0"/>
              <a:t>–</a:t>
            </a:r>
            <a:r>
              <a:rPr lang="en-US" dirty="0"/>
              <a:t> Range of scores gives information about their spread</a:t>
            </a:r>
          </a:p>
          <a:p>
            <a:r>
              <a:rPr lang="en-US" dirty="0"/>
              <a:t>Shape </a:t>
            </a:r>
            <a:r>
              <a:rPr lang="mr-IN" dirty="0"/>
              <a:t>–</a:t>
            </a:r>
            <a:r>
              <a:rPr lang="en-US" dirty="0"/>
              <a:t> symmetry, gaps, more/less dense regions, outliers, modality, convey </a:t>
            </a:r>
            <a:r>
              <a:rPr lang="en-US"/>
              <a:t>information about </a:t>
            </a:r>
            <a:r>
              <a:rPr lang="en-US" dirty="0"/>
              <a:t>the shape of a distribution</a:t>
            </a:r>
          </a:p>
          <a:p>
            <a:r>
              <a:rPr lang="en-US" dirty="0"/>
              <a:t>Anything else of relevance</a:t>
            </a:r>
          </a:p>
        </p:txBody>
      </p:sp>
    </p:spTree>
    <p:extLst>
      <p:ext uri="{BB962C8B-B14F-4D97-AF65-F5344CB8AC3E}">
        <p14:creationId xmlns:p14="http://schemas.microsoft.com/office/powerpoint/2010/main" val="183490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96"/>
          <a:stretch/>
        </p:blipFill>
        <p:spPr>
          <a:xfrm>
            <a:off x="1587500" y="381446"/>
            <a:ext cx="4178300" cy="60982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922E84-A06C-D845-B785-E26134363ACC}"/>
              </a:ext>
            </a:extLst>
          </p:cNvPr>
          <p:cNvSpPr txBox="1"/>
          <p:nvPr/>
        </p:nvSpPr>
        <p:spPr>
          <a:xfrm>
            <a:off x="5765800" y="285918"/>
            <a:ext cx="398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Introduction</a:t>
            </a:r>
          </a:p>
          <a:p>
            <a:r>
              <a:rPr lang="en-US" sz="2000" dirty="0">
                <a:solidFill>
                  <a:srgbClr val="FF0000"/>
                </a:solidFill>
              </a:rPr>
              <a:t>Open with a short description of the data.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EE82E-E578-3F47-AB81-CDE127183174}"/>
              </a:ext>
            </a:extLst>
          </p:cNvPr>
          <p:cNvSpPr/>
          <p:nvPr/>
        </p:nvSpPr>
        <p:spPr>
          <a:xfrm>
            <a:off x="1447800" y="177800"/>
            <a:ext cx="4038600" cy="1231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0B94D-1AE3-1D46-AE03-CAF86F9C8CF7}"/>
              </a:ext>
            </a:extLst>
          </p:cNvPr>
          <p:cNvSpPr/>
          <p:nvPr/>
        </p:nvSpPr>
        <p:spPr>
          <a:xfrm>
            <a:off x="1447800" y="1613346"/>
            <a:ext cx="4038600" cy="368255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1CA1F-381C-B04E-B224-DBB21ADF936E}"/>
              </a:ext>
            </a:extLst>
          </p:cNvPr>
          <p:cNvSpPr txBox="1"/>
          <p:nvPr/>
        </p:nvSpPr>
        <p:spPr>
          <a:xfrm>
            <a:off x="5626100" y="2375346"/>
            <a:ext cx="3848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Body</a:t>
            </a:r>
          </a:p>
          <a:p>
            <a:r>
              <a:rPr lang="en-US" sz="2000" dirty="0">
                <a:solidFill>
                  <a:srgbClr val="00B050"/>
                </a:solidFill>
              </a:rPr>
              <a:t>This is the section where you show how you interpret the distributions.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F6CE97-C2DF-F140-BA3B-170E45DF73DF}"/>
              </a:ext>
            </a:extLst>
          </p:cNvPr>
          <p:cNvSpPr/>
          <p:nvPr/>
        </p:nvSpPr>
        <p:spPr>
          <a:xfrm>
            <a:off x="1447800" y="5555794"/>
            <a:ext cx="4038600" cy="92393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1C876D-755F-A34D-A47D-5D59C12E014F}"/>
              </a:ext>
            </a:extLst>
          </p:cNvPr>
          <p:cNvSpPr txBox="1"/>
          <p:nvPr/>
        </p:nvSpPr>
        <p:spPr>
          <a:xfrm>
            <a:off x="5626100" y="5555794"/>
            <a:ext cx="3848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Conclusion (sort of)</a:t>
            </a:r>
          </a:p>
          <a:p>
            <a:r>
              <a:rPr lang="en-US" sz="2000" dirty="0">
                <a:solidFill>
                  <a:srgbClr val="7030A0"/>
                </a:solidFill>
              </a:rPr>
              <a:t>State anything which you think is relevant.</a:t>
            </a:r>
          </a:p>
        </p:txBody>
      </p:sp>
    </p:spTree>
    <p:extLst>
      <p:ext uri="{BB962C8B-B14F-4D97-AF65-F5344CB8AC3E}">
        <p14:creationId xmlns:p14="http://schemas.microsoft.com/office/powerpoint/2010/main" val="108191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vs Boxplot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1"/>
          <a:stretch/>
        </p:blipFill>
        <p:spPr>
          <a:xfrm>
            <a:off x="134723" y="3343273"/>
            <a:ext cx="9645150" cy="14573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1690689"/>
            <a:ext cx="9316288" cy="120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7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" r="48390"/>
          <a:stretch/>
        </p:blipFill>
        <p:spPr>
          <a:xfrm>
            <a:off x="427672" y="634636"/>
            <a:ext cx="4449127" cy="2922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672" y="3557271"/>
            <a:ext cx="444912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Histogram: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Convey the overall shape of the distribution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Symmetry, grouping, gaps, modes etc.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Can determine the mean and standard deviation.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96" r="2629"/>
          <a:stretch/>
        </p:blipFill>
        <p:spPr>
          <a:xfrm>
            <a:off x="6068944" y="374186"/>
            <a:ext cx="3224983" cy="29226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56872" y="3557271"/>
            <a:ext cx="4449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Boxplot: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Five number summary: median, lowest and highest scores, lower quartile and upper quartile.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Range and interquartile range.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Can draw several boxplots to be drawn in close proximity.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2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2098675"/>
          </a:xfrm>
        </p:spPr>
        <p:txBody>
          <a:bodyPr/>
          <a:lstStyle/>
          <a:p>
            <a:r>
              <a:rPr lang="en-US" dirty="0"/>
              <a:t>Location </a:t>
            </a:r>
            <a:r>
              <a:rPr lang="mr-IN" dirty="0"/>
              <a:t>–</a:t>
            </a:r>
            <a:r>
              <a:rPr lang="en-US" dirty="0"/>
              <a:t> Where is it?</a:t>
            </a:r>
          </a:p>
          <a:p>
            <a:r>
              <a:rPr lang="en-US" dirty="0"/>
              <a:t>Spread </a:t>
            </a:r>
            <a:r>
              <a:rPr lang="mr-IN" dirty="0"/>
              <a:t>–</a:t>
            </a:r>
            <a:r>
              <a:rPr lang="en-US" dirty="0"/>
              <a:t> How spread out is it?</a:t>
            </a:r>
          </a:p>
          <a:p>
            <a:r>
              <a:rPr lang="en-US" dirty="0"/>
              <a:t>Shape </a:t>
            </a:r>
            <a:r>
              <a:rPr lang="mr-IN" dirty="0"/>
              <a:t>–</a:t>
            </a:r>
            <a:r>
              <a:rPr lang="en-US" dirty="0"/>
              <a:t> What does it look like?</a:t>
            </a:r>
          </a:p>
          <a:p>
            <a:r>
              <a:rPr lang="en-US" dirty="0"/>
              <a:t>Anything else of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571" y="4176236"/>
            <a:ext cx="7700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now include Standard deviation.</a:t>
            </a: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80571" y="4708267"/>
            <a:ext cx="80118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Standard deviation </a:t>
            </a:r>
            <a:r>
              <a:rPr lang="en-US" dirty="0"/>
              <a:t>is a number used to tell how measurements for a group are spread out from the </a:t>
            </a:r>
            <a:r>
              <a:rPr lang="en-US" b="1" dirty="0">
                <a:solidFill>
                  <a:srgbClr val="FF0000"/>
                </a:solidFill>
              </a:rPr>
              <a:t>mean</a:t>
            </a:r>
            <a:r>
              <a:rPr lang="en-US" dirty="0"/>
              <a:t>. 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A low standard deviation means that most of the numbers are very close to the </a:t>
            </a:r>
            <a:r>
              <a:rPr lang="en-US" b="1" dirty="0">
                <a:solidFill>
                  <a:srgbClr val="FF0000"/>
                </a:solidFill>
              </a:rPr>
              <a:t>mean</a:t>
            </a:r>
            <a:r>
              <a:rPr lang="en-US" dirty="0"/>
              <a:t>. 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A high standard deviation means that the numbers are spread out.</a:t>
            </a:r>
          </a:p>
        </p:txBody>
      </p:sp>
    </p:spTree>
    <p:extLst>
      <p:ext uri="{BB962C8B-B14F-4D97-AF65-F5344CB8AC3E}">
        <p14:creationId xmlns:p14="http://schemas.microsoft.com/office/powerpoint/2010/main" val="208589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6100"/>
            <a:ext cx="9906000" cy="575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07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3"/>
          <a:stretch/>
        </p:blipFill>
        <p:spPr>
          <a:xfrm>
            <a:off x="342900" y="1447800"/>
            <a:ext cx="9342018" cy="3289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</p:spPr>
        <p:txBody>
          <a:bodyPr/>
          <a:lstStyle/>
          <a:p>
            <a:r>
              <a:rPr lang="en-US" dirty="0"/>
              <a:t>Skewness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4445000"/>
            <a:ext cx="287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Skew to </a:t>
            </a:r>
            <a:r>
              <a:rPr lang="en-US" sz="2000"/>
              <a:t>the left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4445000"/>
            <a:ext cx="287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Skew to </a:t>
            </a:r>
            <a:r>
              <a:rPr lang="en-US" sz="2000"/>
              <a:t>the right</a:t>
            </a:r>
          </a:p>
        </p:txBody>
      </p:sp>
    </p:spTree>
    <p:extLst>
      <p:ext uri="{BB962C8B-B14F-4D97-AF65-F5344CB8AC3E}">
        <p14:creationId xmlns:p14="http://schemas.microsoft.com/office/powerpoint/2010/main" val="91656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Positively skewed (skew to the right)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460499"/>
            <a:ext cx="7384895" cy="3136901"/>
          </a:xfrm>
        </p:spPr>
      </p:pic>
      <p:sp>
        <p:nvSpPr>
          <p:cNvPr id="5" name="TextBox 4"/>
          <p:cNvSpPr txBox="1"/>
          <p:nvPr/>
        </p:nvSpPr>
        <p:spPr>
          <a:xfrm>
            <a:off x="1219200" y="4931286"/>
            <a:ext cx="7733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/>
              <a:t>Longer ”tail” in the positive direction.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Mean &gt; median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Boxplot will tend to be longer to the right of the median.</a:t>
            </a:r>
          </a:p>
        </p:txBody>
      </p:sp>
    </p:spTree>
    <p:extLst>
      <p:ext uri="{BB962C8B-B14F-4D97-AF65-F5344CB8AC3E}">
        <p14:creationId xmlns:p14="http://schemas.microsoft.com/office/powerpoint/2010/main" val="180602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Negatively skewed (skew to the left)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544" y="1690690"/>
            <a:ext cx="7410911" cy="29718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4931286"/>
            <a:ext cx="7733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/>
              <a:t>Longer ”tail” in the negative direction.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/>
              <a:t>Median &lt; </a:t>
            </a:r>
            <a:r>
              <a:rPr lang="en-US" sz="2400" dirty="0"/>
              <a:t>mean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Boxplot will tend to be longer to the left of the median.</a:t>
            </a:r>
          </a:p>
        </p:txBody>
      </p:sp>
    </p:spTree>
    <p:extLst>
      <p:ext uri="{BB962C8B-B14F-4D97-AF65-F5344CB8AC3E}">
        <p14:creationId xmlns:p14="http://schemas.microsoft.com/office/powerpoint/2010/main" val="204037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0"/>
            <a:ext cx="9906000" cy="470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96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96"/>
          <a:stretch/>
        </p:blipFill>
        <p:spPr>
          <a:xfrm>
            <a:off x="1587500" y="381446"/>
            <a:ext cx="4178300" cy="60982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922E84-A06C-D845-B785-E26134363ACC}"/>
              </a:ext>
            </a:extLst>
          </p:cNvPr>
          <p:cNvSpPr txBox="1"/>
          <p:nvPr/>
        </p:nvSpPr>
        <p:spPr>
          <a:xfrm>
            <a:off x="5765800" y="285918"/>
            <a:ext cx="398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Introduction</a:t>
            </a:r>
          </a:p>
          <a:p>
            <a:r>
              <a:rPr lang="en-US" sz="2000" dirty="0">
                <a:solidFill>
                  <a:srgbClr val="FF0000"/>
                </a:solidFill>
              </a:rPr>
              <a:t>Open with a short description of the data.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EE82E-E578-3F47-AB81-CDE127183174}"/>
              </a:ext>
            </a:extLst>
          </p:cNvPr>
          <p:cNvSpPr/>
          <p:nvPr/>
        </p:nvSpPr>
        <p:spPr>
          <a:xfrm>
            <a:off x="1447800" y="177800"/>
            <a:ext cx="4038600" cy="1231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0B94D-1AE3-1D46-AE03-CAF86F9C8CF7}"/>
              </a:ext>
            </a:extLst>
          </p:cNvPr>
          <p:cNvSpPr/>
          <p:nvPr/>
        </p:nvSpPr>
        <p:spPr>
          <a:xfrm>
            <a:off x="1447800" y="1613346"/>
            <a:ext cx="4038600" cy="368255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1CA1F-381C-B04E-B224-DBB21ADF936E}"/>
              </a:ext>
            </a:extLst>
          </p:cNvPr>
          <p:cNvSpPr txBox="1"/>
          <p:nvPr/>
        </p:nvSpPr>
        <p:spPr>
          <a:xfrm>
            <a:off x="5626100" y="2375346"/>
            <a:ext cx="3848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Body</a:t>
            </a:r>
          </a:p>
          <a:p>
            <a:r>
              <a:rPr lang="en-US" sz="2000" dirty="0">
                <a:solidFill>
                  <a:srgbClr val="00B050"/>
                </a:solidFill>
              </a:rPr>
              <a:t>This is the section where you show how you interpret the distributions.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F6CE97-C2DF-F140-BA3B-170E45DF73DF}"/>
              </a:ext>
            </a:extLst>
          </p:cNvPr>
          <p:cNvSpPr/>
          <p:nvPr/>
        </p:nvSpPr>
        <p:spPr>
          <a:xfrm>
            <a:off x="1447800" y="5555794"/>
            <a:ext cx="4038600" cy="92393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1C876D-755F-A34D-A47D-5D59C12E014F}"/>
              </a:ext>
            </a:extLst>
          </p:cNvPr>
          <p:cNvSpPr txBox="1"/>
          <p:nvPr/>
        </p:nvSpPr>
        <p:spPr>
          <a:xfrm>
            <a:off x="5626100" y="5555794"/>
            <a:ext cx="3848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Conclusion (sort of)</a:t>
            </a:r>
          </a:p>
          <a:p>
            <a:r>
              <a:rPr lang="en-US" sz="2000" dirty="0">
                <a:solidFill>
                  <a:srgbClr val="7030A0"/>
                </a:solidFill>
              </a:rPr>
              <a:t>State anything which you think is relevant.</a:t>
            </a:r>
          </a:p>
        </p:txBody>
      </p:sp>
    </p:spTree>
    <p:extLst>
      <p:ext uri="{BB962C8B-B14F-4D97-AF65-F5344CB8AC3E}">
        <p14:creationId xmlns:p14="http://schemas.microsoft.com/office/powerpoint/2010/main" val="735450917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1680</TotalTime>
  <Words>343</Words>
  <Application>Microsoft Macintosh PowerPoint</Application>
  <PresentationFormat>A4 Paper (210x297 mm)</PresentationFormat>
  <Paragraphs>48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A4</vt:lpstr>
      <vt:lpstr>Describing Distributions 2</vt:lpstr>
      <vt:lpstr>Description</vt:lpstr>
      <vt:lpstr>PowerPoint Presentation</vt:lpstr>
      <vt:lpstr>Histogram vs Boxplot</vt:lpstr>
      <vt:lpstr>PowerPoint Presentation</vt:lpstr>
      <vt:lpstr>Description</vt:lpstr>
      <vt:lpstr>PowerPoint Presentation</vt:lpstr>
      <vt:lpstr>Skewness</vt:lpstr>
      <vt:lpstr>Positively skewed (skew to the right)</vt:lpstr>
      <vt:lpstr>Negatively skewed (skew to the left)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Describing Distributions 2</dc:title>
  <dc:creator>LOH Michael [Shenton College]</dc:creator>
  <cp:lastModifiedBy>LOH Michael [Shenton College]</cp:lastModifiedBy>
  <cp:revision>16</cp:revision>
  <dcterms:created xsi:type="dcterms:W3CDTF">2017-08-06T07:01:24Z</dcterms:created>
  <dcterms:modified xsi:type="dcterms:W3CDTF">2019-11-04T07:18:39Z</dcterms:modified>
</cp:coreProperties>
</file>