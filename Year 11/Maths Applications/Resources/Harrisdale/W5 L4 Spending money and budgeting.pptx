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23"/>
  </p:normalViewPr>
  <p:slideViewPr>
    <p:cSldViewPr snapToGrid="0" snapToObjects="1">
      <p:cViewPr varScale="1">
        <p:scale>
          <a:sx n="91" d="100"/>
          <a:sy n="91" d="100"/>
        </p:scale>
        <p:origin x="1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CA5EA3-14A9-0A44-AA2B-0F93E744B0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5C0C9-0700-6D48-B6D8-EE02C78837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41C88-B8D9-2542-9F22-F6E5524FD8A3}" type="datetimeFigureOut">
              <a:rPr lang="en-US" smtClean="0"/>
              <a:t>3/8/19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ADB09-B971-CE47-84D8-A80B672967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C510D-E219-AA42-BEC1-2D2F23A1A8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A4A9E-BCA7-4B40-87B7-A4F3A237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8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3/8/19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Spending Money and Budgeting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4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/>
          <p:cNvSpPr/>
          <p:nvPr/>
        </p:nvSpPr>
        <p:spPr>
          <a:xfrm>
            <a:off x="617006" y="2257424"/>
            <a:ext cx="2371725" cy="2400300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333558" y="2021680"/>
            <a:ext cx="3028950" cy="287178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 rot="3638056">
            <a:off x="6815140" y="1057279"/>
            <a:ext cx="2157412" cy="23002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 rot="7055604">
            <a:off x="6815141" y="3373816"/>
            <a:ext cx="2157412" cy="23002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17006" y="3134407"/>
            <a:ext cx="1983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7335" y="3035209"/>
            <a:ext cx="2905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EXPENDITURE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9430" y="3134406"/>
            <a:ext cx="2217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/>
              <a:t>SAVINGS?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4831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Expenditure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38" y="3614736"/>
            <a:ext cx="8543925" cy="3062288"/>
          </a:xfrm>
        </p:spPr>
        <p:txBody>
          <a:bodyPr/>
          <a:lstStyle/>
          <a:p>
            <a:r>
              <a:rPr lang="en-US" dirty="0"/>
              <a:t>Fixed expenditure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Discretionary expenditure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90"/>
            <a:ext cx="9906000" cy="166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5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25" y="985838"/>
            <a:ext cx="8543925" cy="5519738"/>
          </a:xfrm>
        </p:spPr>
        <p:txBody>
          <a:bodyPr/>
          <a:lstStyle/>
          <a:p>
            <a:r>
              <a:rPr lang="en-US" dirty="0"/>
              <a:t>Fixed expenses</a:t>
            </a:r>
          </a:p>
          <a:p>
            <a:pPr marL="457200" lvl="1" indent="0">
              <a:buNone/>
            </a:pPr>
            <a:r>
              <a:rPr lang="en-US" dirty="0"/>
              <a:t>Fixed expenses generally remain the same every month (e.g. rent, internet charges, health fund, insurance). These expenses are usually paid on a regular basis, such as weekly, monthly or quarterly.</a:t>
            </a:r>
          </a:p>
          <a:p>
            <a:pPr lvl="1"/>
            <a:endParaRPr lang="en-US" dirty="0"/>
          </a:p>
          <a:p>
            <a:r>
              <a:rPr lang="en-US" dirty="0"/>
              <a:t>Discretionary spending</a:t>
            </a:r>
          </a:p>
          <a:p>
            <a:pPr marL="457200" lvl="1" indent="0">
              <a:buNone/>
            </a:pPr>
            <a:r>
              <a:rPr lang="en-US" dirty="0"/>
              <a:t>A discretionary expense can be recurring or non-recurring costs for non-essential items or services. It is generally not a fixed amount (e.g. the cost of eating out, buying new clothes etc.)</a:t>
            </a:r>
          </a:p>
        </p:txBody>
      </p:sp>
    </p:spTree>
    <p:extLst>
      <p:ext uri="{BB962C8B-B14F-4D97-AF65-F5344CB8AC3E}">
        <p14:creationId xmlns:p14="http://schemas.microsoft.com/office/powerpoint/2010/main" val="141862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443" y="3043238"/>
            <a:ext cx="387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Income </a:t>
            </a:r>
            <a:r>
              <a:rPr lang="en-US" sz="3200" b="1" dirty="0"/>
              <a:t>- Expenditure </a:t>
            </a:r>
          </a:p>
        </p:txBody>
      </p:sp>
      <p:sp>
        <p:nvSpPr>
          <p:cNvPr id="5" name="Up Arrow 4"/>
          <p:cNvSpPr/>
          <p:nvPr/>
        </p:nvSpPr>
        <p:spPr>
          <a:xfrm rot="3003306">
            <a:off x="4706525" y="1146483"/>
            <a:ext cx="605144" cy="2383815"/>
          </a:xfrm>
          <a:prstGeom prst="upArrow">
            <a:avLst>
              <a:gd name="adj1" fmla="val 50000"/>
              <a:gd name="adj2" fmla="val 1071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 rot="7594518">
            <a:off x="4706524" y="3096937"/>
            <a:ext cx="605144" cy="2383815"/>
          </a:xfrm>
          <a:prstGeom prst="upArrow">
            <a:avLst>
              <a:gd name="adj1" fmla="val 50000"/>
              <a:gd name="adj2" fmla="val 1071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74838" y="1136797"/>
            <a:ext cx="387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00B050"/>
                </a:solidFill>
              </a:rPr>
              <a:t>&gt; 0       SURPLUS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34087" y="4657290"/>
            <a:ext cx="387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&lt; 0       DEFECIT</a:t>
            </a:r>
          </a:p>
        </p:txBody>
      </p:sp>
    </p:spTree>
    <p:extLst>
      <p:ext uri="{BB962C8B-B14F-4D97-AF65-F5344CB8AC3E}">
        <p14:creationId xmlns:p14="http://schemas.microsoft.com/office/powerpoint/2010/main" val="142623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estimate of income and expenditure over a certain period of time.</a:t>
            </a:r>
          </a:p>
          <a:p>
            <a:endParaRPr lang="en-US" dirty="0"/>
          </a:p>
          <a:p>
            <a:r>
              <a:rPr lang="en-US" dirty="0"/>
              <a:t>What for?</a:t>
            </a:r>
          </a:p>
          <a:p>
            <a:pPr lvl="1"/>
            <a:r>
              <a:rPr lang="en-US" dirty="0"/>
              <a:t>To determine if we are in surplus deficit</a:t>
            </a:r>
          </a:p>
          <a:p>
            <a:pPr lvl="1"/>
            <a:r>
              <a:rPr lang="en-US" dirty="0"/>
              <a:t>To determine if we can cut down on some expenditure</a:t>
            </a:r>
          </a:p>
          <a:p>
            <a:pPr lvl="1"/>
            <a:r>
              <a:rPr lang="en-US" dirty="0"/>
              <a:t>To work out saving goals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7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100"/>
            <a:ext cx="9906000" cy="62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6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4DA6-44A1-2248-A448-11FBA4CB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careful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F1EF-733D-9741-A84A-B69B050AE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will be given in</a:t>
            </a:r>
          </a:p>
          <a:p>
            <a:pPr lvl="1"/>
            <a:r>
              <a:rPr lang="en-US" dirty="0"/>
              <a:t>MONTHLY</a:t>
            </a:r>
          </a:p>
          <a:p>
            <a:pPr lvl="1"/>
            <a:r>
              <a:rPr lang="en-US" dirty="0"/>
              <a:t>WEEKLY</a:t>
            </a:r>
          </a:p>
          <a:p>
            <a:pPr lvl="1"/>
            <a:r>
              <a:rPr lang="en-US" dirty="0"/>
              <a:t>FORTNIGHTLY</a:t>
            </a:r>
          </a:p>
          <a:p>
            <a:pPr lvl="1"/>
            <a:endParaRPr lang="en-US" dirty="0"/>
          </a:p>
          <a:p>
            <a:r>
              <a:rPr lang="en-US" dirty="0"/>
              <a:t>Need to know how to convert from one to the other.</a:t>
            </a:r>
          </a:p>
        </p:txBody>
      </p:sp>
    </p:spTree>
    <p:extLst>
      <p:ext uri="{BB962C8B-B14F-4D97-AF65-F5344CB8AC3E}">
        <p14:creationId xmlns:p14="http://schemas.microsoft.com/office/powerpoint/2010/main" val="707735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AA8D69-D395-E547-835F-04833E3E4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087"/>
            <a:ext cx="9906000" cy="579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7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4B27B4-BCCF-3B4E-8341-EBFD0EBE6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4" y="211136"/>
            <a:ext cx="9404805" cy="253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2198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164</TotalTime>
  <Words>168</Words>
  <Application>Microsoft Macintosh PowerPoint</Application>
  <PresentationFormat>A4 Paper (210x297 mm)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A4 Presentation</vt:lpstr>
      <vt:lpstr>Spending Money and Budgeting</vt:lpstr>
      <vt:lpstr>PowerPoint Presentation</vt:lpstr>
      <vt:lpstr>Household Expenditure</vt:lpstr>
      <vt:lpstr>PowerPoint Presentation</vt:lpstr>
      <vt:lpstr>PowerPoint Presentation</vt:lpstr>
      <vt:lpstr>Budgeting</vt:lpstr>
      <vt:lpstr>PowerPoint Presentation</vt:lpstr>
      <vt:lpstr>Be careful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Spending Money</dc:title>
  <dc:creator>Michael Loh</dc:creator>
  <cp:lastModifiedBy>LOH Michael [Shenton College]</cp:lastModifiedBy>
  <cp:revision>13</cp:revision>
  <cp:lastPrinted>2019-03-08T04:26:42Z</cp:lastPrinted>
  <dcterms:created xsi:type="dcterms:W3CDTF">2017-03-12T04:13:40Z</dcterms:created>
  <dcterms:modified xsi:type="dcterms:W3CDTF">2019-03-08T04:27:53Z</dcterms:modified>
</cp:coreProperties>
</file>