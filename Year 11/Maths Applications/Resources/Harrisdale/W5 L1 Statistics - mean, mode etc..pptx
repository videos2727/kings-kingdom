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71" r:id="rId3"/>
    <p:sldId id="259" r:id="rId4"/>
    <p:sldId id="257" r:id="rId5"/>
    <p:sldId id="258" r:id="rId6"/>
    <p:sldId id="275" r:id="rId7"/>
    <p:sldId id="261" r:id="rId8"/>
    <p:sldId id="263" r:id="rId9"/>
    <p:sldId id="265" r:id="rId10"/>
    <p:sldId id="266" r:id="rId11"/>
    <p:sldId id="267" r:id="rId12"/>
    <p:sldId id="272" r:id="rId13"/>
    <p:sldId id="274" r:id="rId14"/>
    <p:sldId id="273" r:id="rId15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6"/>
    <p:restoredTop sz="94701"/>
  </p:normalViewPr>
  <p:slideViewPr>
    <p:cSldViewPr snapToGrid="0" snapToObjects="1">
      <p:cViewPr varScale="1">
        <p:scale>
          <a:sx n="92" d="100"/>
          <a:sy n="92" d="100"/>
        </p:scale>
        <p:origin x="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A5699-848C-F54B-BB48-A0D06C5DE8C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91EB1-40B8-1845-947D-377A6D518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67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8/20/19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Summarising</a:t>
            </a:r>
            <a:r>
              <a:rPr lang="en-US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40627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To describe data (or to summarise a set of scores), the following words are used:</a:t>
            </a:r>
          </a:p>
          <a:p>
            <a:endParaRPr lang="en-AU" dirty="0"/>
          </a:p>
          <a:p>
            <a:pPr marL="0" indent="0" algn="ctr">
              <a:buNone/>
            </a:pPr>
            <a:r>
              <a:rPr lang="en-AU" dirty="0"/>
              <a:t>Mean</a:t>
            </a:r>
          </a:p>
          <a:p>
            <a:pPr marL="0" indent="0" algn="ctr">
              <a:buNone/>
            </a:pPr>
            <a:r>
              <a:rPr lang="en-AU" dirty="0"/>
              <a:t>Median</a:t>
            </a:r>
          </a:p>
          <a:p>
            <a:pPr marL="0" indent="0" algn="ctr">
              <a:buNone/>
            </a:pPr>
            <a:r>
              <a:rPr lang="en-AU" dirty="0"/>
              <a:t>Mode</a:t>
            </a:r>
          </a:p>
          <a:p>
            <a:pPr marL="0" indent="0" algn="ctr">
              <a:buNone/>
            </a:pPr>
            <a:r>
              <a:rPr lang="en-AU" dirty="0"/>
              <a:t>Range</a:t>
            </a:r>
          </a:p>
          <a:p>
            <a:pPr marL="0" indent="0" algn="ctr">
              <a:buNone/>
            </a:pPr>
            <a:r>
              <a:rPr lang="en-AU" dirty="0"/>
              <a:t>Standard Deviation</a:t>
            </a:r>
          </a:p>
          <a:p>
            <a:pPr marL="0" indent="0" algn="ctr">
              <a:buNone/>
            </a:pPr>
            <a:r>
              <a:rPr lang="en-AU" dirty="0"/>
              <a:t>Outliers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48681" y="3093719"/>
            <a:ext cx="3126259" cy="2281469"/>
          </a:xfrm>
          <a:prstGeom prst="rect">
            <a:avLst/>
          </a:pr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70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7" y="190955"/>
            <a:ext cx="8543925" cy="1325563"/>
          </a:xfrm>
        </p:spPr>
        <p:txBody>
          <a:bodyPr/>
          <a:lstStyle/>
          <a:p>
            <a:r>
              <a:rPr lang="en-US" dirty="0"/>
              <a:t>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098" y="1371376"/>
            <a:ext cx="8817804" cy="3868281"/>
          </a:xfrm>
        </p:spPr>
        <p:txBody>
          <a:bodyPr>
            <a:normAutofit/>
          </a:bodyPr>
          <a:lstStyle/>
          <a:p>
            <a:r>
              <a:rPr lang="en-US" dirty="0"/>
              <a:t>Arithmetic average of the data (or scores)</a:t>
            </a:r>
          </a:p>
          <a:p>
            <a:r>
              <a:rPr lang="en-US" dirty="0"/>
              <a:t>Measure of its </a:t>
            </a:r>
            <a:r>
              <a:rPr lang="en-US" dirty="0" err="1"/>
              <a:t>centre</a:t>
            </a:r>
            <a:endParaRPr lang="en-US" dirty="0"/>
          </a:p>
          <a:p>
            <a:r>
              <a:rPr lang="en-US" dirty="0"/>
              <a:t>Given a set of numbers:</a:t>
            </a:r>
          </a:p>
          <a:p>
            <a:pPr marL="0" indent="0">
              <a:buNone/>
            </a:pPr>
            <a:r>
              <a:rPr lang="en-US" dirty="0"/>
              <a:t>	19, 25, 29, 28, 23, 15, 27, 22, 24, 21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FE5245-DB79-7046-B540-05EE24DD250B}"/>
              </a:ext>
            </a:extLst>
          </p:cNvPr>
          <p:cNvGrpSpPr/>
          <p:nvPr/>
        </p:nvGrpSpPr>
        <p:grpSpPr>
          <a:xfrm>
            <a:off x="2059296" y="4899428"/>
            <a:ext cx="5813946" cy="1542197"/>
            <a:chOff x="2059296" y="4899428"/>
            <a:chExt cx="5813946" cy="1542197"/>
          </a:xfrm>
        </p:grpSpPr>
        <p:sp>
          <p:nvSpPr>
            <p:cNvPr id="5" name="Rectangle 4"/>
            <p:cNvSpPr/>
            <p:nvPr/>
          </p:nvSpPr>
          <p:spPr>
            <a:xfrm>
              <a:off x="2059296" y="4899428"/>
              <a:ext cx="5813946" cy="1542197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4268019-C55D-5C4C-A21F-C1D337674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48469" y="5110867"/>
              <a:ext cx="5435600" cy="113030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ECCFA957-83C4-5842-B55D-E6A823FAD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88" y="3570430"/>
            <a:ext cx="88011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6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744685" y="5486400"/>
            <a:ext cx="5602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Mean = 16.4 = 17 passengers</a:t>
            </a:r>
          </a:p>
          <a:p>
            <a:r>
              <a:rPr lang="en-US" dirty="0"/>
              <a:t>Median = 16.5 = 17 passengers</a:t>
            </a:r>
          </a:p>
          <a:p>
            <a:r>
              <a:rPr lang="en-US" dirty="0"/>
              <a:t>Mode = 17 passengers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22" y="258535"/>
            <a:ext cx="1985736" cy="636906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714" y="511027"/>
            <a:ext cx="6691993" cy="448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6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06" y="534307"/>
            <a:ext cx="2240121" cy="18750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770" y="580776"/>
            <a:ext cx="6277429" cy="40327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25485" y="4731658"/>
            <a:ext cx="5602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Mean = 17 passengers</a:t>
            </a:r>
          </a:p>
          <a:p>
            <a:r>
              <a:rPr lang="en-US" dirty="0"/>
              <a:t>Median group (median class) = 15 ≤ x &lt; 20 passengers</a:t>
            </a:r>
          </a:p>
          <a:p>
            <a:r>
              <a:rPr lang="en-US" dirty="0"/>
              <a:t>Modal group (modal class) = 15 ≤ x &lt; 20 passengers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4934A5-17D3-DA4E-8930-8346AE025DFF}"/>
              </a:ext>
            </a:extLst>
          </p:cNvPr>
          <p:cNvSpPr/>
          <p:nvPr/>
        </p:nvSpPr>
        <p:spPr>
          <a:xfrm>
            <a:off x="4225636" y="3796145"/>
            <a:ext cx="727364" cy="222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80BE19-297D-8040-98A5-90A9FD3A4E06}"/>
              </a:ext>
            </a:extLst>
          </p:cNvPr>
          <p:cNvSpPr/>
          <p:nvPr/>
        </p:nvSpPr>
        <p:spPr>
          <a:xfrm>
            <a:off x="5340597" y="3855193"/>
            <a:ext cx="727364" cy="222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3A11CA-044C-7447-936F-1E8BBA1EEF24}"/>
              </a:ext>
            </a:extLst>
          </p:cNvPr>
          <p:cNvSpPr/>
          <p:nvPr/>
        </p:nvSpPr>
        <p:spPr>
          <a:xfrm>
            <a:off x="6400470" y="3825669"/>
            <a:ext cx="727364" cy="222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C73DC0-72E9-EC4D-83EF-2E52C9002E6F}"/>
              </a:ext>
            </a:extLst>
          </p:cNvPr>
          <p:cNvSpPr/>
          <p:nvPr/>
        </p:nvSpPr>
        <p:spPr>
          <a:xfrm>
            <a:off x="7459793" y="3810602"/>
            <a:ext cx="727364" cy="222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E8714C-63E5-0B41-8CC4-A31A1D9E6B27}"/>
              </a:ext>
            </a:extLst>
          </p:cNvPr>
          <p:cNvSpPr/>
          <p:nvPr/>
        </p:nvSpPr>
        <p:spPr>
          <a:xfrm>
            <a:off x="8491405" y="3879573"/>
            <a:ext cx="846557" cy="2222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956F9-F743-F343-9457-DE61587A3290}"/>
              </a:ext>
            </a:extLst>
          </p:cNvPr>
          <p:cNvSpPr txBox="1"/>
          <p:nvPr/>
        </p:nvSpPr>
        <p:spPr>
          <a:xfrm>
            <a:off x="3893127" y="3649089"/>
            <a:ext cx="570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5                  10                15               20                  25              30</a:t>
            </a:r>
          </a:p>
        </p:txBody>
      </p:sp>
    </p:spTree>
    <p:extLst>
      <p:ext uri="{BB962C8B-B14F-4D97-AF65-F5344CB8AC3E}">
        <p14:creationId xmlns:p14="http://schemas.microsoft.com/office/powerpoint/2010/main" val="383144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093C08-A326-4042-AACE-36C3D04B4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3" y="441709"/>
            <a:ext cx="2240121" cy="18750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BE5914-E708-064A-831E-9AFB2A9D989E}"/>
                  </a:ext>
                </a:extLst>
              </p:cNvPr>
              <p:cNvSpPr txBox="1"/>
              <p:nvPr/>
            </p:nvSpPr>
            <p:spPr>
              <a:xfrm>
                <a:off x="3009418" y="441709"/>
                <a:ext cx="6123007" cy="4151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Calculating mean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Use mid point of the class intervals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i.e. 7 is the mid point of 5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 x &lt; 10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Mean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7 </m:t>
                        </m:r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1+12 × 6+17 × 8 +22 × 4+22 × 1 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sz="2800" dirty="0"/>
              </a:p>
              <a:p>
                <a:r>
                  <a:rPr lang="en-US" sz="2800" dirty="0"/>
                  <a:t>            = 16.5</a:t>
                </a:r>
              </a:p>
              <a:p>
                <a:r>
                  <a:rPr lang="en-US" sz="2800" dirty="0"/>
                  <a:t>            = 17 </a:t>
                </a:r>
                <a:r>
                  <a:rPr lang="en-US" sz="2800" dirty="0" err="1"/>
                  <a:t>passangers</a:t>
                </a:r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BE5914-E708-064A-831E-9AFB2A9D9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418" y="441709"/>
                <a:ext cx="6123007" cy="4151393"/>
              </a:xfrm>
              <a:prstGeom prst="rect">
                <a:avLst/>
              </a:prstGeom>
              <a:blipFill>
                <a:blip r:embed="rId3"/>
                <a:stretch>
                  <a:fillRect l="-1863" t="-1524" b="-2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143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0"/>
            <a:ext cx="8543925" cy="1325563"/>
          </a:xfrm>
        </p:spPr>
        <p:txBody>
          <a:bodyPr/>
          <a:lstStyle/>
          <a:p>
            <a:r>
              <a:rPr lang="en-US" dirty="0"/>
              <a:t>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011230"/>
            <a:ext cx="8543925" cy="4351338"/>
          </a:xfrm>
        </p:spPr>
        <p:txBody>
          <a:bodyPr/>
          <a:lstStyle/>
          <a:p>
            <a:r>
              <a:rPr lang="en-US" dirty="0"/>
              <a:t>The middle value in an </a:t>
            </a:r>
            <a:r>
              <a:rPr lang="en-US" b="1" dirty="0">
                <a:solidFill>
                  <a:srgbClr val="FF0000"/>
                </a:solidFill>
              </a:rPr>
              <a:t>ordered</a:t>
            </a:r>
            <a:r>
              <a:rPr lang="en-US" dirty="0"/>
              <a:t> set of values.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0" indent="0" algn="ctr">
              <a:buNone/>
            </a:pPr>
            <a:r>
              <a:rPr lang="en-US" dirty="0"/>
              <a:t>23, 24, 23, 25, 23, 26, 27, 28, 28, 23, 28, 22, 26, 28, 25</a:t>
            </a:r>
          </a:p>
          <a:p>
            <a:pPr marL="0" indent="0">
              <a:buNone/>
            </a:pPr>
            <a:r>
              <a:rPr lang="en-US" dirty="0"/>
              <a:t>	Reorder:</a:t>
            </a:r>
          </a:p>
          <a:p>
            <a:pPr marL="0" indent="0" algn="ctr">
              <a:buNone/>
            </a:pPr>
            <a:r>
              <a:rPr lang="en-US" dirty="0"/>
              <a:t>22, 23, 23, 23, 23, 24, 25, 25, 26, 26, 27,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28, 28, 28, 28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MEDIAN = 25</a:t>
            </a:r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918973" y="3527745"/>
            <a:ext cx="3721266" cy="448224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281684" y="3529897"/>
            <a:ext cx="3614410" cy="44607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400175" y="5757863"/>
            <a:ext cx="7043738" cy="95410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Odd</a:t>
            </a:r>
            <a:r>
              <a:rPr lang="en-US" sz="2800" dirty="0"/>
              <a:t> number of values, the median is the </a:t>
            </a:r>
            <a:r>
              <a:rPr lang="en-US" sz="2800" b="1" dirty="0">
                <a:solidFill>
                  <a:srgbClr val="FF0000"/>
                </a:solidFill>
              </a:rPr>
              <a:t>middle</a:t>
            </a:r>
            <a:r>
              <a:rPr lang="en-US" sz="2800" dirty="0"/>
              <a:t> value.</a:t>
            </a:r>
          </a:p>
        </p:txBody>
      </p:sp>
    </p:spTree>
    <p:extLst>
      <p:ext uri="{BB962C8B-B14F-4D97-AF65-F5344CB8AC3E}">
        <p14:creationId xmlns:p14="http://schemas.microsoft.com/office/powerpoint/2010/main" val="161330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2012" y="1924333"/>
            <a:ext cx="911670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Example:</a:t>
            </a:r>
          </a:p>
          <a:p>
            <a:pPr algn="ctr"/>
            <a:r>
              <a:rPr lang="en-US" sz="2800" dirty="0"/>
              <a:t>23, 24, 23, 25, 23, 26, 27, 28, 28, 23, 28, 22, 26, 28, 25,26</a:t>
            </a:r>
          </a:p>
          <a:p>
            <a:r>
              <a:rPr lang="en-US" sz="2800" dirty="0"/>
              <a:t>	</a:t>
            </a:r>
          </a:p>
          <a:p>
            <a:r>
              <a:rPr lang="en-US" sz="2800" dirty="0"/>
              <a:t>Reorder:</a:t>
            </a:r>
          </a:p>
          <a:p>
            <a:pPr algn="ctr"/>
            <a:r>
              <a:rPr lang="en-US" sz="2800" dirty="0"/>
              <a:t>22, 23, 23, 23, 23, 24, 25, 25, 26, 26, 26, 27,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/>
              <a:t>28, 28, 28, 28</a:t>
            </a:r>
          </a:p>
          <a:p>
            <a:endParaRPr lang="en-US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523188" y="3659752"/>
            <a:ext cx="3721266" cy="448224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5404514" y="3661904"/>
            <a:ext cx="3614410" cy="44607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68494" y="5249410"/>
            <a:ext cx="7043738" cy="95410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Even</a:t>
            </a:r>
            <a:r>
              <a:rPr lang="en-US" sz="2800" dirty="0"/>
              <a:t> number of values, the median is the </a:t>
            </a:r>
            <a:r>
              <a:rPr lang="en-US" sz="2800" b="1" dirty="0">
                <a:solidFill>
                  <a:srgbClr val="FF0000"/>
                </a:solidFill>
              </a:rPr>
              <a:t>average of the two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middle</a:t>
            </a:r>
            <a:r>
              <a:rPr lang="en-US" sz="2800" dirty="0"/>
              <a:t> value.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D550ED-8ED7-3F4A-BA42-EC1493FA5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050" y="4355347"/>
            <a:ext cx="40259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1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738948"/>
          </a:xfrm>
        </p:spPr>
        <p:txBody>
          <a:bodyPr/>
          <a:lstStyle/>
          <a:p>
            <a:r>
              <a:rPr lang="en-US" dirty="0"/>
              <a:t>Mode is the value(s) that appears the most in the set of data.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23, 24, 22, 25, 23, 26, 27, 28, 28, 23, 28, 22, 26, 28, 98</a:t>
            </a:r>
          </a:p>
          <a:p>
            <a:pPr marL="0" indent="0">
              <a:buNone/>
            </a:pPr>
            <a:r>
              <a:rPr lang="en-US" dirty="0"/>
              <a:t>Rearrange:</a:t>
            </a:r>
          </a:p>
          <a:p>
            <a:pPr marL="0" indent="0">
              <a:buNone/>
            </a:pPr>
            <a:r>
              <a:rPr lang="en-US" dirty="0"/>
              <a:t>22, 22, 23, 23, 23, 24, 25, 26, 26, 27,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28, 28, 28, 28, 98</a:t>
            </a:r>
          </a:p>
          <a:p>
            <a:pPr marL="0" indent="0">
              <a:buNone/>
            </a:pPr>
            <a:r>
              <a:rPr lang="en-US" dirty="0"/>
              <a:t>Mode = 28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026388" y="5258693"/>
            <a:ext cx="2053087" cy="44607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48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23, 24, 23, 25, 23, 26, 27, 28, 28, 23, 28, 22, 26, 28, 98</a:t>
            </a:r>
          </a:p>
          <a:p>
            <a:pPr marL="0" indent="0">
              <a:buNone/>
            </a:pPr>
            <a:r>
              <a:rPr lang="en-US" dirty="0"/>
              <a:t>Rearrange:</a:t>
            </a:r>
          </a:p>
          <a:p>
            <a:pPr marL="0" indent="0">
              <a:buNone/>
            </a:pPr>
            <a:r>
              <a:rPr lang="en-US" dirty="0"/>
              <a:t>22, 23, 23, 23, 23, 24, 25, 26, 26, 27,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28, 28, 28, 28, 98</a:t>
            </a:r>
          </a:p>
          <a:p>
            <a:pPr marL="0" indent="0">
              <a:buNone/>
            </a:pPr>
            <a:r>
              <a:rPr lang="en-US" dirty="0"/>
              <a:t>Bimodal, modes = 23 and 28</a:t>
            </a:r>
          </a:p>
          <a:p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6067332" y="3880269"/>
            <a:ext cx="2053087" cy="44607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321098" y="3880269"/>
            <a:ext cx="2053087" cy="44607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87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Range is the difference between the highest and lowest score.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 algn="ctr">
              <a:buNone/>
            </a:pPr>
            <a:r>
              <a:rPr lang="en-US" dirty="0"/>
              <a:t>23, 24, 23, 25, 23, 26, 27, 28, 28, 23, 28, 22, 26, 28, 25,26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Highest = 28			lowest = 22</a:t>
            </a:r>
          </a:p>
          <a:p>
            <a:pPr marL="0" indent="0">
              <a:buNone/>
            </a:pPr>
            <a:r>
              <a:rPr lang="en-US" dirty="0"/>
              <a:t>RANGE = 28 </a:t>
            </a:r>
            <a:r>
              <a:rPr lang="mr-IN" dirty="0"/>
              <a:t>–</a:t>
            </a:r>
            <a:r>
              <a:rPr lang="en-US" dirty="0"/>
              <a:t> 22 = 6</a:t>
            </a:r>
          </a:p>
        </p:txBody>
      </p:sp>
    </p:spTree>
    <p:extLst>
      <p:ext uri="{BB962C8B-B14F-4D97-AF65-F5344CB8AC3E}">
        <p14:creationId xmlns:p14="http://schemas.microsoft.com/office/powerpoint/2010/main" val="2992153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325F64-9E6B-6144-8D6D-7B066816F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61" y="105550"/>
            <a:ext cx="9156700" cy="241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5ED300-0173-4B41-974C-039C71D8D9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71"/>
          <a:stretch/>
        </p:blipFill>
        <p:spPr>
          <a:xfrm>
            <a:off x="391835" y="3348508"/>
            <a:ext cx="9010726" cy="9787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8C4748-9511-BF41-8B45-BB8F266C1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35" y="4454601"/>
            <a:ext cx="9271000" cy="1536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2D4BE5-A2D9-1F40-ABA5-094407818F1B}"/>
              </a:ext>
            </a:extLst>
          </p:cNvPr>
          <p:cNvSpPr txBox="1"/>
          <p:nvPr/>
        </p:nvSpPr>
        <p:spPr>
          <a:xfrm>
            <a:off x="502276" y="2653048"/>
            <a:ext cx="4610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Determine the  mean, mode and median.</a:t>
            </a:r>
          </a:p>
        </p:txBody>
      </p:sp>
    </p:spTree>
    <p:extLst>
      <p:ext uri="{BB962C8B-B14F-4D97-AF65-F5344CB8AC3E}">
        <p14:creationId xmlns:p14="http://schemas.microsoft.com/office/powerpoint/2010/main" val="117078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7F4B8B-CFCF-A043-AAB1-A577F0F4D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43" y="266969"/>
            <a:ext cx="8890000" cy="1790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B260A1-069D-8B46-9475-590914930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107" y="2591053"/>
            <a:ext cx="4790941" cy="358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0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CFD9875-9053-804A-A999-6FE2A1F62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621"/>
            <a:ext cx="9728200" cy="1295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602BE1-B490-C144-AB5F-F00F278CF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3327"/>
            <a:ext cx="9906000" cy="1768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2B1FD2-6648-6A4B-8780-D1C94D79938C}"/>
                  </a:ext>
                </a:extLst>
              </p:cNvPr>
              <p:cNvSpPr txBox="1"/>
              <p:nvPr/>
            </p:nvSpPr>
            <p:spPr>
              <a:xfrm>
                <a:off x="1031133" y="1295400"/>
                <a:ext cx="5972783" cy="1726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the number = x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17+20+19+25+30+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=23.5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111 + x = 23.5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6</a:t>
                </a:r>
              </a:p>
              <a:p>
                <a:r>
                  <a:rPr lang="en-US" dirty="0"/>
                  <a:t>x = 30</a:t>
                </a:r>
              </a:p>
              <a:p>
                <a:r>
                  <a:rPr lang="en-US" dirty="0"/>
                  <a:t>The sixth score is 30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2B1FD2-6648-6A4B-8780-D1C94D799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133" y="1295400"/>
                <a:ext cx="5972783" cy="1726306"/>
              </a:xfrm>
              <a:prstGeom prst="rect">
                <a:avLst/>
              </a:prstGeom>
              <a:blipFill>
                <a:blip r:embed="rId4"/>
                <a:stretch>
                  <a:fillRect l="-637" t="-1460" b="-4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E7905A-A3BA-A349-84A8-2AEA6585240B}"/>
                  </a:ext>
                </a:extLst>
              </p:cNvPr>
              <p:cNvSpPr txBox="1"/>
              <p:nvPr/>
            </p:nvSpPr>
            <p:spPr>
              <a:xfrm>
                <a:off x="1193260" y="4886103"/>
                <a:ext cx="5972783" cy="1726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the score be x%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46%+51%+54%+57%+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=55%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214% + x% = 5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55%</m:t>
                    </m:r>
                  </m:oMath>
                </a14:m>
                <a:endParaRPr lang="en-US" dirty="0"/>
              </a:p>
              <a:p>
                <a:r>
                  <a:rPr lang="en-US" dirty="0"/>
                  <a:t>x% = 61%</a:t>
                </a:r>
              </a:p>
              <a:p>
                <a:r>
                  <a:rPr lang="en-US" dirty="0"/>
                  <a:t>The student needs to score at least 61% to pass the course.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E7905A-A3BA-A349-84A8-2AEA65852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260" y="4886103"/>
                <a:ext cx="5972783" cy="1726370"/>
              </a:xfrm>
              <a:prstGeom prst="rect">
                <a:avLst/>
              </a:prstGeom>
              <a:blipFill>
                <a:blip r:embed="rId5"/>
                <a:stretch>
                  <a:fillRect l="-849" t="-1460" b="-4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268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904</TotalTime>
  <Words>504</Words>
  <Application>Microsoft Macintosh PowerPoint</Application>
  <PresentationFormat>A4 Paper (210x297 mm)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A4</vt:lpstr>
      <vt:lpstr>Statistics</vt:lpstr>
      <vt:lpstr>Terms used</vt:lpstr>
      <vt:lpstr>MEAN</vt:lpstr>
      <vt:lpstr>PowerPoint Presentation</vt:lpstr>
      <vt:lpstr>PowerPoint Presentation</vt:lpstr>
      <vt:lpstr>PowerPoint Presentation</vt:lpstr>
      <vt:lpstr>MEDIAN</vt:lpstr>
      <vt:lpstr>MEDIAN</vt:lpstr>
      <vt:lpstr>MODE</vt:lpstr>
      <vt:lpstr>MODE</vt:lpstr>
      <vt:lpstr>RANGE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</dc:title>
  <dc:creator>LOH Michael [Shenton College]</dc:creator>
  <cp:lastModifiedBy>LOH Michael [Shenton College]</cp:lastModifiedBy>
  <cp:revision>22</cp:revision>
  <cp:lastPrinted>2019-08-20T00:33:30Z</cp:lastPrinted>
  <dcterms:created xsi:type="dcterms:W3CDTF">2017-07-30T04:43:17Z</dcterms:created>
  <dcterms:modified xsi:type="dcterms:W3CDTF">2019-08-20T00:33:33Z</dcterms:modified>
</cp:coreProperties>
</file>