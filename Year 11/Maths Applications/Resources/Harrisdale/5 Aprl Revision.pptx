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40"/>
  </p:normalViewPr>
  <p:slideViewPr>
    <p:cSldViewPr snapToGrid="0" snapToObjects="1">
      <p:cViewPr varScale="1">
        <p:scale>
          <a:sx n="97" d="100"/>
          <a:sy n="97" d="100"/>
        </p:scale>
        <p:origin x="1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4/5/19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ADB679-A42F-034F-91A9-3B7A2F0742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17" t="45001" r="19128" b="29289"/>
          <a:stretch/>
        </p:blipFill>
        <p:spPr>
          <a:xfrm>
            <a:off x="177421" y="245659"/>
            <a:ext cx="9132834" cy="208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EB4596-FD8B-DA40-8DB2-C2A37DA442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366" t="18064" r="18564" b="28178"/>
          <a:stretch/>
        </p:blipFill>
        <p:spPr>
          <a:xfrm>
            <a:off x="300251" y="2580366"/>
            <a:ext cx="9010003" cy="427768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E049B3-07B4-DD46-8309-3B7411C415EF}"/>
              </a:ext>
            </a:extLst>
          </p:cNvPr>
          <p:cNvCxnSpPr>
            <a:cxnSpLocks/>
          </p:cNvCxnSpPr>
          <p:nvPr/>
        </p:nvCxnSpPr>
        <p:spPr>
          <a:xfrm>
            <a:off x="464024" y="2456597"/>
            <a:ext cx="884623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58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ADB679-A42F-034F-91A9-3B7A2F0742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17" t="45001" r="19128" b="29289"/>
          <a:stretch/>
        </p:blipFill>
        <p:spPr>
          <a:xfrm>
            <a:off x="177421" y="245659"/>
            <a:ext cx="9132834" cy="208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97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EB4596-FD8B-DA40-8DB2-C2A37DA442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53" t="25939" r="33720" b="38088"/>
          <a:stretch/>
        </p:blipFill>
        <p:spPr>
          <a:xfrm>
            <a:off x="172277" y="198782"/>
            <a:ext cx="6480314" cy="364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52503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16</TotalTime>
  <Words>0</Words>
  <Application>Microsoft Macintosh PowerPoint</Application>
  <PresentationFormat>A4 Paper (210x297 mm)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A4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LOH Michael [Shenton College]</dc:creator>
  <cp:lastModifiedBy>LOH Michael [Shenton College]</cp:lastModifiedBy>
  <cp:revision>2</cp:revision>
  <cp:lastPrinted>2019-04-05T00:33:43Z</cp:lastPrinted>
  <dcterms:created xsi:type="dcterms:W3CDTF">2019-04-05T00:28:38Z</dcterms:created>
  <dcterms:modified xsi:type="dcterms:W3CDTF">2019-04-05T00:45:06Z</dcterms:modified>
</cp:coreProperties>
</file>