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58"/>
  </p:normalViewPr>
  <p:slideViewPr>
    <p:cSldViewPr snapToGrid="0" snapToObjects="1">
      <p:cViewPr varScale="1">
        <p:scale>
          <a:sx n="67" d="100"/>
          <a:sy n="67" d="100"/>
        </p:scale>
        <p:origin x="28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469625"/>
            <a:ext cx="5915025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629228"/>
            <a:ext cx="5915025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/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6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428347"/>
            <a:ext cx="2901255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4"/>
            <a:ext cx="3471863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4"/>
            <a:ext cx="3471863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6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6BFBF5-0469-4746-B86D-8CC09E5153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65" t="2857" b="13333"/>
          <a:stretch/>
        </p:blipFill>
        <p:spPr>
          <a:xfrm>
            <a:off x="65726" y="438763"/>
            <a:ext cx="6792274" cy="902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45236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111</TotalTime>
  <Words>0</Words>
  <Application>Microsoft Macintosh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A4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LOH Michael [Shenton College]</dc:creator>
  <cp:lastModifiedBy>LOH Michael [Shenton College]</cp:lastModifiedBy>
  <cp:revision>3</cp:revision>
  <dcterms:created xsi:type="dcterms:W3CDTF">2019-07-01T02:49:26Z</dcterms:created>
  <dcterms:modified xsi:type="dcterms:W3CDTF">2019-07-01T04:41:23Z</dcterms:modified>
</cp:coreProperties>
</file>