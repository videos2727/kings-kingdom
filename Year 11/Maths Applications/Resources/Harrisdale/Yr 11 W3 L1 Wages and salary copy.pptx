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61" r:id="rId4"/>
    <p:sldId id="262" r:id="rId5"/>
    <p:sldId id="258" r:id="rId6"/>
    <p:sldId id="263" r:id="rId7"/>
    <p:sldId id="259" r:id="rId8"/>
    <p:sldId id="260" r:id="rId9"/>
    <p:sldId id="264" r:id="rId10"/>
    <p:sldId id="265" r:id="rId11"/>
    <p:sldId id="266" r:id="rId12"/>
    <p:sldId id="270" r:id="rId13"/>
    <p:sldId id="267" r:id="rId14"/>
    <p:sldId id="268" r:id="rId15"/>
    <p:sldId id="269" r:id="rId16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/>
    <p:restoredTop sz="94611"/>
  </p:normalViewPr>
  <p:slideViewPr>
    <p:cSldViewPr snapToGrid="0" snapToObjects="1">
      <p:cViewPr varScale="1">
        <p:scale>
          <a:sx n="91" d="100"/>
          <a:sy n="91" d="100"/>
        </p:scale>
        <p:origin x="1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5:37.42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2332 185 7569,'10'0'-1300,"-1"-2"1614,-2-3 1,-2-4-1,-5-6 1,0 0 0,0-1-1,0 1 1,0 0 0,-2 1-1,-3 2-259,-5 2 0,-4 1 0,-1-1 1,-1 5-1,1 2 0,-2-1 0,-4-1 1,-4 2-1,-4 1 0,-2 0 1,-1-1-1,-4-2 0,-5 1 0,-1 3 1,-1 1-1,2 0 0,0 0 0,0 0 1,2 0-1,2 0 0,2 0 1,3 0-1,0 0 0,-2 0-26,-2 0 1,0 0 0,5 0 19,1 0 1,-6 1-1,-2 3 1,-1 1-24,-3-2 1,-1 4 0,0 0 17,3 1 1,4 1-59,-5 1 1,5 2-45,-5-7 0,7 5 64,-2-4 1,4 4 0,1-3 0,1 1-1,-1 2 1,-2 1 0,-1-1 0,-1 2-1,1 1 1,-1 3 0,1 1 0,-3 1 203,-2 3-196,5-1 0,-9-3 115,7 4 0,0-2-51,6 6-40,-1-6 0,0 5 8,1-4 0,-1-3 1,2 4-1,2-3 65,1 3 0,7-4-121,-1 3 0,3-3 59,2-1 0,-1-1-7,1 0 1,0 1 52,-1-1 0,3 0-16,2 1 0,-2-1-55,3 1 0,3 1-3,2 3 1,-2-3 2,2 3 1,0-2-75,5-3 1,0 0 65,0 1 1,0-1 11,0 0 0,0 1-19,0-1 1,1 0-6,4 1 1,4-1 40,6 0 0,1 1-8,-1-1 0,7 0 6,4 1 0,3-1-38,1 0 1,3-4-5,2-1 1,0-5 191,5 5 0,1-1-100,5 1 1,0-2-55,0-3 1,6-3 63,-1 3 1,1 2 135,0-2 0,2 0-160,7-5 0,-1 0 9,-4 0 1,4 0-26,-4 0 0,4 0-18,1 0 1,1 0-13,-1 0 1,-5 0 39,0 0 0,-4 0-22,4 0 1,-7 0-16,2 0 0,2 0 0,-2 0 0,6 0-1,-6 0 0,2 0-3,-2 0 0,-4-6 62,5-5 79,-5 4-135,6-13 1,-7 10-9,0-11 0,0 4 30,-5 2 1,-2-2-6,2-4 0,-2 3-34,2-8 1,2 2-136,-7-1 1,1-4 72,-1 3 0,-4-3 32,4-1 0,-5-1 42,-6 0-155,4 1 120,-5-1 0,0 0-80,-4 0 1,1-1 70,-6-4 1,4 4-2,-9-4 1,-3 4 4,-2 1 0,-3-5-30,-2 1 0,0-1 34,0 5 0,-7 0 0,-3 1 0,-11-1 24,-4 0 0,-8 7 6,-8 4 1,-3 0-182,-17 4 74,-4-3 1,-18 18-249,-4-4 0,-9 3 316,-1 2 0,46 3 0,0 1-717,-46 6 12,44-4 1,2 2 0,-38 14-296,-3 3-181,3 4 740,4 9 0,-2 1-120,11 7 573,-4 0 0,13 10 0,-6 11 0,36-28 0,0 2 0,2 3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9T09:35:44.5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0 276,'41'-17,"-5"4,-21 6,7 5,-4-5,4 7,0 0,-5 0,5 0,-7 0,1 0,-1 0,0-7,1 6,-1-6,0 0,1 5,-1-5,0 7,8-6,0 4,8-5,7 0,-6 6,12-6,-5 0,7 5,1-5,-1 1,6 4,-4-5,5 0,0 6,-6-6,6 7,-7-7,7 5,-5-5,5 7,-7 0,-7-6,5 4,-5-5,1 0,4 6,-12-13,13 12,-13-11,5 11,-6-5,0 0,-7 6,5-6,-12 0,-2 5,-1-11,-60 11,27-5,-53 7,26 0,-15 0,-16 0,-15 0,-1 7,40-3,0 0,-41 12,4-6,13 0,21-6,-16 9,8-4,-22 6,3 7,13-5,15-1,18-3,15-4,13-1,36 20,2-23,38 22,-6-25,2 11,12-11,2 12,0-11,-1 7,-13-6,7 4,-3-3,-8-3,-7 3,-15 4,35-8,-21 6,24 0,-21-5,-1 5,-14-7,-8 0,-16 0,-69 6,32 3,-55-1,53 6,-7-5,8 6,0 0,8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9T09:35:46.3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192 239,'-41'-7,"12"6,8-20,11 4,-12-7,7-5,-1 6,8 5,-6-9,13 17,-13-5,46 1,-10 19,45-10,-6 12,16-7,10 0,0 0,-7 0,-19 0,1 0,-1 0,5 0,1 0,1 2,-1 3,2-4,8 4,0-3,-1-2,3 0,3 0,-4 0,4 0,-4 0,-1 0,-5 0,-1 0,-11 0,1 0,-3 0,17 7,3-5,8 11,-3-11,-13 5,-2-7,-13 0,-9 0,-9 0,1-7,-6 5,12-4,-18 6,10 0,-19 0,5 0,-7 0,1 0,-56 0,1 0,-54 0,16 0,7 0,-2 0,1 0,-4 0,-2 0,-6 0,-4 0,-4 0,-6 5,0 0,-2 5,2-5,47 1,0 0,-4-1,0 0,3 2,0 0,-1 0,2 1,-39 8,36-9,-1-1,-43 4,46-3,1 0,-42 3,7 4,3 1,5-1,6-4,9 4,10-13,5 6,8-7,15 0,65-34,22 7,-10 2,2-1,-6 4,-1 3,29-12,4 7,1 4,-2 3,-8 1,-4 8,14-6,-9 13,17 1,-28 12,14 11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9T09:35:52.17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24 107,'0'-41,"0"6,0 26,0-4,28 11,-8-5,38 7,3 0,19 0,7 0,-7 0,-18 0,-1 0,0 0,1 0,-1 0,1 0,19 0,-4 0,10 0,-17 0,-4 7,-16-5,9 4,-13-6,-13 7,-4-5,-21 5,-49-7,2 0,-49 0,11 0,-15 0,42 0,-1 0,0 0,0 0,-41 0,10 0,5 1,1 5,-1-5,0 16,1-7,13 8,-9-10,28 1,-23 4,35-4,3-1,20-1,44 7,-12-11,63 18,-25-20,21 4,-12-1,-14 1,-5-3,5 3,0-4,6-1,-1 7,16-3,0 6,-8-7,12 4,-8 0,19 1,-15 8,-16-8,-22 6,-10-12,-14 4,-6-6,-43 14,24-4,-45 6,31-10,-8-6,-19 0,-4 0,-22 7,-15-5,2 10,3-7,17 0,4-5,10 0,1 0,18 0,21 0,78 7,-4-5,-3 4,2 1,27 2,-21-1,-11-1,-14-7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9T09:35:53.50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31 138,'-17'-34,"3"0,14 26,7-8,2 1,6 0,7 6,2 2,14 7,1 0,14 0,8 7,9 2,10 6,-3 0,-4-4,-12-1,2-7,4 2,3-1,6 1,-2-3,2 3,-2-4,7-1,3 0,-2 0,5 0,-6 0,3 0,-2 0,-4 0,4 0,-4 0,-1 0,5 0,0 0,-1 0,-4 0,3 2,-3 3,8-3,-8 3,3-3,-3-2,-2 0,-4 0,9 0,-3 0,-2 0,-3 0,-8 0,3 0,3 0,8 0,4 0,-11 0,3 0,-3 0,14 0,-1 7,-14-6,-2 6,-13-7,-9 0,-16 0,-14 0,-71 0,-1 7,1-6,-3 0,-25 7,6-3,14-3,-10 5,5-7,-14 0,7 0,-4-2,-2-3,2 3,13-3,-2 3,1 2,-8 0,-2 0,-1 0,-9 0,5 0,-5 0,6 0,-6 0,0 0,-5 0,5 0,0 0,2 0,-2 0,-2 0,7 0,-5 2,6 3,-3-1,2 6,4-5,-4 5,4-5,1 6,0-6,1 5,1-7,3 2,4 4,-7-7,3 4,-4-6,14-6,23 4,10-12,21 6,1-8,27 1,13 0,28 6,9 2,13 21,-4-4,4 12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9T09:35:59.878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1 491,'8'-41,"-1"6,0 19,-6 1,13 0,-12-1,5 1,-7 0,-7-1,-2 1,-6 6,0 3,47-8,-15 4,61-6,-8 3,-21 8,3 1,2 0,1 0,-3 1,-2 1,39 0,-28 2,6 2,-1 3,6-4,-6 5,0 0,-4 0,-1-1,1-5,-1 0,0 0,-6 0,18 0,-15 0,3-7,-16 5,-28-5,-79 0,1 7,6 0,-2 0,-27 0,28 6,5-5,-6-1,6 0,-5 0,5 0,-5 0,5-1,-6-5,6 0,-5-5,7-2,-32-3,8-1,24 3,-1-1,-35-2,2-5,13 14,15 1,11 0,20 5,9-4,76-1,-15 0,51-3,-12 1,-3 4,2 3,-2-3,-6 4,1 1,5 0,-6 0,-2 0,-8 0,-3 0,-1 0,-1 0,14 0,3 6,1-4,-4 5,-28-7,-2 0,-28 0,3 7,-45 15,11-3,-37 10,12-14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9T09:36:01.312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23 169,'0'-34,"0"0,0 26,7-8,15 8,24 1,38 7,13 0,-44 0,1 0,45 0,-17 0,3 0,7 0,2 0,3 0,-3 5,3 0,2 0,-2-5,2 0,-2 0,-4 0,5 0,0 0,0 0,-3 0,-8 0,2 0,-8 0,-1 0,-8 0,-4 0,-6 0,-8-7,19 6,-8-6,5 0,-24 5,-17-4,-21 6,-48-7,21 5,-65-5,35 7,-36 0,3 0,-3 0,13 0,-11 0,-9 0,-2 0,43 0,0 0,-3 3,0-1,-2 1,0 0,-2-1,0 1,4-3,0 0,0 0,-1 0,-42 0,0-2,5-3,2 3,3-3,3-2,8 2,-1 0,-8 0,3 0,4 0,6 5,0 0,8 0,-3 6,11-4,-5 12,15-13,15 13,16-12,1 5,60-7,-24 0,45 0,-15 0,8 0,3 0,10-5,4-1,12 1,8 5,-45-2,0-1,-1 1,0-1,48-2,-2 5,2 0,-2 0,-2 0,-8 0,2 0,-7 0,0 0,-6 0,-6 0,-3 0,-4 0,5 0,-5 0,-2 7,-22 8,-16 16,-23 1,-9 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6:20.24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292 62 7569,'-16'0'220,"1"-7"1,0 7-116,-1 0 0,1 14 78,0 12 1,-2 9 22,-4 6 0,3 9 0,-8 1 1,7 9 55,-1 1 1,8-7-117,2 3 1,6-8-115,-1-3 1,10-7-65,5-3 1,11-10 111,4-6 0,-1-10-114,2-5 1,-1-3 97,6-2 1,0-8 25,-1-8 0,1-8-91,0-11 0,-2 1-316,-4-7 1,-4 0 136,-11-5 1,-3-2 19,-7-3 1,-7 3 84,-3-3 0,-11 0 21,-4 5 1,-4-2 252,-2 12 0,0 2-93,1 9 1,-6 3-133,0 6 1,0 8 80,6 3 1,4 3 121,1 2 1,8 2-254,1 3 0,3 3-301,8 8 0,-1 4 25,6 1 1,9 6-226,6-2 1,7 4 576,9 2 0,7 0 0,1-1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6:23.26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62 7569,'0'-15'758,"0"0"-152,-7-1 116,5 8-159,-5 1-173,7 7-247,0 0 0,7 0-147,4 0 0,2 0-29,2 0 1,8 5-89,2 0 0,2 0-76,-1-5 1,5 0-364,-1 0 1,1 0-218,5 0 1,-4 5 353,-1 0 1,-6 1 422,1-6 0,0 6 0,4 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6:23.42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1 7569,'-10'10'-1491,"-1"0"2989,8-6-914,-4 9 0,9-11-187,3 3 0,0-2-165,10 3 1,4-5-453,12 4 0,1-3 213,4-2 1,3 0 160,7 0 1,0 0 121,0 0-276,7 0 0,-5-7 0,5-1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6:24.69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261 77 6651,'-16'-12'-287,"1"-3"1,-5-4 286,-1 4 0,1 6 1171,4 4-526,1 3 0,0 11-196,-1 6 1,1 19-99,0 12 1,-1 16-101,1-1 1,1 11-1,4-1 1,-2 4-396,7 2 1,2-7 180,8-4 193,3-9-93,15-5 1,0-9 137,8-7-427,0-7-446,-1-14 380,1 0 120,0-6 0,-1-4-136,1-10 276,-7-4-159,5-6 3,-12-7 337,-2-2-226,-1-7-47,-12 1 38,4-1 0,-6 0-4,-13 1 43,3 6 1,-19-3 37,3 6 1,-5 6 99,-4 5 1,1 6-123,-7-1 1,7 5 7,-2 5 1,10 4-189,6 6 0,3 0-231,1 1 1,8-1-428,3 0 1,3 1 375,2-1 0,12-5 175,3 0 1,11-6 243,-1 1 0,11-3 0,3-2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6:29.23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78 7569,'-2'-17'0,"-1"-2"787,-2-2-2,-1 8-315,6 6 0,0 27-207,0 11 1,0 13-81,0 13 1,-5 6-28,0 13 0,-2 3-132,2 3 0,4-4 100,-5 4 1,5 1-89,1-1 1,1-7-16,5-8 0,4-11 12,10-5 1,-1-17 74,7-8 1,-6-9-75,6-7 1,-6-7-294,6-13 0,-8-7 33,3-14 0,-1-6-228,-4-4 0,-4-5 318,-12-5 1,0 5-136,0 0 0,-9 6 476,-6 10 1,-2 6-116,-9 4 0,1 4 118,-6 6 1,5 5-82,1 10 0,1 5-88,-2 11 1,4-3-61,7 8 0,1-1-561,4 6 1,3 0 89,7 0 0,2-6-275,3 1 1,5-8 766,11 3 0,9-4 0,9-2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6:29.65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292 16 7569,'7'-2'0,"-7"-3"304,0 3 0,-9-4 419,4 6 1,-4 6-338,-6 5 1,0 9-91,-1 6 0,-4 3-81,-1 1 0,-4 6-12,4 0 1,-4 0-9,4-6 0,-2 1 0,7 0 0,-2-2-53,7-4 0,-1 3-1,2-8 0,3-5-222,7-4 7,0-1 0,2 0-30,3 0 0,4-6 158,6 1 1,7 2 1,4-2 1,4 5 25,6-5 1,2 2-18,3-2 0,6-3 1,-6 3 1,7-2-16,-7 2 1,3-3-183,2 3 1,-2-3 30,-3-2 1,2-5-143,-7 0 0,0-2-256,-6 2 1,-4 1 193,-1-6 1,-6 5-440,2-5 1,-6 5-178,-5-6 356,4 8-138,-13-11 702,6 6 0,-20-8 0,-4 1 0</inkml:trace>
  <inkml:trace contextRef="#ctx0" brushRef="#br0" timeOffset="175">645 62 7569,'-9'0'2070,"-3"3"-1324,7 8 0,-5 7-307,5 18 1,-7 10-208,1 10 0,-2 6 63,-3 4 0,-4 6 27,0 10-630,-8 3 1,10 12-643,4-49 1,2 1 669,6 3 0,0 0 1,-6-2-1,-1-1 280,4 2 0,2 0 0,-2 2 0,-1 0 0,3-3 0,-1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6:28.61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704 868 7559,'19'-33'0,"-4"-1"-25,-1-1 162,0-1 1,-4 5 224,0 0-225,0 1 1,-1-1 108,-4 0 1,-3 8 57,-2 2 0,0 4-224,0 2 1,-9-1 125,-6 1 0,-7 6-113,-9 4 1,-7 4 89,-2 1 1,-5 6-32,-1 5 0,0 7-36,0 3 1,2 4-19,3-4 0,3 4-56,8-4 1,6 1 48,3-1 0,6-4-202,5 3 0,3-1 90,7 1 1,9-3-8,6 4 1,7 1 42,9-2 1,6 6-158,4-6 1,3 2-39,3-1 1,-1-4-38,0 3 1,-7-3 99,-3-1 0,-6-1 27,-4 0 0,-4 1 187,-7-1 1,-6 6-62,-4-1 1,-5 1 137,-5-6 1,-11 2-61,-9 3 1,-13 3 134,-8 2 1,-3 4-86,-12-3 1,6 1-111,-11-2 0,11-2-233,-6-8 0,10 0 83,-1 1 1,8-8-359,8-3 0,2-3 210,14-2 1,-1 0-217,6 0 1,6-7 131,4-3 0,7-5-428,8-6 0,2-4 756,14-11 0,-1-10 0,6-9 0</inkml:trace>
  <inkml:trace contextRef="#ctx0" brushRef="#br0" timeOffset="201">428 239 7569,'5'-46'101,"0"0"1,0 7 226,-5 3 1,2 10 137,3 6 223,-3 3-494,5 8 0,-2 16-12,0 14 1,5 20 251,-5 10-200,1 7 1,-5 11-129,4 8 0,-3 3-415,3 12 1,-3-3 8,-2 8 1,-5-2 212,0 3 1,-7-3-398,6-44 0,1 0 0,-1 48 121,1-2 0,5-6-5,5-15 367,3-13 0,6-13 0,-7-28 0,-18-51 0,1-15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6:27.23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60 737 7569,'-24'-24'525,"3"4"-405,11 9 0,5 8 160,10 13-208,-3 7 0,10 9 154,-7-1 0,5 6-103,-5 5 0,6 6-22,-6-1 1,5-3-67,-5-2 1,5-4-40,-5-1 1,6-2 35,-6-4 1,0-8-52,-5-7 0,1-6 161,5 1 0,-5-5 121,4-5 1,-3-9-155,-2-6 1,0-9-46,0-2 0,-2-6-448,-3-9 0,4-6 196,-5 1 1,5-1 30,1 0 1,0 10 97,0-4 1,5 15-30,0 0-46,0 11 72,2-2 1,-4 15 111,8 7 0,-6 14-60,5 11 1,-2 9 128,3 2 0,1 7-39,-7-2 0,5 3-46,-5 2 1,7-2-15,-2-3 0,4 2-107,1-7 0,1-8 29,-1-7 0,0-6 21,1-5 0,-1-4 81,0-12 0,1-4 71,-1-10 0,5-11-205,1-10 1,-1-5 83,-4-5 0,4 2-91,0-8 0,1 1 60,-6-5 1,4 6-51,-4 4 1,2 12 214,-12 8 58,7 7 0,-8 11-23,6 3 1,-7 11-119,3 15 0,-5 6 85,-1 8 0,2 8-26,3 3 1,-1 5-15,6 5 1,-5-3 8,5 3 1,2-3-206,8-2 1,-3-6-158,4 1 0,1-7-201,-1 2 0,6-5-214,-2-6 0,4-4 291,2-11 1,1-3-41,4-7 0,-3-9 427,2-6 0,5-7 0,-1-9 0</inkml:trace>
  <inkml:trace contextRef="#ctx0" brushRef="#br0" timeOffset="277">1256 752 7569,'0'-20'-50,"0"-1"100,-7 1 0,-1 5 218,-8-1 0,-1 8-24,-3 3 1,1 3 99,-6 2 1,4 7-108,-4 3 1,4 9 69,-4 1 1,6 7-168,-2-1 1,6 8-150,5 2 1,3 0 91,7-6 1,0-4-112,0-1 1,0-4-173,0 4 0,7-11 167,3 1 1,4-10-77,1 1 1,0-6 42,1-6 1,-1-4-172,0-10 0,1-4 73,-1-7 0,2 1 68,4-1 0,-4 0-204,3 1 1,-8 6-113,-2 3 472,0 4-132,6 9 0,-3 8 95,-2 10 0,1 5-108,-7 6 0,2 3 80,-2 6 0,1 1-143,5 0 1,2-6-189,-2 1 0,2-8 47,3 3 289,-1-4 0,7-2 0,2 1 0</inkml:trace>
  <inkml:trace contextRef="#ctx0" brushRef="#br0" timeOffset="809">1701 660 7114,'-15'-8'-321,"-1"3"1,1 3 1202,0 2 0,-1 7-286,1 3-459,0 4 1,-1 8 114,1 3 1,0 6-70,-1 5 1,3 1-167,2 4 0,5 2 133,6-8 1,1 6-117,4-5 0,9 3 95,6-8 0,8 1-388,-3-11 0,-1-7 116,2-9 1,-1-7 20,6-8 0,0-9 20,-1-17 0,1-3 95,0-7 0,-6-7-84,1-3 0,-2-5 69,1-6 0,2 1-98,-6-11 1,4 4-167,-4-9 1,-1-2 157,-4 3 0,-6 6 206,0 8 0,-6 13 165,1 8 1,-4 13 456,-1 13-514,0 3 1,-6 17 11,-5 10 1,-7 14-102,-3 17 0,1 8 150,4 18 0,1 2-30,0 8 0,6 0 64,4-1 0,3 3-147,2 3 0,2-6-105,3 1 1,11-14-300,9-12 0,6-10 152,5-5 1,3-7-115,7-9 1,1-6 112,5-14 1,-5-7-49,4-3 0,-3-12-52,-2-9 1,-7-6-77,-3-9 1,-3-6 190,-3 1 0,-6-3-171,-3 8 1,-11-2 439,-5 12 1,-3 7-117,-2 9 0,-9 5 385,-6 4 1,-7 11-252,-9 11 0,0 11 41,1 8 0,6 3-74,3 8 0,9 0-35,2 5 0,7-2-201,-2-3 0,3 1-376,2-6 0,12 0-503,3-5 0,11-2 143,-1-4 822,4-3 0,16 0 0,2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6:26.07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321 544 7569,'-14'-48'0,"2"9"0,2 10 194,6 14 0,-2 10 278,6 10 0,0 7-235,0 13 0,0 3-109,0 13 0,0 6 79,0 10 1,0 4-56,0 5 1,0 3-148,0 2 1,0 4-12,0-3 0,5-4-208,0-2 1,0-9 107,-5-6 1,0-10 81,0-6 1,-7-9 321,-3-6 0,-9-4-112,-1-6 0,-8-3-199,3-7 1,-4-4 85,-2-6 1,1-2 65,-1-13 1,7-1-10,4-5 1,9 2-113,6 4 0,5-4 19,5 3 0,6-3-30,9-1 1,6 1-63,9 3 0,3-1 87,3 6 1,3-4-237,-3 4 0,3-4 83,2 4 1,0 1-103,0 5 0,0-1 47,0 1 1,-5 1-461,0 4 1,-7-4 64,2 4 0,-10 2-474,-6-3 1045,4 8 0,-7-17 0,5 3 0</inkml:trace>
  <inkml:trace contextRef="#ctx0" brushRef="#br0" timeOffset="216">827 69 7569,'0'-24'404,"0"2"-129,0 13-39,0-5 1,0 14-1,0 0 1,0 16 199,0 15-299,0 6 1,0 12-39,0 8 0,0 2 84,0 18 1,0 8-518,0 12 0,0 0 422,0-4 0,0-1-226,0 0 0,0-2 58,0-3 0,7-5-708,3-11 0,3-4 112,3-11 676,-1-3 0,2-9 0,0-3 0,-1-2 0,-8 4 0,-5 4 0</inkml:trace>
  <inkml:trace contextRef="#ctx0" brushRef="#br0" timeOffset="492">1011 1158 7771,'0'8'347,"7"6"1,-4-11-294,7 7 1,1-6 105,4 1 1,7-10 22,4-5 1,3-6-243,1-4 1,3-11-29,2-10 0,-2-3-20,3-2 1,-6 0 106,-4 0 1,-4 0-90,-7 0 0,-6 2-43,-4 3 0,-5 3 103,-5 8 1,-4 7 90,-6 8 0,-7 6-76,-4 9 0,-1 11 308,1 9 1,-3 11-1,4 15 0,-1 12 115,6 3 1,6-1-476,14-4 1,0 0 60,0 6 1,14-3-616,6-2 1,9-10 361,7-6 1,3-8-494,7-3 751,7 1 0,2-14 0,6 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6:25.08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200 138 7569,'0'-15'602,"0"0"33,0 6-261,0 2-237,-7 7 1,4 2 113,-7 3 0,4 4 0,-4 6 0,0 7 1,-5 4 0,-2 3-57,-4 2 0,4-1 0,-3 1 0,4 0-12,6-1 0,-2-4-42,7-1 0,-5-6 157,5 2-258,0-4 26,5 5 0,5-10 204,0 3-252,14-3-4,-9 3 0,20-1-19,1-4-77,7-3 188,8-7 46,0 0-188,7 0-524,-6 0 619,13 0-241,-12-7 111,4 5 15,1-11 79,-12 11-394,10-12-36,-12 13 207,1-13 136,-3 12-705,-6-11 314,0 11 195,-1-12-444,-6 13 1,-2-8 265,-6 4-155,-1 3 452,-7-11 0,-1 9-835,-7-6 976,-13 7 0,-4-11 0,-14 6 0</inkml:trace>
  <inkml:trace contextRef="#ctx0" brushRef="#br0" timeOffset="175">614 46 7569,'0'-15'430,"0"0"-209,7 6 0,-4 2 342,8 7 1,-8 9 83,2 6 1,-3 9-242,-2 12 1,-2 10-35,-3 10 1,2 11-144,-8 4 0,-1 4-312,-8 2 0,3 6-227,-4 4 0,4 4-970,2 1 0,0 0-1100,-1 0 2151,8-7 1,-13 5 0,4-4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6:24.08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667 285 6651,'0'-15'-191,"0"0"0,-1-1 0,-3 1 486,-1 0 0,-2 1 501,2 4 1,2-4-500,-8 4 1,1 1-231,-5-1 1,-2 7-36,-4-2 1,-4 3 93,-11 2 0,-3 2 3,-7 3 0,0 3 27,0 8 1,0-1-1,0 0 1,1 1-63,5-1 0,4 0 446,10 1-458,-3-1 1,14 0-110,0 1 1,6-1 5,9 0 1,14-1 51,6-4 0,14 4-111,7-4 0,10 4 77,5 1 1,6 0 53,4 1 1,1-3-99,-1-3 0,1 4-163,-11-4 1,-8 4 71,-2 1 0,-12 1 112,-4-1 0,-7 0 110,-13 1 0,2-1-72,-7 0 1,-12 1 111,-8-1 0,-19 0-73,-7 1 0,-9-1-43,-6 0 1,-5 6 33,-1-1 1,-2-1-128,-3-9 1,1 4-10,9-4 0,5-3-182,0-2 0,12-2-83,4 3 1,10-5-823,6 4 450,3-3 1,10-9 93,7-3 637,7-4 0,15-15 0,2-3 0</inkml:trace>
  <inkml:trace contextRef="#ctx0" brushRef="#br0" timeOffset="199">391 40 7569,'0'-16'1545,"0"1"-1190,0 7 1,0 26-254,0 18 0,0 10 93,0 0 0,0 7 0,0 3 0,0 9-46,0 2 0,0-1-519,0-5 0,0-4-35,0-1 0,7-2-390,3 3 0,0 1-474,6-7 1269,-4 0 0,17-5 0,-6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6:22.61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507 522 7522,'10'-22'0,"-1"-4"-49,-2-3 0,3 0 161,-5 3 1,0-3 70,-5 4 1,0-4 22,0-2 1,0 1-30,0-1 0,-2 0-161,-3 1 1,-5 4 82,-10 0 1,-4 3-76,-7-3 0,-1 4 141,-4 6 1,2 8-5,-7 3 1,0 3-14,-5 2 0,7 7-20,3 3 0,4 6 11,1 4 0,2 4-49,3 7 1,9 6-156,7 4 1,7 3 99,-2 2 1,12 5-80,8 1 0,2 4-98,8-5 1,1 2 65,5-2 0,1-9 17,4 4 0,-9-10 63,4 0 1,-6-9-16,1-1 0,-4-7 43,-7 1 1,-1-8 170,-4-2 0,-3-5-81,-7 6 1,-7-8 63,-3 2 0,-10 2-186,-6-2 0,-3 0 75,-2-5 0,-4-2 95,-1-3 0,0-3-95,5-8 1,2 5 7,4-5 1,4 4-21,11-8 0,-2 3-176,7 1 1,0 1-117,5 0 0,9-6-144,6 1 0,9-2 84,12 1 1,-2 2-78,6-6 1,-4 4-170,5-4 0,0 1 166,5-2 0,2-1 93,3 7 0,-8-2 51,3 1 0,-6 6-333,1-1 558,4 1 0,-13 7 0,6-8 0</inkml:trace>
  <inkml:trace contextRef="#ctx0" brushRef="#br0" timeOffset="266">860 322 7569,'-10'0'260,"-1"0"1,6 7-25,-5 3 1,0 4 127,-5 1 1,3 9-55,-4 7 1,9 5-86,-8 5 1,5-2-20,0-4 1,3-2-42,7 3 0,12-11-225,3-4 0,11-6 46,-1-5 1,11-5-19,5-10 1,8-12-63,3-13 1,-1-3-155,-5-8 0,-7 0-38,-3-5 1,-7-5 126,-9 0 1,-6 0 52,-14 5 1,-9 5 8,-6 0 0,-14 7-39,-12-2 0,-3 11 78,-2 4 1,-7 11 100,-3 5 1,3 10-209,2 5 1,6 11-138,10 4 0,0 6-804,15 5 1106,0-4 0,11 12 0,2-4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6:21.82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598 91 7569,'9'-15'248,"-2"-1"509,-7 1-151,-7 0-199,-2-1 0,-6 8-130,0 3 0,-1 5-94,1 5 1,-5 5 22,-1 10 0,-6 6-39,1 10 0,-3 3-185,-1 7 0,-1-5-124,0 0 0,1-5-213,-1 4 1,0 1-609,1 5 1,4-6 483,0-5 0,8-7-676,-3-3 1155,11-13 0,-10 9 0,3-13 0</inkml:trace>
  <inkml:trace contextRef="#ctx0" brushRef="#br0" timeOffset="150">0 122 7569,'10'-9'187,"1"4"1,-1 5 110,5 5-393,1 4 0,1 8 274,3 3-101,-3 4 0,12 2-359,-3-1 0,3-6 32,1 1 1,6 2-659,0-1 907,6 6 0,4-10 0,9 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6:20.45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108 660 7569,'-15'-7'202,"-1"-3"1116,1-4-1063,0-1 0,1 5 112,4 0 45,-4 6-303,13-9 0,-6 9-699,7-6 0,0 5 113,0-5 0,7 1-817,3-1 1294,3-4 0,10 6 0,0-8 0</inkml:trace>
  <inkml:trace contextRef="#ctx0" brushRef="#br0" timeOffset="625">492 200 7569,'8'-22'9,"-3"-4"0,-8 4 138,-2 2 0,-6 8-12,6 1 0,-2 1-75,2-5 0,-1 5-37,-5-1 0,-2 8 76,2-2 0,3 3 220,-2 2-35,-1 0-235,-4 0 0,2 7 58,2 3 0,-1 6-55,7 4 1,0 4 26,5 7 0,2-1-2,3 1 1,3 5-122,8 0 1,6 1 83,4-1 0,-3-4 42,3 4 1,0-2-80,4 2 0,-4-4-138,-1 4 1,-1-4 92,2-1 1,1 0 32,-7-1 1,1-1 50,-6-3 0,1-4 88,-1-7 1,-7 1 264,-2-1-253,-5 0 1,-2-1-79,-5-4 1,-4 2 76,-10-7 0,1 1-104,-7-6 0,1 0 32,-6 0 0,-5 0-113,1 0 1,4-7 89,5-4 0,8-2-68,-3-3 0,6-4-79,5 0 0,3-6 35,7 6 1,0-8 66,0 3 1,8-1-59,8-4 1,8 2-238,11-8 0,-1 4 42,7 1 0,-5 1 129,5-1 0,-7 0 78,2 1 1,0-1-5,-6 0 1,4 6 118,-8-1 1,-4 2-55,-1-1 1,-11 1-79,-5 3 1,2 4 83,-2-3 1,-2-2 274,-8 1 1,-5 1-101,-11 5 0,3 4 10,-8 1 1,1 2-59,-6-3 1,0 5-22,1 6 1,4 0-264,0 0 0,8 0 84,-3 0 1,4 0 205,2 0-276,0 6-1301,-1 3 449,8 6-24,-6 1 283,12-1 320,-4 0 0,6 1 394,0-1 0,0-7 0,6 6 0,3-5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6:19.13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627 929 7569,'9'-10'126,"-4"0"0,-3-2 0,-4-2 1,-2-1-1,-1 0 0,2-1 0,1 1 1,2 0-1,-1-2 571,-5-4 1,5 4-543,-4-3 1,3-2-234,2 1 1,0-1 81,0 1 0,-7 4 12,-3-3 0,-4-2-16,-1 1 1,-2 1-67,-4 5 0,3 6 125,-8 4 1,-5 3-8,-4 2 1,-3 2-94,2 3 1,-1 4 24,-4 6 1,-3 7-75,3 4 0,3-3 66,2 3 1,9-2 25,2 1 0,8-2-9,1-8 0,3 0 5,8 1 0,1-3 12,9-3 1,-1 2-1,6-6 1,7-1-16,8-5 1,4 5 5,2 0 1,7 0-183,3-5 1,-2 0 63,2 0 0,0 0-35,5 0 1,-2 7 92,-3 3 1,1 4 0,-6 1 1,0 2-15,-5 3 0,-2 3-14,-4 2 1,-4 4 50,-11-3 0,-3 3 8,-7 1 1,-2-1 435,-3-3 1,-5 3-99,-11-4 1,-3 3 59,-6-3 1,-8 3-111,-3-8 1,-3 6 9,-2-6 0,5-1-94,0-9 0,2 4 33,-2-4 1,-2-3-194,8-2 0,-1-4 60,5-1 0,2 0-946,4 0 143,2 0-282,8 0 141,7-6 161,1-3 1,8-6 318,5-1 0,-1 1-7,10 0 394,-3-7 0,17-2 0,-5-7 0</inkml:trace>
  <inkml:trace contextRef="#ctx0" brushRef="#br0" timeOffset="259">228 101 7569,'0'-22'152,"0"0"1,0-4 485,0 6-583,0 10 0,0 10 93,0 10 1,0 17 143,0 9 1,0 18-52,0 8 0,-1 16-1,-4 4 1,3 13-413,-1-44 0,1 1 0,1 3 0,0 0 157,1 2 1,0-1 0,0-1 0,0-1 102,0 43 1,3-46 0,1-1-60,6 37 0,6 3-447,4-13 0,-3-4 109,3-12 1,3-1-629,-3-4 1,6-3 129,-6-7 807,1 0 0,-3-2 0,1-3 0,-4-2 0,-1 4 0,-4 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10.97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629 261 7562,'-2'-14'0,"-1"2"0,-2 2 253,1-2 0,-2-1 98,1-3 0,-2-4-67,2-1 0,3 1 60,-3 5 0,-2-1-70,2 1 1,-5 0-47,5-1 1,-7 6-66,1 0 0,3 5-24,-2-6 1,-1 8-50,-4-2 1,-5 3 115,-1 2 1,-6 7-156,1 3 0,-3 11 60,-1 4 1,-6 6-67,0 5 1,-5-2 54,5 7 0,1 0 47,4 5 1,0-5-17,1-1 0,6 1-6,3 5 1,11-1-64,5-4 1,3 1 76,2-6 1,0 0-9,0-6 0,12 1 8,4 0 1,4-7-419,0-4 1,4-5 31,7-4 0,5-4-73,0-7 0,1 0-3,-1 0 0,-2-7-133,7-4 0,-5-4 36,5-5 0,-9-2 97,-1-4 1,-1-3-101,-4 3 0,-4-3 111,-2-1 1,-4-1 127,-6 0 1,-3 1 85,-7-1 1,0 7 127,0 4 1,0 3 9,0 1 220,-7 1 0,-2 7 15,-6 2 0,5 5-133,0 1 1,1 8 322,-1 8 1,-2 1-150,7 8 0,0 1-1,5 4 0,0 6-147,0 0 1,7 0-166,3-6 1,9-4 77,1 0 0,6-8-143,-6 3 0,7-11 127,-1-5 1,3-3 9,1-2 0,-1-7-147,-3-3 1,3-11 15,-3-4 1,-4-4-135,-2-2 1,-4 0 6,-6 1 0,-3-3 26,-7-2 1,-2 4 121,-3 0 1,-4 2-8,-6 9 0,-6-4 22,1 9 1,-2-2-55,1 11 1,4 1-60,-3 5 0,3 0 76,1 0 0,3 7-468,3 3 0,-2-1 3,7 1 0,-1 0-188,6 6 1,7 1 709,4 3 0,2-3 0,2 5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14.28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47 31 7569,'-16'-14'2993,"1"4"-2300,6 3 10,3 7-760,6 0 1,6 0 107,5 0 0,2 0-427,3 0 0,4 0-87,1 0 1,6 0-352,-2 0 1,-1 0 560,2 0 1,-7 0 252,1 0 0,-3 7 0,-2 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14.41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0 7569,'-14'16'0,"4"-1"1200,3 0-262,7 1-579,7-8 0,2-1-336,6-7 1,2 0 48,3 0 0,4 0-558,7 0 0,0 0 184,-1 0 302,8 0 0,-6-7 0,6-1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14.99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568 507 7569,'0'-31'0,"0"7"0,0 4 0,0 3 665,0 2-195,-7 6-242,-1-5 0,-14 13-224,-4-4 0,-3 3 65,-2 2 0,-1 2 3,-4 3 1,2-2 47,-7 7 1,7 6 32,-2 4 0,11-5 139,4-4-130,4-1-277,9 5 0,3-1 166,10-4 1,10 2-100,11-7 0,8 0 89,2-5 0,5 7-128,-6 3 0,11-1 36,-5 1 1,5 5-58,-10 6 1,0 1 102,-6-2 1,-1-2-18,-3 2 0,-6 2 108,-9-1 0,-4 4-95,-7-4 1,-7 4 307,-4-4 1,-11 1-120,-8-2 1,-8-3 58,-8 4 1,-7 1-145,-3-2 0,-2 1-92,2-6 0,0-5 119,10 1 1,-2-8 13,12 2 1,2-3-1049,8-2 0,4-7 453,7-3 1,6-6-607,4-4 1,4-4 1064,1-7 0,13-6 0,4-2 0</inkml:trace>
  <inkml:trace contextRef="#ctx0" brushRef="#br0" timeOffset="173">445 31 7569,'0'-15'1134,"0"7"-1122,0 1 1,0 10 4,0 7 0,-1 14-2,-4 17 1,1 10 697,-6 6 0,0 9-238,-6 6 1,6 3-665,0 1 0,1 6 245,-1 0 0,-2 7-782,7-3 0,-5-2-13,5-2 1,1-4 738,10-1 0,2-7 0,7-2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11.58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46 338 7569,'-10'-5'1273,"0"0"-970,6 0 1,-8 12-16,7 3 1,0 8-74,5 3-78,0 6 1,0-3-76,0 7 0,0 5 104,0-1 0,0-2-304,0-3 1,5-9 164,0 4-339,7-6 182,-10-10 186,12-3 1,-11-14-94,7-7 1,-6-4-97,1-12 0,1 4 2,0-9 1,4-1 98,-5 1 0,5 0-98,-5 5 1,6 6 6,-6-1 118,7 8 0,-9 0-10,7 8 137,-6 7 1,4 3-68,-3 10 1,-3 11 166,3 4 1,2 4-84,-2 2 0,2-1-67,-2 1 0,-2 0-113,8-1 0,-6-1 78,5-3 1,-5-4-129,5-7 0,-1-4 27,1-1 64,4-7 0,-8 2-44,5-10 1,2-5-75,-3-10 0,-1 1 12,1-7 0,-5 1 45,6-6 1,-6-5-158,5 1 1,-5 0 53,5 10 1,-6-2 159,1 6 0,-2 2-80,2 9 198,-3-3-68,5 11 1,-7 4 206,0 13 0,2 2-82,3 8 1,-4 1-75,4 5 0,2-6-36,-2 1 0,7-1 22,-1 6 0,2-2-395,3-3 0,-1-4-39,0-7 1,1 0-200,-1 1 0,0-3 306,1-2 0,4-5 244,0-6 0,8 0 0,-4 0 0</inkml:trace>
  <inkml:trace contextRef="#ctx0" brushRef="#br0" timeOffset="737">859 353 7569,'-10'-1'441,"0"-3"414,-2-1-710,5 0 1,0 12 64,7 3-50,0 4 1,0 3 22,0 3 1,0 2-1,0 4 1,0 3-246,0-4 0,0 4-37,0 2 0,0-2-37,0-3 0,2-4 168,3-7 172,-4-6-155,6-3 0,-7-7-7,0-4 0,2-9-163,3-6 0,-1-13 56,6 3 0,-5-6-186,5 0 1,-5 2 20,5-7 1,-4 2 35,4-2 1,0 3 131,5 8 0,-4 6-4,-1 3 47,-7 4-198,11 9 416,-12 1 1,6 16-98,-3 6 0,-3 2 215,3 8 0,-3 3-104,-2 8 1,1-4-91,4 4 0,-1-2-89,6 2 1,-5-9-141,5 3 0,1-9 57,4-1 0,-5-3 112,0-1 1,1-8-272,4-3 145,0-3 1,1-9-63,-1-3 0,0-4 18,1-1 1,-6-2 43,0-3 1,0 3 58,6-4 0,-6 4 10,0 2 0,-5-1 154,6 1-224,-8 7 374,4 1-249,0 7 0,-6 7 125,4 3 0,-3 10-38,-2 6 1,5-2-97,0 1 1,7-4-54,-2 4 0,-1-6-135,1 1 0,0-3 82,6-1 1,-1-3 80,0-2 0,1-5-85,-1-6 1,0-3 44,1-7 0,-1 0-160,0-11 0,1-3 43,-1-1 0,1 1-34,-1-2 1,-2 1 112,-2-6 0,2 7 0,-2 4 1,-5 3 102,-1 1 1,-1 8-138,1 3 306,-3 3 1,5 4-90,-7 3 0,0 5 217,0 11 1,0-3-129,0 8 0,5-1-17,0 6 1,2-5-157,-2-1 0,2-4-230,3 4 1,2-4-356,-7 4 450,7-6 0,-5 3-741,3-7 368,3-6-149,-4-2 0,1-14 159,0-3 0,-6-6 450,1-4 0,-3-11 0,-2-8 0</inkml:trace>
  <inkml:trace contextRef="#ctx0" brushRef="#br0" timeOffset="867">1626 154 7775,'-9'-9'1264,"3"-4"-1117,6 11 0,1-6-98,4 2 1,4 5-596,6-4 1,2 3 351,4 2 0,-4 0 194,3 0 0,4 0 0,0 0 0</inkml:trace>
  <inkml:trace contextRef="#ctx0" brushRef="#br0" timeOffset="1195">2132 154 7569,'-15'-7'0,"-1"5"102,1-3 0,0 4 577,-1 1-449,1 0 0,0 5 140,-1 0 0,6 7-82,0-2 1,5 4-187,-5 1 1,6 0-34,-1 1 0,5 1-84,5 3 1,2-3 167,3 4 0,9 1 25,-4-2 1,9 1-496,-3-6 0,4 2 163,-4 4 1,6-8 65,-2 8 0,-1-13 52,2 7 1,-7-3 193,1 4 0,-8-1-31,-2 0 1,-6 1 78,1-1 0,-4-5-138,-1 1 1,-1-1 6,-4 5 0,-6-5-50,-9 1 0,-2-8 81,-4 2 1,-3-3-283,4-2 1,-3 0 84,3 0 1,-2 0-432,6 0 1,1-2 5,4-3 0,3 2-198,2-8 0,5 1 194,6-5 520,6-7 0,10-2 0,8-7 0</inkml:trace>
  <inkml:trace contextRef="#ctx0" brushRef="#br0" timeOffset="1696">2730 62 6606,'9'-15'1405,"-4"6"-816,-10 4 0,-4 3-30,-6 2 0,-6 0-234,1 0 0,-2 7-117,1 3 0,-1 4-13,-3 1 0,2 2-12,8 4 1,2-4-295,2 3 1,4-3 152,7-1 1,0-1-286,0 0 0,2-1 157,3-4 1,9 2-211,6-7 0,3 5 125,-3-4 0,4 4-36,7-5 0,-6 5 118,1-5 0,-6 7 11,6-2 1,-8-1 135,3 1 0,-4 0-89,-2 6 0,-1-1 169,-4 0 0,2-4-49,-7-1 1,0 0 234,-5 5 1,-7 1-78,-3-1 0,-10 0 64,-6 1 1,-3-1-134,-1 0 0,1-1-47,3-4 1,-1 2-134,6-7 0,1 0 207,5-5-548,-1 0 264,8 0 0,3-6-505,10-5 1,5-2 108,10-3 1,4-4-117,7 0 0,5-8 242,-1 3 0,3 1 105,-2-2 0,-4 8 179,4-3 1,-5 4-76,-6 2 0,2 4 453,-6 1 1,-1 7-276,-4-2 1,-6 3 1075,0 2-732,-6 0 1,4 7 385,-3 3-486,-3 4 0,5 1-69,-7 0 1,0 1-378,0-1 1,1-5-63,4 0 1,-3-4-1458,3 4 849,4-7-528,-1 4 1362,1-7 0,4-7 0,-4-1 0</inkml:trace>
  <inkml:trace contextRef="#ctx0" brushRef="#br0" timeOffset="2253">3022 108 7564,'1'-10'342,"4"0"0,-1 6-159,6-1 1,-5 3-115,5 2 1,-4-5 83,4 0 0,0 0-122,5 5 1,1 0 112,-1 0 1,0 7-154,1 3 0,-1 4-2,0 1 1,-1 2 100,-4 3 1,2-1 9,-7 7 0,5-6-32,-4 6 1,4-6 33,-5 6 0,5-7-14,-5 1 1,7-5 41,-2-4 1,-1 0-27,1-5 0,0-1-156,6-5 1,-1 0-88,0 0 0,6-7-101,-1-3 0,-1-4 169,-9-1 1,2-2 68,-7-4 1,0-3-298,-5-6 0,0 4 38,0 1 1,-8-1 77,-7-5 1,-1 2 48,-4 4 0,4 3 405,6 6 0,-2 6 87,7 0 71,0 6-305,5-2-63,0 6 1,9 1 12,6 4 1,0-1 3,6 6 1,1 0-86,-2 6 0,6 1 67,-6 3 1,1-3-38,-6 4 1,6-4-16,-1-2 1,0 5-2,-4 1 0,-6-2 55,0-9-27,1 3 0,-1-11 473,0 3-324,-7-3 0,6-2-182,-4 0 0,-2-7 80,8-3 0,-6-4-340,5-1 0,-2-7 30,3-4 0,2-3-78,-2-1 1,2 4 167,3 0 1,-6 9 53,0 2 0,-5 7 310,5 8 0,-6 1-159,1 4 1,-2 11 536,2 9 1,-3 4-303,3 2 1,2 3-51,-2-3 0,5 8-319,-5-8 0,6-2-435,-6-4 0,2-6 469,-2 1 1,2-3 163,3-1-131,-3-1 0,-1-6 0,3-3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17.94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92 284 7569,'-15'6'0,"0"-2"0,1 6 0,4 2 249,-4 2-94,12 1 0,-9 0 14,5 1 1,1 4 137,5 1 1,0-1-274,0-5 22,0 1 35,7-1 1,2-1-8,6-4 0,0-3-112,1-7 0,-1-5 36,0 0 1,1-9-279,-1-1 0,-5-2 138,0-9 1,-1 7-129,1-1 1,2-4 97,-7-2 1,0 2 116,-5-1 0,0 1 2,0-2 1,0-1-3,0 7 1,0-1 292,0 6 1,-1 0 62,-4-1-6,3 8 0,-7-4 178,4 7-437,3 0 3,-4 5 0,12 1-95,5 4 0,-3-1 71,2 6 0,1-5-32,4 5 0,2-4-74,4 4 1,-10 0 39,5 5 1,-4 1 116,3-1 0,-6 0-73,-4 1 0,2 4 169,-2 1 1,0 6-82,-5-2 0,1-1-33,5 2 1,-3-7-28,7 1 0,0-3 5,6-2 0,-1-1-104,0-4 1,6-3 62,-1-7 0,2 0-140,-1 0 1,-4 0 27,3 0 0,-3-7-88,-1-3 1,-1-4 12,0-1 1,-1 0-3,-4-1 0,-3 1 66,-7 0 0,0-6-18,0 1 1,-7-7 115,-3 1 1,-9 2-45,-1-1 1,-6 1 231,6-2 0,-6 4-74,6 7 1,-6-1 289,6 1 1,1 5 95,9 0 16,-4 6-434,13-10 1,-5 13-64,12-4 0,2 3-84,7 2 0,8 0 31,2 0 0,4 0-127,2 0 1,-6 0 15,1 0 0,-6 5 109,6 0 0,-7 7 58,1-2 0,-5 9 104,-4 2 1,1 4-80,-7-4 1,5 4 113,-5-4 0,5 4 72,-5-4 0,7-1-31,-1-5 1,2-4 47,3-1 0,-1-7-19,0 2 1,2-5-206,4-5 0,-4-3-52,3-8 1,1-1-122,-6-3 1,4 1 86,-9-6 1,-3-1-64,-2-5 0,-5 1-66,-5-1 0,-9 2 20,-6 3 1,-8 4 118,3 7 1,-2 5-33,1-1 1,-3 10-108,3 1 0,-1 7-182,2 8 0,-3 5 401,8 1 0,6 6 0,7-3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20.20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13 108 7569,'0'-22'474,"-6"5"1,1-4 0,4 6 0,4 5 19,7 4 1,4 5 18,1 1 0,2-5-387,4 0 1,3-1-268,6 6 1,1 0-93,0 0 0,-1 0-272,1 0 1,1 0-971,4 0 1001,-10 0 0,8 0-99,-14 0 573,1 0 0,-6 7 0,0 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20.33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78 0 7569,'-31'16'953,"12"-1"1192,4 0-1240,10 1 0,-2-1-430,7 0 0,12-5-553,3 1 1,16-8 107,0 2 1,16-5-1430,4-5 1,12-5 164,4-11 1072,-1 4 0,3-18 0,0 2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19.05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290 537 7569,'-7'-15'139,"6"-1"1,-6 1 505,0 0 0,5-1-365,-3 1 0,3 0-124,2-1 1,2 1-273,3 0 90,4 6 0,1-3 99,0 7 0,0-5-50,6 5 0,1 1-116,3 9 0,-4 6 67,-1 9 1,-1 11-27,-9 10 1,0 3-40,-5 2 0,-4 5 41,-6 0 0,-2 0 165,-13-5 0,-1-7 185,-5-3 0,1-10-120,-1-6 1,-1-9 112,-4-6 0,9-4 77,-4-1 0,5 0-90,1 0 1,3-1-30,6-4 0,6 3 156,0-3-373,6-4 0,-1 7-52,10-3 1,6 4-163,9 1 1,4 0 56,7 0 1,1 0-109,4 0 0,-2 5-636,7 0 1,-5 0 398,4-5 1,-4 0-501,5 0 1,-7 0 442,2 0 0,-4-2-140,-1-3 665,0-3 0,6-14 0,2-2 0</inkml:trace>
  <inkml:trace contextRef="#ctx0" brushRef="#br0" timeOffset="402">750 399 7569,'-15'0'392,"-1"0"-209,1 0 1,2 7 69,2 3-104,-2 4 0,6-4-206,-3 0 0,3 0 117,7 6-209,0-1 0,2-1 93,3-4 0,3-3 83,7-7 1,-4-2 12,-1-3 0,0-4-113,5-6 1,-1 0 50,-4-1 0,4-1-58,-4-3 1,-1-2-10,1-4 0,-5-3 61,5 3 1,-5-8 46,6-1 1,-6-3-30,5 2 0,-2 9 215,3-4 1,1 9 126,-7-3-203,7 6 1,-4-2-105,8 11 1,-1 2 79,0 3-162,1 3 0,-1-5 77,0 7 1,1 2-18,-1 3 0,0 3 36,1 8 1,-6 1 91,0 3 1,-7 4-27,3 7 1,0 1 48,-1 4 0,1 3-66,-6 7 1,-2 5 26,-3 0 0,1 7-64,-6-1 0,2 2 44,-3 3 0,-2-3-302,3-3 1,-2 2 123,1-6 0,-1 4-539,7-5 1,0-7 305,5-8 1,0-5 98,0-6 0,2-4-129,3-11 0,4-5 346,6-10 0,7-10 0,2-9 0</inkml:trace>
  <inkml:trace contextRef="#ctx0" brushRef="#br0" timeOffset="607">1272 767 7569,'0'8'-1491,"0"6"2321,0-4 0,0 9-309,0 2 0,1-1-333,4-5 1,4-4 6,6-1 0,6-7 123,-1 2 0,8-5-39,-3-5 0,2-8 34,-1-8 1,-4-6-86,-7 1 1,-6-1 11,-4 1 0,-3-1-137,-2 7 1,-7-6 79,-3 6 1,-11 4-427,-4 6 0,-4 7 208,-2-2 1,0 5-1046,1 5 1,-1 8 207,0 8 872,7-1 0,-5 9 0,6 4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18.31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614 62 7724,'9'-15'0,"-4"0"567,-4-1-262,-1 8 0,-1 1-37,-4 7 0,-4 8 69,-6 8 1,-7 6-148,-4 9 0,-5 6 0,-5 4 0,4 3-195,-4 2 1,-3-1 61,-2-4 1,2 3-612,-2-3 0,2-4 364,-2-1 1,4-4-732,6-1 1,5-9 124,1-6 796,6-1 0,-3-20 0,6 3 0</inkml:trace>
  <inkml:trace contextRef="#ctx0" brushRef="#br0" timeOffset="154">108 93 9477,'8'-7'906,"4"12"-751,-7 0 1,7 9 216,-1 6 0,1 4-89,-2 7 0,8 5-376,-2 0 1,9-1 133,1-4 0,3 0-691,2-1 0,6 1-72,4 0 1,3-6 721,2 1 0,0-1 0,0 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16.46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291 446 7122,'0'-9'296,"0"-4"0,0 4-105,0-6 0,0-2-98,0-4 0,0 4-27,0-3 0,0-4 29,0-2 0,-1-3-2,-4-1 1,1 1 11,-6 3 1,5-3-12,-5 4 0,-1 2 1,-4 3 1,0 3-1,-1 2 1,-4 1-23,0 4 1,-1 3 23,6 7 1,-6 2 16,1 3 0,-1 3-11,6 8 0,0 4 2,-1 0 0,8 13 40,3-2 0,3 6-47,2 4 1,9 0-96,6 10 0,2 2 71,8-2 1,-4 0-244,5-5 1,-3 0 40,3 0 1,1-2 43,-6-3 0,-1-8 102,-5-8 0,-4-4-36,-1 4 245,-7-6 0,2 1-82,-10-9 1,-3-5 34,-8-6 0,-6 0-8,-3 0 0,1-3 8,-2-7 0,2-2-139,-1-14 1,-2 2 22,6-1 0,6-2-17,5 6 0,6-1 33,-1 2-340,3 3 0,2-6 129,0 8 1,2 1-394,3 4 1,5-3 196,11 2 0,-4 3-135,3-2 0,4-1 62,2-4 0,-2 1-81,1 4 1,1-3 149,4 2 0,3-1-20,3 2 0,-4-2 351,4 7 0,3-14 0,0 2 0</inkml:trace>
  <inkml:trace contextRef="#ctx0" brushRef="#br0" timeOffset="578">706 308 7569,'-16'-7'269,"6"0"12,0-3 539,6-4-327,-9 6-172,11-1-42,-5-5-233,7 13 0,7-4 0,3 10 0,4 5 54,1 10 1,1-1-145,-1 7 1,-1 4 72,-4 6 1,2 5-156,-7-5 1,0 5 90,-5-5 0,-2-2 104,-3-9 1,-5-3 42,-11-6 1,3-3 115,-8-2 1,2-5 55,-1-6 0,-3 0-94,8 0 0,-6-1 31,6-4 1,0-4-6,4-6 0,8-1-168,3 1 0,3 5 2,2 0-193,0-1 0,8 1 79,8 0 0,1 7-58,8-3 1,-4 5-338,4 1 1,-4 0 217,4 0 1,1 0-406,5 0 1,-1 0 232,1 0 0,-6-5-245,1-1 0,0 0 231,4 1 1,-4 1 128,-1-6 1,-1 0 297,2-6 0,-2 6 0,-4 0 0,-3 0 0,4-6 0,-6 1 0,-5 0 4,4-1 0,-11 1-4,7 0 1036,-6 6-113,3 2 155,-7 7-708,-7 0 0,5 2-41,-3 3 1,3 4-65,2 6 1,0 7-83,0 4 1,0 3-151,0 1 0,7 1 83,3 0 1,-1-1-154,1 1 1,-1 0 4,1-1 1,2 1-1,-7 0 1,0-7 107,-5-4 1,5-3 2,0-2 1,0-4-102,-5-1 0,-6-7 78,-5 2 0,-2-3-510,-3-2 0,-1-2 219,-3-3 1,1-3-617,-6-8 1,4-6 179,-4-3 1,6-6-536,-2-5 1206,11-3 0,-3-14 0,4-1 0</inkml:trace>
  <inkml:trace contextRef="#ctx0" brushRef="#br0" timeOffset="676">951 461 7569,'10'-24'-858,"0"4"1,-4 8 818,4 2 1,-5 4 0,5-2 38,2 1 1002,2 2 1,-4 0-408,0 0 1,2-5-446,9 4 0,-3 1-96,8 5 0,-1-5-111,6 0 1,1-2-1235,4 2 1291,3 3 0,7-11 0,0 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37.48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169 185 7441,'2'-16'0,"1"1"-704,2 0 1577,0-1-524,2 1 0,-5 5 107,3 0 42,-3 6-230,-2-3-85,-7 14 1,5 2-21,-11 6-26,11 0 1,-7 6 138,4-1-239,4 8 0,-6-4 43,7-1 0,0 6-125,0-3 1,1-2 115,5 1 0,-1-4 38,10 4 0,-3-6-97,8 2-123,4-4 0,-5 0 6,7 3 0,-3-5 17,3 1 0,1-1 71,-6-5 0,-3 4 35,-7 1 0,1-4 339,-7-1-191,0 0-126,-5 5 0,-7-1 56,-3-4 0,-11 2 89,-4-7 0,-4 5-230,-2-4 0,-5 4-220,1-5 0,-3 0-83,2-5 1,4-2-314,-4-3 1,5-3-330,6-8 1,4-1 466,11-3 1,3-6 522,7-10 0,0-3 0,0-7 0</inkml:trace>
  <inkml:trace contextRef="#ctx0" brushRef="#br0" timeOffset="160">138 277 7569,'16'-17'-45,"-3"-2"-68,-2-1 1,1-1 804,-7 6 1,7 5-233,-2-1 1,-2 3-75,3-2-225,-1 3 0,0 2 231,0 0-263,0-1 0,6 5-34,-1-4 0,0 3-151,1-3 0,-1 3 231,0 2-1016,8 0 473,-6 0 263,12 0-1120,-12 7 600,12-5 334,-12 11 0,7-9-174,-4 6-65,-3-7 530,5 11 0,-6-6 0,-1 8 0</inkml:trace>
  <inkml:trace contextRef="#ctx0" brushRef="#br0" timeOffset="625">706 200 7569,'0'9'0,"-2"-1"544,-3-3-288,3-3 0,-6 12 18,3-4 1,3 9 1,-3 1-116,3 7 1,2-4 22,0 2 1,0 2 91,0-6-292,0 6 0,0-10 194,0 4-235,7-11-305,-5 3 241,11-11 71,-4 5-41,-1-7 32,6 0 1,-5 0 4,-1-14 1,4 4-49,-7-10 1,5-4-25,-4-2 1,-1-3 77,-5-1 0,-2-3 44,-3-3 1,1 4-41,-6-4 0,2 0-108,-3 6 0,0-3 187,5 13 460,-6-1-472,11 6-238,-6 7-89,7 1 212,7 14 1,1-1 88,8 5 0,4 2-64,1-2 1,4 2-118,-4 2 1,4 1 98,-4-1 0,4 6 121,-4-1 0,4 6-109,-4-6 177,-1 1 55,2 1-201,2-5 118,0 5 0,5-8-17,-4-4-68,4-3 38,2-7-34,0 0 68,-7 0 1,5-9 126,-4-6 1,-3-2-38,-1-9-103,-4 1-14,-9-6 1,4 0 68,-7 0 0,-6 1 107,-10-1 1,-4 2 6,-5 4 0,-6 2-84,-10 8 1,-1 7-38,-4 2 0,2 5-9,3 1 1,9 12-865,-4 3 1,9 11 775,-4-1 0,8 11 0,-5 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36.71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108 60 7427,'0'-16'-395,"-2"3"553,-3 3 693,4-4-569,-6 12 0,2-3-101,-1 10 0,-4 5-18,5 11 1,-5 4-10,5 11 1,-5-2-114,4 7 0,-4 2 61,5 8 1,-5-3 40,5 3 0,0-3-36,5-2 0,0-2-760,0-3 1,0 1 174,0-6 0,0-2-71,0-8 1,6 1 221,5-6 0,-3-8 327,2-8 0,1-3 0,11-9 0,2-1 0</inkml:trace>
  <inkml:trace contextRef="#ctx0" brushRef="#br0" timeOffset="274">369 60 7569,'8'-7'0,"-1"5"0,-7-3 153,0 10 0,0 5 298,0 11 1,-5 10 181,0 10-379,0 3 1,0 9-40,0 3 0,-1-3-32,6-2 1,4-3-522,6-2 0,2-7 242,14-3 0,-1-11 213,6-4 1,1-11-112,4-5 0,-4-5-272,4-5 0,-10-9 131,-6-6 0,-4-8-19,-6 3 0,-5-4 136,-10-2 0,-4 6 26,-6-1 0,-7 9 100,-4 2 1,-3 6-66,-1 9 0,1 2-26,3 3 1,-1 10-3,6 11 0,3 8-559,7 2 0,4 6 64,7-1 480,0 4 0,7-6 0,2-2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35.98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506 320 7569,'-8'-15'851,"1"0"-479,7-1 0,0 1 88,0 0-277,0-1 1,0 1-35,0 0 1,0-1-218,0 1 208,0 0-95,-7-1 0,-1 3 31,-8 3 1,1 3-111,0 7 0,-7 1-45,-4 5 1,-5 4 50,-4 10 1,-3-3 75,-3 4 1,4 1-29,6-2 0,5 3-120,1-3 0,8-3 55,2 3 1,1-3 21,9-1 0,0-1 26,5 1 1,7-6 3,3 0 0,8 0 53,3 6 0,8-1-51,2 0 1,1 1 0,9-1 1,-5 2-41,5 3 0,-6-3-21,6 4 1,-12-4 42,2-2 1,-11 1-6,1-1 1,-11 0 204,-5 1 60,-3-1 1,-6 0 64,-6 1 1,-7-1-113,-14 0 1,-1-4-100,-4-1 0,-3 0-13,-7 5 0,3-4-184,-3-1 1,11-7-133,-6 2 1,8-3-244,8-2 1,-2 0-337,6 0-674,1 0 793,11 0 0,2-2 297,7-3 1,2-3 385,3-8 0,4-6 0,6-2 0</inkml:trace>
  <inkml:trace contextRef="#ctx0" brushRef="#br0" timeOffset="220">276 90 7569,'0'-15'176,"0"0"321,0-1-45,7 1-226,-5 0 0,6 6-111,-2 4 0,-5 12 38,4 8 0,-3 7 30,-2 9 1,0 7 22,0 2 1,0 1-135,0 5 1,-5 6-67,0 14 1,-7-3-142,2 4 0,1 1-185,-1-2 0,7 6-481,-3-6 0,6 2 29,6-1 0,-3-9 101,7 3 671,0-3 0,13 3 0,0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38.94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444 62 7569,'0'-15'0,"0"-1"263,0 1 535,0 7-417,0 1-244,0 7 1,0 13-1,0 8 1,0 13-82,0 7 0,0 5-57,0 5 0,0 2 60,0 3 1,0 2 122,0-7 1,-5-1-81,0-10 0,-7-2-362,2-7 0,-4-7 285,-1-4 0,-2-8 236,-4-2 1,-3-6-260,-6 1 1,-1-9 41,0-1 0,-1-12-106,-4 2 0,9-9 89,-4 3 1,6-6 66,-1 2 0,4-3-21,6 3 0,8-2 51,3 6 1,5 1-36,5 4 0,9 3-22,6 2 0,9-1-155,2 7 0,6-7 103,9 2 0,0 2-313,0-3 0,7 3 154,3-2 1,4-6 99,1 1 1,4 0-64,-4-6 0,4 3-606,-9-3 0,2 4 126,-1-3 1,-5-3-458,-6 3 1044,-6 0 0,4-3 0,-5-1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39.17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30 7569,'0'-15'0,"0"6"0,0 4 170,0 10 0,0 10 608,0 11 0,0 11-333,0 10 1,0 5-95,0 10 0,-2 8-173,-3 6 0,3 1-261,-3 5 0,2 3-20,-2 2 0,3-4 132,-3-1 0,3-10 121,2-6 1,2-4-145,3-6 1,3 0-1165,8-10 1,-1-5-360,1-15 841,-1 3 1,2-19 69,3 0 606,-3-13 0,6-13 0,-8-8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39.33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1 8467,'0'15'250,"0"1"1,-5-1-56,0 0 0,0 6-44,5-1 0,0 1-471,0-6 1,5 0 41,0 1 1,2-1-154,-2 0 0,2-5-189,3 1-98,4-8 718,-6 4 0,1-21 0,-2-3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39.73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46 7569,'0'-15'378,"-5"5"-11,0 0 46,0 6-343,5-3-211,7 7 0,1 0 39,8 0 1,1 0-46,3 0 1,2 6 129,4-1 1,-2 1-84,-4 0 0,2-5 14,4 4 1,-4 2 80,-7-2 1,-4 6-64,-1-6 1,-7 7 36,2-2 0,-3-2 80,-2 3 1,-2-1 15,-3 5 0,-5-1 123,-10-4 1,2 4 30,-2-4 1,3 3-111,2 3 1,-1-1 33,1 0 0,6 1 12,4-1-22,4 1 0,13-1-68,3 0 0,10 1-227,1-1 1,3-5 58,2 0 1,-2-1-3,-4 1 0,2 4 156,-6-4 0,-1-2-56,-4 3 0,-1-3 252,0 2 0,-6 4 82,-4-4-279,-3 4 0,-4 1 94,-3 1 1,-4-6 251,-6 0 0,-2-5-246,-3 5 1,3-1-211,-4 1 1,4-3-70,2-7 0,-1 5-294,1 0 0,5 0-444,0-5 1,4 5-7,-4 0 873,7 1 0,-4 0 0,7 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0.40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338 184 7569,'-7'-40'143,"-1"2"1,-3 4 310,1 5 1,0 10 66,-5 4 0,-6 6-271,1 9 1,-3 0-90,3 0 1,-2 16 7,-4 9 1,-3 8 9,4 13 0,3-2 22,1 12 1,6 0-24,5 6 1,-2-1 0,7 1 0,-1-8-55,6-3 1,7-3-144,3-2 1,6-7-366,4-3 1,2-4 244,4-1 0,3-12-500,-3-4 1,2-10 336,3 0 1,0-3 100,0-2 0,-1-14-143,1-6 0,-2-7-442,-4-4 0,3-5 331,-8 0 1,1-6 268,-6 1 1,0 3 241,1 3 1,-8 2-55,-3 3 1,-3 11 1022,-2 3-862,0 11 1,-2 0-131,-3 10 0,-3 6 167,-8 9 0,8 4 498,3 7 1,3-1-277,2 1 1,2-6-200,3 1 1,3-2-314,8 1 0,6-2 129,3-8 0,4-7-149,2-2 1,0-6 79,-1-6 0,-4-9 50,-1-10 0,-8-4-74,-1-2 1,-8 0-48,-8 1 1,0-1 136,0 0 0,-12 6 17,-3-1 1,-9 12-85,4-1 0,-2 10-169,1 0-475,4 3 1,-3 4 74,9 3 600,5 4 0,6 13 0,0 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1.12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0 207 7569,'0'-15'0,"0"0"560,0 6-270,0 2 1,5 9 271,0 3-425,7 4 1,-8 13-10,6 3 1,-5 4-87,5 2 0,-5 0-73,6-1 1,-8-1 79,2-3 0,2 1 337,-2-6-156,7-1-758,-10-5 447,11-6 0,-9-9 91,6-10 0,-7-11-79,2-4 0,2-4-133,-2-2 0,7-7-64,-1-2 0,-3-5 110,2-1 0,-1 5 106,1 0 0,4 7-38,-4-1 0,-2 11 350,3 8-140,-8 1 1,9 15 49,-7 0 1,0 14 11,-5 11 1,0 4-63,0 2 1,5 5 32,0-1 0,2 1-38,-2-5 1,-3 0 4,3-1 1,2-6 48,-2-3-246,7-4 115,-3-9 0,1-1 22,0-7 0,-5-7-97,5-3 1,-5-11-134,6-4 0,-3-4-69,2-2 0,-1 1 102,-4-1 0,-3-3 103,3 3 0,2-1-103,-2 11 372,0 1-135,-5 11 0,0 4 27,0 10 0,0 9 49,0 6 1,5 9-55,0 2 1,2 0-118,-2 5 0,-2-6 63,8-4 0,-1 3 25,5-4 0,1-1-99,-1 2 1,0-8-794,1 3 1,1-4 145,3-2 1,-3-1-733,4-4 1383,-4 4 0,-2-13 0,0 6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1.84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31 321 7569,'0'-16'0,"0"6"0,0 0 0,-2 6 66,-3-1 1,2 5 611,-7 5 1,6 6-271,-1 9 1,3-1-109,2 6 0,0 6-187,0 5 1,0 0 15,0-6 1,0-1-159,0-3 1,0 1 63,0-6 1,5 4 128,1-4 1,0-6 19,0-5-419,-5-7 1,11-4 82,-7-15 0,5-6-32,-4-8 0,6-8 45,-2-3 1,-2-5-95,2-5 1,-1 2 32,1-8 1,4 6 132,-4-5 0,-1 12-34,1-2 1,-5 12 48,5 3 1,-6 7 596,1 9-371,3 6 0,-6 4-37,3 10 1,-3 5 78,-2 11 1,5 10-17,0 10 0,2-2-126,-2 2 1,-2 0 15,8 5 1,-1-6 22,5 1 0,0-7-54,1 2 1,1-3-436,3-3 1,-3-6 107,4-3 1,-4-11-357,-2-5 504,0-3 0,1-4 65,-1-3 0,0-5 99,1-11 0,-6 4-87,0-3 1,-1-3-47,1 3 1,4-6 52,-4 6 1,-2 0 400,3 4-20,-1 1-249,-2 0 54,6 6 11,-12 2 1,6 16 37,-3 6 1,-3 2-48,3 9 0,-1-1-56,1 6 0,-2-6-11,7 1 1,1 0-107,4 4 1,5-1 12,1-3 1,-1-4-196,-4-7 0,-1-1 153,0-4 1,1-3-78,-1-7 1,-5-9-97,0-6 1,1-2 56,4-8 0,-1-1 63,-4-5 0,2 1 4,-7-1 0,2 2 97,-2 3 1,-4-1 24,5 7 0,-3 4 424,2 6-203,-3 7-24,5-4 0,-7 14 101,0 3 0,0 5-115,0 6 0,1 1-4,4 3 0,-1 3-103,6-8 1,-5 6-287,5-6 0,-1 1-67,1-6 0,4-1-609,-4-4 185,4-3 0,1-7 279,0 0 1,-4-2-139,-1-3 0,-7-4 188,2-6 1,-3-7 108,-2-4 0,-2-3 240,-3-1 0,3-1 0,-18-13 0,3-4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1.95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124 139 7569,'-16'-31'322,"1"0"-92,0 8 0,-1 6 109,1 6 1,1 6 214,4-5-141,-4 7 23,13-4-441,-6 14 0,9-4-156,3 7 0,3-5-194,8 6 0,-1-8-32,0 2 1,1 2 386,-1-2 0,7 7 0,2-4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2.47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245 231 6732,'0'-24'-419,"0"2"846,0 7 1,0-6-79,0 1 0,6-1-109,-1 6 0,0-1-22,-5 1 1,-2 2 70,-3 2 0,2-1-123,-8 7 0,1-5-40,-5 5-61,-1 0 1,1 5 92,0 0 1,-1 1-101,1 5 1,0 7 40,-1 8 0,8-1 41,3-5 0,-2 6-86,2-1 1,0 6-123,5-6 0,7 8 76,3-3 0,3-1-36,3 2 1,-1-2 5,0 1 0,2 4 51,4-3 1,-4-3-50,3 3 1,-8-7 50,-1 1 1,-8-3-9,2-1 1,-3-1 22,-2 0 1,-2-4 292,-3-1 1,-4-7-125,-6 2 0,-2-3-35,-3-2 1,-3 0-113,-2 0 0,-2 0-73,6 0 1,-4-5-216,4 0 1,2-2 142,9 2 1,-2 1 106,7-6-159,0 7 0,7-6-1169,3 4 0,9 3 421,6-3 1,9-2 191,2 2 1,1-7 684,9 2 0,0-10 0,5-4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2.76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216 154 7110,'23'-22'-1032,"-7"3"1703,-11-7 1,-3 8-200,-2-3 1,-2 6 52,-3 5 0,-5-2-186,-11 7 1,2-1-102,-6 6 0,4 2-7,-4 3 1,1 4-47,-2 6 1,4 0-50,7 1 0,6 4-130,4 1 1,4-1-101,1-5 1,1 6 108,4-1 1,6 6 118,9-6 0,-1 8-120,6-3 1,-4-1-171,4 2 1,-4-6 48,4 6 0,-6-6 97,2 6 1,-6-8 87,-5 3 1,2 1 123,-7-2 1,0 1-84,-5-6 0,-7-1-9,-3-4 1,-5 4-158,-6-4 0,3-1 81,-8 1 0,1-7 57,-6 2 1,5-3-98,1-2 1,6 0-915,-1 0 1,3 0 122,1 0 1,8-2-947,3-3 1743,3-3 0,9-15 0,1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2.99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108 16 7569,'0'-9'496,"0"2"1,-7 7-200,-3 0 0,-4 2 94,-1 3 1,1 4 128,4 6-383,-4 7 1,7 2-4,-3 7 1,3-6 71,7 1 1,0-6-285,0 6 0,2-7 104,3 1 1,4-3-125,6-1 0,0-6 42,1 0 1,-6-7-1416,0 3 793,0-5 0,6-2-172,-1-5 1,-6-2 849,-4-7 0,3-8 0,1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3.14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0 6078,'-15'0'0,"7"0"724,1 0 1254,7 0-1914,0 0 1,7 2 11,3 3 1,3-3-1122,3 3 702,-1 3 0,6-4 343,-1 6 0,0 0 0,-4 5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3.69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138 245 7569,'-15'2'659,"0"3"-350,-1 4 1,4 6 89,-3 1-263,3 6 0,-5-5 11,7 3 1,1-3 46,-1-1 0,3-1-216,7 0 1,0-5 73,0 1 0,7-8 108,3 2 1,6-3-45,4-2 1,-1-7-311,6-3 1,-4-9-35,4-1 0,-4-8-185,4 3 1,-6 1 176,2-2 1,-9 1 67,-2-6 0,-7 2 106,2 4 1,-3-3-40,-2 8 0,0-6 100,0 6 0,-5-1-157,0 6 823,0 0-280,5-1-239,0 8 1,1 1-198,4 7 1,4 5 102,6 0 1,2 6-14,4-6 0,-4 8 9,3 3 0,2-1 95,-1 5 0,-1 4-89,-4 2 1,-1 3 132,0 1 1,-1 3-45,-4 3 0,2-4-21,-7 4 0,0-6-83,-5-4 1,0 1 160,0-6 155,7-8-251,-5 1 0,5-14-111,-7 0 0,7-8 80,3-13 0,3-1-429,3-4 0,-1-8 11,0 4 0,6-11-139,-1 0 0,6-2 246,-6 2 1,1 5 73,-6 11 0,0 3 434,1 6 1,-6 8-212,0 3 1,-5 5 85,6 5 0,-8 10-75,2 11 0,-3 3 171,-2 1 0,5 1 74,0 0-754,7-1 277,-4 1 0,8 0-1184,-1 0 650,0-8 310,8 6 171,0-12 215,1 12 0,12-5 0,-3 7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3.99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44 7569,'-7'-15'1351,"6"0"-1023,-13 6 0,12 4-103,-3 10 0,4 9 50,1 6 0,0 8-50,0-3 0,0 4-140,0 2 0,0-6 98,0 1 1,6-2-399,5 1 0,-3-2-385,2-8 16,1 0 1,-1-1-254,0-4 128,0-3 1,1-7-167,-1 0 875,-7-7 0,11-1 0,-6-8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4.38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46 108 7569,'-15'-15'203,"1"-1"148,4 1 1,3 0-446,7-1 1,0 6 133,0 0 1,9 6-214,6-1 119,7 4 1,9 1-82,0 0 1,4 0 104,1 0 0,7 0-123,-2 0 0,3 5 70,2 0 1,-5 2 6,0-2 0,-7-3-58,2 3 0,-9 1 128,-2 0 1,-11 0 74,1-1 110,-9-3 1,-1 12-61,-10-4 0,-6-1 132,-9 1 1,1 0-1,-6 5 0,6 1-115,-2-1 0,4 5 33,2 1 0,1-1-35,4-4 1,3-1-168,7 0 1,0 1 51,0-1 0,12 6-89,4-1 1,9 6 107,1-6 1,4 6-76,6-6 1,-3 6 70,2-6 0,-2 7-2,-3-1 1,-6-4 98,-3-2 0,-4-3-70,-2-1 0,-6-1 232,-4 1 1,-5-1-25,-5 0 0,-4-5-61,-6 1 1,-7-1-224,-4 5 1,2-6-227,-1-4 1,-1 2-646,-5-2 1,6 5 477,-1-5 0,8 2 408,-3-2 0,-3-3 0,0 5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4.90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934 307 7263,'-15'-35'-593,"-1"-1"1,8 0 863,3 5 0,1 1 550,-1-1 1,3 7-175,-3 4-156,-3 3-337,-1 1 0,-11 3-82,-1 2 1,-6 5 159,2 6 0,-4 0-37,-2 0 0,-5 6 71,0 5 1,1 4-84,4 5 1,2-2-83,3 2 1,1 2 14,9-1 0,-1 1-137,12-2 1,2-3 64,8 4 1,9 1-118,6-2 1,14 2-82,2-1 1,7-4 97,3 3 1,0 3-14,0-3 1,-2 6 23,-3-6 0,-4 2-56,-6-1 0,-9-4 120,-7 3 1,-1-3 120,-9-2 1,-8 6-6,-13-1 0,-7 3 165,-13-3 0,-7-1-191,-13 6 0,0-6-17,-11 2 1,-1 1-59,2-2 0,-6 1 70,6-6 0,-1-5-604,6 0 1,6-6 26,4 1 1,10-3-225,5-2 0,11-2 164,4-3 0,11-4-167,5-6 1,5-6 347,5 1 1,5-12 351,11 1 0,16-17 0,11 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5.10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108 138 7569,'15'-39'189,"-6"7"43,-4 6 0,2 12 322,-2-1-48,0 10-214,-5-2 0,0 21 46,0 6 1,0 16-51,0 10 1,0 2 61,0 8 1,-2 7-136,-3 9 0,-3 3-158,-8 1 1,1 3 22,0 3 1,-6 6-401,1 4 0,-1 4 80,6-9 1,7-6-130,2-4 0,5 3-647,1-8 0,1-2 320,5-14 1,2 2 695,7-7 0,3-7 0,-1-8 0,-2-4 0,-3-1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5.50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16 117 7569,'0'-26'-118,"0"2"1,2 2 288,3 3 1,-4 7 1048,5 2-898,-5 7 0,4 3-127,0 10 0,1 17 159,-6 9 0,0 8-118,0 7 1,0-1-42,0 6 0,-6 0-165,1 6 1,-5-1-218,5 0 1,-2-1-57,2-4 0,3 2-331,-3-7 1,4 4 396,1-9 1,0 2-2,0-13 1,1-4 177,4-5 0,4-8 0,6 5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5.82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275 0 7569,'-16'0'785,"1"0"1,0 9-480,-1 6 1,1 16-112,0 15 0,-2 7 172,-4 8 0,-3 7-52,-6 4 0,4 8-289,1 2 1,7-1 58,3-4 0,8-7-177,12-4 1,6-14 138,9-6 0,9-17-193,7-4 1,6-13 126,-1-7 0,4-3 59,1-2 1,-4-14-528,-6-6 1,-2-7 198,-13-4 1,-3 0 210,-7 1 1,-5-6-32,-6 0 1,-11 0 12,-5 5 1,-11 4 83,-4 7 0,-1 1 138,-9 14 0,2 1-136,-2 10 0,3 4-15,8 10 1,1-1-352,3 7 0,6-1 148,9 6 0,5 0 227,6-1 0,6-6 0,3-2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6.40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323 77 7569,'0'-15'731,"0"0"-480,0-1 14,0 1 110,0 6 1,-2 3-86,-3 6 1,-3 1-97,-8 4 0,1 4 3,0 6 0,-1 6 0,1-1 1,0 7-39,-1-1 0,6 3-117,0 2 0,6-1 137,-1 1 1,5 0 19,5-1 0,6-1-447,9-3 0,-1 3 118,6-4 1,3 3 23,8-3 0,-4 3 57,4-8 1,-4 6 38,-1-6 0,-7 6 66,-4-6 1,-3 1 112,-2-6 0,-6 0-139,-4 1 0,-3-1 18,-2 0 1,-9-5 206,-6 1 1,-7-1-141,-9 5 0,-1-1-268,-4-4 1,2 2-57,-7-7 1,2 0-302,-2-5 1,-3 0 52,3 0 1,3-7-357,2-3 0,11-5 422,4-6 0,6-2-140,5-8 531,3-7 0,7-8 0,0-8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6.56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1 184 7569,'15'-15'0,"-1"-5"183,-4-1-46,3 1 1,-4 9 45,6 1 1,1 2 22,-1-2 1,5-4 179,1 4 0,6 1-110,-1-1 0,3 6-157,1-1 1,1 2-68,0-2 1,-1 3-165,1-3 0,0 3-36,-1 2 1,1 0-317,0 0 0,-2 0 19,-4 0 1,-3 5 189,-6 1 1,-1 0-398,1-1 1,-6 2 651,0 4 0,-7 2 0,4-11 0,-7 5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7:47.02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46 108 6651,'0'9'622,"0"-3"-246,0-6 0,0 2 10,0 3 1,-2 2 30,-3 3 0,2 9-166,-7-4 1,6 11-43,-1-1 0,-2 4-91,2 2 1,0 0 35,5-1 0,0 1-103,0 0 1,7-2 110,3-4 0,9 3-292,1-8 0,6-5 22,-6-4 0,6-8-72,-6 2 1,6-5 28,-6-5 1,1-5-108,-6-11 1,1 3 92,-1-8 1,-7 6-50,-2-6 1,-5 0 2,-1-4 0,-1-6 97,-5 0 1,-2-5-68,-7 6 1,-1-1 225,1 5 1,1 0 229,4 1 0,-2 6 70,7 3-99,0 4 0,5 7-153,0 0-273,0 6 1,7-2 98,3 6 1,4 0 147,1 0 0,2 6-129,3 5 0,-1 2 61,7 3 0,-8 1 14,3 3 1,-2 4-20,1 7 1,-3-1 145,4 1 0,2 0-98,3-1 1,3-1 24,2-3 0,4-4 59,1-7 1,9-1-67,1-4 0,-4-5 75,9-10 1,-13-3-104,3-8 1,-9-1-64,-6-3 0,-6 1 154,-10-6 0,-3 1 109,-7-2 1,-2-1-15,-3 6 1,-10 1 146,-11 5 0,-4 1-89,-6 4 0,-3 3-76,-7 7 0,5 2-692,0 3 1,7 3-212,-2 8 0,5-1-1560,6 0 2263,3 8 0,6-6 0,1 5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25.04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75 16 7569,'-24'0'3212,"-5"-7"-2873,19 6 0,-2-6-208,17 7 1,6 0-105,9 0 1,2 0-311,4 0 1,8 0 236,-4 0 1,5 0-595,-5 0 0,-1 0 411,-3 0 1,-2 0-1673,-4 0 1901,-10 0 0,11 7 0,-13 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25.17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47 1 7569,'-16'15'868,"3"1"-536,2-1 0,5 0-108,6 1 1,0-6-13,0 0 0,1-5 350,4 5-330,4-6 1,6 3-385,1-7 0,6 0 140,3 0 1,4-2-876,2-3 0,1 1 887,4-6 0,3-7 0,7-7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27.67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1 231 9206,'0'22'522,"0"-3"-361,0 7 0,0-1-67,0 6 0,0-2-75,0-4 1,1 3 76,5-8 1,2-1-148,7-9 1,1 2 70,-1-7 0,0 0-71,1-5 1,-1-7-88,0-3 0,1-4-21,-1-1 0,-6-5 109,-4-1 0,-4-6-43,-1 1 1,0-1-20,0 2 1,-6-4 46,-5 3 1,-2-1 61,-3 1 1,1-1-97,0 6 527,-1 1-163,1 5-240,0 6-63,6 2 33,9 7 0,10 0-23,11 0 1,-2 0 56,6 0 0,-4 2-20,4 3 1,-6-1-7,1 6 0,-1 0 91,2 5 1,-9 1-101,3-1 1,-5 7 154,0 4 0,-3 3-53,-7 1 0,0 3-26,0 3 0,0-4-14,0 4 1,0-9 7,0-1 1,0-8-107,0 3 0,2-6 95,3-5 0,4 2-115,6-7 0,0 0 60,1-5 0,-1-6-95,0-5 0,2-2 55,4-3 0,-4-4-16,3 0 1,-8-8-76,-2 3 1,-6 1 62,1-2 0,-3 1 7,-2-6 1,-7 0 11,-3 1 1,-4-1 181,-1 0 1,-6 8-65,1 2 0,-1 4 177,6 2 1,5 1 169,-1 4-82,8-4-481,-4 12 0,14-6 100,3 3 1,6 3-56,4-3 0,4 3 88,7 2 1,4 0-125,1 0 0,0 2 20,-5 3 0,-1-1 87,1 6 0,-5 5 23,-1 6 1,-6 4-5,1-4 1,2 6 105,-1-2 1,-1-1-64,-4 2 0,4-7 162,1 1 0,4-5-54,-4-4 1,1-5 147,-2-6 0,-3 0-96,4 0 0,-4-6-123,-2-5 1,-6-2-12,-4-3 1,2-6 4,-2-3 1,-2-4-112,-8-2 1,-10 0 48,-11 1 1,-3 1-212,-2 3 0,-1-1 60,-4 6 1,2 8-31,-7 8 0,9 3 31,1 2 1,2 7-681,9 3 1,1 4 55,9 1 776,3 7 0,0-5 0,-1 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30.75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 93 8427,'-16'-14'0,"1"2"2330,0 2-1493,6 6-410,2-2 0,9 6-491,3 0 0,5 0-60,11 0 1,3 0-290,6 0 1,6 0-282,0 0 497,7 0 1,-6-2-288,4-3 0,-4 1-1024,-6-6 1508,0 7 0,-1-11 0,1 5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30.89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47 1 7569,'-15'23'1020,"1"0"220,4-8 0,3 5-721,7 1 1,12-1-106,3-4 0,11 2-460,-1-2 0,16 6-432,5-12 0,10 0-801,1-10 889,9 0 1,-3-6 389,4-5 0,-4-9 0,-2-4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29.90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62 275 7569,'0'-15'0,"0"-1"146,-7 8 0,4 1 228,-7 7 0,1 2-40,-1 3 1,1-2 206,4 7-665,4 1 134,-6 4-123,7 0 91,0-6 194,0-2-218,7-7 1,-4-5-191,7-1 1,-6-11 20,1 2 1,2-4 129,-2 4 0,2-6-45,-2 1 1,-2-7 84,7 1 1,-1 4 33,1 2 0,4 3-44,-4 1 1,-2 1-3,3 0 0,-1 6 37,5 4 0,-5 1 96,1-1 1,-6 4-96,5-4 0,-5 5 10,5 5 0,-6-2 292,1 7 1,-3 2-116,-2 9 0,5 1 24,0 3 1,0 10-87,-5-5 1,0 11-16,0 0 1,0 3 1,0 2 1,0-3-125,0 3 0,5-2-118,0 12 1,0-6 65,-5 1 1,0-5-443,0-5 1,0 2 230,0-8 0,2-1-367,3-8 0,-2-6 380,8-9 0,-1-5 281,5-6 0,1-6 0,-1-3 0</inkml:trace>
  <inkml:trace contextRef="#ctx0" brushRef="#br0" timeOffset="216">492 566 7569,'-11'16'436,"1"-1"1,7 0 176,-2 1-361,3 6 1,2-5-239,0 3 1,7-3 48,3-1 0,10-3-118,6-2 1,5-5 79,4-6 1,5-6-86,6-5 1,-7-2 37,-3-3 0,-7-4 35,-9 0 0,-1-6 69,-14 6 0,0-3 100,-5 3 1,-8 3 12,-8-4 0,-6 6-66,-9 5 0,-6 3-232,-4 7 1,2 0 80,-2 0 1,12 5-1005,-2 0 1,11 7 1025,-1-2 0,4 4 0,2 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29.09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168 185 7569,'-16'-16'384,"1"-4"1,1-1 0,3 3-28,0 1 1,8 6 32,-2 1 0,-4 0 142,8-5-388,1-1 0,8 8-114,7 3 0,6 10 54,-1 5 1,6 5-171,-6 6 1,6 3 61,-6 6 0,-1 1 8,-9 0 1,-3 4-106,-7 1 1,0 5-242,0-5 1,-2 0 413,-3-6 1,-5-6-49,-10-3 0,1-6 291,-7-5 0,2 2-126,-1-7 1,-4 0 67,3-5 0,4 0-96,2 0 0,4-6-3,6-5 1,-2 3-9,7-2 1,2 1-5,8-1 1,3 1-268,8 4 1,4 4 66,1-5 1,4 5-229,-4 1 1,6 0 130,-2 0 0,4 0-470,2 0 0,-5 0 289,-1 0 1,1 0 70,5 0 1,-3 0-15,-2 0 295,3 0 0,-5-7 0,7-2 0</inkml:trace>
  <inkml:trace contextRef="#ctx0" brushRef="#br0" timeOffset="158">628 338 7569,'8'0'790,"-1"0"-88,-7 0 0,0 2 196,0 3-545,-7-3 1,4 4 13,-7-6-1181,6 0 548,-2 0 437,6 0-648,6 0 1,3-5-1889,6 0 2365,-6-7 0,4 4 0,-4-8 0</inkml:trace>
  <inkml:trace contextRef="#ctx0" brushRef="#br0" timeOffset="346">889 16 7779,'0'-9'2493,"0"3"-2139,-7 19 1,3 3-126,-6 9 0,5 4 626,-5-3-544,6 3 1,-4 3-340,3 4 0,3-4 87,-3 4 0,3-2-1003,2 2 0,0-4 578,0 4 1,0-2 365,0 2 0,7-4 0,2 6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28.23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522 46 8007,'-7'-8'1107,"-1"1"-931,-8 7 1,-4 8 18,0 8 0,-8 6-140,3 8 1,-4 8 38,-2 3 0,0 1-44,1-1 0,4 2-609,1-7 0,11-2 377,-1-9 1,4 3-1194,1-8 821,3 0 554,7-11 0,-6-2 0,-3-7 0</inkml:trace>
  <inkml:trace contextRef="#ctx0" brushRef="#br0" timeOffset="158">31 46 7569,'-6'-15'488,"2"1"817,-6 4-1169,6 3-88,-2 7 1,6 7 82,0 3 0,6 4-40,5 1 1,4 5-254,5 1 0,4 1 178,7-1 0,7-4-545,2 3 0,6-3 318,6-2 1,-3 1-988,7-1 1198,0 0 0,6 1 0,-1-1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26.26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101 138 7569,'-15'-22'347,"-1"5"1,3-3 0,2 3 273,6 1 0,3 6-415,2 0 1,2 5 22,3-5 0,4 6-284,6-1 1,6 3 94,-1 2 1,7 2 30,-1 3 0,5 5 67,4 11 0,-2 3-149,3 6 0,-6 8 32,-4 3 0,-4 3-219,-7 2 1,-6 5 61,-4 0 1,-5 0 44,-5-5 0,-4-5 205,-6 0 0,-7-8-69,-4-3 1,-3-6 230,-1-8 0,-6-3-95,0-3 0,-5-3-11,5-7 1,2-2-81,9-3 0,2-3 167,8-7 0,5-1 56,0 1-168,6 0 0,4-1-242,11 1 1,4 5 59,5-1 1,1 8-153,9-2 0,-2 3 70,7 2 0,-2 0-321,-2 0 0,4 0 201,1 0 0,0 2-460,-5 3 0,-1-3 175,1 3 1,-2-4 8,-4-1 1,3 0-108,-8 0 0,2-5 622,-1 0 0,-4-13 0,5 0 0</inkml:trace>
  <inkml:trace contextRef="#ctx0" brushRef="#br0" timeOffset="157">699 200 7569,'9'0'-536,"-3"0"1,-6 7 1442,0 3 1,0 5-486,0 6 0,-5-3-22,0 8 0,-5 5-247,5 4 0,0 1-143,5-5 1,0-1-109,0 1 104,0 0 1,0-1-723,0 1 0,7-7 450,3-4 0,3-2 266,3-3 0,6-7 0,2-1 0</inkml:trace>
  <inkml:trace contextRef="#ctx0" brushRef="#br0" timeOffset="394">1052 261 8612,'0'15'563,"-5"6"-98,0-1 1,-6 8-156,6-3 1,0 2-87,5-1 1,4 1-31,6-6-119,0-1 0,19-6-139,-3-4 0,8-3 87,1-7 1,6-7-223,-5-3 0,0-11 135,-5-4 1,-8-4-65,-2-2 1,-9 2 31,-2 4 0,-8-4-34,-2 3 1,-12-3 43,-9-2 0,-8 8 22,-1 2 1,-3 4 113,-8 2 0,6 6-56,-6 4 1,8 5-577,3 5 1,6 4 57,8 6 524,1 7 0,7-5 0,1 5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25.61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582 446 7765,'-24'-22'380,"3"-4"1,4 4 225,2 1 1,0 4-219,-1 2 0,-4-4-234,-1 4 0,-6-2 52,2 12 1,-4 0-225,-2 5 1,-1 0 60,-4 0 1,3 6 122,-2 5 1,-3 2-114,2 3 0,7 4 94,9 1 1,5-1-165,4-5 0,4 6 56,7-1 1,4 6-62,6-6 0,7 6 82,14-6 0,1 8-100,4-3 0,1-1 61,4 2 1,2-6 28,-7 6 0,0-8-145,-6 3 0,-1 1-45,-3-2 1,-9 1 211,-7-6 1,-7 1-74,3-1 1,-6 0 301,-6 1 1,-4-3-121,-10-3 0,-4 2-154,-7-7 1,-5 6 49,1-6 1,-6 0 40,5-5 1,-5 0-542,5 0 0,0 0-339,6 0 0,4-2-301,1-3 1,11-5 486,-1-11 1,10-2 575,-1-8 0,12-7 0,2-1 0</inkml:trace>
  <inkml:trace contextRef="#ctx0" brushRef="#br0" timeOffset="164">398 1 7569,'8'0'1872,"-1"2"-1490,-7 3 1,0 15-172,0 11 0,-7 17-16,-3 3 0,-9 12 66,-1 3 0,-6 8 397,6-3-628,-8 4 0,10 2-98,-8-1 1,7 1 97,-1 0 1,5-7-997,4-4 1,5-3 579,6-1 0,1-3 386,4-3 0,4-3 0,6-7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21.71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246 261 7569,'0'-15'-14,"0"-1"122,0 1 1,0 0 74,0-1 1,0 1 91,0 0-31,0-1 0,0 1-49,0 0 0,0-1 172,0 1-172,-7 0 0,5-1 66,-3 1 0,2 5 51,-2 0-144,3 6 0,-12-3 26,4 7 1,2 0-12,-3 0 1,-4 9-142,-5 6 1,-1 7 70,6 9 0,-2 1 14,-4 4 0,4 3 56,-3 7 1,4 0-31,6 1 0,3 4-65,7 0 0,0-5-92,0-5 1,0-6 116,0 6 1,7-8 8,3-3 1,4-1-430,1-8 1,6-1 172,-1-4 1,8-3 49,-3-3 1,2-3-81,-1-7 1,3 0-590,-3 0 0,3-7 307,1-3 0,-1-5 29,-3-6 0,1-2 103,-7-8 0,1 5 115,-6 1 0,-5 1 263,1-2-123,-8-3 0,4 12-268,-7-3 374,0 10 1,-2 3 673,-3 7 1,2 5-378,-8 0 1,8 9-77,-2 1 0,3 0-69,2 6 1,0 1-55,0-2 0,2 3-217,3-3 0,5-5 35,11 1 1,-3-3 76,8-7 0,-5-1-39,4-5 0,-6 0-24,1 0 0,2-5-89,-1-1 1,-2-7-156,-9-3 0,2 1 188,-7-5 1,0 3 53,-5 1 0,-2-4 68,-3-1 0,-3-4-44,-8 4 1,-4 1 9,-1 5 0,1-1-5,5 1 1,-1 1 331,1 4-71,0-4-210,6 6 0,2-2-3,7-1 1,2 8 15,3-2 0,5-2-455,11 2 0,-2-2 155,6 2 1,1 3 130,4-3 0,-1 4 2,-3 1 0,3 0 132,-4 0 1,-1 1 35,2 4 0,-7 4 131,1 6 0,-3 6-131,-2-1 1,-1 2-8,-4-1 1,2 1 154,-7 3 1,2 4-42,-2-3 1,-3-4-75,3-1 1,-2-1 22,3-5 0,-5 4-402,4-9 159,-3-3 258,-2 0 0,0-9-108,0-3 1,5-3-4,0-8 1,0-6-278,-5-3 1,6-4 104,-1-2 1,7-1 159,-2-4 0,-2 2-130,3-7 1,-1 8-195,5 3 1,-1 6 198,-4 8 198,4 1 1,-11 7-142,7 3 0,-6 5 1,1 5 0,2 10 390,-2 11 1,5 3-120,-5 1 0,2 1-82,-2 0 1,2-1-38,3 1 0,4 0-359,-4-1 1,4-6 140,1-3 0,-5-10 65,0 0 43,1-8 1,4 4-37,0-7 1,1-9 196,-1-6 1,-1-7-66,-4-9 0,3 1-77,-2-1 1,2 0-30,3 1 1,-6-1-216,0 0 1,-7 2 141,3 4 0,-3 4 48,2 11-68,-3-4-67,5 13 255,-7-6 1,0 14-61,0 3 0,0 3-12,0 3 1,0 4 39,0 1 0,1-1-16,4-4 1,-1-1-76,6 0 0,-5 1-7,5-1 0,-5-5 25,6 0 1,-6-6 13,5 1 0,-5-3-18,5-2 0,-5 0 8,6 0 1,-6-2-7,5-3 1,-1-4-63,1-6 0,2 0-222,-7-1 1,5 1 101,-5 0 1,5 4 13,-4 1 161,-1 0-66,1 1 1,-2 3 250,6 6-131,-7 0 0,6 6-69,-4 5 1,-3 2 187,3 3 1,2-1 292,-2 0 0,7 1-331,-2-1 0,4-5-217,1 0 1,0-5 67,1 6 1,4-8-121,1 2 1,1-3-507,-2-2 1,-3-2 36,4-3 640,-4-3 0,5-8 0,2 1 0</inkml:trace>
  <inkml:trace contextRef="#ctx0" brushRef="#br0" timeOffset="837">1795 384 7633,'-7'-15'632,"4"1"41,-7 4-239,6 3-225,-3 7 1,7 2-27,0 3 1,0 5-1,0 10 1,0 2 62,0 4-245,0 3 0,0-10 41,0 6 1,5-1-126,1 2 1,0-1 18,-1-9 1,-1 2 10,6-7 86,-6-5 1,4 1 47,-3-7 24,-3 0 1,10-13-70,-7-8 1,5-1-149,-5-4 0,5-1-28,-4-9 0,4 4-46,-5-4 1,5 0 36,-5 6 0,5-4 102,-4 8-152,6 4 15,-11 0 221,13 13 0,-12 4-112,3 10 0,-2 9 322,2 6 0,-3 8-86,3-3 0,-3 4 19,-2 2 1,5-6-156,0 1 1,2-2 39,-2 1 0,-3-2-208,3-8 157,3-7 0,-4 4 131,6-7 0,-5-1-114,5-9 1,-6 1-85,1-6 0,3-5-32,2-6 1,-1-6-163,1 2 1,-5-4 19,6-2 0,-3 0 142,2 1 1,2 1 13,-7 3 0,2 6-101,-2 9 225,-3-2-129,12 11 0,-13 2 344,4 10 1,-3 9-77,-2 1 0,0 8 29,0-3 1,2-1-225,3 2 0,-2-6 87,8 6 0,-6-6-686,5 6 0,0-8 316,5 3 1,-4-4-525,-1-2 1,5-1 809,6-4 0,6 4 0,-3-6 0</inkml:trace>
  <inkml:trace contextRef="#ctx0" brushRef="#br0" timeOffset="1581">2593 338 7569,'0'-9'0,"0"3"0,-7 12 1212,5 3-753,-5 13 1,7-5-192,0 3 0,0 3-217,0-3 0,2 2-617,3-1 424,4-4 1,1 3-13,0-10 1,0 2-58,6-7 0,-1 6-290,0-6 0,-1-2 223,-4-8 0,4-3-576,-4-8 854,4 1 0,-6-7 0,-1-2 0</inkml:trace>
  <inkml:trace contextRef="#ctx0" brushRef="#br0" timeOffset="2020">2593 169 7471,'-7'-8'-97,"5"1"-172,-12 7 235,13 0 195,-6 0 1,9 0-160,3 0 1,3 0 5,8 0 1,-1 0-158,0 0 1,1 0 91,-1 0 1,0 1-129,1 5 0,-1-3 96,0 7 1,-4-6-230,-1 1 302,0 3 0,4-4-65,-4 6 120,3-7-181,-4 4 572,6-7-153,1 0 120,-1 0-219,0 0 1,-1-2-26,-4-3 1,4 4-31,-4-4 0,-1 3 167,1 2-253,0 0 1,0 5 60,0 0 0,-4 5 36,4-5 35,-7 7 17,4-3 1,-7 6-89,0 0 1,0 1 95,0-1 1,0-5-25,0 1 0,0-1 63,0 5 1,-2-5-90,-3 1 0,2-3 136,-7 2-148,6 4 152,-9-5-450,4 6 156,-6-7 1,4 4-367,1-7 1,5 1 5,-5-6 1,5 0-180,-5 0 1,4 0-122,-4 0-56,7 0-447,-11 0 1173,12 0 0,-4 0 0,6 0 0</inkml:trace>
  <inkml:trace contextRef="#ctx0" brushRef="#br0" timeOffset="2548">3283 261 6812,'15'-15'-264,"0"-1"1,-4-4 735,-1 0 1,-7 4-197,2 6 1,-3 0 329,-2-6-249,0 8 0,-2 1-84,-3 7 1,-3 0-149,-8 0 0,1 0 81,0 0 1,-1 7-133,1 3 1,5-1 25,0 1 1,5 0-114,-6 5 27,8 1 0,-4-1 76,7 0 1,2-4-111,3-1 1,3-5 47,8 5 1,-1-1-95,0 1 0,3 4 80,2-4 1,-3-2-45,3 3 0,3-1 59,-3 5 0,1 1 3,-6-1 1,-5 0 116,0 1 1,-6-1-117,1 0 1,-3 1 185,-2-1 1,-2-1-107,-3-4 0,-4 2 44,-6-7 0,0 5-55,-1-5 0,-4 0-162,-1-5 1,1 0-52,4 0-180,1 0-12,0 0 142,6 0-221,2-7 1,9-1 153,3-7 0,4 4-107,6 1 1,2 2 72,4-3 1,-4-2 121,3 3 1,2-2 60,-1 1 0,-1-1 120,-4 7 1,-6-5 64,0 5-145,0 0 296,6 5 1,-6 0-107,0 0 0,-5 2 34,5 3 1,-6-2-47,1 7 0,3-1-279,3 1 1,-3 2-122,2-7 0,-5 5-153,6-5 1,-6 1 29,5-6 1,-5 0-112,5 0-59,1 0 0,-1-2 554,0-3 0,-7-4 0,4-6 0</inkml:trace>
  <inkml:trace contextRef="#ctx0" brushRef="#br0" timeOffset="3058">3574 215 7569,'-7'-24'0,"6"7"384,-4 7-109,-4 7 101,7-11-177,-4 12 0,12-5-168,5 7 1,-3-5 97,2 0 0,2 0-196,9 5 85,-4 0 0,5 0 62,-7 0 1,1 2-36,-1 3 1,-5 3-40,0 8 1,-1-1 53,1 0 1,-3 3 100,-7 2 0,5-1-50,0 6 1,0-1 63,-5 2 1,2-2-118,3-4 1,-1-3 18,6 3 0,-2-8 32,2-1 1,9-8 7,-3 2 0,2-3-176,-2-2 0,4-2 34,1-3 0,4-5-146,-4-11 0,-1 3 66,-5-8 0,-4 7-75,-1-1 0,-7-4 43,2-2 0,-3-1 79,-2 2 1,-5-3-156,0 8 0,-7-2 94,2 1 0,-2 9 283,2-3 1,-2 8 8,6-3-50,1 7-84,5-4 0,2 8-11,3 5 1,4-3-9,6 7 0,0 0 47,1 6 0,1 1 17,3 3 0,-3-1-24,4 7 1,-4-8 50,-2 3 1,0-2-85,1 1 0,-3-3-81,-2 3 1,1-8 162,-7-1 1,1-8 105,0 2 1,-3-3-158,7-2 0,-5-2 13,6-3 1,-1-9-454,5-6 0,0-7 186,1 1 1,4-3-153,1-2 0,-1 8-90,-5 2 439,8 4 0,-6 9-137,3 2 1,-3 6 343,-1 6 1,-6 4-135,0 10 0,-7-1-168,2 7 1,2-6-112,-2 6 0,7-6-522,-1 6 727,2-8 0,3 11 0,-1-5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41.18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581 483 7569,'0'-22'479,"0"-2"0,-1 0 524,-5 4 1,3 3-808,-7 2 0,0 1-13,-6 4 1,1-2 106,0 7 1,-2-2-64,-4 2 0,-1 3-44,-4-3 1,-3 5-87,4 5 1,-2 2 97,1 3 0,-1 2-110,6-7 1,1 7-87,5-2 0,4 2-115,1-2 0,7 4 21,-2-4 0,3-1-87,2 1 0,7 0 172,3 6 1,9-1 7,1 0 1,9 2-135,2 4 0,-1-3-17,6 8 0,-5-2 17,-6 1 0,3 3 87,-8-8 0,-5 6 138,-4-6 0,-8 6 49,2-6 1,-6 2 231,-10-1 1,-1-4-127,-13 3 1,-2-3-66,-9-1 1,-2-1-51,-3 0 0,-3-6 11,3-4 1,2-3-496,-2-2 1,9 0-179,1 0 1,2-7-468,9-3 0,-1-11 285,6-4 1,6-4-316,4-2 0,10-8 148,5-7 882,11 0 0,3-14 0,6 6 0</inkml:trace>
  <inkml:trace contextRef="#ctx0" brushRef="#br0" timeOffset="158">321 130 7569,'8'-30'303,"4"1"156,-7 3 0,2 9-51,-2 7 0,-3 5-171,3-5 0,-3 8 348,-2 2 0,0 8-196,0 13 1,0 11 43,0 14 0,0 7-202,0 8 0,-6 6-263,1-1 0,-7 13-202,2-3 1,3 5-546,2-5 1,4 6 19,1 0 0,0 0 76,0-6 379,0 8 0,13-6 0,4 6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43.00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1580 154 7819,'-15'1'0,"1"4"982,4 6 1,-4 4-172,4 5-531,-3 11 0,-3 1-39,1 4 0,1 2-25,4-3 1,3 0-140,7-10 1,2 2 105,3-6 1,5-1-148,11-4 0,-3-8 45,8-3 1,0-3-196,4-2 1,1-9-44,0-6 1,-2-7-92,-4-9 0,-3-1 98,-6-4 0,-8 4 26,-3-4 1,-3-2 89,-2 3 1,-7-1-20,-3 5 0,-4 7 183,-1 4 0,-5 5-72,-1 4 1,-6 4 94,1 7 1,2 7-155,-1 4 0,6 4-174,-1 5 1,4-1-63,6 7 1,-2-6-316,7 6 0,0-2 7,5 1 1,5 2 191,0-6 1,12 1-983,-1-2 1335,2-9 0,4 16 0,2-10 0</inkml:trace>
  <inkml:trace contextRef="#ctx0" brushRef="#br0" timeOffset="259">1964 276 7569,'8'7'661,"-3"3"1,-3 4-328,-2 1 1,0 2 229,0 4 0,2-4-451,3 3 0,3-3 31,8-1 1,6-8-97,3-3 1,6-3 74,5-2 0,1-12-145,4-3 0,-1-11 149,-5 1 0,-9-4 30,-1-2 1,-6-1 44,-3-4 0,-8 3 155,-3-2 0,-7 4-152,-8 5 0,-7-1-43,-13 7 0,-3-1 104,-3 6 1,2 6-80,-7 4 1,7 5-925,-2 5 0,4 6-183,1 9 1,8-1-1845,2 6 2764,11 1 0,-4 5 0,6-1 0</inkml:trace>
  <inkml:trace contextRef="#ctx0" brushRef="#br0" timeOffset="-1229">108 92 7569,'8'-15'0,"-3"-1"0,-3 8 1267,-2 1-845,0 7 1,-2 9 493,-3 6-639,4 7 1,-13 9 17,4 0 0,-4 1 20,-1 4 0,5-4-100,-1 4 1,3-4-49,-2-1 1,-2-7 122,7-4 1,-1-3-91,6-1 0,2-3-15,3-3 1,4 2-58,6-7 1,7 6-147,4-6 1,5 0 58,4-5 1,-1 0-101,7 0 1,-7-2-32,2-3 0,0 3 70,-5-3 1,1 2-572,-12-2 0,1 3-41,-6-3-1052,1 3 231,-1 2-52,-7-7 1000,-1 6 0,-14-6 505,-3 7 0,-3-7 0,-3-1 0</inkml:trace>
  <inkml:trace contextRef="#ctx0" brushRef="#br0" timeOffset="-1036">323 46 7569,'0'-15'0,"1"1"0,4 4 0,-3 3 0,5 7 0,-7 2 2012,0 3-1291,0 3 0,0 16 112,0 7-581,0 6 1,0 6-146,0 3 1,0-3-187,0 8 1,-5-2-274,0 2 1,0-1 275,5 6 1,0-7-1066,0 3 0,0-5 499,0-1 1,6-5 641,5 0 0,2-7 0,3 4 0</inkml:trace>
  <inkml:trace contextRef="#ctx0" brushRef="#br0" timeOffset="-742">798 77 7569,'9'-9'335,"-3"2"-334,-12 7 1,-1 2 477,-3 3 0,-4 4-232,4 6 1,-4 0 458,-1 1 0,-1 4-275,1 1 0,5 1-175,0-2 1,6-1-7,-1 7 1,3-8-24,2 3 0,0-4-54,0-2 1,5-5 22,1 1 1,11-3-14,-2 2 1,5 2-1,1-7 1,3 1 6,6-6 1,1 5-8,0 0 1,-1 0-232,1-5 0,-5 0-126,-1 0 0,-1-5-207,2 0 1,1-2 7,-7 2 0,1 3-375,-6-3 0,0-2 2,1 2 1,-8-2-167,-3 2-651,4 3 863,-7-11 700,-2 11 0,-9-12 0,-6 6 0</inkml:trace>
  <inkml:trace contextRef="#ctx0" brushRef="#br0" timeOffset="-579">982 31 7569,'0'-10'1281,"0"-1"-296,0 8 116,0-4-755,0 7 0,0 12 65,0 3 0,-2 11 51,-3 0 1,2 9-279,-7 6 1,1 4-2,-1 1 1,-4 0-596,4 0 1,2 0 316,-3 0 0,8 1-1276,-2 4 0,3-3 1371,2 3 0,-7-3 0,-1-2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57.09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46 413 8080,'-6'-14'0,"-3"6"889,0 8 1,3 8-543,6 13 1,0 4-132,0 11 0,-2 3-40,-3 7 1,3 2-27,-3 3 1,3-3-69,2 3 0,5-10-139,1-5 1,0-4 125,-1-1 0,2-7-58,4-4 759,-5-3-504,-6-8 1,0-4-157,0-10 0,0-11 50,0-9 0,-5-6-208,0-5 0,0-10-142,5-10 1,0-10-164,0-6 1,2-5-215,3-4 0,5 2-59,11-3 0,-4 11 280,3 4 0,-1 18 117,1 8 0,-3 9-10,4 6 1,-4 11 68,-2 10 0,0 6 184,1 10 0,-6 7-12,0 18 1,-6 3 166,1 7 0,-4 0 156,-1 0 0,0 0-153,0 0 0,-6-5 113,-5 0 0,3-5-111,-2 5 0,-1-9-119,-4-1 1,1-7 336,4-9-6,-3 0 0,9-6 268,-6-4-44,7-3-503,-4-2 1,14 0 14,3 0 0,3 0-110,3 0 0,6 0 28,3 0 1,4 5 79,2 0 1,0 7-94,-1-2 0,-4-1-458,0 1 0,-6-2 7,6 3 0,-8 2-234,3-2 1,-9 0-343,-2 0-580,0 2 22,6-11 882,-1 5 676,-7-7 0,6 0 0,-5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57.45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1 336 7569,'0'-8'1139,"0"1"1,1 7-441,4 0-468,4 0 1,5-7-64,-4-3 1,8-4-119,-2-1 1,3-2-36,-4-4 1,0 3-153,1-8 1,-6 6-102,0-6 1,-7 7 139,3-1 0,-6-2 72,-6 1 1,-2 1-81,-7 4 1,-1 6-83,1 0 0,0 7 187,-1-3 1,1 6 170,0 6 0,4 2 163,1 7 1,2 6-166,-3-1 0,5 8 83,6-3 0,6 2-56,5-1 0,7 1-53,3-6 1,4-1 0,-4-5 1,6 1-464,-1-1 1,1-1-90,-2-4 0,3 2-375,-8-7 0,6 5 180,-6-5 1,6 1-1035,-6-6 1638,1 0 0,-6 0 0,0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57.66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60 200 7569,'-15'0'603,"0"0"916,6 0-795,-4 0-483,11 0 0,-3 0-111,10 0 0,5 0-158,10 0 1,4-5-480,7 0 1,1-7 282,4 2 0,-3 1 228,2-1 1,3 0-83,-2-6 0,-1 1-767,-4 0 1,-2 4 263,-3 1 0,1 0 581,-7-5 0,1-7 0,-6-2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58.37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123 32 7569,'-15'-9'0,"5"-3"438,0 7-162,6 0 187,-9 5 1,6 8-101,-3 8 1,-2 8 82,7 11 0,-6 5-112,6 6 0,-5 6-139,5 5 0,0 2 45,5 3 0,0 1 24,0 3 1,0-4-282,0-1 0,1-3-265,5-12 1,2 2 132,7-13 0,8 1-111,2-5 0,-3-12 172,-1-4 1,3-10-32,1 0 0,-1-10-161,2-5 1,-1-11-32,6-4 1,-2-11-271,-4-5 1,-2-3 193,-8-2 0,-2 0 46,-2 0 0,1 1 254,-7 5 1,0-1 129,-5 10 0,0-1-194,0 11 1,-7 6-34,-3 5 1,-4 8 571,-1 2 0,-2 8-113,-4 13 1,4-1 293,-3 11 1,3-4-265,1 9 0,3 2-78,3-3 1,3 6-145,7-5 0,0-5-125,0-6 1,2-1 119,3 2 1,3-6 52,7-10-237,1 4 0,-1-12-21,1 3 0,-1-10 41,0-6 0,1-9 71,-1-6 0,0 3 5,1-3 0,-3-5 7,-3-4 1,4-1 2,-4 5 1,-1 7 0,1 4 0,-5 3 4,5 1 208,-6 1-146,3 7 0,-7 4 135,0 14 0,-2 2-67,-3 14 0,3-1 64,-3 6 0,3 0-162,2-1 1,0 1 50,0 0 0,5-6 14,0 1 0,7-7 2,-1 1 0,2-3-1,3-1 1,-6-8-50,0-3 0,0-3-191,6-2 0,-6-2 37,0-3 0,0-5 6,6-11 0,-1 3 45,0-8 0,1 2-106,-1-1 1,-1-4 112,-4 3 0,2-1 17,-7 1 1,5-1-150,-5 7 1,5-1-283,-4 6 239,-1 6 145,-5 2 169,0 7 0,0 7-28,0 3 0,5 9 123,0 2 1,2 4-135,-2-4 0,2 4 3,3-4 0,3 4 36,-2-4 1,2-1-58,3-5 1,-3-4-547,-2-1 1,2-7-308,-3 2 294,4-3 0,1-2 154,1 0 1,-8-7-115,-3-3 0,-3-5 184,-2-6 1,-2 3 294,-3-8 0,-3 0 0,-14-11 0,-2-2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59.09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62 399 7569,'-15'-29'99,"-1"4"0,3 2 1,2 8 164,6 0 34,4-1-103,1 1 0,0 5-12,0 0 1,6 6-1,5-1 1,2 3-40,3 2 1,-1 2-218,0 3 1,6 4 173,-1 6 0,1 7 108,-6 4 1,0-1-95,1 6 1,-1-4 25,0 9 1,-4-2 7,-1 2 1,-5-2-2,5 7 1,-5-9-74,6-1 0,-6-4 12,5-11-754,-7 2 561,11-16 1,-7 3 98,3-10 0,2-10-43,-7-11 0,7-3-80,-2-2 1,-1-4 95,1-1 1,-5-5 34,5 5 1,-6 2-215,1 9 104,3-4 426,-6 12-157,5 1 0,-7 11 7,0 10 1,-2 5-84,-3 11 1,3-2 100,-3 6 1,5 1-92,5 4 0,4 1 29,6 0 1,0-7-20,1-4 1,4 1-40,1-6 1,4 4-353,-4-9 1,6-3 114,-1-2 0,-3-4-43,3-1 0,-6-1 140,6-4 1,-6-4 40,6-6 0,-7-2-27,1-4 0,-3 3-19,-1-8 0,-8 0-7,-3-4 1,-3 4-62,-2 1 1,0-1-329,0-5 0,-7 8 292,-3 2 1,-5 4 235,-6 2 0,2 6-5,-6 4 0,6 5 254,-1 5 1,-3 9-1,3 6 0,0 8-146,4-3 0,8 2-31,3-1 0,5 3 105,5-4 1,3 4 84,8 2 0,4-5-172,0-1 0,8-11-207,-3 1 1,4-5-297,2 1 0,0-5 213,-1-6 0,1-6 36,0-5 1,-2-7 63,-4-3 1,-1-6-40,-4 1 0,-4-8-9,-1-1 1,0-6-80,-4 5 0,1 0 84,-2 5 0,-3 2 211,-7 4-81,0 3 135,0 6 1,0 10 29,0 6 1,-2 13-95,-3 13 1,3 1-85,-3-1 0,3 3 226,2-4 0,0 9 483,0 2 1,0-5-403,0-6 0,5-6-195,1 1 140,5-3 0,-7-8 124,6-4 0,-5-5-274,5-5 1,-1-10 19,1-11 0,4-8 46,-4-2 1,4-6-219,1 1 1,0-4-1283,1-1 1,4 0 245,1 0 0,4 2-327,-4 3 1,4 5 1386,-4 11 0,-1 3 0,-5 6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59.43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31 7569,'0'-15'1954,"0"6"-1071,0 2-260,6 14-395,-4 2 0,12 4-553,-4-2 1,5 2 203,6-3 1,-2-1-226,6 1 1,-4-5 198,4 5 0,-6-4 144,1 4 0,-3-5 3,-1 5 0,-1 0 0,0 6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8:59.57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62 7569,'-8'9'1207,"1"-3"0,9-6-659,3 0 0,5 0-325,10 0 0,1-1-393,10-4 1,-4 1-491,9-6 1,3 5-113,2-5 1,3 5 771,2-6 0,7 1 0,1-5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0.04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338 200 7678,'-9'-22'329,"2"-2"59,7-7 0,0 7-55,0 4 1,0 3 55,0 2 85,0-1-423,0 1 1,-2 6 55,-3 4 1,-3 4 40,-7 1 1,-6 6 59,1 5 0,-6 4 13,6 5 0,-6-1 10,6 7 1,-1-6-82,6 6 1,5-6 0,-1 6 0,8-7-27,-2 1 1,10-3-261,5-2 1,5 1 47,6-1 1,3 0-1,6 1 1,3-1 31,3 0 1,-6 1-106,1-1 1,-2 0 91,-9 1 0,-1-6 45,-9 0 0,-3-5-26,-7 6 0,0-6 109,0 5 0,-13-2 341,-8 3 1,-6 2-221,-4-3 1,-1-1-110,-4 1 1,2-5-148,-7 6 1,7-6-234,-2 5 0,5-7-141,6 2 0,3-3 208,6-2 0,8-2 31,3-3 1,3-3-404,2-8 0,7-4 614,3 0 0,11-15 0,2 3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0.21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1 151 7569,'0'-40'0,"0"5"602,0 9-371,0 4 1,0 12 987,0-1-807,0 8 0,0 0 199,0 13 1,0 9-219,0 16 0,2 6-148,3 10 1,-4 4-63,4 6 1,-3 2 22,-2 4 1,0-8-121,0 8 0,2-2-1234,3 6 0,-2-3 663,8-6 0,-1-1 166,5 0 123,1 1 0,-1-1 0,0 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1.25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167 108 7569,'-15'0'291,"0"-7"0,-1-3 0,1-2 343,0 2 1,-1 3-235,1 7 0,5-5 190,-1 0-384,8-7 1,-4 8 35,7-6 1,7 7 10,3-2 1,6-2-126,4 2 0,4 0-141,7 5 0,4 6-92,1 5 0,5 9 134,-5 6 1,-6 9-50,-4 6 0,-7 4-24,1 1 1,-10 5-128,-4 0 1,-6 2 50,-6-2 0,-4-9 190,-10 4 1,-6-10 74,-10 0 1,4-10 164,-4-6 0,2-5-26,-2-4 1,4-5-75,-4-6 1,11-1-118,4-4 0,4-11 55,2-9 0,6-4 67,4-2 0,10-5-103,6 0 1,4 1-556,5 4 1,4 7 196,7 4 1,0 4-46,-1 6 1,1 3 140,0 7 0,-1 2 58,1 3 0,0 9-705,-1 6 0,1 1 311,0-6 1,-1 0 143,1 1 0,0-1-22,-1 0 0,-4-4-371,-1-1 1,-4-7 297,4 2 0,-1-3 437,2-2 0,1 0 0,-6 0 0,-1-7 0,-5-3 0,1-9 0,-1-1 0,-1-2 0,-4 1 0,2 2-203,-7-6 0,0 4 203,-5-4 0,0 6 1236,0-1-618,0 9 0,-2 5 127,-3 6 0,-2 1-368,-3 4 1,-2 4-128,7 6 1,-5 6-68,5-1 1,0 7-1,5-1 1,1-2 22,5 1 1,2-6-121,7 2 0,6-6-478,-1-5 1,2-3 189,-1-7 0,-2 0-42,6 0 1,-4-2 139,4-3 1,-6-8-8,1-8 1,-8-4-81,-1 4 0,-3-6 73,2 1 0,-3-3 37,-7-1 0,0-1 14,0 0 1,-8 2 136,-8 4 1,-1 3 70,-8 6 1,4 1 195,-4 0 0,1 6-200,-2 4 1,-1 3-84,7 2 1,-1 2 235,6 3-156,6 4 1,2 6-666,7 0 0,2-1 302,3-4 1,5 4-666,11-4 0,-2 4 894,6 1 0,8 0 0,6 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1.62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200 91 7569,'-22'-7'1512,"4"6"-1367,-2-4 0,3 5-116,2 5 0,-6 5 949,1 10 1,-1 4-418,6 7 1,1 5-314,4 0 0,3 1-65,7-1 1,4-9-307,6 4 0,2-11 22,13 1 1,1-11-158,5-5 0,-1-3 252,1-2 0,0-7-6,-1-3 1,-1-9-465,-3-2 1,-4-11 167,-7 1 1,-1-3 228,-4 4 0,-5-3-37,-10-3 0,-3 4 90,-8-4 1,-4 6 49,-1 4 0,-6 4 198,2 7 1,-4 6-193,-2 4 1,2 5-29,3 5 1,4 4 147,7 6 0,5 2-15,0 3 1,6-3-1157,-1 4 1,10 1 478,5-2 0,6 1-899,4-6 1441,4-6 0,7 4 0,-1-4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1.85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215 261 7569,'9'-7'837,"4"5"0,-11-3-195,3 10-410,-3 4 1,-1 11-18,5 1 0,2 1-9,7-2 1,2-3-83,4 4 1,5-6 58,9-5 1,4-3-414,8-7 0,-5-1 172,4-5 1,-10-4-136,5-10 0,-9-4 237,-6-7 1,-4 1 232,-7-1 0,-6-5-207,-4 0 1,-17 1-31,-8 4 1,-9 0 389,-7 1 0,-3 6-114,-7 3 1,-2 11-276,-3 5 0,1 3 97,-6 2 0,7 14-1285,-3 6 0,0 9 184,1 7 761,-1 3 1,6 7-1,0 0 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2.51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137 138 7569,'-31'0'390,"2"-6"0,4-5 1,6-2 358,7-3 0,3 3-432,4 3 0,4 1 41,-4 4 0,11 3-70,10-3 1,13 3 26,12 2 0,5 0-126,5 0 0,10 6-97,11-1 0,-2 0-2,1-5 1,-4 0-169,4 0 0,-3 0-176,-1 0 1,-4 0 170,-17 0 1,2 0-666,-13 0 1,-1-5-45,-8 0 503,-4-7 0,-13 8-137,-4-6 1,-7 7-255,-8-3 0,-2 0 288,-14 1 0,-4-1 90,-6 6 1,-2 0 262,3 0 1,2 0-120,-3 0 0,9 0 364,2 0 1,6 7-234,-2 3 0,6-1 509,5 1 0,3 0-246,7 6 1,0 1 211,0 3 0,0 4-127,0 7 0,7 1-138,3 4 0,-1-4-155,1 4 1,0 2 111,5-3 1,1 6-601,-1-5 1,0 0 260,1-5 1,4-1-526,1 1 0,1-7 20,-2-4 704,4-3 0,7-8 0,-1-2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2.77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31 7569,'8'-8'578,"-1"-6"-293,-7 12 1,-2-1 239,-3 13-274,3 0 0,-4 14-145,6-3 0,0 1 100,0 3 1,0-1-260,0-3 1,6-4 94,5 3 0,4-8-136,5-2 1,-3-6 72,4 1 0,-4-5 111,-2-5 1,-1-4-32,-4-6 1,2-2-9,-7-4 0,0 4 3,-5-3 1,0-2 18,0 1 0,-7 1-160,-3 5 162,-3-1 1,-3 3-206,1 2 0,5 5-528,-1 6-481,8 0 687,-4 0 0,14 6-245,3 5 0,11-5 697,4-1 0,4 4 0,2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3.52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77 511 7569,'-16'0'0,"1"-5"455,0 0 118,-1-7 0,8 9-547,3-7-49,3 6 0,2-4-57,0 3 1,12 1-202,3-6 0,11 0 124,-1-6 1,6 6-44,5 0 0,-4 0-70,4-6 1,-5 6 71,-6 0 1,3 5-95,-8-5 0,-1 4 64,-9-4 0,4 7 258,-4-2 39,-3-4-8,-1 1 68,-6-8 1,0 6-61,0 0 1,-1 6 1062,-4-1-807,3 4 0,-10 7 355,7 5 0,0 9-243,5 6 1,0 4 30,0 6 0,0 3-93,0 7 0,0 6-175,0-1 0,0 7-63,0-2 1,7-3-70,3-2 1,3-3-391,3-2 1,4-7 250,1-3 1,4-11-523,-4-4 1,4-6 195,-4-5 0,4-5 52,-4-10 0,4-7 47,-4-13 0,1-3-49,-2-13 0,-3 6 214,4-6 1,-9 5-75,-2-5 1,-7 9 375,3 1 0,-5 2-132,-1 9 1,0-1 360,0 6-318,-7 6 1,-1 2 137,-7 7 0,-1 7-23,1 4 0,0 4 80,-1 5 1,6 2-182,0 4 1,6 1 12,-1-6 1,4 4-184,1-4 0,0-1 95,0-4 0,1-3-114,4-3 0,-1-3-17,6-7 21,0 0 1,4-7-8,-4-3 1,4-3-58,-4-3 0,-2-4 95,3-1 0,-6-1 0,5 2 0,-5 3 118,5-4-151,-6 4 156,9 2 1,-9 6-98,6 4 1,-1 5 216,1 5 0,2 6-8,-7 9 0,8-3-104,3 3 0,-1-2-57,6-3 0,-3-2 42,3-2 1,3-4-107,6-7 1,1-4 98,0-6 0,-1-9-96,1-17 0,0-3 70,-1-7 1,-1 0-234,-3 0 1,1-5-6,-6 0 1,-6-7 19,-5 2 0,-5-2 72,6 1 0,-8 0-110,2 5 1,-3 13 482,-2 9 1,0 14-161,0 1 1,-7 13-157,-3 7 0,1 12 120,-1 19 0,7 3 169,-3 7 0,0 7-476,1 3 0,-1 4-1084,6 1 1127,7 1 0,-5 6 0,5 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3.79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 14 7569,'-22'0'1648,"5"-6"-1049,1 4 1,10-3-412,6 10-214,0 3 1,6 3-128,5-1 0,9 0 101,6 5 1,4-4-567,6-1 0,-2-7 228,7 2 1,-7-3-295,2-2 0,1 0 684,-1 0 0,0 0 0,-5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3.93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47 62 7569,'-24'8'1784,"9"1"-692,10-4-899,3-4-168,2 13 20,7-12 0,3 5-138,10-7 108,-3 0 0,19 0-1437,0 0 645,0-7 499,15-2 1,-8-8 277,13-3 0,0-4 0,5-7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4.33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428 167 7569,'-13'-22'357,"2"5"124,-9-3 1,-2 3-18,1 1-254,-6 1 0,8 0-67,-6-1 0,1 8-12,-2 3 0,-1-2-19,7 2 0,-1 1 83,6 9 0,0-1-88,-1 6 1,8 0 87,3 6 0,-2 1-176,2 3 1,0-1-73,5 7 0,5-6 21,0 6 1,8-3 116,3 3 0,1 1-5,8-6 0,-4 6-118,4-2 1,-1-2-30,2-3 0,1 2 29,-6-1 1,-1 4 62,-5-4 0,1-1 37,-1-4 0,-6-1 45,-4 0 0,-4-5 127,-1 1 1,-6-6-142,-5 5 1,-4-7-30,-6 2 1,3-3-78,-8-2 0,2 0 1,-1 0 0,-9 0-284,3 0 1,-1-2 154,6-3 1,-1-3-591,6-7 0,1-1 323,5 1 1,1-2-613,4-4 1,5 3 1019,10-8 0,3-6 0,8-8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4.50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154 1 7569,'-15'0'865,"6"14"1,-8 4-91,7 18 1,-12 15-306,6 11 0,-1 7 30,7-2 0,-4 11-609,4-1 1,3 8-34,2-3 1,4-2 224,1-8 0,0 3 100,0-4 1,1-1-1059,4 2 1,-1-8 874,6 3 0,0-4 0,6-2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5.53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124 78 7569,'0'-11'587,"0"1"-275,0 0 1,0 0 186,0-1-300,0 8 1,0-5 358,0 2 173,0 5-348,0-6 0,-6 15-91,1 8 1,-7 6 109,2 9-190,3 6 0,-6 4 131,3 10 1,-4 4-100,-1 6 1,6-5-177,4 0 1,-2-6 87,2 1 1,0-5-170,5-5 0,2-5-47,3-11 0,3 1-43,8-11 0,-1 2 38,0-12 0,2 0-58,4-5 1,-3-8-289,8-7 0,-6-13 195,6-7 0,-7-6-79,1 5 1,-4-7 47,-6 2 1,2 2 282,-7-2 1,-2 9-71,-8 1 1,-3 2 347,-8 9 0,-4 6-122,-1 9 0,-6 3 0,2 2 0,1 12 0,-2 4 1,13 2-13,-3-2 1,6 1-513,0 3 0,-2-3 197,7 4 1,1-6-678,9-5 1,4 4 48,6-4 0,1-1-259,-1 1 0,5-7 356,1 2 666,6-3 0,-10 5 0,5 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6.24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123 38 9439,'-15'-13'3104,"-1"2"-2686,1-2 0,0 13-74,-1 0 1,6 7 62,0 8 1,5 2-86,-5 3 1,6 3-166,-1 2 1,3 4 37,2-3 0,0-2-164,0 1 1,2-6 56,3 1 1,4-3-16,6-1 1,6-1 42,-1 0 1,7-1-136,-1-4 0,3-1-223,2-4 1,1-3 131,4 3 1,-4-4-193,4-1 0,-4 0 142,-1 0 0,-6-1-422,1-4 0,-7 1 257,1-6 1,-3 5-543,-1-5 0,-3 4 234,-3-4 1,2 5 56,-6-5 1,-1 5-326,-5-5 1,0-1 407,0-4 1,-5 3 492,-1-3 0,-12 3 0,1-10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6.39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 16 7569,'-9'-7'601,"3"5"0,4-4 133,-3 6-239,3 0 1,-5 3-22,7 7 0,-5 2 112,0 14 0,-2 1-286,2 9 1,3-2-106,-3 7 0,4 0-220,1 5 50,0 0 1,0 0-1080,0 0 0,0 0 658,0 0 1,6 0 395,5 0 0,2-7 0,3-2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6.87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93 231 7569,'-22'0'0,"5"7"1321,-4 3 1,11 10-616,5 6 0,-2-2-695,2 1 1,0-4 56,5 4 0,1-6-248,5 2 1,-3-6-17,7-5 1,0 2-165,6-7 0,-1 0 211,0-5 0,-1-1 18,-4-4 1,2-4-60,-7-6 1,6-1-54,-6 1 1,0-5 284,-5-1 0,0-6-112,0 1 1,0-3 329,0-1 0,0-3-30,0-3 1,0 9 90,0-3 0,0 7-118,0-2 1,5 6 22,0-1 0,7 8-215,-2 1 0,-1 8 69,1-2 0,0-2-296,5 2 1,1 0 144,-1 5 0,-5 0 115,1 0 0,-1 8 38,5 8 1,-5 1-6,1 8 1,-1 1-71,5 5 0,-5 4-4,1 1 0,4 0-28,5-5 0,8-2 65,-3-4 0,6-3-219,5-6 1,3-8 78,7-3 0,0-5-26,0-5 0,-5-10 111,0-11 0,-7-1 21,2 1 1,-11-2-7,-4 2 1,-6-1 101,-5 1 0,-3-1-23,-7 6 1,-7-4 186,-3 4 1,-10 8 48,-6 8 0,-8-2-62,-2 2 1,-1 1-775,1 9 1,3 6-316,-2 9 1,-1-1 835,5 6 0,-3 1 0,10 5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13.30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1058 8643,'-17'16'0,"-2"-1"1141,-1 0 1,6 6-966,9-1 1,4 1 6,1-6 1,0 0-129,0 1 1,6-8 66,5-3 1,4-3-63,5-2 0,4-14 55,7-6 0,0-9-80,-1-7 0,-2 2-191,2-7 0,-8-5 141,9-5 0,-5 0-50,-1 5 1,-3 0 61,-6 0 0,-3 2-101,-2 3 1,-5 5 142,-6 10 0,0 4 164,0 7 0,0 5-9,0-1 9,-6 8 1,-3 5 36,-6 13 1,4 2-45,1 9 0,7 4-30,-2 6 0,3 2-28,2-3 0,0-2-180,0 3 1,2-6-6,3-4 1,3-4-145,8-7 1,-6 1-18,0-1 76,0-6 1,6-3-4,-1-6 1,0-8 107,1-8 0,-6-1-59,0-8 1,0-6 26,6-5 1,4-6-315,1 1 0,-1-3 153,-5-2 1,1 5 128,-1 0 1,-1 7 67,-4-2 1,4 7 128,-4 8 0,-3 1 213,-2 10 1,-2 3-186,2 2 1,-3 12-55,3 8 1,-5 7-42,-5 9 1,2 5 426,-8-1 1,8 6-134,-2-5 0,3 5-172,2-5 0,0-2 66,0-9-241,0 4 0,0-12-91,0 4 144,7-11 1,1-3 15,8-7 0,-1-12 0,0-3 1,1-11-671,-1 1 0,0-4 202,1-2 1,-3 0 57,-2 1 1,2 4 298,-3 0 1,-1 15 445,1 0 58,0 1 1,6 15-267,-1 0 1,-1 14-116,-4 7 1,9 3-46,-4 1 1,4 1-173,-4 0 0,2-8-73,4-2 1,-4-4-291,3-2 0,-3-4 102,-1-1 0,-6-7-323,0 2 0,-7-5-28,3-5 1,-5-3 316,-1-8 0,-1-1 186,-5-3 1,-4 1 258,-10-6 0,-11-1 0,-8-5 0</inkml:trace>
  <inkml:trace contextRef="#ctx0" brushRef="#br0" timeOffset="130">307 245 7569,'-59'0'0,"2"0"0,11 2 0,11 3 0,4 2 2033,5 3-1334,11 4 1,8-11-686,7 8 1,4-8-90,6 2 1,9-3-863,16-2 587,5 0 1,12-9-578,5-6 0,4 0 927,5-6 0,4-3 0,7 0 0</inkml:trace>
  <inkml:trace contextRef="#ctx0" brushRef="#br0" timeOffset="505">2102 537 7569,'-31'0'2580,"7"0"-1694,2 0 1,7 3-355,-1 8 0,8 0-225,3 15 1,3 8-35,2 12 0,0 4 145,0 11 0,0-3-186,0 8-94,0-3 0,0-1 48,0-1 0,2-1 23,3-4 1,-3-3 187,3-7 1,-10-7-86,-6-3 0,-4-4-106,-5-1 1,1-6-24,-7 1 1,1-7-747,-6 1 1,-6-5-202,-4-4 0,-4-4-617,-1-7 1,0-9 517,0-6 1,2-9-330,3-12 1,5-5 108,11-10 1,4-14 1082,11-17 0,3-10 0,7 39 0,0-1 0</inkml:trace>
  <inkml:trace contextRef="#ctx0" brushRef="#br0" timeOffset="635">1626 307 7569,'24'-29'1449,"-3"3"-893,3 4 0,-6 7 249,8-1 0,-6 1-350,6 0 0,-1 1-195,6 4 1,-5 1-78,-1 4 1,1 4-402,4-5 0,1 5-208,0 1 1,-4 0-501,4 0 1,-4 0 593,9 0 332,-4 0 0,-1 7 0,0 1 0</inkml:trace>
  <inkml:trace contextRef="#ctx0" brushRef="#br0" timeOffset="1779">2731 721 7569,'-16'-26'140,"1"1"-140,0 6 0,-1 2 781,1 7-457,0 6 1,-1-2 2,1 6 1,0 8-91,-1 7 1,-4 4-120,-1 12 0,-4-2 65,4 12 1,1 0-45,5 5 0,1-7 44,4-3 1,-2-4-171,7-1 0,0-7 188,5-4-106,0-3-4,6-8 0,3-3-64,6-6 0,6-8-226,-1-7 1,6-3 96,-6-7 0,6-1 41,-6-4 0,6-6 43,-6 0 0,2 2-89,-1 8 0,-9-1 96,3 7 0,-5 4 21,1 6 0,-3 7 131,-3-2 113,-3 3 1,5 9 17,-7 3 1,0 9-98,0 1 0,5 7-99,0-1 0,5-4 31,-5-1 1,7-4-176,-2-2 1,9-5-32,2 0 0,4-6-130,-4 1 1,6-5 74,-2-5 0,-1-4-120,2-6 0,-2-5-8,1-1 1,3-6 65,-8 1 1,6-3 31,-6-1 0,1-1 45,-6 0 0,0-5 168,1 1 1,-6 4-8,0 5 0,-7 3 134,3-3 0,-3 4 14,2 7 1,-3 4 618,3 1-301,-3 7 1,-8-1-209,1 14 0,-7 2 91,2 14 1,2 1-28,-3 9 0,3 3-193,-2 7 0,-2 0-59,7 0 0,-2 2-167,2 3 0,3-8-15,-3 3 1,-2-10-181,2-1 0,0-9 111,5-6 0,0-3-60,0-1 267,0-8-176,0-1 89,7-27 1,-4 1-48,7-17 1,-5 2 14,6-2 0,-3-3 3,2-7 1,4 0-21,-4 0 1,4 0 105,1 0 0,-5 5-69,1 0 1,-1 9 154,5 1-201,1 0 386,-8 14-111,6 2 1,-13 10 44,5 10 0,-5 5-112,-1 11 0,0-1-13,0 11 1,0-4 51,0 9 0,0 1-66,0-1 0,2 5-54,3-5 0,4 0 52,6-6 0,0-1-260,1-3 0,4 1-11,0-6 1,6-3-32,-5-7 0,4 0 96,-4-5 0,-1-1-107,-5-5 0,1-2 116,-1-3 0,0-4 21,1-6 1,-6-2-28,0-3 1,-1 1 24,1-7 0,2 6 106,-7-6 1,2 2 19,-2-1 1,-3-2 246,3 6-17,-4 1 328,6 4-157,-5 8-314,5 1 1,-7 14 94,0 3 1,0 10-85,0 6 0,0-2-81,0 1 0,0-1 12,0 2 1,1 1-131,5-6 0,2-1-56,7-5 0,-4 1-545,-1-1 497,0-6 1,5-3 89,1-6 0,-1-8-19,0-8 1,1-1 1,-1-8 1,-5-1-20,1-4 1,-1-8 58,5-3 1,0 2 100,1-2 0,-1 2 3,0-2 0,-4 5 369,-1 11-90,0 3-22,-1 6 1,-3 9-72,-6 7 1,0 12-22,0 9 0,0 6-404,0-1 0,0 3-191,0 1 1,0-4-404,0-1 1,0-1 118,0 2 0,6 3-491,-1-4 0,7-3 463,-2-1 700,3-4 0,3-2 0,-1 1 0</inkml:trace>
  <inkml:trace contextRef="#ctx0" brushRef="#br0" timeOffset="2609">4326 706 7569,'-7'-23'0,"-1"13"1389,-8 0-864,8 0 1,-6 8 269,4-3-528,-4 10 1,-1 4-79,0 6 0,-1 7-20,1 4 1,0 3-63,-1 1 1,3 1 75,2 0 1,-1-2-64,7-4 1,0 2 62,5-6 1,0-1-259,0-4 1,0-6-149,0 0-23,7-6 1,1 1 33,8-10 0,-1-4-98,1-6 1,-1-2-38,0-4 0,1 4 88,-1-3 0,0-2 161,1 1 1,-3-1-57,-3 1 0,2 10 200,-7-5-23,7 4 0,-8 2 107,6 0-193,-7 6 1,6 3 28,-4 6 1,-3 7 431,3-2 0,2 5-82,-2 6 0,7-4-253,-2 3 1,4-4 20,1-6 1,2 2-156,3-7 1,-3 0-12,4-5 0,1 0-47,-1 0 1,1-7 60,-2-3 1,-1-9-67,6-1 1,-6-8 115,2 3 1,1-4-29,-2-2 1,1 1 118,-6-1 1,-5 2-66,0 3 0,-4-1 590,4 7-310,-7-8 1,6 13 464,-4 0-489,-3 6 1,4 11 8,-6 3 1,-5 5-213,0 11 0,-5-3 81,5 8 0,-5-6-88,4 6 0,-4-7 176,5 1-446,-7 4 0,10-7 132,-3 4 0,-1-9 42,0-2-505,1-7-29,5 4 1,0-14 253,0-3 1,2-4-89,3-1 0,-1-6 89,6 1 1,0-6 122,5 6 0,-1-6 178,-4 6 0,4 0-21,-4 4 0,2 1 129,-2 0 0,2 4-144,-7 1 170,7 7 10,-3-4 0,6 7-67,0 0 1,-4 0-25,-1 0 1,0 0-27,5 0 1,2 0-256,4 0 1,1-2-22,4-3 0,3-5-36,-4-11 1,-1 3 102,2-8 0,-6 6 27,6-6 1,-6 0 361,6-4 0,-8 1-137,3 3 1,-4-1 224,-2 7 1,-5-1-32,1 6 1835,-8 6-1162,4 2 1,-7 21 89,0 7 1,-5 9-440,0 11 1,-7 7 55,1 13-1,-4 14-226,-5 7 1,3 7-339,-4 3 0,-1-7 248,2-3 1,-8-4-87,3-1 1,-4-7 76,-2-4 0,-5-5-205,1-4 0,-13-6 71,2-10 0,-5 1-461,0-6 1,-2-2-665,-4-8 1,-2-4-1584,3-7 1,-4-1 399,-1-4 2144,-1-3 0,1-7 0,0 0 0,-1 0 0,1 0 0,-1 0 0</inkml:trace>
  <inkml:trace contextRef="#ctx0" brushRef="#br0" timeOffset="3582">1688 261 7569,'-9'0'-664,"1"0"595,3 0-28,3-7 209,-5 5 21,0-5 138,6 7-50,-13 0 1,10 0-17,-6 0 14,7 0 674,-11 0-266,6 0 59,-8 0-216,1 0-104,0 0 63,-1 0-1,8 0-245,1 0 1,7 2 206,0 3-260,0-3 1,7 5 52,3-7 1,9-2-128,1-3 0,1 3 128,-6-3 1,7 2 35,4-2 1,-2 3-47,1-3 1,1 3 6,4 2 0,3 0-9,3 0 0,-2-2 26,7-3 1,-7 4-414,1-5 1,3-2 150,-2-2 1,0 1-108,-6-1 1,1 0 74,0-6 0,-1 1-44,1 0 1,-7-1 70,-4 1 0,-1 1 41,1 4 1,-3-3-7,4 2 1,-9 3 0,-2-2 1,-7 4 33,3-4-24,2 7-198,-6-4-264,5 7-464,-7 0-190,0 0-637,-7 0 1396,-2 0 1,-4 7 379,2 3 0,-2 4 0,4 1 0</inkml:trace>
  <inkml:trace contextRef="#ctx0" brushRef="#br0" timeOffset="3936">1948 353 7569,'9'0'0,"-2"-7"-95,-7 5 198,0-5 380,7 7 2,-6 0-226,6 0 0,-7 2 23,0 3 0,5 6-99,0 9 1,0 4 11,-5 7 0,0 1-151,0 4 1,0-2 88,0 7 1,-1-6-319,-4 6 1,1-7-242,-6 2 0,2 2-477,-3-2 1,3-8 407,3-7 495,3-4 0,-12 5 0,6 2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11.22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183 75 7569,'-15'0'1016,"0"14"1,-1 5-691,1 16 0,-5 16 157,-1 11-185,-6 9 1,10-8 147,-4 4 1,11 1-287,5-1 0,5-8-150,5-8 1,5-11-271,11-10 1,3-8 210,6-11 1,3-5-223,2-6 1,-7-8 177,2-7 0,-4-8-71,0-7 0,-6-6 103,-10 0 1,-3 0 64,-7 6 0,-7 1-118,-3 3 0,-5 4 5,-6 7 0,-1 1 425,-3 4 0,-3 3-95,8 7 1,-1 7-607,6 3 1,1 9 172,4 1 0,3 1-333,7-6 0,7-1 68,3-4 477,11 4 0,3-13 0,6 6 0</inkml:trace>
  <inkml:trace contextRef="#ctx0" brushRef="#br0" timeOffset="301">613 167 7569,'8'-22'1595,"-1"5"-437,-7 2-530,0 1 334,0 12-601,0-4 0,0 9-11,0 7 0,0 6-69,0 9 0,0 4-45,0-3 1,-5 8-61,0 1 0,0-4 11,5-5 0,2-6 114,3 6 0,1-8-118,5 3 1,7-9 2,-2-2 1,9-7 8,1 3 0,5-5-149,4-1 1,-1 0-67,7 0 1,-1-7-194,0-3 1,0 2-1,-5-2 0,-2 6-170,3-1 0,-4-2-544,-1 2 0,-6 0 428,1 5 1,-7 0-528,1 0 1,-3 0-88,-2 0-103,1 0 633,-8 0 583,-1 0 0,-14 7 0,-1 1 0</inkml:trace>
  <inkml:trace contextRef="#ctx0" brushRef="#br0" timeOffset="471">1119 91 7799,'9'-7'517,"-4"5"571,-10-3 1,3 10-491,-3 5 1,-4 11 70,-1 4 1,-2 6-261,2 5 1,-4 3-280,4 7 1,1 0-173,-1 0 0,7 0-295,-2 0 0,1 5-277,-1 0 1,3 0 613,-3-5 0,10 0 0,4 0 0</inkml:trace>
  <inkml:trace contextRef="#ctx0" brushRef="#br0" timeOffset="1199">1656 229 7569,'-16'0'3349,"1"0"-3050,0 0 1,5 12-15,-1 3 0,6 12-2,-5 4 1,7-1-113,-3 6 0,5 0-34,1-5 1,7 3-141,3-9 0,3-2-222,3-3 0,4-8-165,1-2 0,4-6 291,-4 1 1,4-10-291,-4-6 0,1-4 148,-2-5 1,-8-4-23,4-7 1,-11 0 81,0 1 0,-3-1 190,-2 0 0,-2 1-11,-3-1 1,-4-5 221,-6 0 0,0 1 207,-1 4 1,-3 2-205,4 3 1,-4 4 32,9 7 1,2 1 129,-3 4-302,8-4-98,-4 13 0,9-6-271,3 7 1,3 0 152,8 0 1,-1 5-29,1 0 1,-1 2 114,0-2 0,1 4 28,-1 6 0,-5 2 205,0 3 0,1 4-95,4 7 0,-5 0-14,0-1 1,1 1 13,4 0 1,5 3-9,1-4 1,6 4-126,-1-8 1,8-6-187,1-4 0,6-3-36,-5-7 0,5-3 97,-5-8 0,0-5 146,-6-11 0,-1-3-63,-3-6 1,-4-1 86,-7 0 1,-6 1 20,-4-1 1,-3 0 195,-2 1 0,-14-3-11,-6-3 1,-9 9 157,-7-4 0,2 13-84,-7 2 0,0 3 1,-5 8 1,2 1-627,3 9 1,5 9 212,10 6 1,1 3-527,9-3 0,-1 2 653,12 4 0,0 3 0,5-5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10.45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408 446 7569,'0'-29'65,"0"3"1,0 6 0,0 3 0,0 1 551,0 1 1,-9 6-150,-6 4 1,-6 4-233,-4 1 0,-11 6-53,0 5 1,-1 9 22,-4 6 1,7 1-24,-2-2 1,4 4 781,1-3-601,7-4 1,7 0 186,7-6-513,6-1 1,11-5-72,14 0 1,6-6 90,4 1 1,6-3 124,4-2 1,5 0-234,5 0 0,-8 0-541,3 0 1,-11 6 303,1 5 0,-8-3 29,-3 2 0,-13 1 365,-2 4 0,-6 0-42,-4 1 1,-7-1 289,-3 0 1,-11 1-155,-4-1 1,-6 0-86,-5 1 1,-3-3 69,-7-2 0,2 2 176,3-3 1,3-3-393,8-2 1,1-3-422,3-2 0,4 0-1750,7 0 1646,6 0 1,2-7-628,7-3 0,7-4 133,3-1 1049,4 0 0,8-7 0,2-2 0</inkml:trace>
  <inkml:trace contextRef="#ctx0" brushRef="#br0" timeOffset="283">270 47 7569,'0'-16'742,"0"1"550,-7 7-425,5 1 0,-5 10-393,7 7 0,0 14 76,0 17 0,0 12-144,0 8 1,0 4-19,0 12 1,5-2-626,0 12 0,7-2-47,-1 2 0,1 1-1285,-2-6 0,3 0 341,-2-5 1228,9-1 0,-3 1 0,5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9.24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31 882 7569,'-10'-24'292,"1"4"0,2 3 1532,4 1-1573,1 8-97,2 1 0,0 21 85,0 6 1,0 7-63,0 4 0,0 5 0,0 0 0,2 5-131,3-6 0,-3 6 41,3-5 1,2-7-180,-2-9 1,5-2 62,-5-3 0,0-5-121,-5 0 138,7-6 1,-5-4 18,3-11 1,2-9-97,-2-6 0,2-3-164,-2-1 0,-2-4-7,7-7 0,-5 5 86,6-10 0,-1-2-44,5-3 0,-5 2 61,1 8 1,-1 3 241,5 8 0,-5 6-25,1 3 1,-6 11-19,5 5 0,-1 7 1,1 8 1,-2 4 189,-3 16 1,-3-2-64,3 7 0,2 3-80,-2-2 1,2-1-111,-2-4 1,2-5 160,3-1-160,4-6 70,-6 3 1,8-13-7,-1-4 0,-5-4 16,0-1 0,1-11 6,4-5 1,-5-9-259,0-1 1,1-5 79,4-4 0,0 1 2,1-7 1,-3 7 98,-2-2 0,0 5-18,-5 5 1,4 4 65,-5 7 322,0 6-203,-5-4 1,5 18 146,0 0 1,0 14-76,-5 6 1,7 9 48,3 2 0,-1 5-313,1-5 0,2 5 61,9-5 0,-3-2-310,8-9 1,-1 3 100,6-8 1,0 0-5,-1-4 1,-4-8-82,0-3 0,-6-3-177,6-2 0,-3-2-99,3-3 0,-2-3 178,-4-8 0,-3-4 190,4 0 1,-9-6-32,-2 6 1,-7-3 249,2 3 1,-3 3-25,-2-4 0,0-1-44,0 2 0,0-1 112,0 6 0,-5 5 279,0 0 0,-7 6-95,2-1 1,-4 5 210,-1 5 1,0 4 48,-1 6 1,1 7-185,-1 4 0,1 8-180,0 2 1,6-1-24,4-4 0,-2-2-71,2-3 0,0 1-37,5-7 1,2 6-209,3-6 0,-3-4-386,3-6 442,3-7 1,1 4-114,6-7 1,0-8 44,1-8 1,-1-1-30,1-8 0,-1-1 56,0-5 0,1-4 60,-1-1 0,-5 0 30,0 5 1,-1 2 74,1 4 1,2 3 664,-7 6-337,0 1-29,-5 7 1,0 8-90,0 10 0,0 3-200,0 3 1,2 4 0,3 1 0,-3 4-91,3-4 0,3-1-155,3-5 0,-3 1-390,2-1 0,1-5-339,4 1 0,0-8 418,1 2 1,-1-3 537,0-2 0,7-7 0,2-2 0</inkml:trace>
  <inkml:trace contextRef="#ctx0" brushRef="#br0" timeOffset="494">1396 759 8185,'-10'-8'664,"0"3"1,1 5 217,-1 5 0,-4 0-80,4 10-502,-4-3 0,4 17-127,0-3 0,6 3-161,-1 1 1,4 6-266,1 0 1,1-5 206,4-6 0,2-6-195,3 1 1,6-4 195,-1-6 0,2-3-130,9-7 0,-6-7-25,6-3 1,-7-11-80,1-4 1,2-11 78,-1-5 1,4-3 68,-4-2 1,4-2 60,-4-3 1,6-9-10,-2-6 1,-1-7 159,2 1 1,-7 4-73,1 1 1,-3-1 242,-2 2 0,-4 3-13,-1 11 1,-7 8 455,2 13-250,-3 8 1,-9 9 373,-3 14 1,-9 20-265,-1 16 1,-6 14-228,6 6 1,1 5-195,9 6 0,-2 8 61,7 7 0,0 4-581,5-4 0,1 0 278,5-5 1,7-14-107,8-7 1,11-8-248,-1-7 0,4-11-541,1-9 1,-2-11 372,7-5 0,-7-12 266,2-8 0,-3-9-184,-3-12 1,1-3 193,0-7 1,-6-2-19,1-3 0,-8-3 158,3-8 1,-9 3 271,-2 2 1,-7 11 18,3 11 0,-5 9 315,-1 6 1,-1 9 704,-5 6 1,0 17-551,-5 9 1,-1 13 104,7 7 0,0 3-218,5 2 0,0 2-200,0 3 1,7-5-250,3 0 0,4 0-812,1-5 1,6-4 386,-1-1 439,7-4 0,-3-1 0,7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07.81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259 292 8415,'-8'17'1547,"3"4"1,1 4-987,-1 11 0,3 3-244,-3 7 0,4 6-134,1-1 1,0 5-127,0-5-6,0 0 1,0-10-106,0 0 0,0-9-307,0-1 1,0-2 358,0-9 0,0-4 26,0-6 1,-7-7 104,-3 3 1,-9-5-65,-2-1 1,-4-1-47,4-5 1,-4-4 81,4-10 1,-4 1 66,4-7 1,6 1 62,5-6 1,6 6 152,-1-1 0,5 2-320,5-1 0,11-3-28,9 8 1,4-1-232,2 6 1,5 0 154,-1-1 0,8 6-592,-2 0 0,-2 1 331,2-1 1,-5-2 92,5 7 1,-7-5-401,2 5 0,-4-5-642,-1 5 0,-7-7 318,-4 1 0,0 3 475,-4-2 1,1-1 456,-12-4 0,7 0 0,-4-7 0,8-2 0</inkml:trace>
  <inkml:trace contextRef="#ctx0" brushRef="#br0" timeOffset="150">689 354 7569,'0'-31'0,"0"0"0,0 1 0,0-1-443,0 0 353,0 1 1,0-1 463,0 0 1,0 1-59,0-1 0,0 12 51,0 4 46,0 10 558,0-2 0,0 21-433,0 6 0,0 16-214,0 10 1,-5 3-210,-1 13 0,0-3-104,1 13 1,3-1-929,-3 6 0,3 0 595,2-1 0,2 3-3108,3 3 3430,3-11 0,15 4 0,0-13 0</inkml:trace>
  <inkml:trace contextRef="#ctx0" brushRef="#br0" timeOffset="409">919 768 7569,'0'-9'0,"7"2"407,3 7 0,0 0 589,5 0 1,-1 0-724,12 0 1,4-8-374,6-7 1,5-8-260,-5-7 1,0-6 280,-6 0 0,-4-6-56,-1 1 1,-6 2 93,2-2 1,-11 5-10,-5-5 1,-3 10 102,-2-5 1,-2 14 564,-3-3 1,-4 8 81,-6 6 0,-6 5-304,1 6 0,-6 13-70,6 8 1,0 13-122,4 7 1,8 10-773,3 5 1,3-1 67,2 1 0,2-2-774,3 3 1272,3-5 0,21 1 0,4 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33.67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0 200 7079,'0'-16'147,"0"8"-530,7-6 0,0 11 169,3-8 0,-1 8 112,-4-2 127,-3-4 0,6 6 1,-3-7 0,-3 5 85,3-6 1,-3 6-114,-2-5 1,-2 5 16,-3-5 0,3 5 201,-3-6 841,-3 8-239,-1-11 84,0 13-368,3-13-334,6 12 126,0-5-143,0 7 1,0-1 229,0-4-287,0 3 0,1-5-251,4 7 1,-1 0 24,6 0-49,-6 0 0,7 2-20,-5 3 2,5-3 0,-2 10 39,6-7 0,-4 5 73,-1-5 0,0 7 7,5-2 1,-1-1-79,-4 1 0,4 0-79,-4 5 1,-1-4 128,1-1 1,-5 0 52,5 5 0,-6 1 11,1-1 1,2 1 122,-2-1 0,-2 0-7,-8 1 1,2-1-72,-8 0 1,1 6-29,-5-1 1,-1 2 112,1-1 0,5-4 122,0 3 1,1 2-168,-1-1 0,-2 1-61,7-2 0,0-3-50,5 4 0,0-2 60,0 1 0,0-3-42,0 4 1,6-4 30,5-2 1,-1 2-18,5 3 1,-3-2-21,9 2 0,-3-3 6,3-2 0,-4 1 27,3-1 1,-3 0 1,-1 1 0,-1-1 40,0 0 1,-6 6 101,-4-1 0,-3 1-21,-2-6 1,0 7-97,0 4 1,-7-2 16,-3 1 1,-4 1 85,-1 4 0,-6 1 180,1 0 1,-2-1-179,1 1 1,2 5-161,-6 0 0,6 0 129,-1-6 0,4 1 7,6 0 0,-2-1-312,7 1 1,0 5 101,5-1 0,0 1 70,0-5 0,2 0-52,3-1 1,3 1-71,8 0 1,1-1 136,3 1 0,-3 0 9,4-1 0,1 1-19,-2 0 0,1-6 0,-6 1 0,0-2 174,1 1 1,-3 4-92,-2-3 1,-3-2-43,-3 1 1,-3 1 63,3 4 0,-3 1 126,-2 0 1,-5-1-160,0 1 1,-7 5-53,1 0 1,-2 5 61,-3-6 0,1 6 8,0-5 1,-1 5-320,1-5 146,7 6 0,-6-9 62,4 3 1,3 1 17,2-1 1,3 0-145,2-6 175,0 1 1,7 0-2,3-1 0,5 1 80,6 0 0,1 5-93,4-1 1,3 1 9,-4-5 1,4-1 20,2 1 0,-2 3-8,-4-3 0,3 8 8,-8-8 1,6 3-28,-6-3 0,-1 4 20,-9 1 0,2 7-7,-7-2 7,0-4-13,-5 14 1,-2-8 2,-3 13 0,-5 0 7,-10 6 1,1-4-39,-7 3 0,1-3 35,-6 8 0,0-1 2,1 2 1,4-3-42,1 8 0,6-7-94,-2 1 0,4-3 156,2-1 1,7-1 8,2 0 1,5 1-56,1-1 0,7-1-2,3-4 0,9 2 276,1-7 0,2 5-72,-1-5 1,-4 0-116,3-5 1,-1-6 31,1-5 0,-3 3 68,4-2 1,-4 0-312,-2-6 0,-1 1-359,-4 0 1,2-1 362,-7 1 0,5-6 73,-5 1 0,0-2 58,-5 1 0,0 4 0,0-5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38.23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198 230 7569,'8'0'-296,"-1"-7"349,-7 6 0,-2-6 118,-3 7 0,-5 0 50,-10 0 1,3 2-63,-4 3 0,-1 1-58,2 5 1,-1 2 67,6-2 0,-1 0 176,1 0 0,7 2-35,3-2-199,-4 2 1,7 3 15,-3-1 0,9 0-81,1 1 0,7-1-80,-2 0 1,3 1 105,3-1 0,-1 0 15,0 1 1,1-3-43,-1-3 0,-1 4-95,-4-4 0,4 4 82,-4 1 1,-3-4-6,-2-1 1,-2-5-67,2 5 1,-3-5 82,3 5 0,-5-4-189,-5 4 0,2-5 64,-8 5 1,1-6 89,-5 1 0,0-4-417,-1-1-611,1 0 0,-1 0 467,1 0 0,7-1-179,3-4 731,3-4 0,2-13 0,0-2 0</inkml:trace>
  <inkml:trace contextRef="#ctx0" brushRef="#br0" timeOffset="241">428 46 7569,'14'-15'0,"-4"-1"345,-3 8 141,-1 1 0,-6 11-207,0 6 0,-1 2-98,-9 13 1,4 1 50,-4 4 0,7 1 80,-2 0 0,3 5-226,2-1 0,0 1 120,0-5 0,2 0-23,3-1 1,3-1-117,8-3 0,1-4-600,3-7 0,-3 1 239,4-1 1,-4-7-337,-2-2 168,0 2 1,1-6-999,-1 3 1460,-6-3 0,-3-9 0,-6-2 0</inkml:trace>
  <inkml:trace contextRef="#ctx0" brushRef="#br0" timeOffset="388">183 261 7569,'0'-15'0,"0"-1"0,1 8 0,4 3 0,-1-2-187,6 2 49,0 0 1,11 3 196,-1-3-52,14 3 0,-7-10-483,14 7 0,2-5 476,8 5 0,4-7 0,6 3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36.93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107 123 7569,'-1'-8'126,"-3"1"796,-1 0-487,-7 5-269,11 2 0,-11 11 54,7 9 1,-1-1 0,6 6 0,0-4 72,0 4 1,0 1-99,0 5 0,6-1 0,-1 1 0,5 0-43,-5-1 1,2 1-294,-2 0 0,-3-1 92,3 1 0,2-2-58,-2-3 0,0-4-62,-5-7 0,0 0-607,0 1-682,0-8 637,0-1 486,0-7 1,0-3 334,0-8 0,0-6 0,0-13 0</inkml:trace>
  <inkml:trace contextRef="#ctx0" brushRef="#br0" timeOffset="192">0 139 7739,'0'-16'569,"0"1"-431,0 0 0,5-1 93,0 1 1,7 5 72,-2-1 1,1 6-354,4-5 1,-3 7 103,8-2 1,-3-2 139,-1 2 0,4-1-185,1 6 0,-1 0-799,-5 0 0,1 0 405,-1 0 0,0 2 19,1 3 0,-3-1 43,-2 6 1,-3 0 321,-3 5 0,-3 8 0,5 1 0</inkml:trace>
  <inkml:trace contextRef="#ctx0" brushRef="#br0" timeOffset="361">184 277 7569,'-15'15'66,"-1"-7"12,1-1 1,5-2 523,0 0-111,6 1-124,-3-6-205,7-7 1,2 3-141,3-6 1,4 0 50,6-5 1,2 4-59,4 1 1,1 2-491,3-3 0,3 3 280,-8 3 0,7 3-473,-1-3 1,-2 3 72,1 2 595,1 0 0,5 0 0,-1 0 0</inkml:trace>
  <inkml:trace contextRef="#ctx0" brushRef="#br0" timeOffset="620">568 338 7569,'-7'-15'217,"5"6"-25,-12 2-11,6 7 394,-7 0-490,-1 7 1,8 2 19,3 6 1,3 0-7,2 1 0,0-1 67,0 0-217,0 1 0,7-1-32,3 0 0,4-6 108,1-4 1,2-3 17,3-2 1,-3 0-162,4 0 0,1 0-737,-2 0 1,3-2 215,-3-3 639,-3-4 0,5-6 0,-6 0 0</inkml:trace>
  <inkml:trace contextRef="#ctx0" brushRef="#br0" timeOffset="972">491 169 7569,'15'-7'164,"-6"6"1,4-8 18,-2 4 1,-3 3-83,2-3 1,1 4-405,4 1 1,2 0 237,3 0 0,-3 1 136,4 4 0,-2-1 82,1 6 1,-1-3 77,6 8 0,-6-3 50,2 9 1,1-4-108,-2-2 1,1 5-52,-6 1 1,0 6 73,1-1 0,-1-3-83,0 3 1,1-7 23,-1 1 0,0-3-6,1-1 0,-6-8 142,0-3-243,-6 4 0,4-8-19,-3 5 0,-3-12 71,3-4 1,-3-3 8,-2-3 1,0-1-115,0-3 1,-5 1-604,-1-7 0,-4 1 268,5-6 0,-5 2 9,5 4 1,0-3 11,5 8 0,0 0-92,0 4 1,0 1-340,0 0 465,0 6 0,1 2 27,5 7 275,-5 0 0,13 7 0,-6 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39.92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568 246 7569,'1'-8'988,"5"3"-526,-5-4-95,6 7 127,-7-4-254,7 12 1,-5 8-96,3 6 1,-4 6-77,-1-6 1,2 8-23,3-3 1,-3-1-239,3 2 0,4-1-549,1 6 1,-2-5 393,3-1 1,-1-6 151,5 1 0,6-4 194,-1-6 0,7 3 0,-3-4 0</inkml:trace>
  <inkml:trace contextRef="#ctx0" brushRef="#br0" timeOffset="309">890 338 7569,'7'-8'321,"-6"1"0,4 14-52,-10 3 0,4 4 5,-4 1 1,-2 2-148,2 3 1,0-3-29,5 4 0,0-4 40,0-2 0,6 1-143,5-1 0,-3-5 72,2 0 1,1-6 59,4 1 0,0-5-55,1-5 0,-1-4-38,0-6 1,-5 0-14,1-1 1,-8-1-109,2-3 0,2 3-122,-2-4 1,-1-1 79,-10 2 0,-2-2 127,-7 1 0,4 9-136,1-3 0,0 3-155,-5-3 0,-1 6-112,1 4 136,0 3 98,-1 2 1,6 2-86,0 3 0,6-2-16,-1 8 0,5-6 30,5 5 0,-1-1 90,6 1 0,0 2-9,6-7 0,4 5 160,0-5 0,8 7 0,-4-3 0</inkml:trace>
  <inkml:trace contextRef="#ctx0" brushRef="#br0" timeOffset="867">1151 338 7569,'23'0'-38,"-5"0"82,-8 0 0,-5 0 258,5 0 65,-7 0 152,4 0-291,-7 0 0,0 2 30,0 3 0,0 4-19,0 6 1,-1 0-53,-5 1 0,5-1-12,-4 0 1,3 1-140,2-1 1,0 0 63,0 1 0,5-6 83,0 0 1,7-7-111,-2 3 0,-1-5-203,1-1 0,0 0 51,6 0 0,-6-5-84,0 0 0,-5-9-181,5-1 0,-6 0 171,1-6 0,2-1-146,-2 2 0,0-2 117,-5 1 0,-5-1 42,0-4 0,-7-1-80,2 7 0,-2-2 3,1 1 1,-2 9 154,3-3 1,1 10 284,-1 0-138,6-4 213,-2 7-15,6-4-219,0 6 1,1 0-10,4 0 1,4 0 48,6 0 0,2 0 72,4 0 1,-4 1-100,3 4 1,-3-1 5,-1 6 0,-1-5 37,0 5 1,1 1 7,-1 4 1,-1 0 3,-4 1 0,2 4-43,-7 0 0,5 1-4,-5-6 1,5 6 39,-4-1 1,4 1-10,-5-6 1,7 0 14,-2 1 0,-1-6 3,1 0 0,0-7 12,5 3 0,1-5-43,-1-1 0,0-1-135,1-5 0,4-2 89,1-7 1,-1-6 33,-5 1 0,-1-6-56,-4 6 0,2-6-163,-7 6 1,0-8 63,-5 3 1,-6 3-39,-5 1 1,-7 4 125,-3 2 0,-6 1 13,1 4 0,-3-2 205,-1 7 1,-4 0-70,3 5 0,-7 0-115,13 0 0,-6 5-4,11 0 1,1 2 11,9-2 0,-2-2-587,7 8-317,0-8 0,5 11 222,0-4 1,6 2 635,5-2 0,9 11 0,4-4 0</inkml:trace>
  <inkml:trace contextRef="#ctx0" brushRef="#br0" timeOffset="-544">368 323 7569,'-6'-17'0,"-5"-2"0,-2-1 176,-3-1 1,6 11 288,0 0 1,-2 6-287,-8-1 1,2 4-292,-2 1 0,1 1 78,-1 4 0,1 4 127,-6 6 1,4-3-11,-5 3 0,8-3 0,-3 9 0,4-2 121,2 1 0,1-3-104,4 4 0,3-4-42,7-2 1,0-5 50,0 0 0,9 1-15,6 4 1,2-1-108,9-4 0,-1 3 102,6-2 0,0-3-27,-1 2 1,1 1-15,0 4 1,-6-5-219,1 0 97,-7 1 0,1 4-61,-10 0 0,2-4 95,-7-1 0,-1-5 34,-9 5 0,-4-1 50,-6 1 1,-6 4-45,1-4 1,-7-2 5,1 2 0,-1-4-45,1 4 1,-1-7-270,6 2 1,-4-3-57,4-2 1,1 0-624,5 0 577,-1 0 1,6 0-126,0 0 1,6-7 533,-1-3 0,4-4 0,7-8 0,3-2 0</inkml:trace>
  <inkml:trace contextRef="#ctx0" brushRef="#br0" timeOffset="-330">138 16 7569,'16'-7'450,"-1"6"-20,-7-6-233,-1 14 0,-7 3 1,0 10 1,0 4-30,0 7 0,0 5 38,0-1 0,-1 8-59,-5-2 0,5 2-17,-4-3 0,1 5-77,-1-4 1,3-2-344,-3 2 0,4-5-49,1 4 0,1-5-311,4 0 0,-1-7 171,6-3 1,-1-6 477,1 1 0,10 4 0,-3 0 0</inkml:trace>
  <inkml:trace contextRef="#ctx0" brushRef="#br0" timeOffset="1579">2102 231 7569,'-11'-9'0,"3"3"0,1-1 130,2 5 0,-2-5 1,-3 7 247,-4 0 1,4 0 0,0 2 0,0 3 126,1 5-247,-5 11 0,8-3-75,-5 8 1,5-6-1,6 6 1,0-6-13,0 6 1,6-7-150,5 1 20,9-10 1,-1 2 47,6-6 1,1-1 69,5-5 0,-1-7-115,1-3 1,-6-9-68,1-2 1,-7-1-131,1 2 0,-8 3-13,-2-4 0,-6-1-98,1 2 0,-12-1 16,-8 6 1,-2 0-94,-9-1 1,1 8-39,-6 3 0,0 5 106,1 5 0,-1 3-107,0 8 0,7-1-172,4 0 551,3 7 0,2 2 0,-1 7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43.98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154 261 7569,'0'-15'337,"0"-1"122,0 1 0,-1 6-278,-5 4 0,3-2 14,-7 2 0,0 2-109,-6 8 1,1 5 76,0 11 0,-1 3-113,1 6 1,5 3 44,-1 2 1,3-1 59,-2 7 0,3-5-176,7 5 1,0-7 5,0 2 1,2-4-72,3-1 1,3-7 82,8-4 0,-1-4-28,0-6 1,1-3 90,-1-7 1,0 0-98,1 0 0,4-7-44,1-3 1,-1-9-173,-5-2 1,1-4 118,-1 4 0,0-4-69,1 4 0,-6-4 132,0 4 0,-5 3-90,5 7 149,-6-2-2,3 11 0,-7-3 130,0 10 1,0 9-53,0 6 0,0 2 118,0-1 1,0-2-121,0 6 1,7-6-23,3 1 0,-2-8-60,2-2 1,1-6 57,4 1 0,0-3 17,1-2 0,-1-5-25,0-1 1,-4-5-106,-1 0 0,-5-4-19,5-5 1,-6 1-91,1-7 1,-4 6 79,-1-6 1,-6 2-83,-5-1 1,3-3 261,-2 8 0,1 0-91,-1 4 1,-2 1 111,7 0 0,-5 4 95,4 1 249,1 7-204,5-11-162,0 12 1,7-4-5,3 6 0,6 0 8,4 0 1,-3 0 35,4 0 1,1 6-58,-2 5 1,2 2-65,-1 3 0,-4 4 45,3 0 0,-3 3-80,-1-3 1,-3-3 59,-2 4 0,1 1-85,-7-2 0,5 1 153,-5-6-63,0-7 339,-5 6-115,0-12-282,0-2 1,-5-9 100,0-6 1,0-2 17,5-4 1,-5 4-132,0-3 0,-1 1-293,6-1 1,0 3 211,0-4 0,0 9 109,0 2 0,2 5 100,3-5-119,-3 6 112,5-2 1,-5 7-46,3 4 1,-2 4 135,7 6 0,-5 1-44,6-1 0,-3 0-43,2 1 0,4-3-50,-4-3 0,-1 4 24,1-4 0,-2-1 37,3 1-39,2-7 1,-4 4 220,6-7-224,-6 0 0,3-7-172,-7-3 60,7-3 1,-11-3-78,4 1 0,-3 0 74,-2-1 1,0 6 17,0 0 1,0 5-103,0-6 77,0 8-84,0-4 91,0 7 53,0 0 105,0 7 1,2 0 2,3 3 0,-3 4-96,3-4 1,2-2 12,-2 3 0,7-8 27,-2 2 0,-2 2 61,3-2 1,-6 0-11,5-5-103,0 0 0,6 0-29,-1 0 1,-5 0-251,0 0 73,1-7 0,4 1-225,0-5 0,1-2 227,-1 3 1,0 1 26,1-1 1,-6 1-566,0-1 1,-5-2-194,5 7 622,1 0 0,-1 5 327,0 0 0,-7 0 0,4 2 0,-7 3 0,0-4 0,2 11 0,3-7 0,-3 7 0,5-10 0,-1 5 0,3-7 0,-1 0 0,-1 0 0</inkml:trace>
  <inkml:trace contextRef="#ctx0" brushRef="#br0" timeOffset="850">1259 292 9122,'-9'1'323,"4"4"1,3 4-140,2 6 1,0 1-21,0-1 0,0 0-67,0 1 1,0-1-2,0 0 0,0 1-153,0-1 0,0 0 76,0 1-244,0-8 258,0-1 30,0-7 0,0-2-46,0-3 1,0-3-5,0-8 0,-1-4-281,-5-1 0,5-4 27,-4 4 1,3-4-51,2 4 0,0-4 113,0 4 1,0 1 45,0 5 1,0-1 61,0 1 145,7 6 1,-4 3-137,7 6 1,-4 1-4,4 4 1,-5 4 393,5 6 1,-5 1-163,5-1 1,-4 2 51,4 3 1,-2-1-43,3 7 0,2-8-80,-3 3 0,-1 1-65,1-2 1,-1 1-166,1-6 253,4-6-52,-6-2-26,1-7 22,-3 0-127,1 0 1,-5-2 89,3-3 1,2-4-82,-2-6 1,5 0 42,-5-1 0,5 1 3,-4 0 1,4-1-14,-5 1 0,5 0 48,-5-1 3,7 1-28,-3 0 1,1 6 33,0 4-36,-6 3 115,9 2 0,-9 7-29,6 3 0,-5 4 39,5 1 0,-5 1-121,6-1 1,-3 0 64,2 1-44,4-1 1,-6-1 16,8-4 1,-6-3-10,0-7 1,-5 0 22,6 0-56,-8 0 1,9-2-94,-7-3 1,2-2-237,-2-3 195,-3-4 1,4 4-42,-6-11 0,2 4-133,3-3 0,-1 3 19,6 2 68,0-1 322,5 1 1,-4 6-117,-1 4 1,-7 5 272,2 5 0,-3 4-87,-2 6 1,0 1 20,0-1 1,5 2-132,0 3 1,2-3-125,-2 4 1,-1-4-62,6-2 1,-2-5 63,3 1 0,2-6-503,-2 5 1,-3-7 229,2 3 1,-5-5-326,6-1 1,-8-7 186,2-3 1,-3-3 469,-2-3 0,0 1 0,-14-7 0,-3-2 0</inkml:trace>
  <inkml:trace contextRef="#ctx0" brushRef="#br0" timeOffset="1265">1795 15 7368,'7'-8'199,"-3"1"-102,6 7-184,-7 7 0,11 0-100,-4 3 146,-3-3 1,7-2 31,-4 0 0,9 0-58,1-5 1,2 2 50,-1 3 1,-4-3-12,3 3 1,2-4-11,-1-1 1,-6 0 48,-5 0 325,1 0-67,4 0-68,-7 0 0,-1 2-58,-7 3 1,-1-3 335,-5 3-326,-2 4 0,-7-3 7,-1 5 1,6 1 9,0-7 1,5 7-29,-6-2 1,8-2-123,-2 3 0,3-1 61,2 5 1,0 1-143,0-1 0,2-5 97,3 0 0,4 1-113,6 4 1,0 0 25,1 1 0,-1-3 52,0-3 0,1 4 2,-1-4 0,-5-1 2,0 1 1,-5-5 22,6 5 0,-8-5-35,2 6 4,-3-8-54,-2 11 0,-7-7-113,-3 3 1,-4-3-185,-1-7 0,-2 5 160,-4 0 0,-1 0-126,-3-5 1,-3 0 70,8 0 1,0 0-558,4 0 805,8-7 0,-6-8 0,6-9 0</inkml:trace>
  <inkml:trace contextRef="#ctx0" brushRef="#br0" timeOffset="1763">2332 123 7125,'9'-7'-694,"-2"-1"1514,-7-1 0,-2 2-85,-3 7-504,-4 0 1,-6 0-131,0 0 0,4 5 196,1 0-203,0 7 1,0-5 177,0 3-273,6 4 42,-3-5 0,7 6-148,0 0 1,7-5 114,3 1-56,4-1 1,6 5 36,1 1 0,1-3 46,-2-3 0,-2 4-91,2-4 1,-3 4 60,-2 1 0,1 1-1,-1-1 1,-6 0 15,-4 1 0,-4-1 1,-1 0 1,0 1-7,0-1 0,-8-1-3,-7-4 1,-1 3-12,-4-2 1,-2-5 13,1 0 1,-4-5-106,4-1 0,1 0 63,4 0 0,3-1-324,2-5 235,-2-2 0,11-7 42,-3-1 0,10-1-91,5-3 1,9 3 61,2-4 0,4 4 31,-4 2 1,4 0-13,-4-1 1,4 6 146,-4 0 0,-3 5 50,-7-6 203,2 8-85,-4-4 247,-1 7-124,-1 7-291,-7 2 0,2 6-41,3 0 0,-3-5 72,3 1 1,-2-6-343,2 5 1,-1-7 143,6 3 1,-5 0-962,5-1 156,0 1-224,6-6 860,-1-7 0,-6-2 273,-4-6 0,-4-7 0,-1-2 0</inkml:trace>
  <inkml:trace contextRef="#ctx0" brushRef="#br0" timeOffset="2104">2486 154 7569,'-7'-16'510,"5"8"-367,-5 1 1,9 7-40,3 0 1,-1 0 78,6 0 1,2 2-168,8 3 0,-3-2 38,4 7 1,-3 1-8,3 4 0,-4 0 38,3 1 1,-3-1 6,-1 0 0,-6 1-83,0-1 0,0-5-36,6 0 0,-6-1 19,0 1 1,-5-1 81,6-4 0,-6-4-124,5 5 0,-7-6 99,2-6 0,-3 3-178,-2-7 1,5 0-79,0-6 0,0 1-82,-5 0 0,-5-1 128,0 1 0,-5 0-70,5-1 1,-5 1 206,5 0 0,-2-1-94,2 1 1,3 5 322,-3-1 0,3 8-36,2-11 1,2 13-46,3-4 1,-2 3 118,8 2 1,-1 5-10,5 0 1,-1 7-107,-4-2 1,4 4-104,-4 1 0,3 1 78,3-1 0,-1 0-421,0 1 1,-4 1-123,-1 3 1,0-3 439,6 4 0,-1-4 0,0-2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48.89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154 231 7569,'9'-16'251,"-4"3"0,-10 2 161,-6 6 0,-2 7 22,-3 8-227,1 0 0,0 14-176,-1-3 1,1 1 89,0 3 1,1-1-4,4-3 1,-2-4-26,7 3 1,0-8 97,5-2 4,7-6 1,1 3-67,7-7 0,6-2-183,-1-3 1,8-5-140,-3-11 1,-1 2-144,2-6 0,-3 1 83,3-2 1,-4-1-65,-7 7 1,-1-6 112,-4 6 0,2-3-273,-7 3 350,0 3 0,-6-5-34,-4 6 0,-4 8 330,-6 3 0,-1-2-47,1 2 1,5 0 81,0 5 1,5 0 49,-6 0 173,8 0-339,-4 0 1,14 0 14,3 0 0,4 0-4,1 0 1,0 0-25,1 0 0,-1 7-87,0 3 0,1 3 29,-1 3 0,-1-1-12,-4 0 1,-1 8 63,-4 2 1,-4-1-5,4 2 1,-3-6-18,-2 6 1,0-6 60,0 6-31,0-8 0,0 5 24,0-8 110,0-7-165,7-1-31,2-7 0,6-5-78,0 0 0,-5-7-173,1 2 0,-3-4 45,2-1 1,-1 0 62,-4-1 0,-3 1-85,3 0 0,-3-6 18,-2 1 0,-7-3 7,-4 3 0,-2 3 89,-2-3 0,-1 1 123,1-2 1,0 6-6,-1 0 1,3-1 440,2 6-336,-2 3 1,9-1 128,-6 3 12,7 3-172,3-5 0,8 7-61,7 0 1,6 5 0,-1 0 1,6 6-22,-6-6 1,8 7-18,-3-2 0,-3 5-17,-1 6 1,1-3 33,-2 8 1,6-6-1,-6 6 0,-1-7 57,-9 1 1,4-3-48,-4-1 1,4-3 32,1-3 0,1 2-30,-1-7 0,0 1-20,1-6 1,-1-2-20,0-3 1,1-4-7,-1-6 1,-1-2 9,-4-4 0,2 3-72,-7-8 1,0 2-229,-5-1 0,-2-4 117,-3 3 0,-5 4-18,-10 2 1,-3 4 78,-2 6 1,-4-2 43,3 7 0,-3 0-116,-1 5 0,6 7-111,3 3 0,4 2 59,2-2 1,6 9 254,4-4 0,4 4 0,1-4 0</inkml:trace>
  <inkml:trace contextRef="#ctx0" brushRef="#br0" timeOffset="781">1320 123 7569,'8'-7'0,"-1"-1"0,-2-2 833,0-1-129,0 8-12,-5-4-479,0 7 0,0 7-66,0 3 1,-6 4-95,-5 1 0,-2 6 106,-3-1-80,1 7 1,-5-8 126,-1 7 1,-1-6-24,2 6 1,3-8-584,-4 3 1,6-4-370,5-2-787,-4 1 726,5-1 138,1-7 1,1-2 691,7-12 0,0-2 0,0-7 0</inkml:trace>
  <inkml:trace contextRef="#ctx0" brushRef="#br0" timeOffset="948">998 16 7569,'1'-9'0,"5"4"0,-3 3 415,7 2 0,0 7 1663,6 3-1586,-8 4 1,8 3-489,-1 4 0,0 1 32,6 3 0,-4 3-553,-2-8 0,7 6-49,4-6 0,-2 6-293,1-6 1,-4 6 858,4-6 0,1 7 0,4-3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51.02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78 108 7569,'-7'-8'1911,"5"1"-1477,-5 7-405,0 0-22,-1 7 0,-2 6 212,-1 8 1,6 6-17,-5-1 1,7 2-62,-2 3 1,3-5 36,2-1 1,0-1-181,0 2 1,5-4 50,0-7 1,9-1-36,1-4 1,0-3-21,6-7 1,-4 0-61,-2 0 0,6-7 18,-1-3 0,1-9-94,-6-1 1,0-8-346,1 3 0,-8-4 181,-3-2 1,-3 0-94,-2 1 0,-2-6 92,-3 0 1,-8 6 225,-8 4 1,1 7 68,4-1 0,-4 10 205,-1 4 1,1 5-185,5 1 0,-1 1 28,1 5 1,5 2-27,-1 7 0,8 6 1,-2-1 0,5 1-351,5-6 1,4 0 161,6 1 1,7-1-667,4 0 842,3 8 0,1-6 0,1 5 0</inkml:trace>
  <inkml:trace contextRef="#ctx0" brushRef="#br0" timeOffset="1309">400 338 8181,'0'-8'3169,"-7"-6"-2825,5 12-812,-5-4 418,7 6-1059,0 0 905,0-7 0,7 3 67,3-6-325,4 7 1,1-6-1083,1 4 1544,-1 3 0,0-11 0,1 4 0</inkml:trace>
  <inkml:trace contextRef="#ctx0" brushRef="#br0" timeOffset="1648">660 169 7896,'-8'9'182,"-4"10"36,7-4 0,-5 4 217,5-4 1,-6 6-143,6-1 1,0 1-117,5-6 1,7-2-137,3-2 0,4 1 71,1-7 0,6 0-137,-1-5 1,6 0 45,-6 0 0,2-7 79,-1-3 0,-4-4-172,3-1 1,-3-2-253,-1-4 1,-8 4-35,-3-3 1,-3 3 151,-2 1 0,0 1 92,0 0 0,-7 1 20,-3 4 1,-6-2 154,-4 7 0,3 0-91,-3 5 0,3 2-55,1 3 1,6-2 47,0 7 1,6-5 195,-1 6-455,3-1 1,4 3 93,3-2 0,4-3-219,6-3 1,1-3 114,-1 3 0,5-3 306,1-2 0,6 7 0,-3 1 0</inkml:trace>
  <inkml:trace contextRef="#ctx0" brushRef="#br0" timeOffset="1925">1090 108 7569,'7'-15'-6,"-6"5"6,5-1 0,-5 8 852,-1-11-515,-7 13 0,6-5-198,-4 12 0,-2-3 20,2 7 0,0-5 129,5 6 1,0-1-70,0 5 1,1 0 62,4 1 0,1-1-103,9 0 0,-3 6 19,8-1 0,2 3-51,-1-3 0,4-1-135,-4 6 0,1-6-11,-2 1 0,-2-2 57,2-3 1,-8 0-84,-2 1 0,-6-6 35,1 0 1,-4-5-301,-1 5 198,0 1 1,-6-1 111,-5 0 1,-9-7-356,-6 3 0,-3-5-498,-1-1 1,-1 0-132,0 0 0,1 0 94,-1 0 870,0-7 0,1-8 0,-1-9 0</inkml:trace>
  <inkml:trace contextRef="#ctx0" brushRef="#br0" timeOffset="2041">967 169 7569,'22'-15'0,"-5"-5"443,4-1 0,1 1-102,-2 4 1,8 6-224,-3 0 1,4 5 76,2-5 0,0 6-619,-1-1 1,1 2 299,0-2 0,-6 3 157,1-3-33,-7 3 0,10 2 0,-6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02.99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47 77 7569,'8'-1'-26,"-1"-3"0,-2-2 36,0-3 0,0 4 357,-5-5-40,0 6-220,0-9 258,0 11 44,0-12 169,0 13-395,0-6 1,-1 7 18,-4 0 1,1 0-20,-6 0 1,5 0-122,-5 0 0,1 7 12,-1 3 1,3 0-135,7 5 0,0-6 157,0 11 0,0-6 34,0 6 1,2-3-62,3-1 0,3-1-65,8 0 0,1 1-366,3-1 1,-3 0 169,4 1 1,1-1 91,-2 1 1,6-1 118,-6 0 0,1 4 83,-6-4 0,-1 4-103,-4-9 0,2 4 2,-7 1 1,0-5 196,-5 1 0,0-6-47,0 5 1,-7-1-163,-3 1 0,-4 3 75,-1-2 0,-5 2-412,-1 3 1,-4-6 172,4 0 1,-4-7 114,4 3 0,-4-5-1586,4-1 1104,1 0 1,6-8-92,4-8 1,3-2 631,7-13 0,-7 4 0,-1-11 0</inkml:trace>
  <inkml:trace contextRef="#ctx0" brushRef="#br0" timeOffset="170">62 139 7569,'0'-16'450,"0"1"723,0 0-844,7-1 1,-5 1-135,3 0 0,-2 6 395,2 4-485,4-3 0,1 6-84,0-3 1,2-2-254,9 2 1,-4 0 276,3 5 0,2 0 161,-1 0 1,4 0-1335,-4 0 0,4 0 465,-4 0 1,4 0-4,-4 0 0,4 0 666,-4 0 0,-1 0 0,2 0 0,2 0 0</inkml:trace>
  <inkml:trace contextRef="#ctx0" brushRef="#br0" timeOffset="574">599 77 7569,'-9'-6'742,"-4"4"-146,11-12-36,-12 13-365,6-6 0,-2 12 5,-1 0-62,8 14 0,-4-9-54,7 10 1,0-1 121,0 2 1,0-4-217,0 3 0,2 2 63,3-1 0,-2-1-152,8-4 0,-1-6-14,5 0 1,1-7-79,-1 2 1,0-3 100,1-2 1,-1-2-57,0-3 1,1-3 91,-1-7 0,-5-3 7,0-2 1,-6 3-22,1-3 1,2 2-9,-2 3 0,-2 0 190,-8-1 1,2 1-57,-7 0 1,-2-1-43,-9 1 0,4 5 32,-3 0 0,-3 6 115,3-1 1,-2 2-123,1-2 6,4 3-426,-5-5 164,14 7-306,1 7 1,9-4 59,3 8 0,3-8-103,8 2 0,-1 2 298,0-2 1,2 0 265,4-5 0,-4 0 0,3 0 0,-3 7 0,-1 1 0</inkml:trace>
  <inkml:trace contextRef="#ctx0" brushRef="#br0" timeOffset="1087">936 62 7693,'9'-7'1281,"-2"6"-1087,-7-6 1,0 8 577,0 5-487,0 2 1,0 9-86,0 4 1,0 2 5,0 8 1,1 0-229,5-1 0,7 1 82,8 0 1,1-7-229,-2-4 1,2-8 21,4-2 0,3-8-43,-4-2 1,4-9-6,2-11 0,-7-4-53,-4-6 0,-4-6 172,-6 0 0,-3-5-10,-7 5 1,-7 6-8,-3 4 1,-11 7-1,-4-1 1,1 10 250,-2 4 1,2 5-384,-1 1 0,-2 7-575,6 3 0,6 3 293,5 3 506,6-1 0,-3 0 0,7 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39:47.07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1059 347 7569,'0'-16'0,"0"1"191,0 0-139,-7-1 1,3 6 0,-6 2-25,-2 1 1,-3 2-76,-5 5 0,2 1-3,-2 5 1,-2 2 173,1 7 1,-4-1-47,4-4 0,-4 4 251,4-4 1,6-1 56,5 1-315,6 0 0,-1 4 137,10-4 1,4 2 56,6-7 1,7 7-100,4-2 1,3 4 25,2 1 0,-1 1-327,1-1 0,5 0 95,0 1 0,-2 4-79,-9 0 0,3 1 50,-8-6 1,-1 1-13,-9-1 1,-3 0 142,-7 1 0,-2-1 4,-3 0 0,-9 1-61,-6-1 0,-13-1 4,3-4 1,-6 3-205,0-2 0,-1-5 78,-4 0 1,3-5-454,8-1 1,4-7 246,1-3 1,7-3-393,3-3 0,2-6 39,7-3 676,1-4 0,12-9 0,2-1 0</inkml:trace>
  <inkml:trace contextRef="#ctx0" brushRef="#br0" timeOffset="194">921 25 7602,'0'-11'33,"0"1"-33,0 7 0,0 3 749,0 10 1,0 7-292,0 9 1,0 1-263,0 14 1,0 0-34,0 5 0,0 5-12,0 0 0,0 5-58,0-5 1,5 1-157,0-6 0,5 5 184,-5 0 0,7 0 21,-2-5 0,4-2-1329,1-3 1,1 2 544,-1-7 0,2-1 642,4-4 0,-4 0 0,5-1 0</inkml:trace>
  <inkml:trace contextRef="#ctx0" brushRef="#br0" timeOffset="420">1381 362 7569,'0'-15'0,"0"6"0,-2 2 0,-3 7 0,2 7 890,-8 4-577,1 2 1,-3 9-215,2 4-52,-2 3 0,11 2-113,-3-1 1,3-1-215,2-3 0,0 3 227,0-4 0,7-3 57,3-1 0,4-1-888,1-4 1,7 1 513,4-12 1,1 0 369,-1-5 0,3-7 0,-5-1 0</inkml:trace>
  <inkml:trace contextRef="#ctx0" brushRef="#br0" timeOffset="631">1642 470 7569,'8'0'291,"-3"6"37,-10 5 1,2 4 367,-8 5-436,8 4 0,-4 2-101,7-1 1,0-4-231,0 4 0,2-6 0,3 2 1,5-6 120,11-5 0,1-3-200,3-7 91,4-7 0,-12-1 42,4-8 0,-4-4-36,-2-1 0,-1-6-162,-4 2 0,-3 1 52,-7-2 1,-7 2-570,-3-1 498,-4 3 0,-6 3-20,-1 3 0,-4 4-85,4 12-108,-6 0 447,10 0 0,-5 14 0,7 3 0</inkml:trace>
  <inkml:trace contextRef="#ctx0" brushRef="#br0" timeOffset="-609">16 546 8942,'-9'0'1268,"2"2"-1356,7 3 0,2-3 43,3 3 0,4-2 102,6 2 1,2-3-549,4 3 0,1-3 17,3-2 1,8 0-699,-8 0 1172,8 0 0,-10-7 0,8-1 0</inkml:trace>
  <inkml:trace contextRef="#ctx0" brushRef="#br0" timeOffset="-477">123 715 7569,'-15'0'2631,"-1"7"-1855,8-6-540,1 6 0,16-7-764,6 0 1,7 0 275,9 0 0,1 0-1523,4 0 1775,-4 0 0,13 0 0,-6 0 0</inkml:trace>
  <inkml:trace contextRef="#ctx0" brushRef="#br0" timeOffset="6595">384 1420 8489,'0'-8'2922,"0"1"-2865,0 7-7,0 0 1,7 0 57,3 0 1,9 0-445,1 0 0,6 0 259,-6 0 1,6 0-703,-6 0 1,7 0 193,-1 0 1,3-5 20,2 0 0,-6 0 564,1 5 0,-8 0 0,5 0 0</inkml:trace>
  <inkml:trace contextRef="#ctx0" brushRef="#br0" timeOffset="6728">491 1605 7569,'-15'8'704,"5"-1"1040,-1-7-852,8 0-593,-4 0 1,14 0-591,3 0 1,6 0 248,4 0 0,4 0-1022,7 0 1,4 5 1063,1 0 0,14 7 0,-3-3 0</inkml:trace>
  <inkml:trace contextRef="#ctx0" brushRef="#br0" timeOffset="15198">1657 1374 6804,'8'-6'609,"-2"-5"1,-5 3-208,-1-2 1,2 6 144,3-1-485,-3-3 1,5 4 125,-7-6-68,0 7 4,0-11 0,0 11-157,0-8 0,-2 8-80,-3-2 0,-4 3 66,-6 2 1,0 0 18,-1 0 1,-6 2 54,-3 3 0,1 3 0,-2 8 0,7-1-5,-1 0 0,3 1 157,2-1-162,-1-6-6,8 4 1,3-9 75,10 6 1,5-7-46,10 2 1,1-3-42,9-2 0,-2 0 40,8 0 1,-2 2-181,1 3 0,-2-2 37,3 8 1,-4-3 45,-1 2 1,-8 4 44,-2-4 1,-4-1 0,-2 1 0,-6 0 190,-4 6 1,-5-6-76,-5 0 1,-4 0 2,-6 6 0,-2-3-46,-4-3 1,-1 4 58,-3-4 1,-4-3-99,3-2 0,-1-3-113,1-2 0,3 0-172,2 0-171,4 0 0,-5 0-886,7 0 949,6 0 0,2-2-67,7-3 1,0 2 111,0-8 1,0 6 324,0-5 0,2 0 0,3-5 0,-3-3 0,3-2 0,-3 3 0,4-19 0,3 4 0</inkml:trace>
  <inkml:trace contextRef="#ctx0" brushRef="#br0" timeOffset="15370">1626 1098 7569,'0'-15'1043,"7"7"-439,-5-6-367,5 12 0,-7 2-55,0 10 0,-2 11 24,-3 4 1,3 10-140,-3 0 1,-2 8 77,2-2 0,0 1-213,5-1 0,0 4-212,0-4 0,0 3-244,0 2 0,0-2 15,0-3 1,7 2-373,3-8 0,4 5 881,1-10 0,7 4 0,2-10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20.90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31 7569,'0'-15'867,"7"6"-367,-6 2 0,8 14-97,-4 4-265,-3 2 0,4 9 45,-6 4 1,0 3 22,0 2 1,0-1-308,0 1 1,0 0-133,0-1 1,0 1-341,0 0 1,0-2 337,0-4 1,7 2-633,3-6 1,-1-6 866,1-5 0,7-6 0,7 3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23.23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108 169 7569,'-10'0'239,"1"2"1,2 3 365,4 5 0,-4 4-309,2 1 1,-5 6-100,5-1 0,0 6 0,5-6 0,0 1-60,0-6 0,1 0-82,4 1 1,-1-8 225,6-3-144,0-3 1,7-4 5,4-3 0,-4-5-87,3-11 0,-3 3-324,-1-8 1,-3 1 192,-2-6 0,-3 2 64,-3 3 1,-5-3 44,0 4 0,-1-4-679,-10-2 0,-4 7 287,-6 4 0,-1 4 100,2 6 0,1 3 203,-6 7 0,6 2 172,-2 3 1,4 11-148,2 9 1,6-1-34,4 2 0,4-1-355,1 6 1,0-6 167,0 1 0,6-2-315,5 1 1,9 1 564,6-11 0,3 11 0,1-9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24.47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31 7569,'2'-9'1286,"3"4"1,2 2-863,3-2 1,5 3-26,1-3 1,-1 3-164,6 2 0,1 0-53,-2 0 1,6 0-639,-6 0 1,6 0 182,-6 0 1,6 0 12,-6 0 1,6 0-90,-6 0 0,6 0-349,-6 0 1,1 0-271,-6 0 1,-5 0 966,1 0 0,-8 0 0,4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24.58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60 0 7569,'-15'14'699,"0"-4"-101,-1 4-295,8-6 0,3 6-120,10-4 1,10-2-75,11-2 0,6-5-90,9 4 0,-4-3-1016,15-2 997,-1 0 0,10 0 0,0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23.43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47 415 7569,'0'-9'745,"-2"3"1217,-3 6-1079,-4 0-422,-6 0-849,6 0-1008,2 0 512,7 0 0,7 0 508,4 0 1,-3-2 375,2-3 0,7-4 0,7-6 0</inkml:trace>
  <inkml:trace contextRef="#ctx0" brushRef="#br0" timeOffset="271">261 200 7569,'-13'2'220,"2"3"1,-2 5 379,3 11 0,3-3-286,2 8 1,-2-2-132,2 1 1,1-1 95,9-3-142,4-4 1,8 5-16,3-7 0,4-6-85,7-4 0,-2-3 117,-4-2 1,4-9 18,-3-6 0,-4-1-262,-1-4 1,-9-2 49,-2 1 0,-7-4 107,2 4 0,-10-4-93,-5 4 0,-5-4-151,-6 4 1,-1 1-69,-4 4 1,-3 3 105,4 3 0,1-2-75,-2 7 0,13-1-131,-2 6-260,3 7 1,3 2 237,4 6 1,5-5 89,5 1 0,5-6-23,11 5 299,-4-7 0,12 4 0,-5-7 0</inkml:trace>
  <inkml:trace contextRef="#ctx0" brushRef="#br0" timeOffset="516">553 77 7569,'6'-15'0,"-4"5"405,3 0-179,4-1 0,-2 1 33,3 0 1,4 7-65,-4-3 0,3 5 0,3 1 0,-6 0-12,0 0 1,5 7-158,6 3 0,-1 5 112,-4 6 1,-3 2 44,-2 8 1,1 1-41,-7 4 1,0-2-126,-5 7 0,-2-5 101,-3 5 0,-2-7 11,-3 2 0,-2-11 7,7-4 1,0-4-8,5-2 0,1-1 282,5-4 0,7-3-70,8-7 0,11-7-152,-1-3 1,3 1-484,-4-1 1,6 0-661,0-5 0,0-1-432,-6 1 0,-6 0 1385,-3-1 0,3 1 0,0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22.43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369 76 7569,'0'-16'200,"0"6"0,-2 2 454,-3 1 0,-4 14-374,-6 8 0,-5 11-50,-1-1 1,-6 4-295,1 2 0,-3 1-158,-1 4 1,4-4-241,1 4 1,1-3 188,-2-3 1,4-4-42,7-1 1,4-8 313,1-1 0,0-1 0,-5-6 0</inkml:trace>
  <inkml:trace contextRef="#ctx0" brushRef="#br0" timeOffset="170">62 14 7569,'7'-8'2286,"0"3"-1931,3 10 0,-2 3-126,-2 8 1,-3 4-338,7 1 92,-6 6 0,9-3 47,-3 7 1,4-6-100,1 1 0,6-6-627,-1 6 1,6-6 396,-6 6 1,8-8-1270,-3 3 1567,-3-4 0,14-2 0,-4 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21.19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16 7569,'0'-9'625,"0"2"-184,0 7-74,0 0-16,0 7 1,0 2-48,0 6 1,5 7 5,0 4 1,6-2-128,-6 1 1,7 1 22,-2 5 1,9-1-90,1 1 1,2 0 65,-1-1 1,-4 1-138,3 0 0,-4-1 84,-6 1 0,2-5-211,-7-1 0,0-4 0,-5 4 1,0-6-103,0 1 0,-7-3 134,-3-1 0,-4-6 64,-1 0 1,0-6-521,-1 1 0,1-4-277,0-1 1,-3 0-269,-2 0 1,3-6 1049,-3-5 0,2-16 0,3-5 0</inkml:trace>
  <inkml:trace contextRef="#ctx0" brushRef="#br0" timeOffset="144">62 46 7569,'10'0'573,"0"0"-607,0 0 46,6 0 1,-1-1 79,0-4 0,6 3-38,-1-3 1,7 3-372,-1 2 0,-2 0 181,1 0 1,-1 0-793,2 0 928,-4 7 0,0 1 0,2 8 0</inkml:trace>
  <inkml:trace contextRef="#ctx0" brushRef="#br0" timeOffset="873">399 169 7569,'0'10'288,"0"1"-103,-7-1 0,5 5 21,-3 1 1,2-1 110,-2 0 1,3 6-215,-3-1 0,3 2 80,2-1 1,2-4-129,3 3 1,-1-4 64,6-6 1,0 2-76,5-7 0,1 0 48,-1-5 1,0 0-146,1 0 0,-1-7 23,0-3 1,-4-5-121,-1-6 0,-5 4-308,5-3 1,-6-4 212,1-2 1,-4-1-125,-1 1 0,-1-3 118,-4 4 1,-4 1 65,-6-2 0,4 8 131,1-3 1,7 4 258,-2 2 0,1 1-90,-1 4 42,3-4 102,-4 13-191,12-6 0,3 7-27,6 0 0,1 0 10,-1 0 0,0 5 73,1 0 1,-1 2-31,0-2 0,1 3-5,-1 8 0,-6-1-27,-4 1 1,-4 1 22,-1 3 1,0 2 25,0 4 0,0 3-34,0-4 0,-5 4 8,0 2 0,0-2-4,5-4 1,0 3 44,0-8 1,2 1-90,3-6 1,3-5-12,8 0 0,-1-6 13,0 1 1,1-3-58,-1-2 0,6-7-199,-1-3 1,0-6 84,-4-4 0,-3 1-88,-2-7 1,1 6 45,-7-6 1,0 1-88,-5-6 0,-7 2 76,-3 4 0,-6-4 90,-4 3 1,1 2 16,-6-1 0,6 6 54,-2-1 0,9 4 394,2 6-172,7-4-119,-4 6 1,9-1-35,3 4 0,3 3-35,8 2 0,-1 0 67,0 0 0,6 0-21,-1 0 1,1 2 24,-6 3 0,-1 4 2,-4 6 1,4 6 56,-4-1 0,-3 6-63,-2-6 1,2 7 6,-2-1 1,7-2-10,-2 1 0,3-1-54,3 2 1,6-9 28,4-7 0,2-7-20,3 3 1,2-6-17,2-6 1,-2-4-16,2-10 0,-9 3-176,-5-4 0,-6-1 67,-5 2 1,-3-8 40,-7 3 1,-2 1 43,-3-2 0,-10 8-126,-11-3 1,-3 4 52,-1 2 1,-3 6 54,-3 4 0,4 5-92,-4 5 1,6 4-141,4 6 0,4 0 274,6 1 0,1 6 0,0 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20.40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322 308 7569,'-1'-16'47,"-5"1"1,5 5 270,-4-1-197,-4 8 0,6-4 26,-8 7 0,1 0-75,-5 0 1,-6 0-138,1 0 1,-2 2 155,1 3 0,4 4 177,-3 6 0,5 0 48,4 1-176,-2-1 1,11 0-93,-3 1 1,12 1 54,8 3 0,2-8-103,9 3 0,1-3 118,9 4 1,-2-3-20,7-3 0,-2 2-53,2-7 0,-4 7-22,-6-1 1,-9-3 31,-7 2 0,-1-5 6,-9 6 1,-1-3 6,-10 2 0,-7 4 27,-8-4 0,-11 4-272,1 1 1,-10 1 74,1-1 0,-5-5-297,-1 0 1,2-4-43,3 4 0,3-7-186,8 2 0,1-5 320,3-5 0,11-5 306,10-11 0,3-2 0,2-8 0</inkml:trace>
  <inkml:trace contextRef="#ctx0" brushRef="#br0" timeOffset="171">215 47 7569,'0'-16'0,"0"6"0,0 0 0,0 7 397,0-4 0,-2 20 562,-3 8 1,3 8-550,-3 7 0,-2 8-45,2 7 0,0 7-315,5-2-6,-7 11 1,6-4 107,-4 3 1,3-1 53,2 1 1,7-8-1199,3 4 0,4-6-766,1 0 1626,0-3 1,7-7-1,2 0 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19.86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46 7569,'0'-15'0,"1"1"226,4 4 0,-1 3 341,6 7 1,-5 0-235,5 0 0,-5 0-134,6 0 0,-1 5-405,5 0 1,-5 6 134,1-6 0,-1 2-494,5-2 1,1-4 53,-1 5 0,0-3 511,1 2 0,-1 4 0,0 6 0</inkml:trace>
  <inkml:trace contextRef="#ctx0" brushRef="#br0" timeOffset="127">31 246 7569,'0'8'390,"0"-1"1,0-5 43,0 3 0,7-3-392,3 3 1,9-4 37,1-1 1,13-5-669,-2 0 0,4-7 67,1 2 521,3 3 0,7-13 0,0 3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17.58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1489 1519 7738,'0'-16'662,"0"1"-500,0 7 0,-5 2-3,-1 12 0,0 4-119,0 10 1,3 4 65,-7 7 0,6 1 87,-1 4 0,4-4-236,1 4 0,0 2-29,0-3 1,1-4-73,4-5 1,4-8 90,6 3 1,6-9-53,-1-2 0,2-7 50,-1 2 1,-2-6-87,6-9 0,-1-2-32,2-14 1,1 6 64,-7-6 1,1 0-130,-6-4 0,-5-1 10,0 0 1,-6 6 93,1-1 1,-3 8 68,-2-3 0,0 4 155,0 2-137,0 6 1,-2 2 158,-3 7 0,3 7-9,-3 3 0,3 4-83,2 1 1,0 1 137,0-1 1,0 0-20,0 1 1,7-3 49,3-2 0,4-3-72,1-3 1,1-3 101,-1 3 1,0-5-114,1-5 1,-6-2-7,0-3 0,-6-4-101,1 4 0,2-4 112,-2-1 1,0-2-256,-5-3 0,-2 3 73,-3-4 1,-2 4-85,-3 2 1,-4-2 1,4-4 0,3 9 107,2-3 1,2 8-161,-2-3 11,3 6 0,-3-4 13,10 3 0,-2 3 60,8-3 1,-1 3 69,5 2 1,0 0 13,1 0 1,-1-1 74,0-4 1,2 3-64,4-3 0,-4 3 128,3 2 0,-3 0 28,-1 0 0,-6 0 51,0 0-85,0 7 0,4 1-16,-4 8 0,-1-1 125,-4 0 1,-3 6-43,3-1 1,-4 8-41,-1-3 1,0-1-65,0 2 0,0-3-80,0 3 0,6-2 81,-1-4 1,0-8-99,-5 4 1,0-10 207,0 5 1,2-8-49,3 2 61,-4-3 0,8-9-131,-4-3 1,-2-11-125,8-4 1,-6-4 29,5-2 0,-2-1-187,3-4 0,2 2 161,-2-7 0,2 7-68,3-2 0,-6 4 120,0 1 0,-2 7-136,3 4 272,2 9-142,-11 5 1,7 6 37,-4 0 0,-4 12 11,5 3 0,-5 10 87,-1 1 0,0-2-88,0 1 0,0-1-7,0 2 1,2 1-6,3-6 1,-2-1-2,8-5 0,-6-1 146,5-4-40,-7 4 6,11-12 0,-11 4-131,8-6-1,-6-6-6,5-5 19,-7-2 0,6-6-70,-4 4 1,-3-4 4,3 9 0,-3-4 72,-2-1 0,1 4-176,4 1 1,-3 5-197,3-5-28,-3 6 220,-2-9-4,0 11 104,0-5 163,7 14 1,-6 2-55,5 6 1,0 0-57,-1 1 0,6-6 153,-6 0 1,7 0 23,-2 6 0,2-1-89,-2 0 1,4 1-95,-4-1 1,4-1-123,1-4 0,0 2-77,1-7 1,-1 5-780,0-5 227,1 7 770,-8-10 0,6 5 0,-6-7 0</inkml:trace>
  <inkml:trace contextRef="#ctx0" brushRef="#br0" timeOffset="784">2731 1427 7546,'0'-9'1209,"0"2"-641,-7 7-336,5 7 1,-9 2-41,5 6 0,0 2 11,1 4 1,3-3-9,-3 8 0,3-6-12,2 6 1,0-6-229,0 6 0,0-7 96,0 1 0,0-8-248,0-2 283,0-6 117,0 2 0,5-9-231,0-7 0,2-2-144,-2-14 1,2 6 182,3-6 0,4-1 50,-4-9 0,-1 4-567,1-4 1,-5-1 217,5 1 0,-1-5-18,1 5 0,2 2-16,-7 8 287,7 4 1,-9 9-164,7 2 237,-6 5 1,3 14-129,-7 7 0,0 8 42,0 7 1,0 3 383,0 2 0,0 0-140,0 5 0,0-4-34,0 5 0,0-7-105,0 2 0,7-5-101,3-6 1,3-3 40,3-6 0,-6-6-24,0 0 62,0-6 0,6 1-23,-1-10 0,-5-6-94,1-9 1,-3 3 64,2-4 1,2-1-156,-7 2 0,7-6 46,-2 6 1,-1-6 40,1 6 1,-5-2 82,6 1 0,-8 9-8,2-3-114,4 3-28,-1 3 334,1 3 0,-3 12-58,-6 5 1,0 7 179,0 3 0,0 6-102,0-1 1,6 1-72,-1-1 0,2 1-46,-2-7 0,-2 1-22,7-6 0,0 0 52,6 1 0,-6-6-1,0 0 0,-5-6-194,6 1 1,-3-10 76,2-6 0,4-2-143,-4-3 1,-1-1-49,1-3 0,-7 1-17,2-6 0,2 4 75,-2-4 0,1 1-76,-6-2 1,5 4 100,0 7 0,0 4 4,-5 1 1,2 7 297,3-2-188,-4 3 0,6 4 149,-7 3 0,0 5 5,0 10 1,0-2-17,0 2 1,5 2-156,0-1 1,6-1-6,-6-5 1,5 1-97,-5-1 1,5 0 59,-5 1-371,7-8 1,-8 4 160,6-7 0,-5 0-282,5-5 0,-6-6 113,1-5 1,2-2 432,-2-3 0,0-1 0,-5-3 0,0-4 0,0-7 0</inkml:trace>
  <inkml:trace contextRef="#ctx0" brushRef="#br0" timeOffset="1179">3375 1227 7569,'0'-24'-13,"0"2"275,0 7-140,0 6-46,0-4 9,0 11 0,2-3-155,3 10 1,-2-2 11,8 8 0,-6-6 120,5 5 1,0-5-330,6 5 1,-1-5 36,0 6-110,1-8 1,-1 9 103,0-7 0,1 0 52,-1-5 1,0 0 227,1 0 0,-1 0 113,0 0 9,1-7-125,-1-1 0,-1-2 752,-4-1-268,-3 8-159,-7-4 0,-2 7 210,-3 0-276,-4 0 1,-6 7-136,0 3 0,4 4-2,1 1 0,7 1-68,-2-1 0,3 0 41,2 1 1,0 4-196,0 1 0,2-1 47,3-5 1,-2 1-27,7-1 0,1 0 85,4 1 1,-5-3 43,0-2 1,-6 2-58,1-3 1,-3-1 12,-2 1 0,0-5-33,0 5 0,-7-1 49,-3 1 0,-6 2-186,-4-7 0,3 5 62,-4-4 1,4 4-701,2-5-72,0 0 241,-1-5 0,8-7 172,3-3 0,5-5-16,5-6 0,8 2 436,8-6 0,6-1 0,4-11 0,8-2 0</inkml:trace>
  <inkml:trace contextRef="#ctx0" brushRef="#br0" timeOffset="1609">3743 1258 7569,'31'-22'-1147,"-2"0"1042,-3-4 0,-4 4 1,-7 7 811,0-1-192,-6 8-161,5-6 0,-11 12 215,7-3-386,-6 4 1,1 1-40,-10 0 1,1 1 245,-6 4-248,0 4 0,-4 6 18,4 1 1,3-1 23,7 0-70,-7 1 0,7-1-115,0 0 1,2 1 22,8-1 0,-5 0 54,5 1 0,1 1-57,4 3 0,0-3 36,1 4 1,-1-4-86,0-2 0,1 5 39,-1 1 0,-5-1-3,1-4 0,-6 4-26,5 1 0,-7 4-104,2-4 1,-3 4 70,-2-4 1,-7-1 57,-3-5 1,2-4-90,-3-1 0,1-7 60,-5 2 1,5-3-80,-1-2 1,8-2-20,-2-3 1,-2-3-128,2-8 0,1-4 44,10 0 0,-3-8-128,7 3 1,0-3 174,6 3 0,-1-4 13,0 3 0,1 4 168,-1 2-96,0-4 1,-1 7 168,-4-4 1,2 9 24,-7 2 0,2 7 175,-2-2-212,-3 3 0,5 4 62,-7 3 1,0 3-92,0 8-13,0-1 0,0 0-592,0 1 408,0-1 0,1-1-870,5-4 266,-5 3 482,13-11 1,-11 5 263,8-7 0,-8-14 0,4-3 0</inkml:trace>
  <inkml:trace contextRef="#ctx0" brushRef="#br0" timeOffset="1951">4157 1212 7569,'9'-9'-215,"-2"-4"0,-2 9 188,0-6 1,2 7-66,-2-2 0,-2 3 139,8 2 0,-8 2 51,2 3 1,-1-2 56,1 7 1,-4-5-51,4 6 1,-3-1 91,-2 5 1,5-4-65,0-1 0,2-2 78,-2 2-150,-3 4 1,10-10 98,-7 6-139,7-7 0,-4 4 83,8-7 1,-6 0-215,0 0 85,1-7 0,2-1-73,-3-8 1,-1 3-48,-4 2 1,-3-2-30,3 3 1,-3-4 53,-2-1 0,5-6-87,0 1 0,0-1 185,-5 6 1,2 1-130,3 4 275,-4-4 0,6 11-29,-7-7 166,0 6 1,0 4 6,0 11 1,0 4 106,0 5 0,0-3-172,0 4 1,5 1-95,0-2 1,1 1-173,-6-6 0,5 1 87,0-1 1,5-5-711,-5 0 1,2-4 685,-2 4 0,4 0 0,6 5 0</inkml:trace>
  <inkml:trace contextRef="#ctx0" brushRef="#br0" timeOffset="-2499">3237 292 7569,'-8'-7'394,"1"5"0,5-5-241,-3 7 1,3 7-1,-3 3 1,-2 9-28,2 2 0,0 6-153,5-2 1,-5 4-142,0 2 1,0 0 141,5-1 0,0 1 139,0 0 1,0-1-191,0 1 1,0-2-535,0-3 0,0-4 200,0-7 1,2-5-10,3 1 1,-2-8 419,7 2 0,0-17 0,6-5 0</inkml:trace>
  <inkml:trace contextRef="#ctx0" brushRef="#br0" timeOffset="-2242">3421 276 7496,'9'-7'84,"-2"6"41,-7-6 219,0 7-226,6 0 0,-4 7 168,3 3 0,2 5-52,-2 6 1,7 3-38,-2 6 0,-1-4-63,1-1 1,0 1-18,6 5 0,-6-1-84,0 1 0,-5-5 132,5-1 0,-6-4-79,1 4 1,2-6 40,-2 1 1,0-3-94,-5-1-67,-7-1 1,-1-1-98,-8-4 0,1 2-72,0-7 0,-1 0-275,1-5 0,-6 0-364,1 0 1,0-2 371,4-3 1,1-5 468,0-10 0,-1-11 0,1-8 0</inkml:trace>
  <inkml:trace contextRef="#ctx0" brushRef="#br0" timeOffset="-1504">3483 292 7569,'13'-16'0,"-3"1"0,-1 6 127,-4 4 0,-2-1 260,8 0 0,-6 0-216,5 0 0,-5 5-137,5-4 0,1 3-254,4 2 179,0 0 1,2 0-29,4 0 0,-2 0-218,6 0 1,-4 2-228,4 3 0,-6-2 240,1 7 0,2-1 63,-1 1 1,-6 2 210,-5-7 0,1 0-41,-3-5-143,6 0 312,-12 0 1,3 5 144,-10 1 1,1 5 198,-6 0 1,5 2-172,-5 3 1,4 1-5,-4 3 0,7-3-47,-2 4 0,3-4-146,2-2 0,2 0 30,3 1 1,-2-1-131,7 0 0,1-6 100,4-4 1,0-3-76,1-2 0,-1 0-68,0 0 0,-1-7 44,-4-3 1,2-4-99,-7-1 0,2-1-46,-2 1 0,-3-2-112,3-3 0,-10 2 39,-5-2 1,-1-2-87,-4 1 0,8 1 38,-8 5 184,3-8 1,-2 6 260,4-3-182,3 10-2,7-4-57,0 12 1,7-9-17,3 5 0,4 1 107,1 5 1,2 0-5,4 0 1,-4-5 21,3 0 1,-8 0 95,-1 5 0,-3 2-126,2 3 1,2-2-37,-7 7 1,0 1 197,-5 4 1,0 0-55,0 1 1,0 1-46,0 3 0,0-1-47,0 6 0,-5-1-13,0 2 1,0 1 13,5-6 1,0-1-19,0-5 1,0 1 53,0-1-35,0 0 1,7-6-86,3-4 1,-1-3 72,1-2 0,-5 0-37,5 0 0,-5 0-2,6 0 0,-3-2-17,2-3 6,4-4 0,-7-6-86,3 0 1,2-1 100,-7 1 0,2 0-6,-2-1 0,-3 1-155,3 0 1,-4-1 2,-1 1 1,0 0-139,0-1 263,0 1 1,0 0 2,0-1 1,-5 6-16,0 0 1,-2 5 18,2-5 0,-2 4-26,-3-4 1,2 7-62,3-2 165,-4 3 0,-1 2-61,0 0 0,5 0-92,-6 0-52,8 0-221,-11 0 121,13 7 20,-6 1 1,7 3 23,0-1 215,0-7 0,7 11 0,1-6 0</inkml:trace>
  <inkml:trace contextRef="#ctx0" brushRef="#br0" timeOffset="-1220">4357 230 7569,'7'-8'-1491,"-6"1"2249,6 0-52,-7 5-313,0-4 0,-5 7-39,0 4 1,-5 4-172,5 6 1,0 6 22,5-1 0,0 7-60,0-1 1,1-4-18,4-1 0,6 1-86,9-2 0,-1-4 112,6-6 1,1-7-25,5 2 1,-2-5-39,-4-5 1,2-3-146,-6-8 1,-6 1 111,-5 0 0,-6-6 38,1 1 1,-5-6-314,-5 6 1,-11-6-42,-9 6 0,-6-1-161,-5 6 1,2 5 127,-7 0 1,6 6-146,-6-1 0,7 10 38,-2 5 396,3 11 0,-4 3 0,-2 6 0</inkml:trace>
  <inkml:trace contextRef="#ctx0" brushRef="#br0" timeOffset="-3238">2608 276 7609,'0'-15'395,"-1"5"-244,-5 0 1,3 4-88,-7-4 0,0 7-159,-6-2 1,1 3 95,0 2 0,-6 0 126,1 0 0,-2 7-53,1 3 0,4 4-275,-3 1 197,3 0 0,8 1 65,4-1 21,3 0 1,4-1 68,3-4 0,4 2-97,6-7 1,2 5 24,3-4 0,-1 0 6,7-1 0,-2-3-15,1 3 0,2 2-65,-6-2 0,-1 7 57,-4-2 0,-1-1 56,0 1-23,-6 0 0,-2 6 62,-7-1 1,-2 0-75,-3 1 1,-5-1 2,-11 0 1,2 6-1,-6-1 0,4 1 12,-4-6 0,4-1-491,-4-4 0,6 4-3,-1-4 0,3-3-743,1-2 661,8-4 1,-4-2 477,7-4 0,6-11 0,8-8 0</inkml:trace>
  <inkml:trace contextRef="#ctx0" brushRef="#br0" timeOffset="-3083">2562 16 7569,'0'-9'452,"0"2"-423,0 7 1,0 12-33,0 3 1,0 18 825,0 3-406,-7 6 1,4 1-209,-7 3 0,6-2-366,-1 12 0,2 1-85,-2 4 0,3 2-417,-3 4 0,3-3 659,2 8 0,0-1 0,0 6 0</inkml:trace>
  <inkml:trace contextRef="#ctx0" brushRef="#br0" timeOffset="-5333">246 491 7165,'-1'-8'457,"-5"2"-262,-2 12-64,-1 2 0,-3 7 105,7 1 1,-1 1-64,0 3 0,3-3-20,-7 4 1,5 1-96,-6-2 0,3 6 71,-2-6 0,-4 6-190,4-6 1,-4 2 50,-1-1 0,5-2 100,-1 6 1,1-6-258,-5 1 1,5 3-367,-1-3 1,6-1 176,-5-9 1,7 4-712,-2-4 1067,3-3 0,2 0 0,0-7 0</inkml:trace>
  <inkml:trace contextRef="#ctx0" brushRef="#br0" timeOffset="-4979">124 537 7569,'8'-15'0,"1"-1"7,-4 1 1,-4 5 83,4 0 97,-3 6 1,-2-4 211,0 3-281,7 3 0,-5-3 64,3 10 1,2 5 25,-2 11 0,7-3-22,-2 8 1,-2-1-13,3 6 1,9 5-52,6 0 0,-8-2-115,-12-9 0,-3-3-5,2-6 0,-2-1 206,8 0 171,-1-6-266,5-2 1,1-7 60,-1 0 1,-5-9-100,0-6 0,-5-2-86,6-9 0,-6 1 3,5-6 0,-7-5-166,3 1 0,-3-6-40,2 5 0,-3-2-211,3 3 1,-3 2 213,-2-3 1,0 6-1,0 4-1172,0 4 255,0 7 253,6 6 873,-4 9 0,12 9 0,-6 6 0</inkml:trace>
  <inkml:trace contextRef="#ctx0" brushRef="#br0" timeOffset="-4508">538 675 7569,'0'15'97,"0"-4"184,0-1-149,0-7 63,0 11 0,1-12-12,4 3 1,-1-4-32,6-1 0,-1-1-23,1-4 0,3 1-116,-2-6 1,-3-2 132,2-8 1,-1 1 30,1-7 0,-3 6-330,-7-6 1,0 8-20,0-3 1,0 2 178,0-1 1,-2 5 49,-3-1-219,-3 1 0,-8 13-6,1-3 0,5 5 119,0 5 1,4 5 66,-4 11 1,7-2 80,-2 6 0,3 1-78,2 4 1,2-1 74,3-3 1,3-2-78,8-4 0,-1-4 18,0-1 0,1-1 88,-1-9 0,0 0-42,1-5 1,-1 0-1,0 0 1,1-7-71,-1-3 0,-1-4-7,-4-1 0,4-6-116,-4 1 1,-2-2 92,3 1 0,-3 3 74,2-8-41,4 7 1,-7-3-218,3 7 71,4 6 101,-6 2 1,2 9 21,1 3 0,-6 4 8,5 6 1,-5 2 14,5 4 1,-5-4 5,6 3 1,-6-1-22,5 1 1,-2-3 1,3 4 0,1-4-128,-7-2 0,5-5-225,-5 1-270,7-1 296,-4 5 0,3-1-617,-1-4 941,-7-3 0,11-7 0,-6 0 0</inkml:trace>
  <inkml:trace contextRef="#ctx0" brushRef="#br0" timeOffset="-4334">1151 430 7569,'-15'0'0,"5"1"109,-1 5 1,1 2 256,-5 7 0,-1 2 125,1 4-354,-7-4 1,5 14-29,-4-1 1,-1 1-130,2 5 1,-1-2-466,6 2 1,5-4 307,0 4 0,6 0 224,-1-6 1,3 4-48,2-8 0,14-4 0,3 0 0</inkml:trace>
  <inkml:trace contextRef="#ctx0" brushRef="#br0" timeOffset="-4162">1197 445 7488,'0'-10'23,"0"0"298,7 6-209,2-3 1,6 7-42,0 0 0,1-1-1,-1-4 1,0 3-4,1-3 0,-1 1-555,0-1 0,1 2 66,-1-7 422,0-1 0,1-4 0,-1 0 0</inkml:trace>
  <inkml:trace contextRef="#ctx0" brushRef="#br0" timeOffset="-3975">1351 169 7569,'0'15'156,"-7"7"0,3 2 142,-6 7 1,7 6 154,-2 4 0,-2 5 32,2 6 0,0-3-140,5 7 0,0-8-150,0-2 0,1-2-12,4-8 1,4-7 91,6-9 0,1-3-110,-1-1 1,2-8-71,3-3 1,-1-3-156,7-2 0,-2-8-330,1-8 1,4-1-198,-3-8 1,1 4 586,-1-4 0,9-1 0,-2-5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30.35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322 200 7569,'0'-15'-18,"0"-2"0,2-2 1,1-2 651,3 3 1,-1 1-340,-5 1 0,0 1 95,0 0-207,-7-1 1,-2 3-69,-6 2 0,0 4-209,-1 7 1,-1 0 66,-3 0 1,-2 2 5,-4 3 1,-3 4 52,4 6 0,-4 6-104,-2-1 1,7 1-54,4-6 0,4 0 112,6 1 1,3-1 42,7 0-59,0 1 0,4-3-92,6-3 0,0 2 138,11-7 1,2 6 0,3-6 1,3 5-31,2-5 1,-1 5-5,1-5 1,-5 2 124,-1-2 1,-4-1-65,4 6 0,-11-5-23,1 5 0,-8 1 59,3 4 0,-6 0 73,1 1 0,-10-1-128,-6 0 1,-9 2 3,-6 4 1,-1-4-74,1 3 0,-8 2-153,4-1 0,-4 1-374,3-2 1,2-4 264,3-1 1,4-1 25,7-9 132,0 0 0,6-8-910,4-8 1057,10-6 0,4-27 0,6-4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30.54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78 62 7569,'0'-16'0,"-5"1"38,-1 0 116,-5 6 336,9 2-257,-12 7 1,12 9 58,-3 6 0,4 7-65,1 9 0,-5 13-44,-1 8 1,1 7-16,5 8 1,-5 1-140,0 3 0,0 9-347,5-3 0,0 3-123,0-3 0,0 0 85,0-1 1,0-1-365,0-3 0,2-6-181,3-9 901,3-5 0,8-12 0,-1-3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31.01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63 47 7569,'-15'-16'364,"6"6"-364,4 0 0,-3 6 288,6-2-85,-5 6 0,14 1-300,3 4 135,11-3 0,-4 10-28,3-7 0,2 7-10,-1-2 0,4-1-25,-4 1 1,-1 0 57,-4 6 0,-8-1-8,-3 0 1,-3 1-47,-2-1 1,0 0-50,0 1 0,-9-1 124,-6 0 1,-5 1 2,-6-1 0,-1 0-18,6 1 1,-4-3 72,4-3 1,1 4-117,4-4 0,8-1 37,3 1 0,3-5 8,2 5 0,9-4 16,6 4 0,5-5-188,6 5 0,3-5 69,-3 5 1,3-4 43,1 4 1,-1-2 56,-3 2 1,-4 4 6,-7-4 1,-1 4 149,-4 1 0,2 1-63,-7-1 1,-1 0-93,-10 1 0,-7-1 25,-8 0 1,-6 6 205,1-1 1,-2 1-118,-3-6 0,0 0-243,0 1 1,3-1-167,2 0-525,-3 1-571,12-8 993,-5-1 1,20-7 122,7 0 1,9-2 233,6-3 0,4-10 0,7-9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31.33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78 62 8294,'-14'7'503,"4"3"0,-4 9-320,4 2 1,-2 6-7,2-2 0,3 3-99,7-3 1,0 4 30,0-3 1,2-4-108,3-2 1,3-3 76,8-1 1,6-8-104,3-3 0,4-3-21,2-2 1,-5-8 36,-1-8 1,1-1 53,4-8 1,-6-1-56,-3-5 1,-11 1-297,-5-1 0,-3 0 144,-2 1 1,-2 4 21,-3 0 0,-4 8 121,-6-3 0,-5 6 6,-1 5 1,-6 3-92,1 7 1,4 2 51,2 3 1,3 3 8,1 8 0,3 1 20,2 3 0,5-3-589,6 4 1,0-4 142,0-2 0,6 0 468,5 1 0,2-1 0,3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31.57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47 261 7569,'8'0'530,"1"5"-345,-4 1 0,3 4 10,8-5 0,1 5-12,3-5 1,4 0-1,7-5 1,1 0-88,4 0 0,1-8 49,4-8 0,-3 1 11,-7-5 0,-8-4 78,-2-2 1,-11 2 66,-5-1 1,-5 1-24,-5-2 1,-15-1-84,-11 7 0,-10-1-12,0 6 1,-8 6 10,-2 4 1,1 4-255,9 1 1,4 1-360,6 4 0,7 9-473,4 6 0,10 3 482,4-3 410,5-3 0,14 12 0,4-5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46.83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106 154 7569,'-15'0'0,"0"0"1345,-1 0-878,8 0 1,-4 7 212,7 3 0,-6 3-255,6 3 1,-1 4 19,0 1 0,5 4-161,-4-4 0,8 4-168,2-4 0,7-1-72,-2-4 1,6-3-175,4-3 1,-3-3 31,4-7 1,-4-1-214,-2-5 0,5-2-52,1-7 1,-2-6 60,-9 1 0,2-8 11,-7 3 1,0 1 96,-5-2 0,0 1 213,0-6 1,-7 0-17,-3 1 0,-4 4 148,-1 1 1,0 6-217,-1-2 0,6 11-261,0 5 19,0 3 1,-4 6 96,4 6 0,3 0-1387,7 11 1597,0 3 0,0-1 0,0 8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47.03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47 7569,'-2'-14'3682,"-3"4"-1219,3-4-1232,-5 12-599,7-4-1460,0 6-4354,0 0 5182,7 0 0,-5 0 0,5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46.22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261 31 7569,'-15'-8'0,"0"-4"0,-1 7 0,1 0 2289,0 5-1493,6 7 0,-9 6-190,2 8-446,-3 6 1,7 2-148,-3 7 1,3 1-243,-8-1 1,4-4-55,6 4 0,-3-3-324,2-3 0,5-1 435,0-3 0,5-4 97,1-7 75,0 1 0,0-8 0,0-1 0</inkml:trace>
  <inkml:trace contextRef="#ctx0" brushRef="#br0" timeOffset="179">47 62 8092,'-2'-8'1972,"-3"2"-1292,3 5 0,-5 2-230,7 5 0,0-3-72,0 7 1,0 2-156,0 9 0,7-4-17,3 3 0,9-3-678,2-2 1,6 3-218,-2 2 1,-1-3-579,2 3 1,-2 3 1266,1-3 0,4 7 0,-5-3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44.60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47 7369,'0'-16'1353,"0"6"-209,0 0-356,0 7-510,0-4 0,0 14 73,0 3 0,0 10-20,0 6 0,0 8-20,0 2 1,0 6-212,0-1 1,0-2-143,0 2 0,2-2-500,3 2 0,-1 2 363,6-7 1,-5 0-328,5-6 0,-5-1-144,6-3 1,-1-4-427,5-7 1,0-1 1075,1-4 0,-1-3 0,0-7 0</inkml:trace>
  <inkml:trace contextRef="#ctx0" brushRef="#br0" timeOffset="316">353 139 7569,'-15'-7'203,"0"5"1,-1-5 303,1 7 0,5 2 317,-1 3-520,1 4 0,2 8 39,3 3 0,3-3-105,2 4 1,2-2-85,3 1 1,3-3-83,8 3 1,1 3 28,3-3 1,-1 1 93,6-6 0,-6 5-79,1 1 0,3 1-20,-3-2 1,1-3-120,-6 4 1,-1 1 56,-4-2 0,2 1-84,-7-6 1,0 1 52,-5-1 1,0 0 34,0 1 1,-7-1-327,-3 0 1,-4-4 133,-1-1 0,-7-5-284,-4 5 0,2-7 189,-1 3 1,4-5-737,-4-1 1,4 0 262,-4 0 0,8-7 98,1-3 0,3-10 624,8-6 0,-7-10 0,3-3 0</inkml:trace>
  <inkml:trace contextRef="#ctx0" brushRef="#br0" timeOffset="1358">230 400 7569,'9'-16'0,"3"1"374,-7 0-118,7-1 0,-9 6 57,8 0 1,-3 0 162,2-6 0,4 6-127,-4 0 0,9 5-31,1-6 0,3 3-362,-3-2 1,-1-2 113,6 7 1,-1-2-107,2 2 0,1 3-223,-7-3 0,6-2-301,-6 2 0,6 0 160,-5 5 1,-1 0-282,-5 0 1,-4 0 251,-1 0 1,-5 0-322,5 0 747,-7 7 0,4-4-139,-7 7 162,0-6 11,0 9 1,0-9-26,0 6 143,0-7 243,0 11-30,0-12-157,0 4-55,0-6-48,7 0 61,-5 0 47,11 0 229,-11 0-187,5 0 210,-7 0 710,0 0-877,0 7 0,0-3-60,0 6 0,0 0-72,0 6 0,0 1-19,0 3 0,0-3-57,0 4 0,0 2 62,0 3 0,0-2-80,0 1 1,0-1 51,0 2 0,0-2-126,0-4 0,7-3-36,3 4 0,-1-9 54,1-2 1,0-7-14,5 2 1,1-3-53,-1-2 1,0-2-109,1-3 0,-6-5 0,0-11 0,0 4-140,6-3 0,-6-2 135,0 1 0,-6-6 66,1 2 0,-4 1-218,-1-2 1,-1 6 32,-4-6 0,1 6 277,-6-6 1,0 7 70,-6-1 0,-4 3 209,-1 1 0,6 3 134,5 3 135,0-4-441,-6 12-222,8-5 0,3 7-21,10 0 0,5-1 80,10-4 0,-2 3-3,2-3 0,4 3 2,1 2 0,-2 0-21,-3 0 0,-3 0 45,-2 0 0,-1 2 22,-4 3 1,2-2 38,-7 8 0,2-6 177,-2 5 0,-3 0 127,3 5 1,-3 1-148,-2-1 1,-5 2 17,0 4 1,-2-4-74,2 3 1,3 2-21,-3-1 1,3-1 31,2-4 1,2-1 178,3 0-494,3 1 1,8-3-96,-1-3 1,0-3 183,1-7 0,4 0 72,1 0 0,-3-1-334,-7-5 0,2 3 84,-3-7 0,-1 0 9,1-6 0,-6 1 120,1 0 1,-4-1 40,-1 1 0,-1 1 8,-4 4 1,-4-4 127,-6 4 0,-1-3-132,1-3 0,0 1-4,-1 0 1,-4-1 329,0 1-160,-1-1 0,7 1 208,4 0 0,3 5-113,7-1 0,0 6-40,0-5 1,2 7-99,3-2 0,4-2-81,6 2 1,6-2 110,-1 2 0,2 3 15,-1-3 0,-4 3-212,3 2 0,2 0 33,-1 0 0,-1 2 92,-5 3 0,1 3 47,-1 8 1,0-1 121,1 0 1,-4 3-70,3 2 1,-3-3 62,8 3 0,3-2-95,-3-3 0,7-5 31,-1 0 1,3-6-232,2 1 0,-2-3 78,-4-2 1,2-7-174,-6-4 0,-1-2 21,-4-2 1,-3-1-80,-3 1 1,-3-6 177,-7 1 0,-3-1 63,-7 6 0,-2 0-65,-14-1 1,1 6-21,-6 0 0,-5 7 413,0-3 0,1 6-140,4 6 0,0 2-236,1 7 1,7 1-276,8-1 1,1 6 379,9-1 0,7 7 0,7-3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43.88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383 316 8263,'-7'-10'554,"-3"0"1,-9 1-424,-2-1 1,-1 3 33,2 7 1,1 0 107,-7 0 1,1 7-90,-6 3 1,1 9 10,-1 1 1,7 2 40,4-1 0,2-4-12,3 3 0,7-3-84,3-1 1,3-1-110,2 0 1,12-4-121,3-1 1,11-7 92,-1 2 1,9 2-29,2-2 1,2 6 3,-3-6 1,-2 5-46,3-5 1,-4 7 32,-1-2 1,-8 4-3,-2 1 1,-6 1 42,-5-1 1,-3 0 11,-7 1 0,-1-1 444,-5 0 0,-4 4-187,-10-4 1,-4 7-47,-7-11 1,1 6-154,-1-7 0,-5 2-167,0-2 0,-5 2-135,6-7 0,-1 0-438,5-5 1,7 0 63,4 0 1,3-1-529,1-5 1,8-4 1124,3-10 0,10-4 0,3-7 0</inkml:trace>
  <inkml:trace contextRef="#ctx0" brushRef="#br0" timeOffset="158">245 40 7569,'0'-15'0,"0"4"878,0 1 190,0 7 0,0 3 171,0 10-850,0 10 0,0 13-6,0 13 0,0 2-155,0 8 0,0 0-266,0 5 1,1 1-291,4-1 1,-3 0-1337,3 1 0,-3 4 1664,-2 1 0,7 6 0,1-3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48.18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 44 7569,'0'-15'1525,"-7"7"1,6-1-552,-4 4-658,-4 3 1,7-3 25,-3 10 0,-2 0 3,2 11 1,-2-4-157,2 8 0,4 4-155,-4 1 0,3-1 4,2 2 1,5-7 119,0 1 0,7 2-390,-2-1 0,6-3-65,4-7 1,-3 1-190,3-7 0,-2 0 2,-3-5 191,0 0 0,1-7 100,-1-3 0,-7-4 66,-2-1 1,0-2 87,-1-4 0,1 3-85,-6-8 1,-7 7 367,-3-1 1,-4 3-39,-1 1 1,-1 1 56,1 0 0,-6 6 48,1 4-244,0 3 0,4 4-236,1 3 0,6 4-364,4 6 1,4 0-711,1 1 916,0 6 1,1-5 326,4 3 0,11-3 0,8-1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48.37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 62 8022,'0'-15'1019,"5"-1"-679,1 1-340,-1 7 1118,-5 1 1,0 15-488,0 8 0,0 6-481,0 8 0,0 3-357,0 3 1,0-2-537,0 7 1,-7 6 153,-3 9 1,1 6-511,-1 4 0,1-1 1099,-1 7 0,-3 6 0,4 7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49.16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1 7569,'0'8'1735,"0"-1"1,2-7-1512,3 0 0,10 0-98,11 0 0,9 0 69,6 0 0,4 0-1291,1 0 0,-2 0 204,-3 0 892,3 0 0,-5 0 0,7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50.29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47 153 7569,'-7'-8'1023,"5"-6"0,-7 13-721,4-4 0,4 5-108,-4 5 1,-2 3-49,2 7 0,0 6-112,5-1 0,0 8-429,0-3 0,0-1 219,0 2 0,5-1-736,0 6 0,7-6 912,-2 1 0,4 0 0,1 4 0</inkml:trace>
  <inkml:trace contextRef="#ctx0" brushRef="#br0" timeOffset="395">430 107 7645,'9'-8'497,"-4"1"612,-10 7-773,3 0 0,-5 7-141,7 3 0,0 4-88,0 1 1,0 0 71,0 1 1,0-1 0,0 0 0,0 1-48,0-1 1,7 1 10,3-1 1,-1 2 7,1 3 0,-2-3-49,3 4 1,2-4-145,-3-2 0,-1 1 43,1-1 1,-1 0-108,1 1 1,-2-1 12,-2 0 1,-5-5-98,4 1 202,-3-1 0,-9 5 109,-3 1 1,-4-6-132,-1 0 0,-2-5 3,-3 5 1,-3-5-330,-2 6 1,-4-8 151,3 2 0,-1-3-533,1-2 1,3 0 118,2 0 1,9-2-107,-3-3 0,10-10 90,0-11 614,3-3 0,9-8 0,1-2 0</inkml:trace>
  <inkml:trace contextRef="#ctx0" brushRef="#br0" timeOffset="728">445 153 7569,'16'-8'782,"-6"-6"-406,0 4 1,-5-2 31,5 2 0,-4-2-150,4 7 0,-5-5-55,5 5 1,-5-2-170,5 2 1,1 1 163,4-6-357,0 7 0,1-9-38,-1 7 0,0-1-206,1 6 0,-6 0 334,0 0 1,0 0-78,6 0 1,-1 0-447,0 0 0,-1 2 214,-4 3 0,2 4 277,-7 6 1,6 0-73,-6 1 0,5 1 652,-5 3 1,0 4-78,-5 7 1,2-2 161,3-4 0,-2 8-375,8-8 0,-6 3 26,5-8 1,0-5 121,5 1 1,6-3-55,-1-8 0,1 1-78,-6-6 1,0-7-11,1-3 0,-1-6-162,0-4 0,-6-2 61,-4-4 0,-3-3-72,-2 3 1,-2-3 100,-3-1 0,-4-1-15,-6 0 0,-5 6-529,-1-1 1,1 9-53,4 2 1,-4 1-1802,0 9 2274,-1 0 0,6 12 0,-1 1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49.81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292 408 7710,'0'-17'0,"0"-2"476,0-1 1,-5-1-252,0 6 1,0 5-31,5-1 0,0 1 58,0-5-251,-7 6 0,3-3-67,-6 7 1,0 0 80,-5 5 0,-6 2 295,1 3 1,-7 3 33,1 8 1,4-1 44,1 0 1,-1 2-239,2 4 0,-1-4-119,6 3 0,6-8 12,4-1 0,4-1 113,1 5 0,3-6-284,7-4 0,2-4 114,14-1 0,-1 0-141,6 0 1,0 0 40,-1 0 1,6 0-25,0 0 1,0 0 60,-6 0 1,-6 2 40,-3 3 0,-4 4 6,-2 6 16,0 1 1,-6-1 97,-4 0 1,-5 1-101,-5-1 0,-4-5 163,-6 0 0,-2-1-133,-3 1 0,1 2-155,-7-7 0,8 5-104,-3-5 1,-1 6-992,1-6 483,1 0-302,5-5-185,6 0 1238,2-7 0,14-8 0,2-9 0</inkml:trace>
  <inkml:trace contextRef="#ctx0" brushRef="#br0" timeOffset="182">215 40 7569,'-5'-11'0,"0"1"880,-7 7-198,10-11-362,-4 13 1,6 2-111,0 15 0,0 6 3,0 8 1,0 3-12,0 3 1,5 3-181,0 7 1,7 5 69,-2 0 0,4 5-762,1-5 0,0 6-5,1-6 1,-1 7-1132,0-2 1806,1-3 0,-1 6 0,0-4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35.55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93 706 7569,'0'-15'0,"0"0"-69,0-1 88,0 1 0,0 0 6,0-1 1,0 1 28,0 0 733,0-1-443,0 1 0,0 5-86,0 0 1,2 6 20,3-1 30,-3 3-1,4 2-262,-6 0 1,0 7 93,0 3 1,-1 11-28,-4 4 1,1 4 51,-6 2 1,0 1-84,-6 4 0,6-3-58,0 2 1,5-2-75,-5-3 0,6-4 119,-1 0 1,-2-8 26,2 3 0,0-9-393,5-2 109,0-7 130,0 4 0,0-9 22,0-3 1,0-5-119,0-10 1,0-4 11,0-7 0,2-1-1,3-4 0,-2-2 97,7-2 0,-4-3-16,4 7 1,-7 2-30,2 9 0,-1 2-24,1 8 1,-3 0 586,3-1 0,-2 8 39,2 3-399,-3 3 0,6 2-36,-3 0 0,-3 7-3,3 3 1,2 5 1,-2 6 1,2-4-3,-2 3 0,2 2-121,3-1 0,2 5 81,-7-6 1,7 0-16,-2-4 1,-1-3 32,1-2 1,-5 1 125,5-7 0,-4 0-25,4-5 0,-5 0-21,5 0 1,-6-2-59,1-3 1,1-4 17,0-6 0,4-7-331,-5-4 1,5 1 137,-5-6 0,6 4 109,-6-9 0,5 4-246,-5 1 0,5-1-968,-5-4 0,2 10 463,-2 1 1,-3 6-582,3 4 746,4 6 579,-1 2 0,1 7 0,-3 0 0</inkml:trace>
  <inkml:trace contextRef="#ctx0" brushRef="#br0" timeOffset="492">492 691 7569,'-2'9'0,"-3"-4"240,3 3 1264,-5-6-747,7 5-568,7-7 0,5-2-42,4-3 1,7-4-1,-7-6 0,2-2-325,-2-3 0,-1 3 125,0-4 1,-4-1 125,-1 1 0,-7-1-111,2 2 1,-3 3-236,-2-4 1,-2 4 233,-3 2 0,-1 5 273,-5 0 0,-2 6-183,2-1 0,3 3-4,-2 2 113,-1 7 0,-2 7-38,3 6 0,3 2 6,7-1 1,0-2-50,0 6 1,7-6-405,3 1 1,3-3 158,3-1 0,-1-3-3,0-2 0,1-3 88,-1-3 0,1-3 12,-1 3 0,-5-3 106,0-2 0,1-7-92,4-3 0,0-6-2,1-4 0,-1 3 69,0-4 0,-1 4 200,-4 2 1,4-4-52,-4 4 0,-2-4 111,3 9-76,-1 3-83,5 0 1,1 7 42,-1 0 0,-5 7-45,0 3 1,1 4-12,4 1 1,0 1-22,1-1 1,-1 0-102,0 1 0,1-3 7,-1-2 0,0 2-163,1-3 0,-1 4 51,0 1 1,1-4-124,-1-1 0,-5-5-528,0 5 1,-4-5-115,4 6 578,-7-8 0,4 5-169,-7-2 483,0-5 0,0 13 0,0-6 0</inkml:trace>
  <inkml:trace contextRef="#ctx0" brushRef="#br0" timeOffset="666">1167 400 7782,'-11'0'731,"1"0"0,5 0-372,-5 0 1,0 6-47,-6 5 0,1 4-90,0 5 0,-2 4-28,-4 7 0,6 0-65,-1-1 0,1 1-873,5 0 0,3-1 85,2 1 0,3-2-968,2-3 1626,0-4 0,14 0 0,3 2 0</inkml:trace>
  <inkml:trace contextRef="#ctx0" brushRef="#br0" timeOffset="842">1259 384 7569,'0'-8'1695,"1"-4"-1042,5 7-240,-5 0-423,13 5-268,-6 0 77,8 0 1,-1 5-149,0 0 1,6 2 143,-1-2 0,1-4-71,-6 5 0,0-5-893,1-1 1169,-8 0 0,13 0 0,-4 0 0</inkml:trace>
  <inkml:trace contextRef="#ctx0" brushRef="#br0" timeOffset="1033">1519 216 7569,'-10'6'0,"0"5"0,0 11 1241,-6 8-320,8 1 1,-6 13-251,4-3 0,-2-1-112,2 0 1,3-5-256,7 0 1,0-4-111,0-5 0,2 1-195,3-7 0,3-1 66,8-9 1,-1-3 129,0-7 0,6 0-191,-1 0 0,6-7-1695,-6-3 0,8-5 282,-3-6 1409,-3 4 0,14-19 0,-3 4 0</inkml:trace>
  <inkml:trace contextRef="#ctx0" brushRef="#br0" timeOffset="2359">2562 369 7569,'6'-10'0,"0"0"204,3-2-87,-6-2 1,4-1 39,-7-1 0,5 6 19,0 0 0,0 5-19,-5-6 0,-1 8-1,-4-2 1,1-2-50,-6 2-76,0 0 1,-6 5 74,1 0 0,0 2 3,-1 3 0,1 3-9,0 8 1,-1-6 16,1 0 0,1 0 99,4 6-171,3-1 0,7 0-155,0 1 1,2-6 139,3 0 1,4-5 37,6 5 0,6-4-139,-1 4 0,6-5-19,-6 5 1,6-5-43,-6 5 1,6-1 43,-6 1 0,-5 2 62,-4-7 1,-8 7-6,2-2 1,-3-1 198,-2 1 1,-7 0-78,-3 6 1,-9-1-86,-1 0 0,-3 1-55,3-1 0,3-5-202,-4 0-275,-2 1 0,6 2-21,-4-2 296,11-5 251,3-6 0,7 0 0,0 0 0</inkml:trace>
  <inkml:trace contextRef="#ctx0" brushRef="#br0" timeOffset="2558">2593 139 7569,'0'-15'830,"0"-1"-312,0 1 31,-7 6 312,6 3-562,-6 6 1,7 3-105,0 7 0,0 2-19,0 14 1,0-1-340,0 6 1,0 1 193,0 4 1,1-2 130,5 7 1,-5 0-1141,4 5 0,-3 0-610,-2 0 1588,0 7 0,0-12 0,0 3 0</inkml:trace>
  <inkml:trace contextRef="#ctx0" brushRef="#br0" timeOffset="2791">3115 154 7569,'0'-8'898,"-7"-6"1,0 14-899,-3 0 0,1 3 957,4 13-684,3-4 1,-10 17-18,7-4 1,0 3-97,5-3 0,0 4-564,0-3 0,0 3-359,0 1 1,0 1-976,0 0 1738,0-7 0,14 4 0,3-4 0</inkml:trace>
  <inkml:trace contextRef="#ctx0" brushRef="#br0" timeOffset="3072">3299 200 7569,'8'-15'0,"-1"5"241,-7-1 1055,0 8-453,0-4-414,7 7 1,-5 2-139,3 3 1,1 5-98,0 11 1,4-3-44,-5 8 1,5 0-233,-5 4 1,5-4 134,-4-1 1,4-1 126,-5 2 1,2 3-260,-2-4 0,-3-2-63,3-3 1,-4-3 154,-1-2 0,-1 1 23,-4-1 0,1-1-16,-6-4 1,0 4-43,-6-4 0,1-3-662,0-2 1,-6-4 366,1-1 0,4 0 151,6 0 1,0-1 164,-5-4 0,-1-11 0,1-8 0</inkml:trace>
  <inkml:trace contextRef="#ctx0" brushRef="#br0" timeOffset="3233">3421 124 7569,'9'-7'1408,"-2"5"0,-2-6-998,0 2 0,2 5 94,-2-4-361,3 3-337,8-5 0,-1 5 111,0-3 0,1 4-50,-1 1 1,6-6-232,-1 1 0,0 0-1182,-4 5 1546,-1 0 0,0 7 0,1 2 0</inkml:trace>
  <inkml:trace contextRef="#ctx0" brushRef="#br0" timeOffset="4009">3774 246 7569,'-15'0'-412,"1"7"1314,4 3 0,1 4-338,4 1 0,4 2-236,-4 4 0,3-4-145,2 3 1,0-3 22,0-1 1,5-1-92,0 0 0,7-4-422,-2-1 1,6-7 223,4 2 1,-3-3-11,3-2 1,-2-2-269,-3-3 1,-2-3 166,-2-8 1,1 1 0,-7 0 1,0-1 66,-5 1 1,0 0 0,0-1 1,-2 1 64,-3 0 0,-3-1 207,-8 1 1,3 0-64,2-1 1,-2 6-72,2 0 1,3 5 36,-2-6 227,6 8-363,-3-4 1,7 6 60,0-5 0,7 5 33,4-4 1,2 3-91,3 2 1,-1-5-205,0 0 0,1 0 136,-1 5 1,2-6 88,3 1 1,-8 0 246,4 5-226,-4 0 209,3 7 1,-1 2-52,-4 6 1,-3 0-97,-7 1 1,0 4 139,0 0 1,-6 3 361,1-3 0,0-3-224,5 4 0,0-4-113,0-2 0,0-5-113,0 0 0,2-6-104,3 1 0,4-3-172,6-2 0,0 0 113,1 0 1,1-7 138,3-3 0,-3-4-183,4-1 0,-4-1-425,-2 1 1,-5-5 276,0-1 0,-4 1 16,4 4 0,-7-4 177,2-1 1,-3 1 69,-2 5 1,0-1 79,0 1 1,-7 0-50,-3-1 1,1 3-93,-1 2 0,5-1 160,-5 7 528,6 0-347,-2-2-249,6 6 0,1-6-36,4 7 0,-1 0 51,6 0 0,-1 2-178,1 3 1,3-4 93,-2 5 0,2-3 35,3 2 1,-6-2-48,0 8 0,-1-1 122,1 5 1,3 1-6,-2-1 0,2 0 52,3 1 1,-1-3-58,0-3 1,8 4 128,2-4 1,4-3-19,2-2 1,-1-3-52,1-2 1,0 0-6,-1 0 1,5-7-36,-5-3 0,3-4 59,-13-1 1,0-2-16,-4-4 0,-6 4-11,0-3 0,-6 3-15,1 2-92,-4-8 1,-7 6-394,-5-3 0,-7 10 195,-3 5 0,-4 3 140,4 2 68,-6 0 0,3 13 0,-7 5 0</inkml:trace>
  <inkml:trace contextRef="#ctx0" brushRef="#br0" timeOffset="4956">1136 1366 7569,'0'-15'461,"0"-1"782,0 1-475,0 0-299,0 6-263,0 2 1,-2 9-25,-3 3 0,2 10 166,-7 11 0,-1 10-70,-4 5 0,1 5-78,4 5 0,3-5-236,7 0 0,0-2 110,0-8 1,0-2-342,0-8 1,7 1 199,3-7 0,6-4 81,4-6 0,-1-7-187,6 2 0,1-10-953,5-5 1,-6-5 580,1-6 0,-1-3 219,6-6 1,-2-1-134,-3 0 0,-4 1 88,-7-1 0,0 5 324,1 1 1,-8 4-35,-3-4 0,-3 11-240,-2-1 486,0 10 497,0-2 1,-5 9-343,0 3 1,-2 8-44,2 8 1,3-1 14,-3-4 0,3 4-28,2 1 0,2-1-290,3-5 0,4-1 63,6-4 0,0 2-191,1-7 0,-1 0 54,0-5 0,1-6-24,-1-5 1,0-2 62,1-3 0,-3-1-47,-2-3 1,-5 1 60,-6-6 0,0 6 0,0-2 1,-6-1 120,-5 2 0,-2 1-101,-3 9 1,1-2 7,0 7 1,-1 0 12,1 5 0,0 0 115,-1 0 1,8 1-234,3 4 0,3 4-259,2 6 0,7-4-232,3-1 1,4-5 614,1 5 0,7-6 0,2 2 0</inkml:trace>
  <inkml:trace contextRef="#ctx0" brushRef="#br0" timeOffset="5493">1750 1458 7569,'0'-9'1405,"0"-4"-624,0 11-558,0-12 0,1 13-28,4-4 0,-3 5-93,3 5-66,-3 3 0,0 8-62,3-1 0,-4 0 80,4 1 1,-3-6-303,-2 0 148,0 0 165,0-1-146,0-2-43,0-7 1,2-7-29,3-3 0,2-6-73,3-4 1,4 1 2,-4-6 0,4 1 102,1-2 0,0-3 52,1 4 1,-6 2-11,0 3 1,-5 3 273,5 2-156,-6 6 1,4 2-106,-3 7 1,-3 2 257,3 3 1,-3 5 274,-2 11 0,-2-3-206,-3 8 0,3 0 123,-3 4 1,4-4-334,1-1 0,0-1 52,0 2 0,1-4-274,4-7 105,-3 1 146,12-8 0,-11-1-165,7-7 0,-5-2-88,6-3 0,-6-3-81,5-8 1,-5-4 77,5-1 0,-1-4 64,1 4 1,2-6 54,-7 2 0,7 1-74,-2-2 1,-1 6 61,1-6 0,-5 7-15,5-1 0,-6 8-66,1 2 279,3 6 52,-6-2 0,5 12-62,-7 5 1,0 2 11,0 3 1,0 6-24,0 3 0,0-3-43,0-1 1,2 1-14,3-1 0,-2-1 27,7-5 1,-4 1-146,4-1 1,-5-5-288,5 0 0,0-6-15,6 1 1,-6-3-261,0-2 0,0 0-612,6 0 1239,-1 0 0,7-7 0,2-2 0</inkml:trace>
  <inkml:trace contextRef="#ctx0" brushRef="#br0" timeOffset="6222">2455 1259 7569,'-15'-9'1819,"6"2"-1479,-4 14 1,11 2-135,-3 6 1,-2 0 59,2 1 1,0 4-84,5 1 1,0 1-216,0-2 0,0-3 61,0 4 1,0-4 130,0-2 0,0 0-111,0 1-508,0-8 346,0-1 0,0-9 37,0-3 1,0-3-209,0-8 0,5-4 113,0-1 1,7-6-140,-2 2 0,2-4 70,-2-2 1,4 0 94,-4 1 0,-1 1 11,1 3 1,-2-1-49,3 6 258,2-6 1,-6 15-85,3-3 338,-3 10 0,-7 5-176,0 10 1,0 5 104,0 6 1,0 3-74,0 6 0,0-4-82,0-1 1,0-1 5,0 2 1,5 1-181,0-6 1,2 4-27,-2-4 1,2-1 38,3-5 0,4-1-62,-4-4 1,-1 2 2,1-7 7,0 0 0,5-6 71,1-4 0,-6-4-13,0-6 1,0-1 32,6 1 1,-6 0 14,0-1 1,-1-1 42,1-3 0,2 3-66,-7-4 1,5 4 120,-5 2-117,7 0 228,-10-1 1,7 8 1,-4 3 1,-4 5 26,4 5 0,-3 3-21,-2 8 0,0 1 54,0 3 0,0-1-209,0 6 0,0-4 74,0 4 0,2-6-230,3 2 1,2 1 75,3-2 1,4-1-170,-4-9 1,-2 2 49,3-7 0,-1 0-28,5-5 0,-5 0-51,1 0 1,-1-6-104,5-5 0,1-2-57,-1-3 1,0-4 108,1-1 1,-6-1 115,0 2 0,-1 1-17,1-6 0,2 6 211,-7-2 1,2 9 76,-2 2 52,-4 7 32,6-4 0,-7 14 315,0 3 1,0 4-151,0 1 0,0 0-103,0 1 0,0-1-284,0 0 118,0 1 1,5-1-441,1 0 1,0-4 65,-1-1 0,-1-7-88,6 2 0,-5 2-533,5-2 122,-6 0 1,8-6 775,-7-4 0,7-4 0,-4-6 0</inkml:trace>
  <inkml:trace contextRef="#ctx0" brushRef="#br0" timeOffset="6647">3145 1121 7569,'-1'-9'420,"-5"4"0,5 1-370,-4-1-285,3 4 1,4-6-254,3 7 353,3 0 1,8-5-486,-1 0 392,-7 0 1,6 5 227,-4 0 0,4 0 0,1 0 0,1 0 0,-1 0 0,0 0 0,-4 0 0,-1 0-15,0-7 1,0 5 238,0-3 316,-6-4 374,3 8 5,-7-6-231,0 7-382,0 0 0,-2 5-111,-3 0 0,3 7-115,-3-2 0,3 4 73,2 1 0,0 1-50,0-1 1,0 0-38,0 1 1,2 4-205,3 0 0,2 3 17,3-3 1,4-3 73,-4 4 1,4-4-13,1-2 1,0 0 39,1 1 0,-1-1 195,0 0 1,-4-4-32,-1-1 263,-7-7 61,4 11-2,-7-13-560,-7 6 0,-1-7 76,-8 0 1,1 0-469,0 0 1,-1-1 42,1-5 333,0 5 0,1-13-426,4 4 1,3-4 534,7-1 0,-7 0 0,-1-1 0</inkml:trace>
  <inkml:trace contextRef="#ctx0" brushRef="#br0" timeOffset="7101">3728 998 7569,'0'-16'2174,"0"1"-971,0 7-443,0 1-296,0 7-427,-7 0 0,6 7-594,-4 3 430,3 3 1,2 3 20,0-1 1,0 6-32,0-1 1,2 1 90,3-6 1,-2 5 154,7 1 1,-5 4-117,6-4 1,-6 4 11,5-4 1,-5 4 47,5-4 0,-5 4 117,6-4 1,-8 4-72,2-4 1,-3-1-34,-2-4 0,0-1 27,0 0 0,0-4 67,0-1-158,-7-7 1,-2 4 48,-6-7 1,5 0 62,0 0-135,-1 0 1,3-7-222,3-3 0,3-4-7,2-1 1,0 0-72,0-1 0,7 1-157,3 0 0,0-1 163,6 1 0,-4-6-24,8 1 139,-3 0 0,-1 6-241,-1 4 333,0-4 960,1 12-297,-8-11 313,6 11-501,-13 2-155,13 9 0,-11 4-905,8-3 547,-1 4 1,5-7 161,1 3 1,-6-3-364,0-7 1,-5 0-1790,5 0 2135,1 0 0,-3 0 0,-1 0 0</inkml:trace>
  <inkml:trace contextRef="#ctx0" brushRef="#br0" timeOffset="7476">4020 1059 7569,'0'-15'140,"0"6"1,1 1-86,4 3 39,-3 3 0,7-5-100,-4 7 219,-4 0-53,13 0 1,-11 0-45,8 0 0,-8 2 14,2 3 1,2 4 6,-2 6 1,0 0-27,-5 1 0,5-1-92,0 0 0,6 1 111,-6-1 0,2 0-267,-2 1 136,3-1 1,6-5-85,-4 0-34,4-6 1,-11 1-78,7-10 1,-6 1 29,1-6 0,-3 5-70,-2-5 0,0 0 165,0-6 0,0-4-18,0-1 1,0 1 95,0 5 1,1-6-91,4 1 1,-1 1-48,6 9 1,-5-2 95,5 7 0,-4-2 89,4 2 91,-7 3 96,11 2 0,-7 8 103,3 8 1,-2-1-155,-3 1 1,-1-3-156,6-3 1,-1 4 50,1-4 1,3-1-115,-2 1 1,1-5 110,-2 5 1,4-1-1100,-4 1 1015,3 4 0,3-13 0,-1 6 0</inkml:trace>
  <inkml:trace contextRef="#ctx0" brushRef="#br0" timeOffset="7672">4832 1029 7569,'-8'0'905,"1"0"0,9 0-1004,3 0 1,-2 0 120,8 0 0,-1 0-912,5 0 0,2 0 890,4 0 0,-4 6 0,5 3 0</inkml:trace>
  <inkml:trace contextRef="#ctx0" brushRef="#br0" timeOffset="7805">4925 1320 7569,'15'0'2278,"2"-2"-2259,3-3 0,-1-2-19,7-3 0,-1-10 0,6 3 0</inkml:trace>
  <inkml:trace contextRef="#ctx0" brushRef="#br0" timeOffset="13475">5093 1995 7569,'-15'-2'2211,"0"-3"-1286,6 3-586,2-5 1,14 7-182,3 0 1,4 0-131,1 0 1,6 0 165,-1 0 1,2 0-12,-1 0 1,-3 0-609,8 0 1,-5 0 265,4 0 0,-1-5-698,1 0 0,3-5 126,-8 5 1,2 0-776,-1 5 1506,-11 0 0,17-7 0,-10-2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59.14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138 244 7721,'-15'0'0,"0"0"504,-1 0-437,1 0 1,0 13 138,-1 8 1,3 3-24,3 6 1,-2-2-1,7 8 1,-1-4-83,6-1 1,2-1 3,3 1 0,5-7-126,11-4 0,-2-10 118,6-4 1,1-5-133,4-1 0,1-7-14,0-3 0,-1-9 54,1-1 1,-7-7 50,-4 1 1,-9-3-19,-6-1 0,-4 1-185,-1 3 0,-3-3-33,-7 3 1,0 4-13,-11 2 1,-1 3 123,2 1 1,-6 8 33,6 3 0,-1 3-41,6 2 1,-1 2 21,1 3 1,7 3-57,2 8 52,5-1 0,2 1-109,5-1 0,2-7 106,7-3 0,2-3 34,4-2 1,-2 0-10,6 0 0,-1 0 73,2 0 1,1-2 30,-7-3 0,6 4-75,-6-4-29,1 3 39,-6 2 1,-6 2 253,-4 3 0,-3 3-59,-2 8 1,0 6 12,0 3 1,-7 4-103,-4 2 0,3-4-38,-2 4 1,6-9-89,-1 9 0,4-11 76,1 1 0,1-6 19,4-5 0,-1 2-12,6-7 1,0 0 30,6-5 1,4-7-80,0-3 1,1-5-59,-6-6 1,-1 4 39,-4-3 1,2-4-114,-7-1 1,0 1 59,-5-2 1,-1 1-140,-5-6 0,-2 5 133,-7 1 0,-1 4 2,1-4 0,5 6-86,-1-1 0,6 4 27,-5 6 27,7-4-22,-4 13 0,9-11-65,3 7 0,3-1 183,8 6 0,1 0-78,3 0 1,-3 0 12,4 0 0,-3 0-11,3 0 1,-4 0 272,3 0 1,-3 7-12,-1 4 0,-1 2-21,0 2 0,-1 6-48,-4-1 0,4 1 76,-4-6 0,9 1-74,1-1 0,2-5 7,-1 0 1,-4-6-35,3 1 0,-3-5 8,-1-5 0,-1-4 113,0-6 1,-1-2-186,-4-4 1,-1-1-123,-4-3 0,-3-4 16,3 3 1,-5 2-165,-5-1 0,-4-1-5,-6-5 0,-6 8-141,1 2 0,-1 4 200,6 2 1,0 6-14,-1 4 0,1 5-420,0 5 1,1 4 612,4 6 0,-4 7 0,6 2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02.92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0 8497,'23'0'-148,"-5"0"44,8 0 0,-6 6-313,6-1 1,-1 1-283,6 0 699,0-5 0,-1 6 0,1-7 0</inkml:trace>
  <inkml:trace contextRef="#ctx0" brushRef="#br0" timeOffset="154">62 184 7569,'-9'2'1016,"4"3"1,10-3-818,5 3-148,4-3 0,1-2-92,1 0 1,4 0-326,1 0 0,6 0-212,-2 0 1,4 0 577,2 0 0,7-14 0,1-3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01.31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228 383 7569,'0'-15'198,"7"0"180,-5-7 35,5 5-46,-7-6-184,0 15 1,-9 13-128,-6 10 1,-2 11 10,-9 0 1,6 8 83,-6 1 1,6 8 6,-6-2 0,8 0-105,-3 5 0,6-9-32,5 9 0,-2-12-57,7-3 0,1-2 107,9-8 1,-1-6 33,6-5 0,7-7-245,8 3 1,-1-8 0,2-8 0,1-2-71,9-14 0,-4 1 74,4-6 1,-3 0-75,-3 1 0,-4-3-39,-1-3 0,-6 4 115,2-4 1,-10-1-32,0 1 0,-8 2 51,2 8 0,-3 4 173,-2 7 4,0-1 100,0 8 0,-5 3-100,0 10 0,-6 5 79,6 11 0,-1-3-41,0 8 1,5-6-24,-4 6 1,5-2-38,5 1 1,2-2 19,3-8 1,3 0-115,-2 1 1,2-3 90,3-3-24,-1-3 1,0-7 10,1 0 1,-6-7-4,0-3 0,-7-3-51,3-3 0,-5 1 0,-1 0 1,0-6-60,0 1 0,0-6 93,0 6 1,-5-8-149,0 3 0,0 1 123,5-2 1,0 8 41,0-3 1,0 4-46,0 2 168,0-1-115,7 1 0,1 7-45,8 2 30,-1 5 1,0 1 25,1 0 145,-1 7 1,0 3-55,1 10 0,-6-3 29,0 4 1,-5-2-116,5 1 0,-6-1 3,1 6 0,-3-4-8,-2 4 0,0-4-73,0 4 0,0-6-64,0 1 120,0-2-47,0-3 0,1-8 52,4-7 0,-1-7 11,6-8 0,0-6-79,6 1 1,-4-8-86,3 3 0,-8-4 56,8-2 1,-3 0 61,3 1 1,1 4 0,-1 1 0,0 6-5,1-2 1,-6 4 62,0 2 1,-5 7-31,5 2 5,-6 5 0,3 2 26,-7 5 0,0 7 99,0 8 0,0 6 18,0-2 1,0-1-82,0 2 0,0-2-34,0 1 1,0 3 16,0-8 0,0 2-122,0-1 0,5-9 7,0 3 55,7-10 26,-4 2 0,8-9-9,-1-3 1,-5-3-69,1-8 0,-6 1-116,5 0 0,-5-1 88,5 1 1,-6-1 57,1 1 1,-2 0-144,2-1 0,-3 1-33,3 0 124,-3-1 0,-1 6-75,5 0 18,-5 7 123,6-4 0,-7 8-56,0 5 0,2-3 64,3 7 0,-3 0-54,3 6 0,-4-1 165,-1 0 0,2 1-28,3-1 1,-1 0 44,6 1 1,-5-1-130,5 1 1,0-6 1,6 0 0,-6-5-95,0 5-115,0-6 0,6 3 36,-1-7 1,-1-2 85,-4-3 1,4-4-160,-4-6 1,-2 0 45,3-1 0,-6 1 87,5-1 1,-7 1 20,2 0 0,2-1 15,-2 1 1,2 0 106,-2-1 1,-3 6-96,3 0 101,-3 0 1,0 1-51,3 4 248,-4 3 1,6 4 26,-7 3 1,-5 9 11,0 6 1,-7 6-87,2-6 1,1 6 15,-1-6 0,7 6-127,-2-6 0,-2 6-86,2-6 0,-1 6-88,6-6 173,0 8-427,0-11 274,0-2 0,0-10 134,0-10 1,2-5-131,3-11 0,4-2-108,6-8 0,1 0 51,-1 1 0,0-6-85,1 0 0,4-7-4,0 2 0,1 2 98,-6-2 0,1 9 92,-1 1 0,-1 7-7,-4 9 271,3 0-209,-11 6 1,5 9 93,-7 10 1,0 9-42,0 2 1,-5 6 94,0-2 1,-2 10-49,2 0 1,3 1-64,-3-5 0,3-1-114,2 1 0,0-5 55,0-1 1,5-6-72,0 1 1,7-8 59,-1-1 1,-3-8-88,2 2 1,1-5 42,4-5 0,0-3-12,1-8 0,-1 1-15,0 0 0,-1-3 45,-4-2 0,4 3 25,-4-3 0,2 2-4,-2 3 4,4 0 0,-6-1 8,1 8 53,-2 1-23,-7 7 1,0 7 19,0 3 0,0 4-49,0 1 1,5 0 47,0 1 1,0-1-52,-5 0 1,5 1 20,0-1-31,7 1 0,-8-6-6,6 0 1,-5-7 2,5 2 0,-5-3-10,5-2 1,-4-5-7,4 0 0,-2-7 17,3 2 0,0 1-169,-5-1 0,0 0 58,-1-6 1,-1 1-44,6 0 0,-6 5 106,1-1-12,-4 8 164,-1-4-154,7 7 1,-5 2 102,3 3 0,-3 3-74,-2 8 0,0-6 124,0 0 1,0 0-48,0 6 1,5-1-23,0 1 0,0-1-172,-5 0-296,7 1-603,1-1 486,8-7 231,-1-1 1,0-14 6,1-3 1,-8-3 313,-3-3 0,-3-6 0,5-2 0,1-7 0</inkml:trace>
  <inkml:trace contextRef="#ctx0" brushRef="#br0" timeOffset="133">1977 138 7569,'0'-15'-61,"0"6"154,0 2-479,0 7 292,7 0 0,-5 2-43,3 3-57,3-3 235,1 12 0,1-13-1,0 4 1,-5-3-206,6-2 0,-6 2-38,5 3 203,-7-3 0,11 4 0,-6-6 0</inkml:trace>
  <inkml:trace contextRef="#ctx0" brushRef="#br0" timeOffset="625">2238 138 7569,'7'-8'-438,"-6"-6"380,13 12-315,-12-5 130,4 7 88,1-6 103,-5 4-37,5-5 116,-7 7 244,0 0-242,0-7 1,-2 6 366,-3-5 93,3 5-180,-5 1 0,6 0 176,-4 0-171,3 0 0,-7 0-97,4 0 1,2 0 206,-7 0-422,6 0 1,-8 1 131,7 5 1,-2-3-142,2 7 1,4 0 27,-5 6 0,5-1-54,1 0 0,0 1 69,0-1 0,0 0-107,0 1 1,5-1 116,0 0 1,7 1-7,-2-1 1,4 2-112,1 4 1,0-4 98,1 3 1,-1-8 6,0-2 1,1 0-60,-1 6 0,-1-1-22,-4 1 86,4-8 6,-13 6 141,-1-6 0,-8 1-96,-8-4 1,-1-3-256,-3-2 0,3 0 75,-3 0 0,2 0-340,3 0 1,0-2-477,-1-3 263,8-4 0,1-6 231,7 0 1,7-6-222,3 1 632,4-1 0,15-1 0,3-2 0</inkml:trace>
  <inkml:trace contextRef="#ctx0" brushRef="#br0" timeOffset="1351">2483 184 7569,'22'-15'-165,"-11"-1"0,9 1 0,-11 0 551,-1-1-111,6 1 115,-13 0 0,6-1-101,-7 1-94,0 7 0,-1 1-90,-5 7 0,5 1 183,-4 5-216,-4 2 1,2 7 28,-3 1 0,3 4-128,7 1 1,0 1 151,0-2 1,0-1-19,0 7 0,7-6-271,3 6 0,-1-8 101,1 3 1,0 1-31,6-2 0,-6 1 85,0-6 1,-1 0 43,1 1 0,-3-6 48,-7 0-33,6 1 1,-6-1-27,0 0 0,-1-7 12,-10 2 0,0-3 102,-10-2 0,4 0-23,-3 0-159,3 0 1,3-2-24,4-3 1,-2 2-103,7-7 0,0 0 10,5-6 1,11 1-138,5-1 1,4-4 1,1 0 0,3-8 79,6 3 0,1 1-30,0-2 1,-6 8 32,1-3 0,-9 4 649,-2 2-38,0-1-67,-6 8 0,-1 3-175,-2 10 0,-6-2 104,-6 8 0,0-1-153,-5 5 1,3 0 30,3 1 1,3-1-414,-3 0 195,3 1-274,2-1 1,2-1 1,3-4 0,-1-3-107,6-7 1,-5 0 164,5 0 0,-5-7-56,5-3 1,-6-4 237,1-1 0,-2-1 110,2 1 0,-3-5-29,3-1 0,-3-1 29,-2 2 0,-2 1 109,-3-7 0,3 8 108,-3-3 0,4 9 146,1 2 1,0 5-17,0-5 46,0 6-264,0-3 5,6 7 1,-2 5-191,6 1 1,-5 4 67,5-5 0,-6 7 105,1-2-94,3 4 0,-6 1 14,3 0 0,2-4-28,-2-1 0,2-5 11,-2 5 1,-1-6 43,6 1 1,0-4-11,5-1 1,-4-1-123,-1-4 0,0-4 69,5-6 1,1-1-185,-1 1 1,-1 0-191,-4-1 296,4 1 1,-8 0 66,5-1 182,-5 8-112,-6 1 1,0 9-67,0 3 0,0 3 147,0 8 1,0 1-67,0 3 0,-5-1-247,0 7 1,0-6 8,5 6 163,0-8 0,0 11 0,0-5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57.81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46 0 7936,'-5'23'447,"0"2"0,-5 4-206,5 2 0,-6 1-58,6 4 1,0-4-1,5 4 1,0 2-478,0-3 0,0 6-53,0-5 0,5 0-249,0-5 1,7-2 285,-2-4 1,4-10 309,1-9 0,8 2 0,0 1 0</inkml:trace>
  <inkml:trace contextRef="#ctx0" brushRef="#br0" timeOffset="228">384 123 7569,'-16'7'498,"1"1"0,0 15-280,-1 2 1,3 4-36,2 2 1,5 0-88,6-1 0,1-4 20,4-1 1,6-6-101,9 2 0,0-11 141,11-5 0,-4-3 8,9-2 1,-3-7-154,-3-3 0,-6-6 74,-3-4 1,-6 1-55,-5-7 1,-3 6 63,-7-6 0,-14 8-435,-6-3 1,-7 4 7,-4 2 1,-5 6-147,0 4 1,-5-2 125,6 2 1,4 2-542,5 8 892,8 3 0,-4 15 0,6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57.38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323 351 7569,'-7'-15'0,"-2"0"0,-6 6-53,0 4 1,-6 3-106,1 2 0,-8 7 343,3 3-85,3 4 0,-6 1 10,8 1 0,1-1 134,9 0 1,3 1-32,7-1 0,0-5-89,0 1 1,7-3-33,3 2 1,6 2 25,4-7 1,-1 6 29,6-6 0,-4 7-5,4-2 1,-6-2-31,2 3 1,-9-3 50,-2 2 1,-7 4 159,2-4-200,-3 4 0,-9 1 24,-3 1 0,-5-1-14,-6 0 0,-1 1 5,-4-1 1,-3-5-376,4 0 1,1-5-81,-2 6 0,8-8-721,-3 2 571,4-3 1,4-4-276,2-3 0,5-3 277,6-8 1,5-1 463,0-3 0,14-11 0,-2-8 0</inkml:trace>
  <inkml:trace contextRef="#ctx0" brushRef="#br0" timeOffset="176">123 60 7569,'0'-22'0,"0"5"0,0 1 0,0 11 274,0 10 0,0 13 409,0 12 0,0 8-103,0 8-443,0 0 1,0 1-14,0 5 1,5-5-149,0 4 1,6-1-480,-6 1 1,7-2 349,-2 8 0,-2-6 88,3 5 1,-6-1 30,5 1 1,-5-3 33,5-7 0,1-7 0,4-2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0:55.67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430 319 7626,'0'-30'0,"0"-1"0,0 0 0,0-1 177,0-4 1,1 4 0,3-2 178,1 7-275,0 4 1,-5 8 308,0 0-341,0 6 1,-7 6 83,-3 13 1,-9 9-64,-1 17 1,-2 3 26,1 7 1,2 0-81,-6 0 1,4 5 9,-4 0 0,6 0-121,-1-5 1,-2-7 121,1-3 1,1-9 28,4-1 1,1-14 397,0-2-332,-1-6 0,1-4-184,0 0 1,1-7 41,4-3 0,-2-6-52,7-4 1,-6 3 75,6-4 1,0 4-118,5 2 1,2 0 15,3-1 1,4 8 80,6 3 1,0-2-4,1 2 0,4 1-17,1 9 1,4-1-96,-4 6 1,1 0 63,-2 6 1,-3-1-70,4 0 0,-4 1 2,-2-1 0,5 0-182,1 1 1,-1-8-96,-4-3 1,-1-3 102,0-2 0,1 0-53,-1 0 0,0 0 360,1 0 0,-1 0 0,7-7 0,2-1 0</inkml:trace>
  <inkml:trace contextRef="#ctx0" brushRef="#br0" timeOffset="309">568 427 7345,'-10'-9'-364,"-1"4"726,8-3-152,-11 6 1,6 2 159,-8 10 1,1 4-252,0 1 1,-1 7 69,1 4 0,5 1-238,0-1 1,6 3 62,-1-4 0,3-3-105,2-1 1,0-4 12,0-2 1,7-5 93,3 1 0,4-8-1,1 2 0,1-10-121,-1-5 1,6-4 35,-1-1 0,0-6-121,-4 1 1,-3-6 108,-2 6 0,1-6 47,-7 6 1,5 5 192,-5 4 0,0 6 97,-5-5-228,0 7 1,0 3 6,0 10 1,0 4 22,0 1 0,0 0-246,0 1 1,2-1 89,3 0 0,-2 1-268,8-1 0,-1 0 136,5 1 1,0-6 62,1 0 168,-1-7 0,0 4 0,1-7 0</inkml:trace>
  <inkml:trace contextRef="#ctx0" brushRef="#br0" timeOffset="618">1013 365 7569,'0'-15'22,"-7"0"0,-2 6 242,-6 4 1,0 3-248,-1 2 0,-4 6 98,-1-1 0,1 12 6,5-2 1,1 4-58,4-4 0,-2 2-130,7 4 0,0-8 151,5 8 1,6-13-6,5 8 1,2-4 27,3 3 1,4-5-34,0 0 0,6 1 58,-6 4 0,1 0-52,-6 1 0,1-1 12,-1 0 1,-7-3 19,-2 3 0,-5-3-3,-1 9 1,-3-9-45,-7-2 1,-1 0-4,-9 6 1,-4-3-122,-1-3 0,-3 2-202,3-7 1,-3 6-853,8-6 834,0 0 0,11-7 87,4-3 1,3-3 16,2-8 174,14-6 0,3-9 0,14-8 0</inkml:trace>
  <inkml:trace contextRef="#ctx0" brushRef="#br0" timeOffset="838">1243 74 7569,'0'-15'0,"0"-1"38,0 1 144,0 7 22,0 1 1,-2 8 160,-3 5 0,-2 5 17,-3 15 0,-2 5-148,7 10 1,-7 8-41,2-3 1,3 3-38,2-3 0,3 6-89,2-1 1,0-5 126,0-5 0,7-7-1,3 2 1,4-11-712,1-4-325,0 2 649,1-6-5,-1-1 84,-6-9 1,-3-14 113,-6-3 0,0-11 0,0-3 0</inkml:trace>
  <inkml:trace contextRef="#ctx0" brushRef="#br0" timeOffset="958">1089 258 7569,'-15'7'-168,"6"1"0,4 1 130,10-4 0,4 2-13,6-2 1,2 2-80,4-2 1,-2-3-377,6 3 506,1-4 0,11 6 0,2 2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07.60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154 108 7569,'0'-15'1073,"-7"6"-959,-3 4 0,-4 15 28,-1 6 0,-6 9 53,1 1 0,-1 8-47,6 2 1,1-1-271,4-4 0,3-5 76,7-1 1,7-6 22,3 1 0,4-9 58,1-6 1,2-4-106,4-1 1,1-3-40,4-7 1,1-2 84,-7-14 0,1 6 9,-6-6 0,0 1-1,1-6 0,-8 0-148,-3 1 0,-5-1 67,-5 0 1,-3 6 44,-8-1 1,-1 7 45,-3-1 1,3 5-23,-4 4 1,4 5-98,2 6 1,0 0 78,-1 0 1,8 6-8,3 5 1,3 2-182,2 3 1,0-1 233,0 0 0,0 1 0,0-1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09.27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46 7569,'7'-15'100,"3"1"0,4 4 0,3 5 1278,4 3 1,-4 2-1041,3 0 0,-3 0-206,-2 0 0,2 5-492,4 1 0,-4 4 190,3-5 1,3 0 184,-3-5 0,6 0 45,-6 0 0,0 0-1257,-4 0-330,-1 0 1527,0 0 0,-6-7 0,-2-1 0</inkml:trace>
  <inkml:trace contextRef="#ctx0" brushRef="#br0" timeOffset="145">184 92 7569,'-30'19'0,"-1"-4"0,7-3 0,4 4 0,3-1 1406,1 0-395,1-6-532,7 5 0,1-6 50,7 7 0,3-4-383,7-1 0,2-7 8,14 2 1,6-3 40,9-2 0,3 0 0,2 0 0,0-7-925,0-3 0,0 2-44,0-3 774,1 1 0,-1-5 0,0-1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07.79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62 384 7569,'8'-7'1418,"-1"5"0,-8-5-1179,-5 7 0,3 0-203,-7 0-518,6 0 0,-9 0-41,3 0 218,3 0 0,-2 0-362,4 0-443,3 0 1110,-4-6 0,6-3 0,0-6 0</inkml:trace>
  <inkml:trace contextRef="#ctx0" brushRef="#br0" timeOffset="572">185 154 7569,'-7'10'585,"-3"0"1,-4 2-66,-1 8-383,-1-3 1,3 7 11,2-3 0,5-4-59,6 3 0,0 2-287,0-1 167,0-1 1,6-6 151,5-4 1,2-3 0,3-7 0,2-2-118,-2-3 1,2-2 4,-7-3 0,2-9-103,3 4 1,-8-4 2,-3 4 0,-3-2-182,-2-4 1,-2 3-62,-3-8 1,-3 2 131,-8-1 1,1-3 58,0 8 0,-1 0-127,1 4 369,0 1-48,-1 6-147,8-4-6,1 11 1,9 0 13,3 7 1,3 2-157,8-2 0,1-3 67,3 3 1,-1 2 91,6-2 0,-4 0-72,4-5 1,-4 2 155,4 3 0,-6-3 0,2 3 0,-4-3 0,-2-2-156,0 0 156,1 0 570,-8 0-383,-1 6 1,-9 3-40,-3 6 1,-2 1 128,-3-1 0,-2 0 433,7 1 1,-5 1-377,5 3 0,0-1-158,5 6 1,1-6-85,4 2 1,6-4-125,9-2 1,2-6 22,4-4 1,8-4 88,-3-1 0,3 0 6,-4 0 0,-1-6-80,-3-5 1,1-2-209,-6-3 1,-8 1 97,-8 0 0,-3-1 109,-2 1 1,-2 0-52,-3-1 1,-8 3-128,-8 2 0,-4-1-13,4 7 0,-4 0 103,4 5 0,1 0 24,4 0 1,6 2-201,0 3 0,7-2-685,-3 8 0,5-6 944,1 5 0,0-7 0,0 4 0</inkml:trace>
  <inkml:trace contextRef="#ctx0" brushRef="#br0" timeOffset="808">767 92 8621,'0'16'413,"0"-1"-98,0 0 1,2 2-91,3 4 0,-3 3 296,3 6-383,4-6 0,-8 5-3,4-3 1,2 3 11,-2 1 0,6 1-370,-6 0 0,0-2 85,-5-4 302,0-3-200,0-6 1,-7-8-770,-3-3 0,1-3 263,-1-2 1,0-7-455,-6-3 996,1-4 0,-7-15 0,-2-3 0</inkml:trace>
  <inkml:trace contextRef="#ctx0" brushRef="#br0" timeOffset="929">737 16 7569,'8'-7'0,"6"5"0,-4-3 0,-1 3 498,1 2-276,0 0 0,7 5-283,4 0 0,-3 2-3,8-2 1,0-3 101,4 3 1,-1-3-39,-3-2 0,3 0 0,-5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06.93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323 93 7569,'-7'8'0,"-7"8"0,-6-1 0,-7 2 744,1 9-420,4-1 0,-7 6-329,3 0 0,3-1 48,-3 1 0,7-5 152,-1-1 0,3-6 195,1 1-2411,8-3 2021,1-1 0,0-8 0,-1-1 0</inkml:trace>
  <inkml:trace contextRef="#ctx0" brushRef="#br0" timeOffset="191">47 1 7569,'-16'0'0,"6"2"896,0 3-525,7 3 1,-4 8-49,7-1 0,0 5-145,0 1 1,0 6 11,0-1 0,1 1 0,5-2 0,2 4-452,7-3 0,6-2 181,-1 1 1,8-6 154,-3 2 1,4 1-294,2-2 0,5 1-462,-1-6 1,8-1-900,-2-4 1580,-4 4 0,8-6 0,-6 7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04.69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583 152 7528,'0'-8'819,"0"1"-585,0 7 0,0 7-29,0 3 1,0 9 32,0 1 0,-6 7-103,-5-1 0,3 3-2,-2 2 0,5-1-295,-6 1 1,8 0 125,-2-1 1,3-4 102,2 0 0,0-8 8,0 3 1,2-4-1346,3-2 0,-2-6 578,8-4 0,-1-4 692,5-1 0,7-13 0,2-4 0</inkml:trace>
  <inkml:trace contextRef="#ctx0" brushRef="#br0" timeOffset="253">798 244 7523,'-2'16'529,"-3"-1"0,2 5-150,-7 1 1,6 4-175,-1-4 1,4 5 0,1-6 0,8 0-253,7-4 0,2-3 36,9-2 0,0-5 59,4-6 0,-1-6 47,-3-5 0,1-7-5,-7-3 1,1-6-165,-6 1 0,-1 2 11,-4-1 1,-3-1-96,-7-4 1,0 1 73,0 3 0,-9-1-243,-6 6 0,0 1 63,-6 5 0,4 6-57,2 4 1,0 3 49,-1 2 1,6 2-18,0 3 1,6 5-432,-1 11 719,4-4 0,-6 12 0,-2-5 0</inkml:trace>
  <inkml:trace contextRef="#ctx0" brushRef="#br0" timeOffset="675">307 244 7569,'-22'-6'0,"3"2"-181,-6-6 181,6 6 0,-10-2 520,4 6 0,1 1-157,-2 4 0,2 2-362,-1 4 1,3 2 41,6-3 0,3-1-87,2 1 82,5 0 1,7 6 48,4-1 0,6-5-23,9 0 1,4-6-4,7 1 0,-1 2-115,1-2 1,0 5 23,-1-5 0,-1 6-9,-3-6 0,-4 7 77,-7-2 1,-4-2 34,-1 3 1,-7-1 1,2 5 1,-5 0 13,-5 1 0,-8-1-71,-8 0 1,-4-4 9,4-1 0,-6 0-176,1 5 1,-3-1 67,-1-4 1,1 4-298,3-4 0,4-3 147,7-2 1,-1-3-870,1-2 661,6 0 1,3-7 437,6-3 0,6-11 0,3-3 0</inkml:trace>
  <inkml:trace contextRef="#ctx0" brushRef="#br0" timeOffset="845">154 106 7569,'-9'-7'-238,"-4"-1"516,11-1 126,-12 3 1,13 7-63,-4 4 1,-2 11-128,2 9 0,-2 6-88,2 5 1,3 3 75,-3 7 0,-2 0-383,2 0 1,0 2-109,5 3 0,0-8-267,0 3 1,7-9 288,3 4 0,4-7-426,1 2 692,7-4 0,9-1 0,8 0 0</inkml:trace>
  <inkml:trace contextRef="#ctx0" brushRef="#br0" timeOffset="1262">1197 183 7569,'-7'9'607,"-1"-3"1,-8-4-425,1 3 1,0 4 22,-1 6 1,6 5 230,0 1 0,5 1-160,-5-1 1,6-3-157,-1 8-4,3-7 1,9 1-44,3-10 0,11 2-30,4-7 0,4-5 43,2-5 0,0-12-201,-1 2 1,1-9 72,0 3 0,-6-6-158,1 2 1,-7-4-1,1-2 0,-8 5-14,-2 1 0,-6 4 112,1-4 0,-5 6 9,-5-1 1,-4 9 99,-6 6 1,-2 4-79,-4 1 1,-1 0 59,-3 0 0,2 6-58,8 5 0,0 2-121,-1 3 0,6-1 31,0 0 1,6 1-84,-1-1 0,4-5 21,1 0-38,0 1-297,6 4 184,3 0-234,6-6 359,1 5 1,-6-13 245,0 4 0,-6-3 0,9-2 0,-4 0 0</inkml:trace>
  <inkml:trace contextRef="#ctx0" brushRef="#br0" timeOffset="1683">1780 60 7569,'-16'0'392,"1"2"-101,0 3 0,-6 4 133,1 6 0,-6 0 118,6 1-297,-7-1 1,10 2-45,-4 3 0,4-1-1,2 7 1,6-7-126,4 1 1,3-3 203,2-2-96,0 1 1,7-3 22,3-2 1,4-5-455,1-6 0,8 0 100,2 0 1,2-6 7,-1-5 1,1-2 59,-6-3 0,-1 1-54,-5 0 1,-1-6-73,-4 1 0,2-2 55,-7 1 1,1 4-136,-6-3 1,-2 3 40,-3 1 0,-4 1 95,-6 0 1,-1 6-31,1 4 0,0 3-128,-1 2 0,6 2 88,0 3 0,7 4-346,-2 6 135,3 0 1,2 1 430,0-1 0,7 0 0,1 1 0</inkml:trace>
  <inkml:trace contextRef="#ctx0" brushRef="#br0" timeOffset="1903">1903 137 8291,'-6'15'757,"1"1"-235,0-1-432,5 0 1,7 1 92,3-1 1,4-6 22,1-4 0,7-4-160,4-1 1,8-1-175,2-4 1,5-9 134,-6-7 0,0-4 34,-10 4 1,-3-4-36,-6 4 1,-8-1 57,-3 2 1,-5 4-215,-5 1 0,-8 2 95,-8 7 1,-11-4 129,1 5 1,-3 2-256,3 8 1,1 3-370,-1 8 0,2 6-971,3 3 1520,-3-3 0,12 7 0,-5-5 0</inkml:trace>
  <inkml:trace contextRef="#ctx0" brushRef="#br0" timeOffset="9645">568 1149 7569,'9'-1'0,"-3"-3"0,0-3-433,-1-1 892,7-2-128,-11 1 1,13-5 429,-4 4-459,-3 3-182,7-6-172,-13 11 1,4-10 78,-10 7 1,-3 0 118,-8 5 0,-1 2-71,-3 3 1,-4-2-315,-7 7 1,1 1 121,-1 4 1,2-1-41,4-4 0,2 3 163,8-2 0,1-3 3,4 2 21,3-6 1,9 8-26,3-7 0,4 0 5,6-5 1,0 2 42,1 3 0,6-3 97,3 3 0,-1-4-84,2-1 1,-6 2 6,6 3 1,-7-3-26,1 3 1,-3-2 54,-2 2 4,-6-3-48,5 12 1,-14-12-16,0 3 0,-7 1 37,-9 0 1,1-1-57,0-5 0,-6 5-73,1 0 0,-6 0-166,6-5 0,-6 5-9,6 0 0,-1 0-688,6-5 434,0 0 147,-1 0-740,8 0 1070,1-6 0,14-10 0,1-8 0</inkml:trace>
  <inkml:trace contextRef="#ctx0" brushRef="#br0" timeOffset="9820">537 889 7569,'0'-11'137,"0"1"220,0 7 19,0-4-270,0 14 1,0 1 12,0 8 1,-1 6 2,-4 3 0,1 6 22,-6 5 1,7-4 8,-3 4 0,5-2-230,1 2 1,0-4-28,0 4 0,0-4-595,0-1 1,1-2 161,5-3 537,2 3 0,14-12 0,2 5 0</inkml:trace>
  <inkml:trace contextRef="#ctx0" brushRef="#br0" timeOffset="10128">967 1042 7569,'8'-15'-136,"6"-1"884,-12 1-44,5 6-481,-7 3 1,0 7-84,0 4 0,0 4-8,0 6 0,0 1 40,0-1 0,0 0 10,0 1 1,0-1-87,0 0 0,6 1 7,5-1 1,7 4-250,3-4 1,-1 4 87,-4-9 1,-3 4 36,-3 1 1,2 0 58,-6 1 1,-1-6 29,-5 0-22,0 0 1,-2 6-6,-3-1 1,-4-5-30,-6 0 1,-2-4-60,-4 4 0,3-5-697,-8 5 0,7-6 143,-1 1 0,1-4-695,-1-1 1296,3 0 0,-5-6 0,6-3 0</inkml:trace>
  <inkml:trace contextRef="#ctx0" brushRef="#br0" timeOffset="10317">982 1042 7569,'7'-9'0,"-4"-4"0,8 3 0,-3 1-231,2-1 144,4 6 1,-5-2 635,6 6-500,0-7 1,1 5-102,-1-3 1,2 3-190,3 2 0,-3 0 104,4 0 0,-4 0-91,-2 0 1,1 0 28,-1 0 1,-5 0-2,0 0 200,1 0 0,4 0 0,0 0 0</inkml:trace>
  <inkml:trace contextRef="#ctx0" brushRef="#br0" timeOffset="10541">1335 950 7569,'-5'10'0,"0"0"0,0 1 507,5 4-139,-7 7 0,5-3-52,-3 6 1,3-4-143,2 4 1,2-6-20,3 2 1,5-6-80,11-5 1,3 2 65,6-7 0,8-1 53,3-9 0,1-6-5,-1-9 1,-3 1-142,-8-6 0,-6-1-242,-3-5 0,-11 6 135,-5-1 1,-3 6-6,-2-6 1,-14 7-53,-6-1 1,-8 8-165,-2 2 0,-1 6 5,0-1 1,-4 4 107,-1 1 0,0 8 166,5 7 0,1 1 0,-1 6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20.86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31 215 7569,'10'-15'0,"1"-1"599,-8 8-12,11 1 197,-13 7-502,6 0 0,-8 8-94,-5 8 0,3 1 7,-7 8 0,5-6-203,-6 2 1,8 1-40,-2-2 1,3 6-30,2-6 1,0 1-359,0-6-266,0 0 1,0-4-151,0-1 1,7-7 84,3 2 765,4-10 0,8-3 0,2-8 0</inkml:trace>
  <inkml:trace contextRef="#ctx0" brushRef="#br0" timeOffset="371">1 0 7212,'15'0'27,"0"0"-21,1 0 1,-1 0-4,0 0 0,7 0 44,4 0 0,3 0-32,2 0 1,4 0 97,1 0 0,0 5-87,-5 0 0,-6 2 0,1-2 1,-7-1-14,1 6 0,-10-5 4,-5 5 1,-3-5 72,-2 6-52,0-8 1,-7 9 143,-3-7 0,-5 5-88,-6-4 1,4 4-20,-3-5 1,4 2 44,6-2-133,-3 3 0,11 8 76,-3-1 0,5 0 8,5 1 1,5-1-11,10 0 1,-1 6-16,7-1 0,-2 6 103,1-6 0,-3 1-95,-6-6 0,-3 5 570,-2 1-382,-5-1 1,-6-4 168,0-1 1,-8-6-142,-7-4 1,-3 2-72,-7-2 0,1 5-260,-2-5 0,-2 0-369,2-5 1,-1 0-811,1 0 1,-1 0 1239,6 0 0,1 7 0,5 1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18.03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108 400 7524,'10'-21'226,"1"1"174,-8 6 0,-1 9-165,-7 10 1,-12 5-68,1 11 0,-2 3 102,2 6 0,1 8-64,0 3 1,1-2-24,4 2 1,3-7-98,7 2 1,0-6-499,0-4 0,2-4 225,3-7 0,3-1-20,8-4 1,6-5 161,3-10 1,3-5-19,-3-10 0,6-1-92,-1-9 0,-1 2 43,2-8 1,-2 2 39,-8-1 1,-1 2-22,-5-3 1,-1-1-133,-4 1 0,-3 2 200,-7 8 1,5 4 310,0 7-326,0 6 0,-11 4-34,-5 10 0,3 6 403,-2 9 1,1 2-130,-1 4 1,-2 8-85,7-3 0,0 1 37,5-6 0,6 1-189,5-7 0,2 1 12,3-6 1,1-6-75,3-4 0,-1-4 90,6-1 0,-4-1 4,4-4 1,-6-4-129,2-6 0,-6-1 55,-5 1 0,2-5 30,-7-1 1,0-1 40,-5 2 1,0 1 55,0-7 0,-6 8-14,-5-3 1,3-1 104,-2 1 0,-1 1-104,-4 5 0,7 4 194,2 1 53,-2 7-165,6-4 21,-5 0-77,7 5 1,7-4-134,3 6 1,-1 0 89,1 0 0,0 5 22,6 0 1,-1 5-10,0-5 1,-4 7-4,-1-2 1,-2 6 47,3 4 1,1-1-39,-7 6 1,0-4 7,-5 4 1,1-6 11,5 2-135,-5 3 0,6-7 97,-7 3 46,0-10-23,0-3 1,2-9-3,3-3 1,-2-5-170,8-10 1,-1 1 86,5-7 1,-3 1 49,3-6 0,-8 0-64,9 1 1,-5 1-146,5 3 0,-6-1 243,0 6 0,-6 6 129,1 5 0,-2 6-93,2-1-52,-3 4 0,5 2 133,-7 4 1,-5 6-50,0 9 0,-1-1-21,6 6 0,0-1 33,0 2 1,0 1-158,0-6 0,0 4-1,0-4 0,0-6-218,0-5 254,7 0 0,-3-1-10,6-4 0,-5-8-45,5-3 0,-1-5 38,1 0 1,4-2-14,-4-3 1,-2-4-65,3-1 0,-6 1-297,5 5 365,-7-1 0,4 1-12,-7 0-58,7 6 11,-5 2-163,5 7 205,-7 0 1,0 7 22,0 3 1,0 4 30,0 1 1,1 1 137,4-1 0,-1 0-101,6 1 1,0-6-30,6 0 1,4-1-18,0 1 1,1 2 10,-6-7 0,6 2-236,-1-2 0,1-3 77,-6 3 1,0-4 83,1-1-203,-1 0 1,0 0-1537,1 0 1798,-8 0 0,13-6 0,-4-3 0</inkml:trace>
  <inkml:trace contextRef="#ctx0" brushRef="#br0" timeOffset="937">1320 323 7569,'0'-15'65,"0"-1"112,0 8 129,0 1-145,0 7 1,0 9-56,0 6 0,0 2-14,0 8 0,-5-1-100,0 2 1,0 1 117,5-6 0,0-1 85,0-5-118,0 1 27,-7-1 0,5-8-62,-3-7 0,3-4-79,2-11 0,5 2 68,1-13 1,5 5-89,0-4 0,2-2-179,3-9 0,-1 3 117,0-2 0,1-3 75,-1 2 0,-1 2-85,-4 9 0,3-1 49,-2 11 1,-3-2 63,2 12 0,-4 0 131,4 5 1,-7 1-78,2 4 0,-3 11 94,-2 9 0,0 4 43,0 2 1,2 0-52,3-1 1,-3 1-23,3 0 1,1-1-95,0 1 1,4-7-157,-5-4 0,5-3 136,-5-1 1,2-8 36,-2-3 0,-1-3-19,6-2 1,-5-7-3,5-3 1,-1-4-137,1-1 0,2 0 80,-7-1 1,5-1 48,-5-3 1,6 3-34,-6-4 0,1 9 22,0 2 0,-5 5 49,4-5 140,-3 6-161,-2-2 0,0 12 80,0 5 1,0 2 67,0 3 1,0 6-8,0 3 0,0-1-91,0 2 0,5-6-17,0 6 0,7-7-127,-2 1 1,4-5 46,1-4 0,-4-5 25,-1-6 0,0 0 17,5 0 0,1-6-11,-1-5 0,0-2-165,1-3 1,-1-4 40,0-1 0,-4-6 106,-1 2 0,-7-4-52,2-2 0,2 7 48,-2 4 1,0 3 101,-5 1 253,0 1-285,0 6 1,0 4-22,0 10 0,0 4 187,0 6 1,0 2-20,0 4 1,0-2-211,0 6 1,0-1 104,0 2 0,0-3-386,0-2 1,2-4-14,3 3 1,-1-8-156,6-1 1,-5-8 163,5 2 0,-5-3-448,6-2-124,-1 0 874,5-7 0,-6-8 0,-2-9 0</inkml:trace>
  <inkml:trace contextRef="#ctx0" brushRef="#br0" timeOffset="1075">1964 1 7569,'-8'0'177,"1"0"1,7 2-115,0 3 0,2-2-296,3 7 0,3-6-243,8 1 0,-1 2 235,0-2 0,1 0 241,-1-5 0,7 7 0,2 1 0</inkml:trace>
  <inkml:trace contextRef="#ctx0" brushRef="#br0" timeOffset="1463">2271 185 7569,'8'-15'0,"4"-1"-141,-6 1 154,5 0 0,-9 4 280,3 1 80,-3 7-276,-2-4 27,-7 7 0,-1 2 102,-8 3 1,1 3-70,0 8 1,-1-1 9,1 0 0,5 1-64,-1-1 0,8 5-113,-2 1 0,3-1-52,2-4 0,0 4 75,0 1 0,2-1-70,3-5 1,4 1 78,6-1 1,0 0-76,1 1 0,-3-6 107,-3 0-42,4 0 0,-7 6 87,3-1 0,-3-5-31,-7 1 0,-5-6 62,0 5 1,-7-2-75,2 3 0,-6 1-123,-4-7 1,3 5 79,-4-5 1,3 0-301,-3-5 1,4 0-21,-3 0 210,3 0-512,1 0-103,8-7 1,3-1-201,10-8 912,10 1 0,9-7 0,7-2 0</inkml:trace>
  <inkml:trace contextRef="#ctx0" brushRef="#br0" timeOffset="1922">2608 200 7569,'-15'-1'444,"0"-5"0,-1 5-261,1-4 1,5 3 22,0 2 1,-1 0 163,-4 0-233,0 0 1,4 7-129,1 3 1,7-1 62,-2 1 1,3 0-272,2 5 186,0 1 0,7-1-58,3 0 1,4 1 25,1-1 1,0 2 49,1 4 0,-1-4-53,0 3 0,6-3-100,-1-2 0,1 1 133,-6-1 0,-5 0 5,1 1 0,-6-1-2,5 0 0,-7 1 8,2-1 0,-3-5 190,-2 1 0,-7-6 54,-3 5-215,-4-7 0,-1 9-13,0-7 0,4 0 36,1-5-393,0 0 243,2-6 0,1-3-245,7-6 1,3-2 124,7-4 1,1 4-99,9-3 0,-3-2 60,-2 1 0,1 6-135,-1 5 415,0-1 1,1 3 656,-1 3 146,-6 3-651,-3 2 1,0 7 32,-1 3 0,0 4-13,-5 1 0,0 0-167,0 1 0,0-1 55,0 0 0,0-4 37,0-1 0,1-2-334,5 3-633,-5 2 153,13-11 0,-11 5 87,8-7 610,-8 0 0,11-7 0,-6-2 0</inkml:trace>
  <inkml:trace contextRef="#ctx0" brushRef="#br0" timeOffset="2467">2792 108 8025,'9'-7'779,"-1"6"-901,-2-4 70,-5 3 142,13 2 180,-6 7-95,8 1 1,-3 8-38,-2-1 0,1 2-103,-7 3 0,0-1 80,-5 7 0,0-6 12,0 6 1,0-6-141,0 6 1,0-7-36,0 1 0,0-3-101,0-2 166,7 1 14,1-1 0,7-6-79,1-4 1,-1-5-351,0-5 0,-1-4 190,-4-6 1,2-1-3,-7 1 1,6-5 97,-6-1 1,0-6-96,-5 1 0,0 2 161,0-1 1,0 4-79,0-4 1,-5 4 451,0-4 0,0 11-35,5-1 402,0 3-302,0 3-156,0 3-198,6 6 1,3 6 9,6 5 0,1-1 125,-1 5 1,0-3-67,1 9 0,-3 1-142,-3-2 1,2 7 55,-7-1 1,6-2-100,-6 1 1,0-1-3,-5 2 1,2-4-251,3-7 290,-4 1 29,6-1 0,-7-8 31,0-7-48,0-7 1,5-10-262,0-3 1,7-4 85,-1-7 1,7 0-173,3 1 0,4 1 172,-4 3 0,-1 4 93,-4 7 0,-3 4 279,-3 1 197,4 7 0,-12 3-88,3 10 0,-3 9-142,-2 1 0,0 6-403,0-6 1,0 6 156,0-6 1,0 2 108,0-1 0,0-4 0,0 5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16.24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15 430 7734,'-1'-15'837,"-4"-1"88,3 8-455,-5 1-264,7 0 0,7 6-23,3-5 1,5 3-92,6-2 1,3 1-313,6-6 1,1 2 100,0-3 1,5-2 25,-1 3 0,8-4 100,-2-1 0,-4-1-160,-1 1 0,-4 0-45,-1-1 1,-2 1 66,-3 0 1,-4 1 27,-7 4-403,1-4-1201,-8 6 991,-1-8 716,-7 8 0,-14-6 0,-3 6 0</inkml:trace>
  <inkml:trace contextRef="#ctx0" brushRef="#br0" timeOffset="203">429 185 7569,'-1'17'1066,"-4"3"0,-4-1-961,-6 6-76,-1 8 0,3-1-12,3 4 1,-4 1-185,4-1 1,-2 0 178,2-5 1,-2-1 101,7 1 0,-1-5-12,6-1 0,0-6-102,0 1 0,7-3 0,2-1 0</inkml:trace>
  <inkml:trace contextRef="#ctx0" brushRef="#br0" timeOffset="661">690 1 7925,'0'22'287,"0"3"0,-7 4-214,-3 2 1,2 6-9,-3 4 0,3 4 167,-2 1 0,1 0 99,4 0 1,3-5-278,-3 0 1,4-13-213,1 3 185,6-10 1,3-1-83,6-10 0,1-5 30,-1-10 1,0-5 58,1-10 1,4 1-66,0-7 0,1 1-60,-6-6 0,1-5-141,-1 0 0,0 7 224,1 9 0,-8 3 337,-3 2-132,-3 6 216,-2 2-227,0 21 1,0 3-76,0 14 0,0-1 7,0 1 0,2 0 23,3-1 0,8-1-257,8-3 1,6-4 10,-1-7 0,3-6-34,1-4 1,1-3 121,0-2 0,-1-9 1,1-6 0,-5-2-142,-1-9 0,-6-1 56,1-9 0,-4 4 40,-6-4 0,2-1-49,-7 1 1,0 0-177,-5 5 0,-7 2 273,-3 4 0,-4 4 240,-1 11 1,-2 3-242,-3 7 1,1 7-53,-7 3 1,8 11 426,-3 4 0,9 4-120,2 2 0,5 1-73,-5 4 0,6-3-344,-1 2 0,3-2 177,2-3 0,14 1 0,3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34.61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230 108 7696,'0'-15'0,"0"0"251,0-1 1,0 6-3,0 0 1,2 5 375,3-6-507,-3 8 212,4-4-254,-6 0-61,0 6 0,-1-6-27,-4 7 1,-4 7 75,-6 3 1,-1 4-96,1 1 1,-2-1 69,-3-4 1,3 3-150,-4-2 0,4 2 77,2 3 0,5-6 98,-1 0 7,8-7 48,-4 4-53,7-7 1,2 0-5,3 0-28,3 0 1,8 0-53,-1 0 0,0 0 55,1 0 1,-1 5-85,0 1 0,-1 0 78,-4-1 1,4-1-122,-4 6 0,-3 0 99,-2 6 0,-3-6-7,-2 0 1,0 0 10,0 6 1,0-1-3,0 0 1,-2-4 40,-3-1 1,-4 0-40,-6 5-13,0 1 1,-1-3 14,1-2 0,0 0-369,-1-5 0,1 4-75,0-5 1,1 7-251,4-2 0,-4-3 249,4-2 429,3 4 0,-6-8 0,4 6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34.84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16 7569,'0'-9'559,"0"2"0,0 9-139,0 3-210,0 4 0,0 13-20,0 3 0,-5 9-23,0 2 0,-5 2-191,5-3 1,-5-2 105,5 3 0,-6 1-401,6-1 0,0 0-44,5-6 0,-5 1-270,0 0 1,0-6 288,5 1 1,0-7 343,0 1 0,7-3 0,1-2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35.30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32 7139,'0'-11'1865,"0"1"-1111,0 7-248,0-4-366,7 7 1,-5 7 21,3 3 0,2 4 23,-2 1 0,2 0-32,-2 1 0,-4 4-61,5 0 0,0 6-155,-1-5 1,6 4 33,-6-4 1,7 4-57,-2-4 0,2-1 60,-2-5 0,4 1 6,-4-1 0,4 0 44,1 1 1,-5-1-9,0 0 0,-4-4-4,4-1-8,-7 0 1,4 0 18,-7 0 1,0-4 3,0 4 0,-7-7-163,-3 2 0,-4 2 54,-1-2 0,-5 0-391,-1-5 1,-5 0-9,6 0 0,-6 0-196,6 0 0,-6-1 285,6-4 0,1-4-56,9-6 0,-2-7 447,7-4 0,-7-10 0,4-3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35.88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31 7569,'6'-8'209,"-2"-4"35,6 7-38,-7 0 1,11 5-180,-4 0 1,4 5-44,1 0 1,1 2-71,-1-2 1,0-2 115,1 7 0,-1-5-59,0 6 1,-4-6-72,-1 5 1,-2-5 15,3 5 1,-3-5 56,-3 6 1,-3-6 18,3 5 1,-3-5 526,-2 5-261,-7 1 0,0 4 0,-3 0 1,-2 1-97,7-1 0,-5 0-5,4 1 0,-4-1 7,5 0 1,0 1-13,5-1 0,0 0-160,0 1 0,2-3 108,3-2 0,3 0-164,8-5 0,-1 4-4,0-5 1,2 0-10,4-5 1,-4-5 90,3 0 0,-1-7-92,2 2 1,-10-6-69,5-4 0,-6 3 82,0-4 0,-3 4-54,-7 2 1,0 0 47,0-1 0,0-4 29,0-1 0,-7 1 41,-3 5 1,1-1-5,-1 1 1,7 0-5,-2-1 1,-2 1 82,2 0 1,0 4 204,5 1-77,0 7-221,0-4 0,7 7 54,3 0 1,-2 0-66,2 0 1,-1 7 43,1 3 0,2 0-3,-7 6 0,7-5 53,-2 10 0,-3 1-8,-2-2 0,-1 6 12,1-5 0,-2 4 129,8-4 1,-3 4-248,2-4 0,6-1 109,-1-5 0,0-6-81,6-4 0,3-3 23,1-2 1,-1-2-97,2-3 1,-8-5 80,3-11 0,-4 4-106,-2-3 0,-6-2 35,-4 1 0,-4-4-129,-1 4 0,-1 1-26,-4 4 1,-9-2 103,-6 2 0,-8-1-122,3 12 0,-4 0-86,-2 5 1,2 2-222,4 3 0,2 3 564,8 8 0,-7-1 0,-2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36.27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62 8043,'-9'-7'1339,"3"5"-862,6-4 1,1 6-240,4 0 1,6 0-56,9 0 1,4 0-286,7 0 1,-1 0 116,1 0 1,5 0-374,0 0 1,4 0 210,-4 0 0,0-2 132,-5-3 0,-6 3-471,1-3 0,-7 2-1456,1-3 1942,-10 5 0,4-13 0,-6 6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36.44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1 7569,'0'10'526,"0"0"1,-2 2-290,-3 8 1,1 4-43,-6 7 0,5 1-315,-5 4 89,6-4 1,-4 11-552,3-7 1,3 1 291,-3-1 1,-2-3 289,2 2 0,0 5 0,5-1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37.31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154 62 7569,'0'-15'321,"0"-1"-184,0 8 1,0-1 63,0 4 120,0 3-195,-7-4 0,-1 6-86,-7 0 0,-1 0-43,1 0 1,0 5 107,-1 0 1,1 5-22,0-5 1,4 5 72,1-5 0,7 2-162,-2-2 0,3-1-70,2 6 126,0-7 1,7 4-22,3-7 1,5 5-9,6 0 1,-3 1 66,8-6 0,-6 1-32,6 4 1,-6-1 32,6 6 1,-7-1-30,1 1 0,-8 3 68,-2-2 1,-6-3 43,1 2-67,-3 1 0,-4 2-12,-3-3 0,-4 2 4,-6-6 0,0 4-270,-1-5 1,-4 5 77,-1-5 1,1 2-403,5-2 0,-1-3 243,1 3 0,0-3-1265,-1-2 992,8-7 1,-4-2-269,7-6 794,0 0 0,5-1 0,0 1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37.49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86 7569,'8'-22'-678,"-1"5"1064,-7-5 860,7 6-817,-6 8 1,6 10-124,-7 13 0,0 9-74,0 12 1,-2 3-74,-3 7 0,4-2-72,-4-3 1,-2 9-80,2-4 1,0 3-214,5-3 1,0-5-677,0 0 1,0-7 455,0 2 1,1-1 424,4-4 0,4 3 0,6-10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37.95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77 7569,'7'-15'265,"-5"0"1,6 1-128,-3 4 0,-1 3 28,6 7 0,0-5-109,6 0 1,-1 0-103,0 5 0,1 5 37,-1 0 64,0 7 1,-1-9-12,-4 7-31,4 1 0,-12 4 184,3 0-145,-4 1 0,-7-1 1,-5 0 1,-2-1-8,-3-4 0,-4 4 16,-1-4 1,1-2 5,5 3 1,-1-6 5,1 5 1,6-5 13,4 5 4,4-6-134,1 9 1,1-6 52,4 3 1,4-1-77,6-4 1,6-1 93,-1 6 0,1-5-77,-6 5 1,5-5 48,1 5 1,-1-1-12,-4 1 1,-3 4 65,-2-4 0,0 4 127,-5 1 0,-1 0 263,-5 1-278,0-1 0,-2 0 66,-3 1 0,-4-1-77,-6 0 0,0 1-171,-1-1 1,1-1-8,0-4 1,-1 4-105,1-4 1,0-2-116,-1 2 1,1-4-375,0 4 0,4-7-979,1 2 669,7-3 334,-4-2 0,14-7 589,3-3 0,4-10 0,1-4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38.52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16 200 7569,'8'-15'185,"-3"-1"0,-3 6 810,-2 0-437,0 6-337,0-2 0,-2 7-91,-3 4 1,2 4 11,-7 6 0,6 6-110,-1-1 0,3 1 53,2-6 1,0 0-172,0 1 0,5-1 89,1 0 0,6-6-105,-2-4 1,3-3 5,3-2 1,-1 0 36,0 0 1,1-5 16,-1-1 0,-5-6-8,1 2 1,-6-3-60,5-3 1,-7 1 92,2 0 0,-3-1-100,-2 1 1,0-2 55,0-4 1,0 4-140,0-3 0,0-2 31,0 1 124,0 1 0,-5 5 57,0-1 0,-2 8 124,2 3 0,3 1-31,-3-1 1,2 3-72,-2-3 54,3 4-73,-5 7 0,7-2-26,0 6 37,0-7-19,0 11 0,7-11-18,3 8 0,-1-8-12,1 2 1,0-3 62,5-2-42,1 7 1,-1-4 113,0 7 0,-1-5-102,-4 6 1,2-1 128,-7 5 1,6 1-27,-6-1 1,2 2-26,-2 3 0,-4-1 18,4 7 1,-3-6 20,-2 6 0,0-6-86,0 6 0,5-6-3,0 6 0,7-9 47,-1-2 1,2-1 1,2-9 0,1 0-355,-1-5 1,7 0 99,4 0 1,-2-9 7,1-6 0,-1-2 42,2-8 1,1 1-92,-7-2 1,-6-1 163,-9 6 1,-3-4-27,-2 4 0,0-4 159,0 4 1,-12 1-55,-3 5 1,-9-1 23,3 1 1,-4 6-99,4 4 0,-4 4-100,4 1 1,-1 0 151,2 0 0,8 5 11,-4 0-24,11 7 0,-2 3 0,7 9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38.91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31 108 7569,'-8'-7'0,"-4"4"878,7-7-145,0 6-28,5-2-522,0 6 1,7 0-239,3 0 0,3 0 74,3 0 1,4 0-260,1 0 0,6-2 84,-2-3 0,6 1-25,5-6 1,-4 7-67,4-2 0,-9-2-315,-1 2 1,-7-2 164,1 2 397,-3 3 0,-8-12 0,-3 6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39.07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92 1 7569,'0'17'241,"0"3"0,-2 0 367,-3 11 1,2-2-408,-7 12 0,5-2-278,-6 2 0,8 7-559,-2-7 1,-4 6 384,-1-6 0,3 2 251,2-2 0,-3 3 0,-1-5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39.56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215 45 7569,'9'-16'-66,"-3"8"129,-6-6 0,-1 12 147,-4-3 1,1 5-248,-6 5 1,-2-1 79,-9 6 0,4 0 100,-3 6 0,3-1-59,2 0 1,-1 1 18,1-1 139,0 0 273,6 1-479,2-1 1,14-1-78,3-4 1,4-3-9,1-7 1,6 1 71,-1 4 0,7-3-38,-1 3 1,-4-1 48,-1 1 0,-4-2-29,-2 7 0,-5-4 116,0 4-44,-6 0 1,1 5-16,-10 1 1,-5-6 91,-11 0 1,2 0-197,-6 6 0,1-1 99,-2 0 0,-1-4-354,7-1 0,-6-5 146,6 5 0,-1-6 81,6 1-631,0-4-979,6-1 1097,2-6 583,7-10 0,7-1 0,2-5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39.76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62 7569,'0'-15'0,"0"-1"298,0 1-23,0 6 244,0 3-123,0 6 1,0 1-176,0 4 1,-5 11-39,0 9 1,0 6 14,5 5-122,0-4 0,0 11 3,0-8 1,0 6-144,0-5 0,0 2-461,0-3 1,0-2 309,0 3 0,5-6-551,0-4 1,2 1 338,-2-6 0,-1-1 427,6-5 0,0 1 0,5-1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39.96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92 32 7569,'0'-16'1448,"-7"8"-1254,-1 1 1,-8 15-12,1 8 1,5 1-174,0 8 0,6-1-259,-1 2 1,-2 3 22,2-4 1,0 3-179,5-3 0,0 2 286,0-6 0,0 4 154,0-4-36,7-1 0,1-4 0,8-1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40.54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62 7569,'0'-15'584,"0"6"1,-1-3-23,-4 7-267,3 0 1,-5 7-246,7 3 0,0 4 96,0 6 1,0 2-74,0 3 0,5-3 37,0 4 1,7 1-127,-1-2 1,0 6 76,0-5 1,2 1-77,-2-2 1,0-3-47,0 4 1,1-4 89,-7-2-372,7 0 243,-11 1 1,4-3 67,-10-2 0,-3-5-112,-8-6 0,5 0-204,-5 0 0,4 0-9,-8 0 0,3-1-703,1-4 494,-6-4 0,7-11 566,0-1 0,1-4 0,9 4 0,0-4 0,5 4 0,5-4 0,0 4 0,7 1 0,-4 4-31,8 1 0,-3 5 47,-2-1 0,2 8 620,-2-2-422,2 3 0,2 2-69,1 0 0,-1 0-37,0 0 1,1 0 248,-1 0 0,1 0-96,-1 0 1,-2 2 87,-2 3-215,2 4 1,-6 6-72,3 0 0,-3 6-7,-7-1 1,5 1 40,0-6 1,2-1 33,-2-4 0,4 2-45,6-7 0,1 5-211,-1-5 1,2 0-32,3-5 1,-1-7-35,7-3 1,-8-8 59,3-3 0,-6-1-126,-5 1 1,-3-1 151,-7-3 0,0-4 39,0 3 1,-7 4-35,-3 2 0,-10 3-14,-6 1 1,-3 8 233,-1 3 0,-1 3-119,0 2 0,7 7-90,4 3 1,5 4-182,4 1 0,5 2 269,6 3 0,0-3 0,0 6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40.84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77 7569,'0'-9'2098,"0"3"-1831,0-1 1,2 5-104,3-3 0,3 3-153,8 2 0,1 0 68,3 0 1,4 0 126,7 0 1,-1 0-24,1 0 1,0 0-716,-1 0 1,-1 0 53,-3 0 1,1-1-234,-6-5 0,4 5 112,-4-4 599,-8 3 0,1-12 0,-6-3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41.01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138 1 7569,'0'15'540,"-7"2"160,-3 4 0,2 3-327,-3 6-235,1 8 0,0 1-163,0 7 0,1-5-240,-1 0 0,-2 0-628,7 5 0,-5-5 209,5-1 684,-1 1 0,0-1 0,-3-3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41.76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306 31 8503,'0'-15'215,"0"6"-19,0 3 80,-7 6 1,0 6-149,-3 5-71,-4 2 1,8 3-29,-5-1 1,3 0-94,3 1 0,3-1 163,-3 0 0,3-5 2,2 1-45,0-1 1,0 0-22,0 0 1,2-6-113,3 1 125,-3-3 0,6-2 56,-3 0-12,-3 0 0,5-2 109,-7-3-186,0 3 0,0-6 85,0 2 9,0 5 18,0-6-240,0 7 1,-2 0 144,-3 0 27,3 0 1,-6 0 47,3 0 20,3 0-156,-5 0 93,7 0 30,0 0 17,0 7 117,0-6-131,0 13 1,0-11-3,0 8 0,0-6 83,0 5 198,0-7-151,0 11 155,0-5-258,7 6 1,2-1-3,6-4 1,0 2-87,1-7 0,1 7 72,3-2 0,2-1-18,4 1 0,3-2-27,-4 2 1,3 4-72,-3-4 0,-1-1 35,-4 1 0,-2 0-106,2 6 0,-3-1 138,-2 0 0,-1 1-18,-4-1 1,-3 0-179,-7 1 1,0-1 79,0 0 1,-7-1 191,-3-4 1,-4 4-139,-1-4 1,-5 2 11,-1-2 1,-8 2-131,-2-7 0,-1 0 91,-9-5 0,5 0 51,-5 0 0,2 0 3,-2 0 1,2 0-500,3 0 1,6-1 22,-1-4 0,2 1-104,9-6 0,-1 7 68,6-3 0,5 3-196,-1-2 0,8 1-146,-2-6 0,5 5 81,5-5 751,3 0 0,15-6 0,1 1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41.99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91 7569,'0'-24'1081,"7"2"-396,-5 6 301,5 1-710,-7 7 1,0 3-94,0 10 1,-2 5 22,-3 10 1,3-1-24,-3 7 1,-2 4-195,2 6 0,-5 7-74,5-2 0,0-2-125,5 2 0,0-6-147,0 6 1,0-1-429,0 0 0,1-2-212,4-7 1,4-1 448,6 1 1,7-7 547,4-4 0,3-9 0,2-5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42.30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107 78 7569,'0'-16'558,"-6"1"0,2 1-47,-6 4-48,7-4-168,-11 13 0,11-6 147,-8 7-236,8 0 1,-9 7-24,7 3 1,0 4 58,5 1 0,0 2-81,0 3 0,1-3-114,5 4 0,2 3 44,7 1 0,6-1-132,-1 2 0,6-1-274,-6 6 0,6-7 191,-6-4 0,1 2 116,-6-1 1,-1-1-28,-4-4 1,2-6-417,-7 0 216,0 0 0,-7 4-65,-3-4 1,-5-1-3,-10-4 1,1-3-173,-7 3 0,6-4-176,-6-1 1,2-1 244,-1-4 1,1 1-6,4-6 410,3-7 0,-6-14 0,8-8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42.61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92 7569,'15'-15'0,"0"0"0,1 1 97,-1 4 1,6-2 251,-1 7 1,0 0-269,-4 5 56,-1-7 1,0 5 18,1-3 0,1 3 23,3 2 1,-3 0-14,4 0 0,-9 0 11,-2 0 1,-5 7 21,5 3 0,-6 4-111,1 1 0,-3 2 166,-2 4 0,-6 3-93,1 6 1,-5 1-19,5 0 1,-5-1-36,5 1 0,0-6-110,5 1 1,6-7-115,5 1 1,2-4 96,3-6 1,4-3 115,0-7 1,6 0-45,-6 0 1,6-9-290,-6-6 1,1-1 52,-6-4 1,-6-2-25,-4 1 0,-3-6 55,-2 2 0,-2-3-62,-3 3 1,-9 3-29,-6 6 0,-8 8 103,3 3 1,-2 3 15,1 2 0,2 0-13,4 0 0,4 7 136,1 3 0,0 4 0,6 1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42.98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47 7569,'-8'-7'2862,"1"-2"-2407,7 1-248,0-6 0,1 12 11,5-3 1,2 4-335,7 1 98,8 0 1,-5 0-33,8 0 1,-6 0-153,6 0 0,-6 0-603,6 0 1,-6 1 480,6 4 0,-7-3 63,1 3 1,-3-3 260,-1-2 0,-1 0 0,0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43.13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1 7569,'-15'7'0,"-1"-5"0,1 3 1217,0-4-273,6 6-134,2-5-529,7 5 1,2-7-175,3 0 0,5 0-180,11 0 1,3 0-748,6 0 0,8 0 503,3 0 0,3-2 281,2-3 0,0 3 36,0-3 0,0-3 0,0-1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43.55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338 169 7686,'2'-24'59,"3"4"0,-3-2-59,3 1 363,-4 1 1,-1 5 545,0-1 0,0 6-716,0 0-116,0 6-33,-6-2 0,-5 6-128,-9 0 0,3 0 87,-4 0 1,-2 0 104,-3 0 0,2 6 13,-1 5 1,6-3-135,-2 2 0,6 1 48,5 4 0,-2 0 24,7 1 0,0-1 22,5 0 0,1 1-52,4-1 0,4 0-8,6 1 1,2-1 79,4 0 0,3 6-43,6-1 0,1 1 0,0-6 1,-1 0-9,1 1 1,5 4 160,0 1 1,-6 4-137,-4-4 0,-7-1-160,1-5 1,-5 1 288,-4-1-96,-5 0 1,-9-1-57,-7-4 1,-2 2 14,-14-7 0,1 2 0,-6-2 0,0-3-13,1 3 1,-6 2-652,0-2 1,-5 0-4,5-5 0,-4 0-221,4 0 0,2 0 185,8 0 1,1-2-814,9-3 1449,-3-3 0,11-8 0,-7 1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43.74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0 7569,'-11'0'1091,"1"0"-751,7 0 1,-6 4 1701,4 6-1366,3 0 0,-4 21-138,6 0 1,-5 3-56,-1 12 1,1-2-436,5 12 0,-5-1 46,0 1 0,0 2 101,5-7 0,0 7-12,0-2 1,5-3-2467,0-2 1,5-1 2282,-4 1 0,5-3 0,-2 4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46.80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62 123 7569,'8'-15'57,"-1"0"1,-7-1 0,0 1 499,0 0 1,0 4-205,0 1 1,-1 5 323,-5-5-485,5 6 0,-8-3 221,4 7-230,3 0 1,-4 2-1,6 3 1,-6 4-113,1 6 0,0 2-62,5 4 0,0-3-140,0 8 1,-5 0-106,0 4 1,0 1-304,5 0 0,-5 1-5,0 4 1,0-2 227,5 7 0,0-7 30,0 2 1,0 1 285,0-1 0,0 6 0,0-2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09:41:47.20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1 246 7569,'8'-15'0,"-1"0"917,-7-1-565,0 8 1,-2 1 241,-3 7-370,4 0 1,-6 7-23,7 3 1,0 4-53,0 1 1,0 0-54,0 1 1,7-6 80,3 0 0,3 0 5,3 6 1,1-6-114,3 0 0,-3-7-566,4 3 1,1-5 164,-2-1 1,1 0-60,-6 0 0,0-7 91,1-3 1,-8-3-28,-3-3 1,-3 1 69,-2 0 1,-2-6 69,-3 1 0,-8-2-14,-8 1 0,-1 4-15,2-3 0,3 8 544,-4 1 1,2 8 191,-1-2 83,3 3-434,-5 2-175,13 7 1,2 2-114,7 6 0,9 0 114,6 1 0,1-1 39,4 0 1,4 1-62,1-1 1,4 2-842,2 3 0,-5-4 867,-1-1 0,1 7 0,4-5 0</inkml:trace>
  <inkml:trace contextRef="#ctx0" brushRef="#br0" timeOffset="306">430 338 7569,'9'-15'0,"-2"0"326,-7-1 133,0 1 0,-2 6 20,-3 4-204,3 4 148,-12 1-46,6 0-270,-1 6 1,2 3 98,7 6 1,0-4 160,0-1-290,0 0 1,7 4-547,4-4 0,-3-3 165,2-7 0,1 0-426,4 0 474,0 0 0,-1-7-292,-4-3 299,4-4 1,-13-1 44,4-1 1,-3 1 25,-2 0 0,0-1 47,0 1 1,-5 0 272,0-1 1,-2 6 255,2 0 162,3 6-422,-11-2 1,9 6 183,-6 0-375,7 0 141,-4 0 1,9 5 14,3 0 0,-2 7-196,7-2 0,1-2-695,4 3 0,0-3 382,1 2 1,-1 4 405,0-4 0,1 4 0,-1 1 0</inkml:trace>
  <inkml:trace contextRef="#ctx0" brushRef="#br0" timeOffset="581">783 277 7569,'0'-9'13,"0"3"1069,-7 6-747,-1 0 1,-6 1-130,4 4 1,3 4-24,7 6 1,0-4 49,0-1 0,7-2-58,3 2 1,9 4-147,1-4 1,6-3-203,-6-2 1,7-3 30,-1-2 1,-4-2-229,-1-3 1,-4-5 36,-2-11 0,-1 4 141,-4-3 0,-3-4-5,-7-1 1,-7-4-21,-3-2 0,-11 0 406,-4 1 1,-6 4 131,-5 0 1,4 8 285,-4-3 1,4 6-400,1 5 1,5 3-13,1 7 1,11 0-383,-1 0 0,10 7 210,0 3 0,3 4 192,2 1 1,2 7-217,3 4 0,10 3 0,9 1 0</inkml:trace>
  <inkml:trace contextRef="#ctx0" brushRef="#br0" timeOffset="2664">384 200 7569,'0'-8'-383,"0"1"221,0 0 33,0 5 206,7-4 0,-5 4 156,3-3-27,-4 3-291,-1-5 0,2 2 148,3 0 93,-3 0-105,5-2 1,-5 5 78,3-3-48,-4-3 1,6 4 104,-7-6-37,0 7 5,0-4-289,0 7 312,0 0-82,-7 0-369,6 0 108,-6 0 212,0 0-47,5 0 0,-5 7 0,6-4 106,-4 7 0,3-5-48,-3 6 1,1-6-24,-1 5 0,4-5 61,-4 5-106,3 1 135,-5 4 1,5 0 0,-6-1 18,3-4-68,3 4 1,-7-11 59,4 7 0,4-5-61,-4 6 1,1-6 8,-1 5 0,3-5 17,-3 5 1,3-4-165,2 4 1,-5-5 53,0 5 0,0-5 37,5 5 0,0-4 50,0 4-22,0-7-101,0 11 79,0-13 0,0 8 27,0-4 3,7-3-163,1 5 125,8-7-2,-1 0-18,0 0 1,-4-5-5,-1-1 1,-5 1-42,5 5 49,-6 0 1,8-1-2,-7-5-9,0 5 1,0-8-52,0 4 2,0 3 1,0-6-6,0 3 0,2 3 18,-2-3-8,-3-4 64,5 1-58,-7-7-7,7-1-12,-6 1 268,6 0 0,-7-1-61,0 1 1,0 5-123,0-1 0,0 6 66,0-5-10,-7 0 13,6-5-56,-13-1 1,11 3-15,-8 2 0,8 3 33,-2 3-774,3 3 122,2-5-99,0 0 123,-7 6 246,6-6 1,-8 14-699,4 3 1020,3-3 0,-18 13 0,3-3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3A7DD-4979-C543-A177-AAE251823550}" type="datetimeFigureOut">
              <a:rPr lang="en-US" smtClean="0"/>
              <a:t>2/19/19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7A09E4-5372-DB4E-AAEB-4B2D63BF9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http://t-a-</a:t>
            </a:r>
            <a:r>
              <a:rPr lang="en-US" dirty="0" err="1"/>
              <a:t>x.net</a:t>
            </a:r>
            <a:r>
              <a:rPr lang="en-US" dirty="0"/>
              <a:t>/tag/income-tax/page/2/</a:t>
            </a:r>
          </a:p>
          <a:p>
            <a:r>
              <a:rPr lang="en-US" dirty="0"/>
              <a:t>http://1globaltax.com/</a:t>
            </a:r>
            <a:r>
              <a:rPr lang="en-US" dirty="0" err="1"/>
              <a:t>taxpreparation.php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A09E4-5372-DB4E-AAEB-4B2D63BF94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69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www.ato.gov.au</a:t>
            </a:r>
            <a:r>
              <a:rPr lang="en-US" dirty="0"/>
              <a:t>/rates/individual-income-tax-rates/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A09E4-5372-DB4E-AAEB-4B2D63BF947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4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2/19/19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2/19/19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2/19/19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7.xml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7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5.xml"/><Relationship Id="rId1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16.png"/><Relationship Id="rId18" Type="http://schemas.openxmlformats.org/officeDocument/2006/relationships/customXml" Target="../ink/ink16.xml"/><Relationship Id="rId26" Type="http://schemas.openxmlformats.org/officeDocument/2006/relationships/customXml" Target="../ink/ink20.xml"/><Relationship Id="rId3" Type="http://schemas.openxmlformats.org/officeDocument/2006/relationships/image" Target="../media/image11.png"/><Relationship Id="rId21" Type="http://schemas.openxmlformats.org/officeDocument/2006/relationships/image" Target="../media/image20.png"/><Relationship Id="rId7" Type="http://schemas.openxmlformats.org/officeDocument/2006/relationships/image" Target="../media/image13.png"/><Relationship Id="rId12" Type="http://schemas.openxmlformats.org/officeDocument/2006/relationships/customXml" Target="../ink/ink13.xml"/><Relationship Id="rId17" Type="http://schemas.openxmlformats.org/officeDocument/2006/relationships/image" Target="../media/image18.png"/><Relationship Id="rId25" Type="http://schemas.openxmlformats.org/officeDocument/2006/relationships/image" Target="../media/image22.png"/><Relationship Id="rId2" Type="http://schemas.openxmlformats.org/officeDocument/2006/relationships/customXml" Target="../ink/ink8.xml"/><Relationship Id="rId16" Type="http://schemas.openxmlformats.org/officeDocument/2006/relationships/customXml" Target="../ink/ink15.xml"/><Relationship Id="rId20" Type="http://schemas.openxmlformats.org/officeDocument/2006/relationships/customXml" Target="../ink/ink17.xml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15.png"/><Relationship Id="rId24" Type="http://schemas.openxmlformats.org/officeDocument/2006/relationships/customXml" Target="../ink/ink19.xml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23" Type="http://schemas.openxmlformats.org/officeDocument/2006/relationships/image" Target="../media/image21.png"/><Relationship Id="rId28" Type="http://schemas.openxmlformats.org/officeDocument/2006/relationships/customXml" Target="../ink/ink21.xml"/><Relationship Id="rId10" Type="http://schemas.openxmlformats.org/officeDocument/2006/relationships/customXml" Target="../ink/ink12.xml"/><Relationship Id="rId19" Type="http://schemas.openxmlformats.org/officeDocument/2006/relationships/image" Target="../media/image19.png"/><Relationship Id="rId31" Type="http://schemas.openxmlformats.org/officeDocument/2006/relationships/image" Target="../media/image25.png"/><Relationship Id="rId4" Type="http://schemas.openxmlformats.org/officeDocument/2006/relationships/customXml" Target="../ink/ink9.xml"/><Relationship Id="rId9" Type="http://schemas.openxmlformats.org/officeDocument/2006/relationships/image" Target="../media/image14.png"/><Relationship Id="rId14" Type="http://schemas.openxmlformats.org/officeDocument/2006/relationships/customXml" Target="../ink/ink14.xml"/><Relationship Id="rId22" Type="http://schemas.openxmlformats.org/officeDocument/2006/relationships/customXml" Target="../ink/ink18.xml"/><Relationship Id="rId27" Type="http://schemas.openxmlformats.org/officeDocument/2006/relationships/image" Target="../media/image23.png"/><Relationship Id="rId30" Type="http://schemas.openxmlformats.org/officeDocument/2006/relationships/customXml" Target="../ink/ink2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5.xml"/><Relationship Id="rId21" Type="http://schemas.openxmlformats.org/officeDocument/2006/relationships/image" Target="../media/image35.png"/><Relationship Id="rId42" Type="http://schemas.openxmlformats.org/officeDocument/2006/relationships/customXml" Target="../ink/ink43.xml"/><Relationship Id="rId47" Type="http://schemas.openxmlformats.org/officeDocument/2006/relationships/image" Target="../media/image48.png"/><Relationship Id="rId63" Type="http://schemas.openxmlformats.org/officeDocument/2006/relationships/image" Target="../media/image56.png"/><Relationship Id="rId68" Type="http://schemas.openxmlformats.org/officeDocument/2006/relationships/customXml" Target="../ink/ink56.xml"/><Relationship Id="rId2" Type="http://schemas.openxmlformats.org/officeDocument/2006/relationships/customXml" Target="../ink/ink23.xml"/><Relationship Id="rId16" Type="http://schemas.openxmlformats.org/officeDocument/2006/relationships/customXml" Target="../ink/ink30.xml"/><Relationship Id="rId29" Type="http://schemas.openxmlformats.org/officeDocument/2006/relationships/image" Target="../media/image39.png"/><Relationship Id="rId11" Type="http://schemas.openxmlformats.org/officeDocument/2006/relationships/image" Target="../media/image30.png"/><Relationship Id="rId24" Type="http://schemas.openxmlformats.org/officeDocument/2006/relationships/customXml" Target="../ink/ink34.xml"/><Relationship Id="rId32" Type="http://schemas.openxmlformats.org/officeDocument/2006/relationships/customXml" Target="../ink/ink38.xml"/><Relationship Id="rId37" Type="http://schemas.openxmlformats.org/officeDocument/2006/relationships/image" Target="../media/image43.png"/><Relationship Id="rId40" Type="http://schemas.openxmlformats.org/officeDocument/2006/relationships/customXml" Target="../ink/ink42.xml"/><Relationship Id="rId45" Type="http://schemas.openxmlformats.org/officeDocument/2006/relationships/image" Target="../media/image47.png"/><Relationship Id="rId53" Type="http://schemas.openxmlformats.org/officeDocument/2006/relationships/image" Target="../media/image51.png"/><Relationship Id="rId58" Type="http://schemas.openxmlformats.org/officeDocument/2006/relationships/customXml" Target="../ink/ink51.xml"/><Relationship Id="rId66" Type="http://schemas.openxmlformats.org/officeDocument/2006/relationships/customXml" Target="../ink/ink55.xml"/><Relationship Id="rId5" Type="http://schemas.openxmlformats.org/officeDocument/2006/relationships/image" Target="../media/image27.png"/><Relationship Id="rId61" Type="http://schemas.openxmlformats.org/officeDocument/2006/relationships/image" Target="../media/image55.png"/><Relationship Id="rId19" Type="http://schemas.openxmlformats.org/officeDocument/2006/relationships/image" Target="../media/image34.png"/><Relationship Id="rId14" Type="http://schemas.openxmlformats.org/officeDocument/2006/relationships/customXml" Target="../ink/ink29.xml"/><Relationship Id="rId22" Type="http://schemas.openxmlformats.org/officeDocument/2006/relationships/customXml" Target="../ink/ink33.xml"/><Relationship Id="rId27" Type="http://schemas.openxmlformats.org/officeDocument/2006/relationships/image" Target="../media/image38.png"/><Relationship Id="rId30" Type="http://schemas.openxmlformats.org/officeDocument/2006/relationships/customXml" Target="../ink/ink37.xml"/><Relationship Id="rId35" Type="http://schemas.openxmlformats.org/officeDocument/2006/relationships/image" Target="../media/image42.png"/><Relationship Id="rId43" Type="http://schemas.openxmlformats.org/officeDocument/2006/relationships/image" Target="../media/image46.png"/><Relationship Id="rId48" Type="http://schemas.openxmlformats.org/officeDocument/2006/relationships/customXml" Target="../ink/ink46.xml"/><Relationship Id="rId56" Type="http://schemas.openxmlformats.org/officeDocument/2006/relationships/customXml" Target="../ink/ink50.xml"/><Relationship Id="rId64" Type="http://schemas.openxmlformats.org/officeDocument/2006/relationships/customXml" Target="../ink/ink54.xml"/><Relationship Id="rId69" Type="http://schemas.openxmlformats.org/officeDocument/2006/relationships/image" Target="../media/image59.png"/><Relationship Id="rId8" Type="http://schemas.openxmlformats.org/officeDocument/2006/relationships/customXml" Target="../ink/ink26.xml"/><Relationship Id="rId51" Type="http://schemas.openxmlformats.org/officeDocument/2006/relationships/image" Target="../media/image50.png"/><Relationship Id="rId72" Type="http://schemas.openxmlformats.org/officeDocument/2006/relationships/customXml" Target="../ink/ink58.xml"/><Relationship Id="rId3" Type="http://schemas.openxmlformats.org/officeDocument/2006/relationships/image" Target="../media/image26.png"/><Relationship Id="rId12" Type="http://schemas.openxmlformats.org/officeDocument/2006/relationships/customXml" Target="../ink/ink28.xml"/><Relationship Id="rId17" Type="http://schemas.openxmlformats.org/officeDocument/2006/relationships/image" Target="../media/image33.png"/><Relationship Id="rId25" Type="http://schemas.openxmlformats.org/officeDocument/2006/relationships/image" Target="../media/image37.png"/><Relationship Id="rId33" Type="http://schemas.openxmlformats.org/officeDocument/2006/relationships/image" Target="../media/image41.png"/><Relationship Id="rId38" Type="http://schemas.openxmlformats.org/officeDocument/2006/relationships/customXml" Target="../ink/ink41.xml"/><Relationship Id="rId46" Type="http://schemas.openxmlformats.org/officeDocument/2006/relationships/customXml" Target="../ink/ink45.xml"/><Relationship Id="rId59" Type="http://schemas.openxmlformats.org/officeDocument/2006/relationships/image" Target="../media/image54.png"/><Relationship Id="rId67" Type="http://schemas.openxmlformats.org/officeDocument/2006/relationships/image" Target="../media/image58.png"/><Relationship Id="rId20" Type="http://schemas.openxmlformats.org/officeDocument/2006/relationships/customXml" Target="../ink/ink32.xml"/><Relationship Id="rId41" Type="http://schemas.openxmlformats.org/officeDocument/2006/relationships/image" Target="../media/image45.png"/><Relationship Id="rId54" Type="http://schemas.openxmlformats.org/officeDocument/2006/relationships/customXml" Target="../ink/ink49.xml"/><Relationship Id="rId62" Type="http://schemas.openxmlformats.org/officeDocument/2006/relationships/customXml" Target="../ink/ink53.xml"/><Relationship Id="rId70" Type="http://schemas.openxmlformats.org/officeDocument/2006/relationships/customXml" Target="../ink/ink5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5" Type="http://schemas.openxmlformats.org/officeDocument/2006/relationships/image" Target="../media/image32.png"/><Relationship Id="rId23" Type="http://schemas.openxmlformats.org/officeDocument/2006/relationships/image" Target="../media/image36.png"/><Relationship Id="rId28" Type="http://schemas.openxmlformats.org/officeDocument/2006/relationships/customXml" Target="../ink/ink36.xml"/><Relationship Id="rId36" Type="http://schemas.openxmlformats.org/officeDocument/2006/relationships/customXml" Target="../ink/ink40.xml"/><Relationship Id="rId49" Type="http://schemas.openxmlformats.org/officeDocument/2006/relationships/image" Target="../media/image49.png"/><Relationship Id="rId57" Type="http://schemas.openxmlformats.org/officeDocument/2006/relationships/image" Target="../media/image53.png"/><Relationship Id="rId10" Type="http://schemas.openxmlformats.org/officeDocument/2006/relationships/customXml" Target="../ink/ink27.xml"/><Relationship Id="rId31" Type="http://schemas.openxmlformats.org/officeDocument/2006/relationships/image" Target="../media/image40.png"/><Relationship Id="rId44" Type="http://schemas.openxmlformats.org/officeDocument/2006/relationships/customXml" Target="../ink/ink44.xml"/><Relationship Id="rId52" Type="http://schemas.openxmlformats.org/officeDocument/2006/relationships/customXml" Target="../ink/ink48.xml"/><Relationship Id="rId60" Type="http://schemas.openxmlformats.org/officeDocument/2006/relationships/customXml" Target="../ink/ink52.xml"/><Relationship Id="rId65" Type="http://schemas.openxmlformats.org/officeDocument/2006/relationships/image" Target="../media/image57.png"/><Relationship Id="rId73" Type="http://schemas.openxmlformats.org/officeDocument/2006/relationships/image" Target="../media/image61.png"/><Relationship Id="rId4" Type="http://schemas.openxmlformats.org/officeDocument/2006/relationships/customXml" Target="../ink/ink24.xml"/><Relationship Id="rId9" Type="http://schemas.openxmlformats.org/officeDocument/2006/relationships/image" Target="../media/image29.png"/><Relationship Id="rId13" Type="http://schemas.openxmlformats.org/officeDocument/2006/relationships/image" Target="../media/image31.png"/><Relationship Id="rId18" Type="http://schemas.openxmlformats.org/officeDocument/2006/relationships/customXml" Target="../ink/ink31.xml"/><Relationship Id="rId39" Type="http://schemas.openxmlformats.org/officeDocument/2006/relationships/image" Target="../media/image44.png"/><Relationship Id="rId34" Type="http://schemas.openxmlformats.org/officeDocument/2006/relationships/customXml" Target="../ink/ink39.xml"/><Relationship Id="rId50" Type="http://schemas.openxmlformats.org/officeDocument/2006/relationships/customXml" Target="../ink/ink47.xml"/><Relationship Id="rId55" Type="http://schemas.openxmlformats.org/officeDocument/2006/relationships/image" Target="../media/image52.png"/><Relationship Id="rId7" Type="http://schemas.openxmlformats.org/officeDocument/2006/relationships/image" Target="../media/image28.png"/><Relationship Id="rId71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1.xml"/><Relationship Id="rId21" Type="http://schemas.openxmlformats.org/officeDocument/2006/relationships/image" Target="../media/image71.png"/><Relationship Id="rId42" Type="http://schemas.openxmlformats.org/officeDocument/2006/relationships/customXml" Target="../ink/ink79.xml"/><Relationship Id="rId47" Type="http://schemas.openxmlformats.org/officeDocument/2006/relationships/image" Target="../media/image84.png"/><Relationship Id="rId63" Type="http://schemas.openxmlformats.org/officeDocument/2006/relationships/image" Target="../media/image92.png"/><Relationship Id="rId68" Type="http://schemas.openxmlformats.org/officeDocument/2006/relationships/customXml" Target="../ink/ink92.xml"/><Relationship Id="rId16" Type="http://schemas.openxmlformats.org/officeDocument/2006/relationships/customXml" Target="../ink/ink66.xml"/><Relationship Id="rId11" Type="http://schemas.openxmlformats.org/officeDocument/2006/relationships/image" Target="../media/image66.png"/><Relationship Id="rId32" Type="http://schemas.openxmlformats.org/officeDocument/2006/relationships/customXml" Target="../ink/ink74.xml"/><Relationship Id="rId37" Type="http://schemas.openxmlformats.org/officeDocument/2006/relationships/image" Target="../media/image79.png"/><Relationship Id="rId53" Type="http://schemas.openxmlformats.org/officeDocument/2006/relationships/image" Target="../media/image87.png"/><Relationship Id="rId58" Type="http://schemas.openxmlformats.org/officeDocument/2006/relationships/customXml" Target="../ink/ink87.xml"/><Relationship Id="rId74" Type="http://schemas.openxmlformats.org/officeDocument/2006/relationships/customXml" Target="../ink/ink95.xml"/><Relationship Id="rId79" Type="http://schemas.openxmlformats.org/officeDocument/2006/relationships/image" Target="../media/image100.png"/><Relationship Id="rId5" Type="http://schemas.openxmlformats.org/officeDocument/2006/relationships/image" Target="../media/image63.png"/><Relationship Id="rId61" Type="http://schemas.openxmlformats.org/officeDocument/2006/relationships/image" Target="../media/image91.png"/><Relationship Id="rId82" Type="http://schemas.openxmlformats.org/officeDocument/2006/relationships/customXml" Target="../ink/ink99.xml"/><Relationship Id="rId19" Type="http://schemas.openxmlformats.org/officeDocument/2006/relationships/image" Target="../media/image70.png"/><Relationship Id="rId14" Type="http://schemas.openxmlformats.org/officeDocument/2006/relationships/customXml" Target="../ink/ink65.xml"/><Relationship Id="rId22" Type="http://schemas.openxmlformats.org/officeDocument/2006/relationships/customXml" Target="../ink/ink69.xml"/><Relationship Id="rId27" Type="http://schemas.openxmlformats.org/officeDocument/2006/relationships/image" Target="../media/image74.png"/><Relationship Id="rId30" Type="http://schemas.openxmlformats.org/officeDocument/2006/relationships/customXml" Target="../ink/ink73.xml"/><Relationship Id="rId35" Type="http://schemas.openxmlformats.org/officeDocument/2006/relationships/image" Target="../media/image78.png"/><Relationship Id="rId43" Type="http://schemas.openxmlformats.org/officeDocument/2006/relationships/image" Target="../media/image82.png"/><Relationship Id="rId48" Type="http://schemas.openxmlformats.org/officeDocument/2006/relationships/customXml" Target="../ink/ink82.xml"/><Relationship Id="rId56" Type="http://schemas.openxmlformats.org/officeDocument/2006/relationships/customXml" Target="../ink/ink86.xml"/><Relationship Id="rId64" Type="http://schemas.openxmlformats.org/officeDocument/2006/relationships/customXml" Target="../ink/ink90.xml"/><Relationship Id="rId69" Type="http://schemas.openxmlformats.org/officeDocument/2006/relationships/image" Target="../media/image95.png"/><Relationship Id="rId77" Type="http://schemas.openxmlformats.org/officeDocument/2006/relationships/image" Target="../media/image99.png"/><Relationship Id="rId8" Type="http://schemas.openxmlformats.org/officeDocument/2006/relationships/customXml" Target="../ink/ink62.xml"/><Relationship Id="rId51" Type="http://schemas.openxmlformats.org/officeDocument/2006/relationships/image" Target="../media/image86.png"/><Relationship Id="rId72" Type="http://schemas.openxmlformats.org/officeDocument/2006/relationships/customXml" Target="../ink/ink94.xml"/><Relationship Id="rId80" Type="http://schemas.openxmlformats.org/officeDocument/2006/relationships/customXml" Target="../ink/ink98.xml"/><Relationship Id="rId3" Type="http://schemas.openxmlformats.org/officeDocument/2006/relationships/image" Target="../media/image62.png"/><Relationship Id="rId12" Type="http://schemas.openxmlformats.org/officeDocument/2006/relationships/customXml" Target="../ink/ink64.xml"/><Relationship Id="rId17" Type="http://schemas.openxmlformats.org/officeDocument/2006/relationships/image" Target="../media/image69.png"/><Relationship Id="rId25" Type="http://schemas.openxmlformats.org/officeDocument/2006/relationships/image" Target="../media/image73.png"/><Relationship Id="rId33" Type="http://schemas.openxmlformats.org/officeDocument/2006/relationships/image" Target="../media/image77.png"/><Relationship Id="rId38" Type="http://schemas.openxmlformats.org/officeDocument/2006/relationships/customXml" Target="../ink/ink77.xml"/><Relationship Id="rId46" Type="http://schemas.openxmlformats.org/officeDocument/2006/relationships/customXml" Target="../ink/ink81.xml"/><Relationship Id="rId59" Type="http://schemas.openxmlformats.org/officeDocument/2006/relationships/image" Target="../media/image90.png"/><Relationship Id="rId67" Type="http://schemas.openxmlformats.org/officeDocument/2006/relationships/image" Target="../media/image94.png"/><Relationship Id="rId20" Type="http://schemas.openxmlformats.org/officeDocument/2006/relationships/customXml" Target="../ink/ink68.xml"/><Relationship Id="rId41" Type="http://schemas.openxmlformats.org/officeDocument/2006/relationships/image" Target="../media/image81.png"/><Relationship Id="rId54" Type="http://schemas.openxmlformats.org/officeDocument/2006/relationships/customXml" Target="../ink/ink85.xml"/><Relationship Id="rId62" Type="http://schemas.openxmlformats.org/officeDocument/2006/relationships/customXml" Target="../ink/ink89.xml"/><Relationship Id="rId70" Type="http://schemas.openxmlformats.org/officeDocument/2006/relationships/customXml" Target="../ink/ink93.xml"/><Relationship Id="rId75" Type="http://schemas.openxmlformats.org/officeDocument/2006/relationships/image" Target="../media/image98.png"/><Relationship Id="rId83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1.xml"/><Relationship Id="rId15" Type="http://schemas.openxmlformats.org/officeDocument/2006/relationships/image" Target="../media/image68.png"/><Relationship Id="rId23" Type="http://schemas.openxmlformats.org/officeDocument/2006/relationships/image" Target="../media/image72.png"/><Relationship Id="rId28" Type="http://schemas.openxmlformats.org/officeDocument/2006/relationships/customXml" Target="../ink/ink72.xml"/><Relationship Id="rId36" Type="http://schemas.openxmlformats.org/officeDocument/2006/relationships/customXml" Target="../ink/ink76.xml"/><Relationship Id="rId49" Type="http://schemas.openxmlformats.org/officeDocument/2006/relationships/image" Target="../media/image85.png"/><Relationship Id="rId57" Type="http://schemas.openxmlformats.org/officeDocument/2006/relationships/image" Target="../media/image89.png"/><Relationship Id="rId10" Type="http://schemas.openxmlformats.org/officeDocument/2006/relationships/customXml" Target="../ink/ink63.xml"/><Relationship Id="rId31" Type="http://schemas.openxmlformats.org/officeDocument/2006/relationships/image" Target="../media/image76.png"/><Relationship Id="rId44" Type="http://schemas.openxmlformats.org/officeDocument/2006/relationships/customXml" Target="../ink/ink80.xml"/><Relationship Id="rId52" Type="http://schemas.openxmlformats.org/officeDocument/2006/relationships/customXml" Target="../ink/ink84.xml"/><Relationship Id="rId60" Type="http://schemas.openxmlformats.org/officeDocument/2006/relationships/customXml" Target="../ink/ink88.xml"/><Relationship Id="rId65" Type="http://schemas.openxmlformats.org/officeDocument/2006/relationships/image" Target="../media/image93.png"/><Relationship Id="rId73" Type="http://schemas.openxmlformats.org/officeDocument/2006/relationships/image" Target="../media/image97.png"/><Relationship Id="rId78" Type="http://schemas.openxmlformats.org/officeDocument/2006/relationships/customXml" Target="../ink/ink97.xml"/><Relationship Id="rId81" Type="http://schemas.openxmlformats.org/officeDocument/2006/relationships/image" Target="../media/image101.png"/><Relationship Id="rId4" Type="http://schemas.openxmlformats.org/officeDocument/2006/relationships/customXml" Target="../ink/ink60.xml"/><Relationship Id="rId9" Type="http://schemas.openxmlformats.org/officeDocument/2006/relationships/image" Target="../media/image65.png"/><Relationship Id="rId13" Type="http://schemas.openxmlformats.org/officeDocument/2006/relationships/image" Target="../media/image67.png"/><Relationship Id="rId18" Type="http://schemas.openxmlformats.org/officeDocument/2006/relationships/customXml" Target="../ink/ink67.xml"/><Relationship Id="rId39" Type="http://schemas.openxmlformats.org/officeDocument/2006/relationships/image" Target="../media/image80.png"/><Relationship Id="rId34" Type="http://schemas.openxmlformats.org/officeDocument/2006/relationships/customXml" Target="../ink/ink75.xml"/><Relationship Id="rId50" Type="http://schemas.openxmlformats.org/officeDocument/2006/relationships/customXml" Target="../ink/ink83.xml"/><Relationship Id="rId55" Type="http://schemas.openxmlformats.org/officeDocument/2006/relationships/image" Target="../media/image88.png"/><Relationship Id="rId76" Type="http://schemas.openxmlformats.org/officeDocument/2006/relationships/customXml" Target="../ink/ink96.xml"/><Relationship Id="rId7" Type="http://schemas.openxmlformats.org/officeDocument/2006/relationships/image" Target="../media/image64.png"/><Relationship Id="rId71" Type="http://schemas.openxmlformats.org/officeDocument/2006/relationships/image" Target="../media/image96.png"/><Relationship Id="rId2" Type="http://schemas.openxmlformats.org/officeDocument/2006/relationships/customXml" Target="../ink/ink59.xml"/><Relationship Id="rId29" Type="http://schemas.openxmlformats.org/officeDocument/2006/relationships/image" Target="../media/image75.png"/><Relationship Id="rId24" Type="http://schemas.openxmlformats.org/officeDocument/2006/relationships/customXml" Target="../ink/ink70.xml"/><Relationship Id="rId40" Type="http://schemas.openxmlformats.org/officeDocument/2006/relationships/customXml" Target="../ink/ink78.xml"/><Relationship Id="rId45" Type="http://schemas.openxmlformats.org/officeDocument/2006/relationships/image" Target="../media/image83.png"/><Relationship Id="rId66" Type="http://schemas.openxmlformats.org/officeDocument/2006/relationships/customXml" Target="../ink/ink91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0.png"/><Relationship Id="rId21" Type="http://schemas.openxmlformats.org/officeDocument/2006/relationships/image" Target="../media/image112.png"/><Relationship Id="rId42" Type="http://schemas.openxmlformats.org/officeDocument/2006/relationships/customXml" Target="../ink/ink120.xml"/><Relationship Id="rId63" Type="http://schemas.openxmlformats.org/officeDocument/2006/relationships/image" Target="../media/image133.png"/><Relationship Id="rId84" Type="http://schemas.openxmlformats.org/officeDocument/2006/relationships/customXml" Target="../ink/ink141.xml"/><Relationship Id="rId138" Type="http://schemas.openxmlformats.org/officeDocument/2006/relationships/customXml" Target="../ink/ink168.xml"/><Relationship Id="rId107" Type="http://schemas.openxmlformats.org/officeDocument/2006/relationships/image" Target="../media/image155.png"/><Relationship Id="rId11" Type="http://schemas.openxmlformats.org/officeDocument/2006/relationships/image" Target="../media/image107.png"/><Relationship Id="rId32" Type="http://schemas.openxmlformats.org/officeDocument/2006/relationships/customXml" Target="../ink/ink115.xml"/><Relationship Id="rId53" Type="http://schemas.openxmlformats.org/officeDocument/2006/relationships/image" Target="../media/image128.png"/><Relationship Id="rId74" Type="http://schemas.openxmlformats.org/officeDocument/2006/relationships/customXml" Target="../ink/ink136.xml"/><Relationship Id="rId128" Type="http://schemas.openxmlformats.org/officeDocument/2006/relationships/customXml" Target="../ink/ink163.xml"/><Relationship Id="rId149" Type="http://schemas.openxmlformats.org/officeDocument/2006/relationships/image" Target="../media/image176.png"/><Relationship Id="rId5" Type="http://schemas.openxmlformats.org/officeDocument/2006/relationships/image" Target="../media/image104.png"/><Relationship Id="rId95" Type="http://schemas.openxmlformats.org/officeDocument/2006/relationships/image" Target="../media/image149.png"/><Relationship Id="rId22" Type="http://schemas.openxmlformats.org/officeDocument/2006/relationships/customXml" Target="../ink/ink110.xml"/><Relationship Id="rId27" Type="http://schemas.openxmlformats.org/officeDocument/2006/relationships/image" Target="../media/image115.png"/><Relationship Id="rId43" Type="http://schemas.openxmlformats.org/officeDocument/2006/relationships/image" Target="../media/image123.png"/><Relationship Id="rId48" Type="http://schemas.openxmlformats.org/officeDocument/2006/relationships/customXml" Target="../ink/ink123.xml"/><Relationship Id="rId64" Type="http://schemas.openxmlformats.org/officeDocument/2006/relationships/customXml" Target="../ink/ink131.xml"/><Relationship Id="rId69" Type="http://schemas.openxmlformats.org/officeDocument/2006/relationships/image" Target="../media/image136.png"/><Relationship Id="rId113" Type="http://schemas.openxmlformats.org/officeDocument/2006/relationships/image" Target="../media/image158.png"/><Relationship Id="rId118" Type="http://schemas.openxmlformats.org/officeDocument/2006/relationships/customXml" Target="../ink/ink158.xml"/><Relationship Id="rId134" Type="http://schemas.openxmlformats.org/officeDocument/2006/relationships/customXml" Target="../ink/ink166.xml"/><Relationship Id="rId139" Type="http://schemas.openxmlformats.org/officeDocument/2006/relationships/image" Target="../media/image171.png"/><Relationship Id="rId80" Type="http://schemas.openxmlformats.org/officeDocument/2006/relationships/customXml" Target="../ink/ink139.xml"/><Relationship Id="rId85" Type="http://schemas.openxmlformats.org/officeDocument/2006/relationships/image" Target="../media/image144.png"/><Relationship Id="rId150" Type="http://schemas.openxmlformats.org/officeDocument/2006/relationships/customXml" Target="../ink/ink174.xml"/><Relationship Id="rId155" Type="http://schemas.openxmlformats.org/officeDocument/2006/relationships/image" Target="../media/image179.png"/><Relationship Id="rId12" Type="http://schemas.openxmlformats.org/officeDocument/2006/relationships/customXml" Target="../ink/ink105.xml"/><Relationship Id="rId17" Type="http://schemas.openxmlformats.org/officeDocument/2006/relationships/image" Target="../media/image110.png"/><Relationship Id="rId33" Type="http://schemas.openxmlformats.org/officeDocument/2006/relationships/image" Target="../media/image118.png"/><Relationship Id="rId38" Type="http://schemas.openxmlformats.org/officeDocument/2006/relationships/customXml" Target="../ink/ink118.xml"/><Relationship Id="rId59" Type="http://schemas.openxmlformats.org/officeDocument/2006/relationships/image" Target="../media/image131.png"/><Relationship Id="rId103" Type="http://schemas.openxmlformats.org/officeDocument/2006/relationships/image" Target="../media/image153.png"/><Relationship Id="rId108" Type="http://schemas.openxmlformats.org/officeDocument/2006/relationships/customXml" Target="../ink/ink153.xml"/><Relationship Id="rId124" Type="http://schemas.openxmlformats.org/officeDocument/2006/relationships/customXml" Target="../ink/ink161.xml"/><Relationship Id="rId129" Type="http://schemas.openxmlformats.org/officeDocument/2006/relationships/image" Target="../media/image166.png"/><Relationship Id="rId54" Type="http://schemas.openxmlformats.org/officeDocument/2006/relationships/customXml" Target="../ink/ink126.xml"/><Relationship Id="rId70" Type="http://schemas.openxmlformats.org/officeDocument/2006/relationships/customXml" Target="../ink/ink134.xml"/><Relationship Id="rId75" Type="http://schemas.openxmlformats.org/officeDocument/2006/relationships/image" Target="../media/image139.png"/><Relationship Id="rId91" Type="http://schemas.openxmlformats.org/officeDocument/2006/relationships/image" Target="../media/image147.png"/><Relationship Id="rId96" Type="http://schemas.openxmlformats.org/officeDocument/2006/relationships/customXml" Target="../ink/ink147.xml"/><Relationship Id="rId140" Type="http://schemas.openxmlformats.org/officeDocument/2006/relationships/customXml" Target="../ink/ink169.xml"/><Relationship Id="rId145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2.xml"/><Relationship Id="rId23" Type="http://schemas.openxmlformats.org/officeDocument/2006/relationships/image" Target="../media/image113.png"/><Relationship Id="rId28" Type="http://schemas.openxmlformats.org/officeDocument/2006/relationships/customXml" Target="../ink/ink113.xml"/><Relationship Id="rId49" Type="http://schemas.openxmlformats.org/officeDocument/2006/relationships/image" Target="../media/image126.png"/><Relationship Id="rId114" Type="http://schemas.openxmlformats.org/officeDocument/2006/relationships/customXml" Target="../ink/ink156.xml"/><Relationship Id="rId119" Type="http://schemas.openxmlformats.org/officeDocument/2006/relationships/image" Target="../media/image161.png"/><Relationship Id="rId44" Type="http://schemas.openxmlformats.org/officeDocument/2006/relationships/customXml" Target="../ink/ink121.xml"/><Relationship Id="rId60" Type="http://schemas.openxmlformats.org/officeDocument/2006/relationships/customXml" Target="../ink/ink129.xml"/><Relationship Id="rId65" Type="http://schemas.openxmlformats.org/officeDocument/2006/relationships/image" Target="../media/image134.png"/><Relationship Id="rId81" Type="http://schemas.openxmlformats.org/officeDocument/2006/relationships/image" Target="../media/image142.png"/><Relationship Id="rId86" Type="http://schemas.openxmlformats.org/officeDocument/2006/relationships/customXml" Target="../ink/ink142.xml"/><Relationship Id="rId130" Type="http://schemas.openxmlformats.org/officeDocument/2006/relationships/customXml" Target="../ink/ink164.xml"/><Relationship Id="rId135" Type="http://schemas.openxmlformats.org/officeDocument/2006/relationships/image" Target="../media/image169.png"/><Relationship Id="rId151" Type="http://schemas.openxmlformats.org/officeDocument/2006/relationships/image" Target="../media/image177.png"/><Relationship Id="rId13" Type="http://schemas.openxmlformats.org/officeDocument/2006/relationships/image" Target="../media/image108.png"/><Relationship Id="rId18" Type="http://schemas.openxmlformats.org/officeDocument/2006/relationships/customXml" Target="../ink/ink108.xml"/><Relationship Id="rId39" Type="http://schemas.openxmlformats.org/officeDocument/2006/relationships/image" Target="../media/image121.png"/><Relationship Id="rId109" Type="http://schemas.openxmlformats.org/officeDocument/2006/relationships/image" Target="../media/image156.png"/><Relationship Id="rId34" Type="http://schemas.openxmlformats.org/officeDocument/2006/relationships/customXml" Target="../ink/ink116.xml"/><Relationship Id="rId50" Type="http://schemas.openxmlformats.org/officeDocument/2006/relationships/customXml" Target="../ink/ink124.xml"/><Relationship Id="rId55" Type="http://schemas.openxmlformats.org/officeDocument/2006/relationships/image" Target="../media/image129.png"/><Relationship Id="rId76" Type="http://schemas.openxmlformats.org/officeDocument/2006/relationships/customXml" Target="../ink/ink137.xml"/><Relationship Id="rId97" Type="http://schemas.openxmlformats.org/officeDocument/2006/relationships/image" Target="../media/image150.png"/><Relationship Id="rId104" Type="http://schemas.openxmlformats.org/officeDocument/2006/relationships/customXml" Target="../ink/ink151.xml"/><Relationship Id="rId120" Type="http://schemas.openxmlformats.org/officeDocument/2006/relationships/customXml" Target="../ink/ink159.xml"/><Relationship Id="rId125" Type="http://schemas.openxmlformats.org/officeDocument/2006/relationships/image" Target="../media/image164.png"/><Relationship Id="rId141" Type="http://schemas.openxmlformats.org/officeDocument/2006/relationships/image" Target="../media/image172.png"/><Relationship Id="rId146" Type="http://schemas.openxmlformats.org/officeDocument/2006/relationships/customXml" Target="../ink/ink172.xml"/><Relationship Id="rId7" Type="http://schemas.openxmlformats.org/officeDocument/2006/relationships/image" Target="../media/image105.png"/><Relationship Id="rId71" Type="http://schemas.openxmlformats.org/officeDocument/2006/relationships/image" Target="../media/image137.png"/><Relationship Id="rId92" Type="http://schemas.openxmlformats.org/officeDocument/2006/relationships/customXml" Target="../ink/ink145.xml"/><Relationship Id="rId2" Type="http://schemas.openxmlformats.org/officeDocument/2006/relationships/customXml" Target="../ink/ink100.xml"/><Relationship Id="rId29" Type="http://schemas.openxmlformats.org/officeDocument/2006/relationships/image" Target="../media/image116.png"/><Relationship Id="rId24" Type="http://schemas.openxmlformats.org/officeDocument/2006/relationships/customXml" Target="../ink/ink111.xml"/><Relationship Id="rId40" Type="http://schemas.openxmlformats.org/officeDocument/2006/relationships/customXml" Target="../ink/ink119.xml"/><Relationship Id="rId45" Type="http://schemas.openxmlformats.org/officeDocument/2006/relationships/image" Target="../media/image124.png"/><Relationship Id="rId66" Type="http://schemas.openxmlformats.org/officeDocument/2006/relationships/customXml" Target="../ink/ink132.xml"/><Relationship Id="rId87" Type="http://schemas.openxmlformats.org/officeDocument/2006/relationships/image" Target="../media/image145.png"/><Relationship Id="rId110" Type="http://schemas.openxmlformats.org/officeDocument/2006/relationships/customXml" Target="../ink/ink154.xml"/><Relationship Id="rId115" Type="http://schemas.openxmlformats.org/officeDocument/2006/relationships/image" Target="../media/image159.png"/><Relationship Id="rId131" Type="http://schemas.openxmlformats.org/officeDocument/2006/relationships/image" Target="../media/image167.png"/><Relationship Id="rId136" Type="http://schemas.openxmlformats.org/officeDocument/2006/relationships/customXml" Target="../ink/ink167.xml"/><Relationship Id="rId61" Type="http://schemas.openxmlformats.org/officeDocument/2006/relationships/image" Target="../media/image132.png"/><Relationship Id="rId82" Type="http://schemas.openxmlformats.org/officeDocument/2006/relationships/customXml" Target="../ink/ink140.xml"/><Relationship Id="rId152" Type="http://schemas.openxmlformats.org/officeDocument/2006/relationships/customXml" Target="../ink/ink175.xml"/><Relationship Id="rId19" Type="http://schemas.openxmlformats.org/officeDocument/2006/relationships/image" Target="../media/image111.png"/><Relationship Id="rId14" Type="http://schemas.openxmlformats.org/officeDocument/2006/relationships/customXml" Target="../ink/ink106.xml"/><Relationship Id="rId30" Type="http://schemas.openxmlformats.org/officeDocument/2006/relationships/customXml" Target="../ink/ink114.xml"/><Relationship Id="rId35" Type="http://schemas.openxmlformats.org/officeDocument/2006/relationships/image" Target="../media/image119.png"/><Relationship Id="rId56" Type="http://schemas.openxmlformats.org/officeDocument/2006/relationships/customXml" Target="../ink/ink127.xml"/><Relationship Id="rId77" Type="http://schemas.openxmlformats.org/officeDocument/2006/relationships/image" Target="../media/image140.png"/><Relationship Id="rId100" Type="http://schemas.openxmlformats.org/officeDocument/2006/relationships/customXml" Target="../ink/ink149.xml"/><Relationship Id="rId105" Type="http://schemas.openxmlformats.org/officeDocument/2006/relationships/image" Target="../media/image154.png"/><Relationship Id="rId126" Type="http://schemas.openxmlformats.org/officeDocument/2006/relationships/customXml" Target="../ink/ink162.xml"/><Relationship Id="rId147" Type="http://schemas.openxmlformats.org/officeDocument/2006/relationships/image" Target="../media/image175.png"/><Relationship Id="rId8" Type="http://schemas.openxmlformats.org/officeDocument/2006/relationships/customXml" Target="../ink/ink103.xml"/><Relationship Id="rId51" Type="http://schemas.openxmlformats.org/officeDocument/2006/relationships/image" Target="../media/image127.png"/><Relationship Id="rId72" Type="http://schemas.openxmlformats.org/officeDocument/2006/relationships/customXml" Target="../ink/ink135.xml"/><Relationship Id="rId93" Type="http://schemas.openxmlformats.org/officeDocument/2006/relationships/image" Target="../media/image148.png"/><Relationship Id="rId98" Type="http://schemas.openxmlformats.org/officeDocument/2006/relationships/customXml" Target="../ink/ink148.xml"/><Relationship Id="rId121" Type="http://schemas.openxmlformats.org/officeDocument/2006/relationships/image" Target="../media/image162.png"/><Relationship Id="rId142" Type="http://schemas.openxmlformats.org/officeDocument/2006/relationships/customXml" Target="../ink/ink170.xml"/><Relationship Id="rId3" Type="http://schemas.openxmlformats.org/officeDocument/2006/relationships/image" Target="../media/image103.png"/><Relationship Id="rId25" Type="http://schemas.openxmlformats.org/officeDocument/2006/relationships/image" Target="../media/image114.png"/><Relationship Id="rId46" Type="http://schemas.openxmlformats.org/officeDocument/2006/relationships/customXml" Target="../ink/ink122.xml"/><Relationship Id="rId67" Type="http://schemas.openxmlformats.org/officeDocument/2006/relationships/image" Target="../media/image135.png"/><Relationship Id="rId116" Type="http://schemas.openxmlformats.org/officeDocument/2006/relationships/customXml" Target="../ink/ink157.xml"/><Relationship Id="rId137" Type="http://schemas.openxmlformats.org/officeDocument/2006/relationships/image" Target="../media/image170.png"/><Relationship Id="rId20" Type="http://schemas.openxmlformats.org/officeDocument/2006/relationships/customXml" Target="../ink/ink109.xml"/><Relationship Id="rId41" Type="http://schemas.openxmlformats.org/officeDocument/2006/relationships/image" Target="../media/image122.png"/><Relationship Id="rId62" Type="http://schemas.openxmlformats.org/officeDocument/2006/relationships/customXml" Target="../ink/ink130.xml"/><Relationship Id="rId83" Type="http://schemas.openxmlformats.org/officeDocument/2006/relationships/image" Target="../media/image143.png"/><Relationship Id="rId88" Type="http://schemas.openxmlformats.org/officeDocument/2006/relationships/customXml" Target="../ink/ink143.xml"/><Relationship Id="rId111" Type="http://schemas.openxmlformats.org/officeDocument/2006/relationships/image" Target="../media/image157.png"/><Relationship Id="rId132" Type="http://schemas.openxmlformats.org/officeDocument/2006/relationships/customXml" Target="../ink/ink165.xml"/><Relationship Id="rId153" Type="http://schemas.openxmlformats.org/officeDocument/2006/relationships/image" Target="../media/image178.png"/><Relationship Id="rId15" Type="http://schemas.openxmlformats.org/officeDocument/2006/relationships/image" Target="../media/image109.png"/><Relationship Id="rId36" Type="http://schemas.openxmlformats.org/officeDocument/2006/relationships/customXml" Target="../ink/ink117.xml"/><Relationship Id="rId57" Type="http://schemas.openxmlformats.org/officeDocument/2006/relationships/image" Target="../media/image130.png"/><Relationship Id="rId106" Type="http://schemas.openxmlformats.org/officeDocument/2006/relationships/customXml" Target="../ink/ink152.xml"/><Relationship Id="rId127" Type="http://schemas.openxmlformats.org/officeDocument/2006/relationships/image" Target="../media/image165.png"/><Relationship Id="rId10" Type="http://schemas.openxmlformats.org/officeDocument/2006/relationships/customXml" Target="../ink/ink104.xml"/><Relationship Id="rId31" Type="http://schemas.openxmlformats.org/officeDocument/2006/relationships/image" Target="../media/image117.png"/><Relationship Id="rId52" Type="http://schemas.openxmlformats.org/officeDocument/2006/relationships/customXml" Target="../ink/ink125.xml"/><Relationship Id="rId73" Type="http://schemas.openxmlformats.org/officeDocument/2006/relationships/image" Target="../media/image138.png"/><Relationship Id="rId78" Type="http://schemas.openxmlformats.org/officeDocument/2006/relationships/customXml" Target="../ink/ink138.xml"/><Relationship Id="rId94" Type="http://schemas.openxmlformats.org/officeDocument/2006/relationships/customXml" Target="../ink/ink146.xml"/><Relationship Id="rId99" Type="http://schemas.openxmlformats.org/officeDocument/2006/relationships/image" Target="../media/image151.png"/><Relationship Id="rId101" Type="http://schemas.openxmlformats.org/officeDocument/2006/relationships/image" Target="../media/image152.png"/><Relationship Id="rId122" Type="http://schemas.openxmlformats.org/officeDocument/2006/relationships/customXml" Target="../ink/ink160.xml"/><Relationship Id="rId143" Type="http://schemas.openxmlformats.org/officeDocument/2006/relationships/image" Target="../media/image173.png"/><Relationship Id="rId148" Type="http://schemas.openxmlformats.org/officeDocument/2006/relationships/customXml" Target="../ink/ink173.xml"/><Relationship Id="rId4" Type="http://schemas.openxmlformats.org/officeDocument/2006/relationships/customXml" Target="../ink/ink101.xml"/><Relationship Id="rId9" Type="http://schemas.openxmlformats.org/officeDocument/2006/relationships/image" Target="../media/image106.png"/><Relationship Id="rId26" Type="http://schemas.openxmlformats.org/officeDocument/2006/relationships/customXml" Target="../ink/ink112.xml"/><Relationship Id="rId47" Type="http://schemas.openxmlformats.org/officeDocument/2006/relationships/image" Target="../media/image125.png"/><Relationship Id="rId68" Type="http://schemas.openxmlformats.org/officeDocument/2006/relationships/customXml" Target="../ink/ink133.xml"/><Relationship Id="rId89" Type="http://schemas.openxmlformats.org/officeDocument/2006/relationships/image" Target="../media/image146.png"/><Relationship Id="rId112" Type="http://schemas.openxmlformats.org/officeDocument/2006/relationships/customXml" Target="../ink/ink155.xml"/><Relationship Id="rId133" Type="http://schemas.openxmlformats.org/officeDocument/2006/relationships/image" Target="../media/image168.png"/><Relationship Id="rId154" Type="http://schemas.openxmlformats.org/officeDocument/2006/relationships/customXml" Target="../ink/ink176.xml"/><Relationship Id="rId16" Type="http://schemas.openxmlformats.org/officeDocument/2006/relationships/customXml" Target="../ink/ink107.xml"/><Relationship Id="rId37" Type="http://schemas.openxmlformats.org/officeDocument/2006/relationships/image" Target="../media/image120.png"/><Relationship Id="rId58" Type="http://schemas.openxmlformats.org/officeDocument/2006/relationships/customXml" Target="../ink/ink128.xml"/><Relationship Id="rId79" Type="http://schemas.openxmlformats.org/officeDocument/2006/relationships/image" Target="../media/image141.png"/><Relationship Id="rId102" Type="http://schemas.openxmlformats.org/officeDocument/2006/relationships/customXml" Target="../ink/ink150.xml"/><Relationship Id="rId123" Type="http://schemas.openxmlformats.org/officeDocument/2006/relationships/image" Target="../media/image163.png"/><Relationship Id="rId144" Type="http://schemas.openxmlformats.org/officeDocument/2006/relationships/customXml" Target="../ink/ink171.xml"/><Relationship Id="rId90" Type="http://schemas.openxmlformats.org/officeDocument/2006/relationships/customXml" Target="../ink/ink14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1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Earning Money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62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3"/>
          <p:cNvSpPr/>
          <p:nvPr/>
        </p:nvSpPr>
        <p:spPr>
          <a:xfrm>
            <a:off x="1957388" y="1400175"/>
            <a:ext cx="6057899" cy="367188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How can we earn money?</a:t>
            </a:r>
          </a:p>
        </p:txBody>
      </p:sp>
    </p:spTree>
    <p:extLst>
      <p:ext uri="{BB962C8B-B14F-4D97-AF65-F5344CB8AC3E}">
        <p14:creationId xmlns:p14="http://schemas.microsoft.com/office/powerpoint/2010/main" val="1000256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Fixed amount paid per annum.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3" t="2944" r="22743" b="57121"/>
          <a:stretch/>
        </p:blipFill>
        <p:spPr>
          <a:xfrm>
            <a:off x="284205" y="2431531"/>
            <a:ext cx="9493769" cy="347499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141308" y="3459891"/>
            <a:ext cx="1927654" cy="741405"/>
          </a:xfrm>
          <a:prstGeom prst="ellipse">
            <a:avLst/>
          </a:prstGeom>
          <a:solidFill>
            <a:srgbClr val="FF0000">
              <a:alpha val="25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D631839-F611-A943-942A-C02F3DFFA547}"/>
                  </a:ext>
                </a:extLst>
              </p14:cNvPr>
              <p14:cNvContentPartPr/>
              <p14:nvPr/>
            </p14:nvContentPartPr>
            <p14:xfrm>
              <a:off x="817010" y="1838511"/>
              <a:ext cx="1049400" cy="403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D631839-F611-A943-942A-C02F3DFFA5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1890" y="1823391"/>
                <a:ext cx="1080000" cy="43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550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Salary - $66,500 p.a.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1038" y="1825625"/>
                <a:ext cx="9130227" cy="4351338"/>
              </a:xfrm>
            </p:spPr>
            <p:txBody>
              <a:bodyPr/>
              <a:lstStyle/>
              <a:p>
                <a:r>
                  <a:rPr lang="en-US" dirty="0"/>
                  <a:t>Paid monthly 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charset="0"/>
                      </a:rPr>
                      <m:t>$65,000 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÷12=$5,541.67</m:t>
                    </m:r>
                  </m:oMath>
                </a14:m>
                <a:r>
                  <a:rPr lang="en-US" dirty="0"/>
                  <a:t> per month</a:t>
                </a:r>
              </a:p>
              <a:p>
                <a:endParaRPr lang="en-US" dirty="0"/>
              </a:p>
              <a:p>
                <a:r>
                  <a:rPr lang="en-US" dirty="0"/>
                  <a:t>Paid fortnightly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</a:rPr>
                      <m:t>$65,000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÷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26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=$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2,557.69</m:t>
                    </m:r>
                  </m:oMath>
                </a14:m>
                <a:r>
                  <a:rPr lang="en-US" dirty="0"/>
                  <a:t> per fortnight</a:t>
                </a:r>
              </a:p>
              <a:p>
                <a:endParaRPr lang="en-US" dirty="0"/>
              </a:p>
              <a:p>
                <a:r>
                  <a:rPr lang="en-US"/>
                  <a:t>Paid weekly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</a:rPr>
                      <m:t>$65,000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÷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52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1,278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  <m:r>
                      <a:rPr lang="en-AU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85</m:t>
                    </m:r>
                  </m:oMath>
                </a14:m>
                <a:r>
                  <a:rPr lang="en-US" dirty="0"/>
                  <a:t> per week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038" y="1825625"/>
                <a:ext cx="9130227" cy="4351338"/>
              </a:xfrm>
              <a:blipFill rotWithShape="0">
                <a:blip r:embed="rId2"/>
                <a:stretch>
                  <a:fillRect l="-1202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9066F8-7ECB-E94F-97B1-AF21DF0A0D67}"/>
                  </a:ext>
                </a:extLst>
              </p14:cNvPr>
              <p14:cNvContentPartPr/>
              <p14:nvPr/>
            </p14:nvContentPartPr>
            <p14:xfrm>
              <a:off x="4682330" y="1993311"/>
              <a:ext cx="648720" cy="154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9066F8-7ECB-E94F-97B1-AF21DF0A0D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28330" y="1885311"/>
                <a:ext cx="75636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168D2EC-DC52-BD45-9358-B8CE8C2A4ED9}"/>
                  </a:ext>
                </a:extLst>
              </p14:cNvPr>
              <p14:cNvContentPartPr/>
              <p14:nvPr/>
            </p14:nvContentPartPr>
            <p14:xfrm>
              <a:off x="1764170" y="2056311"/>
              <a:ext cx="1046520" cy="102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168D2EC-DC52-BD45-9358-B8CE8C2A4E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0530" y="1948671"/>
                <a:ext cx="115416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DAE08DA-202E-DC4F-88D7-5F0409E0C43F}"/>
                  </a:ext>
                </a:extLst>
              </p14:cNvPr>
              <p14:cNvContentPartPr/>
              <p14:nvPr/>
            </p14:nvContentPartPr>
            <p14:xfrm>
              <a:off x="5065730" y="3036951"/>
              <a:ext cx="509040" cy="149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DAE08DA-202E-DC4F-88D7-5F0409E0C43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11730" y="2928951"/>
                <a:ext cx="61668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8905D9B-DFBC-E548-9DD9-7BEF75499107}"/>
                  </a:ext>
                </a:extLst>
              </p14:cNvPr>
              <p14:cNvContentPartPr/>
              <p14:nvPr/>
            </p14:nvContentPartPr>
            <p14:xfrm>
              <a:off x="1744730" y="3058911"/>
              <a:ext cx="1549440" cy="83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8905D9B-DFBC-E548-9DD9-7BEF7549910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90730" y="2950911"/>
                <a:ext cx="165708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5AF8E01-A8FB-8F44-B360-D900CAF40AA5}"/>
                  </a:ext>
                </a:extLst>
              </p14:cNvPr>
              <p14:cNvContentPartPr/>
              <p14:nvPr/>
            </p14:nvContentPartPr>
            <p14:xfrm>
              <a:off x="4555250" y="4025151"/>
              <a:ext cx="588240" cy="177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5AF8E01-A8FB-8F44-B360-D900CAF40AA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01610" y="3917511"/>
                <a:ext cx="69588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1DF71B4-7A42-6141-BABC-721BB3276A79}"/>
                  </a:ext>
                </a:extLst>
              </p14:cNvPr>
              <p14:cNvContentPartPr/>
              <p14:nvPr/>
            </p14:nvContentPartPr>
            <p14:xfrm>
              <a:off x="1747610" y="4091391"/>
              <a:ext cx="1038600" cy="61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1DF71B4-7A42-6141-BABC-721BB3276A7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93970" y="3983751"/>
                <a:ext cx="1146240" cy="27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4357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524" y="513409"/>
            <a:ext cx="8543925" cy="917042"/>
          </a:xfrm>
        </p:spPr>
        <p:txBody>
          <a:bodyPr/>
          <a:lstStyle/>
          <a:p>
            <a:r>
              <a:rPr lang="en-US" dirty="0"/>
              <a:t>Wages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553524" y="1591090"/>
            <a:ext cx="9130227" cy="435133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Paid by a particular quantity of work</a:t>
            </a:r>
            <a:r>
              <a:rPr lang="mr-IN" dirty="0"/>
              <a:t>–</a:t>
            </a:r>
            <a:r>
              <a:rPr lang="en-US" dirty="0"/>
              <a:t> could be hourly rate, piecework or commission, not a set annual salary.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Hourly rate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Particular quantity </a:t>
            </a:r>
            <a:r>
              <a:rPr lang="mr-IN" dirty="0"/>
              <a:t>–</a:t>
            </a:r>
            <a:r>
              <a:rPr lang="en-US" dirty="0"/>
              <a:t> hour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e.g. $24 per hour,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Higher rate if over normal hour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working over 8 hours per day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working on Saturday </a:t>
            </a:r>
            <a:r>
              <a:rPr lang="en-US"/>
              <a:t>and Sunday </a:t>
            </a:r>
            <a:endParaRPr lang="en-US" dirty="0"/>
          </a:p>
          <a:p>
            <a:pPr lvl="2"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087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32488" y="1643448"/>
            <a:ext cx="9008074" cy="3669957"/>
            <a:chOff x="988540" y="2374555"/>
            <a:chExt cx="8079559" cy="2926160"/>
          </a:xfrm>
        </p:grpSpPr>
        <p:sp>
          <p:nvSpPr>
            <p:cNvPr id="5" name="Rectangle 4"/>
            <p:cNvSpPr/>
            <p:nvPr/>
          </p:nvSpPr>
          <p:spPr>
            <a:xfrm>
              <a:off x="988540" y="2374555"/>
              <a:ext cx="864973" cy="8526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C000"/>
                  </a:solidFill>
                </a:rPr>
                <a:t>Mon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048867" y="2374555"/>
              <a:ext cx="864973" cy="8526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C000"/>
                  </a:solidFill>
                </a:rPr>
                <a:t>Tue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109194" y="2374555"/>
              <a:ext cx="864973" cy="8526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C000"/>
                  </a:solidFill>
                </a:rPr>
                <a:t>Wed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169521" y="2374555"/>
              <a:ext cx="864973" cy="8526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C000"/>
                  </a:solidFill>
                </a:rPr>
                <a:t>Thu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29848" y="2374555"/>
              <a:ext cx="864973" cy="8526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C000"/>
                  </a:solidFill>
                </a:rPr>
                <a:t>Fri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821519" y="2374555"/>
              <a:ext cx="864973" cy="85261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Sat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203126" y="2374555"/>
              <a:ext cx="864973" cy="85261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Sun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88540" y="3546389"/>
              <a:ext cx="5106281" cy="1200329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Weekdays:</a:t>
              </a:r>
            </a:p>
            <a:p>
              <a:endParaRPr lang="en-US" dirty="0"/>
            </a:p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Normal hourly rate for the first 8 hours</a:t>
              </a:r>
            </a:p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Additional time </a:t>
              </a:r>
              <a:r>
                <a:rPr lang="mr-IN" dirty="0"/>
                <a:t>–</a:t>
              </a:r>
              <a:r>
                <a:rPr lang="en-US" dirty="0"/>
                <a:t> overtime, 1.5 hourly rate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13140" y="3546389"/>
              <a:ext cx="2254959" cy="1754326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Weekend:</a:t>
              </a:r>
            </a:p>
            <a:p>
              <a:endParaRPr lang="en-US" dirty="0"/>
            </a:p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Saturday </a:t>
              </a:r>
              <a:r>
                <a:rPr lang="mr-IN" dirty="0"/>
                <a:t>–</a:t>
              </a:r>
              <a:r>
                <a:rPr lang="en-US" dirty="0"/>
                <a:t> 1.5 hourly rate</a:t>
              </a:r>
            </a:p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Sunday </a:t>
              </a:r>
              <a:r>
                <a:rPr lang="mr-IN" dirty="0"/>
                <a:t>–</a:t>
              </a:r>
              <a:r>
                <a:rPr lang="en-US" dirty="0"/>
                <a:t> 2.0 hourly rate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921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84" y="1396837"/>
            <a:ext cx="7954656" cy="40648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84" y="1396837"/>
            <a:ext cx="7954657" cy="406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53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Wages - piecework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Quantity</a:t>
            </a:r>
          </a:p>
          <a:p>
            <a:pPr lvl="1"/>
            <a:r>
              <a:rPr lang="en-US" dirty="0"/>
              <a:t>Not hourly</a:t>
            </a:r>
          </a:p>
          <a:p>
            <a:pPr lvl="1"/>
            <a:r>
              <a:rPr lang="en-US" dirty="0"/>
              <a:t>Could be a piece of work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Picking fruits </a:t>
            </a:r>
            <a:r>
              <a:rPr lang="mr-IN" dirty="0"/>
              <a:t>–</a:t>
            </a:r>
            <a:r>
              <a:rPr lang="en-US" dirty="0"/>
              <a:t> paid by mass of fruits they pick</a:t>
            </a:r>
          </a:p>
          <a:p>
            <a:pPr lvl="2"/>
            <a:r>
              <a:rPr lang="en-US" dirty="0"/>
              <a:t>Number of T-shirts a worker sown per day</a:t>
            </a:r>
          </a:p>
          <a:p>
            <a:pPr lvl="2"/>
            <a:r>
              <a:rPr lang="en-US" dirty="0"/>
              <a:t>Packing hamper during Christmas </a:t>
            </a:r>
            <a:r>
              <a:rPr lang="mr-IN" dirty="0"/>
              <a:t>–</a:t>
            </a:r>
            <a:r>
              <a:rPr lang="en-US" dirty="0"/>
              <a:t> paid by number of hampers packed</a:t>
            </a:r>
          </a:p>
        </p:txBody>
      </p:sp>
    </p:spTree>
    <p:extLst>
      <p:ext uri="{BB962C8B-B14F-4D97-AF65-F5344CB8AC3E}">
        <p14:creationId xmlns:p14="http://schemas.microsoft.com/office/powerpoint/2010/main" val="1994981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backpacker earns his living by picking grapes.  He is paid $0.80/kg of grapes he picked.  How much would he made if he picked 80 kg in 2 hours?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47433CF-343E-BD49-8FE0-952C0C8179D8}"/>
                  </a:ext>
                </a:extLst>
              </p14:cNvPr>
              <p14:cNvContentPartPr/>
              <p14:nvPr/>
            </p14:nvContentPartPr>
            <p14:xfrm>
              <a:off x="2153330" y="3329271"/>
              <a:ext cx="154800" cy="265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47433CF-343E-BD49-8FE0-952C0C8179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38210" y="3314151"/>
                <a:ext cx="1854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FCE0A30-C039-AC48-B4CD-0324B2CC8BE0}"/>
                  </a:ext>
                </a:extLst>
              </p14:cNvPr>
              <p14:cNvContentPartPr/>
              <p14:nvPr/>
            </p14:nvContentPartPr>
            <p14:xfrm>
              <a:off x="4505570" y="3312711"/>
              <a:ext cx="160560" cy="223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FCE0A30-C039-AC48-B4CD-0324B2CC8B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90450" y="3297591"/>
                <a:ext cx="19116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F85B47B-EA55-1E48-BC9C-2777A2BA2EE3}"/>
                  </a:ext>
                </a:extLst>
              </p14:cNvPr>
              <p14:cNvContentPartPr/>
              <p14:nvPr/>
            </p14:nvContentPartPr>
            <p14:xfrm>
              <a:off x="4500170" y="3423231"/>
              <a:ext cx="171360" cy="22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F85B47B-EA55-1E48-BC9C-2777A2BA2E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84690" y="3408111"/>
                <a:ext cx="20196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7ED0734-FD35-6E42-B625-878B3D7CE7E7}"/>
                  </a:ext>
                </a:extLst>
              </p14:cNvPr>
              <p14:cNvContentPartPr/>
              <p14:nvPr/>
            </p14:nvContentPartPr>
            <p14:xfrm>
              <a:off x="5543810" y="3191391"/>
              <a:ext cx="138240" cy="331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7ED0734-FD35-6E42-B625-878B3D7CE7E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28330" y="3176271"/>
                <a:ext cx="16884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B419FEF-F470-E34E-8700-C306435A8E84}"/>
                  </a:ext>
                </a:extLst>
              </p14:cNvPr>
              <p14:cNvContentPartPr/>
              <p14:nvPr/>
            </p14:nvContentPartPr>
            <p14:xfrm>
              <a:off x="4483610" y="4080231"/>
              <a:ext cx="105120" cy="4021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B419FEF-F470-E34E-8700-C306435A8E8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68130" y="4065111"/>
                <a:ext cx="13572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1" name="Ink 40">
                <a:extLst>
                  <a:ext uri="{FF2B5EF4-FFF2-40B4-BE49-F238E27FC236}">
                    <a16:creationId xmlns:a16="http://schemas.microsoft.com/office/drawing/2014/main" id="{95014C43-351A-4E42-BB1C-8B9CE0470466}"/>
                  </a:ext>
                </a:extLst>
              </p14:cNvPr>
              <p14:cNvContentPartPr/>
              <p14:nvPr/>
            </p14:nvContentPartPr>
            <p14:xfrm>
              <a:off x="4715450" y="4124511"/>
              <a:ext cx="309600" cy="469440"/>
            </p14:xfrm>
          </p:contentPart>
        </mc:Choice>
        <mc:Fallback>
          <p:pic>
            <p:nvPicPr>
              <p:cNvPr id="31" name="Ink 40">
                <a:extLst>
                  <a:ext uri="{FF2B5EF4-FFF2-40B4-BE49-F238E27FC236}">
                    <a16:creationId xmlns:a16="http://schemas.microsoft.com/office/drawing/2014/main" id="{95014C43-351A-4E42-BB1C-8B9CE047046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99970" y="4109403"/>
                <a:ext cx="340200" cy="4996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2" name="Ink 41">
                <a:extLst>
                  <a:ext uri="{FF2B5EF4-FFF2-40B4-BE49-F238E27FC236}">
                    <a16:creationId xmlns:a16="http://schemas.microsoft.com/office/drawing/2014/main" id="{A977E011-7228-1B48-B9EB-6422C7A88E95}"/>
                  </a:ext>
                </a:extLst>
              </p14:cNvPr>
              <p14:cNvContentPartPr/>
              <p14:nvPr/>
            </p14:nvContentPartPr>
            <p14:xfrm>
              <a:off x="3987170" y="3994551"/>
              <a:ext cx="292320" cy="565560"/>
            </p14:xfrm>
          </p:contentPart>
        </mc:Choice>
        <mc:Fallback>
          <p:pic>
            <p:nvPicPr>
              <p:cNvPr id="32" name="Ink 41">
                <a:extLst>
                  <a:ext uri="{FF2B5EF4-FFF2-40B4-BE49-F238E27FC236}">
                    <a16:creationId xmlns:a16="http://schemas.microsoft.com/office/drawing/2014/main" id="{A977E011-7228-1B48-B9EB-6422C7A88E9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72050" y="3979071"/>
                <a:ext cx="32292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3" name="Ink 42">
                <a:extLst>
                  <a:ext uri="{FF2B5EF4-FFF2-40B4-BE49-F238E27FC236}">
                    <a16:creationId xmlns:a16="http://schemas.microsoft.com/office/drawing/2014/main" id="{8828EE84-DEA2-5D4E-910A-792C2D26A79C}"/>
                  </a:ext>
                </a:extLst>
              </p14:cNvPr>
              <p14:cNvContentPartPr/>
              <p14:nvPr/>
            </p14:nvContentPartPr>
            <p14:xfrm>
              <a:off x="2546090" y="4124511"/>
              <a:ext cx="949320" cy="419400"/>
            </p14:xfrm>
          </p:contentPart>
        </mc:Choice>
        <mc:Fallback>
          <p:pic>
            <p:nvPicPr>
              <p:cNvPr id="33" name="Ink 42">
                <a:extLst>
                  <a:ext uri="{FF2B5EF4-FFF2-40B4-BE49-F238E27FC236}">
                    <a16:creationId xmlns:a16="http://schemas.microsoft.com/office/drawing/2014/main" id="{8828EE84-DEA2-5D4E-910A-792C2D26A79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30610" y="4109391"/>
                <a:ext cx="979920" cy="4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4" name="Ink 43">
                <a:extLst>
                  <a:ext uri="{FF2B5EF4-FFF2-40B4-BE49-F238E27FC236}">
                    <a16:creationId xmlns:a16="http://schemas.microsoft.com/office/drawing/2014/main" id="{D9401A56-CC24-1643-9B88-C270013182DF}"/>
                  </a:ext>
                </a:extLst>
              </p14:cNvPr>
              <p14:cNvContentPartPr/>
              <p14:nvPr/>
            </p14:nvContentPartPr>
            <p14:xfrm>
              <a:off x="1519010" y="4133151"/>
              <a:ext cx="546120" cy="577080"/>
            </p14:xfrm>
          </p:contentPart>
        </mc:Choice>
        <mc:Fallback>
          <p:pic>
            <p:nvPicPr>
              <p:cNvPr id="34" name="Ink 43">
                <a:extLst>
                  <a:ext uri="{FF2B5EF4-FFF2-40B4-BE49-F238E27FC236}">
                    <a16:creationId xmlns:a16="http://schemas.microsoft.com/office/drawing/2014/main" id="{D9401A56-CC24-1643-9B88-C270013182D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03540" y="4118031"/>
                <a:ext cx="576340" cy="60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5" name="Ink 44">
                <a:extLst>
                  <a:ext uri="{FF2B5EF4-FFF2-40B4-BE49-F238E27FC236}">
                    <a16:creationId xmlns:a16="http://schemas.microsoft.com/office/drawing/2014/main" id="{84992B5A-36AA-0D43-A4C5-66EFADF2A226}"/>
                  </a:ext>
                </a:extLst>
              </p14:cNvPr>
              <p14:cNvContentPartPr/>
              <p14:nvPr/>
            </p14:nvContentPartPr>
            <p14:xfrm>
              <a:off x="5814170" y="3158271"/>
              <a:ext cx="337320" cy="458640"/>
            </p14:xfrm>
          </p:contentPart>
        </mc:Choice>
        <mc:Fallback>
          <p:pic>
            <p:nvPicPr>
              <p:cNvPr id="35" name="Ink 44">
                <a:extLst>
                  <a:ext uri="{FF2B5EF4-FFF2-40B4-BE49-F238E27FC236}">
                    <a16:creationId xmlns:a16="http://schemas.microsoft.com/office/drawing/2014/main" id="{84992B5A-36AA-0D43-A4C5-66EFADF2A22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799050" y="3143151"/>
                <a:ext cx="367560" cy="4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6" name="Ink 45">
                <a:extLst>
                  <a:ext uri="{FF2B5EF4-FFF2-40B4-BE49-F238E27FC236}">
                    <a16:creationId xmlns:a16="http://schemas.microsoft.com/office/drawing/2014/main" id="{26383F91-72AF-5E44-AC69-AA2E9A5279AE}"/>
                  </a:ext>
                </a:extLst>
              </p14:cNvPr>
              <p14:cNvContentPartPr/>
              <p14:nvPr/>
            </p14:nvContentPartPr>
            <p14:xfrm>
              <a:off x="5110370" y="3199311"/>
              <a:ext cx="299160" cy="356760"/>
            </p14:xfrm>
          </p:contentPart>
        </mc:Choice>
        <mc:Fallback>
          <p:pic>
            <p:nvPicPr>
              <p:cNvPr id="36" name="Ink 45">
                <a:extLst>
                  <a:ext uri="{FF2B5EF4-FFF2-40B4-BE49-F238E27FC236}">
                    <a16:creationId xmlns:a16="http://schemas.microsoft.com/office/drawing/2014/main" id="{26383F91-72AF-5E44-AC69-AA2E9A5279A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95250" y="3184191"/>
                <a:ext cx="32976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7" name="Ink 46">
                <a:extLst>
                  <a:ext uri="{FF2B5EF4-FFF2-40B4-BE49-F238E27FC236}">
                    <a16:creationId xmlns:a16="http://schemas.microsoft.com/office/drawing/2014/main" id="{95D147FC-742C-0B4B-8167-E04270671901}"/>
                  </a:ext>
                </a:extLst>
              </p14:cNvPr>
              <p14:cNvContentPartPr/>
              <p14:nvPr/>
            </p14:nvContentPartPr>
            <p14:xfrm>
              <a:off x="3583250" y="3202551"/>
              <a:ext cx="437040" cy="326160"/>
            </p14:xfrm>
          </p:contentPart>
        </mc:Choice>
        <mc:Fallback>
          <p:pic>
            <p:nvPicPr>
              <p:cNvPr id="37" name="Ink 46">
                <a:extLst>
                  <a:ext uri="{FF2B5EF4-FFF2-40B4-BE49-F238E27FC236}">
                    <a16:creationId xmlns:a16="http://schemas.microsoft.com/office/drawing/2014/main" id="{95D147FC-742C-0B4B-8167-E0427067190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68118" y="3187071"/>
                <a:ext cx="467305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8" name="Ink 47">
                <a:extLst>
                  <a:ext uri="{FF2B5EF4-FFF2-40B4-BE49-F238E27FC236}">
                    <a16:creationId xmlns:a16="http://schemas.microsoft.com/office/drawing/2014/main" id="{13F22CAA-0637-9948-8603-2CAD76FB26C2}"/>
                  </a:ext>
                </a:extLst>
              </p14:cNvPr>
              <p14:cNvContentPartPr/>
              <p14:nvPr/>
            </p14:nvContentPartPr>
            <p14:xfrm>
              <a:off x="3081050" y="3313431"/>
              <a:ext cx="221040" cy="214920"/>
            </p14:xfrm>
          </p:contentPart>
        </mc:Choice>
        <mc:Fallback>
          <p:pic>
            <p:nvPicPr>
              <p:cNvPr id="38" name="Ink 47">
                <a:extLst>
                  <a:ext uri="{FF2B5EF4-FFF2-40B4-BE49-F238E27FC236}">
                    <a16:creationId xmlns:a16="http://schemas.microsoft.com/office/drawing/2014/main" id="{13F22CAA-0637-9948-8603-2CAD76FB26C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065595" y="3298311"/>
                <a:ext cx="251231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9" name="Ink 48">
                <a:extLst>
                  <a:ext uri="{FF2B5EF4-FFF2-40B4-BE49-F238E27FC236}">
                    <a16:creationId xmlns:a16="http://schemas.microsoft.com/office/drawing/2014/main" id="{46211C5B-7EFD-EC4E-B6B8-6D34A09907D0}"/>
                  </a:ext>
                </a:extLst>
              </p14:cNvPr>
              <p14:cNvContentPartPr/>
              <p14:nvPr/>
            </p14:nvContentPartPr>
            <p14:xfrm>
              <a:off x="2467970" y="3290751"/>
              <a:ext cx="331200" cy="309600"/>
            </p14:xfrm>
          </p:contentPart>
        </mc:Choice>
        <mc:Fallback>
          <p:pic>
            <p:nvPicPr>
              <p:cNvPr id="39" name="Ink 48">
                <a:extLst>
                  <a:ext uri="{FF2B5EF4-FFF2-40B4-BE49-F238E27FC236}">
                    <a16:creationId xmlns:a16="http://schemas.microsoft.com/office/drawing/2014/main" id="{46211C5B-7EFD-EC4E-B6B8-6D34A09907D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52850" y="3275631"/>
                <a:ext cx="36144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0" name="Ink 49">
                <a:extLst>
                  <a:ext uri="{FF2B5EF4-FFF2-40B4-BE49-F238E27FC236}">
                    <a16:creationId xmlns:a16="http://schemas.microsoft.com/office/drawing/2014/main" id="{6218E265-F845-0C4A-94ED-DF88D05075DB}"/>
                  </a:ext>
                </a:extLst>
              </p14:cNvPr>
              <p14:cNvContentPartPr/>
              <p14:nvPr/>
            </p14:nvContentPartPr>
            <p14:xfrm>
              <a:off x="1762010" y="3083391"/>
              <a:ext cx="248400" cy="699120"/>
            </p14:xfrm>
          </p:contentPart>
        </mc:Choice>
        <mc:Fallback>
          <p:pic>
            <p:nvPicPr>
              <p:cNvPr id="40" name="Ink 49">
                <a:extLst>
                  <a:ext uri="{FF2B5EF4-FFF2-40B4-BE49-F238E27FC236}">
                    <a16:creationId xmlns:a16="http://schemas.microsoft.com/office/drawing/2014/main" id="{6218E265-F845-0C4A-94ED-DF88D05075D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746530" y="3068271"/>
                <a:ext cx="278640" cy="72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1173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Wages - commission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the sale price (fess charged by some business for selling an item)</a:t>
            </a:r>
          </a:p>
          <a:p>
            <a:pPr lvl="1"/>
            <a:r>
              <a:rPr lang="en-US" dirty="0"/>
              <a:t>e.g. selling real estate</a:t>
            </a:r>
          </a:p>
          <a:p>
            <a:pPr lvl="1"/>
            <a:endParaRPr lang="en-US" dirty="0"/>
          </a:p>
          <a:p>
            <a:r>
              <a:rPr lang="en-US" dirty="0"/>
              <a:t>Could also be based on the quantity of sales</a:t>
            </a:r>
          </a:p>
          <a:p>
            <a:pPr lvl="1"/>
            <a:r>
              <a:rPr lang="en-US" dirty="0"/>
              <a:t>e.g. selling cars </a:t>
            </a:r>
            <a:r>
              <a:rPr lang="mr-IN" dirty="0"/>
              <a:t>–</a:t>
            </a:r>
            <a:r>
              <a:rPr lang="en-US" dirty="0"/>
              <a:t> number of cars sold.</a:t>
            </a:r>
          </a:p>
          <a:p>
            <a:endParaRPr lang="en-US" dirty="0"/>
          </a:p>
          <a:p>
            <a:r>
              <a:rPr lang="en-US" dirty="0"/>
              <a:t>Commissions are usually a PERCENTAGE of the values of the sales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454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Richard, a real estate agent charge 2% as a commission from the sales price of the real estate he sells.  If he sold a house for $825,000, what is his commission?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BA2E603-1F60-8144-92AC-77AE5721D127}"/>
                  </a:ext>
                </a:extLst>
              </p14:cNvPr>
              <p14:cNvContentPartPr/>
              <p14:nvPr/>
            </p14:nvContentPartPr>
            <p14:xfrm>
              <a:off x="1987730" y="3318471"/>
              <a:ext cx="331560" cy="298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BA2E603-1F60-8144-92AC-77AE5721D1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2250" y="3302991"/>
                <a:ext cx="36216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8F5D485-FC56-A446-96C2-9692236A2563}"/>
                  </a:ext>
                </a:extLst>
              </p14:cNvPr>
              <p14:cNvContentPartPr/>
              <p14:nvPr/>
            </p14:nvContentPartPr>
            <p14:xfrm>
              <a:off x="4295690" y="3368151"/>
              <a:ext cx="94320" cy="115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8F5D485-FC56-A446-96C2-9692236A25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80570" y="3352671"/>
                <a:ext cx="1245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53FCB68-BFF1-FA47-92E2-2B7E44A9C08F}"/>
                  </a:ext>
                </a:extLst>
              </p14:cNvPr>
              <p14:cNvContentPartPr/>
              <p14:nvPr/>
            </p14:nvContentPartPr>
            <p14:xfrm>
              <a:off x="4290290" y="3467511"/>
              <a:ext cx="105120" cy="280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53FCB68-BFF1-FA47-92E2-2B7E44A9C0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74810" y="3452391"/>
                <a:ext cx="1357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6">
                <a:extLst>
                  <a:ext uri="{FF2B5EF4-FFF2-40B4-BE49-F238E27FC236}">
                    <a16:creationId xmlns:a16="http://schemas.microsoft.com/office/drawing/2014/main" id="{07334639-511E-6C4C-84DE-6B62C6F04168}"/>
                  </a:ext>
                </a:extLst>
              </p14:cNvPr>
              <p14:cNvContentPartPr/>
              <p14:nvPr/>
            </p14:nvContentPartPr>
            <p14:xfrm>
              <a:off x="4687730" y="3163671"/>
              <a:ext cx="243360" cy="458640"/>
            </p14:xfrm>
          </p:contentPart>
        </mc:Choice>
        <mc:Fallback>
          <p:pic>
            <p:nvPicPr>
              <p:cNvPr id="15" name="Ink 16">
                <a:extLst>
                  <a:ext uri="{FF2B5EF4-FFF2-40B4-BE49-F238E27FC236}">
                    <a16:creationId xmlns:a16="http://schemas.microsoft.com/office/drawing/2014/main" id="{07334639-511E-6C4C-84DE-6B62C6F0416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72610" y="3148551"/>
                <a:ext cx="273960" cy="4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" name="Ink 17">
                <a:extLst>
                  <a:ext uri="{FF2B5EF4-FFF2-40B4-BE49-F238E27FC236}">
                    <a16:creationId xmlns:a16="http://schemas.microsoft.com/office/drawing/2014/main" id="{993926B9-CD23-D94F-B5E3-957316618526}"/>
                  </a:ext>
                </a:extLst>
              </p14:cNvPr>
              <p14:cNvContentPartPr/>
              <p14:nvPr/>
            </p14:nvContentPartPr>
            <p14:xfrm>
              <a:off x="2473730" y="3307311"/>
              <a:ext cx="1419120" cy="265320"/>
            </p14:xfrm>
          </p:contentPart>
        </mc:Choice>
        <mc:Fallback>
          <p:pic>
            <p:nvPicPr>
              <p:cNvPr id="16" name="Ink 17">
                <a:extLst>
                  <a:ext uri="{FF2B5EF4-FFF2-40B4-BE49-F238E27FC236}">
                    <a16:creationId xmlns:a16="http://schemas.microsoft.com/office/drawing/2014/main" id="{993926B9-CD23-D94F-B5E3-95731661852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58254" y="3292191"/>
                <a:ext cx="1449712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8D6E53B-EF03-6540-B62B-70EE2180DE16}"/>
                  </a:ext>
                </a:extLst>
              </p14:cNvPr>
              <p14:cNvContentPartPr/>
              <p14:nvPr/>
            </p14:nvContentPartPr>
            <p14:xfrm>
              <a:off x="5825330" y="3304791"/>
              <a:ext cx="347760" cy="1850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8D6E53B-EF03-6540-B62B-70EE2180DE1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09850" y="3289671"/>
                <a:ext cx="37800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BAF4130-E268-D74B-8110-534EEC8E87E1}"/>
                  </a:ext>
                </a:extLst>
              </p14:cNvPr>
              <p14:cNvContentPartPr/>
              <p14:nvPr/>
            </p14:nvContentPartPr>
            <p14:xfrm>
              <a:off x="4274810" y="3842991"/>
              <a:ext cx="164880" cy="388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BAF4130-E268-D74B-8110-534EEC8E87E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59690" y="3827871"/>
                <a:ext cx="19512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255B3A5-8E54-4E4B-93EE-79DDF4C5F9DF}"/>
                  </a:ext>
                </a:extLst>
              </p14:cNvPr>
              <p14:cNvContentPartPr/>
              <p14:nvPr/>
            </p14:nvContentPartPr>
            <p14:xfrm>
              <a:off x="4218290" y="4003191"/>
              <a:ext cx="187920" cy="439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255B3A5-8E54-4E4B-93EE-79DDF4C5F9D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03170" y="3987711"/>
                <a:ext cx="2185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0" name="Ink 32">
                <a:extLst>
                  <a:ext uri="{FF2B5EF4-FFF2-40B4-BE49-F238E27FC236}">
                    <a16:creationId xmlns:a16="http://schemas.microsoft.com/office/drawing/2014/main" id="{3437700B-4D1F-9C4C-A994-BB6558EC1A4C}"/>
                  </a:ext>
                </a:extLst>
              </p14:cNvPr>
              <p14:cNvContentPartPr/>
              <p14:nvPr/>
            </p14:nvContentPartPr>
            <p14:xfrm>
              <a:off x="6941330" y="3086631"/>
              <a:ext cx="540720" cy="402840"/>
            </p14:xfrm>
          </p:contentPart>
        </mc:Choice>
        <mc:Fallback>
          <p:pic>
            <p:nvPicPr>
              <p:cNvPr id="30" name="Ink 32">
                <a:extLst>
                  <a:ext uri="{FF2B5EF4-FFF2-40B4-BE49-F238E27FC236}">
                    <a16:creationId xmlns:a16="http://schemas.microsoft.com/office/drawing/2014/main" id="{3437700B-4D1F-9C4C-A994-BB6558EC1A4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25850" y="3071151"/>
                <a:ext cx="57132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1" name="Ink 33">
                <a:extLst>
                  <a:ext uri="{FF2B5EF4-FFF2-40B4-BE49-F238E27FC236}">
                    <a16:creationId xmlns:a16="http://schemas.microsoft.com/office/drawing/2014/main" id="{9156D34E-097E-8D4C-8EF9-8660D71BB724}"/>
                  </a:ext>
                </a:extLst>
              </p14:cNvPr>
              <p14:cNvContentPartPr/>
              <p14:nvPr/>
            </p14:nvContentPartPr>
            <p14:xfrm>
              <a:off x="6432650" y="3279591"/>
              <a:ext cx="226800" cy="218160"/>
            </p14:xfrm>
          </p:contentPart>
        </mc:Choice>
        <mc:Fallback>
          <p:pic>
            <p:nvPicPr>
              <p:cNvPr id="31" name="Ink 33">
                <a:extLst>
                  <a:ext uri="{FF2B5EF4-FFF2-40B4-BE49-F238E27FC236}">
                    <a16:creationId xmlns:a16="http://schemas.microsoft.com/office/drawing/2014/main" id="{9156D34E-097E-8D4C-8EF9-8660D71BB72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17530" y="3264471"/>
                <a:ext cx="2574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2" name="Ink 34">
                <a:extLst>
                  <a:ext uri="{FF2B5EF4-FFF2-40B4-BE49-F238E27FC236}">
                    <a16:creationId xmlns:a16="http://schemas.microsoft.com/office/drawing/2014/main" id="{FEED7B86-0E35-F647-88F1-98094F7FF189}"/>
                  </a:ext>
                </a:extLst>
              </p14:cNvPr>
              <p14:cNvContentPartPr/>
              <p14:nvPr/>
            </p14:nvContentPartPr>
            <p14:xfrm>
              <a:off x="5135210" y="3246471"/>
              <a:ext cx="496800" cy="304200"/>
            </p14:xfrm>
          </p:contentPart>
        </mc:Choice>
        <mc:Fallback>
          <p:pic>
            <p:nvPicPr>
              <p:cNvPr id="32" name="Ink 34">
                <a:extLst>
                  <a:ext uri="{FF2B5EF4-FFF2-40B4-BE49-F238E27FC236}">
                    <a16:creationId xmlns:a16="http://schemas.microsoft.com/office/drawing/2014/main" id="{FEED7B86-0E35-F647-88F1-98094F7FF18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19741" y="3231351"/>
                <a:ext cx="527378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3" name="Ink 45">
                <a:extLst>
                  <a:ext uri="{FF2B5EF4-FFF2-40B4-BE49-F238E27FC236}">
                    <a16:creationId xmlns:a16="http://schemas.microsoft.com/office/drawing/2014/main" id="{3C7A6CC8-7E3F-A145-9B2E-0FEF4AE2970F}"/>
                  </a:ext>
                </a:extLst>
              </p14:cNvPr>
              <p14:cNvContentPartPr/>
              <p14:nvPr/>
            </p14:nvContentPartPr>
            <p14:xfrm>
              <a:off x="5549210" y="3898071"/>
              <a:ext cx="489960" cy="249120"/>
            </p14:xfrm>
          </p:contentPart>
        </mc:Choice>
        <mc:Fallback>
          <p:pic>
            <p:nvPicPr>
              <p:cNvPr id="43" name="Ink 45">
                <a:extLst>
                  <a:ext uri="{FF2B5EF4-FFF2-40B4-BE49-F238E27FC236}">
                    <a16:creationId xmlns:a16="http://schemas.microsoft.com/office/drawing/2014/main" id="{3C7A6CC8-7E3F-A145-9B2E-0FEF4AE2970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534090" y="3882929"/>
                <a:ext cx="520560" cy="2797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4" name="Ink 46">
                <a:extLst>
                  <a:ext uri="{FF2B5EF4-FFF2-40B4-BE49-F238E27FC236}">
                    <a16:creationId xmlns:a16="http://schemas.microsoft.com/office/drawing/2014/main" id="{C30F0933-5D2E-A54A-B335-0A06B22DF870}"/>
                  </a:ext>
                </a:extLst>
              </p14:cNvPr>
              <p14:cNvContentPartPr/>
              <p14:nvPr/>
            </p14:nvContentPartPr>
            <p14:xfrm>
              <a:off x="5129450" y="3876831"/>
              <a:ext cx="242640" cy="270360"/>
            </p14:xfrm>
          </p:contentPart>
        </mc:Choice>
        <mc:Fallback>
          <p:pic>
            <p:nvPicPr>
              <p:cNvPr id="44" name="Ink 46">
                <a:extLst>
                  <a:ext uri="{FF2B5EF4-FFF2-40B4-BE49-F238E27FC236}">
                    <a16:creationId xmlns:a16="http://schemas.microsoft.com/office/drawing/2014/main" id="{C30F0933-5D2E-A54A-B335-0A06B22DF87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114330" y="3861351"/>
                <a:ext cx="27324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5" name="Ink 47">
                <a:extLst>
                  <a:ext uri="{FF2B5EF4-FFF2-40B4-BE49-F238E27FC236}">
                    <a16:creationId xmlns:a16="http://schemas.microsoft.com/office/drawing/2014/main" id="{994C2987-FBC8-7C43-BB96-AA4E7B6004DB}"/>
                  </a:ext>
                </a:extLst>
              </p14:cNvPr>
              <p14:cNvContentPartPr/>
              <p14:nvPr/>
            </p14:nvContentPartPr>
            <p14:xfrm>
              <a:off x="4732010" y="3843711"/>
              <a:ext cx="187920" cy="430560"/>
            </p14:xfrm>
          </p:contentPart>
        </mc:Choice>
        <mc:Fallback>
          <p:pic>
            <p:nvPicPr>
              <p:cNvPr id="45" name="Ink 47">
                <a:extLst>
                  <a:ext uri="{FF2B5EF4-FFF2-40B4-BE49-F238E27FC236}">
                    <a16:creationId xmlns:a16="http://schemas.microsoft.com/office/drawing/2014/main" id="{994C2987-FBC8-7C43-BB96-AA4E7B6004D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716530" y="3828231"/>
                <a:ext cx="218520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8209F99-11E7-384F-A00B-CCE7F45C7621}"/>
                  </a:ext>
                </a:extLst>
              </p14:cNvPr>
              <p14:cNvContentPartPr/>
              <p14:nvPr/>
            </p14:nvContentPartPr>
            <p14:xfrm>
              <a:off x="1839050" y="4715271"/>
              <a:ext cx="391680" cy="2372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8209F99-11E7-384F-A00B-CCE7F45C762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823930" y="4700151"/>
                <a:ext cx="4222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C752CDA-5454-CA41-B38C-B57498CB3516}"/>
                  </a:ext>
                </a:extLst>
              </p14:cNvPr>
              <p14:cNvContentPartPr/>
              <p14:nvPr/>
            </p14:nvContentPartPr>
            <p14:xfrm>
              <a:off x="2247290" y="4478391"/>
              <a:ext cx="61200" cy="4899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C752CDA-5454-CA41-B38C-B57498CB351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31810" y="4463271"/>
                <a:ext cx="91440" cy="52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58D0AE2-6FAC-9A40-BA8B-7FB3FFF938CA}"/>
                  </a:ext>
                </a:extLst>
              </p14:cNvPr>
              <p14:cNvContentPartPr/>
              <p14:nvPr/>
            </p14:nvContentPartPr>
            <p14:xfrm>
              <a:off x="2340890" y="4764951"/>
              <a:ext cx="28080" cy="831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58D0AE2-6FAC-9A40-BA8B-7FB3FFF938C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325770" y="4749831"/>
                <a:ext cx="5832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078ED48-23BE-C04F-95A7-E3259507B185}"/>
                  </a:ext>
                </a:extLst>
              </p14:cNvPr>
              <p14:cNvContentPartPr/>
              <p14:nvPr/>
            </p14:nvContentPartPr>
            <p14:xfrm>
              <a:off x="2340890" y="4643631"/>
              <a:ext cx="160560" cy="2214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078ED48-23BE-C04F-95A7-E3259507B18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325770" y="4628511"/>
                <a:ext cx="19116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4CDA160-516A-C841-A114-E0E034E912B8}"/>
                  </a:ext>
                </a:extLst>
              </p14:cNvPr>
              <p14:cNvContentPartPr/>
              <p14:nvPr/>
            </p14:nvContentPartPr>
            <p14:xfrm>
              <a:off x="2937410" y="4627071"/>
              <a:ext cx="276480" cy="3042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4CDA160-516A-C841-A114-E0E034E912B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922290" y="4611951"/>
                <a:ext cx="30708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81543A9-82C6-CE4D-9110-3CEEE43F777B}"/>
                  </a:ext>
                </a:extLst>
              </p14:cNvPr>
              <p14:cNvContentPartPr/>
              <p14:nvPr/>
            </p14:nvContentPartPr>
            <p14:xfrm>
              <a:off x="3307490" y="4712751"/>
              <a:ext cx="248760" cy="1771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81543A9-82C6-CE4D-9110-3CEEE43F777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292010" y="4697631"/>
                <a:ext cx="27936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07BB4F0-4186-A046-88FA-67FEFFB5EFF8}"/>
                  </a:ext>
                </a:extLst>
              </p14:cNvPr>
              <p14:cNvContentPartPr/>
              <p14:nvPr/>
            </p14:nvContentPartPr>
            <p14:xfrm>
              <a:off x="3605570" y="4660911"/>
              <a:ext cx="387000" cy="2401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07BB4F0-4186-A046-88FA-67FEFFB5EFF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90090" y="4645431"/>
                <a:ext cx="41724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C7D8255-6168-E64F-957D-641145D9172D}"/>
                  </a:ext>
                </a:extLst>
              </p14:cNvPr>
              <p14:cNvContentPartPr/>
              <p14:nvPr/>
            </p14:nvContentPartPr>
            <p14:xfrm>
              <a:off x="3909050" y="4682151"/>
              <a:ext cx="50040" cy="500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C7D8255-6168-E64F-957D-641145D9172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893930" y="4667031"/>
                <a:ext cx="8064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7D1E175-1473-4640-BC57-FADDA46484F7}"/>
                  </a:ext>
                </a:extLst>
              </p14:cNvPr>
              <p14:cNvContentPartPr/>
              <p14:nvPr/>
            </p14:nvContentPartPr>
            <p14:xfrm>
              <a:off x="4041890" y="4682151"/>
              <a:ext cx="94320" cy="1990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7D1E175-1473-4640-BC57-FADDA46484F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026410" y="4667031"/>
                <a:ext cx="1245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F1CEF27-B0A7-5442-BF46-E2B6C105000D}"/>
                  </a:ext>
                </a:extLst>
              </p14:cNvPr>
              <p14:cNvContentPartPr/>
              <p14:nvPr/>
            </p14:nvContentPartPr>
            <p14:xfrm>
              <a:off x="4201730" y="4676751"/>
              <a:ext cx="105120" cy="2214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F1CEF27-B0A7-5442-BF46-E2B6C105000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186610" y="4661631"/>
                <a:ext cx="13572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1F2FBAC-8B58-F141-B397-5FC13805579F}"/>
                  </a:ext>
                </a:extLst>
              </p14:cNvPr>
              <p14:cNvContentPartPr/>
              <p14:nvPr/>
            </p14:nvContentPartPr>
            <p14:xfrm>
              <a:off x="4439330" y="4726431"/>
              <a:ext cx="55440" cy="1108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1F2FBAC-8B58-F141-B397-5FC13805579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424210" y="4711311"/>
                <a:ext cx="860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72BA1F3-B283-3C41-BFA1-159F825BD058}"/>
                  </a:ext>
                </a:extLst>
              </p14:cNvPr>
              <p14:cNvContentPartPr/>
              <p14:nvPr/>
            </p14:nvContentPartPr>
            <p14:xfrm>
              <a:off x="4428170" y="4621671"/>
              <a:ext cx="50040" cy="223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72BA1F3-B283-3C41-BFA1-159F825BD05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413050" y="4606191"/>
                <a:ext cx="806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8835BFF-22A4-794C-88A3-938475725732}"/>
                  </a:ext>
                </a:extLst>
              </p14:cNvPr>
              <p14:cNvContentPartPr/>
              <p14:nvPr/>
            </p14:nvContentPartPr>
            <p14:xfrm>
              <a:off x="4582970" y="4638231"/>
              <a:ext cx="364680" cy="1771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8835BFF-22A4-794C-88A3-93847572573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567490" y="4622751"/>
                <a:ext cx="39528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EF391BC-64AD-A34B-AD22-1A4C94D6FA53}"/>
                  </a:ext>
                </a:extLst>
              </p14:cNvPr>
              <p14:cNvContentPartPr/>
              <p14:nvPr/>
            </p14:nvContentPartPr>
            <p14:xfrm>
              <a:off x="5422130" y="4644351"/>
              <a:ext cx="44640" cy="1213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EF391BC-64AD-A34B-AD22-1A4C94D6FA5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407010" y="4628871"/>
                <a:ext cx="7488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4DD4B76-B1BA-D34B-A951-9F7EC9CAD3AF}"/>
                  </a:ext>
                </a:extLst>
              </p14:cNvPr>
              <p14:cNvContentPartPr/>
              <p14:nvPr/>
            </p14:nvContentPartPr>
            <p14:xfrm>
              <a:off x="5350490" y="4516551"/>
              <a:ext cx="281520" cy="2764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4DD4B76-B1BA-D34B-A951-9F7EC9CAD3A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335010" y="4501431"/>
                <a:ext cx="31176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146AB4B-CECF-E84B-8C65-DCC35D855C0F}"/>
                  </a:ext>
                </a:extLst>
              </p14:cNvPr>
              <p14:cNvContentPartPr/>
              <p14:nvPr/>
            </p14:nvContentPartPr>
            <p14:xfrm>
              <a:off x="6234650" y="4533111"/>
              <a:ext cx="340200" cy="2930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146AB4B-CECF-E84B-8C65-DCC35D855C0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219170" y="4517991"/>
                <a:ext cx="37080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DE8223E-F908-9B4D-96C8-71A70BCBE570}"/>
                  </a:ext>
                </a:extLst>
              </p14:cNvPr>
              <p14:cNvContentPartPr/>
              <p14:nvPr/>
            </p14:nvContentPartPr>
            <p14:xfrm>
              <a:off x="6388370" y="4378671"/>
              <a:ext cx="55440" cy="6188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DE8223E-F908-9B4D-96C8-71A70BCBE57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373250" y="4363191"/>
                <a:ext cx="86040" cy="64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94F920F-D755-B74E-81A3-11F18CDB589C}"/>
                  </a:ext>
                </a:extLst>
              </p14:cNvPr>
              <p14:cNvContentPartPr/>
              <p14:nvPr/>
            </p14:nvContentPartPr>
            <p14:xfrm>
              <a:off x="6857810" y="4474791"/>
              <a:ext cx="16920" cy="3679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94F920F-D755-B74E-81A3-11F18CDB589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842690" y="4459671"/>
                <a:ext cx="4752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068B5A9-7051-C347-8F47-6F5DBE4E0B85}"/>
                  </a:ext>
                </a:extLst>
              </p14:cNvPr>
              <p14:cNvContentPartPr/>
              <p14:nvPr/>
            </p14:nvContentPartPr>
            <p14:xfrm>
              <a:off x="6974450" y="4461471"/>
              <a:ext cx="159840" cy="3538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068B5A9-7051-C347-8F47-6F5DBE4E0B8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958970" y="4445991"/>
                <a:ext cx="19044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2C58EDB-06F4-8444-A6D5-EDC4A3ABDACD}"/>
                  </a:ext>
                </a:extLst>
              </p14:cNvPr>
              <p14:cNvContentPartPr/>
              <p14:nvPr/>
            </p14:nvContentPartPr>
            <p14:xfrm>
              <a:off x="7338050" y="4516551"/>
              <a:ext cx="193680" cy="2876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2C58EDB-06F4-8444-A6D5-EDC4A3ABDAC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322930" y="4501431"/>
                <a:ext cx="22428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865415F-B71D-F449-A3AE-E4B0777E4661}"/>
                  </a:ext>
                </a:extLst>
              </p14:cNvPr>
              <p14:cNvContentPartPr/>
              <p14:nvPr/>
            </p14:nvContentPartPr>
            <p14:xfrm>
              <a:off x="7365770" y="4544271"/>
              <a:ext cx="237960" cy="666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865415F-B71D-F449-A3AE-E4B0777E466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350650" y="4528791"/>
                <a:ext cx="26820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BD20449-152B-A94F-AEF6-812168B35C92}"/>
                  </a:ext>
                </a:extLst>
              </p14:cNvPr>
              <p14:cNvContentPartPr/>
              <p14:nvPr/>
            </p14:nvContentPartPr>
            <p14:xfrm>
              <a:off x="7586810" y="4533111"/>
              <a:ext cx="342720" cy="1983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BD20449-152B-A94F-AEF6-812168B35C9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571330" y="4517991"/>
                <a:ext cx="373320" cy="22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5667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 </a:t>
            </a:r>
            <a:r>
              <a:rPr lang="en-US" dirty="0"/>
              <a:t>A</a:t>
            </a:r>
            <a:r>
              <a:rPr lang="en-AU" dirty="0"/>
              <a:t> </a:t>
            </a:r>
            <a:r>
              <a:rPr lang="en-US" dirty="0"/>
              <a:t>car salesman is paid a retainer of $2000 per month and a commission of 2.1% of the total sales in a month.  If he sold a total of $210,000 in January, how much would he made?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3B40C5F-B292-694E-8E9A-65CBFFC85BBE}"/>
                  </a:ext>
                </a:extLst>
              </p14:cNvPr>
              <p14:cNvContentPartPr/>
              <p14:nvPr/>
            </p14:nvContentPartPr>
            <p14:xfrm>
              <a:off x="3396410" y="3522591"/>
              <a:ext cx="126720" cy="5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3B40C5F-B292-694E-8E9A-65CBFFC85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80930" y="3507471"/>
                <a:ext cx="1573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AD73D3E-1451-D14F-9056-9C16DBA9BAE7}"/>
                  </a:ext>
                </a:extLst>
              </p14:cNvPr>
              <p14:cNvContentPartPr/>
              <p14:nvPr/>
            </p14:nvContentPartPr>
            <p14:xfrm>
              <a:off x="3412250" y="3605391"/>
              <a:ext cx="110880" cy="44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AD73D3E-1451-D14F-9056-9C16DBA9BA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97130" y="3590271"/>
                <a:ext cx="1411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A25A4A0-516B-C846-BE0C-8A84B88A95EB}"/>
                  </a:ext>
                </a:extLst>
              </p14:cNvPr>
              <p14:cNvContentPartPr/>
              <p14:nvPr/>
            </p14:nvContentPartPr>
            <p14:xfrm>
              <a:off x="4853330" y="3378951"/>
              <a:ext cx="375120" cy="204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A25A4A0-516B-C846-BE0C-8A84B88A95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38210" y="3363831"/>
                <a:ext cx="4057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D064F22-03F5-F846-881A-8978EBA214AF}"/>
                  </a:ext>
                </a:extLst>
              </p14:cNvPr>
              <p14:cNvContentPartPr/>
              <p14:nvPr/>
            </p14:nvContentPartPr>
            <p14:xfrm>
              <a:off x="3539330" y="3958911"/>
              <a:ext cx="160560" cy="33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D064F22-03F5-F846-881A-8978EBA214A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23850" y="3943791"/>
                <a:ext cx="19116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C267220-CA3C-D548-BA66-A654C40B0B45}"/>
                  </a:ext>
                </a:extLst>
              </p14:cNvPr>
              <p14:cNvContentPartPr/>
              <p14:nvPr/>
            </p14:nvContentPartPr>
            <p14:xfrm>
              <a:off x="3500450" y="4091391"/>
              <a:ext cx="215640" cy="777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C267220-CA3C-D548-BA66-A654C40B0B4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85330" y="4076271"/>
                <a:ext cx="24624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7" name="Ink 32">
                <a:extLst>
                  <a:ext uri="{FF2B5EF4-FFF2-40B4-BE49-F238E27FC236}">
                    <a16:creationId xmlns:a16="http://schemas.microsoft.com/office/drawing/2014/main" id="{07777640-A167-C848-B6D6-99944D2C155B}"/>
                  </a:ext>
                </a:extLst>
              </p14:cNvPr>
              <p14:cNvContentPartPr/>
              <p14:nvPr/>
            </p14:nvContentPartPr>
            <p14:xfrm>
              <a:off x="6421490" y="3247191"/>
              <a:ext cx="298440" cy="320040"/>
            </p14:xfrm>
          </p:contentPart>
        </mc:Choice>
        <mc:Fallback>
          <p:pic>
            <p:nvPicPr>
              <p:cNvPr id="27" name="Ink 32">
                <a:extLst>
                  <a:ext uri="{FF2B5EF4-FFF2-40B4-BE49-F238E27FC236}">
                    <a16:creationId xmlns:a16="http://schemas.microsoft.com/office/drawing/2014/main" id="{07777640-A167-C848-B6D6-99944D2C155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06370" y="3232071"/>
                <a:ext cx="32904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8" name="Ink 33">
                <a:extLst>
                  <a:ext uri="{FF2B5EF4-FFF2-40B4-BE49-F238E27FC236}">
                    <a16:creationId xmlns:a16="http://schemas.microsoft.com/office/drawing/2014/main" id="{7149C57F-CDFD-FF41-9740-E03316F41355}"/>
                  </a:ext>
                </a:extLst>
              </p14:cNvPr>
              <p14:cNvContentPartPr/>
              <p14:nvPr/>
            </p14:nvContentPartPr>
            <p14:xfrm>
              <a:off x="5952770" y="3323871"/>
              <a:ext cx="320040" cy="199080"/>
            </p14:xfrm>
          </p:contentPart>
        </mc:Choice>
        <mc:Fallback>
          <p:pic>
            <p:nvPicPr>
              <p:cNvPr id="28" name="Ink 33">
                <a:extLst>
                  <a:ext uri="{FF2B5EF4-FFF2-40B4-BE49-F238E27FC236}">
                    <a16:creationId xmlns:a16="http://schemas.microsoft.com/office/drawing/2014/main" id="{7149C57F-CDFD-FF41-9740-E03316F4135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37650" y="3308751"/>
                <a:ext cx="35064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9" name="Ink 34">
                <a:extLst>
                  <a:ext uri="{FF2B5EF4-FFF2-40B4-BE49-F238E27FC236}">
                    <a16:creationId xmlns:a16="http://schemas.microsoft.com/office/drawing/2014/main" id="{B7F1889A-F69D-C740-A1C1-AD1661727780}"/>
                  </a:ext>
                </a:extLst>
              </p14:cNvPr>
              <p14:cNvContentPartPr/>
              <p14:nvPr/>
            </p14:nvContentPartPr>
            <p14:xfrm>
              <a:off x="5488370" y="3412431"/>
              <a:ext cx="204840" cy="176760"/>
            </p14:xfrm>
          </p:contentPart>
        </mc:Choice>
        <mc:Fallback>
          <p:pic>
            <p:nvPicPr>
              <p:cNvPr id="29" name="Ink 34">
                <a:extLst>
                  <a:ext uri="{FF2B5EF4-FFF2-40B4-BE49-F238E27FC236}">
                    <a16:creationId xmlns:a16="http://schemas.microsoft.com/office/drawing/2014/main" id="{B7F1889A-F69D-C740-A1C1-AD166172778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73250" y="3396982"/>
                <a:ext cx="235080" cy="207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0" name="Ink 35">
                <a:extLst>
                  <a:ext uri="{FF2B5EF4-FFF2-40B4-BE49-F238E27FC236}">
                    <a16:creationId xmlns:a16="http://schemas.microsoft.com/office/drawing/2014/main" id="{C2F27CE0-654B-8647-9B2D-DC64C0FD3784}"/>
                  </a:ext>
                </a:extLst>
              </p14:cNvPr>
              <p14:cNvContentPartPr/>
              <p14:nvPr/>
            </p14:nvContentPartPr>
            <p14:xfrm>
              <a:off x="4132610" y="3384711"/>
              <a:ext cx="497160" cy="243360"/>
            </p14:xfrm>
          </p:contentPart>
        </mc:Choice>
        <mc:Fallback>
          <p:pic>
            <p:nvPicPr>
              <p:cNvPr id="30" name="Ink 35">
                <a:extLst>
                  <a:ext uri="{FF2B5EF4-FFF2-40B4-BE49-F238E27FC236}">
                    <a16:creationId xmlns:a16="http://schemas.microsoft.com/office/drawing/2014/main" id="{C2F27CE0-654B-8647-9B2D-DC64C0FD378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17130" y="3369231"/>
                <a:ext cx="52776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1" name="Ink 36">
                <a:extLst>
                  <a:ext uri="{FF2B5EF4-FFF2-40B4-BE49-F238E27FC236}">
                    <a16:creationId xmlns:a16="http://schemas.microsoft.com/office/drawing/2014/main" id="{C2AC38FB-7E9F-D84E-9AE1-D4896C23FEA6}"/>
                  </a:ext>
                </a:extLst>
              </p14:cNvPr>
              <p14:cNvContentPartPr/>
              <p14:nvPr/>
            </p14:nvContentPartPr>
            <p14:xfrm>
              <a:off x="3727610" y="3312711"/>
              <a:ext cx="209520" cy="464040"/>
            </p14:xfrm>
          </p:contentPart>
        </mc:Choice>
        <mc:Fallback>
          <p:pic>
            <p:nvPicPr>
              <p:cNvPr id="31" name="Ink 36">
                <a:extLst>
                  <a:ext uri="{FF2B5EF4-FFF2-40B4-BE49-F238E27FC236}">
                    <a16:creationId xmlns:a16="http://schemas.microsoft.com/office/drawing/2014/main" id="{C2AC38FB-7E9F-D84E-9AE1-D4896C23FEA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12490" y="3297591"/>
                <a:ext cx="24012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2" name="Ink 37">
                <a:extLst>
                  <a:ext uri="{FF2B5EF4-FFF2-40B4-BE49-F238E27FC236}">
                    <a16:creationId xmlns:a16="http://schemas.microsoft.com/office/drawing/2014/main" id="{C18CC89E-24E1-0946-933B-C9ED91E5A54D}"/>
                  </a:ext>
                </a:extLst>
              </p14:cNvPr>
              <p14:cNvContentPartPr/>
              <p14:nvPr/>
            </p14:nvContentPartPr>
            <p14:xfrm>
              <a:off x="1435490" y="3484071"/>
              <a:ext cx="1640160" cy="276480"/>
            </p14:xfrm>
          </p:contentPart>
        </mc:Choice>
        <mc:Fallback>
          <p:pic>
            <p:nvPicPr>
              <p:cNvPr id="32" name="Ink 37">
                <a:extLst>
                  <a:ext uri="{FF2B5EF4-FFF2-40B4-BE49-F238E27FC236}">
                    <a16:creationId xmlns:a16="http://schemas.microsoft.com/office/drawing/2014/main" id="{C18CC89E-24E1-0946-933B-C9ED91E5A54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20370" y="3468951"/>
                <a:ext cx="167076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9" name="Ink 51">
                <a:extLst>
                  <a:ext uri="{FF2B5EF4-FFF2-40B4-BE49-F238E27FC236}">
                    <a16:creationId xmlns:a16="http://schemas.microsoft.com/office/drawing/2014/main" id="{A1CEDB30-98D1-6A43-808F-2DC8292AFEC3}"/>
                  </a:ext>
                </a:extLst>
              </p14:cNvPr>
              <p14:cNvContentPartPr/>
              <p14:nvPr/>
            </p14:nvContentPartPr>
            <p14:xfrm>
              <a:off x="4097690" y="3845871"/>
              <a:ext cx="209520" cy="444600"/>
            </p14:xfrm>
          </p:contentPart>
        </mc:Choice>
        <mc:Fallback>
          <p:pic>
            <p:nvPicPr>
              <p:cNvPr id="49" name="Ink 51">
                <a:extLst>
                  <a:ext uri="{FF2B5EF4-FFF2-40B4-BE49-F238E27FC236}">
                    <a16:creationId xmlns:a16="http://schemas.microsoft.com/office/drawing/2014/main" id="{A1CEDB30-98D1-6A43-808F-2DC8292AFEC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82210" y="3830751"/>
                <a:ext cx="24012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69" name="Ink 73">
                <a:extLst>
                  <a:ext uri="{FF2B5EF4-FFF2-40B4-BE49-F238E27FC236}">
                    <a16:creationId xmlns:a16="http://schemas.microsoft.com/office/drawing/2014/main" id="{77E0D3AD-40B5-9742-9638-278DCD868837}"/>
                  </a:ext>
                </a:extLst>
              </p14:cNvPr>
              <p14:cNvContentPartPr/>
              <p14:nvPr/>
            </p14:nvContentPartPr>
            <p14:xfrm>
              <a:off x="4472450" y="3920391"/>
              <a:ext cx="855360" cy="304200"/>
            </p14:xfrm>
          </p:contentPart>
        </mc:Choice>
        <mc:Fallback>
          <p:pic>
            <p:nvPicPr>
              <p:cNvPr id="69" name="Ink 73">
                <a:extLst>
                  <a:ext uri="{FF2B5EF4-FFF2-40B4-BE49-F238E27FC236}">
                    <a16:creationId xmlns:a16="http://schemas.microsoft.com/office/drawing/2014/main" id="{77E0D3AD-40B5-9742-9638-278DCD86883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57336" y="3904911"/>
                <a:ext cx="885587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618140B-7009-224C-8728-837A585AA576}"/>
                  </a:ext>
                </a:extLst>
              </p14:cNvPr>
              <p14:cNvContentPartPr/>
              <p14:nvPr/>
            </p14:nvContentPartPr>
            <p14:xfrm>
              <a:off x="1695050" y="4472991"/>
              <a:ext cx="215640" cy="3524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618140B-7009-224C-8728-837A585AA57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79570" y="4457871"/>
                <a:ext cx="24624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2B6D10E-6259-254D-A6EC-41B10B60F022}"/>
                  </a:ext>
                </a:extLst>
              </p14:cNvPr>
              <p14:cNvContentPartPr/>
              <p14:nvPr/>
            </p14:nvContentPartPr>
            <p14:xfrm>
              <a:off x="1926890" y="4616631"/>
              <a:ext cx="144000" cy="12672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2B6D10E-6259-254D-A6EC-41B10B60F02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911770" y="4601511"/>
                <a:ext cx="17460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907DABE-475C-5B4D-B222-D96CC8AF8CA7}"/>
                  </a:ext>
                </a:extLst>
              </p14:cNvPr>
              <p14:cNvContentPartPr/>
              <p14:nvPr/>
            </p14:nvContentPartPr>
            <p14:xfrm>
              <a:off x="2048930" y="4533111"/>
              <a:ext cx="181800" cy="720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907DABE-475C-5B4D-B222-D96CC8AF8CA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33810" y="4517991"/>
                <a:ext cx="21240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E3874E9-6707-4E48-9D6A-04254130D7BA}"/>
                  </a:ext>
                </a:extLst>
              </p14:cNvPr>
              <p14:cNvContentPartPr/>
              <p14:nvPr/>
            </p14:nvContentPartPr>
            <p14:xfrm>
              <a:off x="2158730" y="4439151"/>
              <a:ext cx="348120" cy="3420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E3874E9-6707-4E48-9D6A-04254130D7B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43610" y="4424031"/>
                <a:ext cx="37872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82441A2A-56C0-284D-87B9-AC2C3A7B7FF6}"/>
                  </a:ext>
                </a:extLst>
              </p14:cNvPr>
              <p14:cNvContentPartPr/>
              <p14:nvPr/>
            </p14:nvContentPartPr>
            <p14:xfrm>
              <a:off x="2434850" y="4444911"/>
              <a:ext cx="502920" cy="2538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82441A2A-56C0-284D-87B9-AC2C3A7B7FF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419730" y="4429431"/>
                <a:ext cx="5331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306D8E1E-6365-4B46-9BFA-9D46DF123FAB}"/>
                  </a:ext>
                </a:extLst>
              </p14:cNvPr>
              <p14:cNvContentPartPr/>
              <p14:nvPr/>
            </p14:nvContentPartPr>
            <p14:xfrm>
              <a:off x="3544730" y="4511151"/>
              <a:ext cx="94320" cy="5544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06D8E1E-6365-4B46-9BFA-9D46DF123FA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529610" y="4495671"/>
                <a:ext cx="12456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5E66D8E-D510-644A-80EB-FDC028A9E2F6}"/>
                  </a:ext>
                </a:extLst>
              </p14:cNvPr>
              <p14:cNvContentPartPr/>
              <p14:nvPr/>
            </p14:nvContentPartPr>
            <p14:xfrm>
              <a:off x="3550130" y="4599351"/>
              <a:ext cx="154800" cy="280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5E66D8E-D510-644A-80EB-FDC028A9E2F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535010" y="4584231"/>
                <a:ext cx="18540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AE1A7FA4-F009-7C47-9DB4-D88B03A42A25}"/>
                  </a:ext>
                </a:extLst>
              </p14:cNvPr>
              <p14:cNvContentPartPr/>
              <p14:nvPr/>
            </p14:nvContentPartPr>
            <p14:xfrm>
              <a:off x="4058450" y="4483431"/>
              <a:ext cx="149400" cy="2048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AE1A7FA4-F009-7C47-9DB4-D88B03A42A2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42970" y="4468311"/>
                <a:ext cx="1800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E4FD52C-FEF7-EF42-9407-EA02E1065CB1}"/>
                  </a:ext>
                </a:extLst>
              </p14:cNvPr>
              <p14:cNvContentPartPr/>
              <p14:nvPr/>
            </p14:nvContentPartPr>
            <p14:xfrm>
              <a:off x="4152050" y="4379751"/>
              <a:ext cx="38880" cy="3967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E4FD52C-FEF7-EF42-9407-EA02E1065CB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136930" y="4364631"/>
                <a:ext cx="69480" cy="4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186ABDF-6D83-6244-88DC-573D329C4D40}"/>
                  </a:ext>
                </a:extLst>
              </p14:cNvPr>
              <p14:cNvContentPartPr/>
              <p14:nvPr/>
            </p14:nvContentPartPr>
            <p14:xfrm>
              <a:off x="4522850" y="4384071"/>
              <a:ext cx="386280" cy="2433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186ABDF-6D83-6244-88DC-573D329C4D4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507370" y="4368951"/>
                <a:ext cx="4168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EEA8F95-229C-A041-9C9D-4886719AA4D6}"/>
                  </a:ext>
                </a:extLst>
              </p14:cNvPr>
              <p14:cNvContentPartPr/>
              <p14:nvPr/>
            </p14:nvContentPartPr>
            <p14:xfrm>
              <a:off x="5057810" y="4412151"/>
              <a:ext cx="126720" cy="1544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EEA8F95-229C-A041-9C9D-4886719AA4D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042330" y="4397031"/>
                <a:ext cx="15732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453875C-553D-A84F-8C1D-D657171CF6D7}"/>
                  </a:ext>
                </a:extLst>
              </p14:cNvPr>
              <p14:cNvContentPartPr/>
              <p14:nvPr/>
            </p14:nvContentPartPr>
            <p14:xfrm>
              <a:off x="5140610" y="4362111"/>
              <a:ext cx="264960" cy="1494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453875C-553D-A84F-8C1D-D657171CF6D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125490" y="4346631"/>
                <a:ext cx="2952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7B540CB-7CE4-6544-BA17-14F65A4FFC0C}"/>
                  </a:ext>
                </a:extLst>
              </p14:cNvPr>
              <p14:cNvContentPartPr/>
              <p14:nvPr/>
            </p14:nvContentPartPr>
            <p14:xfrm>
              <a:off x="2275370" y="5035671"/>
              <a:ext cx="369000" cy="23220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7B540CB-7CE4-6544-BA17-14F65A4FFC0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260250" y="5020551"/>
                <a:ext cx="3996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8B2F7AA-54D3-9048-A635-DC0C696B3339}"/>
                  </a:ext>
                </a:extLst>
              </p14:cNvPr>
              <p14:cNvContentPartPr/>
              <p14:nvPr/>
            </p14:nvContentPartPr>
            <p14:xfrm>
              <a:off x="2727530" y="5118471"/>
              <a:ext cx="72000" cy="824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8B2F7AA-54D3-9048-A635-DC0C696B333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712410" y="5103351"/>
                <a:ext cx="10260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A12E3142-F4C8-3A43-A2A9-7FCC5FD12545}"/>
                  </a:ext>
                </a:extLst>
              </p14:cNvPr>
              <p14:cNvContentPartPr/>
              <p14:nvPr/>
            </p14:nvContentPartPr>
            <p14:xfrm>
              <a:off x="2832650" y="4851711"/>
              <a:ext cx="469800" cy="3715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A12E3142-F4C8-3A43-A2A9-7FCC5FD1254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817170" y="4836231"/>
                <a:ext cx="50004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BF0C1C01-520F-A744-B6A6-D17325D65BED}"/>
                  </a:ext>
                </a:extLst>
              </p14:cNvPr>
              <p14:cNvContentPartPr/>
              <p14:nvPr/>
            </p14:nvContentPartPr>
            <p14:xfrm>
              <a:off x="3804290" y="5047191"/>
              <a:ext cx="149400" cy="327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BF0C1C01-520F-A744-B6A6-D17325D65BE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789170" y="5032071"/>
                <a:ext cx="1800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6EA83FE-DA2B-4C46-831D-59A885152D6A}"/>
                  </a:ext>
                </a:extLst>
              </p14:cNvPr>
              <p14:cNvContentPartPr/>
              <p14:nvPr/>
            </p14:nvContentPartPr>
            <p14:xfrm>
              <a:off x="3826250" y="5113071"/>
              <a:ext cx="154800" cy="388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6EA83FE-DA2B-4C46-831D-59A885152D6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811130" y="5097591"/>
                <a:ext cx="18540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67624471-9913-1940-AF3E-B972813FAB8C}"/>
                  </a:ext>
                </a:extLst>
              </p14:cNvPr>
              <p14:cNvContentPartPr/>
              <p14:nvPr/>
            </p14:nvContentPartPr>
            <p14:xfrm>
              <a:off x="4202450" y="4942431"/>
              <a:ext cx="154440" cy="2041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67624471-9913-1940-AF3E-B972813FAB8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187330" y="4927311"/>
                <a:ext cx="1846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AC5E8820-D759-7249-8DD1-97A7E8964655}"/>
                  </a:ext>
                </a:extLst>
              </p14:cNvPr>
              <p14:cNvContentPartPr/>
              <p14:nvPr/>
            </p14:nvContentPartPr>
            <p14:xfrm>
              <a:off x="4279130" y="4798071"/>
              <a:ext cx="55440" cy="4806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AC5E8820-D759-7249-8DD1-97A7E896465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264010" y="4782951"/>
                <a:ext cx="86040" cy="5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667BEA3-9695-1541-8437-B61A5DEE002B}"/>
                  </a:ext>
                </a:extLst>
              </p14:cNvPr>
              <p14:cNvContentPartPr/>
              <p14:nvPr/>
            </p14:nvContentPartPr>
            <p14:xfrm>
              <a:off x="4593770" y="4831191"/>
              <a:ext cx="99000" cy="2710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667BEA3-9695-1541-8437-B61A5DEE002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578650" y="4816071"/>
                <a:ext cx="12960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A8434BE-8097-4340-B814-B5CAA9B627BF}"/>
                  </a:ext>
                </a:extLst>
              </p14:cNvPr>
              <p14:cNvContentPartPr/>
              <p14:nvPr/>
            </p14:nvContentPartPr>
            <p14:xfrm>
              <a:off x="4864490" y="4823271"/>
              <a:ext cx="199080" cy="1299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A8434BE-8097-4340-B814-B5CAA9B627B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849370" y="4808151"/>
                <a:ext cx="2296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B577766-F712-5948-8CE6-9BAA836C5944}"/>
                  </a:ext>
                </a:extLst>
              </p14:cNvPr>
              <p14:cNvContentPartPr/>
              <p14:nvPr/>
            </p14:nvContentPartPr>
            <p14:xfrm>
              <a:off x="4996970" y="4825791"/>
              <a:ext cx="22320" cy="2433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B577766-F712-5948-8CE6-9BAA836C594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981850" y="4810671"/>
                <a:ext cx="5292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A74E9BCD-1F6E-0A49-A26D-9FE970CBF099}"/>
                  </a:ext>
                </a:extLst>
              </p14:cNvPr>
              <p14:cNvContentPartPr/>
              <p14:nvPr/>
            </p14:nvContentPartPr>
            <p14:xfrm>
              <a:off x="5195690" y="4831191"/>
              <a:ext cx="331560" cy="1713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A74E9BCD-1F6E-0A49-A26D-9FE970CBF09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180570" y="4816071"/>
                <a:ext cx="36216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27" name="Ink 131">
                <a:extLst>
                  <a:ext uri="{FF2B5EF4-FFF2-40B4-BE49-F238E27FC236}">
                    <a16:creationId xmlns:a16="http://schemas.microsoft.com/office/drawing/2014/main" id="{9C105373-849A-934D-BA0B-22BFB2C51057}"/>
                  </a:ext>
                </a:extLst>
              </p14:cNvPr>
              <p14:cNvContentPartPr/>
              <p14:nvPr/>
            </p14:nvContentPartPr>
            <p14:xfrm>
              <a:off x="5714810" y="5356071"/>
              <a:ext cx="1916280" cy="568800"/>
            </p14:xfrm>
          </p:contentPart>
        </mc:Choice>
        <mc:Fallback>
          <p:pic>
            <p:nvPicPr>
              <p:cNvPr id="127" name="Ink 131">
                <a:extLst>
                  <a:ext uri="{FF2B5EF4-FFF2-40B4-BE49-F238E27FC236}">
                    <a16:creationId xmlns:a16="http://schemas.microsoft.com/office/drawing/2014/main" id="{9C105373-849A-934D-BA0B-22BFB2C5105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699690" y="5340601"/>
                <a:ext cx="1946880" cy="5993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28" name="Ink 132">
                <a:extLst>
                  <a:ext uri="{FF2B5EF4-FFF2-40B4-BE49-F238E27FC236}">
                    <a16:creationId xmlns:a16="http://schemas.microsoft.com/office/drawing/2014/main" id="{1A7407C7-467B-3841-BE59-801B90DC5BD7}"/>
                  </a:ext>
                </a:extLst>
              </p14:cNvPr>
              <p14:cNvContentPartPr/>
              <p14:nvPr/>
            </p14:nvContentPartPr>
            <p14:xfrm>
              <a:off x="4307210" y="5494671"/>
              <a:ext cx="855720" cy="292320"/>
            </p14:xfrm>
          </p:contentPart>
        </mc:Choice>
        <mc:Fallback>
          <p:pic>
            <p:nvPicPr>
              <p:cNvPr id="128" name="Ink 132">
                <a:extLst>
                  <a:ext uri="{FF2B5EF4-FFF2-40B4-BE49-F238E27FC236}">
                    <a16:creationId xmlns:a16="http://schemas.microsoft.com/office/drawing/2014/main" id="{1A7407C7-467B-3841-BE59-801B90DC5BD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292090" y="5479191"/>
                <a:ext cx="88596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29" name="Ink 133">
                <a:extLst>
                  <a:ext uri="{FF2B5EF4-FFF2-40B4-BE49-F238E27FC236}">
                    <a16:creationId xmlns:a16="http://schemas.microsoft.com/office/drawing/2014/main" id="{FAC02F7C-2208-7043-B588-C73F573996B1}"/>
                  </a:ext>
                </a:extLst>
              </p14:cNvPr>
              <p14:cNvContentPartPr/>
              <p14:nvPr/>
            </p14:nvContentPartPr>
            <p14:xfrm>
              <a:off x="3773690" y="5433111"/>
              <a:ext cx="180000" cy="442080"/>
            </p14:xfrm>
          </p:contentPart>
        </mc:Choice>
        <mc:Fallback>
          <p:pic>
            <p:nvPicPr>
              <p:cNvPr id="129" name="Ink 133">
                <a:extLst>
                  <a:ext uri="{FF2B5EF4-FFF2-40B4-BE49-F238E27FC236}">
                    <a16:creationId xmlns:a16="http://schemas.microsoft.com/office/drawing/2014/main" id="{FAC02F7C-2208-7043-B588-C73F573996B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758210" y="5417991"/>
                <a:ext cx="21060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30" name="Ink 134">
                <a:extLst>
                  <a:ext uri="{FF2B5EF4-FFF2-40B4-BE49-F238E27FC236}">
                    <a16:creationId xmlns:a16="http://schemas.microsoft.com/office/drawing/2014/main" id="{1B2642EA-0E75-004C-8FE3-B69B4253A396}"/>
                  </a:ext>
                </a:extLst>
              </p14:cNvPr>
              <p14:cNvContentPartPr/>
              <p14:nvPr/>
            </p14:nvContentPartPr>
            <p14:xfrm>
              <a:off x="2296970" y="5463711"/>
              <a:ext cx="844920" cy="436680"/>
            </p14:xfrm>
          </p:contentPart>
        </mc:Choice>
        <mc:Fallback>
          <p:pic>
            <p:nvPicPr>
              <p:cNvPr id="130" name="Ink 134">
                <a:extLst>
                  <a:ext uri="{FF2B5EF4-FFF2-40B4-BE49-F238E27FC236}">
                    <a16:creationId xmlns:a16="http://schemas.microsoft.com/office/drawing/2014/main" id="{1B2642EA-0E75-004C-8FE3-B69B4253A39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281497" y="5448591"/>
                <a:ext cx="875147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1" name="Ink 135">
                <a:extLst>
                  <a:ext uri="{FF2B5EF4-FFF2-40B4-BE49-F238E27FC236}">
                    <a16:creationId xmlns:a16="http://schemas.microsoft.com/office/drawing/2014/main" id="{1F8C0125-62F9-B24E-852C-C3FB0B2F32CD}"/>
                  </a:ext>
                </a:extLst>
              </p14:cNvPr>
              <p14:cNvContentPartPr/>
              <p14:nvPr/>
            </p14:nvContentPartPr>
            <p14:xfrm>
              <a:off x="1093850" y="5582151"/>
              <a:ext cx="474480" cy="370440"/>
            </p14:xfrm>
          </p:contentPart>
        </mc:Choice>
        <mc:Fallback>
          <p:pic>
            <p:nvPicPr>
              <p:cNvPr id="131" name="Ink 135">
                <a:extLst>
                  <a:ext uri="{FF2B5EF4-FFF2-40B4-BE49-F238E27FC236}">
                    <a16:creationId xmlns:a16="http://schemas.microsoft.com/office/drawing/2014/main" id="{1F8C0125-62F9-B24E-852C-C3FB0B2F32C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78370" y="5567031"/>
                <a:ext cx="505080" cy="40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7837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mr-IN" dirty="0"/>
              <a:t>–</a:t>
            </a:r>
            <a:r>
              <a:rPr lang="en-US" dirty="0"/>
              <a:t> stepped commission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7" y="1339712"/>
            <a:ext cx="854392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auction house charged the following commission:</a:t>
            </a:r>
          </a:p>
          <a:p>
            <a:pPr lvl="1"/>
            <a:r>
              <a:rPr lang="en-US" dirty="0"/>
              <a:t>5% of the first $10,000</a:t>
            </a:r>
          </a:p>
          <a:p>
            <a:pPr lvl="1"/>
            <a:r>
              <a:rPr lang="en-US" dirty="0"/>
              <a:t>2% of the next $15,000</a:t>
            </a:r>
          </a:p>
          <a:p>
            <a:pPr lvl="1"/>
            <a:r>
              <a:rPr lang="en-US" dirty="0"/>
              <a:t>1% of the next $15,000</a:t>
            </a:r>
          </a:p>
          <a:p>
            <a:pPr lvl="1"/>
            <a:r>
              <a:rPr lang="en-US" dirty="0"/>
              <a:t>0.5% thereafter.</a:t>
            </a:r>
          </a:p>
          <a:p>
            <a:pPr marL="0" indent="0">
              <a:buNone/>
            </a:pPr>
            <a:r>
              <a:rPr lang="en-US" dirty="0"/>
              <a:t>What would the commission be if the auction house sold an antique vase for $50,000?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2172D44-A715-1B47-9FB4-581DA8D9459C}"/>
                  </a:ext>
                </a:extLst>
              </p14:cNvPr>
              <p14:cNvContentPartPr/>
              <p14:nvPr/>
            </p14:nvContentPartPr>
            <p14:xfrm>
              <a:off x="5090930" y="4295871"/>
              <a:ext cx="210240" cy="2076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2172D44-A715-1B47-9FB4-581DA8D945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5450" y="4280391"/>
                <a:ext cx="240840" cy="21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Ink 23">
                <a:extLst>
                  <a:ext uri="{FF2B5EF4-FFF2-40B4-BE49-F238E27FC236}">
                    <a16:creationId xmlns:a16="http://schemas.microsoft.com/office/drawing/2014/main" id="{97904B83-6A47-D245-AB06-94BF575F2C0F}"/>
                  </a:ext>
                </a:extLst>
              </p14:cNvPr>
              <p14:cNvContentPartPr/>
              <p14:nvPr/>
            </p14:nvContentPartPr>
            <p14:xfrm>
              <a:off x="1077290" y="4295871"/>
              <a:ext cx="225720" cy="231840"/>
            </p14:xfrm>
          </p:contentPart>
        </mc:Choice>
        <mc:Fallback>
          <p:pic>
            <p:nvPicPr>
              <p:cNvPr id="20" name="Ink 23">
                <a:extLst>
                  <a:ext uri="{FF2B5EF4-FFF2-40B4-BE49-F238E27FC236}">
                    <a16:creationId xmlns:a16="http://schemas.microsoft.com/office/drawing/2014/main" id="{97904B83-6A47-D245-AB06-94BF575F2C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1835" y="4280415"/>
                <a:ext cx="256271" cy="262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1" name="Ink 24">
                <a:extLst>
                  <a:ext uri="{FF2B5EF4-FFF2-40B4-BE49-F238E27FC236}">
                    <a16:creationId xmlns:a16="http://schemas.microsoft.com/office/drawing/2014/main" id="{4B72508D-FB31-A444-A0E0-0AC4E98CD48C}"/>
                  </a:ext>
                </a:extLst>
              </p14:cNvPr>
              <p14:cNvContentPartPr/>
              <p14:nvPr/>
            </p14:nvContentPartPr>
            <p14:xfrm>
              <a:off x="612890" y="4334391"/>
              <a:ext cx="370080" cy="237960"/>
            </p14:xfrm>
          </p:contentPart>
        </mc:Choice>
        <mc:Fallback>
          <p:pic>
            <p:nvPicPr>
              <p:cNvPr id="21" name="Ink 24">
                <a:extLst>
                  <a:ext uri="{FF2B5EF4-FFF2-40B4-BE49-F238E27FC236}">
                    <a16:creationId xmlns:a16="http://schemas.microsoft.com/office/drawing/2014/main" id="{4B72508D-FB31-A444-A0E0-0AC4E98CD48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7425" y="4319271"/>
                <a:ext cx="400291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7" name="Ink 27">
                <a:extLst>
                  <a:ext uri="{FF2B5EF4-FFF2-40B4-BE49-F238E27FC236}">
                    <a16:creationId xmlns:a16="http://schemas.microsoft.com/office/drawing/2014/main" id="{16B3DB35-D2B7-0847-9FAF-F4F9A3257350}"/>
                  </a:ext>
                </a:extLst>
              </p14:cNvPr>
              <p14:cNvContentPartPr/>
              <p14:nvPr/>
            </p14:nvContentPartPr>
            <p14:xfrm>
              <a:off x="1579130" y="4323231"/>
              <a:ext cx="822600" cy="281880"/>
            </p14:xfrm>
          </p:contentPart>
        </mc:Choice>
        <mc:Fallback>
          <p:pic>
            <p:nvPicPr>
              <p:cNvPr id="27" name="Ink 27">
                <a:extLst>
                  <a:ext uri="{FF2B5EF4-FFF2-40B4-BE49-F238E27FC236}">
                    <a16:creationId xmlns:a16="http://schemas.microsoft.com/office/drawing/2014/main" id="{16B3DB35-D2B7-0847-9FAF-F4F9A325735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63650" y="4308111"/>
                <a:ext cx="85284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2" name="Ink 44">
                <a:extLst>
                  <a:ext uri="{FF2B5EF4-FFF2-40B4-BE49-F238E27FC236}">
                    <a16:creationId xmlns:a16="http://schemas.microsoft.com/office/drawing/2014/main" id="{6370FEC6-A042-A946-8826-39CFF036CF26}"/>
                  </a:ext>
                </a:extLst>
              </p14:cNvPr>
              <p14:cNvContentPartPr/>
              <p14:nvPr/>
            </p14:nvContentPartPr>
            <p14:xfrm>
              <a:off x="1214450" y="4704471"/>
              <a:ext cx="1066320" cy="254160"/>
            </p14:xfrm>
          </p:contentPart>
        </mc:Choice>
        <mc:Fallback>
          <p:pic>
            <p:nvPicPr>
              <p:cNvPr id="42" name="Ink 44">
                <a:extLst>
                  <a:ext uri="{FF2B5EF4-FFF2-40B4-BE49-F238E27FC236}">
                    <a16:creationId xmlns:a16="http://schemas.microsoft.com/office/drawing/2014/main" id="{6370FEC6-A042-A946-8826-39CFF036CF2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99325" y="4689013"/>
                <a:ext cx="1096930" cy="2843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9" name="Ink 49">
                <a:extLst>
                  <a:ext uri="{FF2B5EF4-FFF2-40B4-BE49-F238E27FC236}">
                    <a16:creationId xmlns:a16="http://schemas.microsoft.com/office/drawing/2014/main" id="{099969AB-420E-7B44-A3F4-73A18071E25F}"/>
                  </a:ext>
                </a:extLst>
              </p14:cNvPr>
              <p14:cNvContentPartPr/>
              <p14:nvPr/>
            </p14:nvContentPartPr>
            <p14:xfrm>
              <a:off x="3268610" y="4676751"/>
              <a:ext cx="486360" cy="149400"/>
            </p14:xfrm>
          </p:contentPart>
        </mc:Choice>
        <mc:Fallback>
          <p:pic>
            <p:nvPicPr>
              <p:cNvPr id="49" name="Ink 49">
                <a:extLst>
                  <a:ext uri="{FF2B5EF4-FFF2-40B4-BE49-F238E27FC236}">
                    <a16:creationId xmlns:a16="http://schemas.microsoft.com/office/drawing/2014/main" id="{099969AB-420E-7B44-A3F4-73A18071E25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53490" y="4661631"/>
                <a:ext cx="5166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8" name="Ink 58">
                <a:extLst>
                  <a:ext uri="{FF2B5EF4-FFF2-40B4-BE49-F238E27FC236}">
                    <a16:creationId xmlns:a16="http://schemas.microsoft.com/office/drawing/2014/main" id="{1A75F53D-27A5-C94B-9BA3-08EA6AD57E4B}"/>
                  </a:ext>
                </a:extLst>
              </p14:cNvPr>
              <p14:cNvContentPartPr/>
              <p14:nvPr/>
            </p14:nvContentPartPr>
            <p14:xfrm>
              <a:off x="3892490" y="4649031"/>
              <a:ext cx="514080" cy="171720"/>
            </p14:xfrm>
          </p:contentPart>
        </mc:Choice>
        <mc:Fallback>
          <p:pic>
            <p:nvPicPr>
              <p:cNvPr id="58" name="Ink 58">
                <a:extLst>
                  <a:ext uri="{FF2B5EF4-FFF2-40B4-BE49-F238E27FC236}">
                    <a16:creationId xmlns:a16="http://schemas.microsoft.com/office/drawing/2014/main" id="{1A75F53D-27A5-C94B-9BA3-08EA6AD57E4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77359" y="4633879"/>
                <a:ext cx="544701" cy="2023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6" name="Ink 67">
                <a:extLst>
                  <a:ext uri="{FF2B5EF4-FFF2-40B4-BE49-F238E27FC236}">
                    <a16:creationId xmlns:a16="http://schemas.microsoft.com/office/drawing/2014/main" id="{4FC7AC89-46F5-CA4D-B448-2FC2301A02CE}"/>
                  </a:ext>
                </a:extLst>
              </p14:cNvPr>
              <p14:cNvContentPartPr/>
              <p14:nvPr/>
            </p14:nvContentPartPr>
            <p14:xfrm>
              <a:off x="3285170" y="5024511"/>
              <a:ext cx="458640" cy="187920"/>
            </p14:xfrm>
          </p:contentPart>
        </mc:Choice>
        <mc:Fallback>
          <p:pic>
            <p:nvPicPr>
              <p:cNvPr id="66" name="Ink 67">
                <a:extLst>
                  <a:ext uri="{FF2B5EF4-FFF2-40B4-BE49-F238E27FC236}">
                    <a16:creationId xmlns:a16="http://schemas.microsoft.com/office/drawing/2014/main" id="{4FC7AC89-46F5-CA4D-B448-2FC2301A02C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70050" y="5009391"/>
                <a:ext cx="48924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7" name="Ink 68">
                <a:extLst>
                  <a:ext uri="{FF2B5EF4-FFF2-40B4-BE49-F238E27FC236}">
                    <a16:creationId xmlns:a16="http://schemas.microsoft.com/office/drawing/2014/main" id="{427BA20F-5B9C-7845-A9A6-397827F4ADE1}"/>
                  </a:ext>
                </a:extLst>
              </p14:cNvPr>
              <p14:cNvContentPartPr/>
              <p14:nvPr/>
            </p14:nvContentPartPr>
            <p14:xfrm>
              <a:off x="2495690" y="4574151"/>
              <a:ext cx="673200" cy="655200"/>
            </p14:xfrm>
          </p:contentPart>
        </mc:Choice>
        <mc:Fallback>
          <p:pic>
            <p:nvPicPr>
              <p:cNvPr id="67" name="Ink 68">
                <a:extLst>
                  <a:ext uri="{FF2B5EF4-FFF2-40B4-BE49-F238E27FC236}">
                    <a16:creationId xmlns:a16="http://schemas.microsoft.com/office/drawing/2014/main" id="{427BA20F-5B9C-7845-A9A6-397827F4ADE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80578" y="4559023"/>
                <a:ext cx="703424" cy="6858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FD3218A-3665-DC4D-80EA-1B60DAA7C7FC}"/>
                  </a:ext>
                </a:extLst>
              </p14:cNvPr>
              <p14:cNvContentPartPr/>
              <p14:nvPr/>
            </p14:nvContentPartPr>
            <p14:xfrm>
              <a:off x="3268610" y="5493951"/>
              <a:ext cx="38880" cy="1659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FD3218A-3665-DC4D-80EA-1B60DAA7C7F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53490" y="5478831"/>
                <a:ext cx="6948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56BFC32B-4D47-514D-ACF7-3B6AA973A449}"/>
                  </a:ext>
                </a:extLst>
              </p14:cNvPr>
              <p14:cNvContentPartPr/>
              <p14:nvPr/>
            </p14:nvContentPartPr>
            <p14:xfrm>
              <a:off x="4345370" y="5427711"/>
              <a:ext cx="80280" cy="13824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56BFC32B-4D47-514D-ACF7-3B6AA973A44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30250" y="5412591"/>
                <a:ext cx="1105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FFABD382-70C9-394E-A4A5-D6A0F40D1129}"/>
                  </a:ext>
                </a:extLst>
              </p14:cNvPr>
              <p14:cNvContentPartPr/>
              <p14:nvPr/>
            </p14:nvContentPartPr>
            <p14:xfrm>
              <a:off x="2755250" y="6029631"/>
              <a:ext cx="154800" cy="115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FFABD382-70C9-394E-A4A5-D6A0F40D112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39770" y="6014151"/>
                <a:ext cx="18540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FE6A7E30-8188-EB42-BA32-1CEB83A2AE55}"/>
                  </a:ext>
                </a:extLst>
              </p14:cNvPr>
              <p14:cNvContentPartPr/>
              <p14:nvPr/>
            </p14:nvContentPartPr>
            <p14:xfrm>
              <a:off x="2766770" y="6107031"/>
              <a:ext cx="137880" cy="334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FE6A7E30-8188-EB42-BA32-1CEB83A2AE5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51650" y="6091551"/>
                <a:ext cx="16812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3" name="Ink 111">
                <a:extLst>
                  <a:ext uri="{FF2B5EF4-FFF2-40B4-BE49-F238E27FC236}">
                    <a16:creationId xmlns:a16="http://schemas.microsoft.com/office/drawing/2014/main" id="{EFDC64D1-CBC3-9740-90C9-8F59AA33672A}"/>
                  </a:ext>
                </a:extLst>
              </p14:cNvPr>
              <p14:cNvContentPartPr/>
              <p14:nvPr/>
            </p14:nvContentPartPr>
            <p14:xfrm>
              <a:off x="4538690" y="5383431"/>
              <a:ext cx="408960" cy="182520"/>
            </p14:xfrm>
          </p:contentPart>
        </mc:Choice>
        <mc:Fallback>
          <p:pic>
            <p:nvPicPr>
              <p:cNvPr id="103" name="Ink 111">
                <a:extLst>
                  <a:ext uri="{FF2B5EF4-FFF2-40B4-BE49-F238E27FC236}">
                    <a16:creationId xmlns:a16="http://schemas.microsoft.com/office/drawing/2014/main" id="{EFDC64D1-CBC3-9740-90C9-8F59AA33672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523570" y="5368311"/>
                <a:ext cx="43956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04" name="Ink 112">
                <a:extLst>
                  <a:ext uri="{FF2B5EF4-FFF2-40B4-BE49-F238E27FC236}">
                    <a16:creationId xmlns:a16="http://schemas.microsoft.com/office/drawing/2014/main" id="{A7C1A53E-8287-2448-8B32-11228D88BFE3}"/>
                  </a:ext>
                </a:extLst>
              </p14:cNvPr>
              <p14:cNvContentPartPr/>
              <p14:nvPr/>
            </p14:nvContentPartPr>
            <p14:xfrm>
              <a:off x="4003010" y="5472351"/>
              <a:ext cx="144000" cy="171000"/>
            </p14:xfrm>
          </p:contentPart>
        </mc:Choice>
        <mc:Fallback>
          <p:pic>
            <p:nvPicPr>
              <p:cNvPr id="104" name="Ink 112">
                <a:extLst>
                  <a:ext uri="{FF2B5EF4-FFF2-40B4-BE49-F238E27FC236}">
                    <a16:creationId xmlns:a16="http://schemas.microsoft.com/office/drawing/2014/main" id="{A7C1A53E-8287-2448-8B32-11228D88BFE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987890" y="5457231"/>
                <a:ext cx="1746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05" name="Ink 113">
                <a:extLst>
                  <a:ext uri="{FF2B5EF4-FFF2-40B4-BE49-F238E27FC236}">
                    <a16:creationId xmlns:a16="http://schemas.microsoft.com/office/drawing/2014/main" id="{09FADD66-6AED-EE4B-99BE-856C0A09368F}"/>
                  </a:ext>
                </a:extLst>
              </p14:cNvPr>
              <p14:cNvContentPartPr/>
              <p14:nvPr/>
            </p14:nvContentPartPr>
            <p14:xfrm>
              <a:off x="3390290" y="5477391"/>
              <a:ext cx="453240" cy="226800"/>
            </p14:xfrm>
          </p:contentPart>
        </mc:Choice>
        <mc:Fallback>
          <p:pic>
            <p:nvPicPr>
              <p:cNvPr id="105" name="Ink 113">
                <a:extLst>
                  <a:ext uri="{FF2B5EF4-FFF2-40B4-BE49-F238E27FC236}">
                    <a16:creationId xmlns:a16="http://schemas.microsoft.com/office/drawing/2014/main" id="{09FADD66-6AED-EE4B-99BE-856C0A09368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374810" y="5462271"/>
                <a:ext cx="4834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06" name="Ink 114">
                <a:extLst>
                  <a:ext uri="{FF2B5EF4-FFF2-40B4-BE49-F238E27FC236}">
                    <a16:creationId xmlns:a16="http://schemas.microsoft.com/office/drawing/2014/main" id="{0EB506CA-ADF7-3843-9602-073E037961BD}"/>
                  </a:ext>
                </a:extLst>
              </p14:cNvPr>
              <p14:cNvContentPartPr/>
              <p14:nvPr/>
            </p14:nvContentPartPr>
            <p14:xfrm>
              <a:off x="2948570" y="5416551"/>
              <a:ext cx="181800" cy="364680"/>
            </p14:xfrm>
          </p:contentPart>
        </mc:Choice>
        <mc:Fallback>
          <p:pic>
            <p:nvPicPr>
              <p:cNvPr id="106" name="Ink 114">
                <a:extLst>
                  <a:ext uri="{FF2B5EF4-FFF2-40B4-BE49-F238E27FC236}">
                    <a16:creationId xmlns:a16="http://schemas.microsoft.com/office/drawing/2014/main" id="{0EB506CA-ADF7-3843-9602-073E037961B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933090" y="5401431"/>
                <a:ext cx="21240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07" name="Ink 115">
                <a:extLst>
                  <a:ext uri="{FF2B5EF4-FFF2-40B4-BE49-F238E27FC236}">
                    <a16:creationId xmlns:a16="http://schemas.microsoft.com/office/drawing/2014/main" id="{26BE5429-F6DF-5540-BE59-E7645F428E56}"/>
                  </a:ext>
                </a:extLst>
              </p14:cNvPr>
              <p14:cNvContentPartPr/>
              <p14:nvPr/>
            </p14:nvContentPartPr>
            <p14:xfrm>
              <a:off x="2710970" y="5604471"/>
              <a:ext cx="127440" cy="99720"/>
            </p14:xfrm>
          </p:contentPart>
        </mc:Choice>
        <mc:Fallback>
          <p:pic>
            <p:nvPicPr>
              <p:cNvPr id="107" name="Ink 115">
                <a:extLst>
                  <a:ext uri="{FF2B5EF4-FFF2-40B4-BE49-F238E27FC236}">
                    <a16:creationId xmlns:a16="http://schemas.microsoft.com/office/drawing/2014/main" id="{26BE5429-F6DF-5540-BE59-E7645F428E5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695850" y="5588991"/>
                <a:ext cx="15768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21" name="Ink 121">
                <a:extLst>
                  <a:ext uri="{FF2B5EF4-FFF2-40B4-BE49-F238E27FC236}">
                    <a16:creationId xmlns:a16="http://schemas.microsoft.com/office/drawing/2014/main" id="{E8FB9903-7D4A-CF4C-81B1-DFBC79981FD9}"/>
                  </a:ext>
                </a:extLst>
              </p14:cNvPr>
              <p14:cNvContentPartPr/>
              <p14:nvPr/>
            </p14:nvContentPartPr>
            <p14:xfrm>
              <a:off x="706490" y="5179311"/>
              <a:ext cx="1661760" cy="684360"/>
            </p14:xfrm>
          </p:contentPart>
        </mc:Choice>
        <mc:Fallback>
          <p:pic>
            <p:nvPicPr>
              <p:cNvPr id="121" name="Ink 121">
                <a:extLst>
                  <a:ext uri="{FF2B5EF4-FFF2-40B4-BE49-F238E27FC236}">
                    <a16:creationId xmlns:a16="http://schemas.microsoft.com/office/drawing/2014/main" id="{E8FB9903-7D4A-CF4C-81B1-DFBC79981FD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91370" y="5163831"/>
                <a:ext cx="1692360" cy="71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665D0F16-1E16-5545-A5C4-30F42B6B139A}"/>
                  </a:ext>
                </a:extLst>
              </p14:cNvPr>
              <p14:cNvContentPartPr/>
              <p14:nvPr/>
            </p14:nvContentPartPr>
            <p14:xfrm>
              <a:off x="3130730" y="5869431"/>
              <a:ext cx="132120" cy="2214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665D0F16-1E16-5545-A5C4-30F42B6B139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115250" y="5854311"/>
                <a:ext cx="16272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6A2F4840-88E0-BB40-935F-2EF44F1233AE}"/>
                  </a:ext>
                </a:extLst>
              </p14:cNvPr>
              <p14:cNvContentPartPr/>
              <p14:nvPr/>
            </p14:nvContentPartPr>
            <p14:xfrm>
              <a:off x="3191210" y="5770071"/>
              <a:ext cx="28080" cy="46980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6A2F4840-88E0-BB40-935F-2EF44F1233A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176090" y="5754951"/>
                <a:ext cx="58320" cy="5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46264AF6-E3D2-474C-8C04-A0CB052D7FE9}"/>
                  </a:ext>
                </a:extLst>
              </p14:cNvPr>
              <p14:cNvContentPartPr/>
              <p14:nvPr/>
            </p14:nvContentPartPr>
            <p14:xfrm>
              <a:off x="3351050" y="5885991"/>
              <a:ext cx="121680" cy="27108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46264AF6-E3D2-474C-8C04-A0CB052D7FE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35570" y="5870871"/>
                <a:ext cx="15228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559E268-94AA-314A-876C-3BB34279803A}"/>
                  </a:ext>
                </a:extLst>
              </p14:cNvPr>
              <p14:cNvContentPartPr/>
              <p14:nvPr/>
            </p14:nvContentPartPr>
            <p14:xfrm>
              <a:off x="3533570" y="5974191"/>
              <a:ext cx="110880" cy="13284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559E268-94AA-314A-876C-3BB34279803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518450" y="5959071"/>
                <a:ext cx="14112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162F5038-0175-F448-8C8E-98301C46F56B}"/>
                  </a:ext>
                </a:extLst>
              </p14:cNvPr>
              <p14:cNvContentPartPr/>
              <p14:nvPr/>
            </p14:nvContentPartPr>
            <p14:xfrm>
              <a:off x="3693770" y="5919111"/>
              <a:ext cx="165240" cy="1108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162F5038-0175-F448-8C8E-98301C46F56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678650" y="5903991"/>
                <a:ext cx="1958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76EA443F-DB33-6E48-BDDF-29A16E774B41}"/>
                  </a:ext>
                </a:extLst>
              </p14:cNvPr>
              <p14:cNvContentPartPr/>
              <p14:nvPr/>
            </p14:nvContentPartPr>
            <p14:xfrm>
              <a:off x="8840690" y="4268151"/>
              <a:ext cx="82440" cy="14400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76EA443F-DB33-6E48-BDDF-29A16E774B4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825570" y="4253031"/>
                <a:ext cx="11304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C594EA1F-7A43-2A4E-9442-33FF1354D4C9}"/>
                  </a:ext>
                </a:extLst>
              </p14:cNvPr>
              <p14:cNvContentPartPr/>
              <p14:nvPr/>
            </p14:nvContentPartPr>
            <p14:xfrm>
              <a:off x="9011330" y="4367511"/>
              <a:ext cx="5760" cy="169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C594EA1F-7A43-2A4E-9442-33FF1354D4C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996210" y="4352391"/>
                <a:ext cx="363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62" name="Ink 165">
                <a:extLst>
                  <a:ext uri="{FF2B5EF4-FFF2-40B4-BE49-F238E27FC236}">
                    <a16:creationId xmlns:a16="http://schemas.microsoft.com/office/drawing/2014/main" id="{C4DAC883-3EF5-1F47-BE2D-501B9EB60882}"/>
                  </a:ext>
                </a:extLst>
              </p14:cNvPr>
              <p14:cNvContentPartPr/>
              <p14:nvPr/>
            </p14:nvContentPartPr>
            <p14:xfrm>
              <a:off x="8591570" y="4273551"/>
              <a:ext cx="105480" cy="165960"/>
            </p14:xfrm>
          </p:contentPart>
        </mc:Choice>
        <mc:Fallback>
          <p:pic>
            <p:nvPicPr>
              <p:cNvPr id="162" name="Ink 165">
                <a:extLst>
                  <a:ext uri="{FF2B5EF4-FFF2-40B4-BE49-F238E27FC236}">
                    <a16:creationId xmlns:a16="http://schemas.microsoft.com/office/drawing/2014/main" id="{C4DAC883-3EF5-1F47-BE2D-501B9EB6088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576398" y="4258431"/>
                <a:ext cx="136185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63" name="Ink 166">
                <a:extLst>
                  <a:ext uri="{FF2B5EF4-FFF2-40B4-BE49-F238E27FC236}">
                    <a16:creationId xmlns:a16="http://schemas.microsoft.com/office/drawing/2014/main" id="{37793AD9-3F09-064F-A8F9-798604F9F01A}"/>
                  </a:ext>
                </a:extLst>
              </p14:cNvPr>
              <p14:cNvContentPartPr/>
              <p14:nvPr/>
            </p14:nvContentPartPr>
            <p14:xfrm>
              <a:off x="7868330" y="4256991"/>
              <a:ext cx="618840" cy="254520"/>
            </p14:xfrm>
          </p:contentPart>
        </mc:Choice>
        <mc:Fallback>
          <p:pic>
            <p:nvPicPr>
              <p:cNvPr id="163" name="Ink 166">
                <a:extLst>
                  <a:ext uri="{FF2B5EF4-FFF2-40B4-BE49-F238E27FC236}">
                    <a16:creationId xmlns:a16="http://schemas.microsoft.com/office/drawing/2014/main" id="{37793AD9-3F09-064F-A8F9-798604F9F01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853210" y="4241871"/>
                <a:ext cx="64944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64" name="Ink 167">
                <a:extLst>
                  <a:ext uri="{FF2B5EF4-FFF2-40B4-BE49-F238E27FC236}">
                    <a16:creationId xmlns:a16="http://schemas.microsoft.com/office/drawing/2014/main" id="{95703ED6-C282-A64D-886F-E7C8D8983D71}"/>
                  </a:ext>
                </a:extLst>
              </p14:cNvPr>
              <p14:cNvContentPartPr/>
              <p14:nvPr/>
            </p14:nvContentPartPr>
            <p14:xfrm>
              <a:off x="7554050" y="4165551"/>
              <a:ext cx="165240" cy="307080"/>
            </p14:xfrm>
          </p:contentPart>
        </mc:Choice>
        <mc:Fallback>
          <p:pic>
            <p:nvPicPr>
              <p:cNvPr id="164" name="Ink 167">
                <a:extLst>
                  <a:ext uri="{FF2B5EF4-FFF2-40B4-BE49-F238E27FC236}">
                    <a16:creationId xmlns:a16="http://schemas.microsoft.com/office/drawing/2014/main" id="{95703ED6-C282-A64D-886F-E7C8D8983D7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538930" y="4150431"/>
                <a:ext cx="19584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48322CF9-3631-F946-8A81-D2C9E3F4B537}"/>
                  </a:ext>
                </a:extLst>
              </p14:cNvPr>
              <p14:cNvContentPartPr/>
              <p14:nvPr/>
            </p14:nvContentPartPr>
            <p14:xfrm>
              <a:off x="9116090" y="4252311"/>
              <a:ext cx="77760" cy="10476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48322CF9-3631-F946-8A81-D2C9E3F4B53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100970" y="4236831"/>
                <a:ext cx="10800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DAC2ED74-03E5-3A4C-9CD1-708D74DAA44B}"/>
                  </a:ext>
                </a:extLst>
              </p14:cNvPr>
              <p14:cNvContentPartPr/>
              <p14:nvPr/>
            </p14:nvContentPartPr>
            <p14:xfrm>
              <a:off x="9281690" y="4190751"/>
              <a:ext cx="28080" cy="27108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DAC2ED74-03E5-3A4C-9CD1-708D74DAA44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266570" y="4175631"/>
                <a:ext cx="5832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0AB0D71F-CEC6-8242-B1FF-F2B0A618196B}"/>
                  </a:ext>
                </a:extLst>
              </p14:cNvPr>
              <p14:cNvContentPartPr/>
              <p14:nvPr/>
            </p14:nvContentPartPr>
            <p14:xfrm>
              <a:off x="7354610" y="4781511"/>
              <a:ext cx="154800" cy="576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0AB0D71F-CEC6-8242-B1FF-F2B0A618196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339490" y="4766391"/>
                <a:ext cx="1854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79" name="Ink 181">
                <a:extLst>
                  <a:ext uri="{FF2B5EF4-FFF2-40B4-BE49-F238E27FC236}">
                    <a16:creationId xmlns:a16="http://schemas.microsoft.com/office/drawing/2014/main" id="{896F830B-756C-6749-9910-05053C40C745}"/>
                  </a:ext>
                </a:extLst>
              </p14:cNvPr>
              <p14:cNvContentPartPr/>
              <p14:nvPr/>
            </p14:nvContentPartPr>
            <p14:xfrm>
              <a:off x="7984250" y="4654791"/>
              <a:ext cx="365040" cy="210240"/>
            </p14:xfrm>
          </p:contentPart>
        </mc:Choice>
        <mc:Fallback>
          <p:pic>
            <p:nvPicPr>
              <p:cNvPr id="179" name="Ink 181">
                <a:extLst>
                  <a:ext uri="{FF2B5EF4-FFF2-40B4-BE49-F238E27FC236}">
                    <a16:creationId xmlns:a16="http://schemas.microsoft.com/office/drawing/2014/main" id="{896F830B-756C-6749-9910-05053C40C74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969115" y="4639311"/>
                <a:ext cx="39567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80" name="Ink 182">
                <a:extLst>
                  <a:ext uri="{FF2B5EF4-FFF2-40B4-BE49-F238E27FC236}">
                    <a16:creationId xmlns:a16="http://schemas.microsoft.com/office/drawing/2014/main" id="{7800205A-D1DD-1A48-8804-C044C6F1A5ED}"/>
                  </a:ext>
                </a:extLst>
              </p14:cNvPr>
              <p14:cNvContentPartPr/>
              <p14:nvPr/>
            </p14:nvContentPartPr>
            <p14:xfrm>
              <a:off x="7724690" y="4568751"/>
              <a:ext cx="148680" cy="295920"/>
            </p14:xfrm>
          </p:contentPart>
        </mc:Choice>
        <mc:Fallback>
          <p:pic>
            <p:nvPicPr>
              <p:cNvPr id="180" name="Ink 182">
                <a:extLst>
                  <a:ext uri="{FF2B5EF4-FFF2-40B4-BE49-F238E27FC236}">
                    <a16:creationId xmlns:a16="http://schemas.microsoft.com/office/drawing/2014/main" id="{7800205A-D1DD-1A48-8804-C044C6F1A5E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709570" y="4553631"/>
                <a:ext cx="1792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81" name="Ink 183">
                <a:extLst>
                  <a:ext uri="{FF2B5EF4-FFF2-40B4-BE49-F238E27FC236}">
                    <a16:creationId xmlns:a16="http://schemas.microsoft.com/office/drawing/2014/main" id="{B4B9585E-75F5-0C40-8766-54CFBA5CDC5E}"/>
                  </a:ext>
                </a:extLst>
              </p14:cNvPr>
              <p14:cNvContentPartPr/>
              <p14:nvPr/>
            </p14:nvContentPartPr>
            <p14:xfrm>
              <a:off x="5460650" y="3997431"/>
              <a:ext cx="1966320" cy="718200"/>
            </p14:xfrm>
          </p:contentPart>
        </mc:Choice>
        <mc:Fallback>
          <p:pic>
            <p:nvPicPr>
              <p:cNvPr id="181" name="Ink 183">
                <a:extLst>
                  <a:ext uri="{FF2B5EF4-FFF2-40B4-BE49-F238E27FC236}">
                    <a16:creationId xmlns:a16="http://schemas.microsoft.com/office/drawing/2014/main" id="{B4B9585E-75F5-0C40-8766-54CFBA5CDC5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445527" y="3982311"/>
                <a:ext cx="1996926" cy="74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C99F7CCA-E81F-5642-9948-8F049C0FBFA4}"/>
                  </a:ext>
                </a:extLst>
              </p14:cNvPr>
              <p14:cNvContentPartPr/>
              <p14:nvPr/>
            </p14:nvContentPartPr>
            <p14:xfrm>
              <a:off x="6708770" y="5019831"/>
              <a:ext cx="342000" cy="2260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C99F7CCA-E81F-5642-9948-8F049C0FBFA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693650" y="5004351"/>
                <a:ext cx="37260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01" name="Ink 205">
                <a:extLst>
                  <a:ext uri="{FF2B5EF4-FFF2-40B4-BE49-F238E27FC236}">
                    <a16:creationId xmlns:a16="http://schemas.microsoft.com/office/drawing/2014/main" id="{E6654112-1114-7D43-914E-698A1EC9482B}"/>
                  </a:ext>
                </a:extLst>
              </p14:cNvPr>
              <p14:cNvContentPartPr/>
              <p14:nvPr/>
            </p14:nvContentPartPr>
            <p14:xfrm>
              <a:off x="7426610" y="5394591"/>
              <a:ext cx="122040" cy="72360"/>
            </p14:xfrm>
          </p:contentPart>
        </mc:Choice>
        <mc:Fallback>
          <p:pic>
            <p:nvPicPr>
              <p:cNvPr id="201" name="Ink 205">
                <a:extLst>
                  <a:ext uri="{FF2B5EF4-FFF2-40B4-BE49-F238E27FC236}">
                    <a16:creationId xmlns:a16="http://schemas.microsoft.com/office/drawing/2014/main" id="{E6654112-1114-7D43-914E-698A1EC9482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411445" y="5379395"/>
                <a:ext cx="152731" cy="1031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02" name="Ink 206">
                <a:extLst>
                  <a:ext uri="{FF2B5EF4-FFF2-40B4-BE49-F238E27FC236}">
                    <a16:creationId xmlns:a16="http://schemas.microsoft.com/office/drawing/2014/main" id="{CD1B24FF-FE4D-EA44-AE1F-37209567A343}"/>
                  </a:ext>
                </a:extLst>
              </p14:cNvPr>
              <p14:cNvContentPartPr/>
              <p14:nvPr/>
            </p14:nvContentPartPr>
            <p14:xfrm>
              <a:off x="5975090" y="5356071"/>
              <a:ext cx="1109520" cy="297720"/>
            </p14:xfrm>
          </p:contentPart>
        </mc:Choice>
        <mc:Fallback>
          <p:pic>
            <p:nvPicPr>
              <p:cNvPr id="202" name="Ink 206">
                <a:extLst>
                  <a:ext uri="{FF2B5EF4-FFF2-40B4-BE49-F238E27FC236}">
                    <a16:creationId xmlns:a16="http://schemas.microsoft.com/office/drawing/2014/main" id="{CD1B24FF-FE4D-EA44-AE1F-37209567A34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959610" y="5340610"/>
                <a:ext cx="1140120" cy="3279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03" name="Ink 207">
                <a:extLst>
                  <a:ext uri="{FF2B5EF4-FFF2-40B4-BE49-F238E27FC236}">
                    <a16:creationId xmlns:a16="http://schemas.microsoft.com/office/drawing/2014/main" id="{F4D43933-52E0-1C4A-A67A-0A9349C1946D}"/>
                  </a:ext>
                </a:extLst>
              </p14:cNvPr>
              <p14:cNvContentPartPr/>
              <p14:nvPr/>
            </p14:nvContentPartPr>
            <p14:xfrm>
              <a:off x="6361010" y="5019111"/>
              <a:ext cx="210240" cy="199080"/>
            </p14:xfrm>
          </p:contentPart>
        </mc:Choice>
        <mc:Fallback>
          <p:pic>
            <p:nvPicPr>
              <p:cNvPr id="203" name="Ink 207">
                <a:extLst>
                  <a:ext uri="{FF2B5EF4-FFF2-40B4-BE49-F238E27FC236}">
                    <a16:creationId xmlns:a16="http://schemas.microsoft.com/office/drawing/2014/main" id="{F4D43933-52E0-1C4A-A67A-0A9349C1946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345530" y="5003991"/>
                <a:ext cx="24084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04" name="Ink 208">
                <a:extLst>
                  <a:ext uri="{FF2B5EF4-FFF2-40B4-BE49-F238E27FC236}">
                    <a16:creationId xmlns:a16="http://schemas.microsoft.com/office/drawing/2014/main" id="{449810CE-9DAD-1A4F-9458-4C3B8D08EA42}"/>
                  </a:ext>
                </a:extLst>
              </p14:cNvPr>
              <p14:cNvContentPartPr/>
              <p14:nvPr/>
            </p14:nvContentPartPr>
            <p14:xfrm>
              <a:off x="6123410" y="4925871"/>
              <a:ext cx="116280" cy="353160"/>
            </p14:xfrm>
          </p:contentPart>
        </mc:Choice>
        <mc:Fallback>
          <p:pic>
            <p:nvPicPr>
              <p:cNvPr id="204" name="Ink 208">
                <a:extLst>
                  <a:ext uri="{FF2B5EF4-FFF2-40B4-BE49-F238E27FC236}">
                    <a16:creationId xmlns:a16="http://schemas.microsoft.com/office/drawing/2014/main" id="{449810CE-9DAD-1A4F-9458-4C3B8D08EA4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108290" y="4910751"/>
                <a:ext cx="14688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205" name="Ink 209">
                <a:extLst>
                  <a:ext uri="{FF2B5EF4-FFF2-40B4-BE49-F238E27FC236}">
                    <a16:creationId xmlns:a16="http://schemas.microsoft.com/office/drawing/2014/main" id="{4497CE5F-1B9B-E24C-8651-B64A1683CBD2}"/>
                  </a:ext>
                </a:extLst>
              </p14:cNvPr>
              <p14:cNvContentPartPr/>
              <p14:nvPr/>
            </p14:nvContentPartPr>
            <p14:xfrm>
              <a:off x="5416730" y="4953951"/>
              <a:ext cx="458640" cy="286200"/>
            </p14:xfrm>
          </p:contentPart>
        </mc:Choice>
        <mc:Fallback>
          <p:pic>
            <p:nvPicPr>
              <p:cNvPr id="205" name="Ink 209">
                <a:extLst>
                  <a:ext uri="{FF2B5EF4-FFF2-40B4-BE49-F238E27FC236}">
                    <a16:creationId xmlns:a16="http://schemas.microsoft.com/office/drawing/2014/main" id="{4497CE5F-1B9B-E24C-8651-B64A1683CBD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401250" y="4938831"/>
                <a:ext cx="48924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682B4C91-539D-F947-9F58-5810985F7C51}"/>
                  </a:ext>
                </a:extLst>
              </p14:cNvPr>
              <p14:cNvContentPartPr/>
              <p14:nvPr/>
            </p14:nvContentPartPr>
            <p14:xfrm>
              <a:off x="8945090" y="5184711"/>
              <a:ext cx="93600" cy="14400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682B4C91-539D-F947-9F58-5810985F7C5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929610" y="5169591"/>
                <a:ext cx="1242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227" name="Ink 230">
                <a:extLst>
                  <a:ext uri="{FF2B5EF4-FFF2-40B4-BE49-F238E27FC236}">
                    <a16:creationId xmlns:a16="http://schemas.microsoft.com/office/drawing/2014/main" id="{DCC4034C-F00C-E94A-82C7-B0799649B1AF}"/>
                  </a:ext>
                </a:extLst>
              </p14:cNvPr>
              <p14:cNvContentPartPr/>
              <p14:nvPr/>
            </p14:nvContentPartPr>
            <p14:xfrm>
              <a:off x="7426610" y="5670711"/>
              <a:ext cx="199080" cy="94320"/>
            </p14:xfrm>
          </p:contentPart>
        </mc:Choice>
        <mc:Fallback>
          <p:pic>
            <p:nvPicPr>
              <p:cNvPr id="227" name="Ink 230">
                <a:extLst>
                  <a:ext uri="{FF2B5EF4-FFF2-40B4-BE49-F238E27FC236}">
                    <a16:creationId xmlns:a16="http://schemas.microsoft.com/office/drawing/2014/main" id="{DCC4034C-F00C-E94A-82C7-B0799649B1A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411490" y="5655231"/>
                <a:ext cx="22968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28" name="Ink 231">
                <a:extLst>
                  <a:ext uri="{FF2B5EF4-FFF2-40B4-BE49-F238E27FC236}">
                    <a16:creationId xmlns:a16="http://schemas.microsoft.com/office/drawing/2014/main" id="{B2534A81-1494-C848-A143-788780F42480}"/>
                  </a:ext>
                </a:extLst>
              </p14:cNvPr>
              <p14:cNvContentPartPr/>
              <p14:nvPr/>
            </p14:nvContentPartPr>
            <p14:xfrm>
              <a:off x="9176930" y="5162751"/>
              <a:ext cx="375840" cy="193680"/>
            </p14:xfrm>
          </p:contentPart>
        </mc:Choice>
        <mc:Fallback>
          <p:pic>
            <p:nvPicPr>
              <p:cNvPr id="228" name="Ink 231">
                <a:extLst>
                  <a:ext uri="{FF2B5EF4-FFF2-40B4-BE49-F238E27FC236}">
                    <a16:creationId xmlns:a16="http://schemas.microsoft.com/office/drawing/2014/main" id="{B2534A81-1494-C848-A143-788780F4248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161810" y="5147271"/>
                <a:ext cx="4064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29" name="Ink 232">
                <a:extLst>
                  <a:ext uri="{FF2B5EF4-FFF2-40B4-BE49-F238E27FC236}">
                    <a16:creationId xmlns:a16="http://schemas.microsoft.com/office/drawing/2014/main" id="{B02C789B-64B3-4D49-8201-5395454657C5}"/>
                  </a:ext>
                </a:extLst>
              </p14:cNvPr>
              <p14:cNvContentPartPr/>
              <p14:nvPr/>
            </p14:nvContentPartPr>
            <p14:xfrm>
              <a:off x="8641250" y="5206671"/>
              <a:ext cx="165960" cy="171360"/>
            </p14:xfrm>
          </p:contentPart>
        </mc:Choice>
        <mc:Fallback>
          <p:pic>
            <p:nvPicPr>
              <p:cNvPr id="229" name="Ink 232">
                <a:extLst>
                  <a:ext uri="{FF2B5EF4-FFF2-40B4-BE49-F238E27FC236}">
                    <a16:creationId xmlns:a16="http://schemas.microsoft.com/office/drawing/2014/main" id="{B02C789B-64B3-4D49-8201-5395454657C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626130" y="5191551"/>
                <a:ext cx="19656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40" name="Ink 240">
                <a:extLst>
                  <a:ext uri="{FF2B5EF4-FFF2-40B4-BE49-F238E27FC236}">
                    <a16:creationId xmlns:a16="http://schemas.microsoft.com/office/drawing/2014/main" id="{608D4C28-E5BA-4B49-8A85-34457439E763}"/>
                  </a:ext>
                </a:extLst>
              </p14:cNvPr>
              <p14:cNvContentPartPr/>
              <p14:nvPr/>
            </p14:nvContentPartPr>
            <p14:xfrm>
              <a:off x="7708130" y="5240511"/>
              <a:ext cx="806040" cy="502200"/>
            </p14:xfrm>
          </p:contentPart>
        </mc:Choice>
        <mc:Fallback>
          <p:pic>
            <p:nvPicPr>
              <p:cNvPr id="240" name="Ink 240">
                <a:extLst>
                  <a:ext uri="{FF2B5EF4-FFF2-40B4-BE49-F238E27FC236}">
                    <a16:creationId xmlns:a16="http://schemas.microsoft.com/office/drawing/2014/main" id="{608D4C28-E5BA-4B49-8A85-34457439E76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693010" y="5225391"/>
                <a:ext cx="836280" cy="5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53" name="Ink 255">
                <a:extLst>
                  <a:ext uri="{FF2B5EF4-FFF2-40B4-BE49-F238E27FC236}">
                    <a16:creationId xmlns:a16="http://schemas.microsoft.com/office/drawing/2014/main" id="{D67ECA2A-9449-7147-8FAD-B39AE07D0AE6}"/>
                  </a:ext>
                </a:extLst>
              </p14:cNvPr>
              <p14:cNvContentPartPr/>
              <p14:nvPr/>
            </p14:nvContentPartPr>
            <p14:xfrm>
              <a:off x="7658450" y="5979951"/>
              <a:ext cx="177120" cy="182520"/>
            </p14:xfrm>
          </p:contentPart>
        </mc:Choice>
        <mc:Fallback>
          <p:pic>
            <p:nvPicPr>
              <p:cNvPr id="253" name="Ink 255">
                <a:extLst>
                  <a:ext uri="{FF2B5EF4-FFF2-40B4-BE49-F238E27FC236}">
                    <a16:creationId xmlns:a16="http://schemas.microsoft.com/office/drawing/2014/main" id="{D67ECA2A-9449-7147-8FAD-B39AE07D0AE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643330" y="5964471"/>
                <a:ext cx="2077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254" name="Ink 256">
                <a:extLst>
                  <a:ext uri="{FF2B5EF4-FFF2-40B4-BE49-F238E27FC236}">
                    <a16:creationId xmlns:a16="http://schemas.microsoft.com/office/drawing/2014/main" id="{041DCD8A-C775-0F44-BCF5-CD38073C7AB4}"/>
                  </a:ext>
                </a:extLst>
              </p14:cNvPr>
              <p14:cNvContentPartPr/>
              <p14:nvPr/>
            </p14:nvContentPartPr>
            <p14:xfrm>
              <a:off x="6128810" y="5957631"/>
              <a:ext cx="1220760" cy="281520"/>
            </p14:xfrm>
          </p:contentPart>
        </mc:Choice>
        <mc:Fallback>
          <p:pic>
            <p:nvPicPr>
              <p:cNvPr id="254" name="Ink 256">
                <a:extLst>
                  <a:ext uri="{FF2B5EF4-FFF2-40B4-BE49-F238E27FC236}">
                    <a16:creationId xmlns:a16="http://schemas.microsoft.com/office/drawing/2014/main" id="{041DCD8A-C775-0F44-BCF5-CD38073C7AB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113690" y="5942511"/>
                <a:ext cx="125100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255" name="Ink 257">
                <a:extLst>
                  <a:ext uri="{FF2B5EF4-FFF2-40B4-BE49-F238E27FC236}">
                    <a16:creationId xmlns:a16="http://schemas.microsoft.com/office/drawing/2014/main" id="{F84F40CA-CF32-F540-9C18-AA59432FE258}"/>
                  </a:ext>
                </a:extLst>
              </p14:cNvPr>
              <p14:cNvContentPartPr/>
              <p14:nvPr/>
            </p14:nvContentPartPr>
            <p14:xfrm>
              <a:off x="5494130" y="5968791"/>
              <a:ext cx="458640" cy="248760"/>
            </p14:xfrm>
          </p:contentPart>
        </mc:Choice>
        <mc:Fallback>
          <p:pic>
            <p:nvPicPr>
              <p:cNvPr id="255" name="Ink 257">
                <a:extLst>
                  <a:ext uri="{FF2B5EF4-FFF2-40B4-BE49-F238E27FC236}">
                    <a16:creationId xmlns:a16="http://schemas.microsoft.com/office/drawing/2014/main" id="{F84F40CA-CF32-F540-9C18-AA59432FE25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478650" y="5953671"/>
                <a:ext cx="4892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3FA91D0A-FCBB-DF42-ACF5-96432A165F8D}"/>
                  </a:ext>
                </a:extLst>
              </p14:cNvPr>
              <p14:cNvContentPartPr/>
              <p14:nvPr/>
            </p14:nvContentPartPr>
            <p14:xfrm>
              <a:off x="5593490" y="6333111"/>
              <a:ext cx="88560" cy="16596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3FA91D0A-FCBB-DF42-ACF5-96432A165F8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578010" y="6317991"/>
                <a:ext cx="11916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D327CFC5-18E8-6443-B465-99F584828B78}"/>
                  </a:ext>
                </a:extLst>
              </p14:cNvPr>
              <p14:cNvContentPartPr/>
              <p14:nvPr/>
            </p14:nvContentPartPr>
            <p14:xfrm>
              <a:off x="5620850" y="6305751"/>
              <a:ext cx="28080" cy="21564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D327CFC5-18E8-6443-B465-99F584828B7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605730" y="6290271"/>
                <a:ext cx="5832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1A91461E-617C-7A46-92EF-A0A0254AA5FC}"/>
                  </a:ext>
                </a:extLst>
              </p14:cNvPr>
              <p14:cNvContentPartPr/>
              <p14:nvPr/>
            </p14:nvContentPartPr>
            <p14:xfrm>
              <a:off x="5731370" y="6333111"/>
              <a:ext cx="105120" cy="17136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1A91461E-617C-7A46-92EF-A0A0254AA5F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716250" y="6317991"/>
                <a:ext cx="1357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C57261D0-E6C4-AC4A-A1B5-AEDB80535A18}"/>
                  </a:ext>
                </a:extLst>
              </p14:cNvPr>
              <p14:cNvContentPartPr/>
              <p14:nvPr/>
            </p14:nvContentPartPr>
            <p14:xfrm>
              <a:off x="5781050" y="6327711"/>
              <a:ext cx="259920" cy="13824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C57261D0-E6C4-AC4A-A1B5-AEDB80535A1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765930" y="6312591"/>
                <a:ext cx="2905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8EACBACD-3F7E-4447-A4B6-36256F860CE1}"/>
                  </a:ext>
                </a:extLst>
              </p14:cNvPr>
              <p14:cNvContentPartPr/>
              <p14:nvPr/>
            </p14:nvContentPartPr>
            <p14:xfrm>
              <a:off x="6189650" y="6393951"/>
              <a:ext cx="177120" cy="2232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8EACBACD-3F7E-4447-A4B6-36256F860CE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174530" y="6378831"/>
                <a:ext cx="2077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1B20ADCD-8023-B147-8CB6-D31E181686F9}"/>
                  </a:ext>
                </a:extLst>
              </p14:cNvPr>
              <p14:cNvContentPartPr/>
              <p14:nvPr/>
            </p14:nvContentPartPr>
            <p14:xfrm>
              <a:off x="6261650" y="6311151"/>
              <a:ext cx="28080" cy="18252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1B20ADCD-8023-B147-8CB6-D31E181686F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246170" y="6296031"/>
                <a:ext cx="583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3B46E3B2-08A8-9E43-BEDA-882405A79CEB}"/>
                  </a:ext>
                </a:extLst>
              </p14:cNvPr>
              <p14:cNvContentPartPr/>
              <p14:nvPr/>
            </p14:nvContentPartPr>
            <p14:xfrm>
              <a:off x="6438050" y="6344271"/>
              <a:ext cx="94320" cy="9972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3B46E3B2-08A8-9E43-BEDA-882405A79CE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422930" y="6329151"/>
                <a:ext cx="1245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582F9651-1367-E842-8468-251CF8306481}"/>
                  </a:ext>
                </a:extLst>
              </p14:cNvPr>
              <p14:cNvContentPartPr/>
              <p14:nvPr/>
            </p14:nvContentPartPr>
            <p14:xfrm>
              <a:off x="6465770" y="6241671"/>
              <a:ext cx="11520" cy="25740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582F9651-1367-E842-8468-251CF830648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450650" y="6226551"/>
                <a:ext cx="417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5745C4BF-CC12-2246-BDED-3DFB15DFD11C}"/>
                  </a:ext>
                </a:extLst>
              </p14:cNvPr>
              <p14:cNvContentPartPr/>
              <p14:nvPr/>
            </p14:nvContentPartPr>
            <p14:xfrm>
              <a:off x="6576290" y="6294591"/>
              <a:ext cx="88560" cy="22140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5745C4BF-CC12-2246-BDED-3DFB15DFD11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560810" y="6279471"/>
                <a:ext cx="11916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86009EB3-9361-5C4D-A429-3E7B612ECBC9}"/>
                  </a:ext>
                </a:extLst>
              </p14:cNvPr>
              <p14:cNvContentPartPr/>
              <p14:nvPr/>
            </p14:nvContentPartPr>
            <p14:xfrm>
              <a:off x="6692210" y="6294591"/>
              <a:ext cx="221400" cy="15480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86009EB3-9361-5C4D-A429-3E7B612ECBC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677090" y="6279471"/>
                <a:ext cx="2516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A6A3171C-4A35-AD4B-B265-F56E76C611E4}"/>
                  </a:ext>
                </a:extLst>
              </p14:cNvPr>
              <p14:cNvContentPartPr/>
              <p14:nvPr/>
            </p14:nvContentPartPr>
            <p14:xfrm>
              <a:off x="7056530" y="6366231"/>
              <a:ext cx="144000" cy="3888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A6A3171C-4A35-AD4B-B265-F56E76C611E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041410" y="6351111"/>
                <a:ext cx="17460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6234B2CF-0136-5C49-8D8C-F42DB0CB7654}"/>
                  </a:ext>
                </a:extLst>
              </p14:cNvPr>
              <p14:cNvContentPartPr/>
              <p14:nvPr/>
            </p14:nvContentPartPr>
            <p14:xfrm>
              <a:off x="7111970" y="6294591"/>
              <a:ext cx="33480" cy="21024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6234B2CF-0136-5C49-8D8C-F42DB0CB765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096490" y="6279471"/>
                <a:ext cx="6408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5804CF11-DB30-AF4F-90FE-F399834EAD31}"/>
                  </a:ext>
                </a:extLst>
              </p14:cNvPr>
              <p14:cNvContentPartPr/>
              <p14:nvPr/>
            </p14:nvContentPartPr>
            <p14:xfrm>
              <a:off x="7310690" y="6328431"/>
              <a:ext cx="104760" cy="14328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5804CF11-DB30-AF4F-90FE-F399834EAD3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295210" y="6312951"/>
                <a:ext cx="13500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AC2F6BB5-D7B0-284D-9E4A-A540153722F2}"/>
                  </a:ext>
                </a:extLst>
              </p14:cNvPr>
              <p14:cNvContentPartPr/>
              <p14:nvPr/>
            </p14:nvContentPartPr>
            <p14:xfrm>
              <a:off x="7354610" y="6294591"/>
              <a:ext cx="22320" cy="22140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AC2F6BB5-D7B0-284D-9E4A-A540153722F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339490" y="6279471"/>
                <a:ext cx="5292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733385DE-41BF-9548-A5D4-19D00AA69B29}"/>
                  </a:ext>
                </a:extLst>
              </p14:cNvPr>
              <p14:cNvContentPartPr/>
              <p14:nvPr/>
            </p14:nvContentPartPr>
            <p14:xfrm>
              <a:off x="7454330" y="6316551"/>
              <a:ext cx="33480" cy="13284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733385DE-41BF-9548-A5D4-19D00AA69B2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438850" y="6301431"/>
                <a:ext cx="640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79E55A55-BBFD-DA49-A1F8-A5F6F05512FC}"/>
                  </a:ext>
                </a:extLst>
              </p14:cNvPr>
              <p14:cNvContentPartPr/>
              <p14:nvPr/>
            </p14:nvContentPartPr>
            <p14:xfrm>
              <a:off x="7514810" y="6316551"/>
              <a:ext cx="187920" cy="13824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79E55A55-BBFD-DA49-A1F8-A5F6F05512F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499690" y="6301431"/>
                <a:ext cx="2185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7626567A-BBCA-6749-93B8-11D4F95E8C8B}"/>
                  </a:ext>
                </a:extLst>
              </p14:cNvPr>
              <p14:cNvContentPartPr/>
              <p14:nvPr/>
            </p14:nvContentPartPr>
            <p14:xfrm>
              <a:off x="7796690" y="6355431"/>
              <a:ext cx="154800" cy="2808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7626567A-BBCA-6749-93B8-11D4F95E8C8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781210" y="6339951"/>
                <a:ext cx="18540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65002C99-BC83-DF48-A3E0-75D23A4BD207}"/>
                  </a:ext>
                </a:extLst>
              </p14:cNvPr>
              <p14:cNvContentPartPr/>
              <p14:nvPr/>
            </p14:nvContentPartPr>
            <p14:xfrm>
              <a:off x="7846370" y="6283431"/>
              <a:ext cx="50040" cy="21564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65002C99-BC83-DF48-A3E0-75D23A4BD20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830890" y="6268311"/>
                <a:ext cx="8064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D5176165-E590-604E-9A47-263F04CF812F}"/>
                  </a:ext>
                </a:extLst>
              </p14:cNvPr>
              <p14:cNvContentPartPr/>
              <p14:nvPr/>
            </p14:nvContentPartPr>
            <p14:xfrm>
              <a:off x="7962650" y="6278031"/>
              <a:ext cx="226080" cy="22680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D5176165-E590-604E-9A47-263F04CF812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947530" y="6262911"/>
                <a:ext cx="2566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DEB5B9EB-8E00-6B49-89A2-EA10C2DDA7ED}"/>
                  </a:ext>
                </a:extLst>
              </p14:cNvPr>
              <p14:cNvContentPartPr/>
              <p14:nvPr/>
            </p14:nvContentPartPr>
            <p14:xfrm>
              <a:off x="8050490" y="6234471"/>
              <a:ext cx="50040" cy="23724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DEB5B9EB-8E00-6B49-89A2-EA10C2DDA7E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035370" y="6219351"/>
                <a:ext cx="806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B690B07C-03C1-2D4D-8B42-8673B86DB708}"/>
                  </a:ext>
                </a:extLst>
              </p14:cNvPr>
              <p14:cNvContentPartPr/>
              <p14:nvPr/>
            </p14:nvContentPartPr>
            <p14:xfrm>
              <a:off x="8221850" y="6316551"/>
              <a:ext cx="99720" cy="17136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B690B07C-03C1-2D4D-8B42-8673B86DB70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206370" y="6301431"/>
                <a:ext cx="1303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F50E662B-7307-4A4A-B2B0-5E9A13829C2A}"/>
                  </a:ext>
                </a:extLst>
              </p14:cNvPr>
              <p14:cNvContentPartPr/>
              <p14:nvPr/>
            </p14:nvContentPartPr>
            <p14:xfrm>
              <a:off x="8265770" y="6272631"/>
              <a:ext cx="177120" cy="13824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F50E662B-7307-4A4A-B2B0-5E9A13829C2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250650" y="6257151"/>
                <a:ext cx="2077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20617392-5867-DC4E-B4ED-175592591CF3}"/>
                  </a:ext>
                </a:extLst>
              </p14:cNvPr>
              <p14:cNvContentPartPr/>
              <p14:nvPr/>
            </p14:nvContentPartPr>
            <p14:xfrm>
              <a:off x="8624690" y="6377391"/>
              <a:ext cx="121680" cy="1692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20617392-5867-DC4E-B4ED-175592591CF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609570" y="6362271"/>
                <a:ext cx="1522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86E64247-5378-C240-A0AC-1C44FEBEAE1E}"/>
                  </a:ext>
                </a:extLst>
              </p14:cNvPr>
              <p14:cNvContentPartPr/>
              <p14:nvPr/>
            </p14:nvContentPartPr>
            <p14:xfrm>
              <a:off x="8619290" y="6432471"/>
              <a:ext cx="160560" cy="1152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86E64247-5378-C240-A0AC-1C44FEBEAE1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604170" y="6417351"/>
                <a:ext cx="1911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344D7107-319A-5D44-AE88-4DFD82DB2DFE}"/>
                  </a:ext>
                </a:extLst>
              </p14:cNvPr>
              <p14:cNvContentPartPr/>
              <p14:nvPr/>
            </p14:nvContentPartPr>
            <p14:xfrm>
              <a:off x="8884250" y="6261471"/>
              <a:ext cx="193680" cy="20484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344D7107-319A-5D44-AE88-4DFD82DB2DF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869130" y="6246351"/>
                <a:ext cx="2242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5D2FBF9E-C53C-B84C-9BED-D30ABA2982F8}"/>
                  </a:ext>
                </a:extLst>
              </p14:cNvPr>
              <p14:cNvContentPartPr/>
              <p14:nvPr/>
            </p14:nvContentPartPr>
            <p14:xfrm>
              <a:off x="8923130" y="6195231"/>
              <a:ext cx="28080" cy="32616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5D2FBF9E-C53C-B84C-9BED-D30ABA2982F8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907650" y="6180111"/>
                <a:ext cx="5832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79DAD970-0C44-6D4A-9005-244B21796D58}"/>
                  </a:ext>
                </a:extLst>
              </p14:cNvPr>
              <p14:cNvContentPartPr/>
              <p14:nvPr/>
            </p14:nvContentPartPr>
            <p14:xfrm>
              <a:off x="9210050" y="6244911"/>
              <a:ext cx="28080" cy="21564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79DAD970-0C44-6D4A-9005-244B21796D5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194930" y="6229791"/>
                <a:ext cx="5832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312" name="Ink 312">
                <a:extLst>
                  <a:ext uri="{FF2B5EF4-FFF2-40B4-BE49-F238E27FC236}">
                    <a16:creationId xmlns:a16="http://schemas.microsoft.com/office/drawing/2014/main" id="{F01AFEB1-8FA2-2342-AA6A-524786A569A3}"/>
                  </a:ext>
                </a:extLst>
              </p14:cNvPr>
              <p14:cNvContentPartPr/>
              <p14:nvPr/>
            </p14:nvContentPartPr>
            <p14:xfrm>
              <a:off x="9342530" y="6283431"/>
              <a:ext cx="359280" cy="144000"/>
            </p14:xfrm>
          </p:contentPart>
        </mc:Choice>
        <mc:Fallback>
          <p:pic>
            <p:nvPicPr>
              <p:cNvPr id="312" name="Ink 312">
                <a:extLst>
                  <a:ext uri="{FF2B5EF4-FFF2-40B4-BE49-F238E27FC236}">
                    <a16:creationId xmlns:a16="http://schemas.microsoft.com/office/drawing/2014/main" id="{F01AFEB1-8FA2-2342-AA6A-524786A569A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327410" y="6268311"/>
                <a:ext cx="389880" cy="17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3771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18" y="160637"/>
            <a:ext cx="4380887" cy="43777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460" y="2456809"/>
            <a:ext cx="508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915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55" y="134845"/>
            <a:ext cx="8192529" cy="65863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52269" y="134845"/>
            <a:ext cx="24342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Table obtained from the Australian Taxation Office website.</a:t>
            </a:r>
          </a:p>
        </p:txBody>
      </p:sp>
    </p:spTree>
    <p:extLst>
      <p:ext uri="{BB962C8B-B14F-4D97-AF65-F5344CB8AC3E}">
        <p14:creationId xmlns:p14="http://schemas.microsoft.com/office/powerpoint/2010/main" val="1171219296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446</TotalTime>
  <Words>467</Words>
  <Application>Microsoft Office PowerPoint</Application>
  <PresentationFormat>A4 Paper (210x297 mm)</PresentationFormat>
  <Paragraphs>71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A4 Presentation</vt:lpstr>
      <vt:lpstr>Earning Money</vt:lpstr>
      <vt:lpstr>PowerPoint Presentation</vt:lpstr>
      <vt:lpstr>Salary</vt:lpstr>
      <vt:lpstr>Salary - $66,500 p.a.</vt:lpstr>
      <vt:lpstr>Wages</vt:lpstr>
      <vt:lpstr>PowerPoint Presentation</vt:lpstr>
      <vt:lpstr>PowerPoint Presentation</vt:lpstr>
      <vt:lpstr>Wages - piecework</vt:lpstr>
      <vt:lpstr>Examples</vt:lpstr>
      <vt:lpstr>Wages - commission</vt:lpstr>
      <vt:lpstr>Examples</vt:lpstr>
      <vt:lpstr>Examples</vt:lpstr>
      <vt:lpstr>Example – stepped commission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Earning Money</dc:title>
  <dc:creator>Michael Loh</dc:creator>
  <cp:lastModifiedBy>LOH Michael [Shenton College]</cp:lastModifiedBy>
  <cp:revision>28</cp:revision>
  <dcterms:created xsi:type="dcterms:W3CDTF">2017-02-26T02:32:30Z</dcterms:created>
  <dcterms:modified xsi:type="dcterms:W3CDTF">2019-02-19T09:41:58Z</dcterms:modified>
</cp:coreProperties>
</file>