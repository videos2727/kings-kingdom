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0" r:id="rId3"/>
    <p:sldId id="266" r:id="rId4"/>
    <p:sldId id="275" r:id="rId5"/>
    <p:sldId id="276" r:id="rId6"/>
    <p:sldId id="277" r:id="rId7"/>
    <p:sldId id="270" r:id="rId8"/>
    <p:sldId id="271" r:id="rId9"/>
    <p:sldId id="272" r:id="rId10"/>
    <p:sldId id="273" r:id="rId11"/>
    <p:sldId id="274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2"/>
    <p:restoredTop sz="90789"/>
  </p:normalViewPr>
  <p:slideViewPr>
    <p:cSldViewPr snapToGrid="0" snapToObjects="1">
      <p:cViewPr varScale="1">
        <p:scale>
          <a:sx n="88" d="100"/>
          <a:sy n="88" d="100"/>
        </p:scale>
        <p:origin x="1048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34:55.3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0 7569,'10'9'-101,"0"-4"1,-5-3 467,5-2-699,1 0 0,4 0 176,0 0 0,2 0 181,4 0 1,-4 0 68,3 0 1,-3 0 72,-1 0 1,-1 0-101,0 0 1,6 1 12,-1 4 0,1-1-110,-6 6 1,0 0 68,1 6 0,-3-1-39,-3 0 1,2 2 63,-6 4 1,4-2-159,-5 6 0,0 1 72,-5 4 1,-7-4 15,-3-1 0,-5 1 19,-6 5 1,4-1 33,-3 1 1,3 0 57,1-1 0,1-4-53,0 0 0,1-6 0,4 6 0,3-3-9,7 3 0,0-2-73,0-4 0,2-1 36,3 7 1,3-3-17,8 3 0,-1 3 3,0-3 0,1 3-9,-1 1 0,0-1-89,1-3 1,4 3 62,1-4 0,-1 4 29,-5 2 0,1 0-5,-1-1 0,0 3-99,1 2 1,-6-2 49,0 3 1,-6-2 35,1 1 0,-4 5 32,-1 6 0,-8-2 4,-8-3 0,-1 8 131,-8-3 0,4 4-94,-4-4 0,4-2-38,-4-3 1,6 2 15,-1-8 1,8 3 140,2-2 0,6-4-76,-1 4 0,3-9-52,2-1 1,2-1-24,3 6 0,4-2-96,6-4 1,-5 4 23,0-3 0,1 3 44,4 2 0,0-1 19,1 1 0,-1-5-20,0-1 0,-1 1-26,-4 4 1,2 1 36,-7 0 1,5-1 6,-4 1 0,-1 1 3,-5 4 1,0-2 4,0 7 0,-2 0 49,-3 5 1,-2-5-58,-3 0 1,-4 2 5,4 8 1,-5-7 0,-6 7 0,4-5 94,-3 10 0,3-6-63,1 1 1,1-2-33,0 2 0,-1-3 31,1 3 0,5-3 0,-1-2 1,3-5 39,-2 0 1,-2-5-52,7 5 1,-6-7 0,6 1 1,0 3-8,5-2 1,2-1-63,3-4 0,-2 2 44,8 2 1,-1-2-9,5 2 1,-5 3 2,1-2 1,-6 5-6,5-6 0,-1 3-9,1-2 0,2-4 18,-7 4 1,5 3-5,-5 2 0,0 3 3,-5 2 0,0 2-131,0 3 1,0-1 69,0 6 1,-1 0 37,-5 5 1,0-4 20,-5-1 0,-2 5 9,3 6-894,-4-8 1006,-8 8-132,5-4 0,-7 14-4,3-1 0,-1-4-169,-3-1 0,-4 1 244,3 5 0,2-6 302,-1 1-318,6-1-1067,-3-1 1048,7 12 0,-1-15-23,1 9 1,6-2-155,4 2 0,-2 1 74,2 0 0,0-1 54,5 1 0,9 0 55,6-1 0,2 1-43,9 0 1,1-1 159,9 1 0,-2 7-127,7 3 0,-6-2 3,6 2 0,-20-42 0,-1 2-47,3 1 0,0 1 0,-3 0 0,-1-1-26,17 44 0,-3 2-38,-18-46 1,0 1-1,11 43 39,-1 0 1,-6-2-261,2-8 1,-9 0 10,-2-5 300,-7-1 0,9-2 0,-7-1 0,-1 4 0,-3 1 0,-1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35:59.3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552 3957 7484,'-8'0'-40,"-4"7"135,7 3 0,-6-1 46,6 1 0,-5 2 240,5 8-187,0-3 0,3 12-36,-3-3 1,3 3-1,-3 2 1,4-1 18,1 1 0,1 0-41,4-1 1,2 1-1,3 0 0,4-7 34,-4-4 1,4-3-2,1-2 1,6-1-4,-1-4 0,6-3-14,-6-7 1,7 0 4,-1 0 1,-2-12-1,1-3 0,1-11-277,5 1 1,-6-6-14,1-5 1,-9-1-130,-2-4 0,-1-5 135,-9 0 1,0-2-267,-5-8 0,0 6 142,0-1 0,-7 5-7,-3 5 0,-9 6 141,-1 9 1,-1 4 101,6 7 0,-2 6-103,-4 4 1,4 5 2,-3 5 1,-2 4-4,1 6 1,1 0 16,5 1 1,6 1-181,4 3 1,3 4-1,2 7 1,0-1-125,0 1 0,2 1 405,3 4 0,-3-4 0,18 13 0,-3-6 0</inkml:trace>
  <inkml:trace contextRef="#ctx0" brushRef="#br0" timeOffset="213">767 4233 7569,'0'-15'258,"0"0"-121,0-1 1,-5 1 14,0 0-99,0 6 0,-1-4 67,1 2 1,0 3 74,5-2 0,0 4-157,0-4 0,2 7 42,3-2 1,-2 3 53,8 2 1,-1 2-8,5 3 1,1-2-17,-1 7 1,2 2-92,3 9 1,-1-4-75,7 3 1,-6-3 133,6-1 0,-2-1-76,1 0 0,-1-4-179,-4-1 1,-2-7 83,2 2 1,-3-3-489,-2-2 1,1 0 28,-1 0 1,0-2 549,1-3 0,-1-3 0,0-8 0</inkml:trace>
  <inkml:trace contextRef="#ctx0" brushRef="#br0" timeOffset="717">1426 3789 7569,'0'-11'586,"0"1"-315,0 0 1,0 0 184,0-1-66,0 8-457,0-4 113,0 7 1,0 2 219,0 3 1,6 9-27,-1 6 0,0 12-11,-5-1 0,0 8-109,0-3 1,5 7-149,0-2 1,2 1-116,-2-1 1,-3-2 137,3-3 1,-2-10 47,2-1 81,-3-6 117,5-4-246,-7-6 1,0-9-58,0-10 1,0-7-65,0-9 0,0-6-205,0-14 0,0-4 15,0-6 0,0-2-182,0-14 1,0 3 128,0-3 0,2 6 83,3 9 0,3 11 243,7 11 0,1 9 54,-1 5 1,6 11 47,-1 5 1,6 3-56,-6 2 1,6 7 146,-6 3 0,6 4 109,-6 1 0,1 6-122,-6-1 0,0 6-29,1-6 1,-6 3 20,0-3-165,-7-3 1,3 5 55,-12-6 0,-2-8-9,-7-3 0,-8 2-92,-2-2 0,-2 0-171,1-5 1,-8 0 51,3 0 1,2 0-63,4 0 1,4 0-254,-4 0 236,6 0 278,-3 7 0,6-5 0,1 5 0</inkml:trace>
  <inkml:trace contextRef="#ctx0" brushRef="#br0" timeOffset="1309">77 4540 7569,'-16'0'105,"1"0"0,0 0 576,-1 0-942,8 0 204,1 0-15,7 0 0,7 0 71,3 0 0,11 0 262,4 0 0,11 0-46,5 0 0,15 0 51,5 0 1,13 0-167,2 0 0,13 0-371,8 0 0,-44 0 1,0-2 244,0 0 1,1-1-1,0 2 0,-1 1 67,4-3 0,-1 0 0,1 0 0,0-2-49,-1 0 1,1 0 0,1 0 0,1 1 32,-2-1 1,-1 0-1,-1 1 1,-1-1-36,43-5 1,0-3-250,-10 2 1,-7 5 223,-8 0 0,-6 0 32,-15 1-834,-6-1 270,-8 6 205,-13 0 245,-9 7 0,-22 7-673,-13 6 790,-21 8 0,-2-5 0,-13 8 0,-2 0 0,-1-1 0,-3 1 0</inkml:trace>
  <inkml:trace contextRef="#ctx0" brushRef="#br0" timeOffset="1716">552 4862 7110,'2'-13'-114,"3"2"498,-3 5 1,11 6-514,-2 0 0,-3 1 70,2 4 0,1-1 121,4 6 1,-5 5 63,0 6 0,-6 1 212,1-2 0,2-1-69,-2 7 0,2-6-105,-2 6 0,-4-2-200,5 1 1,0-3 64,-1-6 0,2-1-211,-2 0 125,-3-6 123,12-2 1,-11-7-47,7 0 0,-5-12-79,6-4 0,-6-9-7,5-1 1,-1-3-104,1-1 0,3-8-109,-2-3 0,2-1 106,3 1 1,-1 3 39,0 8 1,6 1 53,-1 3 1,6 4 87,-6 7 0,6 6-25,-6 4 1,6 3-29,-6 2 0,6 2 42,-6 3 1,1 4 160,-6 6 1,-1 7-6,-4 4 0,4 3-98,-4 1 1,-2-1-181,3-3 1,-8 3 92,2-4 0,2 4-280,-2 2 0,0-6 70,-5 1 0,0-7-191,0 1 431,-7-3 0,-8-1 0,-9-1 0</inkml:trace>
  <inkml:trace contextRef="#ctx0" brushRef="#br0" timeOffset="2408">813 5000 7569,'-14'-1'195,"4"-5"1,2 5 891,2-4-1655,5 3 0,-4 2 173,10 0 1,3 0 371,8 0 1,6 0-20,3 0 0,-1-5-46,2 0 0,-1 0 216,6 5 1,1-6 336,4 1 1,2-1-276,3 0 1,3 3-112,-3-7 0,-2 6-275,2-1 0,-7-2 113,2 2 0,-6-5-10,-4 5 1,1-2 45,-6 2 1,-1 3-10,-5-3 1,-4-2 36,-1 2 153,-7 0 0,4 4 398,-7-5-151,0 5 15,0-6-121,0 7-81,0 0-143,-7 0 0,6 7-109,-4 3 1,3 0 162,2 5 1,0-1-28,0 12 1,2-8-177,3 3 1,-4-4-5,4-2 1,-1 1-5,1-1 1,-3-5 107,3 0 147,-4-6-250,-1 3 52,0-7 1,0-7 7,0-3 0,-5-11-90,0-4 1,0-4-77,5-2 0,0 0 47,0 1 0,0-1 98,0 0 1,2 7-18,3 4 0,3 3-7,8 2 1,-1 4 31,1 1 0,6 7 68,3-2 0,-1 3-59,2 2 0,-6 2 32,6 3 0,-8-4 139,3 4-187,-4 4 52,-9 0 0,4 6-14,-7 0 0,-1-5 15,-9 1 0,1-1 6,-6 5 1,-2-1 140,-8-4-149,3 4 0,-5-7 32,6 3 0,1 2 77,0-7 1,-1 2-8,1-2 218,6-4-319,3 13 0,7-5 53,4 6 0,6 0 15,9 1 1,-1-3-10,6-3 1,-1 4 50,2-4 0,-4 4-27,-7 1 1,1-4-10,-1-1 1,-5-7 322,0 2-228,-6-3 1,1 3 56,-10 0 0,-11 0-62,-9-5 0,-4 0-300,-2 0 0,1 5-91,-1 1 1,0-1-80,1-5 1,1 5 214,3 0 1,4 0 106,6-5-7,1 7 0,0 1 0,-1 8 0</inkml:trace>
  <inkml:trace contextRef="#ctx0" brushRef="#br0" timeOffset="-19573">4341 491 7577,'8'-15'149,"-3"-1"164,4 1 54,-1-1 0,1 8-161,5 1 1,-13 9-162,4 3 1,-3 10 82,-2 11 0,-2 3 41,-3 2 1,-5 6 8,-10 4 1,1 3 10,-7 2 1,6 0-389,-6 0 0,1-1 138,-6-5 0,7-2 117,4-7 1,3-7 143,1-4 230,8-3-271,1-8 1,9-3-26,3-6 1,5 0-86,10 0 0,4 0-95,7 0 0,5-5-53,0 0 1,6-5 60,-1 5 0,5-5 108,5 4 1,-5 1-42,0 5 1,4-5-1049,-9 0 1,5 0 39,-11 5 979,1 0 0,2 0 0,1 0 0</inkml:trace>
  <inkml:trace contextRef="#ctx0" brushRef="#br0" timeOffset="-18918">5154 476 7569,'0'15'0,"0"7"844,0 4-500,0 3 0,5 3-107,0 4-183,0-4 1,-3 11 89,3-8 0,-3 6 1,3-5 1,-4-2-87,-1-8 1,0-4 170,0-7-30,0 1-228,0-8 1,0-3 159,0-10 1,0-5-183,0-11 1,0-2-214,0-8 1,0-7 36,0-2 0,0-10-160,0-1 1,0-7-65,0 2 1,0 1 177,0-1 1,7 12-2,3-2 0,4 17 4,1 3 1,1 9 405,-1 7 0,2 3-47,4 7 1,-4 0 33,3 0 1,2 7-8,-1 3 0,-1 5 92,-5 6 0,1 1-39,-1 4 1,0 3-47,1-4 0,-8-1-67,-3 2 0,2-8 7,-2 3 0,-1-4-97,-9-2 0,-1-5-10,-9 1 1,2-8 11,-13 2 0,-1 2 20,-9-2 1,4 0-14,-4-5 1,3 0 143,3 0 0,-1 0-70,0 0 0,7 0-31,4 0 1,3 0 39,2 0 235,6 0-175,2 0 0,9 0 38,3 0 0,4 0-36,6 0 1,2 0 122,3 0 1,-1 5-135,7 0 1,-6 6-12,6-6 0,-6 7 15,6-2 0,-7-2 17,1 3 1,-3-1-190,-2 5 1,-4 1 2,-1-1 1,-2 5 82,3 1 0,1-1-60,-7-4 1,5-1-158,-5 0 1,5 1-369,-5-1 1,0 0 283,-5 1 0,6-6-92,-1 0 365,0 0 0,2 6 0,1-1 0</inkml:trace>
  <inkml:trace contextRef="#ctx0" brushRef="#br0" timeOffset="-18512">5798 506 7569,'0'-15'223,"0"0"144,0-1 46,0 1-298,0 6-36,0 2 128,0 7 1,0 7 32,0 4 1,0 4-25,0 5 1,-5 4 78,0 7 0,0 5-213,5-1 0,0 8 64,0-2 0,6-4 49,5-1 0,4-3-96,5-3 0,-1-6-204,7-3 1,-2-9 190,1-2 0,4-7 22,-3 2 1,3-5-113,1-5 1,1-3-136,0-8 0,-2-6-99,-4-3 1,2-4 124,-6-2 1,-1-7 138,-4-2 0,-8 0-157,-3-1 1,-3-6-544,-2-10 0,-7-2 337,-3-3 1,-5 8 70,-6 3 1,4 10 158,-3 5 0,-2 11 215,1 4 1,-5 11-11,6 5 1,0 5-85,4 5 0,-4 5-83,-1 11 1,3-3 63,7 8 0,-1 1-289,7 9 0,-5-4 67,5 4 1,0 3 154,5 2 1,0-2 71,0 2 0,0 0 0,0 5 0</inkml:trace>
  <inkml:trace contextRef="#ctx0" brushRef="#br0" timeOffset="-18291">6028 706 7569,'0'-16'695,"0"1"0,0 5-512,0-1 1,0 1-57,0-5 1,0 0-142,0-1 1,7 6 157,3 0 0,4 6 62,1-1 1,-5 4-168,0 1-28,1 0 1,4 0 89,0 0 0,1 8-48,-1 7 1,0 2 34,1 9 0,-3 0-136,-3 4 0,4 1-65,-4 0 0,4-1 65,1 1 0,-4-5 130,-1-1 1,0-8-335,5-2-399,1 1 1,-1-15 112,0 5 0,-4-5-717,-1-1 1255,0-7 0,5-8 0,1-9 0</inkml:trace>
  <inkml:trace contextRef="#ctx0" brushRef="#br0" timeOffset="-17887">6595 353 7569,'0'-16'0,"0"1"611,0 7-543,0 1 374,0 7-305,7 7 1,-3 6 45,6 8 1,-7 6 11,2-1 0,2 4 207,-2 6 0,6-2-95,-6 7 1,5-2-113,-5 2 0,5 2-86,-5-8 1,2 5-462,-2-10 0,-3-2 309,3-13 1,-1-7 202,1-2-81,-4-5 1,6-9-67,-7-8 0,5-6-224,0-8 0,0-8 115,-5-3 1,6-5 130,-1-5 1,0-9-117,-5-6 0,5-6-701,0 6 0,7-4 463,-2 9 0,4 6 167,1 19 1,-5 2 47,1 14 0,-1 1 173,5 9 0,1 3-10,-1 7 0,-2 7-100,-2 3 0,2 4-39,-2 1 1,-3 2 264,2 4 0,-6-3 215,1 8 0,-3-6-235,-2 6 0,-7-7-217,-3 1 1,-4-5-64,-1-4 0,-8 1-238,-2-7 0,1 5-96,-2-5 1,1 0 448,-6-5 0,0 0 0,1 0 0</inkml:trace>
  <inkml:trace contextRef="#ctx0" brushRef="#br0" timeOffset="-17150">6718 399 7569,'-8'-7'0,"3"-3"-77,3 3 0,2-2 77,0 4 72,0 4 71,0-6 1,7 7 388,3 0 0,-2 0-138,3 0 1,-1 7 55,5 3 1,0 10-187,1 6 1,-1 5 18,1 4 0,-1-1-246,0 7 0,1-5 93,-1 5 1,5-7 64,1 2 0,4-4-45,-4-1 0,6-2-370,-1-4 1,-3-2-69,3-8 0,-7-1-832,1-4 591,4 3 0,-7-11-1076,4 3 1605,-11-3 0,3-2 0,-4 0 0</inkml:trace>
  <inkml:trace contextRef="#ctx0" brushRef="#br0" timeOffset="-22174">813 383 7569,'0'-10'775,"0"0"-652,0-2-207,0 5 0,-2 0 89,-3 7 1,3 7 126,-3 4 0,-2 4 16,2 5 0,-7 4 94,2 7 0,-5 6-127,-6 4 0,3 5-126,-8 5 0,4 0-13,-9 11 1,4-6-16,-9 5 0,4 1 86,1-6 1,-1-3 27,-4-2 1,5-5-22,1-5 1,1-5-36,8-11 1,1 1 466,4-11-279,1 4 0,5-12-5,0 3 1,8-3-97,2-7 0,8-2-3,13-3 1,3 2-113,6-8 0,5 3 74,5-2 1,3-4 31,13 4 0,-5-2-5,6 2 0,-3-2-426,2 7 0,-3-1-64,-7 6 0,-5 0-223,0 0 0,-9 2 123,-1 3 1,-2-1-836,-8 6 1333,-1 0 0,-5 5 0,1 1 0</inkml:trace>
  <inkml:trace contextRef="#ctx0" brushRef="#br0" timeOffset="-21724">1641 522 7569,'-7'-16'371,"-3"1"-140,3 0 1,-6 1-188,2 4 0,-2 3 85,-2 7 1,-1 0 53,1 0 1,-2 2 22,-4 3 1,3 5-252,-8 10 1,6-1 105,-6 7 1,2 4 142,-1 6 1,1 2-75,3-3 1,4-1-39,-3 7 0,4-7-84,6 2 0,-2-3 125,7-3 0,0 1 10,5 0 0,2-7 30,3-4 1,3-3-214,8-2 1,-1 1-228,0-1 0,8-6-248,2-4 0,1 1 97,4 0 0,-2-1-790,7-5 1208,-2-7 0,4-2 0,3-6 0</inkml:trace>
  <inkml:trace contextRef="#ctx0" brushRef="#br0" timeOffset="-21333">1703 629 7569,'-16'0'188,"1"-7"283,6 5-1320,3-4 451,6 12 0,5 3 294,0 6 1,5 2 475,-5 4 0,5-3 147,-5 8 1,6 1-251,-6 9 1,2-2-179,-2 7 1,-4-5-23,5 5 0,0-9-208,-1-1 1,2-7 170,-2-9 204,-3 0 0,7-8-115,-4-7 1,-4-8 69,5-13 0,-3-3-286,2-6 0,-2-8 100,8-3 0,-8-8 70,2-2 1,2-2-127,-2 2 1,5 1-490,-5-6 0,6 8 325,-6 2 1,7 9 104,-2 11 1,-1 6 62,1 10 0,0 3 110,5 7 1,1 2 75,-1 3 1,-5 5-46,0 10 1,-4 6-90,4 10 1,-5 1 75,5 4 0,-6 5-83,1 0 0,1-2-35,0 2 0,0-1-64,-1-9 0,-1-6-7,6-4 1,-6-8-179,1 3 0,-4-4-232,-1-2 0,0-4 28,0-1 490,-6-7 0,-10 4 0,-8-7 0</inkml:trace>
  <inkml:trace contextRef="#ctx0" brushRef="#br0" timeOffset="-20679">1749 782 7569,'-9'0'215,"2"-7"0,14 6 284,3-4-419,11 3 0,-1 2 115,11 0 0,-4-2-138,9-3 0,-4 3-933,-1-3 679,6 4 1,-4-1-32,3-3 1,-4 3 115,-1-3 0,-6-2 55,1 2 1,-7-7-178,1 2 0,-3-4 323,-2-1 1,-6 3-85,-4-3 1,-3 8-82,-2-9 894,0 5-477,0-5 1,-2 8-30,-3 3 1,2 3-71,-8 2 1,8 2-74,-2 3 0,-2 5-28,2 10 1,0 4-107,5 7 0,0 0 30,0-1 1,1 3-121,5 2 1,-3 0 49,7 5 0,-6-11-102,1 2 1,2-10 75,-2-1 1,5-8 84,-5-2-44,7-6 1,-10-4 59,3-11 0,2-9-164,-2-6 0,0-10-73,-5-4 1,0-5-18,0-1 0,0 0 103,0 0 1,0 5-38,0 0 1,1 7 162,5-1 0,-3 9-120,7 6 1,0 4-32,6 6 1,-1 3 48,0 7 1,2 0 205,4 0 1,-4 0-51,3 0 1,-3 7-75,-1 3 0,-1 4-20,0 1 1,-1 1 8,-4-1 1,2 0-35,-7 1 17,0-1 1,-6-1-1,-4-4 0,-4 2 37,-6-7 0,-2 0 60,-4-5 0,3 5-2,-8 0-36,7 7 0,-3-10-70,7 3 10,6 3 1,4-1-107,10 3 0,5 4 76,11-4 0,4 4 35,11 1 1,-2 6 2,7-1 1,-7 6 125,2-6 0,-5 6-73,-6-6 1,3 6 303,-8-6-328,-6 7 0,-7-9 11,-7 2 1,-9-5 411,-6-4 0,-14 0-165,-12-5 1,-3-1-122,-3-5 1,-4 0-62,0 0 1,0 0-751,5 0 0,3 0 155,8 0 0,1 0-890,13 0 787,8 0 589,6 0 0,27 6 0,6 3 0</inkml:trace>
  <inkml:trace contextRef="#ctx0" brushRef="#br0" timeOffset="-20454">2991 736 7580,'-9'-10'429,"4"0"670,4 6-749,1-2 0,6 0-167,5 1 1,9 0-1,6 5 1,3 0 22,1 0 1,6 0-875,0 0 0,1 0 147,-1 0 0,-5 5-93,0 0 1,-2 7 419,-9-1 1,-1 2 193,-9 3 0,4 6 0,-6 2 0</inkml:trace>
  <inkml:trace contextRef="#ctx0" brushRef="#br0" timeOffset="-20329">3022 1043 8044,'-16'0'1093,"1"0"0,8-2-740,7-3 0,15 3-10,16-3-194,7-3 0,13 6-445,0-3-963,14-3 1,-9 6 1258,10-3 0,4-4 0,0 1 0</inkml:trace>
  <inkml:trace contextRef="#ctx0" brushRef="#br0" timeOffset="-12150">644 1963 7229,'-15'0'-182,"6"7"0,-4 0 276,3 3 0,1 2 156,-1-7 1,5 7 35,-6-2 1,8 4-138,-2 1 0,-2 2-56,2 4 1,0-2 64,5 6 1,0 1 104,0 4 1,5-1-124,0-3 1,9 3-92,1-4 0,2-1 141,9 2 0,-1-7-9,6 1 0,0-8-69,-1-2 1,8-6-17,3 1 1,1-4 144,-1-1 1,3-6-19,-3-5 0,-3-7-255,-2-3 0,-9-4-65,-2 4 1,-6-6-81,2 1 0,-6-8 15,-5-2 0,-3-6-205,-7 1 1,0-3 211,0-2 0,-7 0-7,-3 0 1,-4-4-337,-1 4 1,-5-2 123,-1 13 0,-6 1 456,1 8 1,2 6-1,-1 9 0,-1 5 17,-4 6 1,4 0-154,1 0 1,4 6 19,-4 5 1,6 9-182,-2 6 0,4-3 123,2 3 0,1 1 59,4 9 1,3-2-32,7 7 1,0 0-475,0 5 0,0-7 538,0-3 0,7 3 0,2 0 0</inkml:trace>
  <inkml:trace contextRef="#ctx0" brushRef="#br0" timeOffset="-11958">890 2224 7569,'5'-15'10,"0"-1"0,0 1 159,-5 0 0,0-1 134,0 1-250,0 0 1,0-1 76,0 1 1,2 6-133,3 4 1,-2-1 92,7 0 0,-4 1 61,4 5 1,-5 0 0,5 0 0,0 0-57,6 0 1,-1 7-184,0 3 0,2 4 77,4 1 1,-2 6 101,6-1 0,-4 2-539,4-1 1,-4-4-106,4 3 0,1-3 29,4-1 0,1-1 28,0 0 495,-1-6 0,1-2 0,0-7 0</inkml:trace>
  <inkml:trace contextRef="#ctx0" brushRef="#br0" timeOffset="-11470">1611 1810 7569,'-14'-10'814,"4"-1"-630,-4 8-308,12-4 61,-4 7 1,6 2 117,0 3 1,5 4 99,0 6 0,2 7 20,-2 4 0,-2 3 98,7 1 1,-6 3-184,1 2 1,-2-2-193,2 3 1,-3-4-77,3-1-88,4-7 295,-8-2 0,6-15-16,-7-7 1,0-9 107,0-11 0,5-11-178,0-10 1,1-3-177,-6-2 1,5-5-6,0-1 1,7-6-74,-2 2 0,0 0 194,5 5 1,-3 3 54,9 17 0,-2-1 107,1 12 0,-3 6-120,4 9 0,1 3-36,-2 2 1,1 2 73,-6 3 1,0 4 267,1 6 1,-3 5-72,-3 1 1,-3 6-44,-7-1 1,0-4-84,0-2 1,-5 2-21,0-1 1,-12-2 132,2-9 1,-6 2-70,1-7 0,1 5-40,-7-5 0,6 5 88,-6-5 0,8 6 679,-3-6-507,4 7 1,9-4-119,3 8 1,3-1-32,2 0 1,7 1-20,3-1 0,10 2-146,6 3 0,3-3 61,2 4 1,-1-6 75,1-4 1,1 2-200,4-3 1,-3-3-594,2-2 1,-2-1 65,-3 1 1,-4-3 604,-1 3 0,1-4 0,5-1 0</inkml:trace>
  <inkml:trace contextRef="#ctx0" brushRef="#br0" timeOffset="-11057">368 2454 7569,'15'0'0,"1"0"0,-1 0 150,7 0 1,2 0-194,7 0 0,8 0-97,7 0 0,9 0 169,11 0 0,-1 5 129,6 0 0,6 0 2,5-5 1,8 0 95,2 0 0,-1 0-141,1 0 1,6 0 6,0 0 1,-3 0-214,-3 0 0,-2 6-12,-8-1 1,0 0 0,-5-5 1,-9 0-74,-7 0 1,-8 0-280,-12 0 1,-4 0-862,-6 0 693,-7 0 622,-9 0 0,-8 0 0</inkml:trace>
  <inkml:trace contextRef="#ctx0" brushRef="#br0" timeOffset="-9950">2930 2469 7569,'0'-15'0,"0"7"0,1 1 357,4 7 1,4 0-633,6 0 1,6 0-181,-1 0 294,7 0 1,-4 0-71,2 0 1,4 0-329,-3 0 559,-4 7 0,7 1 0,-5 7 0</inkml:trace>
  <inkml:trace contextRef="#ctx0" brushRef="#br0" timeOffset="-9817">3006 2669 7569,'-22'-7'0,"12"-1"2161,-4-1-2158,21 2 0,8 7-433,11 0 1,11-2-1500,10-3 1929,5-3 0,17-14 0,0-2 0</inkml:trace>
  <inkml:trace contextRef="#ctx0" brushRef="#br0" timeOffset="-9261">4448 1672 7569,'9'-15'115,"-4"-1"16,-4 8-130,-1-6 97,0 6-90,-6-1 0,-3-3-119,-6 7 0,-1 0 228,1 5 1,-7 0-39,-4 0 1,-3 7-42,-1 3 1,-3 5 38,-2 6 0,2-3 207,-3 8 0,11-6-131,4 6 1,4-2-163,2 1 0,1-2 79,4-8 1,3-5-79,7 0 1,9-6 4,6 1 1,7-3 75,9-2 0,1-2-31,4-3 0,2-5-78,3-11 1,1 4-326,-6-3 0,0 1 122,-6-2 1,1 3-23,0-8 1,-2 7 125,-4-1 1,-8 5-56,-6 4 643,-8-2-389,4 11 0,-9-3 112,-3 10 1,-4 5-62,-6 11 1,-5 3 107,-1 6 1,6-4-103,5-1 1,-1 1-130,-4 5 0,7-1-84,2 1 1,5 0-341,1-1 0,0 1-315,0 0 0,0-2 747,0-4 0,0 4 0,0-5 0</inkml:trace>
  <inkml:trace contextRef="#ctx0" brushRef="#br0" timeOffset="-9012">3681 2408 7686,'-15'0'294,"5"0"-235,-1 0-59,8-7 0,-2 6-160,10-5 1,9 3 66,6-2 1,14 2 358,2-8 1,8 6 112,7-5 1,4 0 136,6-6 0,7 3-295,4 3 1,-2-2-223,1 7 1,1-2-586,5 2 0,-7 3 417,-4-3 1,-5 1 216,-4-1 1,-5 4-176,-5-5 0,-13 5 127,-4 1 0,-9 7 0,1 1 0</inkml:trace>
  <inkml:trace contextRef="#ctx0" brushRef="#br0" timeOffset="-8717">4310 2377 7569,'-8'-6'702,"-6"4"-883,12-5 1,-5 9-30,7 3 0,0 5 103,0 11 0,0-3 0,0 8 1,0-1-14,0 6 0,0 2 464,0 2 1,-5-2 645,0 2 1,0-2-622,5-2 0,7-2-85,3-4 0,5-3-284,6-6 1,3-3 132,6-3 0,1-3-518,0-7 273,-1-7 1,1-3-3,0-10 1,-2 1-74,-4-7 1,-4 1-450,-11-6 409,-3 1 1,-9 4-95,-3 0 0,-5 8-3,-11-3 1,-3 6 247,-6 5 0,-1 3-76,0 7 0,8 2-129,2 3 0,4-2-32,2 7 313,6 0 0,-4 6 0,4-1 0</inkml:trace>
  <inkml:trace contextRef="#ctx0" brushRef="#br0" timeOffset="-8378">5522 2209 7569,'-9'-16'418,"1"3"685,3 3-965,3 3-25,2 7 1,8 0-189,8 0 1,-1 0 93,0 0 0,1 0-165,-1 0 1,6 0-17,-1 0 1,6 0 8,-6 0 0,6 1-150,-6 5 1,0 2 302,-4 7 0,-1 1 0,1-1 0</inkml:trace>
  <inkml:trace contextRef="#ctx0" brushRef="#br0" timeOffset="-8234">5476 2423 7569,'-16'-15'1376,"1"7"-355,7 1-860,1 7 0,20 0-377,8 0 0,13 0-990,7 0 611,3 0 417,9 0 0,1-2 178,8-3 0,6-4 0,2-6 0</inkml:trace>
  <inkml:trace contextRef="#ctx0" brushRef="#br0" timeOffset="-7704">6396 1549 7569,'0'-15'139,"0"0"747,0-1-573,7 8 1,1 1-634,8 7 1,6 0 105,3 0 1,-1 0-65,2 0 1,-2 0 100,1 0 0,3 0 293,-8 0 0,6 2 38,-6 3 1,-5-2 56,-4 7 0,-6 1-166,5 4 0,-7 0-33,2 1 1,-3-1-220,-2 0 1,-7 1 110,-3-1 0,-5-1-10,-6-4 0,4 2 146,-3-7 0,-2 2 340,1-2-271,1-4 193,4 6-343,8-7 51,1 0 1,19 2-127,3 3 0,11-3 131,-1 3 1,1 2-89,5-2 1,-4 7 38,9-2 1,-4 2 7,-1-2 0,-6 4 28,1-4 1,-7 4 43,1 1-15,-10 0 0,-3 1 23,-7-1 0,-7-5 139,-3 0 0,-10 1-36,-6 4 1,-8-5-149,-2 0 1,-5 1-91,6 4 0,-3-5-198,2 0 1,4 1-9,-4 4 0,9-1-190,1-4 0,8 3 254,-3-2 0,4 2 223,2 3 0,-7 6 0,-2 2 0</inkml:trace>
  <inkml:trace contextRef="#ctx0" brushRef="#br0" timeOffset="-7484">6227 2270 7569,'-30'0'0,"6"0"207,3 0 1,4 0 765,2 0-1108,0 0-10,-1 0 416,8 0-170,8 0 0,10 0-85,10 0 1,4-2-37,7-3 1,6 2 477,4-7 0,9 6-183,1-1 1,7-2-393,-2 2 0,4 0 55,1 5-465,7-7 0,-10 6 303,4-5 1,-4 5-910,3 1 731,-7 7 0,-6-4-170,-7 7 572,-14-6 0,2 9 0,-13-4 0</inkml:trace>
  <inkml:trace contextRef="#ctx0" brushRef="#br0" timeOffset="-7216">6565 2439 7569,'-24'0'0,"2"0"1245,6 0-305,8 0-1503,1 0 0,9 0 190,3 0 1,3 7-261,8 3 358,-1-3 1,0 6 423,1-2 1,-1 4-105,0 5 1,-6-3 89,-4 4 0,-3-2-108,-2 1 1,-2-3 330,-3 3 0,2 3-170,-8-3 1,6-5 1088,-5-4-130,7-8-502,-4 11 0,20-13-261,8 5 0,8-6-84,7-6 1,10-2-318,10-7 0,9-1 84,1 1 1,6 1-1113,-6 4 0,6-2-659,-6 7 1704,1-7 0,-6 4 0,0-8 0</inkml:trace>
  <inkml:trace contextRef="#ctx0" brushRef="#br0" timeOffset="10673">568 2930 7569,'8'-7'-1059,"-3"-3"1755,4-4 1,-6 5-70,7 4-589,-6 4 1,4 7-3,-3 5-5,-3 2 0,7 4 125,-4 4 0,-4-2 0,5 6 0,0-1-107,-1 2 0,2-4-45,-2-7 1,-3 0-32,3 1 40,4-8 45,-1-1 0,2-9-24,1-3 1,-6-8-84,5-8 0,-5-11 27,5 1 1,-5-10-110,6 0 0,-3-3 2,2-2 0,4 5 89,-4 0 1,4 7-135,1-2 1,6 6 65,-1 4 0,2 6 180,-1 9 1,-4-1-21,3 7 0,2 0 103,-1 5 1,-1 2-76,-4 3 1,4 9 72,1 6 0,-1 2 5,-5-1 1,-1 4-86,-4 11 1,4-2-52,-4 7 1,2-5 64,-2 5 1,2-6-324,-7 6 0,2-7 2,-2 2 0,-3-8-460,3-3 386,-3-6 0,-2 3-79,0-7 0,-7-6-15,-3-4 0,-4-3 402,-1-2 0,-7 0 0,-2 0 0</inkml:trace>
  <inkml:trace contextRef="#ctx0" brushRef="#br0" timeOffset="10829">752 3037 7569,'-9'-7'617,"4"-3"0,5-2-471,5 2 1,4-2-268,6 7 1,7-5-704,4 4 594,3 1 0,6 5 122,1 0 1,7 0 170,-2 0 0,3-1-494,2-5 1,-3 5 184,3-4 0,-2 3 246,12 2 0,0-7 0,6-1 0</inkml:trace>
  <inkml:trace contextRef="#ctx0" brushRef="#br0" timeOffset="11025">1825 2853 7569,'16'-7'0,"-8"-1"0,-3-8 0,-3 6 159,-2 0-79,0 6 0,-7-2-33,-3 6 1,-9 0 101,-1 0 1,-8 11 43,3 5-156,-11 9 1,4-4 132,-4 10 1,4-4 179,1 9 1,5-6-165,1-4 0,11 1-98,-1-6 0,10 1 68,0-2 1,10-8 38,5 3 1,5-8 57,6 3 0,9-6-357,11 1 1,4-3-499,1-2 1,1 0 369,4 0 232,4 0 0,6-7 0,1-2 0</inkml:trace>
  <inkml:trace contextRef="#ctx0" brushRef="#br0" timeOffset="11571">2746 4371 7707,'0'-8'1007,"0"1"1,8 7-989,7 0 1,1-2-247,4-3 1,4 4-14,2-5 175,-4 5 1,7 1-77,-4 0 0,3 0-186,-3 0 0,2 0-284,-6 0 1,4 0 610,-4 0 0,-1 7 0,-4 1 0</inkml:trace>
  <inkml:trace contextRef="#ctx0" brushRef="#br0" timeOffset="11708">2853 4540 7569,'-22'9'2028,"5"-3"-599,-5-6-2501,13 0 69,2 0 437,21 0-636,3 0 509,14 0 693,6 7 0,2-5 0,7 5 0</inkml:trace>
  <inkml:trace contextRef="#ctx0" brushRef="#br0" timeOffset="13855">4203 3773 7110,'-11'0'-767,"1"0"1264,7 0 1,-6 0 164,4 0-448,3 0 1,-4 2-29,6 3 1,-5 4 7,-1 6 1,1 2 46,5 3 0,0 4-107,0 7 0,0 0-93,0-1 1,0 1 111,0 0 0,0-1 36,0 1 0,0 0-890,0-1 0,0-4 70,0-1 297,0-6 0,2 2 119,3-11 0,-1 2-317,6-7 0,-5 0 532,5-5 0,0-14 0,6-3 0</inkml:trace>
  <inkml:trace contextRef="#ctx0" brushRef="#br0" timeOffset="14122">4402 3773 7644,'10'7'37,"1"3"1,-6-1-19,5 1 0,0 0 402,5 6 1,-4 4-146,-1 0 1,0 3-46,5-3 1,1-1-175,-1 6 1,-5-6-85,1 2 0,-1-4-41,5-2 0,-6 0 61,-4 1-1,-4-1 92,-1 0 1,0-4-32,0-1 0,-6-5-275,-5 5 1,-9-5-46,-6 5 1,-1-6-111,2 1 1,-10-3 58,5-2 0,-4 0-68,3 0 0,2 0 81,4 0 0,-3-9 305,8-6 0,-7-7 0,3-9 0</inkml:trace>
  <inkml:trace contextRef="#ctx0" brushRef="#br0" timeOffset="14283">4325 3819 7569,'31'-15'-727,"-7"0"0,5-1 1292,-4 1 1,4 5-141,2-1 1,-5 8-171,-1-2 0,1-2-72,4 2 1,-1 0-143,-3 5 1,1 0 26,-6 0 0,4 0-123,-4 0 0,4 2 56,-4 3 1,1-4-127,-2 4 1,-3-1-403,4 1 1,-4-3 275,-2 3 1,-1 3-43,-4 3 293,-3-5 0,0 8 0,1-5 0</inkml:trace>
  <inkml:trace contextRef="#ctx0" brushRef="#br0" timeOffset="14687">3651 4617 8154,'15'0'378,"0"0"0,2 0-540,4 0 114,3 0 1,6-5 180,1 0 0,6-1 147,4 6 0,5-5-98,5 0 1,4 0-23,6 5 1,1-5-171,-1 0 0,0 0 39,1 5 1,-1-2 148,0-3 1,-1 3-164,-4-3 1,-1-2-302,-4 2 0,-8-2 131,3 2 0,-11 4-13,1-5 1,-9 0-327,-1 1 142,-7-1-158,3 6 118,-14 0 281,-1 0 1,-8 0-185,-5 0 1,-4 2 294,-10 3 0,-4 4 0,-7 6 0</inkml:trace>
  <inkml:trace contextRef="#ctx0" brushRef="#br0" timeOffset="15417">4126 4862 7685,'0'-15'379,"0"0"0,0 4 34,0 1-571,0 7 0,2-4 184,3 7-131,-3 0 0,6 2 85,-3 3 1,-3 3 285,3 8 0,-3-1-140,-2 0 0,0 6-167,0-1 0,-5 6 42,-1-6 0,1 6-157,5-6 0,-1 6-306,-4-6 1,3 1 240,-3-6 1,3 0-736,2 1 524,0-8 432,7-1 0,1-7 0,8 0 0</inkml:trace>
  <inkml:trace contextRef="#ctx0" brushRef="#br0" timeOffset="15680">4341 4939 7569,'8'0'1058,"-1"0"-1124,-7 0 35,0 7 1,0 1 100,0 8 0,5-1-50,0 0 1,7 1-152,-2-1 1,4-5 77,1 0 1,1-6 223,-1 1 1,6-3-95,-1-2 1,2 0 18,-1 0 1,-4-7-141,3-3 1,-3-4-125,-2-1 0,-1-2 175,-4-4 1,-3 2 60,-7-6 0,-2 1-434,-3-2 0,-8-1 140,-8 7 0,-4 4 305,4 6 1,-4 7-109,4-2 1,-4 3 76,4 2 1,2 2-261,9 3 0,2 3-192,3 8 1,5-6 245,0 0 1,6-1 157,10 1 0,13-3 0,3-7 0</inkml:trace>
  <inkml:trace contextRef="#ctx0" brushRef="#br0" timeOffset="15920">5506 4540 7569,'-15'0'256,"0"-2"156,-1-3 1,6 4-254,0-5 112,7 5-288,-4 1 43,7 0 1,12-2-85,3-3 1,9 3 39,-4-3 0,9 3-88,2 2 0,0-5-57,4 0 0,-2 0-305,-3 5 0,-1 0 29,-3 0 0,0 2 439,-11 3 0,4 3 0,-11 8 0</inkml:trace>
  <inkml:trace contextRef="#ctx0" brushRef="#br0" timeOffset="16055">5598 4632 7569,'-15'9'-482,"0"-3"1372,-1-6 0,8-1-379,3-4 1,7 3-839,8-3 0,3 3-79,18 2 0,-2-2-309,12-3 0,2 2 383,8-7 0,-4-1 332,4-4 0,-3 0 0,-2-1 0</inkml:trace>
  <inkml:trace contextRef="#ctx0" brushRef="#br0" timeOffset="16466">6473 3758 7569,'8'-7'0,"6"0"0,-4-3 0,4-2 96,1 7 0,2-5 238,4 5 0,-3-6-231,8 6 0,-2 0-141,1 5 0,3 0 70,-8 0 0,6 7-109,-6 3 0,0-1-19,-4 1 75,-8 0 0,-1 0 70,-7 1 0,0-1-123,0 5 1,-8 1 105,-8-1 1,-1 0 1,-8 1 0,-1-1-142,-5 0 1,2-5 78,4 1 0,-2-8 192,6 2 1,6-1 36,5 1-74,6-4-125,-3 6 0,9-7 6,3 0 0,5 7-79,11 3 0,-2-1 71,6 1 1,1-5-61,4 5 1,-4 1 39,0 4 0,-8-5-68,3 0 0,-6 1 57,-5 4 0,-3-5 40,-7 0 0,0 1 8,0 4 1,-7 0 10,-3 1 1,-5-1-233,-6 0 1,-3 6 73,-6-1 0,-1 1 113,0-6 1,1 5 7,-1 1 10,-6-1 0,4 3 0,-4 0 0</inkml:trace>
  <inkml:trace contextRef="#ctx0" brushRef="#br0" timeOffset="16721">6089 4571 7569,'-8'0'1944,"1"0"-2394,7 0 353,0 0 257,7 0 0,8 0 23,11 0 1,4-2-328,6-3 1,3 2 106,7-8 1,2 8 150,3-2 1,2-2 76,3 2 1,4-5 143,-4 5 0,4-6-301,1 6 1,-1-5 197,-4 5 0,0 0 38,-10 5 0,2 0 33,-12 0 1,-2 0-1915,-9 0 1,-2 0 737,-8 0 0,-7 7 429,-2 3 0,-6 3 444,-6 3 0,-9-1 0,-9 0 0</inkml:trace>
  <inkml:trace contextRef="#ctx0" brushRef="#br0" timeOffset="16997">6534 4755 7569,'-8'-2'759,"2"-3"-1071,5 3 175,8-4 1,1 6-69,7 0 0,9 0 23,7 0 0,0 0 108,4 0 0,-2 1 53,-3 4 1,-1 4 269,-3 6 1,-4 1-145,-6-1 1,-8 5 38,-3 1 0,-10 6 31,-5-1 0,-16 3-83,-4 1 0,-6-6-30,0-3 1,4-4 14,-4-2 0,0 0 922,5 1 0,4-8 505,12-3-904,6-3 1,4-2-241,10 0 1,17 0-41,14 0 1,14-7-779,6-3 0,10-4 353,6-1 0,5 0 52,4-1 1,3 1 235,3 0 1,0-2-184,-11-4 0,8 1 0,-13-4 0,1 3 0,3-3 0,3-3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36:28.4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139 430 7569,'-16'-14'18,"3"2"244,3 2 0,1 7 1037,4-2-964,3 3 0,-3 2-59,10 0-174,4-7 1,13 4-142,4-8 0,2 3 39,3-2 1,7-4-14,3 4 1,-2-4 11,2-1 0,-2 0-146,2-1 0,-2 1-54,-3 0 0,-11 6 84,1 4 1,-7 3 119,-4 2 0,-7 2-380,-2 3 0,-5 4 377,-1 6 0,-7 7 0,-1 2 0</inkml:trace>
  <inkml:trace contextRef="#ctx0" brushRef="#br0" timeOffset="183">400 415 7569,'-7'-9'129,"5"2"0,-6 7 208,2 0 1,3 2-111,-7 3 0,6 10-44,-1 11 1,4-2-17,1 1 0,0 6-429,0 5 0,0 6-40,0-1 1,0 2-263,0-2 1,5-5 288,0-11 1,12 1 274,-2-11 0,11-3 0,-2-12 0</inkml:trace>
  <inkml:trace contextRef="#ctx0" brushRef="#br0" timeOffset="1116">691 16 7569,'2'-9'0,"3"4"431,-4 3-201,6 16 0,-8 3-61,-5 14 1,3 8 22,-7 7 0,5 2-49,-5 8 1,4 2-80,-4 8 1,2-4 141,-3-1 0,5-8-23,6-12 1,1-5-111,4-11-106,4-3 1,6-8 28,1-4 0,-6-11 11,0-15 0,5-4-80,6-6 1,-1-8-13,-4 3 0,-1-4-153,0-1 0,-1 5 223,-4 0 1,4 2 73,-4 9-401,-3 0 189,7 11 0,-11 6 258,7 13 0,-6 7 4,1 14 0,-4 4 43,-1 1 1,0 5-73,0-5 1,2-5-24,3-6 0,4-8 17,6-2 1,5-1 14,1-9 1,1 0 66,-1-5 0,-3-3-89,8-7 1,-6-2-210,6-14 1,-7 6-33,1-6 1,-5 1-38,-4-6 1,-5 0 13,-6 1 1,0-1-154,0 0 1,-1 2 145,-4 4 0,-4 4 47,-6 11 0,-1 3 104,1 7 0,0 9-51,-1 6 0,1 7 577,0 9 0,1 6-237,4 4 1,3 4-21,7 1 1,0-2-166,0-3 1,7-4-45,3-6 1,11-9-50,4-6 0,4-3 62,2-8 1,-2 0 12,-4-5 0,3-6-78,-8-5 1,6-7-255,-6-3 0,1-6 131,-6 1 1,-7-1 89,-3 1 0,2-6 17,-2 7 0,1-11 4,-6 10 1,5-5-14,0 11 1,0 0-6,-5 4 0,0 6 282,0 0-80,7 6 1,-6-1 229,4 10 0,-3 6-95,-2 9 0,0 2 50,0 4 1,-5 8-190,0-3 0,0 1-39,5-6 1,0 1-84,0-7 0,0 1 225,0-6 2,0-6-94,7-3 0,-1-7-32,5-4 1,2-6-163,-2-9 1,1 1-188,-2-6 1,3-1 51,-2-5 0,2 2-72,3 4 1,-1-3 146,0 8 0,-5 1 48,1 9 1,-3 2-265,2 2-20,4 5 584,-5 1 0,4 8-88,-3 8 1,2-1 74,-7 0 1,7 1-103,-1-1 0,2 0 30,3 1 1,-1-6-144,0 0 0,1-7 57,-1 3 1,0-5 70,1-1-107,6-7 1,-5-1-182,3-7 0,-8-1 46,-2 1 1,-6 0-67,1-1 0,-3-4-5,-2-1 1,-5 1-132,-1 5 0,-5-1 131,0 1 0,3 6 62,-2 4 1,-1 5 76,-4 5 0,0 6-57,-1 9 0,-2 4 565,2 7 0,-3-1-146,9 1 1,3 0 64,2-1 0,5 1-173,5 0 1,4-7 41,6-4 0,2-3-444,4-2 0,-2-1 144,6-4 0,1 2 145,4-7 1,-4 5-96,-1-4 0,1-1 0,5-5 0</inkml:trace>
  <inkml:trace contextRef="#ctx0" brushRef="#br0" timeOffset="2182">2363 92 7569,'0'-15'95,"0"0"1,0-1 237,0 1 0,0 5 186,0 0-244,0 6-61,-7-3 1,0 21 10,-3 7 1,-4 8 96,4 6 0,-4 13-96,-1 13 0,0 4-31,-1 12 0,6-2-332,0 12 1,-5 6 181,5-42 0,-1 1 0,1 0 1,0 1-58,2 1 0,0 0 1,1-2-1,1 0-311,-4 45 0,1-9 247,4-16 1,3-12 46,-3-14 1,3-4 162,2-11 0,-1-4-73,-4-11 0,1-8-183,-6-3 0,5-3 69,-5-2 0,-1-9 439,-4-6 1,0-9-701,-1-12 0,3-3-498,3-7 1,-2-7 377,6-3 0,1-2-96,5 2 0,5 3 471,1 7 1,6 7-18,-2 3 0,2 9-119,-2 1 0,4 8 100,-4-3 0,-2 9 557,3 2 0,-1 0-267,5-6 0,0 1-50,1 0 0,4 1 11,1 4 0,1-4 44,-2 4 1,-3 1-133,4-1 0,-4 5 63,-2-5 26,0 7-88,1-4-204,-8 7 0,-1 1 139,-7 5 0,0 2 38,0 7 0,0-3 11,0 4 0,-2-4 2,-3 8 1,2-1-85,-7 1 1,6-3 56,-1 4 0,3-9-50,2-2 0,0-5 80,0 5-31,0-6 1,2 1-12,3-10 0,4-4-8,6-6 0,6-2-56,-1-4 0,1 3-128,-6-8 0,-2 2 72,-2-1 1,2-4 50,-2 3 0,-3-1 14,2 1 1,-5-1-44,6 6 0,-6 1 151,5 5 1,-5 4 36,5 1-94,-6 7 1,4-4 27,-3 7 78,-3 0 0,10 2 25,-7 3 0,0 3-62,-5 8 0,5-1-16,0 0 0,6 2 45,-6 4 0,2-4-26,-2 3 0,-4 2-20,5-1 1,-5-1 3,-1-4 1,2-1 108,3 0 7,-3-6 297,5-2-346,-7-7 0,0-7-223,0-3 0,5-6 68,0-4 1,5 1-243,-5-6 1,5-1 135,-5-5 1,6 2 103,-6 4 1,5-2-91,-5 6 0,7 2-180,-2 9 1,-1-2 250,1 7-27,0 0 0,6 7-38,-1 3 1,-5 3 115,0 8 0,1-1 316,4 0 1,0-1-148,1-4 1,-1 2-122,0-7 1,1 5-45,-1-4 0,2-1-17,4-5 0,-4-2-250,3-3 0,-3-4 87,-2-6 1,-4 0-217,-1-1 1,-7-1 112,2-3 1,-3 3-6,-2-4 1,0 9 35,0 2 348,-7 7 1,-6-1-82,-8 15 0,1 2 103,4 18 1,1 1 270,0 9 1,1 3-215,4-3 0,3 4-307,7 1 0,2 0 176,3 0 0,8-7-1211,8-3 1153,6-4 0,4-1 0,8-1 0</inkml:trace>
  <inkml:trace contextRef="#ctx0" brushRef="#br0" timeOffset="2889">3943 445 7363,'0'-15'-124,"0"5"124,0-1 1322,0 8-432,0-4-732,0 7 0,-2 2 7,-3 3 0,-4 10 18,-6 11 1,-2 3-30,-4 2 1,3 6-82,-8 4 1,1 3 109,-6 2 0,-5 7 13,0 3 0,-5-3-294,6-2 0,1-10 70,8-5 0,4-5 213,7-6 1,-1-8 29,1-6-84,6-8-97,3 4 0,7-7-103,4 0 0,4-2 71,6-3 0,6 2-101,-1-8 1,7 3 78,-1-2 0,8 1 39,2 4 1,10 3 92,-5-3 0,6 3-113,-6 2 0,9 0 7,1 0 1,-5 6 37,-5-1 0,-7 5 6,2-5 1,-4 0-11,-1-5 0,-7 5 56,-4 0 250,-3 0 0,-7-6-126,1-4 0,-8 1-41,2-6 0,-5 1-58,-5-1 0,2-3-155,-8 2 0,1-7 34,-5-3 0,5-4-96,-1 4 0,1-8-24,-5-1 1,-1-1-173,1-5 0,1-3-73,4-2 1,-3-3 128,2-2 0,-2 1-66,-3 4 1,6 4 81,0 6 0,5 7 194,-5 4-194,-1 3 1,-4 8-519,0 4 229,-1 4 1,1 13-945,0 3 1453,-1 10 0,1 6 0,0 8 0</inkml:trace>
  <inkml:trace contextRef="#ctx0" brushRef="#br0" timeOffset="6112">4863 522 7526,'-15'-9'255,"6"3"-190,2 6 0,6 1 108,-5 4 0,5 6-40,-4 9 1,-2 4-3,2 7 0,-6-1-25,6 1 0,-1 1-27,0 4 0,5-2-99,-4 7 1,-2-7-111,2 2 1,0-10 95,5-6 1,0-3 149,0-2 76,0-6 2,0-2-205,0-21 0,0-1-91,0-11 1,1-4 81,4-1 0,-1 0-109,6-5 0,-5-3-100,5-2 0,1-3 75,4-2 0,-1 2 34,-4 3 1,3 3 64,-2 8 1,2 6 77,3 3-55,-1 4 0,0 9 139,1 3 0,-6 3-58,0 2 1,-1 7 69,1 3 1,2 10-5,-7 6 0,5 5-58,-5 4 1,0 0-42,-5 5 0,0 0-108,0 1 1,0 1-187,0-6 1,0 3 70,0-8 0,0 1-67,0-11 1,0-1 52,0-5 0,0-4-283,0-1 504,0-7 0,-6 4 0,-3-7 0</inkml:trace>
  <inkml:trace contextRef="#ctx0" brushRef="#br0" timeOffset="6792">4756 783 7569,'13'-2'-332,"-3"-3"1,4 1 284,-4-6 0,4 7 47,1-2 0,1-2 225,-1 2-103,0-7 1,6 10-110,-1-3 1,6-2-1,-6 2 0,6-2-155,-6 2 0,6 2 104,-6-7 0,2 6-63,-1-1 0,-4-2-46,3 2-126,-3-7 249,-1 4 1,-3-8 70,-2 1 0,-5 5 34,-6 0 340,0-1 160,0-4-399,0 0 1,0 4-6,0 1 170,0 7-190,0-4 0,0 14-38,0 3 0,0 5-36,0 6 1,0 1-13,0 4 1,0 2-96,0-2 0,0 8-159,0 2 0,0 0 103,0-6 0,0-6 61,0-3 1,0-4-48,0-2-27,0-6 80,7-3 0,-5-12-3,3-5 1,2-7-45,-2-3 0,5-6-76,-5 1 1,0-8 119,-5-2 1,2-4-2,3 4 1,-3-2-5,3 3 0,-2 7-24,3-2 1,-5 9 23,4 1 1,4 8-28,1 1 0,4 8-13,1-2-19,0 3 0,1 4-10,-1 3 0,0-2 123,1 8 1,-8-1-72,-3 5 0,2 1 77,-2-1 1,0 5-46,-5 1 0,-6-1 3,-5-4 0,-2-1 4,-3 0 1,1 1 81,0-1 0,-1 0-59,1 1 1,5-8 37,0-3-77,6 4 26,-3-7 1,9 9-24,3-5 0,4 0 20,6 0 0,2-3-13,4 7 0,-3-1 8,8 1 1,-2 2-2,1-7 0,3 5 117,-8-5 0,4 7-69,-9-2 0,4-1-33,-9 1 0,-3-5 9,-2 6 0,-7-1 163,-8 5 0,-2 0-86,-13 1 0,-1-6-31,-5 0 1,3-1-106,2 1 0,-1 2-396,6-7 59,-6 0-5,10-5 0,2-2 375,9-3 0,18-10 0,5-9 0</inkml:trace>
  <inkml:trace contextRef="#ctx0" brushRef="#br0" timeOffset="7021">5875 522 8894,'-15'15'838,"0"2"-263,-1 4-438,1 3 1,0 6 99,-1 1 1,3-2 83,2-3 1,-1 1-215,7-7 1,0 6 87,5-6 0,7 1-88,3-6 0,6-5 47,4 1 0,4-8-193,7 2 0,-1-3-66,1-2 1,0-2-91,-1-3 1,1 3-706,0-3 0,-2-2 446,-4 2 0,-3 0-1348,-6 5 1802,-1 0 0,7-7 0,2-1 0</inkml:trace>
  <inkml:trace contextRef="#ctx0" brushRef="#br0" timeOffset="8037">6565 783 9283,'0'-11'252,"0"1"1,7-2-194,4-8-30,-5 3 0,13-10 166,-4 6 0,4-4 0,-3 4 0,4-4-441,0 4 0,1 1 150,-6 4 0,-5 6-136,1 0 159,-1 6 0,0-2 124,0 6 1,-6 1 5,1 4 0,-2 4 10,2 6 0,-1 6-30,6-1 0,-5 1 8,5-6 0,1-5-30,4 0 1,0-6 34,1 1 1,4-3-221,0-2 0,8-2 70,-3-3 1,3 1-544,-3-6 0,2 2 17,-6-3 626,6-2 0,-10 4 0,5-6 0</inkml:trace>
  <inkml:trace contextRef="#ctx0" brushRef="#br0" timeOffset="8604">7716 353 7569,'-7'-8'898,"5"-6"-588,-4 12-300,6-4 0,-2 6 138,-3 0 1,1 8 34,-6 7 1,-2 8-1,-8 7 1,1 1 11,-7 0 0,6 4-48,-6 1 1,1 7-53,-6-2 1,6-4-127,-1-1 0,7-10 83,-1-6 0,3 0 95,1-4 0,6 1 51,0-12-13,7 0 8,-4-5-105,7 0 0,7 0-245,3 0 1,5 2 75,6 3 1,2-3 17,8 3 1,0-4 8,-1-1 1,1 2 18,0 3 1,-1-3 10,1 3 1,0-3 11,0-2 1,-3 0 95,-2 0 1,-4 0-69,-6 0 2,-1 0 35,0 0 0,-6-2 276,-4-3 1,-3 2-128,-2-8 0,0 1-86,0-5 1,-6-1-56,1 1 0,-7 0-97,2-1 0,-3-6-148,-3-3 0,6 1 89,0-2 0,0-4-37,-6-6 0,3 0 55,2 5 0,-1 6-114,7-1 1,-5 7 4,5-1 0,-5 8-35,5 2 0,-2 6-94,2-1 0,1 4-263,-6 1 0,7 6-256,-2 5 1,3 2 833,2 3 0,-7 6 0,-2 2 0</inkml:trace>
  <inkml:trace contextRef="#ctx0" brushRef="#br0" timeOffset="21104">8345 384 7569,'-11'-7'-14,"3"-3"41,1-4 0,0 6-34,2 3 1,4 1 100,-5-1 0,3 3-45,-2-3 225,3 4-23,-11 1-3,11 0-125,-12 0 1,11 0 101,-7 0 0,4 8-87,-4 7 1,0 8 148,-5 7 0,-6 8-93,1 3 0,-1 3-15,6 2 1,5-5-84,0 0 1,6-2-131,-1 2 1,5-9 68,5-6 0,4-7-110,6 1 1,0-3 26,1-2 0,1-6 78,3-4 0,-3-5-112,4-5 0,3-9 39,1-6 0,-1-9-118,1-2 0,-1-1-62,2-9 1,-4 0-55,-7-5 1,-4-5 68,-1 0 0,-7-6-110,2 6 1,-3 7 368,-2 8 0,-5 9-101,0 1-91,-7 8 1,9-3-114,-8 11 164,1 3 0,-5 14-48,-1 3 1,3 9 4,3 1 1,-2 8-47,6-3 0,-4 4-173,5 2 0,0 5 352,5-1 0,0-6 0,0 0 0,0-5 0</inkml:trace>
  <inkml:trace contextRef="#ctx0" brushRef="#br0" timeOffset="21301">8329 599 7580,'0'-11'271,"0"1"1,0 5 169,0-5-341,0 0 0,2-6 95,3 1 0,-1 5-157,6 0 0,-5 4 50,5-4 1,-5 7-93,6-2 107,-1 3 0,5 4-39,0 3 1,-4 3-22,-1 8 0,0-1 57,5 0 1,-1 1-14,-4-1 0,4 0 20,-4 1 0,4-3-247,1-2 0,-5 2 75,1-3 0,-1-1-416,5 1 0,0-6-53,1 1 0,-1-4 534,0-1 0,1 7 0,-1 2 0</inkml:trace>
  <inkml:trace contextRef="#ctx0" brushRef="#br0" timeOffset="21754">8836 277 7440,'-9'-16'-320,"2"1"435,7 0 426,-7 6-431,6 2-29,-6 7 0,7 4 258,0 6 1,0 2-38,0 13 0,0 1-55,0 5 1,0-1-149,0 1 1,0 0-104,0-1 1,0-4-110,0-1 0,2-6 109,3 2 109,-4-4-23,6-9 0,-5-1 100,3-7 0,-2-14-192,8-6 1,-1-4-152,5-7 1,2 2 7,4-12 1,-3 1-163,8-6 1,-6-6-38,6 1 1,-7 12 140,1 8 0,-4 11 134,-6 0 1,3 8-241,-2 1 344,-5 8 0,1 3 21,-7 10 1,0 11 111,0 4 1,-1-1-100,-5 2 0,-2-1 56,-7 6 1,-1 0-58,1-1 1,0-6-31,-1-3 0,1-4 6,0-2 0,-1-5-5,1 0 1,0-6-286,-1 1 1,1-3-79,0-2 1,4 0-600,1 0 931,7 0 0,-4-7 0,7-2 0</inkml:trace>
  <inkml:trace contextRef="#ctx0" brushRef="#br0" timeOffset="22398">9234 261 8389,'-8'22'425,"-1"-3"-309,4 7 0,3-6-126,-3 6 0,4-1-87,1 6 1,0-6 109,0 1 0,0-7 80,0 1 1,0-3 78,0-1-453,0-8 246,0-1 1,0-9 239,0-3 0,1-10-169,4-11 1,-1-3-85,6-1 0,-1-3-160,1-3 0,5-3 97,1-7 0,-1 5 142,5 0 0,-3 7-2,-1-1 0,-3 9-421,-2 6 1,2 8 180,-3 1 1,-1 8 75,1-2 56,-6 3 0,2 9 132,-6 3 1,0 4-128,0 1 0,0 1 76,0-1 0,-1 2 120,-4 3 0,-2-3-88,-3 4 1,-4-6 84,4-5 0,1 4-11,-1-4 0,5-3 65,-5-2 1,6-1 143,-1 1 222,3-4-286,-4 13 0,6-5-89,0 6 0,1 5 63,9 1 0,1 4-45,4-4 0,2 1 11,4-2 1,-3-3-9,8 4 1,-6-4 1,6-2 1,-1-1-89,6-4 1,-5 2-169,-1-7 1,-4 0-674,4-5 0,-6 0 432,1 0 1,-3 0-1592,-1 0 1901,-1 0 0,0-13 0,1-4 0</inkml:trace>
  <inkml:trace contextRef="#ctx0" brushRef="#br0" timeOffset="23921">47 2163 7569,'-9'9'134,"2"-3"-175,7-6 1,2 0 187,3 0 0,2-1-96,3-4 1,9-4 99,-4-6 0,6-7-69,-1-4 0,2-5-36,4-4 0,3 1-7,-3-7 1,-3 0-5,3-5 1,-7 0-91,1 0 0,-3-2-23,-1-3 1,-3 7-143,-3-8 0,2 15 59,-7-4 1,1 9 213,-6 6 0,0 4-31,0 7 109,0 6 0,-7 11-37,-3 13 1,-4 14 140,-1 12 0,-1 12-64,1 8 0,0 2-51,-1 9 0,1-4-61,0 9 1,6-11 52,4 6 1,3-21-118,2-10 0,2-9 103,3-6 1,-2-6 411,8-10-387,-1 4 0,5-19-4,1 0 0,-6-9-136,0-6 0,0-4 91,6-7 1,-1-1-288,0-4 0,1 4 110,-1-4 0,0-2-78,1 3 0,-6 6 30,0 8 0,-1 4-38,1 2 160,3 6 0,-9 2 25,6 7 0,-7 2-117,3 3 29,2 4 507,1 6-262,6 0 1,0-4-27,1-1 0,-6-7-139,0 2 0,0-5-7,6-5 0,-1 2-28,0-7 1,-1-2-155,-4-9 1,2 4 56,-7-3 1,5 3 77,-4 1 0,-1-4-141,-5-1 0,0 1-174,0 5 373,-7-1 0,-2 8-35,-6 3 1,-5 10 112,-1 5 0,-1 10-25,1 6 1,4 3 144,-3 2 0,5-1-110,4 1 1,5 5-60,6 0 0,0 5-321,0-6 0,6 1 132,5-5 1,7-7-312,3-4 0,6-5 2,-1-4 477,3-5 0,1-6 0,1 0 0</inkml:trace>
  <inkml:trace contextRef="#ctx0" brushRef="#br0" timeOffset="24838">998 1688 7569,'-9'-9'0,"-4"2"0,2 7 0,-2 7 89,-3 3 0,1 6 171,0 4 0,1 4-32,4 7 0,-4 6 119,4 4 1,3-2-136,2 2-88,3-7 0,2 9-18,0-7 0,7-1-149,3-4 1,6-7-46,4-4 1,-1-4 115,6-6 0,-4 2-59,5-7 0,-1 0 31,6-5 0,-6-7-281,1-3 1,-1-4 11,6-1 0,-5-7-60,-1-4 1,-4 3 75,4-3 0,-6 0-9,1-4 0,-2 4 272,-3 1 1,-7-1-120,-3-5 0,2 8 139,-2 2 1,1 4-59,-6 2 0,-2 6 322,-3 4 1,1 3-127,-6 2 0,0 0-78,-5 0 1,-1 7 120,1 3 1,-2 9 100,-4 2 1,4 6-207,-3-2 0,5 4 9,4 2 0,-1-5-115,7-1 1,0-6 45,5 1 1,5-3-167,0-1 1,7-8 36,-1-3 1,2-3 109,2-2 1,1-2-74,-1-3 0,2-5 0,4-10 0,-4 1-88,3-7 0,-3 1 72,-1-6 1,-6 0 44,0 1 1,-5 1 2,5 3 1,-6 4-237,1 7 209,-3-1 326,-2 8-250,-7 1 0,-2 16 147,-6 6 0,5 5 43,-1 6 1,8 5-116,-2-1 1,3 1-32,2 5 1,2-4 34,3-1 0,2-7-155,3-4 0,9-3 88,-4-2 1,4-6 29,-4-4 1,6-3-40,-1-2 1,1-2-78,-6-3 0,-1-5-105,-4-11 1,3 4 57,-2-3 1,-3-2 101,2 1 0,-6-4-4,1 4 0,-3-4-249,-2 4 0,0 1-34,0 4 264,0 1-52,0 7 149,0 1 1,0 8 27,0 5 0,0 2-27,0 7 0,0 8-83,0 2 1,0 2 35,0-1 1,1 1 140,4-6 1,-1 4-120,6-4 0,0-1-50,6-5 1,-1-1 11,0-4-29,1-3 1,-1-2-53,0 0 1,-4-1 76,-1-9 0,-5 1-13,5-6 0,-5 0 12,5-6-184,-6 1 0,8 0-125,-7-1 183,7 1 106,-10 0 17,4-1 109,-6 8-174,7 1 25,-5 7 5,5 0 139,-7 0-179,0 0 23,6 0 0,-4 2-16,3 3 1,-1-3-68,1 3 9,-3-4 1,6-1 72,-3 0-1,-3 2-39,3 3 36,3-3 0,-4 6-169,6-2 1,-6-3-53,1 7 1,1-5-397,0 6 357,6-1 297,-4 5 0,7 0 0,1 1 0</inkml:trace>
  <inkml:trace contextRef="#ctx0" brushRef="#br0" timeOffset="25467">2286 1918 7569,'14'-9'0,"-4"-6"0,-1 0 579,-4-6-293,-4 4 0,6 2 82,-7-1 1,0 1 95,0 0 1,0 4-378,0 1 1,-2 7 67,-3-2 1,2 3-172,-7 2 1,-1 2 79,-4 3 0,0 5 142,-1 11 1,3-3-153,3 8 1,-2-6-203,7 6 0,-1-6 50,6 6 0,2-7-71,3 1 1,4-3 248,6-2 1,0 1-53,1-1 1,-1 0 14,0 1 0,1-1-14,-1 0 1,-1-4-73,-4-1 79,4 0-11,-6 5 0,1-4 9,-4-1 1,-5-7 20,-5 2-37,-4-3 1,-11-2-14,-1 0 0,1-5-303,4 0 0,1-7 100,0 2 0,1-4 119,4-1 1,3-1 43,7 1 1,0 5-67,0 0 73,0 6 1,7-3 89,3 7 0,6 0 91,4 0 1,-1 0-48,6 0 1,1 0-23,5 0 1,-1-5-54,1 0 1,0-2-80,-1 2 1,-4-3 40,-1-8 1,-4 1-2,4 0 1,-6-1-75,2 1 1,-10 0-164,0-1 1,-8-1-105,2-3 0,-3 3 92,-2-4 1,-2 6 295,-3 5-118,3-4 0,-10 14 297,7 0 0,-7 9-79,2 11 0,2 4 30,-3 7 1,8-1-104,-2 1 1,3 5 14,2 0 0,0-6-595,0-4 0,0-1 252,0 6 0,5-5 262,0-1 0,1-6 0,-6 3 0</inkml:trace>
  <inkml:trace contextRef="#ctx0" brushRef="#br0" timeOffset="28275">3329 1703 7569,'-15'0'390,"6"0"33,2 0 0,6 0 242,-4 0-469,3-7 0,-3 5-1,10-3 0,3-1 0,8 0 0,1-4-60,3 5 1,-1-5 11,7 5 0,-1-7-49,6 2 0,0-2-142,-1 1 0,-1-2-382,-3 3 0,1 3 69,-7 2-930,1 3 605,-6 2 182,-6 0 174,-2 0 0,-13 7 326,1 3 0,-13 4 0,1 1 0</inkml:trace>
  <inkml:trace contextRef="#ctx0" brushRef="#br0" timeOffset="28579">3559 1458 7569,'0'-16'25,"0"8"380,0-6-199,0 12 1,-1 2-24,-5 11 1,5 4 7,-4 5 0,-2-1 23,2 7 1,-2 4-58,2 6 0,3 2 0,-3-3 0,3 3-99,2 3 0,0 1 58,0-6 0,2 0 32,3-5 1,-2-6 22,8 1 0,-6-7-317,5 1 0,-1-3-10,1-2 1,3-4-6,-2-1 0,-3-7-4,2 2-32,1 4 0,4-7-347,0 3 0,-5-4 261,1-1 1,-1-5 64,5 0 1,-5-2 27,1 2 0,-3 2-352,2-7 1,4 6 541,-4-1 0,-1-2 0,1 2 0,-7 0 0,11-2 0,-5-1 0</inkml:trace>
  <inkml:trace contextRef="#ctx0" brushRef="#br0" timeOffset="29803">3866 1826 7959,'-9'7'314,"4"3"0,4 3-131,1 3 1,0-1-114,0 0 0,0 1 124,0-1 0,5 0 150,0 1-286,7-1-429,-4 0 323,8-6 0,-3-4-13,-2-10 12,2-4 0,-6-11 52,3 0 1,2-1 28,-7 6 0,0-2 5,-5-4 0,0 4-169,0-3 0,2 8 4,3 2 90,-3 6 60,5-3 0,-7 9 8,0 3 0,0 4 58,0 6 0,5 0-82,0 1 1,2-1 5,-2 0 1,-2 1 9,7-1 0,1-5-47,4 1 90,0-8 1,1 4 1,-1-7 1,-5-2-33,0-3 0,-6 2-1,1-8 1,-3 6-11,-2-5 0,0-2-2,0-8 1,0 1-156,0-7 0,0 6 63,0-6 1,0 8-344,0-3 0,0 4-196,0 2-29,-7 6 87,5-4 183,-5 11 0,7-3 368,0 10 0,7-3 0,2 11 0,6-4 0</inkml:trace>
  <inkml:trace contextRef="#ctx0" brushRef="#br0" timeOffset="30062">4280 1749 7683,'-7'9'390,"6"4"-229,-5-3 1,0 6-13,1 4 1,-1-3-9,6 4 19,0-4 1,0-2-6,0 0 0,7-1-1,3-4 1,1-1-62,4-4 1,-3-3 79,8 3 1,-1-10-47,2-6 1,-4-7-39,3-3 1,-3-4-293,-2 4 1,-6-6 89,-4 1 1,-3-3-76,-2-1 1,-2 4 41,-3 1 1,-4 6-69,-6-2 1,-2 6-116,-3 5 279,3 3 0,-6 7-31,8 0 1,7 7-136,2 3 1,0 4-693,1 1 908,6 0 0,8 7 0,6 2 0</inkml:trace>
  <inkml:trace contextRef="#ctx0" brushRef="#br0" timeOffset="30654">5078 1764 7569,'0'-8'402,"0"1"-375,0 21 0,0 3-34,0 13 0,-5 3-16,-1 3 0,1-2 375,5 7-190,0-7 0,0 3-127,0-6 1,0-1-136,0 1 1,0-7-84,0-4 0,2-3-1,3-1 207,-3-8-57,5-1 1,-12-15 144,-1-8 1,0-2-98,1-13 0,3 2-41,-3-12 1,3 0 30,2-5 1,0-5 13,0 0 1,0 0-124,0 5 1,7 1 64,3 4 1,5 9 16,6 7 1,-4 11-31,3-1 0,-1 9 92,2 1 0,-4 4-6,3 1 0,-3 6 114,-2 5 1,1 2-128,-1 3 0,-5 4 12,1 1 1,-8 4-11,2-4 0,-3 6 4,-2-2 1,-2-1-1,-3 2 1,-4-7-7,-6 1 1,-2-3 122,-3-2 1,1-4-88,-7-1 0,6-2-31,-6 3 0,8-5-110,-3-6 0,4 0-165,2 0 1,4 0-562,1 0 578,7 0 0,-2 0 105,10 0 0,3-1-42,8-4 170,6 3 0,2-12 0,6 6 0</inkml:trace>
  <inkml:trace contextRef="#ctx0" brushRef="#br0" timeOffset="31195">5384 1810 7569,'14'-10'0,"-4"0"48,4 0 222,-12-6 126,4 8 45,-6 1-263,0 7 1,-6 2-1,-5 3 1,3 3 1,-2 8 1,-1-1 2,-4 0 1,5 6-1,0-1 1,6 6-37,-1-6 1,3 1-627,2-6 413,0 7 0,2-5 14,3 4 1,4-11 39,6-5 0,-5-3-92,1-2 0,0-2 30,10-3 0,-4-4 73,3-6 0,3-2-15,-3-3 0,0-3 5,-4-2 1,-6-4-154,0 3 0,-1 2 95,1-1 1,2 6 42,-7-1 1,0 8 123,-5 2 238,0 6-206,0-3 0,0 16-81,0 6 0,-2 2-8,-3 9 0,4-1 24,-4 6 1,3-2 24,2-3 1,7 1-24,3-7 0,-2 1 12,3-6 0,-1-1-62,5-4 1,1-3-24,-1-7 0,0 0-29,1 0 0,-6 0 56,0 0 1,0-7-16,6-3 0,-1-4 9,0-1 1,1-6-310,-1 1 1,-5-6 96,0 6 1,-1-7 0,1 1 1,2 4 128,-7 1 1,0 4-46,-5 2 225,0 6 0,0 1-8,0 3-217,0 3 78,0 9 1,0 3 421,0 11 0,0 1-201,0-2 1,2 6-123,3-6 1,-1 6-19,6-6-26,0 1 0,5-8-177,1-2 0,-6 1 56,0-7 0,-5 0 109,5-5 1,-4 0-220,4 0 0,-5-2-887,5-3 1,-6-4 222,1-6 874,-4-7 0,-1-2 0,0-7 0</inkml:trace>
  <inkml:trace contextRef="#ctx0" brushRef="#br0" timeOffset="31541">5906 1565 7261,'0'-9'64,"0"3"1,7 6-44,3 0 1,-1 0-3,1 0 1,0 0 70,5 0 0,1 5-75,-1 0 1,-5 0-123,0-5 97,1 7 1,2-4-10,-2 7 1,-3-6 89,-3 1-45,-3-3 1,5-1 369,-7 4-121,0-3-203,0 12 73,0-6 1,1 8 172,4-1 1,-3 0-196,3 1 1,-3-1-64,-2 0 1,5 1 58,0-1 1,0-5 118,-5 0-26,7 1-48,-5-3-86,5 6 0,-6-12 83,5 3 0,-5-10-75,4-6 0,2-2-189,-2-3 0,5-1-239,-4-3 0,4 1 250,-5-6 1,7-1 103,-2-5 0,-1 1-1265,1-1 0,0 7 523,5 4 1,-4 4 729,-1 6 0,0-4 0,5 6 0</inkml:trace>
  <inkml:trace contextRef="#ctx0" brushRef="#br0" timeOffset="32025">6519 1611 7569,'9'-7'378,"-2"5"-195,-7-11 1,0 9 206,0-6 0,0 7-419,-7-4-8,-2 7 1,-6 0-50,0 0 1,1 2 125,4 3 0,-4 3-39,4 8 0,2-6-24,-3 0 0,8 0 12,-2 6 0,3-1 11,2 0 1,7 1-35,3-1 0,5 0-27,6 1 1,-2-1 65,6 0 0,-6 1-7,1-1 91,-3 0 157,-1 1-222,-8-1-2,-1 0 1,-14-1 121,-3-4 0,-9 2-41,-1-7 0,-7 0-616,1-5 0,4 6-507,1-1 1020,4 0 0,2 2 0,0 1 0</inkml:trace>
  <inkml:trace contextRef="#ctx0" brushRef="#br0" timeOffset="32712">7179 1657 7569,'0'-15'428,"0"-1"-277,0 8-57,0 1 0,-7 9 55,-3 3 1,-2 0 45,2 10 0,-4-3-9,4 9 1,1-4-213,-1-2 1,7 5-71,-2 1 1,3-1-100,2-4 0,2-6 37,3 0 49,3-6 1,8 2-44,-1-6 1,0-6 93,1-5 0,-1-7 14,0-3 1,-1-4-35,-4 4 1,4-6-126,-4 1 1,-3-3 58,-2-1 0,-3-1-17,-2 0 0,0 7 215,0 4 320,0 3-70,0 8-282,0 3 1,0 7-26,0 4 0,0-1 133,0 6 15,0 0 1,7 0-32,3 1 1,5-8 71,6 2 0,-4-5-177,3-5 1,-3-3-15,-2-8 1,1-1-113,-1-3 0,-1 1 100,-4-7 0,2 8 50,-7-3 0,0 4-1,-5 2 0,5 5-207,0-1 172,0 8 0,-5 3 35,0 10 0,-5 18 123,0 7 0,0 16 256,5 11 1,0 6 52,0 9 0,0 10-445,0-1 1,0 3 228,0-7 1,0-7-100,0-4 1,0-2-150,0-13 1,-2-10 324,-3-5 0,-3-14 214,-8-6 0,1-6-174,0-5 1,-6-3-4,1-7 1,-7-4-566,1-6 1,2-7 431,-1-13 1,6-8-78,-2-3 0,11-8 43,5-2 0,5-7-1339,5 1 1,5-7 130,11-3 1,8 8-184,7 7 0,6 6 476,-1 5 564,3 4 0,9 13 0,2 2 0</inkml:trace>
  <inkml:trace contextRef="#ctx0" brushRef="#br0" timeOffset="34242">169 2639 7569,'-1'-11'129,"-4"1"1,1 7-36,-6-2 0,5 3-75,-5 2 0,5 7 43,-6 3 1,1 9 101,-5 1 1,-1 13-35,1-3 0,1 11 164,4 0 1,-2 2-86,7-2 0,-5 1-46,5-6 0,0 0-37,5-6 0,1-6 16,5-3 0,2-4-136,7-2 0,1-1 96,-1-4 0,2-3 58,4-7 1,2 0-162,8 0 0,0-7-818,-1-3 1,-4-4 296,0-1 0,-3-1-49,3 1 1,1-2 266,-6-3 1,-1 3-34,-4-4 0,-6-1 337,0 2 0,-7-1 0,3 6 0,-5-1 0,-1 1 0,0 7 0,-1-4 212,-5 6 174,5 1-23,-13 5 0,12 2-188,-3 3 1,2 4-40,-2 6 1,3 2 184,-3 4 1,3-4-70,2 3 0,5 2-89,0-1 0,7-1-43,-1-5 1,7-6-201,3-4 0,-1 2 108,-4-2 0,4-2 42,0-8 1,3-5 15,-3-10 0,-5 3-3,1-4 0,-3-1-369,-7 2 0,-1-8 143,-5 3 0,0 1 126,0-2 1,-2 8-108,-3-3 1,-9-1-387,-6 1 0,-6 6 262,6 5 0,-1 6 126,6-1 0,1 5-22,4 5 0,-2-1 8,7 6 1,0 0 15,5 6 1,7-1 19,3 0 0,4 1 100,1-1 0,7 0 0,2 1 0</inkml:trace>
  <inkml:trace contextRef="#ctx0" brushRef="#br0" timeOffset="34813">814 2838 7509,'6'-15'422,"-4"6"1,7 2-248,-4 7 0,-2 2 8,7 3 1,-4 4 22,4 6 1,-5 0-65,5 1 1,-1 4-234,1 1 1,2-1 1,-7-5-70,7 1 332,-10-1 230,4-6-370,-6-3 0,0-7 25,0-4 1,0-4-2,0-6 0,0-6-45,0 1 1,2-7-312,3 1 0,2 2 90,3-1 1,4 6-77,-4-2 0,2 4 89,-2 2 0,4 1-75,-4 4 187,4 3 0,1 7-36,0 0 0,-4 2-25,-1 3 1,-7-1 55,2 6 0,2 0 115,-2 5 1,0 1-153,-5-1 0,0-5-86,0 0 0,0 1 115,0 4 1,2-5-145,3 0 11,-3-6 230,5 3 0,-7-7 2322,0 0-2114,0 7 1,0 1-44,0 7 1,5 1-10,0-1 0,0 0 19,-5 1 1,2-1-111,3 0 0,-3-4 95,3-1-275,-4-7 149,-1 4 1,2-9 211,3-3 0,-3-3-188,3-8 0,2-6 22,-2-3 1,2 1 40,-2-2 0,2-4 27,3-6 0,4 0-331,-4 5 1,-2 7 14,3 4 0,-1 3-521,5 2 0,-5 4-247,1 1 452,-1 7 0,5-4 48,1 7 436,-8 7 0,6 8 0,-6 9 0</inkml:trace>
  <inkml:trace contextRef="#ctx0" brushRef="#br0" timeOffset="35715">1596 2869 7544,'0'-9'79,"0"1"66,0 3 0,0 1-65,0-6 0,0 5-75,0-5 1,0 4 79,0-4 1,2 5 203,3-5-32,-4 0-483,6-6 153,0 1 117,-5 0 1,5 4 72,-7 1 24,0 7-130,0-4 1,-6 5 101,1-3 29,0 3-97,5-4 0,-1 6-173,-5 0 95,5 0 0,-8 0-6,4 0 54,3 0-5,-11 0 0,9 0 10,-6 0 1,5 1-9,-5 4 1,5-3-2,-6 3 0,8-1 15,-2 1 220,-4-3-103,1 11-68,-7-4 1,1 6-25,4 0 1,1 1 5,4-1 1,3 0-18,-3 1 0,2-1 7,-2 0 1,3 6 7,-3-1 1,3 1-6,2-6 1,7 0 106,3 1 0,-1-6-63,1 0 0,0-5 0,6 6 0,-1-8-46,0 2 0,1-3 64,-1-2-138,0 0 1,1 0 90,-1 0 1,-5 0 7,0 0 0,-5-2-46,6-3-41,-8 3-100,11-11-65,-13 11 0,6-7 125,-7 4 0,2 4 24,3-5 53,-3 5-53,5 1-3,-7 0-906,0 0 789,0-7-82,0 5 405,0-5-183,0 7-67,0 0 609,6 0-359,-4-6 0,5 2-114,-7-6 0,2 5-12,3-5 0,-4 4 45,5-4-136,-5 0 0,-1-5 79,0-1 1,0 1-7,0 0 0,0 4-44,0 1 0,0 0-100,0-5 1,0 4 106,0 1 1,0 0-2,0-5 0,-5 4 0,0 1 1,-5 5-8,5-5 1,-7 6-179,2-1 0,1 4 64,-1 1 1,0 0 93,-6 0 0,6 0-47,0 0-693,6 0-18,-9 0-198,11 0 475,-5 6 517,7 3 0,7 6 0,2 1 0</inkml:trace>
  <inkml:trace contextRef="#ctx0" brushRef="#br0" timeOffset="37034">1504 2976 7265,'0'9'506,"0"-3"0,2-6-147,3 0-157,-4 0 0,11-1-24,-7-4 0,2 3-61,-2-3-31,4-4 0,6 2-101,1-3 0,-6-3 63,0 2 1,0-1 20,6 2 1,-6-3-136,0 2 0,-1-2 28,1-3 0,2 1 77,-7 0 0,5-1-65,-5 1 0,0 5-125,-5 0 0,0-1 64,0-4 0,0 0 42,0-1 0,0 6 34,0 0 0,-7 1-9,-3-1 0,-3 3 2,-3 7 0,1 0-1,0 0 0,-1 0-4,1 0 0,0 7-32,-1 3 1,1 1 111,0 4 0,-1-3 43,1 8 0,1 2 95,4-1 0,3 4-138,7-4 0,-5 4-19,0-4 0,2 1 266,8-1 1,-2-4-85,7 3 0,2-5-36,9-4 0,-4 2-28,3-3 1,-1-3-190,1-2 1,-1 2 6,7-2 0,-6 0-146,6-5 1,-2 0-9,1 0 0,-1-5-200,-4 0 1,-2-7-2,2 2 0,2 2 130,-1-3 1,-1 1 28,-5-5 0,-1 5-594,-4-1 816,4 1 0,-6-12 0,8-2 0</inkml:trace>
  <inkml:trace contextRef="#ctx0" brushRef="#br0" timeOffset="37453">2087 2746 7916,'0'-15'355,"0"4"-154,0 1 0,-2 0-18,-3-5 1,2 4-1,-8 1 1,6 2 246,-5-3-187,7-2-572,-11 11 253,5-5 0,-4 9-17,3 3 1,-2-1 34,6 6 1,-4 0 3,5 5 0,0 2 35,5 4 0,0-4 28,0 3 0,0-3 0,0-1 0,5-1 14,0 0 1,7 1-16,-2-1 1,4-5-8,1 0 1,-1 1-6,-4 4 107,4 0 146,-6 1-229,1-1 0,-4 0 1,-10 1 1,0-8 136,-11-3 1,5 2-5,-10-2 1,4 6-33,2-6-157,-1 0 1,1-5-422,0 0-265,6 0-692,2 0 953,7 0 460,7 0 0,2 7 0,6 1 0</inkml:trace>
  <inkml:trace contextRef="#ctx0" brushRef="#br0" timeOffset="37958">2332 2792 7569,'0'-10'199,"0"0"-227,0 6 36,0-3 0,0 14 0,0 3 1,0 6 74,0 4 1,0 4 394,0 7 1,0-1-252,0 1 0,0 5-127,0 0 0,0 1-57,0-1 1,0-9-118,0 4 0,0-11-60,0 1 221,0-4-36,0-2 1,-2-6 31,-3-4 0,2-10 60,-7-6 0,5-4-154,-6-5 1,8-4-109,-2-7 1,3-6 13,2-4 0,0-4-222,0-1 0,7 2 82,3 3 1,4 5 67,1 11 1,0 3 40,1 6 1,1 8-43,3 3 1,-3 3 330,4 2 0,-9 2-31,-2 3 0,-2 5 22,3 10 0,-4-1-75,-7 7 1,0-6 80,0 6 0,-2-2-140,-3 1 1,-6 3 26,-9-8 0,3 6 1,-3-6 0,-3-1-39,3-9 0,-1 2-593,6-7 37,0 0 158,-1-5 1,8-2 398,3-3 0,17-10 0,5-9 0</inkml:trace>
  <inkml:trace contextRef="#ctx0" brushRef="#br0" timeOffset="38480">2624 2807 7569,'8'0'737,"-3"0"-617,-10 0 0,-3 2 75,-8 3 0,1 5 0,0 11 0,4-4-19,1 3 1,2 2-50,-3-1 1,5-1-14,6-4 0,1-3-133,4-2 0,4 1 76,6-7 1,2 0-115,4-5 0,-4-2-76,3-3 0,-1-4 93,1-6 1,-3 0 73,4-1 0,-9-1-63,-2-3 0,-7 3-108,3-4 1,-5-1 18,-1 2 1,-5-2-52,0 1 0,-7 4-57,2-3 129,-4-4 1,1 7 304,2-4-219,5 11-42,6-4 0,1 13 18,4-4 1,4 3 44,6 2 1,1 0 12,-1 0 1,0 0 107,1 0 0,4 5-47,1 0 0,-1 9 101,-5 1 0,-1 2-24,-4 9 1,2-6-109,-7 6 0,0-1 25,-5 6 0,0-2-54,0-3 1,0 1-105,0-7 300,0 1 137,0-6-192,0-6-73,0-9 1,2-14-270,3-6 0,4-8 92,6 3 1,0-4 143,1-2 0,-1-5-150,0 0 1,1-3-339,-1 9 1,-1-3 307,-4 13 0,2 4 38,-7 6 95,0 7 1,-5-2 174,0 10 0,0 5 141,0 10 1,0 4-133,0 7 0,-5-2-71,0-3 0,0 2 5,5-2 1,0 3-205,0 2 1,1-6-436,5 1 0,0-7-1468,5 1 1977,2-3 0,3-2 0,7 1 0</inkml:trace>
  <inkml:trace contextRef="#ctx0" brushRef="#br0" timeOffset="39030">3283 2823 7569,'0'-16'304,"-5"1"-98,0 0 0,-2 4 161,2 1-51,3 7-158,-11-4 34,11 7 1,-10 2-12,7 3 1,-5 5-13,5 10 0,-2-1 0,2 7 0,3-2-271,-3 1 0,5 2 80,5-6 0,-2-1 128,8-4 0,-1-8-124,5-3 1,0-3-221,1-2 1,-1-8 136,0-8 0,1-1 79,-1-8 1,2-3-20,4-7 0,-4 0-77,3-5 1,-3 0 108,-1-1 0,-3-3 24,-3 3 0,-3-1-176,-7 1 0,5 0-72,0 10 0,1 4 59,-6 12 187,0-1 1,-2 9 77,-3 7 0,-4 16 68,-6 14 0,5 10 247,-1 11 1,3 2-157,-2 3 0,3 3-79,7-2 0,0 1 22,0-2 0,2 0-163,3-10 0,3-5-427,8-15 0,2-4 176,-2-7 126,9-6 0,-15-3 107,11-6 0,-4-1-10,-2-4 0,1-9-78,-1-6 0,0-8 66,1 3 0,-6-4 23,0-2 1,-1-1-63,1-4 1,2 5-185,-7 1 0,5 6 88,-5 8 149,0 1-18,-5 0 0,0 8 101,0 7 1,0 7 50,0 8 1,0 0-84,0 1 1,0 4-22,0 1 0,0 4-60,0-4 0,2-1-337,3-5 0,2-4 189,3-1 0,4-7 88,-4 2 0,-2-3-190,3-2 0,-1 0-291,5 0 0,-4-7-98,-1-3 665,-7-4 0,11-15 0,-6-3 0</inkml:trace>
  <inkml:trace contextRef="#ctx0" brushRef="#br0" timeOffset="39616">3682 2547 7569,'-15'-7'0,"4"5"8,1-3 267,7 3 138,-4 2-230,7 0 1,2 0-243,3 0-81,3 0 0,8 0 59,-1 0 0,2 0-3,3 0 0,-3 0 121,4 0 1,-4 2-10,-2 3 0,1 2-104,-1 3 0,0 4 10,1-4 1,-6-1 85,0 1 1,-5 0-49,5 5 174,1 1 0,-1-1-9,0 0 1,-5 1 60,5-1 1,-6 0-78,1 1 1,2-1 75,-2 0 1,0 1-21,-5-1 1,0 5 76,0 1 83,0-1-192,0-4-138,0-1 1,2-6 40,3-4 1,-3-5-113,3-5 1,-2-4 69,2-6 0,-1-6-145,6 1 1,-5-2-243,5 1 1,-1 2 182,1-6 1,2 6 86,-7-1 0,5 8-80,-5 2-3,7 6 204,-3-3 0,-1 14 259,-3 3 1,-1 11-166,1 4 0,-3 3 33,3-3 1,3 2-48,2-6 0,-1-1-14,1-4 0,0-3 63,6-2 1,1-3-101,3-3 0,-3-3-93,4 3 0,-3-10 0,3-5 1,-4-6-95,3-4 1,-3 3 87,-1-4 1,-6-1-187,0 2 12,-6-1 158,2 6-7,-6 6 0,-1 16 73,-4 14 1,-2 8 693,-3 7 0,-2 4-211,7 12 1,-7-3 39,1 7 1,3 0-214,-2 6 0,-1-8 12,-4-3 1,5-5-222,0-5 0,-1-5 104,-4-10 0,0-6 0,-1-10 0,-4-3 83,0-7 1,-8-1-379,3-5 0,-3-4-328,3-10 0,3 1-522,6-7 1,1 1 680,0-6 1,6 2 268,4 4 0,3-4 0,2 5 0</inkml:trace>
  <inkml:trace contextRef="#ctx0" brushRef="#br0" timeOffset="42416">4909 2746 7569,'15'0'0,"-1"-2"-126,-4-3 158,4-3 1,-6-3 123,8 1 1,-1 2 26,0-3 1,-4-2 51,-1 3-10,-7-4 0,9 4-83,-7 0 1,0-1 143,-5-4 69,0 6-200,0-4 0,-1 11-215,-4-3 1,1 3 87,-6 2 1,0 2-122,-6 3 1,-1-1 6,-3 6 1,3 0-1,-4 5 1,6 1 73,5-1 1,-2 0 27,7 1 1,-2-6-192,2 0 43,3 0 1,2 4 77,10-4 1,4 2 29,1-7 1,6 5 0,-1-4 1,6 5-5,-6 0 1,6-3 58,-6 2 1,1 1-7,-6 4 1,-1-5 95,-4 0 0,2 1-115,-7 4 0,0 0 10,-5 1 1,-7-6 200,-3 0 0,-4-1-44,-1 1 0,-2 2-35,-3-7 1,2 0-64,-2-5 0,1 0 16,-1 0 1,8-2-76,-3-3 0,8 2-124,-3-7 1,6 5 141,-1-6 1,5 3 14,5-2 0,4-2-1042,6 6 0,7 1 431,4 5 1,-2-5 560,1 0 0,1-7 0,4 4 0</inkml:trace>
  <inkml:trace contextRef="#ctx0" brushRef="#br0" timeOffset="42742">5369 2700 7569,'9'0'550,"-3"0"-362,-6 0 1,-1 0-190,-4 0 0,1 0 51,-6 0 1,7 2 232,-3 3 1,3 3-163,-2 8 1,3 1-54,-3 3 0,3-3-32,2 4 0,6-4-172,-1-2 0,7-1-4,-2-4 0,-2-2 147,3-2 0,-1-5-707,5 4 250,0-3 287,1-2 0,-3-2 163,-2-3 0,2-3 0,-4-8 0</inkml:trace>
  <inkml:trace contextRef="#ctx0" brushRef="#br0" timeOffset="43192">5292 2593 8308,'0'-11'380,"0"1"-278,0 7 1,6-6-125,-1 4 0,7 3 65,-2-3 0,5-2-529,6 2 0,-4 0 486,3 5 0,4-7 0,0-1 0</inkml:trace>
  <inkml:trace contextRef="#ctx0" brushRef="#br0" timeOffset="43778">5676 2639 7569,'0'-11'114,"0"1"24,0 7 0,-2-4-95,-3 7 58,3 0 36,-11 0 1,4 2-76,-6 3 1,0 5 44,-1 10 1,6-1 67,0 7 0,1-6-123,-1 6 0,3-6 95,7 6 0,0-7-246,0 1 1,2-3 38,3-2 0,4-6 31,6-4 1,0-3 99,1-2 1,-1-2-8,0-3 0,6-5-120,-1-11 0,2-3 64,-1-6 0,-3-1-69,8 0 0,-7-4 95,1-1 0,-4-2-161,-6 2 0,2 4-48,-7-4 0,2-1-79,-2 1 1,-4 2 179,5 8 0,-5 4 229,-1 7 56,0 6-169,-7 3 1,1 9-79,-5 7 0,-2 7 113,3 14 1,1 6 212,-1 4 1,6 0-96,-1 5 0,-2-3-111,2 8 1,0-8 55,5-3 1,7-5-28,3 0 1,4-9-25,1-6 0,6-3 4,-1-1 1,1-8-4,-6-3 1,5-3-62,1-2 0,1-7-69,-2-3 0,-2-4 45,2-1 0,-3-2-111,-2-3 1,-1 1-20,-4-7 1,4 6-171,-4-6 0,-3 2-115,-2-1 293,-3-4 0,-2 12 265,0-4 1,-7 11-27,-3 5 0,1 3-10,-1 2 0,0 12-142,-6 4 1,1 7 41,0-2 0,4 6 84,1-1 1,7 3 141,-2 1 0,3-4-550,2-1 1,7-6 132,3 2 0,0-4-565,6-2 0,-4-1 84,8-4 660,-3-3 0,5-7 0,2 0 0</inkml:trace>
  <inkml:trace contextRef="#ctx0" brushRef="#br0" timeOffset="44372">6888 2669 7569,'-9'-15'309,"2"6"-97,7 3 1,-1 1 158,-5-1-23,5 1-117,-6 5 0,7 7-36,0 3 0,0 4 40,0 1 0,0 7-40,0 4 0,0 1-179,0-1 1,0 3-11,0-4 1,7-1-10,3 2 1,-2-9 8,3-2 1,-6-1-141,5-9 1,0 0 4,6-5 0,-1-2 45,0-3 1,1-3-234,-1-8 0,0-1 119,1-3 0,-1 1 95,0-6 1,1-1-89,-1-5 1,-1 2-181,-4 4 1,2 3 84,-7 6 405,0 1 196,-5 6-217,0 3 174,0 19 0,-2-3-103,-3 11 0,2 1 21,-7-1 1,4 4-111,-4-4 1,7-1-6,-2-5 1,1 1-115,-1-1-369,3 0-423,-4-6 418,-1-2-691,-2-7 1104,-6-7 0,-7-8 0,-2-9 0</inkml:trace>
  <inkml:trace contextRef="#ctx0" brushRef="#br0" timeOffset="44503">6642 2485 7569,'0'-8'443,"0"-6"1,7 12-230,3-3 1,4 4-9,1 1 1,7 0-834,4 0 455,3 0 0,8 0-832,4 0 1004,4 0 0,1-7 0,0-2 0</inkml:trace>
  <inkml:trace contextRef="#ctx0" brushRef="#br0" timeOffset="45284">7762 2424 7569,'-7'-15'1406,"5"-1"-1383,-4 8 1,6 3-577,0 10 0,-2 3 318,-3 8 0,3 6 161,-3 3 0,3 4 163,2 2 0,0 0-197,0-1 1,5 1-217,0 0 1,1 4 119,-6 1 0,0-2 204,0-8 0,0 1 0,0-6 0,-2-6 0,-3-5 0,-4-6 0,-6 1 0,1-10 0,4-6 0,-4-2 87,4-3 1,-3-1 130,-3-3 0,6 1 121,0-6 0,5 4-102,-6-4 1,8 4 77,-2-4 1,3 6-45,2-2 0,5 4-40,0 2 1,7 0-218,-1-1 1,2 6 101,3 0 0,-1 1-206,0-1 0,6 2 18,-1 2 1,7 5 33,-1-4 1,-4 3 55,-1 2 0,-3 0-9,3 0 0,-9 0 22,3 0 0,-3 5-8,3 0 1,-6 9 101,-4 1 0,2 0-50,-2 6 1,0 1-29,-5-1 1,0 4 13,0-4 0,0 1-80,0-2 1,5-3 78,0 4 1,0-9 0,-5-2 1,2-5 37,3 5-19,-3-6-157,11 2 1,-4-6 62,6 0 1,-4-6-113,-1-5 1,0 3 35,5-2 1,-1-1-196,-4-4 178,4 0 44,-6-1 1,3 8-46,-1 3 47,-7-4 0,6 7 101,-4-3-92,-3 4 0,6 6 338,-3 0-163,-3 7 0,6-5-92,-3 3 1,-1 2-19,6-7 0,0 0-2,6-5 0,-4 0-4,3 0 0,-3 0-8,8 0 1,-3-7-80,-1-3 1,-3-4 50,-2-1 0,0 0-171,-5-1 1,-1 1-8,-5 0 0,-2-1 5,-3 1 1,1 1 118,-6 4 0,0 3-31,-5 7 1,-1 0 216,1 0 1,0 7 400,-1 3 1,6 9-345,0 2 1,6 1-82,-1-2 1,5 2-542,5 4 0,9 1 247,7-6 0,6-1 215,-2-5 0,11 1 0,3-1 0</inkml:trace>
  <inkml:trace contextRef="#ctx0" brushRef="#br0" timeOffset="46751">8928 2685 7569,'-9'6'333,"-5"-4"122,13 5 0,-6-5-213,7 3 47,0-3 30,0 4-21,7-6-146,1 0 0,9-1-98,4-4 1,-4-9 140,3-7 0,2-6 0,-1 2 0,1-4-486,-2-2 0,-3 0 113,4 1 0,1-3-10,-1-3 1,-1 2 30,-5-7 1,-1 12-42,-4-1 0,2 14 36,-7 1 108,7 10-11,-3-2 0,-1 14-11,-3 3 1,-3 11 266,-2 4 1,0 6-28,0 5 1,0 1-27,0 4 0,0 2-128,0-8 1,0 1-6,0-5 1,0-7 60,0-4 0,0-3 41,0-1 359,0-8-297,0-1 0,-7-7-200,-3 0 0,1-2 64,-1-3 0,2-3 44,-3-8 1,0 1-137,5 0 1,0-1-598,1 1 319,3 0-22,-5-1 86,7 8 162,7 1 0,1 7 97,8 0 0,4 0-55,1 0 1,6 0-61,-2 0 0,9 0 33,2 0 0,2 0-13,-2 0 0,-2-2 64,7-3 1,-7 2 99,1-8 1,-4 3 61,-5-2 0,1-4-58,-7 4 1,-4-2 14,-6 2 1,-7-4-58,2 4 0,-3-4 18,-2-1 1,0 5 43,0-1 0,-7 8 76,-3-2 1,-5 3-65,-6 2 1,3 2 83,-8 3 0,0 4-7,-4 6 0,6 0-90,3 1 0,4 4 2,2 0 1,1 3-62,4-3 0,3-3-132,7 4 0,0-4 78,0-2 1,2-1-262,3-4 239,4 3 1,6-11 11,0 3 1,1-3-46,-1-2 0,-5-7 61,1-3 0,-1-9-17,5-1 1,-1-6 23,-4 6 0,2-6 10,-7 6 0,0 4 179,-5 6 304,0 0-281,0-5-123,0 6 0,0 4 57,0 10 0,0 4-70,0 6 0,0 0-45,0 1 1,2 1 77,3 3 1,2-3-137,3 4 0,2-4-4,-7-2 0,7-1-25,-2-4 107,4 3 1,1-11-2,0 3 0,-4-3 8,-1-2 1,0-2-22,6-3 1,-6-3-18,0-8 0,0-1-36,6-3 0,-6-2-123,0-4 0,-2-3 102,3 4 0,1 1-118,-7-2 1,2 7 239,-2-1 0,-4 8-60,5 2-154,-5 6 85,-1-2 1,-1 12 296,-5 5 1,3 4-42,-7 5 0,5 3 41,-6 2 0,8 2-136,-2-6 0,-2 6-28,2-1 1,0-4-47,5-2 0,0-3-209,0-1-36,0-1 201,0 0 32,0-6 0,5-4-8,0-10 0,7-9-61,-2-6 0,4-6-35,1 6 0,1-13-64,-1 3 0,2-4 89,3 3 0,-3 0-8,4 1 1,-4 1 13,-2 3 1,-5 6 0,1 9 1,-3 3 114,2 3-42,-3 3 0,-2 2-15,0 10 0,1 6 18,-6 4 1,0-1 106,0 6 0,0-1-99,0 2 1,0 3 12,0-4 0,1-3-242,4-1 176,-3-4 1,7-3 68,-4-4-25,-4-3 1,13-7-5,-4 0 0,-1-7-64,1-3 0,0-9-5,6-2 1,-6 1 47,0 5 1,-5-6 3,5 1 1,-1-1-32,1 6 1,-3 5 9,-7-1 58,7 8-51,-5-4 1,4 9 91,-6 3 0,0 4-33,0 6 1,2 5 116,3 1 0,-1 1-139,6-2 1,0-3 5,5 4 1,1-1-37,-1-4 0,5 1 48,1-12 1,4 5-48,-4-5 1,5 0 35,-6-5 1,6-7-13,-6-3 1,6-8-68,-6-3 0,0-1-98,-4 1 0,-1-4-72,0-11 1,-4-3-231,-1-7 1,-7 7 150,2 3 0,-5 10 58,-5 6 0,-5 5 596,-10 4 0,1 8-242,-7 13 1,1 7-202,-6 14 0,0 8 189,1 7 0,6 0 356,3 5 1,9-1-469,2 1 1,7-9-324,-2 4 1,3-3 341,2 3 0,7 0 0,1 0 0</inkml:trace>
  <inkml:trace contextRef="#ctx0" brushRef="#br0" timeOffset="47656">169 3881 7510,'14'9'0,"-4"6"108,-5 9 8,4-2 0,-2 12 203,3-3 0,4 3-118,-4-4 0,5-1 2,6-3 1,-4-4-50,3-7 1,-3-6-80,-1-4 1,-1-3 100,0-2 0,-1-2-21,-4-3 0,2-9-292,-7-6 1,0-7 55,-5 1 1,0-3-143,0-2 0,0-1 54,0-4 1,-1 2-19,-5-7 0,5 7 94,-4-2 1,3 6-56,2 4 1,0 4 252,0 7 0,2 6-27,3 4 1,3 3 3,8 2 0,1 0-56,3 0 0,-1 5 96,6 1 1,1 4-54,5-5 0,1 2-37,4-2 1,-4-3-43,4 3 0,-4-4-83,-1-1 1,-2 5 70,-3 1 1,-4-1-91,-7-5 1,-1 1-20,-4 4 0,-3-1 93,-7 6 1,-2-5 115,-3 5 1,-9 6-94,-6 4 1,-9 6 77,-2-6 1,0 8-17,-4-3 1,7 4-15,3 2 1,6-2 41,-1-4 1,3 1 15,1-11 0,8 4 206,3-9-252,3-3 0,4 0-36,3-7 1,5-2 46,10-3 0,-1-5-244,7-11 1,-1 3 16,6-8 0,-5 2 22,-1-1 0,-6 1 56,1 3 1,-3 4-1,-1-3 1,-6 10 158,0 4-107,-6-2 0,2 8 189,-6 0 0,2 7-63,3 8 0,-3 2 8,3 4 0,-2-4-144,3 3 0,-3-3-228,7-2 0,2 1 133,9-1 1,-4-6-121,3-4 1,4-4-704,1-1 969,-2 0 0,6-13 0,-6-4 0</inkml:trace>
  <inkml:trace contextRef="#ctx0" brushRef="#br0" timeOffset="47828">1105 3728 7569,'-15'-9'367,"6"-5"114,-4 13-363,11-6-81,2 7 0,8 0 52,8 0 0,-1-5-100,0 0 0,8 0 122,2 5 1,-1 0-1,2 0 1,-3-2-613,3-3 1,1 3 250,-6-3 1,-1 3-329,-4 2 1,-6 0 13,0 0 564,-7 0 0,4-7 0,-7-1 0</inkml:trace>
  <inkml:trace contextRef="#ctx0" brushRef="#br0" timeOffset="48158">1335 3513 7569,'0'-21'-1491,"0"1"1809,-7 0 239,6 4 1,-6 9-203,7 7 0,-2 14-161,-3 12 0,3 9 282,-3 6-215,-3 10 0,6 1-34,-3 9 1,1-3-1,-1 8 0,4-3-120,-4-1 1,3-1 75,2 0 1,5-8-381,0-7 1,7-8 139,-2-13 1,-1-4-44,1-11 1,0-3 21,6-7 0,-1-12-83,0-3 0,-5-13 8,1-2 1,-1-3-89,5-8 1,-5 6 113,1-6 1,-6 7 61,5-2 0,-7 5 138,3 6-48,-5 2 1,1 10-28,3 3-29,-3 3 0,5 8 78,-7 5 1,0 2-14,0 7 0,0 6 4,0-1 1,5 6-161,0-6 1,2 6 79,-2-6 0,2 1-289,3-6 0,3 0-244,-2 1 228,2-8 0,3-1 80,-1-7 0,-5-2 267,0-3 0,-1-3 0,1-8 0,4-6 0,-6-2 0</inkml:trace>
  <inkml:trace contextRef="#ctx0" brushRef="#br0" timeOffset="48328">1489 3697 7212,'-11'-2'-1068,"1"-3"1068,7 3 649,-4-4 0,7 4-328,0-3 1,2 3-386,3-3 1,3 3 19,8 2 1,-1 0-170,0 0 0,1 0 48,-1 0 0,5 0-182,1 0 1,-1 2 112,-4 3 234,-1-3 0,0 11 0,1-4 0</inkml:trace>
  <inkml:trace contextRef="#ctx0" brushRef="#br0" timeOffset="48571">1780 3712 8025,'-9'7'465,"3"3"-168,6 11 1,0 1 127,0 4-265,0 2 1,0-4-30,0 7 0,1-2 0,4-3 1,4-3-88,6-2 0,1-9 85,-1 3 0,7-10-56,4 0 1,1-3-49,-1-2 1,-4-8-173,-7-8 0,0-1-56,1-8 0,-8-1-106,-3-5 0,-3 6 77,-2-1 1,-2 2-137,-3-1 0,-5 4-44,-10 11 0,3 3 136,-4 7 1,2 2-284,-1 3 559,3 4 0,-5 13 0,6 2 0</inkml:trace>
  <inkml:trace contextRef="#ctx0" brushRef="#br0" timeOffset="51378">2639 3912 6804,'15'0'-841,"-5"-5"841,1-1 0,-6-4 262,5 5 1,-5-5 480,5 5 1,-6-7-366,1 2 0,-2 1-28,2-1 1,-3 5-61,3-5-15,-3 6-143,-2-3 1,-2 7-95,-3 0 0,-2 2 114,-3 3 0,-4 5 38,4 11 0,-3-4-202,-3 3 0,8 2 17,3-1 0,-2-1-142,2-4 1,0-6 66,5 0 1,1-5-18,4 6 0,-1-8 113,6 2 1,-5-3 3,5-2 0,1-7-69,4-3 0,-5-4-93,0-1 1,1-2 33,4-4 0,-5 2 88,0-6 0,-4 6-22,4-1 26,-7-4-9,11 7-1,-13-5 18,6 13 0,-5 4 136,3 10 1,-3 4-87,3 6 0,2 0-33,-2 1 0,5-1 5,-5 0 0,7 1 58,-2-1 0,-1 0-86,1 1-18,0-1 23,6-6-20,-1 4-29,0-11-62,-6-2 0,3-9 4,-7-6 1,0 0 45,-5-1 1,2 6-182,3 0 256,-3 0 11,4-6-62,-6 8 155,0 1 57,0 7 0,0 2-60,0 3 1,2-2-15,3 7 1,-3 1-51,3 4 1,-2-5-79,3 0 44,-5 1 0,11-1-192,-7 0 177,7-6-164,-3 2 72,6-12 0,-1-3-155,-4-6 0,2-1 37,-7 1 0,5-5 93,-5-1 0,6 1-441,-6 4 390,7-6 1,-6 5 249,5-3 1,-3 9-44,-3 6 143,-3 4 1,6 1-40,-2 0 9,-5 6 1,11 3-88,-7 6 1,2 1 20,-2-1 0,-1-5-139,6 0 0,-5 1 81,5 4 1,0-5-418,6 0 1,-1-4 2,0 4 0,1-5-127,-1 5 1,0-6 220,1 1 1,4-4 47,1-1 1,-1 0 240,-4 0 0,-6-5 0,0 0 0,-5-7 0,5 2 0,-6 1 87,1-1 0,-3 5 268,-2-5 94,0 0 500,-7 1-631,-2 2 0,-6 7 494,0 0-529,-1 0 0,1 7-4,-1 3 0,8 6-242,3 4 0,3-3-37,2 4 0,0-4-156,0-2 0,2-1 180,3-4 0,3-3 57,8-7 0,-1 0-253,1 0 1,1-12 64,3-4 1,-3-9-133,3-1 1,-1-3 88,2-1 1,-4-8 29,3-3 0,-3-5 44,-1-5 0,-1 3-232,0-3 0,-5 5 115,1 5 0,-8 11 267,2 9-33,-3 4 0,-2 10 267,0 7 1,-2 14 134,-3 12 0,3 9-200,-3 6 0,-2 9-126,2 1 1,2 0 26,8-5 1,4 0-606,6 0 1,0-5-53,1 0 1,6-7 512,3 2 0,4-4 0,2-1 0</inkml:trace>
  <inkml:trace contextRef="#ctx0" brushRef="#br0" timeOffset="51620">4832 3482 7111,'-15'0'-686,"6"0"0,3 9 1855,6 6 0,-6 7-612,1 9 1,0 1-512,5 4 0,0-4-129,0 4 1,5 2-385,0-2 1,1-1 112,-6-4 0,5 0-537,0-1 891,0-6 0,-12-2 0,-1-6 0</inkml:trace>
  <inkml:trace contextRef="#ctx0" brushRef="#br0" timeOffset="52132">4541 3774 7569,'-15'-22'0,"6"-1"17,4-2 120,3 3 1,2 6 45,0 1 1,7 1 22,3 4 1,6-2-255,4 7-53,4-7 0,7 5 105,-1-3 1,6-4 112,0 4 0,5 2-30,-6-3 0,1 8-77,-5-2 0,-2 3 35,-4 2 0,3 2 29,-8 3 1,-1 4 18,-9 6 1,2 7 54,-7 4 1,0 3 108,-5 1 1,0 1-94,0 0 0,-1 4 118,-4 1 1,1-2-29,-6-8-102,6 3 1,-2-12-228,6 3 116,0-9-207,0-5 0,1-7 79,4-4 1,4-6-100,6-9 0,-1 1-88,-4-6 0,4-1-74,-4-5 1,4 2 181,1 4 1,-5-1-19,0 11-136,-6-4 140,10 17 1,-13-3 856,4 10 0,-3 6-292,-2 9 1,2 2-140,3 4 1,-2 1-69,7-6 1,-4 4-55,4-4 0,0-1-41,5-5 0,6-1-107,-1-4 1,1-3-25,-6-7 1,6 0 22,-1 0 1,0-7-203,-4-3 0,-3 0 73,-2-6 1,1 5 125,-7-10 0,5-3-228,-5-1 1,-2-3-311,-8 3 0,2-2 419,-7 6 1,1 6 200,-1 5 0,-4 6 223,4-1 1,-4 7-184,-1 8 0,5 2 62,0 13 1,6-4-49,-1 4 0,3-4-36,2 4 1,6-1-400,-1 2 0,8 1-1267,3-6 1594,-1-1 0,14-5 0,-5 1 0</inkml:trace>
  <inkml:trace contextRef="#ctx0" brushRef="#br0" timeOffset="52370">6059 3712 7569,'-6'-8'1025,"-3"1"0,0 9-842,4 3 1,4 3-302,1 8 0,1-6-40,4 0 0,4 0-214,6 6 0,1-3 202,-1-2 0,2-3-27,4-3 1,-4-3-28,3 3 0,-3-3-616,-2-2 840,-6 0 0,5-14 0,-6-3 0</inkml:trace>
  <inkml:trace contextRef="#ctx0" brushRef="#br0" timeOffset="52680">6090 3590 7569,'-9'-16'0,"-2"1"397,5 0 115,1-1-636,5 8 1,7-4 147,3 7 1,4 0-96,1 5 0,6 0 126,-1 0 0,1 0 174,-6 0 1,0 1-62,1 4 1,-1 4 4,0 6 0,-4 7-87,-1 4 0,-7-2-24,2 1 1,-3 1-113,-2 5 0,0-1 127,0 1 0,0-2-78,0-3 1,0-4 8,0-7 1,0 0 10,0 1 1,2-8-1,3-3 1,-2-3-19,8-2 0,-3-2-68,2-3 0,9-8-151,-4-8 1,4-6-71,-4 1 0,-1-3 108,-4-1 0,4-1 15,-4 0 1,2 6 117,-2-1 0,-1 13 93,-4-3-268,-3 11 106,4-2 1,-6 19 162,0 4 0,0 4 66,0 0 1,6 3-1043,-1 2 929,7-3 0,-4 0 0,7 2 0</inkml:trace>
  <inkml:trace contextRef="#ctx0" brushRef="#br0" timeOffset="53437">6872 3651 7569,'-7'-9'1479,"6"-4"-1526,-6 11 17,7-5 1,-2 9 73,-3 3 1,3 4 161,-3 6 1,-2 0 114,2 1 0,-5 4-92,5 1 1,0 4-154,5-4 0,0 4-70,0-4 1,7-1-137,3-5 0,5-1 57,6-4 0,3-3-70,6-7 1,1-7 113,0-3 1,-1-5-100,1-6 1,-2-3-82,-3-6 1,1-6 102,-7 0 1,1-8-98,-6-2 1,0 3 38,1-8 1,-8 2-78,-3-8 1,-3 6 183,-2 10 1,-2 6 180,-3 9-112,-3 4 0,-8 13 181,1 4 0,0 12 126,-1 8 1,1 14-164,0 12 0,6 5 72,4 5 1,3-3-63,2 3 0,0 2-183,0-2 1,2 5 38,3-4 0,4-6-214,6-6 0,0-5 103,1 0 0,-1-9-7,0-6 1,1-9-13,-1-6 0,0-4 55,1-1 1,4-6-51,1-5 1,-1-9 19,-5-6 1,1-3 4,-1-1 1,-5-1 68,1 0 0,-6 1 115,5-1 0,-7 7-66,2 4-23,4 3 1,-7 6 292,3 1-245,-4 7 0,-1-2 122,0 10 0,-5 3-30,0 8 0,0 1-67,5 3 0,0 4-15,0 7 1,2-6-51,3 1 1,-2-6 51,8 6 1,-1-7 13,5 1 1,0-8-366,1-2 185,-1-6 0,0 2-2,1-6 1,-1-1 5,0-4 0,-4 1-107,-1-6 0,-5-5 50,5-6 0,-1 1-75,1 4 1,2-4 109,-7-1 1,5-4 4,-5 4 1,1 1-8,-6 5 0,5 4-127,0 1 505,0 7-74,-5-4 0,0 9 62,0 3 1,0 3-101,0 8 1,2-1-10,3 0 1,-2 6-217,7-1 1,-5 1-221,6-6 0,-1 0-74,5 1 0,-1-6 72,-4 0 290,4-6 0,1 9 0,9-4 0</inkml:trace>
  <inkml:trace contextRef="#ctx0" brushRef="#br0" timeOffset="54053">8069 3605 7569,'-11'0'319,"1"0"-113,7 0 0,-6 0-49,4 0 0,2 7-122,-7 3 0,1 4 138,-1 1 1,-2 5 22,7 1 1,-7 4 9,2-4 1,3 6-24,2-1 1,-2-4-161,2-2-41,0 4 0,6-8-57,4-1 1,4-2 103,6-7 0,2-3 20,4-8 1,-2-10-122,6-11 0,-1-3 84,1-2 1,4-1 20,-3-4 0,-4 2-19,-1-7 0,1-1-201,-2-10 1,1 3-42,-6-7 1,-5 6-61,0-1 0,-6 5 230,1 5 1,-3 11 265,-2 9-130,0 4 0,-2 9 162,-3 3 1,1 6-169,-6 9 1,0 7-65,-5 14 0,-1 2 295,1 2 1,1 5-153,4 6 1,2 1-99,3 4 1,3-8 22,-3 3 0,5-8-143,5 2 1,3-11 40,8 2 0,-1-10 31,0-1 0,1-3 13,-1-2 1,0-1-21,1-4 0,-1-3-7,0-7 0,1 0 43,-1 0 0,2-2 14,4-3 1,-4-3-53,3-8 0,-3 1-73,-2 0 1,-4-1 60,-1 1 1,-7 0-13,2-1 0,-3 1 13,-2 0-8,0-1-24,0 1 107,-7 0 0,-1 6 129,-8 4 1,1 10-82,0 5 0,-1 6 90,1 4 0,7 4-322,2 7 0,5-2 86,1-4 1,0 2-387,0-6 1,1-1 205,5-4 1,4-1-226,10 0 1,-1-6 6,7-4 436,-8-3 0,11-2 0,-5 0 0</inkml:trace>
  <inkml:trace contextRef="#ctx0" brushRef="#br0" timeOffset="54462">8820 3590 7569,'-15'-7'611,"0"5"1,4-5-318,1 7 1,5 2-112,-5 3 1,5 4 50,-6 6 0,3 7-17,-2 4 1,3-2-232,7 1 1,0-1 78,0 2 0,0 1 51,0-7-63,7 1 0,1-8-120,8-2 0,-1-5-16,0-6 1,6-6 105,-1-5 1,2-9-55,-1-6 1,1-4-77,3-6 0,-1 0-54,-3-10 1,-3-3 59,8-13 0,-7 1-113,1 0 1,-4 1 29,-6 4 1,-3 10-3,-7 10 497,0 10 251,0 4 1,-2 20-15,-3 8 0,-4 19-243,-6 11 0,0 3-45,-1 7 1,3-3-81,2 8 0,3-9 86,3-1 0,3-1-309,-3 0 0,8 1-699,2-10 1,7 1 157,-1-11 0,-3-1-361,2-4 0,1-3 258,4-2 687,-7-5 0,6-6 0,-5 0 0</inkml:trace>
  <inkml:trace contextRef="#ctx0" brushRef="#br0" timeOffset="56438">9833 3712 7519,'0'-8'-51,"0"-6"51,0 4 0,0 1 1197,0-1-815,0 0 1,0-5-189,0-1 1,0 6-69,0 0 0,-6 5 97,1-6-70,-7 8 0,4-4 20,-7 7 0,-3 9-253,-2 6 1,1 2 70,-6 9 1,6-2 92,-1 1 1,4 2-183,6-6 1,-2 4-114,7-4 1,0-1 145,5-4 0,1-6 70,5 0 1,-3-6-95,7 1 1,0-4 36,6-1 1,1-1-20,3-4 1,-3-9 40,4-7 1,-4-1 2,-2 2 1,-1 1 59,-4-6 1,-1 6 46,-4-2 60,-4 4 235,6 2-254,-7 6-84,0 3 1,0 7 1,0 4 1,0 4 9,0 6 0,0 7 4,0 4 0,5-2-72,0 1 0,7-6-134,-1 2 0,2-6 153,3-5 0,-1 2 27,0-7 1,2 0-3,4-5 1,-4 0-8,3 0 0,-3-6 11,-1-5 1,4-7-30,0-3 1,1-6-84,-6 1 1,-1-3 71,-4-1 1,2 1-7,-7 3 0,5-1 85,-4 6 1,-1 1 260,-5 5-195,0 6-27,0 2-75,0 7 1,-5 2 30,-1 3 1,-4 4 24,5 6 1,-5 7-76,5 4 0,-6 1-8,6-2 0,0 3-10,5-8 0,0 6-38,0-6 84,0 1 1,0-6-26,0-6-2,0-3 1,2-6-39,3 0 1,-2-8-79,8-8 0,-3-1-174,2-8 0,4 1 140,-4-2 1,2-1-77,-2 7 0,2-1 48,-6 6-66,-1 6 409,1 3-229,-4 6 0,7 12 139,-4 3 0,-2 9 5,7-4 1,-1 6-11,1-6 0,9 1-102,-4-6 1,4 0-12,-4 1 0,6-8 29,-1-3 0,6-3-2,-6-2 1,1-2-3,-6-3 1,-5-3-7,1-8 1,-6-6-163,5-3 1,-7 1 37,2-2 1,-3 2 35,-2-1 31,0 3 1,-2 8-4,-3 4 0,2 3 91,-7 7 1,1 14 150,-1 6 1,-4 14 102,4 7 1,-2 10-133,2 5 0,-2-1 199,7 1 0,-5-1-120,4 1 0,1 0-69,5-10 0,-5 2 86,0-12 1,-5-2 78,5-9 0,-5-3-93,4-6 1,-5-8-35,0-3 1,-2-3 66,-3-2 1,1-8-64,0-8 0,1-6-558,4-9 0,-2-6 3,7-4 0,0 2-199,5-2 1,6 2 167,5-2 1,2 0-265,3 10 0,4-1 133,1 11 1,1 1-62,-2 5 0,2 4 133,4 1 0,3 7-93,-4-2 543,4-4 0,-5 7 0,-2-4 0</inkml:trace>
  <inkml:trace contextRef="#ctx0" brushRef="#br0" timeOffset="56711">10737 3175 7569,'0'-8'1260,"0"3"-987,0 10 1,-1 5-116,-4 11 1,-4 2 89,-6 8 0,1 7 115,4 3 1,-4 3-147,4 2 0,-2 5-22,2 0 0,1-1-264,4-10 1,4 3-217,-5-7 0,5 0-261,1-6 0,1-1 135,5-3 0,-3-4-364,7-7 1,0-1-331,6-4 1105,-1-3 0,7-14 0,2-1 0</inkml:trace>
  <inkml:trace contextRef="#ctx0" brushRef="#br0" timeOffset="57112">10768 3804 7810,'-8'0'1330,"1"0"-963,7 0-172,7 0 0,1 0-154,7 0 1,6 0-26,-1 0 1,6-6-19,-6-5 0,6-2 50,-6-3 1,4-1-121,-8-3 0,6 3-51,-12-4 0,5-1 118,-10 2 1,1-6 46,-6 6 1,0-6-28,0 6 0,-6 4 112,1 6 0,-7 7-31,2-2 1,-3 3-11,-3 2 1,3 12-32,2 3 0,-2 11 3,2-1 0,5 9-80,1 2 0,3 5-161,2-5 0,2-2 185,3-8 1,3 1 38,8-7 0,-1-1-413,0-9 1,6 2 152,-1-7 1,1-1 133,-6-9 0,5-4 19,1-6 0,4-6 99,-4 1 0,1-7 1,-2 1 1,-3 4-47,4 1 0,-6 4 4,-5 2 1,2 5 47,-6 0 337,5 6 1,-9 4-14,3 10 0,-3 9 117,-2 2 0,0 6-241,0-2 0,-2 4-60,-3 2 1,-3 0-109,-8-1 1,1-4-205,0-1 0,-8-4 199,-2 5 1,-6-6 129,-5 6-197,-3-8 0,-14 4 0,-1-6 0</inkml:trace>
  <inkml:trace contextRef="#ctx0" brushRef="#br0" timeOffset="57960">1059 4786 7569,'-10'-20'-18,"0"-1"345,-2 2 0,-2 2-11,-1 2 0,-2 6-317,-4 4-15,4 4 1,-7 2 195,4 4 0,-2 4 11,-4 6 0,2 9 132,4 7 0,3 1-93,-4 9 1,6-2-135,5 2 0,3 2 29,7-7 1,7-2-73,3-9 1,9-3 48,1-6 1,7-8-136,-1-3 1,3-3-59,2-2 0,-1-12 70,1-3 1,0-11-160,-1 1 0,-1-4 60,-3-2 1,1-5-54,-6 0 0,-6 1 57,-5 4 0,-6 2 80,1 3 1,-4 4 113,-1 7 0,0 5 174,0 0 1,-1 6-127,-4-1 1,1 10 47,-6 5 1,7 4 21,-3 1 1,5 2-61,1 4 1,7-4-156,3 3 1,3 2 74,3-1 0,1-6 41,3-5 1,-1-4-140,7 4 1,-8-7-196,3 2 1,-4-5 93,-2-5 1,-1 2-26,-4-7 0,4-1-18,-4-4 1,-3 0 82,-2-1 1,2 1 86,-2 0 0,2 1-56,-2 4 1,-4 1-94,5 4 141,-5 3 1,-1-3 135,0 10 0,0 1-36,0 9 1,0-1 168,0 11 1,0-4-16,0 4 0,0-6-62,0 1 0,0-3 280,0-1-39,7-8 175,-5-1-459,5-7 1,-7-7-136,0-3 0,0-9-41,0-1 1,5-7-272,0 1 0,7-3-678,-2-2 0,4-4 497,1-1 1,0 2-450,1 8 1,1 6 369,3 9 0,-3-1 582,4 7 0,2 0 0,1 5 0</inkml:trace>
  <inkml:trace contextRef="#ctx0" brushRef="#br0" timeOffset="58217">1734 4863 8558,'-7'8'995,"5"1"-1009,-3-4 1,5-3 130,5 3 1,4-5 3,6-5 1,6-4-180,-1-6 1,7-2-96,-1-4 0,-4-1-106,-1-4 1,-4-1 198,-2 7 1,-6-6 56,-4 6 1,-4-6-320,-1 6 1,-1-1-29,-4 6 0,-6 6 516,-9 4 1,1 5-104,-6 5 1,6 7 299,-2 14 0,4-1-216,2 11 1,6-2-124,4 2 0,4-5-31,1-1 1,8-1-67,8-8 1,1-1-463,8-4 0,1-3 535,4-2 0,1 2 0,0-4 0</inkml:trace>
  <inkml:trace contextRef="#ctx0" brushRef="#br0" timeOffset="59778">3375 4817 7569,'9'0'-571,"-3"0"590,1 0 0,0 1 407,3 4 218,4-3-379,-5 5 0,4-14-34,-3-3 1,2-4-41,-7-1 0,7 0-55,-1-1 1,-3 1-62,2 0 0,-6-1-184,1 1 0,-3-6 110,-2 1 1,0 0-205,0 4 0,-6 1 60,1 0 0,-12 1 6,2 4 0,-6 3 52,1 7 0,1 2 5,-6 3 0,1 8 231,-2 8 1,4 6 20,7-1 1,1 3-21,4 1 1,3 6-106,7 0 0,2-5-49,3-6 1,9-6 19,6 1 1,9-3-14,2-1 1,1-8-15,9-3 0,0-5-107,5-5 1,0-3 82,0-8 0,-5-1-19,0-3 1,-2-4-124,2-7 1,-4 1 40,-6-1 1,-2 2-83,-3 3 1,-6-1 125,-10 7 0,2-6 141,-7 6 0,0 4-149,-5 6 1,-6 7-1,-5-2 0,1 3 432,-5 2 0,1 2-75,-11 3 1,4 5 41,-4 10 0,4-1-93,-4 7 1,6-2-174,-2 1 0,6 2 35,5-6 0,3 4-108,7-4 1,0-1 62,0-4 1,0-6-228,0 0 233,7-6 1,1 2-29,8-6 1,-1 0-234,0 0 1,2-6 55,4-5 1,-4-2 36,3-3 1,-3 1 75,-1 0 0,-6-1 95,0 1 0,-6 0-84,1-1 185,3 8-204,-6-6 56,5 12 1,-7-3 173,0 10 1,-2 4-90,-3 6 1,1 7 60,-6 4 1,7 3-108,-2 2 0,-2 1-47,2 4 1,0 1-8,5 4 1,0 4-115,0-5 0,0-2 122,0-2 0,0-4 18,0-1 0,5-7-176,0-4 1,2-5 21,-2-4 0,-2-3 183,7-3 1,-4-3-84,4 3 0,-5-10 11,5-5 1,-1-4-37,1-1 1,3-7-2,-2-4 1,-3-5-125,2-4 1,-1 1 94,1-7 1,4-5-119,-4-6 1,2-2 68,-2 8 0,2-2 215,-7 12 1,5 7 66,-4 9 265,-1 3-234,-5 8 0,0 4 101,0 10 1,0 11-116,0 9 1,0-1 43,0 2 0,0-1-113,0 6 0,0 0 72,0-1 0,1-1-259,5-3 0,0-4-13,5-7 1,2 1-12,-3-1 0,4-6 8,1-4 95,1-4 0,-1-7 6,0-5 0,-1-4 13,-4-5 1,2 1 18,-7-7 0,6 1-26,-6-6 0,0 5 1,-5 1 0,5 1 21,0-2 1,0 4 7,-5 7 176,0 0 310,0 6-198,0 2-76,0 21 0,0-2-61,0 13 0,5-4-51,0 4 0,6-4-123,-6 4 0,7-1 37,-2 2 1,3-4-83,3-7 1,-1 1 63,0-1 1,8-1-122,2-4 0,-1-3 69,2-7 1,-6 0-121,6 0 0,-2-2 101,1-3 0,2-4 20,-6-6 0,1-2-213,-2-3 1,-4 1 7,-1-7 0,-1 6 27,-9-6 0,5 6 193,-5-6 0,-1 7 136,-10-1 1,3 8-2,-7 2 1,0 6 227,-6-1 1,-4 5-208,-1 5 1,-4 6-81,4 9 0,1-1 424,5 6 1,1-4-227,4 4 1,3-4-135,7 4 0,0-6-46,0 2 0,0-4-217,0-2 1,5-5 80,0 0-39,7-6 0,-3 3 83,6-7 0,-5-2-62,0-3 0,-1-4-69,1-6 1,2 0 84,-7-1 1,5-4 0,-5-1 1,7-4 86,-1 4 0,-5 1 101,0 5 0,-3 4 98,2 1 381,-3 7-465,5-4 0,-7 9-32,0 3 1,0 8 394,0 8 1,5 6-206,0-1 1,7 3-89,-2 1 1,4-1-120,1-3 1,2 1-183,3-6 0,-1-8 100,7-8 0,-6-3-122,6-2 1,-1-3 127,6-8 1,-5-1-47,-1-13 1,-6-7-154,1-9 0,-3-4-110,-1-1 0,-1-7-127,0-3 1,-6-3 185,-4-3 1,-2 9 9,3 7 0,-5 9 1439,4 11-966,-3 4 1,-4 17-216,-3 10 0,4 17-64,-5 19 1,5-2 454,1 2 1,0 0-338,0 5 1,1 0-366,5 0 0,2-5-138,7 0 0,-4-5 433,-1 5 0,0-7 0,5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38:32.9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1151 2838 7569,'0'-15'0,"0"5"831,0 0-151,0 6-710,0-3 34,0 7 1,7-5 141,3 0 1,6 0 36,4 5 1,-1 0-292,6 0 1,6-5 83,5 0 0,1 0 57,-1 5 0,-3 1-15,2 4 0,-2 4-208,-3 6 0,-6 1 145,-3-1 0,-6 2-47,-5 3 1,-3-2 156,-7 2 1,-7 2 50,-3-1 1,-10 4-43,-6-4 0,-5 1-82,-4-2 1,2-4-30,-3-1 0,4 0-65,1-5 1,1-3-483,-1-2 137,7-3 17,2-2 1,13-2 105,4-3 1,17-5 323,9-10 0,13-4 0,5-7 0</inkml:trace>
  <inkml:trace contextRef="#ctx0" brushRef="#br0" timeOffset="211">1842 2670 7546,'8'0'693,"-3"0"-373,-10 0 0,-3 1-288,-8 4 0,-4 1-156,-1 9 1,-4-3 264,4 8 1,-4 2 106,4-1 0,1-1 233,4-4 1,1 4-234,0 1 1,6-1-66,4-5 1,3 1 11,2-1 0,0 0 0,0 1 0,9-1-488,6 0 0,2-4-26,9-1 1,-2-7-243,1 2 1,4-3 50,-3-2 0,5 0-1078,4 0 1588,-2 0 0,4-7 0,-6-1 0</inkml:trace>
  <inkml:trace contextRef="#ctx0" brushRef="#br0" timeOffset="453">2409 2746 7569,'0'-10'2233,"0"0"-2049,0 6 1,2-2-299,3 6 0,5 0-163,11 0 238,-4 0 0,12 0-77,-4 0 1,4 0-160,2 0 0,-2 0-51,-4 0 1,3 6-757,-8 5 1082,7-5 0,-10 15 0,5-4 0</inkml:trace>
  <inkml:trace contextRef="#ctx0" brushRef="#br0" timeOffset="599">2470 2946 8069,'-15'0'1126,"0"0"-814,-1 0-249,8 0 2169,1 0-1890,7-7 0,12 5-726,3-3 0,13 3 45,2 2 0,9 0-256,13 0 0,-3 0 56,7 0 0,-5 0 539,6 0 0,-1-6 0,5-3 0</inkml:trace>
  <inkml:trace contextRef="#ctx0" brushRef="#br0" timeOffset="37553">5446 1104 7770,'-9'-16'1268,"4"8"-1060,10 3-167,4 3 1,1 2 40,0 0 0,6 0-147,4 0 1,6 0-69,-6 0 0,2 0 110,-1 0 1,3 0 26,6 0 0,-1-2 60,-3-3 0,1 3-451,-6-3 1,4 4 8,-4 1 1,4 0-104,-4 0 1,-6 1 136,-5 4 344,-6 4 0,2 6 0,-6 1 0</inkml:trace>
  <inkml:trace contextRef="#ctx0" brushRef="#br0" timeOffset="37699">5538 1410 9000,'20'-7'725,"1"-3"0,6-3-584,-1-3 1,8 8-664,2 3 1,6 1 30,-1-1 0,-3 3-343,-3-3 1,10 4 833,1 1 0,-4-7 0,-4-2 0</inkml:trace>
  <inkml:trace contextRef="#ctx0" brushRef="#br0" timeOffset="38141">6826 337 7569,'-8'-16'333,"1"-6"0,7 5-33,0-3 1,5 3-267,0 1 1,7 3 107,-2 2 0,6-1-285,4 7 1,-1 0 48,7 5 1,-1 0-92,6 0 0,-1 2 121,1 3 1,0-2-31,-1 8 1,1-1-70,0 5 0,-7-1 19,-4-4 1,-3 4 44,-1-4 0,-10 4-97,-6 1 18,0 0 1,-15 1 77,0-1 158,-1-7-45,-6 6 1,7-12-90,0 3 128,-8 3 1,6-6 54,-3 3-86,10-3 23,3 5-9,7-6 0,7 13-1,3-4 1,0-1-34,5 1 1,-8 0-1,9 6 1,-3-6-2,8 0 0,-9-1-2,3 1-5,-3 3 1,-4-9 11,-3 6-43,-3-6 37,-2 9 1,-8-4-89,-8 6 0,-6 0-18,-8 1 0,-6 4 107,0 1 0,-7 6 0,4-3 0</inkml:trace>
  <inkml:trace contextRef="#ctx0" brushRef="#br0" timeOffset="38537">6274 1272 7569,'-8'0'716,"1"0"1,9-5-534,3 0 1,5-2-392,10 2 180,4 3 1,14-4-27,3 6 0,6-6-95,10 1 1,1-1 120,13 0 1,1 5 113,4-4 1,-1-2 21,-3 2 0,-4 0-73,-7 5 0,-1-6-31,-4 1 1,-5 0-154,-10 5 1,0 0-272,-10 0 1,1 0-255,-11 0-149,-1 0 823,-4 7 0,-8-5 0,-1 5 0</inkml:trace>
  <inkml:trace contextRef="#ctx0" brushRef="#br0" timeOffset="38812">6734 1380 8279,'16'-9'660,"-1"-3"-414,0 7 0,6 0-86,-1 5 1,8 0-147,-3 0 1,9 8-1252,2 8 866,-7-1 1,-2 12 137,-6-6 1,-3 4 129,-7-4 1,-5 6 225,-6-1 1,0 1-81,0-1 1,-11 2 163,-5-2 0,-8-4-20,4-1 1,-1-4-7,6-2 1,5-5 311,0 1 312,6-8-493,-3 4 1,16-7-58,6 0 1,7-5-488,9 0 1,2-6 184,2 6 1,4-5-876,8 5 0,0 0 183,4 5 739,-3 0 0,5 0 0,-7 0 0</inkml:trace>
  <inkml:trace contextRef="#ctx0" brushRef="#br0" timeOffset="-38375">1 967 6581,'0'-8'2373,"0"-1"-2113,0 4 1,7 3 117,3-3 0,10 2-78,6-2 0,11 3 80,10-3 1,7 3-93,13 2 0,2 0-190,8 0 1,3 5-97,7 0 0,-3 6 181,13-6 1,-5 0-409,-41-5 0,0 0 0,44 0 148,3 0 1,-6-2-204,-5-3 0,-1 2 63,-9-8 1,-4 3-162,-11-2 0,-9-2 199,-7 6 1,-7-4-320,-8 5 1,-8-2 330,-2 2 1,-9 4-217,-2-5 110,-7 5 1,3 1-866,-12 0 1138,-2 0 0,-11 5 0,0 0 0,1-2 0,-3-1 0</inkml:trace>
  <inkml:trace contextRef="#ctx0" brushRef="#br0" timeOffset="-29646">2317 921 7569,'0'-8'1601,"0"1"0,2 7-1618,3 0 1,3 0 73,8 0-1,-1 0-253,0 0 1,6 0 195,-1 0 1,6 0-851,-6 0 0,1 5 208,-6 0 643,0 7 0,-6-4 0,-2 8 0</inkml:trace>
  <inkml:trace contextRef="#ctx0" brushRef="#br0" timeOffset="-29506">2348 1136 7569,'-9'0'5659,"2"0"-5572,28 0 1,-9 0 95,13 0 1,1 0-584,-1 0 0,4-5 253,2 0 0,0-1-2518,-1 6 2665,8 0 0,-13-6 0,4-3 0</inkml:trace>
  <inkml:trace contextRef="#ctx0" brushRef="#br0" timeOffset="-17481">200 323 7569,'-10'-15'169,"2"-3"0,1 0 786,3-3-588,3 1-211,1 5 124,0-1-475,0 8 184,0 1 1,0 19 188,0 3 0,5 6-88,0-1 1,2 6 6,-2 9 0,-3-2-54,3 3 1,-4 1-118,-1-1 1,0-2 152,0-9 1,0 3 61,0-8-56,0 1 34,-6-13 67,-3-1 1,-5-16-178,4-6 0,-2-7-166,7-9 0,-5-6-13,5-4 0,0-9-238,5-1 1,0-7 149,0 2 0,5 5 69,0 5 0,7 7 210,-2 8 0,4 7-190,1 4 0,0 10 206,1 4 1,1 5-41,3 1 1,-3 7 73,4 3 0,-4 3-40,-2 3 1,-1-1 58,-4 0 0,4 6-54,-4-1 1,-2 1-29,3-6 1,-8 0-3,2 1-6,-3-1 94,-2 1-49,-7-1 1,-7-7 79,-6-3 0,-6-3-58,6-2 0,-6 0 96,6 0 1,-1 0 143,6 0-168,0 0 39,-1 7 0,8-4-75,3 8 1,5-6 107,5 5 1,5-5-51,10 5 1,-2-1-28,2 1 1,4 4-64,1-4 0,-2-2-133,-3 3 1,-1-6 76,1 5 1,-4-5 45,-1 5 0,0-5-727,-5 6 492,4-8 1,1 9-526,1-7 0,-6 5 49,0-5 0,0 2-156,6-2 1,-1-1 805,0 6 0,1 0 0,-1 6 0</inkml:trace>
  <inkml:trace contextRef="#ctx0" brushRef="#br0" timeOffset="-16972">691 200 7569,'0'-15'1485,"0"-1"-1095,0 8-451,7 1 0,0 16 109,3 6 0,4 7-135,-4 9 1,-2 0 43,3-1 0,-6 3 141,5 2 1,-2-4-13,3 0 0,1 3-107,-7-9 1,5 6-25,-5-11 0,2-1 101,-2-9 219,-3 4-216,5-12 1,-7 3 69,0-10 0,0-11-120,0-9 0,-6-4-105,1-2 0,-1-6-29,0-4 0,5-3-166,-4-2 0,3-6-22,2 1 0,2 2 100,3 8 1,2 9 3,3 6 31,10 7 0,-4 4 274,9 10 0,-1 5-91,-4 5 0,-3 3-123,4 8 1,-4 4 288,-2 1 0,-1 4 9,-4-4 0,-3 4-115,-7-4 1,0 4-18,0-4 1,-7-1-14,-3-4 1,-4-1-19,-1 0 1,-6-1-484,1-4 1,-2 4 30,1-4 435,4-3 0,-5 6 0,7-4 0</inkml:trace>
  <inkml:trace contextRef="#ctx0" brushRef="#br0" timeOffset="-8376">614 1305 8403,'-6'-9'-59,"4"2"1,-12 7 130,4 0 1,2-5 270,-3 0-279,1 0 0,-5 5 68,-1 0 0,1 2 83,0 3 1,3-2-95,-3 7 1,3 6-58,-9 4 0,-1 7 135,2-1 1,-6 3 132,6 2 1,-1-1-137,6 1 1,-1 0-42,1-1 1,7-1 128,2-3 0,5 1-111,1-6 1,1-1-211,5-5 1,4-1 33,10-4 1,-1-1-170,7-4 1,4-3-153,6 3 1,7-10-352,-3-6 1,0-2-398,1-3 1,-1 1 482,6 0 1,-5-1 588,0 1 0,0 0 0,5-1 0</inkml:trace>
  <inkml:trace contextRef="#ctx0" brushRef="#br0" timeOffset="-7855">906 1351 7569,'-15'0'-317,"6"0"1251,2 0-662,7 0 1,0 6-195,0 5 1,0 2-32,0 3 0,0-1 65,0 0 0,5 6 56,0-1 0,1 1-39,-6-6 1,5 0-213,0 1 0,0-1-47,-5 0 0,5-5-453,0 1 474,0-8 0,-3 4-33,3-7 1,-3-7 35,3-3 1,-2-9 30,2-1 1,-1-8-16,6 3 0,-7 1 5,3-2 0,2 1 11,2-6 0,-1 7 53,1 4 1,0 3 114,6 2 0,-6 1-69,0 4 1,0 3 103,6 7 1,-6 0-68,0 0 0,0 0-62,6 0 1,-6 0 14,0 0 1,-7 2 13,3 3 1,-5-2-47,-1 7 26,0 1 1,-7 4-22,-3 0 1,-5-1 19,-6-4 1,3 4 0,-8-4 1,6-2 197,-6 3 1,7-8-69,-1 2 1,8 2-64,2-2 86,6 0-99,-2 2 0,14-4 58,7 8 1,8-6-6,7 5 0,1-5-61,0 5 0,4-1-1,1 1 1,0 4-76,-5-4 0,-6 2 46,1-2 0,-13 2 84,3-7-50,-11 7 1,0-10 216,-10 3 0,-5 2-107,-11-2 0,-3 0-124,-6-5 0,-1 0-76,0 0 0,1 0-163,-1 0 1,5 2-1655,1 3 1071,6-4 777,-3 13 0,13-5 0,3 6 0</inkml:trace>
  <inkml:trace contextRef="#ctx0" brushRef="#br0" timeOffset="34733">3467 367 7569,'-10'-15'92,"2"0"0,1-1 0,3 1 30,3 0 0,1-1 210,0 1-291,6 0 0,3 6 13,6 4 0,1-2-33,-1 2 0,5 0-122,1 5 1,6 0 112,-1 0 1,-2 0-2,1 0 0,-4 7-35,4 3 1,-6 9-8,1 1 0,-8 7-91,-1-1 1,-8 3 68,2 2 0,-3-2 41,-2-4 1,-7 2-43,-3-6 0,-6 4 72,-4-4 0,1-2 32,-6-9 1,1 2 140,-2-7 1,-1 2 57,6-2 223,1-3-20,5 4-321,6-6 0,4 0-6,10 0 1,5-5 5,11 0 0,3 0-332,6 5 1,3 0-39,3 0 1,-4-2-83,4-3 1,-2 4 68,2-5 0,-4 5-168,4 1 0,-11-5-26,-4-1 0,-2 1 141,1 5 1,-8-1 304,3-4 0,-10-4 0,2-6 0</inkml:trace>
  <inkml:trace contextRef="#ctx0" brushRef="#br0" timeOffset="34944">4127 183 7569,'0'-22'408,"0"5"-158,0-5 1,0 12-207,0-1 0,-2 8 36,-3-2 1,2 12 90,-8 8 1,1 7-152,-5 9 0,5 8-358,-1 7 1,6 0 139,-5 5 0,7-3-17,-2-2 0,5 2 45,5 3 0,3-2-166,8 7 0,-1-1-215,0 1 551,1 4 0,6-12 0,2 4 0</inkml:trace>
  <inkml:trace contextRef="#ctx0" brushRef="#br0" timeOffset="35299">3069 1242 7569,'-16'-7'-107,"8"-2"264,1 1 0,14-4-48,3 7 1,5 0-94,6 5 0,4-2 2,11-3 1,10 3 176,10-3 1,11-2-12,4 2 1,11-5-123,5 5 1,2-2 55,8 2 0,-7 3-267,-39-1 0,0 1 1,45 0-28,-4 2 0,-12 0 86,-3 0 0,-13 0 153,-2 0 1,-8 0-165,-8 0 0,-6 2-598,-5 3 0,-9-3-81,-6 3 619,-3 3 0,-8 1 161,-4 6 0,-3-3 0,-2 0 0,0 0 0,0-5 0</inkml:trace>
  <inkml:trace contextRef="#ctx0" brushRef="#br0" timeOffset="35691">3544 1579 7569,'0'-9'593,"0"-4"-519,0 4 1,7 1 8,3 3 0,5-2-156,6 2 1,-2 0-105,6 5 0,1 0 117,4 0 0,1 0 149,0 0 1,-6 5-53,1 0 0,-6 7-32,6-2 1,-7-1 14,1 1 1,-5 2-88,-4 8 0,1-3 69,-7 4 1,0-4 2,-5-2 0,-2 5-56,-3 1 0,-9-1 74,-6-4 0,-7-1-10,1 0 0,-3-4-31,-2-1 1,1-5-112,-1 5 1,6-5 27,-1 6 0,7-8-96,-1 2 1,8-3 38,2-2 1,6-2-188,-1-3 0,12 2 345,8-8 0,7-6 0,9-7 0</inkml:trace>
  <inkml:trace contextRef="#ctx0" brushRef="#br0" timeOffset="35915">4158 1502 7569,'-16'-10'0,"1"0"0,-2 6 491,-4-1-387,4 4 0,-7 2 44,4 4 1,3 4 18,-3 6 0,-3 7-80,3 4 0,1-2 150,9 1 1,1 1 38,4 5 1,5-6-83,0 1 0,7-6-34,8 6 1,9-7 38,7 1 0,1-8-256,9-2 1,0-5 77,5 6 0,0-8 156,0 2 1,2-5-548,3-5 0,-3-4-751,3-6 0,-3 5 1121,-2 0 0,0-1 0,0-4 0</inkml:trace>
  <inkml:trace contextRef="#ctx0" brushRef="#br0" timeOffset="46483">4020 2515 7461,'0'-9'-234,"0"1"473,0 2-218,0 5 0,1-6-43,4 7 1,4-2 78,6-3 0,2 3 85,4-3 1,-3 4-72,8 1 0,0 0 86,4 0 0,1 0-138,0 0 0,-6 6-70,1 5 0,-8 4-73,3 5 1,-6-3 64,-5 4 1,-3-4-73,-7-2 0,-1 1 62,-5-1 1,-2-1 74,-7-4 1,-2 2 26,-4-7 1,2 5 159,-6-5 0,6 0-61,-1-5 1,4 2 447,6 3-142,-4-3-306,13 5 1,-4-7 26,10 0 0,3 0-54,8 0 1,6-2-491,3-3 0,6 3 39,5-3 0,-4-2-195,4 2 1,-4-2-64,-1 2 1,-2 3 603,-3-3 0,2-10 0,-4-2 0</inkml:trace>
  <inkml:trace contextRef="#ctx0" brushRef="#br0" timeOffset="46740">4863 2361 7569,'0'-8'-24,"0"-6"0,0 11 143,0-8 0,-2 8 147,-3-2-83,-3 3 1,-8 9 22,1 3 0,0 6-231,-1 4 0,6-3 12,0 4 1,7 2 116,-3 3 0,5-2-25,1 1 0,1 1-121,5 5 0,2-7 35,7-4 0,1 2-117,-1-1 0,6-1 140,-1-5 1,7-1 35,-1-4 0,-2 2-783,1-7 1,-4 5 730,4-4 0,-6-1 0,3-5 0</inkml:trace>
  <inkml:trace contextRef="#ctx0" brushRef="#br0" timeOffset="47073">5078 2423 7569,'0'-16'149,"0"1"126,0 0-376,0 6 1,5 1 112,0 2 0,7 5-63,-2-4 0,4 3 11,1 2 1,1 2 14,-1 3 0,2-2 52,3 7 0,-3-5-6,4 6 0,-4-1-20,-2 5 0,-6 1-133,-4-1 0,-3 5 27,-2 1 1,0-1 105,0-4 0,-12-3-5,-4-3 1,-4 4 65,-1-4 0,4-1 103,-3 1 1,-2-6-64,1 1 1,1-2 113,5 2 1,4-3 28,1 3-149,7-3 0,-4-1-123,7 4 0,7-3 126,3 3 0,9-3-142,1-2 0,7 0-85,-1 0 1,3 0-192,2 0 0,1 0 66,4 0 1,-4 0-160,4 0 0,-9 0 412,-1 0 0,-1-14 0,6-3 0</inkml:trace>
  <inkml:trace contextRef="#ctx0" brushRef="#br0" timeOffset="47345">5707 2407 6663,'0'-8'1502,"-7"-6"-1026,5 12-479,-5-4 0,7 12 32,0 5 0,0 2-193,0 3 0,0-1-84,0 0 0,0 1 134,0-1 0,5 5-13,1 1 1,4-1-26,-5-4 152,7-1 0,-4 0 0,8 1 0</inkml:trace>
  <inkml:trace contextRef="#ctx0" brushRef="#br0" timeOffset="47599">5952 2116 7569,'9'0'325,"-3"0"0,-4 0-77,3 0 1,-1 3-296,6 7 1,0 8 79,5 12 1,1 3-105,-1 2 0,0 3-33,1 3 1,-4 3 119,3-3 0,-8-2-159,8 2 1,-10-2 3,0 2 0,-3 3-38,-2-3 0,0-3 37,0-2 0,-8-9-162,-8-2 0,-6-6 302,-9 2 0,-13 3 0,-4-1 0</inkml:trace>
  <inkml:trace contextRef="#ctx0" brushRef="#br0" timeOffset="48037">3805 3097 7789,'15'-6'82,"0"4"0,3-7-8,2 4 1,6 2-6,9-7 0,11 6-23,11-1 1,4 2-124,5-2 0,16 1 134,10-6 1,5 5-235,0-5 1,-46 8 0,1 0 197,4 0 1,0-1-1,-1-1 1,-1 0 2,3-2 1,-1 1 0,-2 2-1,1 0-1,-1 0 1,-1 0 0,1 0 0,0 0-24,-1 0 1,1 1-1,-2-4 1,0 1-84,45 0-1,-7 0 9,-13 5 0,-7 0-19,-4 0 0,-14 0-58,-6 0 1,-16 0-75,1 0-198,-11 0 260,-4 0 1,-11 5 399,-10 0 0,-12 6-360,-14-6 124,-7 7 0,-9-2 0,-1 7 0,-1 2 0,-1-1 0,-1 3 0</inkml:trace>
  <inkml:trace contextRef="#ctx0" brushRef="#br0" timeOffset="48429">4771 3220 8291,'0'-10'613,"0"0"1,2 6-431,3-1 1,3 2-334,8-2-315,6 3 0,-3-5 256,6 7 1,1 5 50,4 0 1,1 2 131,0-2 1,-2-1-93,-4 6 0,3-5 104,-8 5 0,1-5-21,-6 6 0,-5-8-171,0 2 169,-6 4 0,1-3 7,-10 5 1,-6 1 21,-9-7 0,1 7 0,-6-2 1,1-2 4,-2 3 0,2-8-9,4 2 146,3 4-111,-5-8 6,13 6 0,6-2 10,13 0 1,2 2 9,14-2 1,4-1-14,6 6 1,2-7 5,-3 3 0,-2 0 13,3-1 1,-6 2 64,-4-2 1,-4-3-92,-7 3 60,-6-3 9,-2 5 0,-21-4-167,-6 7 1,-9-5-157,-7 6 1,-9-1 69,-6 5 1,-7 1-76,2-1 1,-2 0 94,2 1-47,-4-1 1,6 7 0,-8 2 0</inkml:trace>
  <inkml:trace contextRef="#ctx0" brushRef="#br0" timeOffset="48904">2685 4233 7569,'0'-11'360,"0"1"219,0 7-293,0-11 0,9 7-91,6-3 0,2 1-168,9 4 1,1 4-5,9-4 0,-4 1-143,4-1 0,1 3-5,-1-3 1,5 3-226,-5 2 0,-2 0 170,-9 0 0,3 0-75,-8 0 0,1 2-224,-6 3 0,-7-1-63,-2 6 542,-5 0 0,-8 5 0,-1 1 0</inkml:trace>
  <inkml:trace contextRef="#ctx0" brushRef="#br0" timeOffset="49036">2838 4355 7569,'-15'0'-270,"7"0"498,1 7 1,9-5 366,3 3 0,10-9-340,11-1-198,2-7 1,15 11-142,3-4 0,10-2-377,1 2 1,7-6 170,3 6 0,-1-2-338,-4 2 441,-1 4 1,0-13 0,1 6 0</inkml:trace>
  <inkml:trace contextRef="#ctx0" brushRef="#br0" timeOffset="49500">3958 4018 7689,'0'-16'751,"0"8"-158,0-6-519,0 13 15,0-6 0,0 14-302,0 3 0,0 9 82,0 1 1,0 7 153,0-1 0,0 3-33,0 1 0,0 6-3,0 0 1,0 0-123,0-5 0,0-3-234,0-2 1,5 1 3,0-6 0,6 4 365,-6-4 0,7 6 0,-4-3 0</inkml:trace>
  <inkml:trace contextRef="#ctx0" brushRef="#br0" timeOffset="49795">4326 3941 7569,'-8'0'1213,"-1"0"-1106,4 0 1,3 2 48,-3 3 0,-2 5 27,2 11 1,-5 2-143,5 8 0,-5-5-426,5-1 1,0-1 357,5 2 0,0 1 142,0-7 0,0 1 20,0-6 0,6 1 30,5-1 0,4-2-42,5-2 1,-1-3-1,7-3 0,-1-3-148,6 3 1,0-3 10,-1-2 1,1 0-146,0 0 0,-2-5-12,-4 0 1,2 0-210,-6 5 1,4-6 55,-4 1 1,-1-5-743,-4 5 371,-8 0 695,6-2 0,-12 5 0,4-4 0</inkml:trace>
  <inkml:trace contextRef="#ctx0" brushRef="#br0" timeOffset="49973">4495 4048 7569,'0'-10'1481,"0"0"-710,7 7-217,-5-4-392,4 7 0,-6 1-137,0 5 1,5 9-103,1 10 1,-1 4 117,-5 2 1,0 5 152,0 0 1,0 6 0,0-1 0,0 4-938,0 1 0,1 0-50,4 0 1,-1 5 792,6 0 0,0 0 0,6-5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39:27.4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93 275 7569,'8'-15'-3,"1"0"1,-6-1 0,2-1 75,-1-3 0,-3 3 634,-1-4-146,0 4-205,0 2-228,0-1 0,-6 8-141,-5 3 1,3 5 79,-2 5 0,-1 5-64,-4 11 1,0 2 73,-1 8 1,3 0-128,2 0 0,5-1-11,6 1 1,0 0 66,0-1 1,0-4 40,0-1 1,6-6-2,5 2 1,7-4-15,3-2 1,6-7 53,-1-2 0,4-5 120,6-1 0,-3-1-206,2-5 0,-2-2-91,-3-7 0,-1-2-63,-3-4 0,1 2 76,-6-6 1,-1 1-52,-5-2 0,1-3 74,-1 4 0,-5 1 16,1-2 0,-8 13 93,2-3 270,-3 5-203,-2 2-105,0 2-70,0 7 0,0 2 74,0 3 1,0 5 63,0 11 0,0-3-60,0 8 0,0-6-9,0 6 1,0-6-24,0 6 1,0-6-3,0 6 1,0-7 38,0 1 1,1-8 2,5-2 465,-5-6-330,6 3 1,0-11-125,3-6 0,0-2-34,6-14 0,-3-1-71,13-9 0,-6-3 18,6-7 0,-6 2-181,6 3 0,-7 3 218,1 8 1,-5 6-23,-4 4 3,2 2-18,-4 3 0,-1 8-94,-2 7 1,-5 9 128,-1 11 1,0 4 96,0 7 1,0-1-51,0 1 1,0 5 93,0 0 1,0 0-178,0-6 1,0-1 47,0-3 1,0-4 118,0-7 0,0-5-100,0 1 0,2-8 212,3 2 0,4-10-102,6-5 0,2-12-209,3-9 1,4-1-38,7-9 0,1-2-222,4-8 0,-7 5 174,7 0 1,-12 9-12,6 11 0,-11 4 360,-4 6 0,1 8-112,-6 3 1,-1 12 183,1 8 1,-7 7-123,2 9 1,4 6-64,1 4 1,-1-2 144,1 2 0,-5-7 244,5 2 0,0-3-282,6-3 1,-1-4-309,0-1 0,-4-6-546,-1 2 1,0-6 383,5-5 1,-4 4-746,-1-4 0,0-3 58,5-2 976,8 3 0,-6-6 0,5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1:12.4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16 346 7569,'0'-10'1366,"0"0"-453,0 6-832,0-3 1,0 9 104,0 3 1,-2 5 272,-3 11 1,3-2-296,-3 6 0,4 1 19,1 4 1,5 1-457,0 0 1,5-2 250,-5-4 1,2-3 159,-2-6 0,-2-3-656,8-2-502,-8-5 1,9-9 299,-7-7 0,5-9 720,-5-17 0,7-3 0,-3-7 0</inkml:trace>
  <inkml:trace contextRef="#ctx0" brushRef="#br0" timeOffset="233">31 39 7569,'0'-15'430,"0"6"-346,-7-4-21,13 11 0,-5 2 466,15 10 1,1 4-161,3 1 0,-1 7-306,6 4 0,1 3 61,5 2 0,-1 6-209,1 4 1,-5-2 44,-1 2 0,-6 0 47,1 5 1,-8-2 56,-2-3 1,-6-3-106,1-8 0,-5-6 411,-5-3 0,-5-4-163,-11-2 0,2-1 76,-6-4 1,-1 2-96,-4-7 0,1 0-331,3-5 0,4 5 129,7 0 0,-1 1 186,1-6 1,5 0-982,-1 0-1655,8 0 2464,-4 0 0,21 0 0,3 0 0</inkml:trace>
  <inkml:trace contextRef="#ctx0" brushRef="#br0" timeOffset="512">691 361 7569,'0'-15'749,"0"7"1,-2 1-255,-3 7 1,2 0-156,-8 0 1,-4 7 69,-5 3 1,-6 10-86,6 6 0,-6 3 49,6 1 0,-1 6 31,6 0 0,-1-2 28,1-8 0,7 1-140,2-7 0,5 1 56,1-6 0,8-5 124,8 1 0,6-8-141,8 2 0,1-3-300,0-2 0,6-7 65,4-3 0,-5 1-1215,-5-1 0,-1 2 669,-4-3 1,-4 4-3264,-2 7 3712,-3 0 0,6-6 0,1-3 0</inkml:trace>
  <inkml:trace contextRef="#ctx0" brushRef="#br0" timeOffset="2370">1212 377 7793,'-7'-9'1075,"6"2"1,-8 9-634,4 3 0,3 5-145,-3 11 0,4-2-102,1 6 0,0-1 0,0 2 0,1 6-45,4-6 1,-3 4 44,3-9 0,4 4-72,1-4 0,4-3 48,1-7 0,2 1 11,3-7 0,-1 0-157,7-5 0,-1-9 17,6-6 0,0-4-135,-1-11 1,-4 2 67,-1-7 1,-7-5-283,-3-1 0,-7-1 152,-8 1 0,-1-3-193,-4 3 0,-6-2 154,-9 2 1,1 11 69,-6 9 0,-1 11 112,-5 5 0,1 5-66,-1 5 0,2 3-429,3 8 0,6 4 177,10 1 1,-2 9-1435,7-4 1764,0 6 0,5-1 0,0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1:29.2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93 7741,'0'-16'0,"0"1"0,0 0 0,0-1 1090,0 8-282,0 1-434,0 27 1,-5-6-108,0 17 1,-2 3-34,2 7 0,3-2-378,-3 2 0,3-6 152,2 6 0,0-7 140,0 2 1,5-10 57,0-6 1,7-4-1313,-1-6 0,-3 2 286,2-7 1,-1-7 9,1-8 0,2-5 810,-7-6 0,-7-3 0,-6-6 0</inkml:trace>
  <inkml:trace contextRef="#ctx0" brushRef="#br0" timeOffset="242">62 108 7569,'-8'-24'71,"-6"2"102,4 7 1,1-1-85,-1 1 232,7 6-180,-4 3 1,9 6-84,3 0 0,10 0-21,11 0 0,3 6 30,1 5 1,6 2 85,0 3 1,5 6 18,-6 3 1,8 1-416,-2 4 0,-4-1 9,-1 12 1,-8-7-27,-3 2 1,-11-3 141,1-3 1,-10-4 86,0-1 1,-12-6 310,-8 2 1,-9-4-119,-12-2 1,-3-1-171,-7-4 0,2 2 15,3-7 1,-2 0 187,8-5 0,-1 0-41,5 0-242,7 0 1,4-2-350,10-3-159,3 3 1,15-9 595,8 5 0,6-5 0,9 2 0</inkml:trace>
  <inkml:trace contextRef="#ctx0" brushRef="#br0" timeOffset="536">706 200 7569,'-20'0'0,"-1"0"0,1 7 222,5 3 0,-1 4 381,1 1 0,1 5-256,4 1 0,-2 4-133,7-4 0,0-1-180,5-4 1,12-1 91,3 0 0,11-6 57,-1-4 1,6-3 22,5-2 1,-2-9-268,7-6 0,-7-2-126,2-9 0,-6 1-124,-4-6 0,-4 7 141,-7 4 0,-6-4 31,-4-2 0,-10 4 99,-5 2 0,-4 3 13,-1 1 1,-7 8 145,-4 3 0,-1 3-87,1 2 0,-1 7-157,6 3 1,3 4-21,8 1 1,3 5-123,7 1 0,0-1-28,0-4 0,7-1-661,3 0 956,10 7 0,4-5 0,7 6 0</inkml:trace>
  <inkml:trace contextRef="#ctx0" brushRef="#br0" timeOffset="766">1259 154 7569,'8'-15'-164,"4"4"513,-7 1 595,0 7-277,-5-4-384,0 7 1,-7 7 12,-3 3 1,-9 10 67,-1 6 0,0 3 73,4 2 1,6-1-138,0 1 1,6-5 65,-1-1 1,12-6-51,8 1 0,2-4-8,9-6 1,5-3-84,4-7 0,6-5-19,-5-1 1,5-6-543,-5 2 1,5-7-470,-5 2 0,-6-2 805,-4 12 0,-7-7 0,3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1:52.7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292 31 7569,'0'-10'441,"0"-1"-51,0 8-97,-7-4-150,6 7 0,-11 7 13,7 3 0,-2 4 26,2 1 0,-2 6-87,-3-1 1,-9 7-7,4-1 0,-4 3-79,3 2 0,-1-1 75,-3 1 0,3 0-19,-4-1 0,4-1 10,2-3 1,0 1 42,-1-6 1,6-3 62,0-7-4,7 2 55,-4-4-116,7-1 1,7-1 5,3-7 1,3 0-59,3 0 1,6 0-109,3 0 0,4-5 27,2 0 1,0-5 102,-1 4 0,1 0-15,0 1 1,-6 3-18,1-3 0,-7 3-535,1 2 0,-8 0 127,-2 0 1,-6 2-36,1 3 1,-3-2 17,-2 7 0,0-4-38,0 4 0,-2 0-5,-3 5 0,1-4-275,-6-1 688,7-7 0,-4 11 0,7-6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2:12.2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5891 6877,'16'0'583,"-1"0"1,0-2-295,1-3 0,6 3-55,3-3 0,4-2-109,2 2 0,1-5-55,4 5 1,-3-5-115,2 4 0,-2-4 72,-3 5 0,1-5-157,0 5 1,-7-5-364,-4 4 1,-3 1 19,-1 5-688,-1 0 1160,-7 0 0,-1 0 0,-7 0 0</inkml:trace>
  <inkml:trace contextRef="#ctx0" brushRef="#br0" timeOffset="1909">290 5906 7591,'10'0'245,"1"0"-153,-8 7 1,5 1 87,-2 8 1,-5 4-44,4 1 0,-1 6-1,1-2 1,-3 10 17,3 0 1,-4 1-469,-1-5 1,0-1 190,0 1 1,6 0-393,-1-1 0,2-6 186,-2-3 1,-2-11 5,7-5 0,0-5 323,6-5 0,-1-10 0,0-11 0,3-10 0,2-5 0,-3-3 0,3-2 0,-2-2 0,-3-3 0,0 2 0,1-7 0,-6 8-19,0 2 0,-1 7 412,1 8 282,-3 7-407,-1 2 0,-4 15 33,3 7 1,-3 9-46,-2 11 1,-2 4-62,-3 7 1,2 6-45,-8 4 1,6 3 48,-5 2 0,5 2-244,-5 3 0,6-10-60,-1 0 0,4-9-33,1-6 0,1-4 166,4-7 0,-3-4 3,3-1 0,4-8 124,1-2 0,-2-4-86,3-11 1,-1 1-103,5-11 1,-5-1 76,1-5 0,-3 2-112,2 4 0,-1-2 85,-4 6 0,-2 2 45,8 9 0,-6-2-340,5 7-43,-7 0 252,11 12 1,-11 7 7,8 6 1,-6 7 261,5-1 1,-5-2-73,5 1 0,1-6-49,4 1 0,2-4-35,3-6 1,-3-1-1,4-4 0,1-4-38,-1 4 0,1-10-15,-2-5 1,-3-4 39,4-1 0,-9 0-16,-2-1 0,-7-4-343,2 0 1,-3-8 131,-2 3 1,-2 1-72,-3-2 1,2 6 127,-7-6 0,-1 13 223,-4-3 0,0 11-74,-1 0 0,6 5 195,0 5 1,1 5-197,-1 11 1,3-2-18,7 6 1,0 1 234,0 4 1,2 1-58,3 0 1,5-6-160,11 1 1,-2-6-10,6 6 0,-1-9-144,2-2 1,1-4 87,-7-6 1,6-4 17,-6 4 1,2-11-70,-1-10 1,-4 1 80,3-5 0,-3-4-108,-1-2 1,-3-3 90,-2-2 0,1 2 27,-7 4 1,5-2 13,-5 6 179,0 1-164,-5 4 77,0 8 0,0 8 75,0 10 0,0 4-94,0 1 1,-5 0 32,0 1 0,-5-1-46,5 0 1,-2 1-69,2-1 0,3 0 54,-3 1-186,3-1 245,-5 0-29,6-6-272,-6-2 168,7-14 0,0-2 25,0-6 1,1 0-5,5-1 1,0-4-373,5 0 1,2 2 132,-3 3 0,-1 8 12,1-8 1,-1 8 75,1-3 180,4 7 196,-6-4-162,7 7-115,1 7 1,-1-4 39,0 7 0,-4-6 260,-1 1 0,0 2-73,5-2 1,1 0-12,-1-5-144,1 0 1,-1 0-21,0 0 1,-5-7-83,1-3 0,-8 1 57,2-1 35,-3 0 0,-2-6-28,0 1-190,0 7 1,-2-1-122,-3 4 279,3 3 0,-6-5 0,3 7 28,3 7 86,-5 2 0,7 6-105,0 0 0,2-4 20,3-1 0,-2-7 17,8 2 0,4-3 76,5-2 1,3-2-93,-3-3 1,-3-3-4,4-8 1,1-1-17,-2-3 0,1 1-87,-6-6 0,0 1 98,1-2 1,-3-3-4,-3 4 0,-3-4-6,-7-2 1,0-5-10,0 0 1,0 2 89,0 9 1,0 3 49,0 6 96,-7 1 1,-1 8-41,-7 7 1,4 14 132,1 11 0,0 11 107,-5 5 0,4 15-140,1 6 1,7 13-77,-2 6 1,1 6-262,2-36 0,-1 1 0,2-2 0,0 0 133,-1 1 0,-1 0 0,2 48-66,1-7 0,0-1-225,0-5 0,1-16 189,4-13 0,-3-10 11,3-6 0,-3-10 378,-2-11 1,-2-4-128,-3-6 0,-3-5-194,-8-10 1,-4-4 8,-1-6 1,-6-14 144,1-7 0,4-6-429,2-4 0,5-11-132,4 1 0,5-12 126,6 7 1,0 1-96,0 4 0,5 11 117,0-1 1,8 11-5,3-1 1,-1 9 56,5 1 0,-1 7 15,2-1 1,-3 3 203,8 1 0,-6 1 89,6 0 1,-2 5 34,1-1 1,4 3-9,-3-2 0,-4-2 79,-1 7 0,1-1-16,-2 6 0,-4 0-99,-6 0 0,-5 2 53,5 3 1,-7 4-64,3 6 1,-5 7 14,-1 4 0,-5-2-23,0 1 0,-5-4-6,5 4 1,0-6-49,5 1 0,0-8-17,0-1 0,0-6-19,0 5 70,0-7 0,1 2-130,4-10 1,-1-3 101,6-8 1,-5 1-9,5 0 0,-4-7-103,4-4 0,-5-1-160,5 1 0,-6-8 118,1 4 1,1-5-85,0 5 1,0 4 246,-1 1 0,-1 8-81,6 1 1,-5 3 145,5 7 0,-4-4-80,4 5 112,0 0 1,4 12 10,-4 3 0,4-1-71,-4 1 1,-2 0-9,2 5 0,1 6 13,4-1 0,-5 2-63,0-1 0,-4-2 45,4 6 1,-5-6-104,5 1 134,-6 4-102,9-7 46,-11 5-29,5-13 1,-6-2-16,5-7 0,-5-7-72,4-3 1,-3-6-104,-2-4 0,5 3 54,0-4 0,0-1 96,-5 2 0,2-1-50,3 6 9,-3 0 0,10-1 43,-7 1 0,2 7-3,-2 2 1,-2 0 1,8 1 1,-6-1 142,5 6-90,0-6 0,5 2-39,1-6 0,-3 5-154,-2-5 1,2 4 49,-3-4 1,-3 0-98,-2-5 0,-1 4-23,1 1 148,-3 0 0,3 2-16,-10 2 0,0 6-24,-11 6 1,8 7 772,-13 8 0,13 6-330,-8-2 1,6 10 82,0 0 0,3 6-149,7-5 0,0 0-406,0-6 0,2-1 123,3-3 1,3 1 203,8-6 1,1-6-172,3-5 0,4-6 0,7 2 0</inkml:trace>
  <inkml:trace contextRef="#ctx0" brushRef="#br0" timeOffset="-18007">1118 4832 7569,'0'11'-374,"0"-1"1,0-5 415,0 5 0,-1-6 399,-4 1-140,3-4-65,-5-1 0,5-1 15,-3-4-136,4-4 1,-11-6 14,6-1 0,0-4-51,1-1 0,3-1-95,-3 2 0,-2-4 78,2-7 0,0 1-137,5-1 0,0 0-5,0 1 1,0-1 93,0 0 0,6 2-50,5 4 0,2-1 55,3 11 0,-1-4-47,0 9 0,1 3 31,-1 2 0,5 3-2,1 2 1,1 0-3,-1 0 0,-3 0-2,8 0 0,-7 7-78,1 3 0,-8 9 79,-2 1 0,-6 1-103,1-6 1,-4 6 54,-1-1 1,-6 2 132,-5-1 0,-4-9-107,-5 3 1,-3-5 94,-2 0 0,1 2-55,4-6 1,3-1 83,-4-5 0,9 5 126,2 0-156,7 0 0,-3-5-12,12 0 1,-1 0 15,10 0 0,-1 0-234,11 0 0,-4 0 49,4 0 1,1 0 113,4 0 0,-4 0-27,0 0 0,-8 2-46,3 3 123,-11 3 1,-3 8-83,-7-1 191,0 0 0,-14 1-45,-6-1 0,-2 0-92,-4 1 0,0-1 18,-4 0 0,6 1-247,3-1 1,1 0-13,5 1 1,-2-6-274,11 0-106,1-6 0,7 2 247,3-6 1,11-1 347,9-4 0,4-4 0,2-6 0</inkml:trace>
  <inkml:trace contextRef="#ctx0" brushRef="#br0" timeOffset="-17479">1502 4602 7569,'0'-15'-108,"2"5"25,3 0 0,-4-1 210,4-4 0,-3 5 126,-2-1 1,2 6-67,3-5 1,-3 5 206,3-5-266,-3 6-4,-2-2 140,0 6-54,0 0-141,0 6 0,0 5 84,0 9 0,0-3-104,0 4 0,0 1 62,0-2 1,0 6-153,0-6 0,5 2 46,0-1 1,2-4-34,-2 3 0,-4-3 106,4-1 0,2-6 41,-2 0-178,1-6-37,-6 2 113,0-6 5,0 0 1,5-8-165,0-8 0,2-1-2,-2-8 0,-4 4-35,4-4 0,2-1 139,-2-4 0,6-6-1,-6 0 0,7-5-195,-2 5 0,-2 2 85,3 9 0,-3 3 248,2 6-184,4 1 312,-5 6-158,6 3 1,-5 7 117,0 4 1,-6 4 9,1 6 0,2 2-42,-2 4 1,0 3-96,-5 6 0,0 1 30,0 0 0,5-6-141,0 1 1,0-1 80,-5 6 0,0-2-224,0-3 0,0 1-25,0-7 0,0 1-43,0-6 1,0 0-214,0 1-177,0-8 4,0 6 25,0-12 153,-7 4 472,-1-6 0,-7-13 0,-1-4 0</inkml:trace>
  <inkml:trace contextRef="#ctx0" brushRef="#br0" timeOffset="-17314">1517 4679 7569,'7'-9'941,"-4"-2"-414,8 5-284,-8 1 1,11 4-144,-4-5-64,4 5 1,1-6-30,0 7 1,1 0 111,-1 0 0,5 0-676,1 0 1,-1 0 324,-4 0 1,-1 5-935,0 0 1166,1 7 0,-1-3 0,0 6 0</inkml:trace>
  <inkml:trace contextRef="#ctx0" brushRef="#br0" timeOffset="-16554">2177 4541 7464,'7'-15'-105,"-6"4"458,4 1-100,-3 7 450,-2-4-410,0 7 1,0 3-81,0 8 0,-2 0-35,-3 15 1,4 0 3,-5 4 0,5 1-60,1 0 0,0-2-158,0-4 1,7 2-1,3-6 0,3-6 91,3-5 1,6-6 48,3 1 0,-1-3-70,2-2 1,-7-7-81,1-3 1,-3-4 54,-2-1 0,-6-6-81,-4 1 1,-3-6 34,-2 6 1,-7-8-135,-3 3 0,-11-2-172,-4 1 1,-4-1 165,-2 6 0,2 6-12,4 5 1,-3 6 76,8-1 1,4 5-202,6 5 0,7 4-151,-2 6 464,3 1 0,9 6 0,1 2 0</inkml:trace>
  <inkml:trace contextRef="#ctx0" brushRef="#br0" timeOffset="-16266">2898 4618 8685,'0'-16'638,"0"6"-1562,0 0 1181,0 6-69,0-2-121,6 6 1,3 0 25,6 0 0,1 0-299,-1 0 0,0 5 108,1 0 0,-1 2-401,0-2 0,1-4 187,-1 5 1,0 0 311,1 0 0,-1 5 0,0-2 0</inkml:trace>
  <inkml:trace contextRef="#ctx0" brushRef="#br0" timeOffset="-16122">2882 4802 7569,'-15'8'0,"6"1"192,4-4 1,5-3 251,5 3 1,4-4-279,6-1 0,2 0-140,4 0 0,3-1-702,6-4 0,1 3 67,0-3 609,-1 3 0,8-12 0,1-3 0</inkml:trace>
  <inkml:trace contextRef="#ctx0" brushRef="#br0" timeOffset="-15637">3772 4464 7869,'0'-8'1185,"-2"3"-1023,-3 10 0,2 3-83,-8 8 0,1 1 115,-5 3 1,0 4-42,-1 7 1,-1-1-22,-3 1 0,-2 5-92,-4 0 0,-1-2 149,6-9 0,-4 2-67,4-6 0,2-1 87,9-4 1,-2-6-60,7 0 0,-2-6-160,2 1 106,4-4 1,1-1-119,10 0 0,5 5-4,6 1 0,2-1-89,8-5 1,0 0 87,-1 0 0,6 0-99,0 0 1,0 0-176,-5 0 1,-1 0 97,1 0 0,-6 0-413,1 0 364,-7 0 1,3 0-615,-7 0 210,-6 0 141,-2 0 175,-7 0 340,0 0 0,-7-7 0,-2-2 0</inkml:trace>
  <inkml:trace contextRef="#ctx0" brushRef="#br0" timeOffset="-9825">4569 4587 7569,'7'-15'12,"-3"1"37,6 4 1,-5-4 133,5 4 1,-5-4 20,6-1 0,-3 0-9,2-1 0,-1 6 237,-4 0-20,-3 6-1,4-9-305,-12 11 1,-8 2-105,-6 10 0,-8 11-27,3 4 0,-4 6 74,-2 5 0,2-4-61,4 4 0,2 1 66,8-1 1,7-2-34,2-8 0,5 1 16,1-6 1,7-1 2,3-5 1,10-4-32,6-1 1,3-7-64,1 2 0,6-3-419,0-2 1,7-5 216,-2 0 1,-2-7-626,2 2 0,-6-2 881,6 2 0,-7-11 0,4 4 0</inkml:trace>
  <inkml:trace contextRef="#ctx0" brushRef="#br0" timeOffset="-9630">5229 4480 7569,'0'-9'86,"-2"-3"154,-3 7-171,3 0 0,-6 12 209,3 3 0,3 9-237,-3 1 1,3 2-155,2-1 0,0 1 123,0 3 1,2-2 24,3-8 1,-3 5-1072,3 1 475,3-1 561,-6-11 0,12 4 0,-6-4 0</inkml:trace>
  <inkml:trace contextRef="#ctx0" brushRef="#br0" timeOffset="-9380">5152 4326 7569,'-8'-24'524,"1"2"-306,7 7-198,0 6 0,7 4 79,3 10 1,4 4-59,1 6 0,7 2 47,4 4 29,3 3 1,1 3-44,1 3 0,-2-2-131,-3 8 1,-4-2-147,-7 1 1,-1-2 84,-4 3 1,-3-4 6,-7-1 1,-7-2 119,-3-4 0,-9-3 196,-2-6 1,-11-3-80,1-2 1,-3 0-124,4-5 0,1-1 28,3-5-46,-3 0-392,12 0 1,2-7 200,10-3 1,10 1-708,5-1 913,10 0 0,11-6 0,8 1 0</inkml:trace>
  <inkml:trace contextRef="#ctx0" brushRef="#br0" timeOffset="-9139">5628 4541 8020,'0'15'-112,"0"1"692,0-1-358,-7 0 1,5 1-38,-3-1 1,10 0-77,5 1 1,6-3 84,4-2 0,6-5-76,10-6 1,3-6-110,7-5 1,-5-4 72,0-6 1,-9 3-210,-1-8 0,-9 7 23,-12-1 1,-3-2 8,-7 1 1,-7 1 33,-3 5 0,-12 1-92,-9 4 1,-5 3 80,-5 7 0,-1 2-13,6 3 1,0 3-199,5 8 1,8 4 88,2 0 0,6 6-953,5-5 1147,3-1 0,7 2 0,0 2 0</inkml:trace>
  <inkml:trace contextRef="#ctx0" brushRef="#br0" timeOffset="-136832">3174 338 7569,'-9'-15'0,"4"0"192,3-1 83,2 8 55,0 1-270,0 7 0,0 2 224,0 3-142,0 10 1,0 6 6,0 9 1,0-1 23,0 12 0,0-5 10,0 5 1,0-2 0,0 2 0,5-4-670,1-6 354,-1-7 111,2-2 1,-4-13 126,7-4 1,-6-7 7,1-8 0,1-2-204,0-14 0,4 1 86,-5-6 1,5-6 55,-5-4 1,7-4 19,-2-1 0,-1-5-455,1 0 0,-1 0 154,1 5 1,4 7 36,-4 3 1,-2 5 94,3 6 1,-1 9 101,5 11 0,-5 4 187,1 1 1,-8 8-90,2 7 0,-3 9 71,-2 12 0,0 3-44,0 7 1,0 2-93,0 3 0,0-1-107,0 6 0,0-12-243,0 2 0,0-10 107,0 0 0,0-11-79,0-4 0,5-9-237,0-2 0,2-7-157,-2 2 678,-3-3 0,4-16 0,-6-3 0</inkml:trace>
  <inkml:trace contextRef="#ctx0" brushRef="#br0" timeOffset="-136658">3204 507 7569,'0'-15'298,"0"6"1,7-3 67,3 7-217,4-7 1,3 9-157,4-7 0,2 4 95,8-4 0,0 2-344,-1-3 0,1 3 154,0 3 0,-1 3-238,1-3 1,-2 2 339,-3-3 0,-4 5 0,-7-6 0</inkml:trace>
  <inkml:trace contextRef="#ctx0" brushRef="#br0" timeOffset="-136121">3726 231 7569,'-9'7'88,"4"3"1,4 5 130,1 6 1,0-3-90,0 8 0,0-5-144,0 4 0,0-1 18,0 1 1,0 3-164,0-8 1,1 1-203,4-6 244,-3-6 68,5-3 0,-2-14 33,0-8 0,0-1-81,-5-8 1,5-2 15,0-9 1,1 2 12,-6-7 0,0 5 58,0-5 1,5 5 1,0-5 1,2 12 47,-2-1 1,-2 9-63,7 1 1,-1 8 115,1 2 1,4 6-124,-4-1 71,4 10 1,-1 6-28,-3 9 0,2-1-4,-7 6 1,1 1-12,-6 5 1,0-1-2,0 1 1,0 0-100,0-1 0,-7-6 102,-3-3 0,-2-4 117,1-2 1,-2-5-79,3 0 0,1-6-35,-1 1 1,5-3-35,-6-2 8,8 0 3,-4 0 0,14 0-71,3 0 1,4 1 80,1 4 1,2-3 5,4 3 1,-3 2-11,8-2 1,-7 7-10,1-2 1,-3 4-6,-1 1 0,-6 1 34,0-1 0,-7 0 173,3 1 0,-5-1-3,-1 0 0,-7-4 132,-3-1 0,0-7-97,-5 2 1,3-1-77,-9 1 1,-1-3 6,2 3 0,-8-4 22,3-1 0,3 0-383,1 0-12,4-6 1,7 4-1024,0-3 1251,6 3 0,4-5 0,9-1 0</inkml:trace>
  <inkml:trace contextRef="#ctx0" brushRef="#br0" timeOffset="-135782">4431 124 7569,'-8'0'480,"1"0"-154,7 0 202,0 0 1,0 6-311,0 5 0,0 2-35,0 3 1,0-1-88,0 0 0,0 7 87,0 4 1,5 3-187,0 2 1,0-1 17,-5 1 0,6 5-40,-1 0 1,0 4-153,-5-4 1,5 0-340,0-5 1,5-6-330,-5 1 1,6-7-69,-6 1 913,7-3 0,3-8 0,9-3 0</inkml:trace>
  <inkml:trace contextRef="#ctx0" brushRef="#br0" timeOffset="-135574">4723 16 7569,'0'-8'289,"0"1"-102,0 7 0,-2 2 357,-3 3 1,3 5-172,-3 10 1,4 4-109,1 7 1,0 1-83,0 4 1,0 3-192,0 7 0,1 5 99,4 1 1,-3 4 91,3-5 1,2 5-513,-2-5 0,7-5-711,-2-5 0,2-7 1040,-2 2 0,11-4 0,-4-1 0</inkml:trace>
  <inkml:trace contextRef="#ctx0" brushRef="#br0" timeOffset="-138982">643 262 7489,'0'-16'66,"0"1"1,5 0 206,0-1 1,0 1 261,-5 0-352,0-1 1,0 1 11,0 0 0,0 4 195,0 1-416,-7 7 0,-1-4 81,-7 7 1,-2 8 33,-4 8 1,-3 11 49,-6 9 0,-3 13-14,-3 2 0,6 6-64,-1-1 1,7 3 48,9-2 0,1-4-26,4-2 0,3-9 31,7-1 0,2-8-2,3-3 0,3-4 6,8-6 1,4-8-4,1 4 0,8-11-63,1 0 0,1-4-105,5-1 1,-4-1-479,-1-4 0,0-4 286,-1-6 0,1-1-586,0 1 1,-6 0 361,1-1 0,-13 1-215,3 0 1,-11-1 682,0 1 0,-3 0 0,-2-1 0</inkml:trace>
  <inkml:trace contextRef="#ctx0" brushRef="#br0" timeOffset="-138729">551 630 7569,'-9'8'-545,"-4"-1"834,11-7-202,-5-7 0,9 4 6,3-7 0,4 4 265,6-4 1,2 2-74,3-2 1,3-2-161,2 6 0,4-4 42,-3 5 0,3-5-127,1 5 0,-4 0 25,-1 5 1,-6 0-72,2 0 1,-4 1 105,-2 4 0,-1 6-17,-4 9 1,-3 4-20,-7 7 0,0 1 17,0 4 0,-7 3-162,-3 7 1,1-2 51,-1-3 1,5 0-271,-5-10 0,6 1-18,-1-11-159,3 6 0,2-10-241,0 3 67,7-9 650,2-4 0,6-7 0,0 0 0</inkml:trace>
  <inkml:trace contextRef="#ctx0" brushRef="#br0" timeOffset="-138487">1103 614 7448,'9'-6'-301,"-3"2"792,-6-6-31,0 7-53,0-4-183,0 7 0,0 7-3,0 3 0,5 3-38,1 3 1,-1 6-154,-5 3 1,5-1 54,0 2 1,5-7-325,-5 1 201,7 4-447,-3-7 106,6 5 143,0-13 1,-1-4-383,-4-10 1,2-4 43,-7-6 574,0-7 0,2-2 0,2-7 0</inkml:trace>
  <inkml:trace contextRef="#ctx0" brushRef="#br0" timeOffset="-138157">1149 415 7569,'-8'-15'-18,"1"6"176,7-5 89,7 13-110,1-6 1,7 7 229,1 0-172,-1 0 0,0 0-228,1 0 0,-1 7 60,0 3 1,1 4 15,-1 1 0,-5 5 81,1 1 0,-6 6-103,5-1 0,-2 1 50,3-1 0,1 1-16,-7-7 1,5 6 25,-5-6 0,5 1 3,-5-6 1,6 0 38,-6 1 40,7-8 22,-11 6 1,8-12 58,-4 3-194,-3-10 1,11-6 50,-2-9 0,-3 1-246,2-6 0,-5 1-115,6-2 0,-8-8-131,2 3 1,2-4-33,-2-1 1,2-2 206,-2-3 0,2 6-307,3 9 1,2 4-312,-7 7 575,0 6 0,-5 4 259,0 10 0,-7 10 0,-1 9 0</inkml:trace>
  <inkml:trace contextRef="#ctx0" brushRef="#br0" timeOffset="-137562">1533 722 7569,'15'8'-92,"0"-1"0,1-7 200,-1 0 0,-5-5 167,0 0 0,1-5-89,4 5 1,0-7-212,1 1 1,-1-2 94,0-3 0,1 1-125,-1 0 1,-1-1-2,-4 1 0,2-2-5,-7-3 0,0 1 44,-5-7 0,0 7 34,0-1 1,-5 3-78,0 2 1,-7 6 49,2 4 1,-4 3 167,-1 2 1,1 9-53,4 6 0,-4 2 151,4 9 1,-2 1-57,2 9 0,3-4-117,7 4 0,0-5-50,0-6 0,7-1 75,3-3 1,4-6-123,1 0 1,7-1 71,4-9 0,3 0-131,1-5 1,-1-7 64,-3-3 1,1-5-171,-6-6 1,1 3-40,-2-8 1,-3 0-6,4-4 1,-9-1 126,-2 0 1,-7 1 17,2-1 1,2 2-135,-2 3 1,0 4-118,-5 7 433,0 0 0,-1 6 37,-4 4 0,1 15 88,-6 6 0,0 9-83,-6 1 0,3 4 114,2 6 0,0-3-131,5 2 0,1 1 1,5-5 1,0 1-25,0-11 0,0-1 13,0-5 1,2-1-110,3-4 1,-1-3 89,6-7 0,-5 0-103,5 0 0,0-12-88,6-3 1,1-11-212,3 1 1,-3-4 201,4-2 0,-3-6 94,3-4 0,-4 3-487,3 2 1,-3 11 152,-1 4 0,-6 11 387,0 5 0,-5 12 175,5 8 1,-6 9 242,1 12 0,-2-2-205,3 7 1,-3-5 171,7 4 0,0-7-183,6-2 1,-1-6 9,0-4 1,1-4-702,-1 3 0,0-8 318,1-2 0,-6-5-1657,0 6 1779,0-8 0,6 4 0,-1-7 0</inkml:trace>
  <inkml:trace contextRef="#ctx0" brushRef="#br0" timeOffset="-133724">5566 246 7569,'-15'0'163,"5"0"1,0 0-25,-2 0 0,3 0 5,-1 0 0,-5 2 23,-6 3 0,1 4 13,4 6 1,1-3 2,0 3 1,-1-3 44,1 9 0,0-3-45,-1 3 1,6 1-24,0 3 1,7 3-28,-3-8 0,5 6 11,1-6 1,1 6-38,5-6 1,2 1-81,7-6 0,2-1-73,4-4 1,3 2 78,6-7 1,1 0 68,0-5 0,6-7-36,4-3 1,3-4-872,2-1 0,-6 0 15,-5-1 1,3-1 789,-2-3 0,6 3 0,-2-5 0</inkml:trace>
  <inkml:trace contextRef="#ctx0" brushRef="#br0" timeOffset="-133487">6057 185 8852,'0'15'514,"0"2"-504,0 4 1,0-3 69,0 8 0,5 0 47,0 4 1,6-4-78,-6-1 1,5 1-844,-5 5 1,5-2 207,-4-4 585,5-9 0,-2-3 0,6-4 0</inkml:trace>
  <inkml:trace contextRef="#ctx0" brushRef="#br0" timeOffset="-133263">6073 47 7569,'6'8'13,"3"6"0,6-11 123,1 8 0,1-1 370,3 5 0,1 7 171,9 4-410,-2 3 1,9 2-59,-6-1 1,-1 6-44,1 0 1,-2 6-284,-3-1 1,-6-1 114,-10 0 1,-3-5 14,-7 0 1,-2-4 66,-3-5 1,-12 1-103,-13-7 1,-3 1-212,-8-6 0,-5-5-311,-5 1 1,3-8 245,2 2 298,11-3 0,-17 5 0,13 1 0</inkml:trace>
  <inkml:trace contextRef="#ctx0" brushRef="#br0" timeOffset="-132254">536 1719 7569,'0'-16'-187,"0"8"382,0-6 0,-2 13 110,-3-5-101,3 5 0,-7 2-84,4 5 1,2 7-2,-7 8 0,5 8 27,-6 1 1,1 6 5,-5 5 0,-6 3 38,1-3 1,-2 3-55,1 2 1,3 0-105,-8 1 1,7-8 91,-1-4 0,3-4 117,1-5-115,1 3 1,5-12 103,0 3-179,6-10 0,-1-3-117,10-7 0,4 0-1,6 0 1,7-1 98,4-5 1,1 5-87,-1-4 0,8-2 56,-4 2 0,3 0-98,-8 5 0,4 0 65,-3 0 1,-2 0 24,1 0 0,-6 0-163,2 0 1,-4 0-226,-2 0 0,-5 0-815,0 0 496,-6 0-456,9 0 1169,-11 0 0,12 6 0,-6 3 0</inkml:trace>
  <inkml:trace contextRef="#ctx0" brushRef="#br0" timeOffset="-128966">4309 1673 7569,'0'-16'0,"0"1"719,0 0-181,0 6-231,-7 2-217,5 7 0,-6 7 50,3 3 1,1 6-17,-6 4 0,1 9 44,-1 7 0,-3 7-28,2-3 0,-2 5-163,-3 1 0,1-2 90,0-3 1,-1 2 55,1-8 0,1-6-25,4-8 1,-2-4-8,7-2 0,-2-5 413,2 1 376,3-8-587,-4 4 0,12-5-97,5 3 1,9-4-113,6 4 0,-2-3 104,1-2 1,6 5-248,5 0 0,-1 1 55,-4-6 1,5 0 110,0 0 1,-1 5-431,-4 0 0,-5 0-630,-1-5 0,-4 0-516,4 0 1,-4 2 1468,4 3 0,-6-4 0,3 6 0</inkml:trace>
  <inkml:trace contextRef="#ctx0" brushRef="#br0" timeOffset="-130145">2974 1964 7066,'0'-8'-1279,"0"1"1279,0 7 0,0 0 0,7-7 0,2-2 0</inkml:trace>
  <inkml:trace contextRef="#ctx0" brushRef="#br0" timeOffset="-129888">2990 1933 7569,'-7'9'581,"5"-2"1,-6-7 113,2 0-52,5 0-160,-6 0-381,7 0 0,2-2 81,3-3 1,-2 3-12,7-3 0,1 3-49,4 2 1,0 0-92,1 0 1,1 0 19,3 0 1,-1 0-185,6 0 1,-6 0-220,2 0 0,1 0 193,-2 0 1,6-5-797,-6 0 687,1 0 1,-8 3-418,-2-3-35,2 4-221,-11-6 418,5 7 522,-14 0 0,-2 7 0,-6 1 0</inkml:trace>
  <inkml:trace contextRef="#ctx0" brushRef="#br0" timeOffset="-129713">2928 2056 8670,'11'9'527,"-1"-4"0,-5-4-234,5-1-29,0 0 0,6 0-109,-1 0 1,0 0-1,1 0 1,4 0-82,1 0 0,4 0-188,-4 0 0,4 0-856,-4 0 0,6 0 278,-2 0 692,4 0 0,2-6 0,0-3 0</inkml:trace>
  <inkml:trace contextRef="#ctx0" brushRef="#br0" timeOffset="-131574">1272 1780 7569,'-7'-15'122,"4"1"389,-8 4 34,8 3-318,-4 7 1,2 12-1,0 3 0,0 13-97,5 2 1,0 3 64,0 8 0,0-6-156,0 6 0,0-5 51,0 5 0,0-7-168,0 2 0,0-6-20,0-4 248,0-4 7,0-6-112,0-8 1,0-8-15,0-10 0,5-6 36,0-4 0,5-4-335,-5-6 1,7-8 142,-2-3 0,-1-3-283,1-2 0,-5 5 125,6 0 0,-6 2-17,5-2 0,-5 5 66,5 11 0,-1 2-210,1 8 648,4 7-189,-6 1 0,2 15 146,1 8 1,-8 6-83,2 8 0,-3 6 66,-2 0 0,2 7-151,3-3 1,-4 0-29,4 1 0,2-7 52,-2 1 1,2-7 4,-2-3 1,-1-8-460,6-1 0,-7-1-106,2-5-264,-3-3 806,-2 0 0,-7-14 0,-1-1 0</inkml:trace>
  <inkml:trace contextRef="#ctx0" brushRef="#br0" timeOffset="-130923">1241 1995 7569,'-8'0'-40,"1"0"0,8 0 308,5 0-179,2-7 1,9 4 1,4-8 0,1 6-73,3-5 0,9 5-12,-3-5 1,-2 5 62,-3-6 0,-1 3-92,6-2 1,-6-2 98,1 7 1,-7-6-86,1 6 0,-3-5 94,-1 5 1,-6-2 194,0 2-92,-7 3 160,4-5-78,-7 7-176,0 0 1,0 7 61,0 3 1,0 6-44,0 4 0,0-1-125,0 7 1,0-1 7,0 6 0,5-1-98,0 1 1,1-2 55,-6-3 0,1-4-297,4-7 276,-3 1 59,5-1 0,-5-8 83,3-7 0,-4-7-64,5-8 0,-5-8-96,-1-2 0,0-4 41,0-2 0,0-6-68,0-4 1,0 2 15,0-2 0,0 1-154,0 0 0,7-3 103,3 7 1,-1 7 51,1 9 0,0 3-41,6 1 1,-1 8-8,0 3 1,1 3 218,-1 2 0,0 7-19,1 3 0,-6 4 3,0 1 1,-5 5-77,5 1 0,-6 5 70,1-6 0,-3 0-63,-2-4 1,-2-1 2,-3 0 1,-2 1 110,-3-1 1,-9-1-62,4-4 0,-4 2-37,4-7 0,-1 5-12,1-5 0,0 0-4,-1-5 1,8 2-47,3 3-170,-4-3 221,7 5 1,2-7-12,11 0 1,2 0-42,3 0 0,1 5 23,3 0 1,-1 2 72,6-2 1,-6-2-30,2 8 1,1-1 89,-2 5 1,-4 0-36,-6 1 0,-7-1 115,2 0 1,-3 1-102,-2-1 1,-3 1-19,-8-1 1,-1 0 17,-13 1 0,-1-1-9,-4 0 0,-1 1-199,0-1 1,2-7-61,4-2 0,-3 0-80,8-1 1,0 1-59,4-6 1,8-7-189,3-3 1,5-4 513,5-1 0,10-8 0,9 0 0</inkml:trace>
  <inkml:trace contextRef="#ctx0" brushRef="#br0" timeOffset="-130657">2131 1826 7655,'-7'15'165,"3"-3"658,-6 4-496,7-4 1,-9 15-16,7-7 1,0 8-113,5-3 1,0-1-120,0 2 1,6-8 113,5 3 0,2-4-20,3-2 0,6-6 8,3-4 1,-1-3-111,2-2 0,-1-7-32,6-4 1,-2-4-172,-3-5 1,-4 1 18,-7-7 0,-5 6-186,1-6 1,-8 1-285,2-6 1,-10 0 287,-5 1 1,-11 6-76,-4 3 0,-4 4 74,-2 2 1,0 7-106,1 2 1,-1 12 398,0 4 0,1 10 0,-1 4 0</inkml:trace>
  <inkml:trace contextRef="#ctx0" brushRef="#br0" timeOffset="-47199">2437 3345 7569,'0'-16'827,"0"6"-576,0 0-39,7 6 67,-5-9 0,6 11 359,-2-3 1,-3 3-404,7 2 0,0 0-40,6 0 0,-1 0-204,0 0 1,3 2 88,2 3 0,-3-2-770,3 8 1,-2-6 60,-3 5 1,0 0-1134,1 6 1762,-1-1 0,-7 7 0,-1 2 0</inkml:trace>
  <inkml:trace contextRef="#ctx0" brushRef="#br0" timeOffset="-47056">2514 3575 7569,'-8'0'1563,"3"0"-970,10 0 0,8-7-220,8-3 0,6 1-242,-1-1 1,-3 1 63,3-1 0,0-2-500,4 7 0,-1-2-326,-3 2 0,1 3 631,-7-3 0,8 4 0,-4 1 0</inkml:trace>
  <inkml:trace contextRef="#ctx0" brushRef="#br0" timeOffset="-49039">305 3176 7569,'2'-10'-8,"3"-1"0,-3 6 72,3-5 338,-3 7-169,-2-11 1,0 11 284,0-8-47,0 8-104,0-4-161,0 7 1,-5 2-248,0 3 1,-7 9 89,1 6 0,-2 7-16,-3-1 0,1 8-27,0 2 0,-6 5-6,1-6 1,-2 6 73,1-5 1,4 2-7,-3-3 0,1-4 104,-1 0 0,8-2-47,-4-9 1,6 1 0,0-6 1,1-5 77,4 0-191,4-6 1,-5 3 57,12-7 1,4 0 33,10 0 0,-1 0-71,6 0 0,-4-5-177,5-1 0,-1 1-17,6 5 1,-2 0 137,-4 0 0,4 0-51,-3 0 0,-4 0 36,-2 0 1,-3 2-175,-1 3 1,-1-1-338,0 6-130,-6 0 157,5 5-127,-13-6-147,6 4 145,0-11 164,-5 5 486,11-7 0,-4-7 0,6-1 0</inkml:trace>
  <inkml:trace contextRef="#ctx0" brushRef="#br0" timeOffset="-48387">735 3253 7569,'0'-18'21,"0"0"0,2-3 0,1 3 0,2 1 436,-1 1 1,2 6 183,-1 0-274,1 6-184,-6-3 1,0 14 42,0 4 1,0 9-58,0 6 1,0 9 0,0 6 0,0 4-26,0 1 0,0 0-118,0 0 1,0 0-246,0 0 0,-6-9 185,1-6 0,0-2 111,5-9 37,0 1-217,0-13 1,0-3-5,0-10 0,0-5-36,0-10 0,5 1 21,0-7 0,1-1-156,-6-9 0,0 2-11,0-7 0,5 5 95,0-5 1,0 7 114,-5-1 1,5 7-43,0 3 1,2 8-227,-2 1 204,4 1 311,6 13 0,-1-3-112,-4 10 0,3 4 120,-2 6 0,-3 6-54,2-1 1,-4 7-83,4-1 1,-5-2-195,5 1 1,-7 1 71,3 5 1,0-8-156,0-2 1,0-2 31,-1 1 0,-3-8 25,3 3 1,-3-8-223,-2 3-173,0-6 575,0 3 0,-14-7 0,-3 0 0</inkml:trace>
  <inkml:trace contextRef="#ctx0" brushRef="#br0" timeOffset="-47946">735 3452 9589,'7'-9'394,"3"3"-235,10 6-80,-3 0 1,12-6-4,-3 1 0,3-1-186,2 0 0,-1 3-344,1-7 0,0 5 295,-1-6 0,1 3-135,0-2 1,-7-4 65,-4 4 1,0 1 296,-4-1 1,3 5-112,-9-5 1,-3 5-197,-2-6 558,-4 8 874,-1-4-381,-6 7-533,-3 0 1,-6 2-64,-1 3 1,6 5-48,0 11 0,5 3-78,-5 6 1,6 1 29,-1 0 0,3-1 15,2 1 1,2-5-225,3-1 1,-1-6 8,6 1 0,0-8 81,5-2 0,6-6 68,-1 1 0,2-5-108,-1-5 0,-4-5 82,3-11 0,1-3-139,-6-6 0,4 4-1,-9 0 0,-3 1-91,-2-6 1,-5 1 96,-5-1 0,-4 5-87,-6 1 0,0 6-21,-1-1 1,1 4 54,0 6 1,-1 3-39,1 7 0,0 0 63,-1 0 1,3 7-509,3 3-182,3 4 272,7 8 1,1-2-35,5 1 569,2-1 0,14-4 0,2 8 0</inkml:trace>
  <inkml:trace contextRef="#ctx0" brushRef="#br0" timeOffset="-47416">1517 3253 7569,'9'-16'-590,"-2"1"1,-7 5 1975,0-1-432,0 8-23,0-4-597,0 7 1,0 2-249,0 3 0,0 4-35,0 6 0,0 5-98,0 1 1,5 4 206,0-4 0,2 4 23,-2-4 1,-4-1-1011,4-4 450,4-1 101,-7-7 246,5-1 0,-7-14-4,0-3 0,0-10-32,0-6 1,0 2-1,0-1 1,-2-1 39,-3-4 0,1-1 12,-6 0 1,7-5-160,-2 1 0,3 4 83,2 5 0,2 9 66,3 2 1,3 1-39,8 9 1,-1 0 84,0 5 0,1 0-75,-1 0 0,0 7 5,1 3 1,-3 4 103,-3 1 1,2 6 17,-7-1 1,1 2-65,-6-1 0,-2-3-12,-3 8 0,0-7 46,-11 1 1,4-3-45,-8-1 1,-2-6 154,1 0 1,1-1 84,5 1-76,-1-3-163,8-1-13,1-4 0,14 5 10,3-7 0,10 0 54,6 0 1,3 2-125,2 3 0,-1-2 95,1 7 1,0-1-41,-1 1 0,-4 2 71,-1-7 0,-6 7 128,2-2 1,-9 4-56,-2 1 0,-7-5 173,2 1 1,-10-1-75,-5 5 0,-4-5-79,-1 1 1,-6-1-137,1 5 0,-6-1 102,6-4 1,-2 4-468,1-4 1,9-1-84,-3 1 1,10-5-1023,0 5 886,3-7 1,4 9 571,3-6 0,17-1 0,11-5 0</inkml:trace>
  <inkml:trace contextRef="#ctx0" brushRef="#br0" timeOffset="-45930">3895 3268 7253,'0'-15'-315,"0"-1"315,0 1 0,0 5 1134,0-1-700,0 8 1,0-6 532,0 4-302,0 4-556,0-6 0,-2 15 86,-3 8 0,-5 2-87,-11 13 0,2 2 9,-6 7 0,4 6-35,-4 0 0,1-1 73,-2 1 0,-1-2-46,7-8 1,-1 0 100,6-6 0,-1-1-76,1-3 1,7-9 329,3-7-80,3 0-393,2-1 1,7-2 34,3-7 0,10 0-42,6 0 1,8-5 77,2-1 1,5-4-78,-6 5 0,6 0-282,-5 5 1,0 0 161,-5 0 1,-8 0-1010,-2 0 502,-4 0-852,-2 0 773,-6 0 0,-2 2-786,-7 3 1507,-7 3 0,-2 8 0,-6-1 0</inkml:trace>
  <inkml:trace contextRef="#ctx0" brushRef="#br0" timeOffset="-55899">8174 1565 7569,'0'-15'0,"0"6"328,0-4 92,0 4 59,0 1-319,0-6 1,0 11 412,0-7-137,0 6 129,0-10-198,0 13-311,0-6 1,0 9 125,0 3 0,-7 10 19,-3 11 1,-5 9 14,-6 6 1,4 9 22,-3 1 1,3 7-235,1-2 0,6 4 51,0 1 0,6-1-622,-1-4 1,4-3 329,1-7 1,1-5-618,4 0 0,6-9 264,9-1 0,-1-7 26,6-9 1,-4-1 562,4-4 0,1-10 0,5-9 0</inkml:trace>
  <inkml:trace contextRef="#ctx0" brushRef="#br0" timeOffset="-55309">8557 1795 7569,'0'-15'0,"-5"0"0,0-1 0,-2 8 267,2 3 0,2-2 437,-7 2 0,-1 0-377,-4 5 1,0 3-145,-1 7 1,-1 2-77,-3 14 1,3-1 75,-4 6 1,9 5-194,2 0 0,5-1-17,-5-4 0,6-5-84,-1-1 1,5-8 75,5-1 1,-1-3-55,6-8 98,0 0 1,6-5-22,-1 0 1,0-6-100,1-5 0,-1-4 109,0-5 1,-1-2-84,-4-4 0,2 2 63,-7 4 1,0 1-2,-5-7 0,0 13 12,0-3-16,0 4-15,0 4-5,0 1 117,0 21 1,-5-2-82,0 13 1,0-6 52,5 1 1,0 3-20,0-3 0,0 0 5,0-4 1,7-3 6,3-2 1,4-5 7,1-6 0,0 0 110,1 0 1,4-1-76,1-4 0,1-6 10,-2-9 0,-1-4-37,7-7 1,-8-1-104,3-4 1,-4-1 16,-2-4 0,0-3-153,1 3 0,-6-9 166,0-1 0,-6 2 26,1 8 1,-4 5-152,-1 10 0,0 4 52,0 7 1,-1 6 291,-4 4 0,-4 10-80,-6 6 0,-2 16 317,-4 9 1,6 8-190,0 7 1,1-1-38,9 6 1,0 0-189,5 5 0,0-6-201,0-4 0,1-5-39,5-5 0,2-5 135,7-11 0,2-3-446,4-6 1,-2-8 249,6-3 0,-1-3-653,2-2 0,3-7-26,-4-3 960,4-17 0,2-6 0,0-13 0</inkml:trace>
  <inkml:trace contextRef="#ctx0" brushRef="#br0" timeOffset="-55141">9064 1642 7729,'-16'0'399,"6"0"-167,0 0 0,5 0 837,-6 0-183,8 0-252,-4 0-576,14 0 0,7 0 36,6 0 0,2-5-446,-1 0 0,1 0 251,3 5 0,3-5 182,-8-1 1,6 0-1219,-6 1 0,1 1 1137,-6-6 0,0 0 0,1-6 0</inkml:trace>
  <inkml:trace contextRef="#ctx0" brushRef="#br0" timeOffset="-54581">9232 1381 7569,'-7'11'212,"-3"-1"0,2 2 331,-3 8 1,1 4-51,-5 7 0,0 6 137,-1 4 1,1 8 103,0 3-470,6 6 1,-3-6-159,7 5 1,0 1-170,5-7 0,0-2-152,0-8 1,2-5 213,3-11 1,3-2-27,8-8 0,-1-2 28,0-2 1,1 1-239,-1-7 0,5-4 18,1-11 0,1 0-30,-2-10 1,-3-4 95,4-2 0,-6-3 47,-5-2 0,2-1 3,-6-4 1,-1 6 20,-5-1 1,0 2 72,0 9 0,0-1-77,0 6 1,-2 6 354,-3 4-93,-4 3 0,-6 4 83,0 3 0,1 11-135,4 9 0,-2-1 35,7 2 1,0-6-231,5 6 1,0-8 101,0 3 0,5-4-76,0-2 0,7-5 65,-2 1 0,9-8-143,1 2 0,1-5-19,-6-5 0,5 0-8,1-10 0,-1 3 67,-4-9 1,-1 2-1,0-1 1,1 3 94,-1-4 0,-5 4-66,0 2 0,-4 1 66,4 4-95,-7-3 215,4 11-59,0-5 1,-5 14 170,3 3 0,-5 4-111,-5 1 0,3 0 82,-3 1 0,3 4-65,2 1 1,0-6 15,0-5 66,0 0 24,0-1 293,0-2 1,2-9-227,3-3 0,-2-9-177,7-6 0,1-7-111,4 1 1,0-5-190,1-4 1,1 2 206,3-3 0,-3 4 96,4 1 0,1 8-2520,-2 2 0,2 9 2371,-1 2 0,3 7 0,6-4 0</inkml:trace>
  <inkml:trace contextRef="#ctx0" brushRef="#br0" timeOffset="-53780">9846 1780 6804,'7'-15'495,"-6"-1"403,13 8 58,-6-6-642,1 13 1,0-6-67,-4 7 0,-4 1-23,4 5 0,-3 2-23,-2 7 1,0 6-86,0-1 0,0 8-77,0-3 1,0-1-147,0 2 0,0-8 134,0 3 1,0-4-166,0-2 0,0-5 34,0 1 86,0-8 1,2 2-47,3-10 0,-2-9-69,8-6 0,-3-7 24,2 1 1,4 2-45,-4-1 0,2-1 114,-2-5 0,4 2 2,-4 4 0,-1 8-410,1 7 317,-7 6 1,9-1 363,-7 10 0,1 5-57,-6 11 1,0 4 58,0 11 0,0-2-44,0 7 0,1-7 80,4 2 1,-1-5-269,6-6 1,2-3 81,8-6 1,-1-3-113,7-2 0,-6-5 35,6-6 0,-2-6-147,1-5 1,2-4 6,-6-5 0,-1-4-34,-4-7 1,-3 0 82,-3 1 0,2-1-105,-6 0 0,-1 6 51,-5-1 0,0 8-8,0-3 135,0 4-73,-7 9 1,-3 2 176,-11 12 0,4 4-102,-3 10 1,-3 4-32,3 7 1,1-1 116,9 1 0,2-2 164,2-3 1,5 1-148,-4-7 1,5-1-57,5-9 0,-2 2-37,7-7 1,1 0 37,4-5 1,-5-1-146,0-4 0,1-4 79,4-6 1,2-2 23,3-4 0,-8 4-81,4-3 0,-4-2-137,3 1 1,-5 6 30,0 5 86,-6 6-55,9-3 96,-11 7 0,5 7 44,-7 3 1,5 4-178,0 1 1,2 1-173,-2-1 0,-1 0 93,6 1 1,-5-3-66,5-2 1,0 1 336,6-7 0,-1 0 0,0-5 0</inkml:trace>
  <inkml:trace contextRef="#ctx0" brushRef="#br0" timeOffset="-53587">10521 1642 7569,'-9'-15'444,"2"-1"-272,7 1 0,2 5 33,3 0 0,4 6-10,6-1 0,2-2-247,3 2 1,-1-2 77,7 2 0,-6 2-489,6-7 0,-6 4 140,6-4 323,-7 7 0,3-18 0,-7 4 0</inkml:trace>
  <inkml:trace contextRef="#ctx0" brushRef="#br0" timeOffset="-53267">10720 1320 7569,'0'15'318,"-5"7"107,0 4 0,-5 10-4,5 5 0,-7 10 104,1 5 0,-2 4-133,-3 1 0,3 0 51,3 1 0,3-8-490,7-3 28,0-3 0,7-4 26,3-3 0,5-10-118,6-11 1,-3-2 83,8-3 0,-1-7 80,6-3 0,-5-10-388,-1-5 0,1-10 116,4-6 1,-4-5-234,0-4 1,-8-5 85,3-6 1,-6 0 37,-5 0 1,-3 7 230,-7 3 1,0 11 164,0 4 0,-2 11 37,-3 5 0,-3 5-130,-8 5 0,1 11 449,0 9 0,-1 6-200,1 5 0,1-4 18,4 4 1,3-4-277,7-1 1,0-1-350,0 1 0,2-5-127,3-1 1,4-8 509,6-1 0,7-1 0,2-6 0</inkml:trace>
  <inkml:trace contextRef="#ctx0" brushRef="#br0" timeOffset="-51530">11656 1841 7569,'0'-15'-218,"0"0"227,0-1 0,-7 3 232,-3 3 0,-4-2 179,-1 7 1,-2-1-169,-4 6 1,2 7-58,-6 3 0,-1 6 28,-4 4 1,4 4-41,1 7 1,6 5-163,-2-1 1,11 1 31,5-5 1,3-6-83,2 1 0,2-7 91,3 1 0,0-8-64,11-2 1,-5-6-43,10 1 0,-4-5 71,-2-5 1,2-6-125,4-9 0,-4 1 68,3-6 0,-3-1-90,-1-5 0,-3 2 61,-2 4 0,0-4 37,-5 3-1,-1 4 36,-5 2 8,0 3 133,0 1-109,0 8-27,0 1 21,0 21 0,0-4 91,0 10 1,1-3-91,4-1 1,2-6-42,4 0 0,2-1-1,-3 1 1,4 2-11,1-7 1,1 5-88,-1-5 1,0 0 33,1-5 63,-1 0 1,0 2-43,1 3-41,-8-3-49,-1 5-19,-7-7-13,0 0 93,-7 7 49,6 1 1,-8 6 75,4-4-43,3 4-4,-5-6 0,7 2-129,0 1 106,0-8-361,0 4 116,0-7 90,7 0 0,0-7 64,3-3 0,4-2-271,-4 2 1,-1-9 58,1 4 0,-5-4 8,5 3 1,-6-1 244,1-3 0,-2 8-93,2-3 0,-3 8 619,3-3-377,-3 6 198,-2-3 178,0 7 268,0 0-299,0 7-180,0-5 1,0 6-256,0-2 218,0-5-261,7 6 96,-6-7 0,8 0 15,-4 0 17,-3 0-43,4 0 33,-6 0 426,0 0-317,-6 0 464,4 0-62,-5 7-496,0 1 1,6 8 29,-5-1 1,3-5-120,-2 1 1,3-1 46,-3 5 0,-2 0 18,2 1 1,-2-1-21,2 0 1,2 1-119,-7-1 1,6 0 25,-1 1 1,-2-1 50,2 1-29,0-8 1,5 1 55,0-4 153,0-4-161,0 6 1,0-9-5,0-3 1,0 2-69,0-7 0,0 5-108,0-6 1,0 1 59,0-5 0,2 5 51,3-1 1,-3 1-84,3-5 1,2-1 53,-2 1 0,5-5-47,-5-1 0,5 1 40,-5 4 0,7 3-3,-2 3 1,-1-4 18,1 4 0,-1 1 2,1-1 0,4 7 101,-4-3 1,-2 0-70,3 1 1,-6-1 97,5 6 1,-5 0-63,5 0 1,-5 0 96,6 0 0,-6 0-67,5 0 1,-5 0-20,5 0 0,-5 0 199,6 0 299,-8 7-289,4 2 0,-7 6-104,0 0 0,0 1-43,0-1 1,0 0 16,0 1 1,-2-6-106,-3 0 1,3 0 104,-3 6 1,3-1-11,2 0 0,0-4-82,0-1 0,0-5-139,0 5 1,2-5-69,3 6 1,-1-8-34,6 2 46,0-3 1,5-2 45,1 0 0,-1-5-113,1 0 0,-1-7 48,0 1 0,1-2-42,-1-3 0,0 1 57,1 0 1,-3-1 24,-3 1 1,2-2 180,-7-3 0,6 3-65,-6-4 0,2 4 188,-2 2 0,-4-1-4,5 1 454,-5 0-350,-1 6 1,-1 2 325,-5 7-370,5 0 1,-13 0 17,4 0 0,1 7-42,-1 3 1,5 4-17,-5 1 0,6 1-111,-1-1 0,4 0 53,1 1 1,0 4-66,0 1 1,0 6 94,0-1 0,0 4-14,0 6 1,0-2-44,0 7 0,0 0-7,0 5 1,0 5-66,0 0 1,0-5 90,0-5 1,0-2 3,0 2 1,-2-3 30,-3-8-20,3 1 696,-12-7 1,9-4 24,-10-9-94,3 2-268,-10-11-133,7 5 0,-8-7-88,6 0-46,-5-7 1,0 5-381,5-18 1,-3 8 223,9-14 1,3 1-1032,3-6 740,3 0 0,-3-6-273,10-4 0,3-3-603,8-2 1,4 5-753,1 0 1333,6 7 0,-3-4-64,7 8 0,-1 4-156,1 0 1,0 6 778,-1-6 0,1 1 0,0-6 0</inkml:trace>
  <inkml:trace contextRef="#ctx0" brushRef="#br0" timeOffset="-51158">12653 1427 7569,'0'-15'0,"0"0"382,0-1 139,0 8 82,0 1-81,0 7-181,-7 0 1,-2 12 117,-6 3 1,0 18-114,-1 2 1,-4 8-152,-1 3 0,1 10 23,5 0 0,-1 11-35,1-11 1,5 7-195,0-7 0,6-8-72,-1-2 1,5-10-92,5 0 1,5-11 91,11-4 1,-2-6-130,6-5 0,1-3 65,4-7 0,1-12 47,0-3 0,-2-11-39,-4 1 0,-1 1 61,-3-2 0,-10 1 100,5-6 1,-6-3-21,0 3 0,-3-1 28,-7 12 26,0-8 0,-7 13 140,-3 0 0,0 8-148,-6 12 0,5 3-26,-10 8 0,4 6 332,2 3 0,1 4-110,4 2 0,3 0-436,7-1 0,0-4-226,0 0 0,0-8-297,0 3 1,7-6 129,3-5 0,4 2-385,1-7 1,7-1 968,4-9 0,3-4 0,1-6 0</inkml:trace>
  <inkml:trace contextRef="#ctx0" brushRef="#br0" timeOffset="-50913">13113 1090 7646,'-7'-9'744,"7"4"-431,0 4 0,14 9 140,-4 7 1,9 2 87,1 9 0,6 6-164,-6 9 1,6 4-90,-6 1 1,1 6-176,-6 5 0,0-1 70,1 5 1,-8-8-370,-3 8 1,-3-3 26,-2 4 0,-7-6-154,-3 0 1,-5-8 212,-6-2 0,-3-2-51,-6-8 1,-10 5 131,-6-5 0,-1 1-32,-10-1 0,1-2-965,-5 7 690,-7-7 1,-9 10 0,-8-4 0</inkml:trace>
  <inkml:trace contextRef="#ctx0" brushRef="#br0" timeOffset="-41690">7836 3068 7569,'0'-23'295,"0"0"24,0 8 0,-1 1 9,-4 4 1,1 5-167,-6 10 1,0 11 20,-6 9 1,-1 11 148,-3 5 0,3 5-77,-4 5 1,-1-2-19,2 8 0,-1-8-144,6 2 1,7-5-112,2-5 1,5-3-25,1-8 1,7-1-215,3-3 0,5-6-138,6-9 1,2 0 195,8-5 0,0-1 198,-1-5 0,8 0 0,1 0 0</inkml:trace>
  <inkml:trace contextRef="#ctx0" brushRef="#br0" timeOffset="-41098">8051 3329 7569,'0'-10'3,"0"0"260,0-2 381,0-2-170,0-1 83,0 0-218,0 6-169,7 2 0,-4 9-20,8 3 1,-6 5-57,5 11 1,-5-3-94,5 8 0,-5 0 24,6 4 1,-6-6 132,5-3 1,-5-1-70,5-5 0,-5 2-157,6-12 1,-6 6 122,5-6 1,-5 0 159,5-5 1,-5-7-174,6-3 0,-8-5-62,2-6 0,2 4-149,-2-3 0,5-4 87,-4-2 1,4 2 145,-5-1 0,0-1-15,-5-4 1,5 4-1404,0 0 356,0 8 108,-5-4 167,7 13 278,-5 2 1,5 9 140,-7 3 1,1 4 303,4 6 0,-3 7 0,5 2 0</inkml:trace>
  <inkml:trace contextRef="#ctx0" brushRef="#br0" timeOffset="-40625">8312 3406 7569,'0'8'1009,"0"-1"-803,0-7 1,2 0 2,3 0-223,-4 0 1,13-1 72,-4-5-14,4 5 1,1-11 9,1 7 1,-6-7-174,0 2 1,0-4-104,6-1 0,-3-1 159,-2 1 1,-5 0-9,-6-1 1,0 1 105,0 0 1,0-1-410,0 1 247,-6 6 1,-3 3 210,-6 6 0,1 1-48,4 4 0,-2 4 152,7 6 1,-2 6-12,2-1 1,3 2-98,-3-1 0,3 1 11,2 3 1,7-1-14,3-3 1,1-9-130,4 3 1,-3-8 51,8 3 0,-3-7 24,-1 3 1,-1-6-25,0-6 1,2-4-89,4-10 0,-4 3-51,3-4 0,-3-1 45,-1 2 0,-6-6-51,0 6 0,-5-2-1,6 1 49,-8 4 43,4-5 243,-7 13-70,0 3 114,0 26 0,-7-8 30,-3 13 1,3 1-73,2 0 1,-2-3-209,2 3 0,0-6 111,5 6 1,0-12 118,0 1-118,0-3-286,0-4-46,0-1 157,0-20 0,5 2 75,0-9 0,5-2-12,-5 1 0,7-1-1056,-2 2 1,-1-2 477,1-4 0,0-1 593,6 6 0,-1 1 0,0 5 0</inkml:trace>
  <inkml:trace contextRef="#ctx0" brushRef="#br0" timeOffset="-40455">8818 3207 7569,'15'0'-264,"1"0"257,-1 0 0,0-6 24,1 1 1,-1 0-143,0 5 1,3-5-208,2 0 200,-3 0 132,12-2 0,-5-1 0,7-8 0</inkml:trace>
  <inkml:trace contextRef="#ctx0" brushRef="#br0" timeOffset="-40104">9048 2946 7569,'-8'7'-71,"-4"1"21,7 7 1,-2 8 249,2 2 1,3 6 353,-3 5 1,-2-2-232,2 7 1,-5 0-141,5 5 1,-6 0-91,6 0-44,0 0 1,5-6-350,0 1 0,0-8 191,0-3 0,2-6 19,3-8 0,2-6 110,3 0 0,4-8-130,-4-2 1,4-4-96,1-11 0,0 1-94,1-11 0,-1-1 116,0-4 0,-5 4 9,1 0 1,-3 1 77,2-6 1,-1 7-108,-4 4 359,-3 10-161,5 3 1,-7 9 322,0 3 0,-2 3-150,-3 8 0,3 1-101,-3 3 1,-2-3 117,2 4 0,0-4-93,5-2 1,2 0-412,3 1 0,-2-3 165,7-3 0,-5-3-801,6-7 543,-1 0 412,5-7 0,1-8 0,-1-9 0</inkml:trace>
  <inkml:trace contextRef="#ctx0" brushRef="#br0" timeOffset="-39964">9140 3114 7569,'-8'-8'-342,"1"-1"233,7 4 1,2 4-1,3-4 0,-2 3 177,7 2 1,6 0 316,4 0 1,1 0-496,-6 0 1,0 2 109,1 3 0,6 3 0,2 7 0</inkml:trace>
  <inkml:trace contextRef="#ctx0" brushRef="#br0" timeOffset="-39398">9493 3237 7569,'0'-8'0,"2"-1"-20,3 4 97,-3 3 150,4-4 1,-12 7 88,-5 4 0,-2 4 135,-3 6-248,1 7 0,-2 2-32,-3 7 1,2 0 10,-2-1 1,8 1-83,2 0 1,6-1 82,-1 1 1,4-2-146,1-4 1,1-2 59,4-8 1,9-7-164,7-2 44,6-5 0,-3-1-476,6 0 269,1-7 148,0-1-130,-1-14 1,1 0-336,0-4 390,-1-3-50,1 5 0,-7-1 2,-4-1 1,-4 6 46,-6-6 0,2 7-318,-7-1 551,0 3-23,-5 2 0,-7 6 79,-3 4 1,-9 12-24,-1 8 1,-6 0 122,6 6 0,-6 1-118,6-2 1,-1 8-43,6-3 0,1-1 40,4 2 0,3-8-31,7 3 1,0-4-123,0-2 1,0-4 18,0-1 27,7-7 1,2 4-31,6-7 1,0-5-95,1 0 0,-1-7 117,0 2 0,1-9-6,-1-2 0,-1 1-230,-4 5 1,4-1 60,-4 1 0,-3 5 53,-2-1 0,2 6 76,-2-5 13,0 7 252,-5-4-215,0 7 0,0 7 130,0 3 0,0-2-83,0 3 1,1-1-28,5 5 0,-5 1 8,4-1 0,2 0-254,-2 1 0,7-3-90,-2-3 1,-1 2-125,1-6 1,0-1 436,6-5 0,-1 0 0,0 0 0</inkml:trace>
  <inkml:trace contextRef="#ctx0" brushRef="#br0" timeOffset="-37926">9984 3053 7569,'0'-8'0,"0"1"0,0 7 0,0 2 501,0 3-158,-7 3 0,5 7-29,-3 1 0,-2 6-112,2 4 0,0 4-173,5 6 0,-5-2 55,0 7 0,0-5 111,5 5 0,0-7 0,0 2 0,0-4-499,0-1 0,0-8 188,0-2 0,7-6 87,3-5 1,3 2-173,3-6 1,-1-1-59,1-5 0,-1-7 128,0-3 1,1-4 79,-1-1 1,0-1-337,1 1 1,-3-6 114,-3 1 0,4-7-155,-4 1 0,-3-3 175,-2-1 0,2-3 252,-2-3 0,5-1-14,-5-4 0,2-7-57,-2 7 0,-3-5 427,3 11 1,2 0-223,-2 10 1,0 3-92,-5 6 21,0 1 1558,0 7-484,0 1-705,-7 27 1,4-1-190,-7 17 0,5 3-39,-6 2 0,8 3-174,-2 2 0,-2 2 54,2 3 0,-5-3 110,5 3 0,0-9 0,5-1 0,0-8-1235,0-3 1,5-1 392,0-8 1,7-8 199,-2-7 0,4-5 158,1-1 1,0-1-30,1-5 1,-1-7 181,0-8 1,-1-1-18,-4 2 0,4-2-42,-4-4 0,-2-1 216,3 6 0,-8 1 203,2 5 0,2-1 183,-2 1 236,0 6-442,-5 3 1,0 7 135,0 4 1,-1 4-48,-5 6 0,5 1-107,-4-1 0,-2 2-192,2 3 0,0-3 101,5 4 0,0-4-98,0-2 1,1-1-19,4-4 1,-1 2-99,6-7 0,0 0 48,6-5 0,-6 0-87,0 0 1,0-7-4,6-3 0,-1 2 82,0-3 1,1 1 32,-1-5 0,-1 0-2,-4-1 1,2 6-56,-7 0 144,7 0 1,-9-1 349,7 1 74,-6 7-181,3-4-35,-7 7 133,0 0-284,6 0 75,-4-7-23,5 5 131,-7-4-99,0 6 1277,0 0-1439,0 6 64,0-4 144,0 5-107,0-7 145,0 0-108,7 0 29,-5 0-55,4 0-193,-6 0 192,0 0-141,7 0 108,-5 0-14,5 0-196,-7 0 24,0 0 113,0-7 72,0 5-68,0-4 116,0 6-204,0 0 176,0 6-57,0-4 0,0 12 1,0-4-4,0 4 1,0 8-42,0 3 1,0 9 10,0 2 1,-5 7-211,-1-2 0,-4 5 74,5 5 0,-7-2-308,2 7 0,-4-6 47,-1 1 108,0-3-125,6-2 252,-4-7-78,4-8 1248,-6-2-550,-1-12-369,1 5 0,0-9 548,-1-2-447,1-5 0,0-6 194,-1 0 0,1-1 8,0-4 1,-1-6-283,1-9 0,6-4 141,4-7-91,4-6-900,1-2 445,6 0 210,3-6-978,13 13 477,-5-6 358,12 1 1,-12 11-194,4 1 215,-4 6 1,-4 9-1759,-3 0 875,4 6-310,-5-3 703,-1 7 245,-1 0 427,-7 0 0,7 7 0,1 2 0</inkml:trace>
  <inkml:trace contextRef="#ctx0" brushRef="#br0" timeOffset="-32646">13036 1903 7492,'-8'-7'-184,"1"5"1,5-5 483,-3 7-143,3-6 0,-5 2 71,7-6 1,0 5 119,0-5-207,0-1 0,0-4 40,0 0 1,0 5 500,0-1-302,0 1-251,0 2-251,0 1 1,-11 7 94,-5 0 1,-3 7-58,4 3 0,-5 3 43,-1 3 1,2 4 72,9 1 0,-2-1-58,7-5 1,0 1-131,5-1 1,2-5 17,3 1 0,10-3 85,11 2 1,-2 2 78,1-7 0,-1 6-44,2-6 0,-1 7 43,-9-2 0,1-2-39,-12 3 1,0-1 5,-5 5 0,-4 0 14,-6 1 0,-7-1-202,-14 1 0,1 4-24,-1 0 0,-6 8-31,-4-3 0,3-1-827,2 2 1078,4 6 0,1 0 0,1 6 0</inkml:trace>
  <inkml:trace contextRef="#ctx0" brushRef="#br0" timeOffset="-31596">11288 3299 7569,'0'-16'117,"1"6"1,3 0 349,1-2-192,0 5-249,-5 0 0,0 9 109,0 3 1,0 4 50,0 6 0,-2 7-11,-3 4 0,2-3-224,-8 3 1,8-2 5,-2 1 1,3 3-38,2-8 0,2 1 125,3-6 1,4-7 6,6-2 1,0-5-35,1-1 1,4-8 44,0-8 1,6-1-26,-5-8 0,-1 1-20,-5-2 1,-6-1-233,-4 7 1,-3-6 8,-2 6 1,-2-1-2,-3 6 0,-4 0 111,-6-1 1,3 3 15,-3 2 1,8 5 78,-8 6-173,3 0 81,3 0 0,2 1-7,7 4 1,7-3 164,3 3 0,6-3-38,4-2 0,2 0 28,4 0 0,3 0-77,-4 0 1,-2 0-28,-3 0 195,4-7-105,-7 5-42,5 2 0,-13 11 17,-4 9 1,-5-1 418,-5 6 1,1 1-169,-6 5 0,5 3-8,-5 7 0,1-1-123,-1 12 1,-2 2-10,7 2 1,-2 4-410,2 1 0,3 1 176,-3-1 1,3-6 117,2-4 0,0-5 22,0-5 1,0-9-177,0-6 1,-5-8 164,0 3 1,-2-6 475,2-5-366,-3-3 1,-8-9-81,1-3 1,6-10-42,4-11 1,-1-4 111,0-6 0,1-5 15,5-10 1,0 0-20,0-11 0,2-4-972,3-16 1,9-5 76,6-10 0,7 14 403,-1 6 1,1 10 191,-1 21 0,1 6 200,-6 14 1,4 6-38,-4 9 0,-1 5-115,-5 6 1,1 0 17,-1 0 0,0 6 66,1 5 1,-6 9 496,0 6 0,-6-3 61,1 3 0,-4 5-360,-1 4 0,-1 1-209,-4-5 0,-4 0 94,-6-1 0,-2-1 9,-4-3 0,8-4 12,-8-7 0,8-6-114,-8-4 1,9-3 22,2-2 0,1-2-519,-1-3 0,3-4 129,7-6 1,4-5 102,6-1 0,0-5 321,11 6 0,3-7 0,-1 3 0</inkml:trace>
  <inkml:trace contextRef="#ctx0" brushRef="#br0" timeOffset="-31196">11947 3299 7569,'15'-7'-24,"1"5"0,-6-10 473,0 7-102,-6 0 0,2 12-164,-6 3 1,-5 5 22,0 6 1,-5 4 78,5 11 0,-5 0-92,5 10 0,-6-4-134,6 10 0,-5 2-123,5 2 1,-5-1-127,5 1 1,-1-8-39,6-2 1,-5-7 35,0-8 502,0-7-111,5-2-221,0-14 1,0-8 42,0-10 0,0-10 80,0-6 0,0-5-132,0-4 0,5-6-130,0-10 0,7 1-267,-2-6 0,1-2 214,4-9 0,-1 1-37,11 0 0,-4 8 69,4 17 0,-4 5 7,4 10 1,-6 1-24,1 9 0,-2 5 285,-3 11 0,0 0 5,1 0 0,-6 1 51,0 4 0,-7 4 117,2 6 1,-3 1-135,-2-1 0,0 7 80,0 4 0,-5-3-99,0 3 1,-12-2-40,2 1 1,-6 3-26,1-8 0,1 6-88,-7-6 1,8-1 52,-3-9 0,4 2-117,2-7 1,5 0-660,-1-5 564,8 0 0,-2-1-386,10-5 0,3-4 60,8-10 530,6 3 0,2-12 0,6 5 0</inkml:trace>
  <inkml:trace contextRef="#ctx0" brushRef="#br0" timeOffset="-30923">12392 3299 8231,'-15'15'347,"-1"2"-170,1 3 1,1 3 0,4 2 0,-2 2-63,7-6 1,0 4-163,5-4 0,0-1-114,0-4 1,7-8 153,3-3 0,4-3 69,1-2 1,5-2-45,1-3 1,4-5-173,-4-11 0,-1 3 63,-4-8 1,-3 2 61,-3-1 1,2-3-36,-6 8 1,-1-7-90,-5 1 0,-2 4 105,-3 2 1,-4 4 21,-6 6 0,0 3-9,-1 7 0,1 0-50,0 0 1,1 7-103,4 3 1,-2 4-54,7 1 1,0 1-163,5-1 1,1 0 401,4 1 0,4-8 0,6-1 0</inkml:trace>
  <inkml:trace contextRef="#ctx0" brushRef="#br0" timeOffset="-30505">12699 3253 7569,'0'-9'-409,"0"-5"103,0 13 453,0-6 1,-2 7 929,-3 0-768,-4 0 1,-1 5-127,0 0 1,6 7 39,-1-2-63,4 4 1,1 6-132,0 1 0,1 4-214,4-4 1,-3 6 152,3-1 1,2-3-51,-2 3 1,5 0-34,-4 4 0,-1-1 83,-5-3 0,5 1 22,0-6 1,0-1 0,-5-5 136,0 1 0,-7-3-30,-3-2 1,1-5 365,-1-6-415,0 0 0,-4-1-39,4-4 1,-2-4-206,7-6 0,0-1 89,5 1 1,7-2 125,3-4 1,5 3-36,6-8 1,1 7-427,4-1 1,3 3 120,-4 2 0,-1-1 20,2 1 0,-6 1 172,6 4 0,-8-2 166,3 7 1,-6-2 239,-5 2 0,-1 3-60,-4-3-157,-3 4 67,4 1 1,-11 6 272,0 5 0,-5-3-193,5 2 0,-5 1-121,5 4 0,-2 0-57,2 1 1,3-1-291,-3 0-211,3 1 1,4-3 258,3-3 1,-2 2-69,8-6 176,-1-1 105,12-12 0,-5-9 0,5-7 0</inkml:trace>
  <inkml:trace contextRef="#ctx0" brushRef="#br0" timeOffset="-30366">12975 3253 7569,'-16'0'668,"8"0"-368,1 0-68,7 0-123,0 0 0,7 0-162,3 0 1,4 0-455,1 0 1,2 0 240,4 0 0,-4 0 266,3 0 0,4 0 0,0 0 0</inkml:trace>
  <inkml:trace contextRef="#ctx0" brushRef="#br0" timeOffset="-30230">13128 3161 7569,'0'-9'447,"0"-5"-387,0 6 0,7-6-604,3 4 465,4-4 1,1 11-789,1-7 867,6-1 0,-5-4 0,5 0 0</inkml:trace>
  <inkml:trace contextRef="#ctx0" brushRef="#br0" timeOffset="-29925">13328 2746 7569,'0'12'-116,"0"4"1,0 2-145,0 13 1,-7 7 1281,-3 2-263,-4 12 0,4 2-249,-1 7 1,1 6-110,-5-1 1,5 4-296,-1-8 0,8 6 29,-2-12 1,3 0-379,2-10 0,7-8 236,3-8 0,4-6 148,1-8 0,1-8-108,-1-3 1,5-6-453,1-10 1,4-6 242,-4-13 0,4-6 10,-4 0 0,4-7-301,-4 3 0,-2-5 62,-9-1 1,2 2 134,-7 3 0,0 10 65,-5 11 1,-2 5 4,-3 4 0,-3 8 166,-8 13 1,-1 2 834,-3 14 1,3 4-458,-4 6 1,4 5-114,2-5 0,5 1-198,-1-1 0,8-9 78,-2 4 0,5-11-674,5 1 0,-2-6 563,8-5 0,6 4 0,7-5 0</inkml:trace>
  <inkml:trace contextRef="#ctx0" brushRef="#br0" timeOffset="-28830">14202 3283 7569,'-7'-8'304,"5"-6"1,-6 12 205,3-3 0,1 5-260,-6 5 1,0-1-125,-6 6 1,1 5 27,0 6 1,-1 1 23,1-2 0,0-1-20,-1 7 0,1-2-52,0 1 0,5 2-183,-1-6 1,6-1-18,-5-4-43,7-1 139,-4-7 1,8-1-70,5-7 0,-3-1 89,7-5 1,2-2-19,9-7 0,-4-2-149,3-4 0,-3 4-49,-2-3 1,1-3-213,-1 3 1,0 0 94,1 4 175,-8 1 136,6 6 216,-12 3 1,4 7-217,-6 4 1,-5 4-22,0 6 1,-2 1 367,2-1 0,4 0 165,-4 1-319,3 6 1,2-5-127,0 3 0,7-10-130,3-4 1,-2 0 14,3 0 0,-1-3 59,5-8 0,1 0-163,-1-11 1,0 4 46,1-8 1,-1 3 82,0 2 0,-1-2-141,-4-4-129,4 4 280,-13-5 0,6 12 166,-7-1-151,0 8 128,0 3 1,-5 14 53,0 6 0,-7 1-48,2-6 0,1 5-83,-1 1 0,5 4 31,-5-4 1,6 1-112,-1-2 0,4-8 95,1 4-177,0-4 120,0-4-110,6-1 0,3-14-239,6-3 0,1-5 132,-1-6 1,0 2 106,1-6 1,-1 4-32,0-4 1,-5 4-565,1-4 244,-1 6 401,5-3 446,1 13-344,-8 3 1,1 12 214,-4 5 1,-4 7-146,5 3 1,0-1-57,-1-4 1,7-6 48,-1 0 0,2-7 61,3 3 0,1-5-68,3-1 0,-3-1-51,4-5 0,-9 3-122,-2-7 0,-5 0 37,5-6 1,-7 1-220,3 0 89,-5 6 157,-1-5 0,0 14-46,0 0 0,-5 14 161,0 12 1,-7 9 104,2 6 1,1 5 141,-1 5 1,5 4-61,-5 6 0,1 1-77,-1-1 0,-4-5-286,4 1 0,-2-15 103,2-1 0,-4-9 120,4-6 1,2-6 150,-3-9 162,1-5 0,-5-14-285,0-7 0,4-9-265,1-12 1,7-2-68,-2-2 0,5-10-274,5 4 0,5-8-388,10 2 1,3-2 420,2 8 1,2-2 180,-6 12 1,4 7-67,-4 9 0,1 3-635,-2 2 0,-3 6 322,4 4 1,-4-2 579,-2 2 0,1-7 0,-1 4 0</inkml:trace>
  <inkml:trace contextRef="#ctx0" brushRef="#br0" timeOffset="-28650">14984 2900 7569,'0'-16'-258,"0"8"782,0 1 1,0 9-143,0 3 1,-7 5-162,-3 11 0,-4 2-26,-1 8 0,5 5 194,0 0 1,1 11-168,-1-1 0,-2 4-223,7-4 1,-5-5-594,4 0 1,1-6 399,5 6 0,0-7 165,0 2 1,2-5 28,3-6 0,4-2 0,6-8 0</inkml:trace>
  <inkml:trace contextRef="#ctx0" brushRef="#br0" timeOffset="-28338">14999 3544 7569,'-8'0'190,"-4"2"474,7 3-426,0-4-89,5 6 0,7-7 33,3 0 0,5-7 1,6-3 1,-3-2-186,8 2 1,-2-9 57,1 4 0,4-5 92,-3-1 1,-2 2-66,1-6 1,-6 4-181,1-4 1,-3-1 75,-1-4 0,-6-1 5,0 0 0,-6 2-82,1 4 103,-3 3 0,-9 8 45,-4 4 0,-7 10-12,-3 10 0,-6 10-7,1 6 1,4 3 41,2 2 0,3-1 3,1 1 0,6 0-75,0-1 1,7-4-83,-3-1 0,5-4-374,1 4 1,0-6 221,0 2 0,7-11-356,3-5 0,3-3 230,3-2 1,4-2-71,1-3 429,6-4 0,-10-6 0,5 0 0</inkml:trace>
  <inkml:trace contextRef="#ctx0" brushRef="#br0" timeOffset="-28072">15490 3283 7569,'9'-8'226,"-2"-6"1,-9 12 553,-3-3 0,1-2-389,-6 2 0,5 0-155,-5 5 1,1 2 153,-1 3-207,-4 4 1,8 8-87,-5 3 1,5-3 97,6 4 0,0 1-229,0-2 0,0 6-75,0-6 0,6 6-294,5-6 1,-3 6 250,2-6 0,1 1 23,4-6 1,-1 0 228,-4 1 0,-2-6-121,-3 0 319,-3-7 0,5 6-116,-7-4 0,-7-3-92,-3 3 0,-4-3-35,-1-2 1,-2-2-998,-4-3 402,4 3 1,-5-10-1193,7 7 492,6 0 1240,3 5 0,-1-7 0,-2-1 0</inkml:trace>
  <inkml:trace contextRef="#ctx0" brushRef="#br0" timeOffset="-27767">15874 2762 7569,'15'-14'29,"0"4"1,1-2 674,-1 7 1,-5 0-162,0 5 1,1 7-23,4 3 1,2 10-218,4 6 0,-4 10-121,3 4 1,-8 10 394,-2 1 1,-6 7-193,1-2 1,-4 6-165,-1 4 0,-6-6-100,-5 6 0,-4-11-633,-5 6 1,1-10 63,-7 0 1,-1-3-283,-9-2 0,2-5-636,-7 0 0,-1-7 1365,-9 2 0,3-4 0,-5-1 0</inkml:trace>
  <inkml:trace contextRef="#ctx0" brushRef="#br0" timeOffset="-8425">7484 4311 7569,'0'-15'-434,"0"4"1012,0 1 6,0 7-333,0-4 1,-5 15-42,-1 8 1,-5 11-18,0 9 0,-2 11-11,-3 0 0,1 9 102,0 0 0,1-3-89,4-2 0,1-3-280,4-2 0,3-2-112,-3-3 1,9-5-160,1-11 0,7 3 41,-2-8 0,10-1-323,6-9 1,1-2 637,-1-2 0,10-5 0,-4 6 0</inkml:trace>
  <inkml:trace contextRef="#ctx0" brushRef="#br0" timeOffset="-7628">8021 4556 7331,'-2'-13'-371,"-3"2"846,3-2-429,-12 11 1,6-5-5,-7 7 1,4 0 171,1 0 1,-2 7-86,-8 3 0,1 9-38,-7 2 1,8 6-1,-3-2 1,1 4 117,4 2 1,-2-2-113,7-3 0,5 1-185,1-7 186,3 1-178,2-6 1,7-6 43,3-4 0,3-4 45,3-1 0,-1-6 8,0-5 0,1-4-26,-1-5 1,2 1-258,4-7 0,-9 7 101,3-1 1,-5 3 30,0 2 1,2 4 126,-7 1 222,1 7 12,-6-4-205,0 14 1,-2 6-38,-3 8 0,3 1 33,-3-2 1,3-2 307,2 2-257,0-3 0,2-3-65,3-4 1,4 2 14,6-7 1,0 0-10,1-5 0,-5-7-44,5-3 1,-4-5 49,8-6 1,-3 4-9,-1-3 1,-1-2-9,0 1 0,1-6-137,-1 1 1,-1 2 41,-4-1 1,2 1 34,-7-2 1,5-1 28,-5 7 1,0-6-6,-5 6 1,0-6 35,0 6 0,0-1-36,0 6 1,0 5-48,0-1 45,-7 8 1,4-4 294,-7 7 1,5 2-48,-6 3 1,8 10 37,-2 11 1,-2 3-130,2 2 0,0-1-30,5 1 1,0 0-193,0-1 1,7 1 72,3 0 0,4-2 110,1-4 1,0 2-18,1-6 0,-1-1-542,0-4 0,1-3-3,-1-2 482,0-5 0,7-6 0,2 0 0</inkml:trace>
  <inkml:trace contextRef="#ctx0" brushRef="#br0" timeOffset="-7414">8419 4418 7569,'-8'-10'240,"3"0"-113,10 6 0,-2-4-61,7 3 1,6 3 16,4-3 0,6-2-169,-6 2 0,8-5 83,-3 5 0,2-2-343,-1 2 1,1 3 161,-6-3 0,-1 3-588,-5 2 772,-6 0 0,5 0 0,-6 0 0</inkml:trace>
  <inkml:trace contextRef="#ctx0" brushRef="#br0" timeOffset="-7080">8603 4204 7450,'-8'-7'497,"1"5"-302,0-5 0,0 9-12,-3 3 1,2 4-127,3 6-10,-4 7 1,-1-3 27,0 6 0,1 3 82,-1 7 1,1 5-133,4 6 0,4-6 48,-5 1 0,5-7-90,1 2 1,0-3 127,0-3 0,7-6-27,3-3 1,3-4-52,3-2 1,4 0 17,1 1 1,-1-8-133,-5-3 1,2-3 89,4-2 0,-4 0-292,3 0 0,-8 0 132,-1 0 0,-1-7-388,5-3 1,-1 1-293,-4-1 373,4 0 0,-8-5 458,5-1 0,-3 8 0,-3 3 0,-3-4 0,5 1 0,-7-8 0</inkml:trace>
  <inkml:trace contextRef="#ctx0" brushRef="#br0" timeOffset="-6317">8772 4725 7569,'9'0'-469,"-3"2"515,-6 3 126,0-3 408,0 4-56,0-6-168,0 0 0,7-1-246,3-4 0,-1-4 47,1-6 1,0-1-222,6 1 0,-6 0 62,0-1 0,-5-1-137,6-3 1,-8 3 89,2-4 1,-5 4 11,-5 2 0,2 0-63,-8-1 0,1 8 57,-5 3 0,-1 3 121,1 2 0,0 3-84,-1 8 0,1 0 171,0 15 1,1-5-83,4 4 1,3 2-77,7 9 0,0-9 15,0 4 0,7-5-91,3-1 1,4-4 65,1-11 1,7 2-13,4-7 0,-2 0-1,1-5 1,-1-7 10,2-3 1,1-5-15,-7-6 1,1 2 7,-6-6 0,-5 6-4,1-1 1,-8-2 12,2 1 0,-3-4 0,-2 4 1,0 1 71,0 4 5,0 8-69,0 1-2,0 7 1,0 7 94,0 3 1,0 4-85,0 1 0,-5 5 130,0 1 1,0 4-95,5-4 0,0-1-46,0-4 0,0-1 78,0 0 1,1-6 238,4-4-145,-3-3 0,7-4-65,-4-3 0,-2-4-149,7-6 1,-5-2 66,6-3 0,-3-4-204,2-7 1,4 0-83,-4 1 0,4 1-113,1 3 0,1 4 29,-1 7 1,0 1-144,1 4 0,-1-2-72,0 7 555,1 0 0,-1 11 0,0 3 0</inkml:trace>
  <inkml:trace contextRef="#ctx0" brushRef="#br0" timeOffset="-5624">9324 4572 8527,'0'15'465,"0"0"1,-1 1-330,-5-1 0,5 5 23,-4 1 1,-2-1-194,2-4 1,0-1 116,5 0-21,0 1 35,0-1 1,1-6-184,4-4 0,2-10-35,3-6 0,9-4-22,-3-5 0,2-3 25,-2-2 1,4-4-83,1 3 1,-1-3-12,-5-1 1,1 4 108,-1 0 1,0 8 78,1-3 1,-6 11-144,0 5 335,-6 3-69,2 2 1,-6 12 155,0 4 0,0 9-64,0 1 0,-1 3 56,-4 1 0,3 1-297,-3 0 1,3-1 42,2 1 0,2-5 119,3-1 1,3-8-5,8-1 1,-1-3-464,0-8 0,1 0 129,-1-5 0,0-6 29,1-5 0,-1-4 12,0-5 0,1 1-62,-1-7 0,-1 6 139,-4-6 1,-2 7 4,-2-1 1,-5 3-113,4 2 115,-3-1 0,-4 8 251,-3 3 1,-3 3-4,-8 2 0,1 7 24,0 3 1,-1 4-80,1 1 1,0 5 79,-1 1 1,8-1-205,3-4 1,-2-1 122,2 0-31,0 1 0,10-6-3,0 0 0,7-6-174,-2 1 0,2-5 0,-2-5 0,4 1-4,-4-6 1,4 0 36,1-6 1,-1 1-116,-4 0 1,4-1 102,-4 1 1,-2 5 37,3 0 0,-6 6-86,5-1-11,-7 3 250,11 2 1,-12 2 1,3 3 1,-4 4 37,-1 6 0,2 0-63,3 1-41,-3-1 0,10 0-399,-7 1 1,2-6 170,-2 0 1,-2-6 124,8 1 1,-6-4 69,5-1 0,0-6 0,5-3 0</inkml:trace>
  <inkml:trace contextRef="#ctx0" brushRef="#br0" timeOffset="-5472">9876 4449 7569,'0'-9'4,"0"3"44,0-1 0,2 5 79,3-3 1,2 2-98,3-3 1,9 5-193,-4-4 1,6 1 88,-1-1 0,-3 2 170,4-8 1,-4 8 33,-2-2-131,1 3 0,-1-5 0,0-1 0</inkml:trace>
  <inkml:trace contextRef="#ctx0" brushRef="#br0" timeOffset="-5192">10091 4219 7569,'-8'7'70,"-1"-2"82,4 10 1,-3 4 42,-8 12 0,6 3 327,0 7-273,0-1 1,-1 13-23,1-7 0,5 5 23,-5 1 1,6-1-68,-1-5 1,3-7-1,2-3 1,7-4-476,4-1 1,-1-9 225,5-7 1,-3-6 71,8-9 1,-1 0-63,2 0 0,1-14-277,3-6 1,3-8 48,-8-2 0,6-3-72,-6-2 0,-1-3-5,-9-3 1,2 4 93,-7 6 1,5 7 367,-5 4-126,1 9 1,-8 6 286,-3 10 1,1 6-121,-6 9 0,0 4 9,-5 7 1,6 1-81,4 4 0,-2-6-26,2 1 1,0 0-683,5-6 0,2-1 637,3 2 0,3-7 0,8 3 0</inkml:trace>
  <inkml:trace contextRef="#ctx0" brushRef="#br0" timeOffset="-4096">11288 4664 7569,'-7'-9'132,"5"2"5,-5 0 1,0 6 21,-3-4 0,-3 3 11,-3 2 1,-1 2 90,-3 3-124,3 3 1,-11 8 45,8-1 0,-6 5 22,6 1 1,0 6-194,4-1 1,3 1 107,2-1 1,4 1-246,7-7 1,0 1 83,0-6 0,2-5-127,3 1 164,4-8 0,6 4-53,1-7 0,-1-7 32,0-3 1,1-6-134,-1-4 1,2 1-8,3-6 0,-4 1 90,-1-2 0,0-6-61,-4 6 0,1-4 87,-2 9 1,-3 1 144,-7 4-61,6 8 41,-4 1 1,5 9-65,-7 3 0,0 3 123,0 8 0,0-1 34,0 0 0,0 6-79,0-1 0,2 1 3,3-6 0,-2 0 59,7 1-356,1-1 96,4 0 0,0-6 89,1-4 0,-6-3-5,0-2 0,0-7-32,6-3 1,-3-4-126,-3-1 0,4 3 99,-4-4 0,2 4-26,-2-8 0,2 8 55,-6 2 0,0 1 137,-1-1-31,-3 3-16,5 7-72,-7 0 0,-2 7 22,-3 3 0,2 4 314,-7 1 0,4 1-119,-4-1 0,7 0-117,-2 1 0,3-1-3,2 0 1,-5 1-149,0-1 1,0-5 37,5 0-93,0-6 184,0 3-71,6-7 0,3-7-25,6-3 1,1-9-12,-1-2 1,2-1-276,3 2 1,-8 3 127,4-4 1,-4-1 143,3 2 1,-5 4-31,0 6 220,-6 7-79,3-4 0,-7 14 179,0 3 0,0 4-52,0 1 1,5 5-38,0 1 1,7-1-65,-2-4 0,4-1 10,1 0 1,2-6-89,4-4 1,-3-3 34,8-2 1,-7-2-18,1-3 0,2-4-43,-1-6 1,-3-2-141,-7-3 0,1 1 21,-7-7 1,0 7 87,-5-1 1,0 3-140,0 2 109,0 6 189,-7 2 1,-2 21 31,-6 6 1,-5 9 177,-1 7 0,2 8-89,9 8 0,-3-1 44,2-5 1,3 5 85,-2 0-253,6-7-155,-9 1 206,11-6-92,-12 0 1,11-7 183,-7-6-97,6-7 184,-9-4-111,11-1 0,-12-13-204,4 4 218,-4-10 0,1-3-81,2-7 0,0-8 83,5-2-89,1-4-791,5-2 483,0 0 0,2-4 20,3-1-1044,10 0 795,3 5 1,9 6-8,-7-1-376,8 8 1,-5-6 163,8 3 0,0 4-185,-1-3 802,-6 3 0,5-5 0,-5-2 0</inkml:trace>
  <inkml:trace contextRef="#ctx0" brushRef="#br0" timeOffset="-3721">12147 4265 7484,'-2'-9'-127,"-3"4"0,1 5 127,-6 5 0,2 9 489,-3 6 0,-2 13-157,2-3 0,0 11 61,0 0 0,-2 7-131,2-2 0,3 9-184,-2-9 0,6 3-22,-1-3 1,3-2-185,2-3 0,6-3-43,-1-8 0,8-6 117,3-3 1,-1-9 60,5-2 1,4-7-5,2 2 0,-4-10-100,-2-5 1,3-4-24,-3-1 1,1 0-46,-6-1 0,0-4 80,1-1 0,-3-1-103,-3 2 1,-3 3 97,-7-4 0,0-1 21,0 2 1,0 4 55,0 6 0,-1 5-79,-5-5 1,3 6 177,-7-1 0,0 5 42,-6 5 1,1 4 149,0 6 0,-1 1-81,1-1 0,6 5 22,4 1 0,4-1-95,1-4 1,6-3-22,5-2 0,2 0-74,3-5 1,6 4 83,3-5 1,4 0-493,2-5 1,-2-5-123,-4 0 0,4-5-984,-3 4 1485,3-5 0,2-5 0,-1-8 0</inkml:trace>
  <inkml:trace contextRef="#ctx0" brushRef="#br0" timeOffset="-2914">12760 4572 7569,'2'-14'358,"3"4"-221,-3-4 1,4 11 335,-6-8 167,0 8-506,-6-4 1,-3 7 60,-6 0 0,-2 0-106,-4 0 0,4 7 94,-3 3 1,4 4-195,6 1 1,-2 1 69,7-1 1,0 0 83,5 1 1,2-1-246,3 0 1,8 1-85,8-1 0,-1 0-53,-4 1 0,4-3 93,1-2 1,-1 2 84,-5-3-5,1 4 368,-8 1-168,-1 1 0,-9-3-6,-3-2 1,-5 0-84,-10-5 1,3 4 28,-4-5 1,-1 5-452,1-5 282,-6 0 1,10 0-1176,-3 1 589,9-1-560,-2-5 1241,11 0 0,-5 0 0,7 0 0</inkml:trace>
  <inkml:trace contextRef="#ctx0" brushRef="#br0" timeOffset="-2625">13051 4157 7569,'9'-6'0,"5"4"0,-6-3 811,7 10-477,1 3 0,1 15 56,3 2 0,-6 11-42,6 5 1,-11 8-8,6 2 14,-10 7-213,9-10-5,-12 12 1,5-11 137,-7 7-91,0-6-1,0 3-762,-7-7 358,5 0 202,-12-7-402,6 5 1,-9-11 158,-4 2 172,4-2-1173,-12-9 545,-1 5 718,-3-6 0,-9 3 0,2 0 0,0-3 0,-3-4 0,2-5 0</inkml:trace>
  <inkml:trace contextRef="#ctx0" brushRef="#br0" timeOffset="2801">3849 5799 7569,'8'-16'-741,"-1"3"1404,0 2-361,-6-2 1,6 9 64,-7-6 23,0 7-217,0-4 0,0 9-12,0 3 0,-7 5-75,-3 10 0,-9-1 68,-1 7 0,-6 4-104,6 6 1,-7 7 73,1-2 0,-3 3-129,-1 2 1,-1-5-38,0 0 0,0-4-18,1-1 0,6 0 140,3-10 1,4-4-9,2-2 0,5-8 240,0-2-127,6-6-34,-9 3 5,11-7-226,-5 0-14,7 0-191,0 0 220,7-7 1,-4 5-80,8-3 1,-6 3 115,5 2 1,-2-2-29,3-3 0,2 4 95,-3-4 1,4 3-89,1 2 1,1 0 96,-1 0 1,6 0-52,-1 0 0,7 0 8,-1 0 0,3 0-1,2 0 0,1 0-4,4 0 0,-4 5-10,4 0 1,-2 2 4,2-2 0,-6-3 19,1 3 1,-2-2-19,-8 2-31,-1-3 1,-5 5 260,1-7 371,-8 0-168,-1 0-103,-7-7 0,0-1-181,0-8 0,-2 1-6,-3-1 1,2 1-181,-7 0 1,4-2 96,-4-4 0,0 3-78,-5-8 1,-1 0-27,1-4 0,0-3-121,-1-2 1,1 1 72,0-7 1,-1 7-52,1-2 1,1 3 77,4 3 1,-2 6 29,7 3 1,-5 4-430,5 2 0,0 5-141,5 0-133,0 6 0,1-3 63,4 7 0,4 2 669,6 3 0,7 4 0,2 6 0</inkml:trace>
  <inkml:trace contextRef="#ctx0" brushRef="#br0" timeOffset="5404">4600 5860 8139,'-8'0'-66,"1"0"0,5 2 216,-3 3 0,3 0 21,-3 10 0,-2-3 3,2 9 0,-5 4-24,5 6 0,-2 0-56,2 4 1,3 3 158,-3-2 1,3-6-61,2-4 0,7-7-168,3 1 1,4-3 27,1-2 1,1-6 35,-1-4 1,0-3-30,1-2 1,-1-9-101,0-6 1,6-2-200,-1-9 1,-1 1 142,-9-6 1,2-5-20,-7 1 1,1-1 80,-6 5 1,-12-1-6,-4-4 0,-4 5-105,-1 1 1,4 6-13,-3 8 1,1 3 10,-1 2 1,8 5 74,-4 6 0,10 1-303,-5 4 1,8 4 113,-2 6 1,10 2-4,5 4 0,6-4-93,4 3 355,-3 4 0,19-7 0,-4 5 0</inkml:trace>
  <inkml:trace contextRef="#ctx0" brushRef="#br0" timeOffset="5790">5137 5783 7569,'-7'-15'-73,"5"5"-147,-3 0 634,4 6-301,-6-3 0,3 14-51,-6 3 1,7 6 92,-2 4 0,3 4 171,2 7 1,0-1-213,0 1 0,0 1-140,0 4 0,0-5 48,0 0 0,0-2-270,0-9 395,0 0 1,2-6 58,3-4-170,-4-3 0,6-14 64,-7-3 1,0-5 149,0-6 0,2-3-209,3-6 1,-1-1-72,6 0 1,-2-1 0,2-4 1,4 2-201,-4-7 1,4 9 39,1 1 1,-4 4 61,-1 12 1,0-2 64,5 11 1,-4 1-63,-1 5 0,-2 7 150,3 3 1,0 6-61,-5 4 0,-1-1 84,-5 6 1,0 3-105,0 8 0,0-4 12,0 4 1,0 1-362,0-1 1,0 0 169,0-6 0,5-6 120,0-3 0,0-4-110,-5-2-471,0 0 694,0-6 0,0-2 0,0-7 0</inkml:trace>
  <inkml:trace contextRef="#ctx0" brushRef="#br0" timeOffset="6436">5152 6029 7569,'-24'-14'391,"4"4"185,10 3-485,3 0-3,7 6 1,7-6-159,3 7 1,10-2-21,6-3 1,3 2 83,2-8 1,4 6 97,1-5 1,2 0-78,-2-6 0,-4 1-217,4 0 1,-4 1 79,-1 4 0,-7-4 13,-4 4 0,-3-2 170,-2 2 1,-4-2 351,-1 7 243,-7 0-251,4 5-257,-7 0-11,0 0 1,-2 6-33,-3 5 1,4 4-18,-5 6 0,5-4-115,1 3 0,-5 2 124,0-1 1,-1 4-40,6-4 0,0-1-518,0-5 0,0-4 7,0-1 185,0-7 91,0 4 313,0-7 1,-1-7-60,-4-3 0,3-4-94,-3-1 1,3-7-51,2-4 1,2-4-109,3-6 1,2 2-55,3-7 0,4 7 50,-4-2 0,-2 4 76,3 1 0,-1 7-61,5 4 0,-1 8 128,-4 2 1,4 6 32,-4-1 1,2 5 90,-2 5 1,2-1-76,-7 6 1,2 2 81,-2 8 1,-3-3-30,3 4 0,-4 1-44,-1-2 1,-1 6-21,-4-6 0,1 2 37,-6-1 0,0-6 113,-6 1 1,1-1-61,0-5 18,-1-3-83,1 7 9,0-13-247,6 6 188,2-7 1,9 0 41,3 0 1,-1-5-50,6 0 1,0 0-123,5 5 0,6 1 137,-1 5 1,1-3-14,-6 7 1,0 0-13,1 6 1,-1-1 1,1 0 1,-6 6 294,0-1 0,-7 6-76,2-6 1,-5 1-139,-5-6 1,-3 0 100,-7 1 0,-6-3 160,1-2 1,-6 1-174,6-7 1,-6 0-62,6-5 1,-1 0-90,6 0 1,-1-2-182,1-3 1,7-4-534,2-6 0,5-2 118,1-3 615,7 3 0,8-12 0,9 5 0</inkml:trace>
  <inkml:trace contextRef="#ctx0" brushRef="#br0" timeOffset="6770">6272 5998 8872,'-9'2'942,"4"3"-644,4-3-206,1 4 103,0-6 0,5-6-78,0-5 1,7-2-361,-2-3 245,4 1 0,1 0-272,0-1 0,1-4 185,-1-1 1,-1 6 19,-4 5 0,4 7 38,-4-3 0,-2 5-353,2 1 412,-6 0 1,4 8 181,-2 8 1,-5-1-135,4 5 0,2 2-17,-2-1 1,7-1 104,-2-4 0,6-8-90,4-3 0,-1-3 25,7-2 1,-3 0-74,3 0 1,-2-7-865,-4-3 1,2-4 192,4-1 641,-4 0 0,0-7 0,2-2 0</inkml:trace>
  <inkml:trace contextRef="#ctx0" brushRef="#br0" timeOffset="7771">7422 5737 7569,'0'-10'880,"0"0"-642,0 6 83,0-2-26,0 6-223,0 0 1,0 6 118,0 5 1,-5 7-22,0 3 0,-7 11 42,2-1 1,-4 8-47,-1-3 0,-5 5-201,-1-5 0,1-1 64,4-4 1,1-2 116,0-3 0,-1-1 24,1-9 1,0 2 109,-1-8 0,6-3 71,0-2-114,6-3 22,-2-2-109,6 0 0,1-2-463,4-3 0,6 4 152,9-5 0,4 5-35,7 1 0,-1 0 39,1 0 1,1 0 90,4 0 0,-3 0-8,2 0 1,-4 0 23,-5 0 0,1 0-7,-7 0 1,1 0-40,-6 0 189,-6 0 113,-3 0 1,-6-2 322,0-3 0,0-4-344,0-6 0,-5 0-88,0-1 0,-7-1-259,2-3 1,-4-4 98,-1-7 0,5-4 148,0-1 0,4-5-159,-4 5 0,5 2-675,-5 8 0,7-1 261,-3 7 1,5 4-5,1 6 0,-2 7-511,-3-2-163,3 3 1166,-5 2 0,7 7 0,0 1 0</inkml:trace>
  <inkml:trace contextRef="#ctx0" brushRef="#br0" timeOffset="8229">8036 5829 7569,'-9'16'603,"-4"-1"1,4 9-242,-6 7-288,0-1 0,1 8 110,4-8 0,3 6 124,7 0 0,2-2-194,3-8 1,3-4-7,8-7 1,7-6 59,8-4 1,1-4 14,9-1 1,-1-8-212,0-7 1,3-8 59,-7-7 0,-5-3 64,-6-2 0,-11 1 16,1-7 0,-10 3-219,0-8 0,-12 9 8,-8-9 1,-2 15 22,-8 0 0,-1 13-26,-5 2 0,1 3-153,-1 7 0,5 8-1650,1 8 1905,6 4 0,-3 15 0,7 3 0</inkml:trace>
  <inkml:trace contextRef="#ctx0" brushRef="#br0" timeOffset="11734">8879 5783 9530,'-5'11'275,"0"-1"0,0 0-92,5 5 1,0 2 22,0 4 1,0-4-187,0 3 0,0-3-5,0-1 0,0 4 88,0 1 1,0-6-79,0-5 1,5-5 43,0 6 0,7-8 162,-1 2-187,2-3 1,8-9 46,-1-3 0,1-9-10,-6-1 1,0-8-91,1 3 0,-6-3-307,0 3 0,-7-2 171,2 6 0,-3-4-132,-2 4 193,0 1 36,-7 4 0,-1 8-192,-7 3 183,-1 3 1,1 9 1,0 3 0,1-1-31,4 1 0,-4 0-483,4 5 1,1 1 56,-1-1 1,7 0-126,-2 1 0,-2-6 637,2 0 0,-7 0 0,3 6 0</inkml:trace>
  <inkml:trace contextRef="#ctx0" brushRef="#br0" timeOffset="12558">8941 5875 7569,'8'-15'430,"-1"7"-224,-7-6 1,0 10 729,0-6-227,0 7-296,0-4 63,0 7 136,0 0 1,-2 12-338,-3 3 0,-3 11-164,-8-1 1,6 4 94,0 2 1,5 0-167,-5-1 1,5 1 95,-6 0 0,8-6 70,-2 1 1,1-6-94,-1 6 1,4-7-351,-4 1 68,3-3 86,-5-2 0,5-4 6,-3-1-107,3-7-509,-4 4 303,4-7 305,-5-7 0,7-1-112,0-8 0,2 1-831,3 0 0,-2 5 267,8-1 0,-6 1 49,5-5 1,-2-1 711,3 1 0,2-7 0,-4-2 0</inkml:trace>
  <inkml:trace contextRef="#ctx0" brushRef="#br0" timeOffset="12876">8818 5753 7569,'0'-16'0,"0"1"0,0 5-253,0 0 550,7 6 0,-4-8 33,8 7 0,1 0-112,8 5 0,2-5-88,4 0 0,3 0 15,-4 5 0,9 6-159,2 5 1,0 4 99,-5 5 0,-1 4 69,1 7 0,-7 0-61,-4-1 1,-3 6-205,-1 0 0,-8 5 47,-3-5 0,-5 5 25,-5-6 0,-9 6 119,-6-5 0,-7-2 66,1-8 1,-3 1 80,-1-7 0,-6 1-101,0-6 0,-2-1-20,3-4 1,7 2-6,-2-7 0,8 0-168,-4-5 0,12 0-159,-1 0 1,10-2-251,0-3 1,3 2 75,2-7 0,4-1-367,6-4 0,7 0 766,13-1 0,1 1 0,0 0 0</inkml:trace>
  <inkml:trace contextRef="#ctx0" brushRef="#br0" timeOffset="13216">9876 5860 7569,'0'-8'0,"0"-6"142,0 4 0,0 1 143,0-1 0,-1 6 722,-4-1-655,-4-3 1,-6 6 15,-1-3 1,-1 5-116,-3 5 1,-4 10 26,-7 11 1,-4 3-66,-1 2 1,0 1-10,5 4 1,2-2 5,4 7 0,4-5 67,11 5 1,3-12-42,7 1 0,7-8 39,3 4 0,13-9-75,7-2 0,8-4 4,8-6 1,1-4-482,5 4 0,-5-8 208,4-2 0,1-7 173,-6 2 1,-4 1-10,-11-1 1,-2 5-1354,-4-5 1,-2 6 1255,-8-1 0,-7-3 0,-1-1 0</inkml:trace>
  <inkml:trace contextRef="#ctx0" brushRef="#br0" timeOffset="15145">11226 5707 7569,'0'-16'-159,"0"1"891,0 0-299,0-1-80,-7 8-1,-1 1-206,-7 7 12,-1 0 0,1 7 37,0 3 0,1 5-12,4 6 1,-4 3-79,4 6 0,-4 6-18,-1 0 0,5 10-187,-1-5 1,8 5-308,-2-10 1,-2 5 246,2-6 1,0 1-434,5-5 1,7-1 299,3 1 0,2-5 31,-2-1 262,10-6 0,-9 3 0,11-7 0</inkml:trace>
  <inkml:trace contextRef="#ctx0" brushRef="#br0" timeOffset="15870">11625 5891 7689,'-15'0'780,"-1"0"-645,1 0 1,0 1-55,-1 5 0,1-3 80,0 7 0,-6 0-11,1 6 0,-1 4 45,6 1 0,5-1 0,0-5 0,4 2-455,-4 4 0,7-9 142,-2 3 122,3-3 0,4-3 46,3-4 1,-2-4-136,7-1 1,1 0 8,4 0 0,0-6-57,1-5 1,-1-2 61,0-3 1,1-4-77,-1 0 0,-1-1 125,-4 6 0,2-1-42,-7 1-34,0 7 111,-5-6 124,0 12 0,0 2-51,0 10 0,0 4 89,0 1 1,0 1-65,0-1 0,0 0-59,0 1 0,7-3-91,3-2 0,4 1 90,1-7 1,0 0-2,1-5 1,-1 0-10,0 0 1,2-7 117,4-3 1,-4-9-147,3-1 0,-3-6-92,-1 6 1,-6-8-48,0 3 0,-1-4 55,1-2 0,-3 0-118,-7 1 1,0-1 47,0 0 0,0 7 16,0 4 29,0 3 0,-7 8 142,-3 4 1,1 5-6,-1 5 0,0 11 76,-6 9 1,1 4 68,0 2 1,1 5-68,4 0 0,-2 4-179,7-4 0,0 5 100,5-5 1,1-2 2,5-8 0,2 1-57,7-7 1,2-4 53,4-6 0,-2-7 16,6 2 0,-4-5 0,4-5 1,-1-5 69,2-10 0,1-4-91,-7-7 0,8-5 19,-3 1 0,-3-8 39,-1 2 1,-4-3-114,-2-2 1,-5-5-68,1-1 0,-8 8-169,2 8 0,-3 11 123,-2 4 319,0 4-54,-7 9 1,-7 15-88,-6 13 1,-1 14 172,6 7 1,2 3-41,2 2 1,-1 0-76,7 0 1,0-6-34,5-5 1,2-2-302,3-3 0,-2-6 47,8-3 1,-1-4-4,5-2 0,6-5-554,-1 1 0,0-8 94,-4 2 647,6-3 0,-5-9 0,5-2 0</inkml:trace>
  <inkml:trace contextRef="#ctx0" brushRef="#br0" timeOffset="26912">12668 5737 7674,'-15'4'365,"-1"6"1,1 0-70,0 11 1,-1 2 40,1 3-225,6 3 0,-4 2-5,3-1 1,1 6 16,-1 0 1,6-2-94,-1-8 1,4 1 122,1-7 0,1 6-130,4-6 0,4-1 33,6-9 1,1 2-77,-1-7 0,5 0-33,1-5 1,6-6-127,-1-5 1,-2-4 160,1-5 1,-1 1 33,2-7 0,-4 6-317,-7-6 1,-1 2 109,-4-1 0,-3-2 81,-7 6 1,0 6-82,0 5 309,0 6 0,-2-3 14,-3 7 0,-4 2 55,-6 3 1,5 4-70,0 6 0,4 0-26,-4 1 0,7-1-30,-2 0 0,3 1 115,2-1-259,7 0 0,1-1 84,8-4 1,-1-3-108,0-7 1,1 0 20,-1 0 1,0-7-69,1-3 0,-3-4 122,-2-1 0,1 0-17,-7-1 0,0-1-89,-5-3 0,-2 3 55,-3-4 1,-4 4 20,-6 2 0,1 0-57,4-1 384,-3 1-23,4 0 35,1 6-368,1 2 43,7 7 0,7-5 16,3 0 1,9 0 41,1 5 1,2 0-30,-1 0 1,-4-5 19,3 0 1,-3 0-60,-2 5 102,1 0 29,-1 0-14,0 0 1,-6 6 111,-4 5 1,-3 2 13,-2 3 0,0 1-95,0 3 1,-5-1-52,0 6 0,-1-4 37,6 5 0,0-6-147,0 6 75,0-8-122,0 4 252,0-6-75,0-8 1,2-1-42,3-7 5,-3-7 1,5-1-101,-7-8 0,5 1 69,0 0 1,0-6-237,-5 1 1,5-6 36,0 6 0,6-6 43,-6 6 1,5-2 117,-5 1-2,7 4 128,-4-5-119,8 7 1,-6 6 81,0 4 1,-5 3-34,6 2 1,-8 2 190,2 3 0,-1-1-25,1 6 0,-4 0 28,4 5 1,2-4-153,-2-1 0,1 2-139,-6 8 0,5-3 190,0 4 0,0-4-39,-5-2 0,0 6-75,0-1 0,5 0 53,0-4 0,0-6-63,-5 0 188,0-6 23,0 9 0,2-11-82,3 3 1,-3-10-10,3-5 1,-2-4-272,2-1 0,-1-2 88,6-4 1,-5-3 142,5-6 0,1-1 0,4 0 0,-1-4-646,-4-1 1,3 2 211,-2 8 0,1-1 92,-2 6 0,3 3-262,-2 7-52,-5 5-250,8 6 519,-12 0 1,6 1 129,-3 4 0,-3 4-80,3 6 275,-3 1 0,-2 6 0,0 2 0</inkml:trace>
  <inkml:trace contextRef="#ctx0" brushRef="#br0" timeOffset="27469">13527 5891 7569,'0'8'-553,"-2"-1"599,-3-7 14,3 0 475,-4 0-119,6 0-135,6 0 1,-2 0 71,6 0-203,0 0 0,6-7-19,-1-3 1,-1 1-128,-4-1 1,3 0 87,-2-5 0,1-1-143,-2 1 1,3-5-54,-2-1 1,-4 1 73,-2 4 0,-4-1-159,-1-3 171,0 3-27,0-5 1,-6 13 53,-5 4 1,-2 3-1,-3 2 1,-1 9 29,-3 6 1,3 7 101,-4 9 0,-1 0-7,2-1 1,4 3-92,6 3 0,7-4 64,-2 4 0,3-9-54,2-1 0,2-8 72,3 3 1,3-6-66,8-5 0,4 2-6,1-7 0,1 0-22,-2-5 0,2-6-9,4-5 1,-2-4-129,-4-5 0,-3-3 95,4-2 0,-4-4-152,-2 3 1,0-3 58,1-1 1,-6-6-10,0 0 1,-1 2 60,1 8 1,2 4 29,-7 7 0,0 5-11,-5 0 135,0 6 1,5 4-146,0 10 1,0 6 29,-5 4 0,0 4 421,0 7 1,0-1-174,0 1 0,0 0-79,0-1 1,0-1-101,0-3 0,0 1-196,0-6 1,0-1 179,0-5 12,0 1 1,0-6 377,0 0-286,0-6 0,-1 1-364,-4-10 0,-2-4 102,-3-6 1,-4 3 180,4-4 0,1 5-749,-1-10-241,0 4 1,1 2 378,4-1 547,-3 8 0,6 1 0,-5 7 0</inkml:trace>
  <inkml:trace contextRef="#ctx0" brushRef="#br0" timeOffset="28121">14110 5829 7569,'0'-8'347,"0"1"0,0 19-164,0 3 1,0 11 91,0-1-128,0 4 0,-5 9 45,0 3 1,-6 3-100,6 2 0,-7 0 68,2 0 0,2-5-312,-3 0 1,3-7 105,-2 2 303,3-4 127,0-8-77,5-2 1,-5-15-208,7-7 1,0-9-40,0-11 1,0 0-129,0-11 0,2-1 89,3-9 0,-1-9-371,6 4 0,5-12 190,6-3 0,4 1-343,-4-1 0,4 3 228,-4 12 1,4 5 125,-4 15 1,-1 1 24,-4 10 1,-6 3 46,0 12 1,-5 1 156,5 4 0,-6 9-68,1 7 1,-3 6 219,-2-2 0,-2 4-115,-3 2 1,1 0 57,-6-1 0,0 1-120,-5 0 1,-1-2-199,1-4 0,1-3 63,4-6 63,-4-1 1,8-5 39,-5 1-40,4-8 1,7-3-743,0-10 1,7-4 329,4-1 1,4-7-170,5-4 596,-3-3 0,12-2 0,-5 1 0</inkml:trace>
  <inkml:trace contextRef="#ctx0" brushRef="#br0" timeOffset="29058">14325 5875 7569,'6'-8'-3,"-4"1"47,5 7 1,-7 2 221,0 3 0,-9 0 67,-6 10 0,0-3-89,-6 9 0,6-4 52,5-2 1,-2 0-268,7 1 16,0-1 0,5 0 74,0 1 1,0-6-58,0 0 0,6-6-89,5 1 1,2-4 37,3-1 0,-1 0-130,0 0 0,2-8 30,4-7 0,-4-1-102,3-4 1,-3-2 23,-1 1 1,-3-6 14,-3 1 0,4-4 114,-4-6 1,2 5-31,-2 1 0,2 1 132,-7 8 1,6 1-187,-6 4 459,0 8-118,2 1-209,-6 7 1,6 7 105,-7 3 1,0 9 118,0 1 1,0 7-70,0-1 1,0-2-44,0 1 1,0-4-187,0 4 1,0-6 87,0 2 1,0-4-85,0-2 1,0-5 70,0 1 236,0-8-253,0 4 0,0-9-1,0-3 0,5-4-92,0-6 1,7 0-179,-1-1 0,-3-4 85,2-1 0,-1 1 65,1 5 0,4-1-81,-4 1 0,2 5-97,-2 0-142,4 6 176,-6-9 161,8 11 0,-6-5-162,0 7 147,-6 7 0,4-4-75,-3 7 0,-3-4-61,3 4 2,3-7 1,1 4 257,6-7 0,-4 0 0,-1 0 0,0 0 0,5 0 0,1 0 0,-8 0 478,-1 0-105,-7-7 399,0 5-508,0-4 1,-7 7 81,-3 4 0,1-1-118,-1 6 0,0 0-78,-5 6 1,4-1-46,1 0 0,5 6-222,-5-1-33,6 1 257,-2-6-95,6 0 1,6-6 7,5-4 0,4-5-10,5-5 0,-1-5-29,7-11 0,-6 2 1,6-6 0,-6-2-29,6-9 0,-1 2-123,6-7 1,-5-2 145,-1-8 0,-4 3 29,4-3 1,-6-2-442,1 2 1,-4 7 138,-6 8 0,-3 11 322,-7 4 61,0 11 1,0 5 110,0 10 1,-12 12-68,-3 14 0,-4 6 153,3 9 0,-4 2-129,0 3 0,1 2-29,9 3 0,-2-3-239,7-7 1,-1-7 103,6-3 0,2-5-16,3-6 1,-1-4 92,6-11 1,-5 2 55,5-7-105,0 0 0,6-10 13,-1 0 0,0-12-253,1 1 0,-1-9 93,0-1 0,1-1-25,-1 1 1,0-6 98,1 7 0,-8-1-335,-3 11 89,4-1 109,-7 8 123,4 1 0,-6 14 139,0 3 1,0 4-101,0 1 0,-5 5-34,0 1 0,0 4-319,5-4 299,0-1 1,0-4-370,0-1 100,0-6 220,7-3 0,0-12 133,3-5 0,2-2 0,-7-3 0,5-6 0,-5-3 0,7-4 0,-3-2 0</inkml:trace>
  <inkml:trace contextRef="#ctx0" brushRef="#br0" timeOffset="29258">15337 5507 7569,'15'-15'0,"-5"1"-202,1 4 188,-8-4 142,11 13 0,-11-6 48,7 7 0,-6 2 106,1 3 1,-3 5-55,-2 10 0,0 4-82,0 7 1,0 8 36,0 7 1,0 2 149,0 8 1,-2 0-135,-3 6 0,-2 4-141,-3 1 0,-2-3 100,7-7 1,-2-6-1,2-10 0,1-6 544,-6-9 1,5 1-249,-5-6 1,-6-8-181,-4-8 0,-7-3-91,1-2 1,-10-2-726,-5-3 1,-1-8-239,1-8 0,-9-6 780,4 1 0,-10-3 0,2-1 0</inkml:trace>
  <inkml:trace contextRef="#ctx0" brushRef="#br0" timeOffset="31009">7192 7102 7569,'9'-15'427,"-2"-2"-338,-7-3 0,5 3 174,0-4 1,0 4-126,-5 2 0,0-1-38,0 1 0,-7 5-104,-3 0 68,-4 6 1,-1-3 70,0 7 0,-6 2 68,1 3 1,-8 11-60,3 9 0,1 4-28,-2 2 1,8-1-181,-3 1 0,9 0 105,2-1 1,7-6-101,-2-3 1,3-4 76,2-2 1,7-1 39,3-4 0,4-3-33,1-7 1,0-2-92,1-3 0,1-4-86,3-6 1,-3-2 101,4-3 0,-6 1-54,-5-7 1,4 6 89,-4-6 1,-2 6 69,3-6 1,-8 13-105,2-3-26,-3 4 186,-2 4 359,0 1-421,7 14 0,-6 1-5,5 8 1,2-1-79,2 0 1,-1-1 70,1-4 0,0 2-62,6-7 0,-1 6 17,0-6-9,1 0 1,-1-5 3,0 0 5,1 0 1,-1-5-106,0 0 1,-4-7 104,-1 1 1,-5 3-101,5-2 89,-6-1 0,7 1-33,-5 0 0,0 7 29,0-3-3,-5 5 39,6 1 0,-7 7 99,0 3 0,0 3 85,0 3 0,-5 4-53,0 1 1,-2 1-21,2-2 0,3-3-63,-3 4 1,3-4-20,2-2 1,0-5 172,0 1 155,-6-8-317,4 4 0,-3-14-19,10-3 0,-2-4-338,7-1 1,1-6 160,4 1 1,0-7-271,1 1 0,-1-1 180,0 1 1,1 4-93,-1 7 212,0-1 135,1 8-102,-1 1 0,-6 14 143,-4 3 1,-2 5 194,2 6 1,-3-4-136,3 3 0,-2 3 41,3-3 0,2-5-64,7-4 1,1-6-8,-1 5 0,0-7-60,1 2 1,-1-5-2,0-5 1,1-3 36,-1-8 0,0-1-22,1-3 0,-8 1-275,-3-6 1,2-1 85,-2-5 1,0 8-34,-5 2 0,0 4 6,0 2 147,0 6 56,0 2 1,-5 21 126,0 6 1,-2 15-165,2 5 1,2 5-24,-7 1 0,6 5 485,-1 0 1,-2 7-185,2-2 1,-7 2-241,2-2 0,-2-3 82,2-7 1,-4-8 233,4-8 0,-5-6 2,-6-8 0,4-8 37,-3-3 0,-2-3-215,1-2 0,-4-7-157,4-3 1,1-5 3,4-6 1,3 2 140,3-6 1,3 4-633,7-4 1,1 4 301,5-4 0,7-1-765,8-4 1,6 4 177,-2 0 1,10 8-99,0-3 0,1 4 313,-5 2 1,-1-1-59,1 1 1,0 2 595,-1 2 0,1-9 0,0 3 0</inkml:trace>
  <inkml:trace contextRef="#ctx0" brushRef="#br0" timeOffset="31653">8036 6734 5931,'0'-10'878,"0"0"-543,0 6 1,2-7 387,3 5-152,-4 1-121,6 5-144,-7 0-5,0 0-95,0 14 1,0 5 124,0 16 1,-5 5-99,0 6 0,-5 6-171,5 5 1,-6-3-110,6 3 1,0-13-209,5 2 0,0-10 244,0-1 1,7-9-54,3-6 1,4-4 104,1-6 1,1-3-58,-1-7 0,2 0-44,3 0 0,-3-9 36,4-6 1,-2-2-122,1-9 1,-8 1 24,3-6 0,-4 0-80,-1 1 0,2 1 113,-7 3 0,0-1 8,-5 7 1,0 4-103,0 6 60,-7 7 0,-1-3 223,-8 12 1,1 7-66,0 8 0,1 6 188,4-2 1,-2-1-73,7 2 1,0-1-85,5 6 1,0-5-70,0-1 1,1-6-22,4 1 0,4-8 86,6-1 1,1-8-32,-1 2 0,0-3 52,1-2 0,4-12-69,1-3 1,1-6-50,-2 1 1,-3 1 10,4-7 1,-4 1-73,-2-6 0,0 0 77,1 1 0,-1 6-90,0 3 0,1 11 65,-1 5 0,-5 3 18,0 2 1,-1 4 77,1 6 0,2 2-95,-7 14 1,0-1 374,-5 6 0,0 5-101,0-1 1,0 1 16,0-5 0,0-2-52,0-4 0,0-3 41,0-6 1,-1-3-110,-4-2 0,-4-4 34,-6-7 1,-1 0-307,1 0 1,0-2 97,-1-3 0,1-6-810,0-9 0,1 3 76,4-3 777,3-4 0,0-7 0,-1-8 0</inkml:trace>
  <inkml:trace contextRef="#ctx0" brushRef="#br0" timeOffset="34304">10061 7348 8757,'15'-9'72,"2"-4"99,3 2 0,3-7 12,2-3 1,4-6-1,-3 1 1,-4 3-117,-2-3 1,-3 6-25,-1-6 1,-6 7-93,0-1 1,-7 1-5,3-1 0,-6 3 13,-6-4 1,-2 9 219,-7 2 0,-6 7-99,1-3 1,-6 5 39,6 1 0,-6 12-49,6 3 0,-1 5 6,6 1 0,1-2-37,4 6 0,3 1-62,7 4 1,2-6 124,3-3 1,9 1-22,6-2 0,7-4-322,-1-6 1,8-2 109,2 3 1,1-5-45,-1-6 0,-4-1 109,4-4 1,2-6-70,-2-9 1,-1 1 60,-4-6 1,0 4 28,-1-4 1,-6-1-32,-3-5 0,-6 1 9,-5-1 0,2 0 79,-7 1 0,0 1-76,-5 3 1,0 4 113,0 7 0,-1 6-59,-4 4 63,-4 3 1,-6 2-24,-1 0 0,-4 12 11,-1 4 0,1 4-6,5 1 0,-1-3 100,1 8 0,1-1-148,4 6 0,-2-5 45,7-1 0,0-6-68,5 1 1,0-8 59,0-1 1,2-6-60,3 5 0,-2-7 32,7 2 1,1-5-11,4-5 1,0-3-45,1-8 1,-1-1-117,0-3 1,1 1 51,-1-6 0,0 1 50,1-2 0,-3-1 72,-2 6 0,1 1-110,-7 5 196,0 6-46,-5 2 18,0 7 0,-2 7-20,-3 3 0,-2 11 125,-3 4 1,-4 4-2,4 2 1,1 5-83,-1 0 1,2 6-92,-2-1 1,-4 3 69,4 2 1,1 0-198,-1 1 0,1 2 58,-1-3 0,-2 2 100,7-13 0,0 0-55,5-10 1,0-3-268,0-6 438,0-8-136,0-1 1,5-9 74,0-3 0,7-5-48,-2-11 1,4 3-11,1-8 1,-1-1-39,-4-9 1,7-3-91,-7-7 1,9 0-30,-3 0 0,-1-2-237,5-3 1,-3 5 174,-1 0 1,-1 3 71,0 13 1,-1-3-115,-4 13-22,4-7 368,-6 10-180,1 1-92,-2 9 242,-7 7 1,0 9 227,0 6 1,0 1-89,0 4 0,0 2-74,0-1 0,0 6-195,0-2 1,1-2 74,5-3 0,-3-3-102,7-2 0,-5-1 54,6-4 44,-1-3 0,5-7-15,0 0 1,-4-2-19,-1-3 1,0-3-117,5-8 0,-1-4 117,-4 0 1,4-8-112,-4 3 1,4-4 105,1-2 0,-6 6 34,-4-1 0,2 7 26,-2-1 0,0 3 237,-5 1-220,0 8 1,0 3 68,0 10 0,-2 3 126,-3 8 1,3 6-51,-3 3 1,-2 4-76,2 2 1,0-2-9,5-3 0,0 1-215,0-7 0,2 6-58,3-6 0,4-1-53,6-9 0,0 2 96,1-7 1,1 0-48,3-5 0,-3 0-221,4 0 1,1-6 120,-2-5 1,6-7-86,-6-3 0,1-1 59,-6 2 0,-1 1 202,-4-7 0,2 1 20,-7-6 0,5 2 178,-5 4 1,0 2-142,-5 8 127,0 0 1,-1 1 246,-5 4 1,3 5-194,-7 10 1,0 3 215,-6 8 1,1-1-134,0 0 0,-1 6 14,1-1 1,1 6-186,4-6 0,3 2-98,7-1 0,0-4 134,0 3 0,0-8 129,0-1-656,0-8 320,7 4 0,2-7-67,6 0 0,-5-7 62,0-3 0,1-4-44,4-1 1,-5-6 86,0 1 0,-1-2-2,1 1-34,4 4-4,-13-5 304,6 14 1,-7 2-80,0 12 1,-1 2 79,-5 7 1,5 6-42,-4-1 0,-2 2-51,2-1 1,0-4-78,5 3 1,5-3-66,0-1 1,7-8 70,-2-3 0,4-3-91,1-2 0,0 0 37,1 0 0,-1-7 39,0-3 1,1-4-147,-1-1 1,0-5 70,1-1 1,-1-4-82,0 4 0,-1-6 46,-4 1 0,2-1 25,-7 2 0,5 2 36,-4 8 1,0 1 7,-1 4 1,-3 2-104,3 3 68,4 3 0,-7-3 177,3 10-194,-4-3 377,-1 11-96,0-4 159,0 6-153,0-6 218,0 4-88,0-11-119,0 5-125,0-7 131,0-7-190,0 5 9,0-11 50,0 11 11,0-5-14,0 7 71,0 0-209,7 0 21,-5 0-15,5 0 11,-7 0-91,0 0 67,0 7 34,0-5 8,0 4 56,0-6 15,0 0-85,0 7 15,0-5 322,0 5-71,0-7-163,0 0 18,7 0 14,-6 0-9,6 0-175,-7 0 122,0 0-25,0-7 1,2 3-108,3-6 1,-3 5 20,3-5 0,1 0-155,0-6 169,-1 1 1,0 0-6,0-1 1,2-4-34,-2-1 1,-2-1 42,7 2 0,-6 3 33,1-4 1,-2 4-39,3 2 0,-5 0 298,4-1-54,-3 1 108,-2 0-173,0 6-46,0 2-121,0 7 1,-2 0 77,-3 0 1,2 7 35,-7 3 0,4 12-36,-4 9 1,0 3 122,-5 12 0,-1-3-132,1 8 0,0 2-32,-1-2 0,8-2 97,3-8 0,-2-3 3,2-8 0,0-4 40,5 0-76,6-8 1,3 3-102,6-11 0,1-2 86,-1-2 1,0-5-579,1 4 1,4-8-78,1-2 0,-1-7-319,-5 2 1,6-4 233,-1-1 0,1 5 683,-6-1 0,0 1 0,1-5 0</inkml:trace>
  <inkml:trace contextRef="#ctx0" brushRef="#br0" timeOffset="35228">12208 6504 7627,'2'-10'315,"3"0"1,3 6 275,8-1 1,1 5 60,3 5 0,-1 6-252,6 9 1,-4 6 73,4 9 0,-4 6-130,4 10 1,-6-1-15,2 6 0,-4-6-145,-2 1 1,-7 1-121,-2 0 0,-5-3-21,-1-8 1,-8 7-199,-8-7 0,-7 5-603,-13-11 0,-5 1 421,-10-5 0,0-1-2395,-11 1 2493,4 0 1,-10 0 0,7-1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11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139 369 7569,'-16'9'905,"1"-4"1,5-4-819,0-1-80,6 0 0,-4 0 351,3 0-209,3 0 0,-3 0-207,10 0 0,5 0 61,11 0 1,2 0-180,8 0 0,0 0-176,-1 0 0,1 0-215,0 0 1,0 0 51,-1 0 1,-4 0 514,-1 0 0,-6 0 0,3 0 0</inkml:trace>
  <inkml:trace contextRef="#ctx0" brushRef="#br0" timeOffset="153">108 584 7569,'-31'7'0,"8"-6"1298,2 4-325,11-3-329,-4-2-233,13 0-697,-6 0 219,7 0 0,12 0-88,3 0 1,11 0-170,-1 0 1,11-7 66,5-3 1,3 2-398,2-3 654,0 1 0,7-5 0,2-1 0</inkml:trace>
  <inkml:trace contextRef="#ctx0" brushRef="#br0" timeOffset="825">967 170 7725,'0'-9'784,"-2"-3"-584,-3 7 20,4 0 89,-13 5 25,12 0-297,-5 0-35,7 0 1,2 0 61,3 0 1,4 0-79,6 0 1,2 5-2,4 0 0,-4 5 86,3-4 0,-1 4-541,1-5 341,-3 7 0,5-4-72,-6 8 0,-8-1 61,-3 0 1,-3-4 99,-2-1 1,-8 0-5,-8 5 1,-1 1 73,-8-1 1,4-1-17,-4-4 0,1 2-53,-2-7 0,-1 5 291,6-5 1,6 2 59,5-2-2,7-3-302,-4 5 1,8-7-123,5 0 1,2 1 126,7 5 0,2-5-85,4 4 0,-2 2 25,6-2 1,-6 7 45,1-2 1,-3-1-55,-1 1 0,-6-1-27,0 1 303,-6 4 0,1-6 84,-10 7 1,-4-1 85,-6-4 0,-7 2-113,-4-7 1,-3 6 19,-2-6 1,1 5-74,-1-5 1,0 0 7,1-5 0,6 5-306,3 0 0,4 0-393,2-5-522,0 0 551,6 0 1,2-1-389,7-4 0,7 1-40,3-6 1,9 5 864,2-5 0,6 6 0,-3-3 0</inkml:trace>
  <inkml:trace contextRef="#ctx0" brushRef="#br0" timeOffset="2020">1703 277 7569,'0'-15'-550,"0"-1"1239,-7 1-49,6 0 27,-6 6-466,0 2 1,4 7-150,-7 0 49,6 0 0,-8 7 12,7 3 1,-5 9 37,5 2 0,-6 4-38,6-4 0,0 4-43,5-4 1,0 4-138,0-4 0,7-1 50,3-5 1,4 1-99,1-1 0,1-6 164,-1-4 1,2-4 25,3-1 0,-3-1-21,4-4 0,1-4-21,-1-6 1,-1-1-8,-5 1 0,1-5-44,-1-1 1,-5-1-95,0 2 0,-1 3 109,1-4 0,-3 2-41,-7-1 23,0 3-57,0-5 70,0 6-17,0 8 5,0 1 8,0 7 1,0 2 26,0 3 1,0 3 24,0 8 0,0-1 86,0 0 1,0 2-123,0 4 1,0-4 7,0 3 1,2-8-146,3-2 164,-3 1 335,4-3-214,-6 6 0,0-14-89,0 0 1,5-7-90,1-8 0,0-2-103,0-4 1,2-3-17,7-6 0,-1-6-173,-4 0 0,4 0 165,-4 6 0,-1 4 91,1 1 0,-2 6 124,3-2 1,1 9-154,-7 2-105,0 7 163,2-4 0,-6 9 41,4 3 0,-3 5 245,-2 10 1,0-1-82,0 7 1,-5-1-47,0 6 0,0-5-92,5-1 1,0-4-36,0 4 1,0-6 105,0 1 55,0-3-107,0-1 1,1-8-108,5-3 0,-3-3 64,7-2 0,-5-7-11,6-3 0,-1 0-158,5-6 0,0 5 112,1-10 0,-1 4-152,0 2 0,1-6 57,-1 1 1,0-1 93,1 6 1,-1-4-92,0 4 1,1-2-144,-1 12 1,-5-5 173,1 4 1,-6 1-65,5 5 263,-7 0-85,11 7 1,-7 2 84,3 6 1,4 0-34,-4 1 1,2-1-73,-2 0 0,9 1-46,-4-1 1,6-6-90,-1-4 0,-1 1 137,6 0 12,1-1 0,5-5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11.1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154 137 7569,'8'0'-58,"-1"-2"48,-7-3 270,0 3-218,0-11 169,0 11-68,0-5 0,0 5-1,0-3-266,0 4 174,0-6-105,-7 7 1,-1 7 132,-8 3 0,1 3-20,0 3 1,-1-1 132,1 0 1,1 2-76,4 4 0,-4-2-41,4 6 0,2-6 70,-2 1 1,6-3 137,-1-1 1,3-1-213,2 0 1,2 1 10,3-1 0,4-5-111,6 1 1,0-8 34,1 2 1,4-3-417,1-2 0,4 0 16,-4 0 1,1 0-162,-2 0 0,-1-5 214,6 0 1,-4-2-379,4 2 719,-6 3 0,3-12 0,-6 6 0</inkml:trace>
  <inkml:trace contextRef="#ctx0" brushRef="#br0" timeOffset="363">598 60 7569,'-6'9'510,"2"-1"-364,-6-3 0,5 4 23,-5 6 1,-1 2 194,-4 4-227,7-4 1,-1 10 12,4-7 0,3 6-1,-3-6 1,10 1-42,5-6 1,11 0-104,5 1 1,2-8-40,3-3 1,0-5 83,0-5 1,-1-3-121,1-8 0,-6-4 61,1 0 1,-7-8-148,1 3 1,-10 1 14,-4-2 1,-5 6 4,-1-6 0,-8 2 60,-8-1 1,-4 3-143,-6 6 0,-3 6 244,4 0 0,-4 7-53,-2-3 1,7 12-129,4 4 0,5 3-110,4 3 1,4 1-265,7 3 1,7-3 528,4 4 0,16-4 0,5-2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03.6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660 2102 7569,'-9'0'0,"-4"0"-18,11 0 0,-7 0-88,4 0 285,3 0 6,-4 0-203,6 0 257,0 0-141,0-7 1,0 5-51,0-5 48,0 7 99,0 0-154,6 0-39,-4-6-11,12 4 0,-6-7-25,8 4 1,-1 4 48,0-4 1,1 1-10,-1-1 1,0 3-31,1-3 1,4 3-101,1 2 1,-1 0 42,-5 0 50,1 0-104,-1 7-40,-6 2 1,-3 6 218,-6 0 1,-1-1-96,-4-4 0,-4 2-1,-6-7 1,-1 7-5,1-1 1,-5-5 277,-1-1 0,1-3-66,4-2 1,1 5-95,0 0 261,6 1 116,-4-6-708,11 0 148,-5 0 174,14 0 0,1 0-3,8 0 1,4 5-225,1 0 1,-1 2 1,-5-2 1,6 1 95,-1 5 0,6 2 30,-6-2 1,1 2-7,-6 3 0,-6-1 59,-4 0 0,-4-5-22,-1 1 169,0-1 1,-1 4-70,-4-4 0,-6 2 549,-9-7 0,1 2-268,-6-2 0,4-4-198,-4 5 0,6-5-118,-2-1 0,4 0 186,2 0 91,0 0-63,6 0-1044,2-7 565,7 6 1,7-6 43,3 7 0,4 0-16,1 0 187,1 0 0,-1-7 0,0-1 0</inkml:trace>
  <inkml:trace contextRef="#ctx0" brushRef="#br0" timeOffset="176">1120 2225 7792,'-16'0'0,"6"0"896,0 0-955,7 0-158,-4 0-537,7 0 526,0 0 1,5 1-16,0 4 0,7-3 243,-2 3 0,4-3 0,1-2 0</inkml:trace>
  <inkml:trace contextRef="#ctx0" brushRef="#br0" timeOffset="455">1258 2086 7569,'-9'0'122,"-4"0"-17,11 0-17,-5 0 0,7 2-5,0 3 0,7 4-64,3 6 1,4-5 56,1 1 0,1 2-4,-1 3 0,2 2-21,3-7 0,-4 2 59,-1 3 0,0-1 82,-4 0 156,-5 1-91,1-1 1,-7 0-250,0 1 0,-7-3 102,-3-3 1,-5-1 2,-6-4 0,4-3-159,-3 3 1,3-3-736,2-2 0,-1-2 232,1-3 0,1-5-586,4-11 1135,-4-3 0,6-6 0,-8-1 0</inkml:trace>
  <inkml:trace contextRef="#ctx0" brushRef="#br0" timeOffset="592">1289 2010 7569,'8'0'34,"-1"0"73,0 0 0,-4 0-163,7 0 0,1 0 58,4 0 0,0 0 89,1 0 0,1 0-6,3 0 1,-1 0-60,6 0 1,-4 0-486,4 0 0,-6 0 459,2 0 0,-4 7 0,-2 1 0</inkml:trace>
  <inkml:trace contextRef="#ctx0" brushRef="#br0" timeOffset="1089">107 2639 7756,'9'0'772,"5"0"-677,-4 0 0,10 0 78,6 0 0,5-2-12,4-3 0,6 3-118,10-3 0,9 3 89,6 2 0,8-5-101,-3 0 0,6-5-66,5 5 1,-2-5 81,7 4 1,-7-4-7,2 5 1,1-7-162,-1 2 1,-5-2 176,-6 2 0,-6-4 46,2 4 1,-6 1-141,-5-1 0,-5 7 98,-10-2 0,-5 3 6,-10 2 0,1 0-20,-7 0-457,1 0 69,-6 0 280,-6 0-315,-3 0 53,-6 0 1,-1 0-336,-4 0 1,1 5 22,-6 0 635,-7 7 0,0-3 0,-5 6 0</inkml:trace>
  <inkml:trace contextRef="#ctx0" brushRef="#br0" timeOffset="1446">721 2823 7569,'-9'0'630,"3"0"1,7 0-611,4 0 0,6 0 11,9 0 0,-1 0 58,6 0 0,6-2 81,5-3 1,1 3-40,-1-3 1,-3 3-307,2 2 1,1 0 37,-5 0 1,1 0-46,-11 0 0,-1 0 108,-5 0 90,1 7 0,-8 2 244,-3 6 1,-3 5-94,-2 1 0,-7 6-134,-3-1 0,-4 1 70,-1-1 0,0 3 134,-1-4 1,1-3-290,0-1 1,6 1-512,4-2-248,3 1 0,2-6 125,0 0 686,7-6 0,2 5 0,6-6 0</inkml:trace>
  <inkml:trace contextRef="#ctx0" brushRef="#br0" timeOffset="1864">2316 2547 7569,'10'0'415,"1"0"-402,-8 0 0,11 0 161,-4 0-79,4 0 0,1 0-59,0 0 1,2 0-5,4 0 1,-4 0-173,3 0 0,-3 0 61,-1 0 0,-1 5 98,0 0 0,1 2-14,-1-2 1,-7-2-852,-2 7 846,-5-6 0,-1 9 0,0-4 0</inkml:trace>
  <inkml:trace contextRef="#ctx0" brushRef="#br0" timeOffset="2009">2301 2746 7569,'-15'7'0,"-1"-5"1078,8 4-448,1-6-177,7 0-45,7 0-193,1 0-78,14 0 1,-3 0-130,7 0 1,1-1 74,9-4 0,-2 1 100,7-6 1,-7 5 11,2-5 0,1 6-195,-1-1 0,0-3 0,-6-1 0</inkml:trace>
  <inkml:trace contextRef="#ctx0" brushRef="#br0" timeOffset="-11903">522 246 7424,'0'-15'-30,"0"-1"0,0 6 184,0 0 1,1 0 189,4-6 1,-1 3-128,6 2 0,-1-2 59,1 2 1,-2 0-48,-3 0 30,-3-2 2,5 11-209,-7-5 1,-2 7 117,-3 0 1,2 0 11,-7 0 0,-6 9-330,-4 6 0,-6 4 98,6 11 1,-1-2 113,6 8 0,0-4 15,-1-1 1,8-6 3,3 1 1,3-2 28,2 1 0,7-3 17,3-6 0,4-6-129,1 0 1,5-1 60,1 1 0,6-3 39,-1-7 1,-2 0-7,1 0 0,-1-5-733,2-1 1,1-6 50,-7 2 1,2 2-171,-1-2 1,-4 1 274,3-1 0,-3 1-428,-1 4 911,-1 3 0,0-11 0,1 4 0</inkml:trace>
  <inkml:trace contextRef="#ctx0" brushRef="#br0" timeOffset="-11416">997 169 7569,'0'-10'325,"0"0"1,0 5 63,0-6 142,0 8-250,0-4-218,0 7 66,0 0 0,0 7-99,0 3 0,5 6-164,0 4 1,2-1 124,-2 6 0,-3-1 8,3 2 0,2 3 35,-2-4 0,2-3-793,-2-1 0,-3-4-177,3-2 296,-4-6 454,6-2 1,-5-14 94,3-3 0,-3-11 91,-2-4 0,-2-4 0,-3-2 0,2-1 0,-8-4 0,6 2 0,-5-7 0,7 8-46,-3 3 1,3 6 295,-2 8 106,3 1 1,-3 2-188,10 2 1,-1 4-62,6 7 0,2 2 229,8 3 0,-1 4-80,7 6 0,-3 2-79,3 4 0,3-3 10,-3 8 0,-3 0-254,3 4 1,-7 1-8,1 0 1,-5-1-7,-4 1 0,-4-2 173,-7-4 1,0 3-7,0-8 0,-7 1 68,-4-6 1,-9-1-89,-6-4 0,3 2 7,-3-7 1,0 0 12,-4-5 0,4 0-88,1 0 0,-1 0 0,-5 0 0</inkml:trace>
  <inkml:trace contextRef="#ctx0" brushRef="#br0" timeOffset="-10898">0 691 7288,'10'0'193,"1"0"0,-1 0 375,5 0 1,7 0-240,4 0 1,10 1-115,5 5 0,5-5-112,5 4 0,3 2 92,8-2 0,4 0-12,1-5 1,6 5-192,-2 1 0,9-1-25,2-5 1,5 0-134,-5 0 0,0 0 124,-6 0 0,-2 0-47,-8 0 0,-1 0 109,-14 0 0,0 0-88,-5 0 0,-8 0 72,-8 0 0,-1 0-75,-8 0 1,-1 0 239,-4 0-208,-1 0 1,-5 0 293,0 0-751,-6 0-355,3 0 347,-7 0 121,0 0 1,0-7-1,0-2 1</inkml:trace>
  <inkml:trace contextRef="#ctx0" brushRef="#br0" timeOffset="-9210">491 1136 7569,'-15'-16'586,"6"8"-9,2 1-499,7 7-70,-7 0 1,6 7 131,-4 3 1,3 10 54,2 6 0,0 3-184,0 2 1,0-1 43,0 1 0,0 0-99,0-1 1,5-6 62,0-3 1,0-4-18,-5-2 1,2-7 372,3-2-22,-3-5 1,6-8-241,-3-3 1,-1-10-130,6-6 0,-1-10 43,1-4 0,3-5 65,-2-1 1,1 0-241,-2 0 1,3-3 85,-2 3 1,2-2-247,3 12 1,-6 7 81,0 9 0,0 4 6,6 6 1,-6 3-64,0 7 183,0 0 0,4 9 45,-4 6 0,2 2-52,-7 9 0,5-1 59,-4 6 1,0 5-29,0 0 0,-5 5-244,4-6 0,-3 1 28,-2-5 1,0-7-57,0-4 236,0-3 0,-2-3 49,-3-4 0,2-3-105,-7-7 0,-6 0 168,-4 0 0,-7-2 0,1-3 0,4-3 0,1-8 0,-1 6 79,2 0 1,1 0 227,9-6 294,-4 1-225,12 0-172,-4-1 1,12 8-101,5 3 1,7-2 54,3 2 1,6 0-156,-1 5 0,3-6 92,1 1 1,1-5-157,0 5 0,1-7-24,4 2 1,-5 1-14,-1-1 0,-1 2 117,-8-3 0,-1-2 28,-5 2-38,1 5-25,-1-8 482,-6 12-123,-3-5-249,-6 7 1,0 7-46,0 4 0,0 2-4,0 2 0,0 3-15,0 2 0,0-3-109,0 3 0,0-1-49,0 2 1,0-9 52,0 3 215,0-3-161,0-4-3,0-1 1,0-9 113,0-3 0,-5-3 212,0-7 0,0-6-248,5 1 1,5-9-249,0-2 1,7 0-83,-2-4 0,4 2 126,1 2 1,1 8 25,-1 2 0,0 4 28,1 2 0,-1 6-18,0 4 1,1 3 18,-1 2 0,0 0 138,1 0 1,-8 7-75,-3 3 0,2 4 109,-2 1 1,1 2 15,-6 4 0,0-4-67,0 3 1,-7 3-35,-4-3 0,-2 0 17,-3-4 0,-4-1 102,0 0 0,1-4-9,9-1 1,-4-7 40,4 2-69,3-3 16,0-2-208,7 0 0,7 0 93,3 0 0,4 0 50,1 0 1,6 0-10,-1 0 1,6 2-66,-6 3 0,6-2 91,-6 8 0,1-6 9,-6 5 1,0-2-4,1 3 0,-8 2 128,-3-2 0,-3 2 10,-2 3 0,-2-6-74,-3 0 0,-3 0-28,-8 6 0,-1-3 14,-3-3 1,3 2-472,-4-7 1,4 6 3,2-6 1,5 0-732,-1-5 748,8 7 350,-4-6 0,14-1 0,1-8 0</inkml:trace>
  <inkml:trace contextRef="#ctx0" brushRef="#br0" timeOffset="-8987">2025 844 8789,'15'0'124,"0"0"0,6 0-51,-1 0 1,2 0-353,-1 0 0,-2 2-25,6 3 0,-6-2-160,1 8 0,-3-3 120,-1 2 344,-8 4 0,6-6 0,-5 8 0</inkml:trace>
  <inkml:trace contextRef="#ctx0" brushRef="#br0" timeOffset="-8832">2055 1105 7569,'-8'0'2023,"1"0"-1477,7 0-134,0 0-229,7 0 1,1 0-98,8 0 0,4 0-114,1 0 1,6 0-242,-1 0 1,2-2-176,3-3 1,0 3 443,0-3 0,-1-3 0,1-1 0</inkml:trace>
  <inkml:trace contextRef="#ctx0" brushRef="#br0" timeOffset="-6824">3221 93 7556,'0'-16'374,"0"6"39,0 0-370,0 6 36,0-9 0,0 9 85,0-6 76,0 7 61,0-4-244,-7 7 0,4 0-231,-7 0 1,-1 2 162,-4 3 0,-2 3 56,-3 7 0,3 6 187,-4-1 1,-1 8-107,2-3 0,-1 4 7,6 2 0,1 0-44,4-1 0,3-4 38,7-1 0,0-6 7,0 2 0,7-4-11,3-2 0,9-1-32,1-4 0,6-2-60,-6-3 1,8-3-222,-3 3 1,4-3 119,2-2 0,-1-5 96,1 0 1,0-5-129,0 4 1,-6-4-896,1 5 0,-8 0 283,3 5 1,-4-5 713,-2 0 0,1 0 0,-1 5 0</inkml:trace>
  <inkml:trace contextRef="#ctx0" brushRef="#br0" timeOffset="-6294">3727 31 7850,'0'-8'665,"-1"1"-275,-5 7-285,5 0 1,-8 7-122,4 3 0,3 10 283,-3 6-163,-3 3 0,6 2-18,-3-1 0,3 1 12,2 0 1,7-6-55,3 1 0,11-8 75,4 3 0,-1-6-8,2-5 1,-1-3 1,6-7 0,-2 0 175,-3 0 0,1-7-145,-7-3 1,-1-3-146,-9-3 0,2-4 27,-7-1 1,-1-6-164,-9 2 1,-6-3 175,-9 3 0,1-3 23,-6 8 1,-1 5-584,-5 4 1,6 8 199,-1-2 0,7 3-458,-1 2 0,3 7 162,2 3 1,4 9-370,1 1 987,7 8 0,-4-4 0,7 6 0</inkml:trace>
  <inkml:trace contextRef="#ctx0" brushRef="#br0" timeOffset="-5582">2531 752 7602,'-15'0'802,"6"0"-683,2 0 1,7-2-102,0-3 0,4 4 69,6-5 13,0 5 1,19 1 18,-3 0 1,8 0-9,2 0 1,13 0-105,2 0 1,9 0 64,6 0 1,4 0 11,7 0 1,3 0-329,7 0 0,0 0 179,10 0 0,2-5 72,-2-1 0,-47 1 1,0 0 23,42 0 1,2-7-15,-12 2 0,-2 3-185,-8 2 1,-4-2 94,-7 2 1,-6-5 90,-4 5 1,-10-5-1,-6 4-22,-2 1 310,-9 5 342,-2 0-651,-14 0 0,-8 0 7,-10 0 0,2 0-300,-3 0 0,1 2-365,-5 3 1,-2-1 295,-4 6 0,3-5 365,-8 5 0,0 0 0,-4 6 0</inkml:trace>
  <inkml:trace contextRef="#ctx0" brushRef="#br0" timeOffset="-2139">3098 997 7283,'-1'18'76,"-4"2"0,3-1-14,-3 6 0,3-4 59,2 4 0,0-6-91,0 1 0,0-2-17,0-3 1,2 0-117,3 1 1,-3-6 201,3 0-11,3-7 125,-6 4 0,5-14-69,-7-3 1,0-5-124,0-6 1,0-2 16,0-8 1,0 0-6,0 0 1,0-4 7,0-1 1,1 0-12,5 5 0,-3 2 17,7 4 1,-5 3-28,6 6 0,-1 3-136,5 3 0,0 3 30,1 7 0,1 0 101,3 0 1,-3 1-100,4 5 0,-4 2-268,-2 7 1,-1 1 121,-4-1 1,2 0 130,-7 1 0,0 4-19,-5 1 0,0-1 2,0-5 0,-7-1 358,-3-4 1,-5 4-140,-6-4 1,3-1-89,-8 1 1,2-7 21,-1 2 0,2-1 673,8 1-323,0-3-187,-1 4-91,8-6 0,3 0-11,10 0 0,3 0-417,8 0 1,4 0 142,1 0 1,1 0 119,-2 0 1,-3 6-20,4-1 1,-4 2 37,-2-2 1,-5-2-16,1 7 0,-8-5-49,2 6 354,-3-1 1,-2 5 41,0 1 0,-2-6-108,-3 0 0,-3 0-72,-8 6 1,-1-6-18,-3 0 1,3-1 29,-4 1 1,4 2-813,2-7 89,-1 7-195,1-4-204,7 1 687,1-2 1,8-7 306,5 0 0,7-2 0,8-3 0,6-4 0,-3-6 0</inkml:trace>
  <inkml:trace contextRef="#ctx0" brushRef="#br0" timeOffset="-1904">3528 1105 7569,'8'0'0,"-1"7"255,-7 3 1,0-2 386,0 3 0,2-1-407,3 5-102,4 1 1,8-3 107,3-3 0,1-3-24,9-7 0,-8 0-34,9 0 0,-4-7 16,4-3 0,-5-3-66,-1-3 1,-6-1-4,1-3 0,-9 3-372,-6-4 0,-4 2 141,-1-1 1,-1 3-20,-4-3 1,-4 8 139,-6 1 1,-1 6-20,1-5 1,0 7-1451,-1-3 1040,1 12 0,1 4 76,4 10 333,3-3 0,0 12 0,-1-5 0</inkml:trace>
  <inkml:trace contextRef="#ctx0" brushRef="#br0" timeOffset="4180">3773 1841 7569,'-10'-7'0,"0"-3"82,6 3 1,-2-1 242,6 3-204,-7 3 0,-2-5-76,-6 7 0,5 2 57,0 3 0,1 3-60,-1 8 1,-4 4 240,4 1 1,1 6-100,-1-2 1,2 3-42,-3-3 1,5 3-29,6-8 0,0 6 130,0-6 1,6-1-140,5-9 1,4 2-111,5-7 0,-1 0 48,7-5 1,-6 0-184,6 0 0,-2-2-461,1-3 0,2 2 322,-6-7 0,1-1 145,-2-4 0,-2 0-169,2-1 302,-3 1 0,5-7 0,2-2 0</inkml:trace>
  <inkml:trace contextRef="#ctx0" brushRef="#br0" timeOffset="4451">4065 1826 7569,'0'-9'-13,"0"2"300,0 7 1,-7 2-22,-3 3 1,3 5 77,2 11 0,-2-4-202,2 3 0,0-3 225,5-1-184,7 6 1,1-5-66,7 3 0,6-9-205,-1-6 0,6-4 81,-6-1 1,2-1-15,-1-4 1,-4-4 17,3-6 0,-8-6-107,-1 1 1,-8-2-60,2 1 1,-3 3 80,-2-8 0,-9 2 88,-6-1 0,0-3-81,-6 8 0,-1 4-168,2 6 0,-1 7 66,6-2 1,-1 5-107,1 5 0,5 3-228,0 8 1,6 1 186,-1 3 1,3 2 328,2 4 0,0 3 0,0-5 0</inkml:trace>
  <inkml:trace contextRef="#ctx0" brushRef="#br0" timeOffset="4847">3359 2240 9240,'17'0'367,"4"0"0,4 0-187,11 0 0,5 0-130,10 0 1,4 0 52,6 0 0,2 0-38,3 0 1,-6-2 28,7-3 1,-8 3-136,8-3 0,-6-2 7,-5 2 0,-3 0 76,-7 5 1,-7-5 18,-3 0 1,-9 0-33,-1 5-552,-7 0 153,3 0 262,-14 0 27,-1 0-42,-7 0 1,-2 0-503,-3 0 0,2 0 273,-7 0 0,0 5-21,-6 0 373,1 7 0,-7-3 0,-2 6 0</inkml:trace>
  <inkml:trace contextRef="#ctx0" brushRef="#br0" timeOffset="5662">3819 2485 7569,'-6'-8'239,"4"-6"497,-5 12-352,0-4-224,5 6 1,-11 0-7,3 0 0,1 8 0,-1 7 0,0 2 139,-6 9 1,1 5-82,0 5 1,-1 6-30,1-1 1,5-2 1,-1 2 0,8-7-262,-2 2 0,10-5 49,5-6 0,9-3 9,2-6 0,6-8 122,-2-3 0,4-3-18,2-2 1,-2-8-118,-3-8 1,-4 1 35,-7-6 1,-1-1 32,-4 2 0,-3-1-48,-7 6 0,0 0-158,0-1 1,-9 8 140,-6 3 0,-2 3 27,-9 2 1,1 2-83,-6 3 0,7 3-70,4 8 0,3 4-815,1 1 0,8-1 85,3-5 883,3 1 0,9 6 0,1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18.8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384 199 7569,'-22'-22'309,"3"4"158,-7-8 1,7 7-284,-1-1 0,3 8-164,2 2 1,-6 6 38,1-1 1,-6 3-122,6 2 0,-6 7 194,6 3 0,-1 9 63,6 2 0,-4 4-305,4-4 0,-4 6 27,9-2 1,3 3-61,2-3 0,3-3-23,2-6 0,7-3 150,3-2 1,11 1 6,4-7 0,1-2 3,5-8 1,-4-5-155,9-11 0,-2 4 94,1-3 1,-7-2 32,2 1 1,-4-4-46,0 4 0,-4 2-12,-7 9 187,-6 3 93,-3 7 1,-14 14-170,-8 6 1,-4 8-25,-6 2 0,-2 6 459,2 0 1,4 1-150,1-1 0,1-2-701,5 7 1,-2-7 69,11 2-1,1 2-42,5-3 1,0 1 366,0-5 0,14 0 0,3-1 0</inkml:trace>
  <inkml:trace contextRef="#ctx0" brushRef="#br0" timeOffset="784">1227 353 7569,'-7'-16'514,"6"1"145,-4 0 1,3-1-315,2 1-151,-7 7 1,4-4-315,-8 7 0,3 1 52,-2 9 0,-9 4 146,4 6 0,-9 7 74,3 4 0,-4 4 122,4 6 0,-4 2-209,4 3 0,8 1-24,8-6 0,3 0-136,2-5 0,2-2 78,3-4 1,10 1-96,11-11 1,4 2 105,6-12 1,5 0 33,10-5 0,-7-8-211,8-8 0,-8-1-275,7-8 0,-5-1 180,-5-4 1,1-1 50,-6 0 0,0-5 97,-5 1 0,-7-8-17,-4 2 0,-3 2 228,-2-2 0,-6 7-70,-4-2 1,-3 11-220,-2 4 461,0 4 1,-2 9 475,-3 2 0,-5 5-393,-11 1 0,4 8 12,-3 8 0,3 6-118,1 8 1,1 6-15,0 0 0,4 5-295,1-5 1,7 5-48,-2-6 0,3-1-24,2-8 0,0 1 86,0-6 0,0-6 55,0-5 0,2-6 120,3 1 0,-2-7 132,7-8 1,1-2-355,4-14 1,2-4 38,4-6 1,-3-8-237,8-2 0,-6-2 116,6-8 1,-1 1-18,6-1 1,-5 8 175,-1 7 1,-6 12-39,1-1 0,-3 11 12,-1 4 1,-6 6 132,0 9 0,-5 2 30,6 3 1,-8 5-32,2 11 1,-3 4 183,-2 11 1,0-2-50,0 7 0,0-5-121,0 5 0,-5-7-49,0 1 0,-1-4 3,6-5 1,0-4 42,0-7-30,7-6-55,2 4 1,8-18 51,3 0 1,-1-9-453,7-6 1,-3-6 45,3-9 1,8-5-106,-3-6 1,8 0 213,-3 0 0,5 4 88,-6 6 1,1 4 209,-5 16 1,-7 4 310,-4 12 1,-3 11 477,-1 9 0,-1 11-456,0 15 1,-1 1 497,-4 5 0,4-6-397,-4 0 0,4-2-274,1-8 0,5-1-188,1-4 1,6-5-199,-1-1 1,3-6-332,1 1 1,-4-4-723,0-6 0,-8 2 1227,3-7 0,-4 0 0,-2-5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17.3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31 7569,'0'-9'-63,"0"3"1,-6 9-90,-5 7 0,-9 9 110,-6 17 0,3 3-3,-3 7 1,7 2 578,-1 3 1,3-3-216,1 3 1,8-4-188,3-1 1,5-5-54,5 0 0,10-8-4,11-3 1,6-6-24,9-8 1,-5-8 19,10-3 1,-5-5-148,0-5 1,-4-3 84,-6-8 1,-7-4-75,-4-1 0,-5-4 53,-4 4 1,-5-6-131,-6 1 0,-11 4 102,-5 2 0,-9-1 53,-1 6 1,-3-2-25,-2 12 0,-4 0-4,-1 5 1,2 7-104,8 3 1,6 5 96,10 6 1,-2-4-508,7 3 1,1-3 101,9-1 1,9-1-284,6 0 708,8 1 0,9-8 0,11-1 0</inkml:trace>
  <inkml:trace contextRef="#ctx0" brushRef="#br0" timeOffset="148">643 445 9187,'0'-15'98,"0"6"0,2-3-89,3 7 0,4-2-81,6 2 1,7 2-124,4-7 0,4 5 96,6-6 1,3 6-294,7-5 0,0 7-11,0-3 1,-5 0-551,0 1 953,-14-1 0,9 0 0,-12-3 0</inkml:trace>
  <inkml:trace contextRef="#ctx0" brushRef="#br0" timeOffset="307">965 108 7569,'-6'-9'542,"4"-4"-347,-5 11 0,2 2-1,0 10 1,0 11-206,5 4 1,-5 4 57,-1 2 1,0 5-79,1-1 1,3 6-166,-3-5 1,3 7-202,2-2 0,0 3 166,0 2 231,0 0 0,0 0 0,0 0 0</inkml:trace>
  <inkml:trace contextRef="#ctx0" brushRef="#br0" timeOffset="729">1518 62 7569,'-16'-16'1038,"1"1"-953,6 6 0,1-2-97,3 5 1,5 1 99,0 5 0,1 0-227,10 0 0,4 7 31,5 3 0,6 4 58,-6 1 0,6 1 27,-6-1 1,-1 2-120,-9 4 0,2-3 26,-7 8 0,1-2 34,-6 1 1,-7 3 92,-3-8 0,-6 6-50,-4-6 0,-2 0 282,-4-4 1,-1-1-34,6 0 0,3 1-22,7-1 1,4-5-193,7 1 0,2-3-105,3 2 1,12 4 41,14-4 1,1 2-166,9-2 1,0 4 65,5-4 1,-1 4 85,-5 1 1,-2 1-49,-7-1 0,-8 0 95,-2 1 1,-11-1 136,-5 0 1,-5-5-18,-5 1 0,-10-6 165,-11 5 0,-10-1-155,-4 1 1,-3 2-80,2-7 1,-8 5 56,3-5 0,1 5 32,4-5 0,4 6-107,1-6 0,0 7 0,12-4 0</inkml:trace>
  <inkml:trace contextRef="#ctx0" brushRef="#br0" timeOffset="969">2499 261 7569,'-15'0'1439,"6"-7"-1093,-4-1-532,11-1 0,2 2 155,10 7 0,11 0-77,4 0 1,6 0-69,5 0 0,-2 0 65,7 0 1,-2 0-122,2 0 0,1 7-133,-6 3 0,-2 4 365,-8 1 0,3 1 0,-5-1 0</inkml:trace>
  <inkml:trace contextRef="#ctx0" brushRef="#br0" timeOffset="1107">2453 568 7762,'-22'0'913,"5"0"-4,-5 0-829,13 0 0,11 0-407,13 0 1,11-2-110,15-3 0,0 2 187,10-8 0,8 3-437,3-2 686,9-4 0,-1 6 0,7-8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3:15.9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261 123 7569,'0'-16'-382,"0"1"452,0 7 1,-7 1-43,-3 7 0,-4 0 5,-1 0 1,0 3-14,-1 7 0,-6 2 112,-3 14 1,1-6 129,-2 6 0,8 5 66,-3 4 1,4 3-97,2-2 0,6-2-106,4 7 0,3-7-15,2 2 1,7-9-57,3-2 1,4-6 24,1 2 1,8-4-143,2-2 0,4 0-41,2 1 0,5-6-212,-1 0 1,8-7-444,-2 3 1,5-5 81,5-1 676,-3 0 0,-2-7 0,-9-1 0</inkml:trace>
  <inkml:trace contextRef="#ctx0" brushRef="#br0" timeOffset="554">921 92 7569,'-9'0'-452,"2"0"1,2 2 729,0 3 1,0 9-114,5 6 1,0 7 26,0-1 1,0 3-111,0 1 0,7 6-224,3 0 1,-1-2 68,1-8 0,-5 1-28,5-7 0,-5-4 219,5-6 2,-6-7-127,3 4 0,-7-14-54,0-3 1,-7-10 178,-3-6 1,-4-5-55,-1-4 0,-1 1-106,1-7 1,1 2 95,4-2 1,-2 0 8,7 10 1,0-1-5,5 11 1,2 1-13,3 4 0,3 8-105,8 3 0,6 3-91,3 2 0,9 0 130,2 0 0,2 2 43,-2 3 1,-4 3-106,4 8 0,-4-1 25,-1 0 0,-6 1-125,1-1 1,-12 0 121,1 1 1,-10-1 8,0 0 0,-3-4 77,-2-1 0,-12-2 121,-3 3 0,-11-3 20,0-3 1,-1-3-79,2 3 1,-3-3 90,8-2 1,-1 5 24,6 0-124,7 0 1,1-3-54,7 3 1,8-2-119,8 8 1,6-6 98,8 5 0,3 0-122,3 6 1,1 4-33,4 0 1,-4 3 95,-6-3 0,-4-3 67,-6 4 0,-1 1-49,-9-2 0,-5-5-11,-1-4 1,-6-1 227,-9 5 1,-4-5 0,-15-1-108,-3-2 1,-4 0-1,2-4 1,-4 2-1,1-1 1,-1-3-1,4-1 1,3 0-1,6 0-2050,4 0 1970,11 0 0,3-7 0,7-1 0</inkml:trace>
  <inkml:trace contextRef="#ctx0" brushRef="#br0" timeOffset="744">2086 245 7569,'-15'0'165,"7"0"-148,-6 0 3,12 0 225,-5 0-218,7 0 1,2 0-85,3 0 1,9 2-156,6 3 1,8-1-273,-3 6 1,-1 0 483,2 6 0,-1 6 0,6 2 0</inkml:trace>
  <inkml:trace contextRef="#ctx0" brushRef="#br0" timeOffset="882">1933 522 7569,'-15'0'537,"4"0"831,1 0-1553,7 0 54,-4 0 1,14 0 69,3 0 0,10 0-48,6 0 1,10-6-62,5 1 0,10-7-550,5 2 720,4 3 0,1-13 0,0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5:58.0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 7569,'0'-16'0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6:09.9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125 281 7569,'0'-10'1830,"0"-1"-1418,0 8 48,0-11 0,0 12-84,0-5-181,0 7 0,-7 7 91,-3 4 0,-4 4-72,-2 6 0,1 5 41,-1 10 1,2 4-172,4 7 0,-2-5-178,6-1 1,1-1 123,5 2 0,0-1-101,0-9 1,2 2-413,3-8 0,4 2 270,6-2 0,1-3-578,0-8 1,1-4 331,4-1 1,1-6-474,4 1 1,4-5 931,-4-5 0,3-4 0,3-7 0</inkml:trace>
  <inkml:trace contextRef="#ctx0" brushRef="#br0" timeOffset="1029">531 297 8707,'-16'0'1399,"6"7"-1110,-1 3 1,1 6-95,-6 4 0,3 5-103,2 6 0,-3 0 103,4 0 0,3 1-203,2-1 1,1-5 64,-1 0 0,3-2-325,-3 2 0,5-5 71,5-11 1,2 4-52,4-3 1,3-4 69,-4-2 0,4-4-113,1-1 0,6-1 16,0-4 1,5-4 90,-5-7 0,0 1-120,-6-1 1,1-1 38,0-4 1,-1 4 159,1-4 1,-6 3-105,1 3 303,-8-1-156,11 1 142,-12 6 1,3 2-24,-10 7 0,1 7-69,-6 3 1,6 4 171,-1 2 0,-2-1-24,2 1 0,0 0-74,5-1 1,0 1-53,0-1 1,1-1-8,5-3 0,-3 1 12,8-7 0,-1 0-5,6-5 0,-1 0 27,1 0 1,-1-2-22,1-3 0,0-3-32,-1-8 0,-4 0 22,-1 1 1,-6-3-105,1-2 1,-4 1 53,-1-7 0,-1 6-12,-4 0 0,-4 2 124,-7 3-34,1-1 1,-1 2-56,0 4 1,6 3-41,0 7-193,6 0 148,-10 0-122,13 7 0,1-5 10,10 3 1,4-4-9,1-1 0,3 0 140,3 0 1,-4 0 85,4 0 0,1-5 0,-1 0 0,0-5 0,-5 4 0,-1 1 0,-4 5 0,-1 0 613,-7 0 56,4 0-212,-7 0 1,0 2-141,0 3 0,0 4 83,0 6 0,0 3-168,0 3 1,0-2-38,0 7 0,0-7-112,0 2 0,0-4 284,0-1-486,0-1 154,0 1 41,0-8 0,2-1-34,3-7 1,-3-1-1,3-5 1,2-4-248,-2-11 0,7-1 123,-1-4 0,-2-4-53,1 4 0,0-9 65,6-1 1,-2 1-139,-4 9 1,4 4 22,-3 6 0,-3 2 107,3 4 1,-6 3-82,5 7 189,-6 0 1,3 7 120,-7 3 0,0 4-65,0 2 0,0 5-96,0-1 0,-6 8 34,1-2 1,-2-2 84,2 3 0,3-8-72,-3 1-318,3-2 277,2-3 1,2-1-34,3-3 46,-3-4 0,10-9-25,-7-3 1,8-2-16,-3-4 0,2-3 0,-1 4 0,2-6-160,-2-4 0,3 2 88,1-3 1,-4 4 49,-1 1 0,-5 6 29,6 0 0,-8 4-26,2-4 145,4 7-128,-7-4-8,5 7 1,-7 1 24,0 5 0,0-3 292,0 7 0,0 1-98,0 4 1,0 6-99,0 0 1,0 0-100,0-5 0,1-1-134,5 1 1,-5-1-309,5 1 0,1 0 223,-2-1 0,5-4 131,-5-1 1,2-7 106,-1 3 0,2 2 0,8 1 0</inkml:trace>
  <inkml:trace contextRef="#ctx0" brushRef="#br0" timeOffset="2129">1483 375 7123,'9'0'1336,"-2"0"-302,-7 0-689,0 7 0,0 1-150,0 8 0,-2 5-12,-3-1 1,3 7-72,-3-7 0,3 6-4,2-5 0,0 5-143,0-5 1,0 5 24,0-5 1,0-6-490,0-4 328,0-8 143,0 4-23,0-7 0,0-7 48,0-3 0,5-6-22,0-5 1,8-3-150,-3-7 1,4 0-204,1 0 0,-4-1 191,-1 1 1,-1 7-19,1 3 318,4 4-228,-5 1 199,0 7 1,-2 9-36,-7 11 0,0 3-74,0 1 1,-2 8 114,-3 3 1,1-2 161,-6 2 1,6-5-210,-1 5 1,3-5-63,2 5-228,0-7 184,0 3-52,0-6 102,7-7 1,2-4-180,7-10 1,-3-4 12,-2-7 0,8-4-3,-3-1 0,3-2 73,-4 2-1,-4-1-73,-1-4 0,0-2 216,6 7 0,-6 0-101,1 6 0,-8 4 311,3 1-133,2 7 84,-6-4 1,5 14-16,-7 3 1,-2 4-9,-3 1 0,1 3-86,-6 3 0,7-2 14,-3 7 0,-1-5-245,2 5 0,0-7 84,5 1 0,0-2-206,0-3 0,2-1 110,3-3 1,-2 1-97,8-7 1,-6 0 25,5-5 0,1-2 67,4-3 0,1-3-9,0-8 1,-1 0-11,1 1 1,0-1 257,-1 1 0,-4-1-65,-1 0 1,-7 1 230,3-1 1,-5 6-14,-1-1 472,0 8-499,0-4 0,-5 9-79,0 3 0,-5 4 62,4 6 0,-1-4 138,2-1 0,3 6-301,-3 4 1,4 1 101,1-5-207,0-1 0,0 1 5,0 0 43,6-8 0,3-1 31,7-7 1,-6 0 0,1 0 1,-3-2-33,3-3 0,2-3 5,-2-8 1,-4 0 7,-2 1 0,2-1 30,-2 1 0,0-3-143,-5-3 0,-1 2 82,-5-7 1,3 7 155,-7-2 1,1 4-15,-2 1 0,3 6 219,3 0-263,3 6 1,-5-4 15,7 2-124,0 5 1,7-6 107,3 7 1,4 0 17,2 0 1,5 0 11,-1 0 1,1 0-167,-5 0 1,5 5 43,-1 0 1,0 7 35,-10-1 1,4 1 13,-4-2 1,-3 9 2,-2-3 0,-3 3 57,-2-3 0,0 4-46,0 1 1,0 0 43,0-5 0,0-1-40,0 1 0,0-6 179,0 1 1,2-8-158,3 2 1,-2-5-47,8-5 0,-1-4 4,6-6 0,5-3-117,0-2 0,6-5-213,-1-6 0,4-4 130,1 4 1,-5-2 55,0 12 0,-7 1-20,2 4 295,-4 7 1,-8 4 14,-4 10 1,-3 9 57,-2 7 1,-5 7-156,-1-2 1,-4-2-25,5 2 0,-6-2-29,6 2 0,0 4 0,5-6 0</inkml:trace>
  <inkml:trace contextRef="#ctx0" brushRef="#br0" timeOffset="3515">3169 468 7569,'-11'-7'306,"1"-3"875,0-4-772,-6-2 1,0 8-101,1 3 0,4 3-131,1 2 1,0 7-1,-6 3 1,0 9 75,1 2 0,-1 2-24,1-3 1,4 3-135,1 3 1,6 2 80,-1-7 1,2 5-296,-3-6 122,5 1 0,-5-7-35,12-3 1,-3-5-107,8-6 56,-1 0 0,6-6-9,-1-5 0,3-5-122,2-4 0,-2 1 142,2-7 1,-2 0 39,-3-6 1,1 3-182,0 3 1,-2-2 38,-4 7 1,2 6 252,-7 4 1,2 8 52,-2-2 233,-3 3-252,5 2 1,-7 2 118,0 3 1,0 3-130,0 8 0,0 1 1,0 4 0,0-2 144,0 7 0,2-7-19,3 2 1,-3 2-278,3-2 0,-2-1-72,3-4 1,-3-2-77,8-4 1,-8 4 80,2-3 0,-1-4-201,1-2 19,-3-4 118,5-1 139,-7 0-41,0 0 1,1-6 42,4-5 1,-3-3-56,3-1 1,-3-1-80,-2 0 1,0-4 127,0-1 1,5 0-2,1 5 0,-1 1 92,-5-1 0,5 6-110,0-1 70,0 8 1,-3-4-121,3 7 195,-3 0-33,5 0 1,-7 2 37,0 3 1,0-2-46,0 8 1,5-1-3,0 6 1,2-2-91,-1-4 0,-5 4 63,4-4 1,2-1 12,-1 1-8,6-6 0,-4 3-188,8-7 0,-4 0 9,4 0 0,-9 0-3,8 0 1,-8 0-45,4 0 23,-1-7 1,4 3 67,-4-6 1,2 5-78,-6-6 100,6 8 0,-5-6-97,3 4 604,-3 3-64,0-5 118,-5 7-330,5 0 1,-6-1-12,5-5 177,-5 5-138,6-6-18,-7 7 231,0 0 0,-1 5-183,-5 0-10,5 0 16,-6-5 12,7 7-129,0-5 0,0 7-1,0-4 0,-2-3-8,-3 3 25,3-3-141,-5-2 89,7 0-120,0 0 76,0 7 52,0-6-31,0 6-179,0-7 548,0 0-385,0 7 1,0-3 13,0 6 0,0-5 1,0 6-8,0-1 1,0 6-44,0-1 0,0-4-35,0-1 13,0 0 0,0 1-262,0-1-156,0-6 0,2 4-95,3-2-1497,-3-5 923,5 6 1134,-7-7 0,0-7 0,0-1 0</inkml:trace>
  <inkml:trace contextRef="#ctx0" brushRef="#br0" timeOffset="4081">3403 609 10222,'0'10'466,"0"1"1,0-1-284,0 6 1,-5 4-214,0 1 0,-2 0-39,1-5 1,5-1-13,-4 1 1,1-2 118,-1-4-172,3 4 370,-5-12-175,7 5-303,0-7 216,0-7 0,2-2-257,3-7 0,-1 1 12,6-1 1,0-5 9,6 1 0,-4-1 154,4 5 0,-9 2 15,8 4 0,-3-2 160,4 7-243,-7-1 371,5 6 0,-13 2-105,5 3 1,-5-1 78,-1 6 1,2 1-205,3 4 1,-3 1-272,3-1 0,-3-4 81,-2-1 1,5 1-98,0 4 0,6-4 321,-6-1 0,7 0 0,-3 6 0</inkml:trace>
  <inkml:trace contextRef="#ctx0" brushRef="#br0" timeOffset="4512">3903 609 8019,'1'-9'804,"4"4"-338,-3-4 10,5 8-293,-7-13 1,0 10 343,0-6-114,0 6-474,0-3 0,-2 7 98,-3 0 0,-3 0-180,-8 0 0,0 4 70,1 6 0,-1-5-78,0 11 1,1-4 98,-1 4 1,2-1-18,4 1 0,3 0-88,7-1 0,0-4-100,0-1-72,0-6 244,7 9 1,2-11-111,6 3 1,1-3 102,-1-2 0,-4 0 126,-1 0 0,-5 0 30,6 0 1,-6 0 260,6 0 1,-8 4-71,2 6 0,-3 2-107,-2 14 1,0-3 394,0 8 1,0-9-174,0 10 0,0-6 22,0 0 1,-2 1-85,-3-6 0,2 0 280,-8-5-380,1-1 0,-6-1-23,0-3 0,1-5-252,-1-6 143,1 0 1,-1-6-638,0-5 1,6-3 315,0-1 1,6-1 162,-1 0 1,3-1-804,2-4 1,0 4-1016,0-4 0,2-1 1900,3 1 0,11 0 0,8 5 0</inkml:trace>
  <inkml:trace contextRef="#ctx0" brushRef="#br0" timeOffset="4879">4230 141 7569,'7'-9'788,"-5"-5"-135,5 12 26,-7-5-407,-7 14 0,-2 4 69,-6 9 0,-1 12 105,0 9 0,-4 10-199,-1 1 1,0 7-53,5-2 0,1-2-111,-1 3 1,8-8 110,2 2 0,5-10-238,1-6 1,1-5 39,5-5 0,2-3 36,8-8 1,1-4-12,4-1 0,3-6-89,7 1 1,1-10-128,-1-6 0,-2-4 89,-3-6 0,2-4-72,-7-6 1,-2-2 60,-9-3 1,3 5-110,-8-1 0,0 3 56,-5 8 1,-5 0 171,0 6 1,-9 6-35,-2 4 1,1 3 170,-6 2 1,-2 12-15,2 4 1,1 5-111,4 0 1,2-2-191,4 7 0,-2-6 108,6 6 1,1-6-810,5 0 1,0-2 94,0-3 0,7 1 780,3-1 0,4 1 0,2 0 0</inkml:trace>
  <inkml:trace contextRef="#ctx0" brushRef="#br0" timeOffset="5128">4714 0 7569,'16'0'1035,"-1"7"0,1 2-249,0 6-492,6 8 0,-4 3 134,2 10 0,3 4 171,-2 7 1,0 5 3,-6 0 0,-4 2-228,-1-2 1,-7 2-156,3 3 0,-10 4-25,-1-4 0,-12-3-454,1-2 1,-10-4 24,0-1 0,-9-2-132,-1-3 0,-8 1-62,3-7 1,-11 1-527,-5-6 1,-1-5 953,-4 0 0,-4 7 0,-12 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6:07.4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62 187 8071,'0'-15'1129,"0"6"-854,0 2 299,0 7-207,0 0-88,0 7 1,0 4-57,0 9 1,0 1-24,0 10 1,0-3 7,0 9 0,0-6 23,0-5 0,0 2-31,0-8 1,2 3-18,3-2 1,-1-9-52,6 4 0,1-6 51,4 0 1,-3 2-183,4-6 1,-4 4 21,9-5 1,-4 0-56,-1-5 0,0 2 250,-1 3-27,1-3-1418,-1 5 0,-1-9 590,-3-3 1,1 2-384,-7-8 0,0 6 495,-5-5 1,0-1 524,0-4 0,-7-1 0,-1 0 0</inkml:trace>
  <inkml:trace contextRef="#ctx0" brushRef="#br0" timeOffset="166">125 328 7569,'-9'0'2187,"2"0"-2042,7 0 0,2 0-174,3 0 76,4 0 1,1 0-56,1 0 1,4 0 72,6 0 0,0 0-588,-5 0 1,-1 0 111,1 0-1069,-1 0 1024,1-7 1,-2-2 455,-4-6 0,-3-1 0,-7 1 0</inkml:trace>
  <inkml:trace contextRef="#ctx0" brushRef="#br0" timeOffset="309">31 156 7569,'-8'0'1402,"-6"0"-788,12 0-286,-5 0 1,9-1-79,3-5 1,9 5-173,7-5 0,5-1 70,-5 2 1,6-5-480,-1 5 0,4-6 205,1 6 1,-2-5-922,-3 4 0,-1 1 1047,-4 5 0,-4-7 0,5-1 0</inkml:trace>
  <inkml:trace contextRef="#ctx0" brushRef="#br0" timeOffset="1216">609 593 7569,'-2'9'407,"-3"-4"-132,3-3 92,-5-2 23,7 0-12,0 0 1,5-7-210,1-3 0,1-4-53,-2-2 0,3-1-131,8-4 1,-6 2 68,1-7 1,-1 2-167,6-2 1,-1-6 157,1 1 0,-6-2-2,1-8 1,-1 6-200,6-2 1,0-1 36,-1 2 1,-4 5 161,-1 5 0,-1 7 65,1-2 58,4 3 1,-12 8-20,3 0 207,4 6-182,-8-3-95,13 7 0,-10 5 8,6 1 0,-7 6 9,3-2 1,-3 4-21,2 2 1,-1 1-25,6 4 1,-5 1-81,6 4 0,-8 2 47,2-7 0,2 7-93,-1-2 0,-1-2-169,-5 2 0,0-5 89,0 5 0,0-2-87,0 2 1,0-3 71,0-8 1,0 1-560,0-1 0,-2-4-556,-3-1 1285,3-6 0,-12 3 0,6-7 0</inkml:trace>
  <inkml:trace contextRef="#ctx0" brushRef="#br0" timeOffset="1391">734 390 7953,'0'-8'1939,"0"-6"-1717,0 12-118,7-12 0,1 13 316,8-5 0,0 5-229,-1 1 0,-4 0-550,-1 0-20,7 0 0,1 0-457,2 0 0,-2 0 836,-3 0 0,1 7 0,0 1 0</inkml:trace>
  <inkml:trace contextRef="#ctx0" brushRef="#br0" timeOffset="1742">1218 125 9854,'0'16'883,"0"-1"-571,0 1 0,0 5-220,0-1 0,0 7-30,0-7 0,0 6-166,0-5 0,0 5-627,0-5 1,1 5 485,5-5 0,-3-6-11,7-4 83,-6-8 0,10 4-808,-4-7 1,-3-7 525,-2-3 1,-3-11 454,-2-5 0,7-3 0,2-3 0</inkml:trace>
  <inkml:trace contextRef="#ctx0" brushRef="#br0" timeOffset="1937">1264 172 7569,'-7'-23'-312,"4"1"1,-6-4 1206,2 5-327,2 11-5,5-4-77,0 12-235,0-5 0,9 9 100,6 3 0,3-2-206,8 8 1,-5 1-1,5 9 1,-2-2-200,2 7 0,2-5 106,-7 5 1,1 0-133,-1 5 0,-11 0 23,1 0 0,-8-5 114,-3 0 1,0-5 84,0 5 0,-7-8 110,-3-3 0,-6 1-158,-5-6 1,2-3-5,-7-2 0,5 2-590,-5-2 1,7 1 272,-1-6 1,2 0-1843,3 0 2069,6-7 0,-5 5 0,5-5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6:05.0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2576 344 7569,'-8'-7'3188,"1"6"-3274,7-6 134,0 7 0,7 0-127,3 0 0,-1 0 118,1 0 1,6 0 155,5 0 0,1 0 0,-1 0 0,-4 1-1119,4 5 1,2-3 199,-2 7 724,-8-6 0,1 10 0,-5-6 0</inkml:trace>
  <inkml:trace contextRef="#ctx0" brushRef="#br0" timeOffset="155">2623 516 7569,'-8'9'3046,"2"-2"-2569,12-7 0,-3 0-184,7 0 1,1 0-99,4 0 0,6-6 0,0 1 0,7-2-512,-2 2 0,-2 3-353,2-3 0,0-2 670,5 2 0,1-7 0,-1 3 0</inkml:trace>
  <inkml:trace contextRef="#ctx0" brushRef="#br0" timeOffset="897">3607 188 7729,'0'-15'1064,"0"-1"-881,7 0 1,-6 6 536,5-1-62,-5 8-458,-1-4 0,0 9-49,0 3 1,-7 4 23,-3 6 0,-6 10-164,-5 6 1,2 2 114,-7 8 1,-1-1-26,-10 2 1,9-2 13,-3-4 1,10-5 160,1 1 1,4-3-63,6-8 0,-3-5 95,8-6-155,0 0 0,12-1 34,3-4 1,11-3-215,5-2 0,5-2 74,6-3 1,1-2-101,4-3 0,-2-4-18,-4 3 32,-3 4 1,3-1-217,-10 3 144,4 3-39,-20-5 0,11 7 133,-12 0 27,-1 0-200,-1 0 147,0 0-201,-5 0 1,5 2-107,-7 3-1026,0-3 582,0 5-1206,0-7 1999,0 0 0,0 0 0</inkml:trace>
  <inkml:trace contextRef="#ctx0" brushRef="#br0" timeOffset="-2577">375 219 7569,'0'-24'544,"0"-5"-360,0 11 142,0-4 1,0 6 184,0 0-328,0 1 1,0-1-1,0 1 1,0 6 1112,0-5-825,0 12 0,0-6 71,0 2 338,0 5-317,0-6-38,7 7 8,-5 0-42,5 0 182,-7 0-442,0 7 0,0 1-1,0 8 1,-7 5-59,-3 0 0,-4 6 11,-2-1 1,-5 9-162,1 2 1,-6 4 68,5-4 0,-5 6-59,5-1 1,-5-3 37,5 3 1,-1-7-104,1 1 0,3-3 107,-2-2 1,7-5 14,3 0 1,1-7 164,-1 2-134,-4-3 82,12-3 253,-11-6-320,11 5-178,-5-12 53,7 4-29,0-6 53,0 0 1,7 0-107,3 0 1,6-1 44,5-4 0,-2 1 47,7-6 1,0 6-146,5-1 0,0 2 68,0-3 1,2 5 31,4-5 19,-4 5 30,5-6 1,-12 5 31,0-3-65,-7 3-9,4 2 207,-8 0 6,1 0-189,-8 0 84,6 0-55,-12 0 109,5 0 38,-7 0-176,0 0-197,0 7-492,0-5 220,0 5 127,0-7-1196,-7 0 660,5 0 118,-5 0 78,7 0-1463,0 0 2139,0-7 0,14-9 0,4-8 0</inkml:trace>
  <inkml:trace contextRef="#ctx0" brushRef="#br0" timeOffset="-978">844 703 8268,'-7'9'869,"5"-2"-594,-5-7 404,7 0-432,0 0 0,0-7-52,0-3 0,0-6-93,0-5 0,0-3-111,0-7 1,2-1-27,3 1 0,-1-7 42,6-4 0,-7-3-106,3-2 1,1-3 82,-2 3 0,2-1 51,-2 11 0,-2 3 59,8 8 0,-6-2 7,5 7 1,1 5-87,4 6 1,1 7 9,0-3 0,-1 5-55,1 1 1,-1 0 51,1 0 0,0 1-85,-1 5 0,-1 2 101,-3 8 1,1-1-194,-7 1 0,0 5 7,-5 0 1,0 5 80,0-5 1,-7 1 44,-3-1 1,-9-4-5,-2 4 0,-5-4 81,5-1 0,-7 0-90,2-1 0,4-4 277,1-1 0,4-5 84,1 6-155,7-8-162,2 11 0,9-7 6,3 3 1,4 4-6,7-3 1,4 2-1,1 3 1,5 0-112,-5-1 0,5 1 29,-5 0 1,0-1-145,-6 1 185,1-1 0,-7 1 146,-4 0 1,-3-6-51,-2 0 0,-7-4 29,-4 4 0,-4-7-85,-6 3 0,2 1 17,-7-2 1,5 0-330,-5-5 0,7 0 144,-2 0 1,9 5-1094,1 0 909,8 1 0,-2-6-517,10 0 1,0-2 859,11-3 0,3-4 0,12-7 0</inkml:trace>
  <inkml:trace contextRef="#ctx0" brushRef="#br0" timeOffset="-620">1234 344 7569,'0'-24'0,"0"1"844,0 15 0,0-6 413,0 3-253,0 5-340,0-1-446,0 27 0,0-6 48,0 17 1,0-5-72,0 1 0,0 2-12,0-3 1,0 2-99,0-2 0,2 2-597,3-8 0,-3 1 279,3-5 0,-2-6-95,3 1 332,-5-8 0,11 2-58,-6-10 1,6-5 89,-2-11 1,-1-3-77,1-8 1,1-6 6,4-3 0,1-1-69,-1-5 0,-1 5-130,-3-4 0,8-1 162,-4 5 0,5 6 7,-5 5 1,-4 8 37,-1 13 1,0 3-68,6 7 1,-6 1 234,1 5 1,-8 4-78,2 11 1,-3 3 75,-2 7 0,0 6-96,0-1 1,-5 8-217,0-3 0,0-1-129,5 2 1,-6-6-410,1 6 0,0-9 428,5-2 1,0-2 71,0-8 1,0-5-1436,0-6 1643,0-6 0,0-4 0,0-9 0</inkml:trace>
  <inkml:trace contextRef="#ctx0" brushRef="#br0" timeOffset="-471">1328 422 7569,'-16'0'451,"0"0"724,1 0-507,-1 0-200,8 0-353,1 0 0,8 0-182,5 0 1,2 0-497,8 0 0,6 0 338,4 0 0,4 0-284,1 0 0,2-5 509,3 0 0,-3-7 0,6 3 0</inkml:trace>
  <inkml:trace contextRef="#ctx0" brushRef="#br0" timeOffset="-254">1968 219 9592,'-16'0'723,"0"7"-442,1 4 1,-6 4 157,0 6 1,-5 3 69,5 8 0,1 1-166,4 3 0,0-3-67,1 3 1,6-8-82,4-2 0,3-7 177,2 2 1,2-5 129,3-6-92,4 4-226,6-12-47,1 5 1,6-7-713,4 0 333,-3-7 259,7-2-2411,-13-7 1649,12 1 0,-4-1 108,6 1 637,-7-1 0,6-7 0,-6-1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6:57.609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50 514 7569,'-16'0'322,"1"-2"1,4-3 0,5-6 169,5-4 0,2 4-392,5 0 1,11 0 140,10-6 0,6 1-24,6-1 1,5-5 41,11 0 1,-1 0 135,6 5 1,-6-1-388,1-4 1,2 5 47,-2 1 1,-1-1 149,-10 6 1,-4-2-292,-6 2 1,-3 2-1655,-4 3 602,-3 5-413,-14-7 927,-3 8 623,-14 8 0,-10 8 0,-9 10 0</inkml:trace>
  <inkml:trace contextRef="#ctx0" brushRef="#br0" timeOffset="201">514 365 8017,'17'-9'134,"-1"3"0,-1 6-265,-4 6 1,-4 8-77,-7 9 0,0 1 286,0-2 0,-7-2 231,-4 7 0,2-1-176,-2 2 1,2 3 50,-2-3 0,-2 3-509,7 2 1,-5 0 178,6 0 0,-1-5 147,6 0 0,0-8 111,0 2 0,2-9-1370,3-2 1257,5-7 0,6-4 0,1-10 0</inkml:trace>
  <inkml:trace contextRef="#ctx0" brushRef="#br0" timeOffset="1183">895 150 7569,'9'-17'564,"6"8"-428,-13 1 1,5 10-89,-7 4 0,0 10 202,0 12 0,0 5-24,0 6 1,0-2-32,0 7 0,-5-2 11,-1 2 1,1-1-88,5-5 0,0-3-43,0 4 0,0-10-251,0-1 51,0-8-36,0 4 0,5-16-10,1-8 1,7-8 60,-2-8 0,2-8 93,-2-4 0,9-3-117,-4-2 0,5 5-83,-5 0 1,1 8 122,-1-2 1,-5 6 52,0 4 1,1 5 19,4 7 1,-5 0 79,0 0 1,-7 9 275,1 8 0,3 1-149,-3 10 0,1-1-109,-6 7 0,2-1 2,3 0 0,-1-2 291,7-3 0,-6-4-169,6-8 0,0-1-183,6-4 0,0-4 190,-1-7-231,8 0 103,-5-7 1,10-4-181,-7-11 0,2-2 45,-2-4 1,-4-3 84,5 3 1,-11-3-16,-1-2 0,-7 0-258,2 0 1,-4 5-351,-2 1-123,0 6 407,0-3 460,-8 15-87,-1 2 1,-8 14 210,1 4 0,-1 9-203,1 3 1,5 4-61,0-5 1,7 6 483,-2-6-289,5 7 1,1-8-107,0 6 0,7-6-45,4 1 0,4-4-51,1-1 0,1-8-288,-1-4 106,1-3 1,1-2-66,4 0 1,-1-7 137,6-4 0,-8-4-54,-3-2-7,8-6 0,-18 2-267,10-6 0,-10 1 181,-1-2 0,-3-3 56,-2 3 67,0 4 0,0 1 318,0 6-62,0 8 575,0 1-549,0 8 0,0 2-96,0 4 0,0 5 110,0 11 0,0-2 320,0 8 0,0-6-223,0 5 1,6-1-87,-1 2 0,3 1-76,-3-7 0,-3 0-112,3-5 1,-3 0-296,-2-1 198,8-7 163,-6-1 1,5-16-51,-7-3 1,5-11-361,1-5 1,5-5 133,-6-1 0,8 0-4,-2 0 0,-1 0 82,1 0 0,0 5 13,5 0 0,-5 14 255,0-3-173,0 12 0,0-3-66,0 8 1,-5 0-53,5 0 707,-7 8-159,10 1 1,-10 2-44,7 0-105,0 0 43,6 6-320,-1-1 1,1-1 13,-1-4 1,1-4-111,0-7 34,-1 0 95,1 0 49,-1-7-63,-6-2 1,-3-2-116,-7 0 0,0 0-95,0-6 1,0 0 137,0 1 0,-6 5 45,1 0 0,-8 7 55,2-1-45,-4 3 1,-1 4 150,-1 3 1,6 4-95,0 8 1,0-1-39,-6 1 0,3 7 103,3 4 1,1 1 157,5-1 1,3 1-221,-3-7 1,3 6-155,2-6 0,7 0 124,4-6 1,4-1-99,1-4 0,8 2-123,4-7 1,3-3 45,2-8 1,0-10 86,1-7 1,-1-2-192,0 2 1,-2-4-562,-3-7 0,1 0 142,-7 0 706,0 0 0,2 0 0,2-1 0</inkml:trace>
  <inkml:trace contextRef="#ctx0" brushRef="#br0" timeOffset="1997">2485 1 6082,'-16'0'1235,"5"0"-908,0 0 1,5 1-104,-5 5 0,2 5 4,-2 11 0,-4 4-33,4 7 0,2 0 0,-2 0 0,7 13 80,-1 4 135,3 3-746,-5 4 717,5 2-197,-6 7-1,8 8-1016,-7 2 1017,5-1-57,-5-1 0,7-8-29,0 0 1,0 0-98,0 1 34,0-8 0,-6-10 218,1-10-144,-8-11 0,4-1 658,-8-10-949,1 3 917,-1-18-831,0 5 216,-7-14-886,6-2 372,-13-15 203,12-2 57,-12-7-1,20 0 72,-11-8 0,20 4-419,-3-7 0,5 7 125,5-1 1,6 3 77,11 2 1,4-1 40,7 1 1,2 2 311,4 3 0,1-1-65,4 7 1,10-6 10,-4 6 0,-3-5-120,-2 5 0,-7-1 32,6 7 0,-12 5 182,1 0 1,-11 2 14,0-2-202,-11 3 100,-4 8 0,-8 0 404,-5 0 0,-5 8-125,-11 3 0,3 3 30,-3 3 1,-2-1-161,2 1 1,0-6-87,6 0 1,5-2-29,0 2 184,7 4-87,-3-13 1,14 5-31,4-7 1,4-2-513,1-3 0,8-6 110,4-11 0,-2 3 11,1-3 0,-1-2 62,2 2 1,-1-5-1,-10 5 1,9-1 24,-10 7 73,4-1 0,-3 3-24,-1 3 1,-5 3 77,1 8 0,-7 0 490,6 0 1,-5 2-156,5 4 0,-6 3 56,6 7 0,-5 1-90,5-1 1,-6 7-90,6-1 0,-5 0-155,5-6 0,-6 1 138,6-1 1,-7 1 166,2 0-125,-4-8-262,-2 6 104,0-14 0,-2-1-103,-4-11 1,4-5-71,-3-6 0,-3 1-265,3-6 1,-1 5 254,6-6 0,-5 8 120,-1-2 0,3 3-168,8 3 1,-1 1-57,7 4 1,0-2 111,6 8 1,5-6 28,0 5 0,5 1 147,-5 5 1,6-6-121,-6 0 0,6 1 21,-6 5 0,5-6 14,-5 1 0,1-8-8,-7 2 1,-5 2-99,0-2 0,-7 0 85,1-6 1,-5-5-138,-5 0 0,-4 5 169,-8 6 0,1 8 224,-1-3 1,0 6-1,1 6 1,-1 5 251,1 11 1,5 4-110,0 7 1,7 2-91,-2 3 1,5-3-83,1 4 1,7-2 66,4 1 1,9-3-221,2 4 0,8-4 0,-4-2 0</inkml:trace>
  <inkml:trace contextRef="#ctx0" brushRef="#br0" timeOffset="2710">4407 282 7569,'-11'-2'-51,"0"-1"1,-2-3 0,-2 2 25,-1 3 1,5 1 146,0 0 1,5 0 0,-5 0 0,6 0-8,-6 0 1,5 0 363,-5 0 1,5 1-134,-5 5 0,6 3-133,-6 8 1,5-1-123,-5 1 1,0 1-27,-5 4 1,-6 4-60,-1 7 1,-6 6 92,1 0 0,3 1 45,-3-1 1,6-4-89,-6 3 0,6-3-156,-5-2 1,6-1 129,-1-5 1,9-3 33,2-7 1,8-6 81,-3 0 6,4-7-199,2 3 1,2-9 73,4-3 1,8-3 36,9-3 1,0-4-1,0 4 0,2-3-225,8-3 1,1 6 42,-1 0 0,5 5 103,1-5 1,5 8 13,-5-3 0,1 4 12,-1 2 1,-4 6-48,4-1 1,-10 6 33,-1-5 1,-8 5 0,2-5 0,-4-1 27,-1-5 222,-8 0-126,6 0 0,-13-7 84,3-4 0,-5-4-154,-5-2 1,-3-1-36,-3-4 1,-3-6-171,3-10 1,-10 1 86,-1-7 0,-2-6 114,2-5 1,4 1-37,-4 10 0,5 6-574,6 10 1,-4 4 171,4 7 1,2 3-241,-2 3 206,7 3 0,-8 18-590,6 6 1014,0 8 0,14 9 0,1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00.861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0 330 7569,'8'-24'222,"-6"6"-155,5-6 1,0 14 247,-5 3 85,5 7-158,-7 0 1,0 9-1,0 8 0,0 7 68,0 9 1,0 5-74,0 1 0,0 7-42,0-2 0,0-3-12,0-3 1,0 1-432,0-6 1,0 2 148,0-13 18,0-7 258,0 0 1,0-21 84,0 1 1,2-16-367,4-6 1,1-6 60,4-6 0,4-3 129,-4-8 1,4-5-90,1 0 1,1-8-486,-1 2 1,3 4 263,3 2 0,-4 5 119,4 6 1,-3 13-138,-3 14 1,1 3-38,-1 8 0,1 2 285,0 10 1,-1 12-78,1 15 1,-8 2-44,-4 10 0,-3 4 10,-2 6 1,0 3 287,0-3 1,0-2-157,0 8 1,0-8-94,0 2 0,0-9-434,0-1 1,6-10-157,-1-2 0,1-7 655,-6-10 0,0-7 0,-7-1 0,-3-8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01.47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100 446 7569,'-24'-17'0,"6"3"704,-4 3-393,11-4 1,-2 11 273,7-7-402,1 8 1,7-5-253,3 8 1,12-2-37,10-3 0,7 1-159,4-7 203,-3 7 0,13-10 102,-4 3 1,6-4-66,5-2 1,-5 3-160,0 3 0,-3-4 56,-8 4 1,0 2 83,-6-2 0,-7 1 22,-4-1 0,-4-2 178,-1 8 1,-6-1 172,0 6 40,-8 0-289,5 0 0,-8 8 19,0 3 0,0 9 58,0 2 0,0 8-45,0-3 0,0 5 5,0 1 1,0-2-80,0-3 0,0 1-340,0-7 0,0 0 10,0-5 7,0-1 305,0-6 1,-2-3 77,-4-7 1,3-9-178,-8-8 1,5-1 55,-5-10 0,7 0 14,-1-5 0,3-7-31,2-4 0,0-2-353,0 2 1,7-3 211,4 9 1,4 1 97,2 9 1,5 4-38,0 8 1,6 5-36,-6 0 0,5 7 260,-5-1 0,6 5-72,-6 5 0,0 4-87,-5 8 0,-1-1 83,1 1 1,-8 0-30,-3-1 1,-5 6-6,-1 0 0,-1 0-12,-5-5 0,-5 0-20,-11-1 1,2-1-2,-8-4 1,2 2 378,-1-8 1,-3 6-150,8-5 0,6-1-24,4-5-7,1 0-63,2 0 0,15 0-73,10 0 1,6 0-142,1 0 0,0 6 88,5-1 0,1 6-94,-6-5 1,4 7 128,-5-2 1,0 2-56,-5-2 0,-8 4-24,-3-4 0,-5 3 131,-1 3 1,-7-1 578,-4 1 1,-11 0-333,-6-1 0,3-1-107,-3-4 1,0 2-190,-5-8 1,6 6-235,-1-5 1,13-1-436,-1-5 524,10 0 0,-1-1 67,7-5 1,15-3-45,7-8 111,7 8 0,4-13 0,0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01.66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166 50 7569,'9'-17'367,"-1"1"135,-8 6-258,0 3 0,-10 7 99,-6 0 1,-3 13 116,-8 3 0,7 12-80,-2 0 1,3-3 140,3 3-384,6 0 1,1-3 137,4-2-91,3 2 120,-6-6-428,16 5 132,1-15-172,8 6 1,5-14-151,0 5 0,7-4-202,-1-2 0,-2 0-1646,1 0 2162,1 0 0,5-8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02.106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0 379 7569,'0'10'913,"0"-3"-548,0-7-797,0 0 632,8 0 75,-6 0 44,5 0 83,0 0-178,-5 0 1,7-2 273,-3-3-93,3-5-256,8-14 1,-1 1-228,1-5 75,7-3 0,0 3-405,3-11 0,5 4 320,-5-3 0,-1 8 154,2 3 1,-8 6-148,2-1 0,-4 9-212,-1 2 0,-6 8 212,0-3 0,-2 12 199,2 5 0,2 11-94,-7 5 0,5 5 222,-6 1 1,10-6 40,1 1 1,3-8-76,8 2 1,-3-11-84,10-5 1,-5-4 2,10-2 1,-4-2-366,-2-4 156,0-3-370,0-7 0,0-1-1249,0 1 1253,-7-1 443,5 0 0,-12-6 0,5-3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02.626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242 117 7569,'7'-26'-70,"-5"2"801,12 15-613,-12 1 1,6 16 9,-8 3 1,0 9-15,0 2 1,-13 8 115,-4-3 1,-5 5 643,0 1-605,-4 0 0,-5-2 222,3-3-290,-3 3 1,13-13 94,-4 5-223,3-5-61,3-2 104,6-6 0,10-3 64,11-7 0,12 0-174,4 0 1,12 0-234,5 0 0,6-5 8,5-1 19,-4 0-384,7 6 477,-9 0 89,1 0-323,-8 0 169,-1 0 134,-8 0 55,0 0-46,-7 0 4,-2 0-18,-15 0 253,6 0 0,-12 0-264,8 0 277,-7 0 1,3-7 177,-7-4 1,-1-4 497,-5-1-589,4-1 0,-13-1-43,4-4 1,-9-4-221,-2-7 1,-2 0-430,2 0 1,4-1 159,-4 1 203,3 0-7,3 7 1,-1 2 25,0 8 0,6 1-1069,0 4 184,8 4-1306,-12 7 1101,6 7 1090,0 2 0,-6 15 0,6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6:34.460"/>
    </inkml:context>
    <inkml:brush xml:id="br0">
      <inkml:brushProperty name="width" value="0.08571" units="cm"/>
      <inkml:brushProperty name="height" value="0.08571" units="cm"/>
      <inkml:brushProperty name="color" value="#004F8B"/>
    </inkml:brush>
    <inkml:brush xml:id="br1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7621 596 7569,'0'-16'716,"0"5"-326,0 0 0,0 7-296,0-3 40,0 7 1,-2 7-170,-3 4 0,-5 13 86,-6 9 0,-1 8 112,1 8 0,-1 7-131,1-1 0,-1 6 52,0-6 0,6 0 16,0-5 1,8-2 0,-3-4 1,4-6-424,2-10 1,6 1 175,-1-6 1,8-7 146,-2-5 1,6-7 13,5 1 0,-2-5 8,8-5 0,-6-6-221,6-11 0,-3-4 66,3-7 0,-4 0-25,-8 0 1,1-2 82,0-4 1,-8 4 19,-4-4 0,-3 10-78,-2 1 197,0 8-131,0-4 53,0 15 1,0 3 55,0 12 1,-5 5-40,-1 11 0,-1-4 98,1 4 1,4-1-68,-3 1 1,5-4-24,5 4 1,-1-5-78,7-6 26,0 4 0,6-12 47,-1 8 1,1-7-2,-1 2 0,1-12-89,-1-5 0,-4-4 78,-1-1 0,-2-1-195,2 1 0,-4-7 59,-7 1 0,0-7 10,0 1 0,0 4 100,0 2 1,-7 4-3,-4 1 0,2 1 31,-2-1 0,5 8 104,-5 3 0,7 3-11,-1-3 0,1 4-83,-1-3-55,3 3 1,-4 2 41,12 0 1,3 0 17,7 0 0,-4 0-8,-1 0 0,1 0-13,11 0 0,-5 0 11,4 0 1,-9 0 3,-2 0 122,0 0-132,6 0 104,-1 0 0,-5 0-64,0 0 52,-7 0-65,3 0 0,-1 2 1,-1 3 0,1-1-23,-6 7-8,0-7-55,0 11 78,7-6 0,-5 7 103,4 1 1,-5-6-107,-1 0 1,0 0 111,0 6 1,2-1-14,4 1 1,-4-1 76,3 1 1,-3 5-81,-2 0-47,0 0 1,0-5-136,0-1 149,0 1-121,0-8 1,0 0 75,0-3-10,0-4 1,0 3-45,0-10 1,0-5-73,0-6 0,5-1-20,1 1 0,0-3-95,-6-3 1,1-4 104,5-7 0,-4 0 52,3 0 1,3 0-6,-3 0 0,6 7-15,-5 4 1,5 4 145,-6 1 0,6 6-31,-5 0-56,7 7 28,-4-3 71,7 7 0,-1 2 20,-4 3 1,-2-3-94,-3 4 1,-4-3 61,3 3 0,3-3-48,-3 8 0,3-5 25,-3 5 0,-3 0-24,3 6 0,-3-1 5,-2 1 0,0-1 23,0 1 0,0 5 2,0 0 0,0 6-80,0-6 0,0 5 55,0-5 0,0 6-144,0-6 164,0 0 125,0-5 1,0-6-17,0 0-133,0-7 0,0 1 119,0-10 0,0-5 184,0-6 0,0-3-310,0-3 0,6-3 86,-1-9 1,3-4-214,-3-1 0,4-7 68,8 2 1,1-2-312,5 2 0,-5 5 166,4 11 1,-4 5 25,-1 6 0,-6 2-205,0 4 0,-5 4-380,5 7 0,-6 2 179,6 3 1,-7 4 560,1 8 0,-3 0 0,-2 6 0,0 3 0</inkml:trace>
  <inkml:trace contextRef="#ctx0" brushRef="#br0" timeOffset="-14654">614 348 6609,'0'-9'811,"-7"-6"-633,5 13-24,-6-5-71,8 7 945,0 0-955,-7 0 0,-2 2 20,-8 3 0,6-1-45,0 7 0,0 0-25,-5 6 1,1-1-1,4 1 0,-10-1-66,5 1 0,-6 1 58,0 4 0,2-1-80,-8 6 1,6-7 87,-6 2 1,2-3-10,-1-3 0,3 1-12,7 0 1,1-1-28,-1 1 108,1-1 46,-1 1 0,2-6-35,4 0 21,4-7 13,7 3 0,2-7-81,3 0 1,5 0 6,6 0 1,1 0 7,-1 0 1,1 0-14,-1 0 0,6 0-32,1 0 1,4 0-74,-5 0 0,6 2 55,-6 3 0,2-3 32,-2 4 0,-4-4-42,4-2 0,2 0 29,-2 0 1,1 0-7,-7 0 0,-5 0-17,0 0 1,-5 0-235,5 0 98,-8 0 49,5 0-146,-1 0 106,-5 0-88,5 0 0,-5 0 101,4 0 1,-3 0 38,8 0 0,-5 0-165,5 0 0,0 0-1496,6 0 1741,-1 7 0,1-5 0,-1 5 0</inkml:trace>
  <inkml:trace contextRef="#ctx0" brushRef="#br0" timeOffset="-13534">1011 414 7078,'0'-11'-88,"0"0"449,0 7-38,0-3-140,0 7 0,2-5 89,4-1 2,-4 1-1,5 5-76,-7 0-179,7 0 204,-5 0-100,6 7 1,-8 2 24,0 8 0,0-1 12,0 1 0,0 1-30,0 4 0,0-1-13,0 6 0,0 1 14,0 5 1,0-2-13,0-3 0,0 1-232,0-7 1,0 0-25,0-5-4,0 0 224,0-1-14,0-7-84,0-1 1,5-16 30,1-3 0,-1-3-4,-5-3 1,6-7 9,-1-4 0,1-3-363,-6-2 1,5-6 102,1 1 1,5-8 3,-6 2 0,8-3 144,-2 3 1,2 4 29,-2 7 1,2 7 49,-7 4 0,5 9-177,-6 2 101,8 7 1,-4-1 83,8 10 1,-6 4 237,0 8 1,0 7-53,6 4 0,-3 3-121,-3 2 1,2 2-132,-7 4 1,5 1-163,-6 4 1,1 4 180,-6-4 1,5-3 38,1-3 1,-1-4-313,-5-7 1,6-3-172,-1-7-604,1-8 1098,-6-2 0,-15-7 0,-3 0 0</inkml:trace>
  <inkml:trace contextRef="#ctx0" brushRef="#br0" timeOffset="-12860">1045 580 7569,'-17'-7'-141,"8"-3"141,1 1 0,8-6 579,0 14 0,8-7-240,3 8 1,4 0-246,1 0 1,8-2 44,4-3 0,3 1 8,2-7 1,6 6 0,-1-6 0,7 5-486,-7-5 0,1 0 144,-6-6 0,4 6-25,-4 0 1,2 0 167,-13-5 1,0 1 33,-5 4 252,-1-4 0,-1 11 33,-4-7-275,-4 8 37,-7-5 1,-1 10 270,-5 4 0,2 3-40,-7 8 1,8 1-86,-3 4 0,-1 4-108,1 7 1,-5 0-114,6 0 0,-3 0-295,3 0 1,3-5 34,-4 0 234,5-8 14,1 4-75,0-15 51,0-2 81,0-21 0,-6-5-94,1-14 1,-1 6-84,6-1 0,0-2-11,0-8 0,0 1 94,0-7 1,0 5 38,0-5 1,2 13-50,3-2 1,-1 10 154,7 1 1,0 11-86,6 6 0,1 3 62,4 2 1,-3 0-17,3 0 1,-4 0 15,-1 0 1,-1 7-112,1 4 0,-1 4 63,1 2 1,-6-1 4,0 1 1,-7-1-56,1 1 1,-3 1 11,-2 4 1,-2-5 65,-3 0 0,-5-1 109,-6-5 1,-1 2-78,1-2 0,-3 2 131,-3-7 1,6 1-32,-1-2-75,1-3 84,6 6-144,1-8 1,9 1-77,11 5 1,6-4 46,5 3 1,2 3-131,3-3 1,5 6 43,-5-5 0,3 7 38,-3-2 0,-3 3 124,-7 3 0,-2-6-87,-4 0 1,-4 0-14,-7 6 0,-2-6 115,-3 0 1,-10-2 297,-7 2 0,-8 2-175,3-8 0,-10 6 19,-2-5 0,-5 5-170,5-5 1,6-1-177,6-5-651,-1 0 604,2 0 0,10-7 135,10-4 0,19-4-24,9-2 1,8-5 72,3 0 0,15-7 0,3 3 0</inkml:trace>
  <inkml:trace contextRef="#ctx0" brushRef="#br0" timeOffset="-12660">2121 414 7569,'8'-9'0,"-6"0"0,3 3 598,-3 4-324,-2 2 0,-13 4 28,-4 7 1,-5 8 83,0 8 1,2 4 76,-8 3 1,8-1-143,-2 0 1,9 6-127,2-1 0,7-1 0,-1-9 0,3-3-66,2-3 0,6-9-49,-1 4 1,10-10-172,1 4 0,3-7-424,8 2 0,-4-10 328,4-2 0,1-7-899,5 2 0,0-3 112,0-3 974,-7 1 0,13-8 0,-4-2 0</inkml:trace>
  <inkml:trace contextRef="#ctx0" brushRef="#br0" timeOffset="-12462">2602 547 7569,'0'-17'1042,"0"8"-207,0-6-244,0 13-408,0-5 1,7 7 11,4 0 0,4 0-95,1 0 0,7 2-896,-1 3 0,7-1 353,-1 7 1,-4-2 38,-2 2 0,-4 4 404,-1-4 0,-1 4 0,1 1 0</inkml:trace>
  <inkml:trace contextRef="#ctx0" brushRef="#br0" timeOffset="-12335">2635 795 7569,'-9'9'1928,"3"-1"-1619,12-8 0,-3 5-343,8 1 1,2-1 151,9-5 0,-1-1 15,6-5 0,3 2-664,8-7-1300,-3 8 1831,6-12 0,-1 6 0,3-8 0</inkml:trace>
  <inkml:trace contextRef="#ctx0" brushRef="#br0" timeOffset="-11527">3629 398 7569,'2'-11'-117,"3"0"0,-3 5 526,4-5-42,-5 7 22,-1-10 57,0 12-43,0-6-104,8 8-241,-6 0 1,5 2 90,-7 4 1,-2 10-13,-3 12 1,-6 3-9,-12 2 0,3 8 8,-7 3 0,4 4-6,-4 2 1,7-6-13,-2 0 1,3-7-253,3 1 0,1-10 109,4-6 1,-2-4 143,7-1 0,1-6 220,5 0-252,0-7 0,2 3 52,3-7 0,12 0-51,10 0 0,5-2 20,1-3 1,5 3-14,1-4 0,0-1-372,-6 2 1,-2-1 43,-3 6 1,-4 0-136,-8 0 0,1 0-288,-1 0 91,-6 0 0,3 2 265,-8 3 0,1-1-264,-6 7 563,0-7 0,0 11 0,0-6 0</inkml:trace>
  <inkml:trace contextRef="#ctx0" brushRef="#br0" timeOffset="-10254">4374 381 7501,'-9'0'610,"-4"13"-303,8 4 1,-8 10-65,2 1 1,-10 5-131,-1 6 1,4-3 65,1 9 1,10-9 22,-10 3 0,6-6-122,0-5 1,4-4-505,7-8 470,0 1 91,0-8 0,0-3-60,0-12 0,7-5 5,4-11 1,4-4-160,2-7 1,-1 0 103,1 0 0,5-8 70,0-3 0,0-6-89,-5-5 1,-1 4-358,1-5 1,5 10 206,0 2 1,0 15 18,-5 1 0,-3 8 113,-3 3 1,4 8-47,-4 4 0,-2 5 124,2 5 1,-7 10-67,2 7 1,-5 9-33,-1 2 1,0 0 61,0 6 0,-1 3-50,-5 3 1,4-5-130,-3-1 0,-3-2-210,3 1 1,-3 3-19,3 3 1,3-9-206,-3-8 0,-5-6 14,9 3 566,-14-15 0,6-17 0,-8-10 0</inkml:trace>
  <inkml:trace contextRef="#ctx0" brushRef="#br0" timeOffset="-10110">4275 596 7569,'-9'-11'950,"3"0"-720,4 8 0,4-10-35,4 7 0,-3 1-109,8 5-163,0 0 1,8 0-15,3 0 1,-2 0-134,8 0 1,-1 0-31,6 0 0,-3-2 185,3-4 0,-3 3-468,8-8 1,3 5 103,-3-5 433,1 0 0,-6-13 0,0-2 0</inkml:trace>
  <inkml:trace contextRef="#ctx0" brushRef="#br0" timeOffset="-9910">4871 365 7569,'9'-17'23,"6"0"0,-13 6 408,3 0 46,-3 8-132,-2-5 0,0 10-108,0 4 0,-5 5-31,-1 11 1,-5-2 7,6 8 0,-6-1-21,5 6 1,-1-1-55,1-5 0,4 5-124,-3-5 0,5-3 13,5-2 0,5-3 97,6-3 0,1-1-175,-1-4 1,1-4 39,-1-7 1,1 6 46,0-1 0,-1 1-210,1-6 1,-1-6-868,1 1 0,-6-8 340,0 2 1,-7-4-1,1-1 0,-3 5 700,-2-1 0,-7 1 0,-10-5 0,-9-1 0</inkml:trace>
  <inkml:trace contextRef="#ctx0" brushRef="#br0" timeOffset="-9776">4888 514 7569,'-24'0'0,"5"-6"77,-3 1 1,9-1 375,2 6 17,8 0-195,-5 0-92,8 0 1,2 0 22,4 0 1,5 0-307,11 0 0,-2-2 112,8-3 0,-6 3 191,5-4 1,-5 4-243,6 2 0,-8 0-1074,2 0 1,2-5 255,-2-1 857,-7 1 0,0-2 0,-6-3 0</inkml:trace>
  <inkml:trace contextRef="#ctx0" brushRef="#br0" timeOffset="-9593">4921 331 7672,'-2'-11'384,"-3"0"0,1 6 6,-7-6-338,7 7 0,-5-9-62,3 8-535,5-8 408,-7 4 1,16-1-362,3 5 1,-2-3 268,2 3 1,0-1-211,5 6 439,8 0 0,-5-7 0,5-2 0</inkml:trace>
  <inkml:trace contextRef="#ctx0" brushRef="#br0" timeOffset="-9146">5517 166 7569,'9'0'616,"-1"-2"-433,-8-4 1,5 3 183,1-8 152,-1 7-72,-5-11-372,0 13 1,-1-5 36,-5 7 0,-3 7-63,-8 4 0,1 4 30,-1 2 0,-5 5 124,0 0 0,0 7-208,5-1 1,-5 3 78,0 2 0,6-5 29,4 0 1,7-8 2,-6 2 1,7-4 460,-1-1-273,3-1 1,2 1 111,0 0-363,0-1 0,7 1 129,4-1 0,4-1-175,2-4 1,1 4 58,4-4 0,2-2 103,4 2 1,5-7-92,0 1 0,0-3-480,6-2 0,-4 0 33,-2 0 0,0-2-165,0-3 1,-5 1-510,-1-7 1,-7 0 445,3-6 0,-5 5 607,-1-5 0,-1 4 0,1-11 0</inkml:trace>
  <inkml:trace contextRef="#ctx0" brushRef="#br0" timeOffset="-8317">283 1441 7569,'0'-16'658,"0"6"-347,0-4 187,0 12-368,0-5 0,0 14-32,0 4 0,-6 9 29,1 2 1,-8 10 10,2 1 0,-10 0 167,-1 6-155,-7 3 1,10-2-148,-3 5 1,-2-5 93,2-7 0,2-2 94,9-3 0,-4 1-80,4-6 0,2-3 139,-2-9 60,7 4 12,-3-6-224,7 7 0,9-6-13,8-5 1,1 2-125,10-1 1,-1-1 108,7-5 0,-1 6-166,0 0 1,-2-1 36,-3-5 1,1 0 83,-7 0 0,0 0-181,-5 0 0,-1 0-625,1 0 0,-6 0 340,0 0 1,-5 0-324,5 0 364,-8 0 0,10-2-95,-7-3 0,1 3-382,-1-4 877,-5 4 0,14-5 0,-6-2 0</inkml:trace>
  <inkml:trace contextRef="#ctx0" brushRef="#br0" timeOffset="-7727">1111 1524 7569,'-9'-7'-248,"1"5"529,8-5 0,-2 7-21,-3 0 0,1 1-18,-7 5 1,6 3-91,-6 8 1,5 1-66,-5 4 0,2-3-8,-2 3 1,-4 3 6,4 3 0,-4-2 78,-1 1 1,-1-6-95,1 1 1,5-4-33,0-1 1,1-1 129,-1 1-85,-3-1 1,12-5-26,-4 0 118,4-7-254,2 11 153,0-13 7,8 5 0,1-7-67,8 0 0,-1 0-55,1 0 0,-1 6 74,1-1 0,-1 1 5,1-6 0,-1 0 19,1 0-14,0 0 0,-1 0-50,1 0 1,-6 0 47,0 0 1,-6 0 6,6 0 0,-7-2 28,2-4-66,3 4 1,-6-5-63,9 7 19,-9 0 0,6 0-97,-3 0 157,-4 0-344,5 0 83,-7 0-636,0 0 1,0-7-1,0-2 1</inkml:trace>
  <inkml:trace contextRef="#ctx0" brushRef="#br0" timeOffset="-7178">1011 1541 7339,'10'0'-990,"-3"0"1233,-7-8-158,0 6 0,0-7 86,0 4 139,0 3 46,0-5 1,6 5 83,-1-4-274,1 4 1,-5-5-76,5 7 0,-2 0 230,7 0-178,0 0 1,5 0 177,1 0-294,-1 0 1,1 2-14,0 3 0,-3-1-87,-3 7 0,2 0 128,-7 6 0,-1 1 40,-5 4 0,0 4 45,0 7 1,0-4-54,0 5 0,0-5 2,0 10 1,-5-4 22,-1-2 1,-1 0-150,1 0 1,4 0 21,-3 0 0,-2-1-113,1-5 0,1 3 6,5-8 1,-2 2-408,-4-2 37,4-4 1,-5 6-64,7-7-726,0-8 857,7 6 1,-3-14 423,7 5 0,-7-12 0,3-3 0</inkml:trace>
  <inkml:trace contextRef="#ctx0" brushRef="#br0" timeOffset="-6900">995 1690 7728,'-17'-9'734,"6"1"-675,0 8 1,0 2 126,-5 4 0,-1 10 9,1 12 0,-3-3 0,-3 3 0,4 7-3,-4 9 1,-2-3-180,2-3 1,-1 3-167,7-2 0,1-1-218,4-5 0,-2 0-393,8 1 0,-1-7 128,6 1 636,0-8 0,8 4 0,1-7 0</inkml:trace>
  <inkml:trace contextRef="#ctx0" brushRef="#br0" timeOffset="-6512">1591 1806 7569,'0'-11'395,"0"0"200,0 0-106,8 1-17,-7 3-272,7 7 0,-16 2-31,-3 3 1,-3 6-12,-3 11 1,1 4 50,-1 7 1,0-1-15,1-5 0,1 8-191,4-7 1,4 5 140,7-11 21,0 8-3,0-12-61,7-1 52,2-3 28,8-5-68,-1 1 1,1-3 128,0-7-622,6 0 249,-4 0 95,5 0-1104,0-7 559,-6 5 296,13-13 94,-5 6-1541,0 0 744,-2-6 987,0 6 0,-6-8 0,6 1 0</inkml:trace>
  <inkml:trace contextRef="#ctx0" brushRef="#br0" timeOffset="-5692">1989 1690 7569,'0'-11'560,"0"0"-142,0 7 73,0-3-294,0 7 0,-2 0 248,-4 0-216,5 0-92,-7 0 1,3 1 90,-1 5 0,-1 5 47,1 11-45,4 4-47,-12 7-45,12 0 0,-11 0-19,8 0-217,-8 1 0,9-1 103,-7 0 1,7 0 137,-1 0 1,1-7-235,-1-4 0,3-4-248,-4-1 120,4-8 123,2-2 0,0-7 76,0 0 0,0-7-151,0-4-90,8-4 0,-6-9-83,3-3 300,-3-5 0,0-8-93,3-4 0,-3-4-411,4-2 324,-5 1 108,-1-1 0,8 8 145,3 3 0,-2 6-368,2 5 197,0 4 0,6 9 327,-1 4-2,1 4 0,-1 7-48,1 0 1,5 6 22,0-1 0,0 8 26,-5-2-158,-8 4 25,6 9-36,-6-6-5,0 6 20,-2 0-7,-7-6 3,0 6 0,-7-5 5,-4 3 0,-4-6-111,-1 1 43,-8-1 0,5-8 47,-3 3 1,4 2-4,1-8 17,1 1-23,7 1-52,1-5 1,16 5 52,3-7 1,11 2 4,5 4-5,5-4 1,1 10-175,0-6 206,0 7 0,0-9-53,0 7 149,-7 0 0,-2-2-132,-7 6 112,-1-14-103,-7 14 7,-1-13 79,-8 13 1,0-12 153,0 8 1,-10-7-137,-6 2 1,-2 1-18,-10-1 0,0 5 155,-5-6-403,-7 8 0,7-11-98,-1 3 0,3 3-586,9-3 623,0 1-363,13-6 338,1 0 1,10 0-1127,4 0 1366,10 0 0,10-15 0,7-3 0</inkml:trace>
  <inkml:trace contextRef="#ctx0" brushRef="#br0" timeOffset="-5535">2602 1723 7569,'0'-11'0,"0"0"0,0 7 878,0-3-285,0 7 0,2 0-345,3 0 1,4 0-335,8 0 0,1 2 128,4 3 46,4-3-18,0 5 0,5 1-1271,-12-6 1,5 12 156,-8-3 1044,1-3 0,-1 14 0,1-4 0</inkml:trace>
  <inkml:trace contextRef="#ctx0" brushRef="#br0" timeOffset="-5410">2734 1938 7569,'-9'8'0,"2"-7"334,7 7-167,0-8 0,7 7 919,2-5-791,8 5 1,5-7-264,0 0 1,7-1-462,-1-5 0,3 2-1366,2-7 1795,1 8 0,-1-12 0,0 6 0</inkml:trace>
  <inkml:trace contextRef="#ctx0" brushRef="#br0" timeOffset="-4950">3546 1590 7569,'9'0'519,"-1"0"-312,-8 0 742,0 0-664,-8 8 1,4 6 9,-7 9 1,0 6-36,-5-1 0,-1 3-122,1 2 0,-1-2 0,1-3 0,5 3 10,-1-3 0,3-4 20,-2-2 0,4-4 50,7-1 1,0-6 28,0 0 1,7-7-163,4 1 1,13-3 83,9-2 1,2 0-230,9 0 1,-5 0 81,5 0 1,-7 0 116,2 0 1,-6 0-15,-5 0 0,1 0-3,-7 0 1,-5 0-1285,-6 0-1779,0 0 1356,5 0 147,-7 7 1438,-1-5 0,-8 5 0,0-7 0</inkml:trace>
  <inkml:trace contextRef="#ctx0" brushRef="#br0" timeOffset="-4126">4209 1706 7569,'0'-16'706,"0"7"-132,0 1-423,0 8-60,0 0-29,0 8 1,0 6 72,0 8 1,0 8-105,0-3 0,0 5 98,0 1 0,0-2 24,0-3 1,0 1-109,0-7 0,0 0-323,0-5 296,0-1 76,0-6 143,0-3 1,0-11-64,0-7 1,5-2-279,1-14 0,5-1 86,-6-5 1,8-2 112,-2-4 1,4-3-89,1-8 1,3 1-428,3-1 1,-4 6 219,4 0 0,-3 14 99,-3 3 1,1 8 87,-1 8-61,1 4 0,-2 9 120,-4 3 1,2 4-102,-8 8 0,1 7 16,-6 3 1,0 5 36,0 1 0,0 0-205,0 0 0,0 6-46,0-1 0,-2-1-58,-4-9 0,5 1-893,-5-7 685,4 1 519,2-7 0,-7-7 0,-2-1 0</inkml:trace>
  <inkml:trace contextRef="#ctx0" brushRef="#br0" timeOffset="-3976">4275 1789 7569,'-17'-2'1135,"1"-3"-831,6 3 0,3-5-247,7 7 156,0 0 0,7 0-200,5 0 1,4 0 55,6 0 0,4 0-106,7 0 0,2 0-372,4 0 336,3 0 1,8 0-658,-1 0 1,-4-2 162,-1-4 567,0 4 0,-2-12 0,-1 4 0</inkml:trace>
  <inkml:trace contextRef="#ctx0" brushRef="#br0" timeOffset="-3768">5020 1574 7569,'0'-9'1350,"0"1"-880,0 1 29,0 5-436,-7 9 1,5 4 72,-3 12 0,3 0-190,2 0 0,0 0 118,0 0 0,0-5-516,0 4 0,0 2 34,0-2 1,0-5-643,0-6 564,0-8-270,0 12 438,0-13 328,0 5 0,7-21 0,2-5 0</inkml:trace>
  <inkml:trace contextRef="#ctx0" brushRef="#br0" timeOffset="-3521">4921 1458 6671,'0'-20'-183,"0"3"1,2 10 861,3-4 1,-1 7-420,7-2 0,-6 12-77,7 5 1,-1 4-24,5 1 1,6 6 45,0 0 1,2 8-94,-2-3 1,-1 5 69,6 1 1,-7 0-164,3 0 0,-5 0-35,-2 0 1,-4-1-46,-1-5 1,-8-1 89,3-4 1,-4-7 142,-2 7 173,-8-15 1,-3 14-104,-11-16 0,2 2-264,-8-1 0,-1-4-46,-10 3 1,4-3-146,-3-2 1,8 0-39,2 0 1,3 0-234,-3 0 0,10-5 307,7-1 0,7-1 10,-2 1 1,5 3 165,1-8 0,14 7 0,5-3 0</inkml:trace>
  <inkml:trace contextRef="#ctx0" brushRef="#br0" timeOffset="-3054">5550 1491 7569,'0'-17'0,"0"6"0,0 0 911,0 8-180,0-5-433,0 8 1,-5 8-203,-1 3 0,-5 9 315,6 2-205,-8 7 0,9-3-8,-7 7 0,7 0-24,-1 1 1,-2-1 8,1 0 1,1-2-116,5-3 1,7-4-102,4-8 0,4 1 143,1-1 1,6-6-79,0-5 0,8 2-125,-3-1 1,10 0-203,2-6 0,-6-6-360,-5 0 1,-6-5 334,5 6 1,-6-6 122,1 5 1,-9-1 37,-2 1 1,-8 3 158,3-8 0,3 0 0,0-6 0</inkml:trace>
  <inkml:trace contextRef="#ctx0" brushRef="#br0" timeOffset="-2910">5583 1673 7880,'-9'0'714,"17"0"1,-3 0-771,12 0 69,3 0 1,-2 0-203,4 0 0,2 0 162,-2 0 1,2-2-1426,-2-3 884,-3 3 568,5-13 0,-8 6 0,1-8 0</inkml:trace>
  <inkml:trace contextRef="#ctx0" brushRef="#br0" timeOffset="-2776">5501 1358 7569,'0'-11'1341,"0"0"1,0 6-1049,0-6 1,7 7-280,4-1 0,11 1-409,6-2 345,10 5 1,1-9-767,11 5 0,-4 1 188,9-7 628,4 7 0,0-10 0,7 4 0</inkml:trace>
  <inkml:trace contextRef="#ctx0" brushRef="#br0" timeOffset="-1471">6395 83 7340,'0'-9'382,"0"-6"-95,0 13-217,0-13 1,0 12 42,0-8 0,2 7-106,4-2 1,-3 5 198,8 1-199,-7-8 1,11 6 26,-4-3 0,-2 3-34,2 2 0,-6 0 139,7 0-83,-1 0 0,5 0-30,1 0 1,-6 0 28,0 0 1,-6 2-83,6 3 140,-7-3-59,11 13 1,-13-11-9,3 7 1,-1-6 85,1 6-51,-3-7-4,6 11-11,-8-6 26,7 7-35,-5 1 0,5 0-5,-7-1 1,0-5 49,0 0 0,-2 0-53,-3 6 1,3-1 3,-4 1 1,5 0-2,1-1 0,-2 1 4,-4-1 1,4 3 9,-3 3 1,3-2-11,2 8 1,-6-6-77,1 5 0,-1 1 75,6 5 1,0 0-109,0 0 1,-5 8 65,-1 3 1,1 2-2,5-2 1,0 4 11,0-4 0,2 2-9,3-2 1,-1 2-117,7-7 0,5 0-5,7-6 0,0 0 80,0 0 1,-3-7 5,7-4 0,-6-4-71,1-1 68,-4-8 5,-1 6-16,7-13 30,-13 5-19,11-7-34,-13-7 0,8 3-218,-1-7 250,-7 0 1,1-11-131,-5 0 88,-3 0 19,5 5-19,-7 1 1,-2 6 135,-3 5-33,3 3 0,-13 6 18,4 7 0,2 2 170,-2 14 1,2 8 149,-2 9-255,3 4 1,3 4 38,-1 3 1,1-2-72,5 8 1,5-2-128,1 2-800,7 3 961,-4-5-40,0 0-358,-1 5-262,-8-20 411,0 12 36,0-21 332,0 5-9,0-14-247,0 5 1186,-8-12-991,-1-3 0,-8-3 114,1-7 0,-3 5-210,-3-6 1,2 3-188,-7-3 1,4-3 51,-4 3 1,1-3-968,-2-2 0,-3 0 1019,4 0 0,-5-7 0,-1-2 0</inkml:trace>
  <inkml:trace contextRef="#ctx0" brushRef="#br0" timeOffset="13626">11779 878 7569,'-11'-7'14,"2"-4"1,-1-4 432,1-2-14,6 1-204,-12-1 1,11 2 346,-7 4-526,7-3 1,-5 12 96,4-4 0,1 5-137,-7 1 0,5 7 80,-5 4 1,6 9 22,-6 2 1,2 6-14,-2-6 1,-2 7-125,7-1 1,-5 1 69,6-1 0,-1-2-71,6-4 0,0-9-8,0 3 0,0-8 71,0 3 0,2-8-50,3 3 0,-1-4 60,7-2 1,-2-8-171,2-3 0,8-9-56,-8-2 1,13-2-77,-8 2 0,5-4 138,-5-7 0,1 6-59,-1-1 1,-5 13 151,0-1 0,-1 8-66,1-3 167,3 8 0,-6-3-105,3 12 0,-2 3 100,-3 7 1,-5-5 29,5 0 1,1 0-58,-1 6 1,1 0 7,-1-1-10,-5 1 0,9-1-31,-5 1 4,-3-8 1,7 4 118,-3-8-100,-4 1 207,5-6-230,-7 0-34,0 0 0,0-7 61,0-4 0,0 1-3,0-1 1,0 0-205,0-5 1,0 5-78,0 0 1,2 0 50,3-6 0,-1 8 91,7 3 1,-5-1-40,5 1 1,-6 1 115,6 5 169,-7 0-181,11 0 1,-6 5-5,7 1 0,-5 7 191,0-2 0,-5-2-18,5 2 1,-2 0-72,2 6 1,4-6-38,-4 0 1,4-6 85,1 6 1,1-7-76,-1 2 1,3-5 60,3-1 1,-4-7-128,4-4 1,2-9-103,-2-2 1,-5-8 81,-6 3 1,-5-3-58,5 3 1,-8-8-291,3 7 238,-4-7 0,-2 17 320,0-4-69,-8 10 0,-1 12 148,-7 12 1,-1 17 45,0 10 0,1 10 226,-1 12 0,1 0-60,-1 11 0,8-4-115,3-2 0,-1 2 4,2 4 0,-3-6-105,3 0 1,3-3-80,-4-13 0,4-1 80,2-16 1,-5-3 469,-1-14-627,-6 1 1,2-8-156,-6-3 0,-1-14-112,1-8 0,-1-3 156,1-8 1,1-6-609,4-6 1,2-1 332,3 1 0,4 4-783,-3-4 1,10-1 215,6 1 0,6 0 43,5 6 0,-2 0 250,8 0 581,7 0 0,0-8 0,5-1 0</inkml:trace>
  <inkml:trace contextRef="#ctx0" brushRef="#br0" timeOffset="14133">12690 331 7569,'9'-24'1448,"-1"6"-829,-1-6-229,-5 15-237,5 2 1,-14 21 41,-4 8 0,-10 13 163,-1 4 0,0 13-164,6-3 1,-1 6-132,1 1 1,5 1 14,0 3 1,7 5-158,-2-4 1,4-6 135,2-5 0,0-8 108,0-9 1,6-7-558,0-4 1,6-6 180,-1-5 0,10-3 94,1-8 1,5-2-7,-5-4 0,2-8-91,-2-8 0,-3-8 57,3 3 0,-5-7-78,-6-4 0,1 3 110,-6-4 0,0 12-88,-6 4 198,0 5 1,-8 9-129,-3 3 1,-5 6 285,-7 6 1,5 3 30,-4 8 1,11 5 49,5 0 1,-1 5-103,2-4 1,-7 6-47,7-1 1,-1-4-99,6-2 0,8-2 78,3 2 1,4-9-41,1 3 1,1-8 33,-1 3 0,8-8-56,4 3 1,-2-12-53,1-5 0,6-13-114,6-9 1,1-2-10,-1-9 1,2 6-158,3-7 0,-4 10 248,-7 2 0,-1 8 3,-5 8 1,3 8 161,-8 3 0,-2 8-102,-9 9 0,2 8 442,-7 14 0,5 2-200,-6 3 0,1 3-123,-6 3 1,0 4 389,0-4 0,-6 2 511,1-2 1,-8-9-551,2-7 1,-4-8-95,-2 2 1,1-11-167,-1-5 1,-1-5 22,-4-1 1,1 0-1132,-6 0 1,1-7 187,-2-4 737,5-11 0,-1-4 0,-2-7 0</inkml:trace>
  <inkml:trace contextRef="#ctx0" brushRef="#br0" timeOffset="10928">8549 1060 7640,'9'0'491,"0"0"-314,-3 0 0,1-2-82,4-3 1,6 1 27,-1-7 0,1 0 63,5-5 0,-4 1-132,-1 4 0,-1-4 64,1 4 1,-1-4-152,1-1 1,-6-1-12,0 1 1,-7-1 32,1 0 0,-3 1 17,-2-1-185,0 1 0,-7-1 33,-4 1 1,2 5 138,-3 0 0,1 7-26,-5-2 1,-1 5 7,1 1 0,-1 1 108,1 5 1,5 3-61,0 8 0,1-1-27,-1 1 0,-2 5 51,8 0 0,-1 6 109,6-6 1,0 5-177,0-5 1,0 2 55,0-2 1,0-3-73,0 3 0,6-9 87,-1-2 1,8-8 0,-4 5-27,8-8-23,0 0 0,-1-6-22,1 1 1,-3-8 4,-2 2 1,2-4 0,-3-1 1,-2 1 22,3 4 1,-3-4-110,2 4 100,4-4 1,-6 1-125,7 3 0,-5-2 121,0 7 1,-5-5-4,5 6 1,-6-1 7,6 6 1,-5 0 2,5 0 0,-5 0 142,5 0-127,-8 0 0,12 2 139,-4 3 0,-2 5-86,2 6 1,-5 3 116,5 3 1,-7-2-66,1 8 1,2-6-31,-1 5 0,-1-7 16,-5 3 0,0-5 124,0-1-13,0-1 1,-1-1-72,-5-4 0,2-2-157,-7-3 0,0-5 78,-5 5 0,-3-6-497,-3-6 1,4-3-90,-4-7 1,3 1-312,3 4 0,1-4 377,4 4 0,2 4 448,3 1 0,5-3 0,-7 0 0</inkml:trace>
  <inkml:trace contextRef="#ctx0" brushRef="#br0" timeOffset="11395">9162 911 9045,'9'28'436,"-4"-1"0,3 1-244,-3 5 0,3 8 3,-3 3 0,-3-2-12,3 2 1,-3-1-209,-2 1 0,0 2-67,0-8 0,0 5-136,0-10 1,0-4 84,0-12 596,0 0-317,-7-8 1,0-4-89,-4-10 1,-4-6-100,4-11 1,2-6-162,-3-11 1,9-5 8,-3-11 0,6-4 126,6-7 1,3-4 92,8 4 0,-1-1-31,1 18 0,-1 4-453,1 18 0,-1 5 219,1 11 1,0 3 236,-1 8-1,1 0-21,-1 0 0,-5 8 181,0 3 0,-1 5-20,1 6 0,-4 2-22,-7 4 1,5 3 34,1-3 0,-2 3-42,-10 2 1,-3-1-259,-8-5 1,1 3-40,-1-8 0,1 0-92,-1-6 1,6-5-134,0 0-245,7-7 280,-3 3 0,14-14 389,4-4 0,11-18 0,4-6 0</inkml:trace>
  <inkml:trace contextRef="#ctx0" brushRef="#br0" timeOffset="11874">9592 911 8417,'-7'17'355,"-4"-1"0,-6 1-78,-5-1 0,9 3-63,-3 3 0,5-4-145,0 4 1,1 2-117,5-2 1,3-5 96,-3-6 0,5-2-114,5 2 1,-1-3 121,7-8 0,0-2 6,5-4 1,-1-3-204,-4-7 0,2-7 28,-7 1 0,5-5 12,-6 5 1,1-13 44,-6 2 1,0-4 37,0 4 0,0 1 50,0 5 1,0 3 117,0 7 0,2 1-108,3-1 0,-1 6-34,7 0 1,-6 7-46,6-1 0,0 3 64,6 2 1,0 5-69,-1 1 1,1 7 39,-1-2 1,1 5-11,-1 7 0,-1-3-36,-4 7 0,2-4-10,-7 4 1,-1-5-22,-5 6 1,0-6 54,0 6 1,0-8 18,0 2 0,0-9-40,0-2 381,0-8-183,0 12 0,-2-13-90,-3 4 1,3-12-143,-4-5 0,4-4-179,2-1 0,6-6-140,0 0 1,6-2 192,-1 2 1,4-2 13,2-4 0,-1 4 64,1 7 1,-2 6 128,-4 0-157,3 8 243,-4-5 1,-1 16-92,-4 3 1,3 3 101,-3 3 1,1 0-273,-6-1 0,5 1 96,1-1 0,5 1-139,-6-1 0,8 1 61,-2 0 1,4-8-452,2-4 603,-1-3 0,8-2 0,2 0 0</inkml:trace>
  <inkml:trace contextRef="#ctx0" brushRef="#br0" timeOffset="12564">10271 828 7569,'0'-16'0,"-7"5"178,-4 0 1,2 7 304,-2-2 0,-2 5 37,-9 1-371,3 7 0,-5 2 57,8 8 0,-1 1-12,1 4 0,5-1-312,0 6 1,7-5 155,-1 6 1,3-6 113,2 6 1,2-8 42,3 2 0,2-9-624,4-2 1,6-8 184,0 3 0,-1-8 123,6-9 1,2-4 34,-2-18 1,8 2 44,-3-13 0,3-8 0,-3-8 0,3 1 18,-8-2 0,0-4 22,-5-1 1,-1-2 13,1 13 1,-6 1-188,0 10 0,-8 17 26,3 10 271,-4 4 1,-2 8-24,0 10 1,-8 14 143,-3 19 1,2 5-68,-2 6 1,2 7-90,-2-1 0,4 6-4,7-6 1,-6 0 52,0-5 0,3-8-433,8-3 1,-1-12 154,7-5 1,-5-5 119,5-6 0,0-4-24,5-7 1,-1-2-8,-4-3 0,4-6 7,-4-11 1,3 2-1,3-8 1,-6 0-121,0-5 1,0 0 109,6 0 0,-6 7-238,0 4 1,-6 4 7,6 1 157,-7 8 103,3 2 0,-7 14 159,0 4 0,0 4-68,0 1 0,0 6-99,0 0 0,-5 2 28,-1-2 1,1-3 40,5 3 0,2-9-388,3-2 1,-1-7-81,7 1 232,-7-3 0,10-4 47,-3-3 0,-1-6-92,1-12 1,-8-2 216,3-8 0,1-2 28,-1-4 0,-1-3 0,-5-8 0,2 8 0,4 3 0,-3 6 0,8 5 0,-7 4 267,2 8 51,-5 6 1,5 7-39,-1 14 1,1 2 103,-6 14 0,0 10 289,0 13 0,2 1-234,3 10 0,-3 5 31,4 6 0,-3 2-133,3-2 1,-4-4-143,3 3 0,-1-2-56,1-3 0,-3 0 11,4 0 1,-4-14 137,-2-8 1,-6-9 128,1-7 1,-8-12-277,2-10 1,-10-4 53,-1-2 0,-7-4-894,1-7 0,-5-8 440,-5-14 0,4 0-936,1 0 1,0 0 355,6 0 1,-3 5 838,2 1 0,5 6 0,6-3 0</inkml:trace>
  <inkml:trace contextRef="#ctx0" brushRef="#br1" timeOffset="31282">581 3147 7597,'0'-16'339,"0"5"28,0 0-210,0 7 1,0-5-58,0 3 64,0 5-121,0-7 77,0 8 0,5 2 11,1 4 1,-1 8-1,-5 8 1,-2 8-11,-3-3 0,1 10-27,-7 2 1,6 1-25,-6-1 1,7-6-234,-2 0 0,3-1 75,-3-10 239,4 0 46,-5-13-48,7-2 0,0-8-130,0-5 0,0-5 45,0-11 0,7-4 10,4-7 1,4-8-77,2-3 0,-1-4-370,1-1 1,1-1 143,4 0 1,-1 1-45,6-1 0,-7 9 93,3 8 1,-5 4 75,-1 12 0,-1-1 122,1 12 0,-1 3-81,1 8 1,-8 1-41,-3 10 0,1-1 118,-2 13 0,1-1 321,-6 6 0,0 6-232,0 0 1,0 5-206,0-5 0,0 5 138,0-6 1,0 7-14,0-7 0,2-1-758,3-9 0,-3-4-132,4-8 486,-4 1 379,-2-1 0,0-7 0,0-1 0</inkml:trace>
  <inkml:trace contextRef="#ctx0" brushRef="#br1" timeOffset="31771">597 3313 7569,'-5'-11'0,"-1"0"0,-5 6 432,6-7-96,-1 9 0,8-5-296,4 8 1,3 0-120,7 0 1,8 0 77,4 0 0,5 0-62,6 0 1,-3-5-23,9-1 1,-1-5 73,6 6 1,-1-8 37,1 2 0,-6 2-177,0-2 0,-7 0-147,2-6 0,-6 0 230,-6 1 1,3-1 160,-8 1 1,0 1 11,-5 4 1,-6-2 175,0 8 1,-8-3 177,3 3-277,-4 3 0,-2-4-54,0 12 0,-6 3 112,1 8 1,-6 7 109,5 3 1,-5 4-178,6 3 1,-1-1-178,6 0 0,0-2 107,0-3 0,2 1-138,3-7 0,5 0 112,6-5 0,6-2 15,0-4 1,6 2-26,-6-8 0,6 1-57,-6-6 0,7 0-379,-1 0 1,-4-6 6,-2 1 1,-4-8-162,-1 2 0,-2 1 153,-4-1 0,1 6-695,-6-6 677,0 0 1,-8 0 98,-4 0 0,-3 7 288,-8-1 0,-7 1 0,-3-2 0,-3 5 0,3-5 0,-8 4 80,7 2 1,-5 0 160,11 0 73,-7 0 487,10 0-414,3 0-197,8 0 1,16 0 25,3 0 0,3 0-77,3 0 0,5 0-439,0 0 1,6 0 9,-6 0 1,5-2-682,-5-3 971,1 3 0,-7-13 0,1 6 0</inkml:trace>
  <inkml:trace contextRef="#ctx0" brushRef="#br1" timeOffset="31921">1194 3098 7982,'-10'0'205,"3"-8"1,9 7-178,3-5 1,5-1 121,6 1 0,8 1 3,4 5 1,9 0-412,1 0 1,8 0-18,-2 0 1,4 0-190,2 0 1,0 5 463,-1 1 0,8-1 0,2-5 0</inkml:trace>
  <inkml:trace contextRef="#ctx0" brushRef="#br1" timeOffset="32132">2121 3065 7569,'0'9'1096,"0"-2"-1380,0 1 1,2 6 357,4 8 0,-3 6-55,8-6 0,-5 6-52,5-6 1,0 5-47,6-5 0,-6 1-422,0-7 1,-8-5 61,3 0 439,-4-7 0,5 3 0,2-7 0</inkml:trace>
  <inkml:trace contextRef="#ctx0" brushRef="#br1" timeOffset="32341">2088 2949 7569,'9'-11'355,"-3"0"1,3 7-471,2-2 1,-2 10 143,2 2 0,0 8-100,6 3 1,7 7 85,4 9 0,-3 0 100,3 0 1,-2 6 51,1 0 0,3-1-22,-8-5 0,-2 0-88,-9 1 1,2-1-118,-7 0 1,-3-7 284,-8-4 1,-6-4-81,-11-1 1,-4-6-273,-7 0 1,-8-8 87,-3 3 0,-4-2 102,-2 1 0,1-3-19,-1 4-44,8-5 0,1 7 0,8 1 0</inkml:trace>
  <inkml:trace contextRef="#ctx0" brushRef="#br1" timeOffset="33607">3629 2816 7569,'0'-26'0,"0"-3"553,0 7-277,0 0 1,-2 5 255,-4 1-46,5 6-334,-7-4-5,8 12 1,0 2-42,0 11 1,0 13 43,0 9 1,0 7 32,0 10 1,6-4-18,-1 4 0,8-8-362,-2 13 0,-2-12 52,2 6 1,-1-10-52,1 0 0,-4-12 309,-7-5-38,7-3 168,-5-10 0,6-3-94,-8-12 0,0-9-115,0-7 1,0-7 15,0 1 0,7-9-508,4-1 0,4 1 204,1 9 1,3 4-1,3 8 0,-4 7 133,4 3 0,-3 6-40,-3 6 1,1 5 206,-1 11 0,-5-2-116,0 8 1,-7-1-38,2 6 0,-6 0 167,-6 1 1,-9-3 443,-7-3 0,-7 1-276,1-7 0,3 0-138,-3-5 0,8-8-14,-2-4 1,3 3 104,3-3-1078,6 1 0,3-14 439,7-3 0,7-3 101,4-3 356,12-7 0,10 6 0,9-6 0</inkml:trace>
  <inkml:trace contextRef="#ctx0" brushRef="#br1" timeOffset="33865">4010 3214 8572,'11'0'738,"0"0"1,2-6-689,9 1 0,4-8-108,7 2 0,0-9 94,0-3 1,0 0-21,0 0 1,-1 5 37,-5-4 0,-5-2-97,-11 2 1,2-6-129,-7 6 1,-3 2-216,-8 9 1,-6-2 324,-11 8 0,1-1 231,-6 6 0,-1 13 130,-5 3 0,2 10-123,3-4 0,4 8-107,8-3 0,5 5 21,0 1 1,7-6 64,-2 1 0,12-8-33,5 2 1,9-3-714,2-3 0,10-1 80,1-4 0,0-4-818,6-7 1328,-4 0 0,5-7 0,2-2 0</inkml:trace>
  <inkml:trace contextRef="#ctx0" brushRef="#br1" timeOffset="34491">4739 2998 7599,'1'-16'198,"5"-1"1,-4 6 513,3 0-246,-3 0-283,-9-5 1,3 6-26,-7 5 1,0 3-191,-5 2 0,-1 2 113,0 3 0,1 6-15,-1 12 0,1-3 33,-1 7 1,1 1 23,-1 5 1,8 0-84,3 0 0,4-5 64,2 0 1,8-8-13,3 2 0,4-6 29,1-4 0,8 0-177,4-6 1,3-1-105,2-5 1,0-1-237,0-5 1,0 2-509,1-7 0,-7 0 436,1-5 0,-2-1-489,1 1 957,-3-1 0,-7 0 0,-1 1 0</inkml:trace>
  <inkml:trace contextRef="#ctx0" brushRef="#br1" timeOffset="35179">5053 2982 7410,'0'-9'116,"-1"1"484,-5 8-386,4-7 1,-13 7-32,4 0 1,2 2 18,-2 9 0,0 5-233,-5 6 1,-1 2 53,0-2 0,6-1 70,0 6 1,0-5-132,-5 6 1,7-8 64,3 2 0,4-3-177,2-3 0,0-5 1,0 0 147,0-7 0,8 3-41,3-7 1,3-7-128,3-4 0,1-4 26,4-1 0,-3-8-101,3-4 0,-4-3 36,-1-2 1,-1 5 88,1 1 1,-2-1 166,-4-5 1,2 7-87,-8 4 0,1 9-159,-6 2 248,0 7 1,0-1 418,0 10 0,-8 12-198,-3 11 0,-2-3 54,2 3 1,2 0-203,4 5 0,3-2 2,-4-3 0,4 1-163,2-7 0,6 6 39,-1-6 1,8-6 80,-2-5 1,4-7-73,2 2 1,5-5-168,0-1 1,0-7 32,-6-4 0,1-6-49,0-5 1,-1 2 48,1-7 1,-6 1 90,0-2 0,-2-3-59,2 3 0,2 4 45,-8 2 1,1 4-65,-6 1-37,7 1 346,-5 7-116,6 1 0,-14 10 79,1 4 1,-7 5 73,7 11 0,-1-2-85,6 7 1,-5-1-145,-1 2 0,1 1 57,5-7 1,2 6 8,3-6 1,3 0-71,3-5 0,3-1-214,-3 1 0,-1-8 111,1-3 1,0-5 68,5-1-39,1 0 1,-1-7 42,1-4 1,0-6-127,-1-5 0,-1 4 80,-4-4 1,4 3 37,-4 3 0,-2-2-54,2-5 1,-6 11-181,6-5 178,-7 4-31,11-3 216,-13 6-207,5 3 208,-7 7 1,0 2-75,0 3 0,0-1-46,0 7 65,0 0 0,-5 6 112,-1-1 1,0 1-126,6-1 0,0 1-22,0-1 0,6 1-147,0 0 1,-1-6-42,-5 0-437,7 0 225,3 5 396,6 1 0,1-1 0,-1 1 0</inkml:trace>
  <inkml:trace contextRef="#ctx0" brushRef="#br1" timeOffset="35781">5998 3015 7169,'0'-17'-200,"0"1"0,0-1 200,0 1 0,0-1 965,0 1-522,0-1 1,-2 6-4,-4 0-468,-3 7 0,-8-3 25,1 7 1,-1 0 94,1 0 1,-1 7-29,1 4 0,5 4 41,0 2 1,5 1-148,-5 4 0,7-4 70,-1 5 1,3-5-50,2-1 1,7 5 36,4 0 0,4 0-62,2-6 1,-1 1 37,1-1 0,-1 1 41,1 0 1,-2 1-64,-4 4 1,2-9 41,-8 4 1,1-5-7,-6 5 17,0 0 0,-2-3 101,-4-3 0,-5 2-137,-11-7 1,4-1-65,-4-5 1,3 0 22,3 0 0,-1-2 68,1-3 0,1-4-42,4-8 1,3 1 14,8-1-13,0 0 0,13 1-22,4-1 0,5 8 11,0 4 0,4-3 35,7 3 1,0-3 4,0 3 0,0-3-5,0-3 1,1-3-11,-1 3 0,0 0 36,0-6 0,-2 4-35,-3-9 1,-4 4 1,-8 1 0,-5 1 3,0-1 1,-7 0-253,2 1 275,-5-1 1,-2 3 58,-5 3 1,-3 5-95,-8 12 1,1-1-5,-1 12 1,2-3-99,4 14 1,-3 0 70,3 5 1,3-6 48,3 1 0,-4-1 0,-1 7 0</inkml:trace>
  <inkml:trace contextRef="#ctx0" brushRef="#br1" timeOffset="36549">6793 3065 7569,'0'-17'0,"0"1"192,0 6 177,0 3-306,0 7 0,0 2 27,0 3 1,0 5 239,0 6 1,-2 1-171,-4-1 1,-1 6 54,-4 0 0,-2 0-130,8-5 1,-3-2 33,3-4 106,3 4-233,-6-6 12,8 0 1,8-4-95,3-10 1,4-4-128,1-8 0,1-1 89,-1-4 1,-1-2-5,-4-4 0,2-3 32,-8 3 1,1 10 190,-6 1-161,0 4 182,0-3 0,0 8 6,0 8 0,0 10 24,0 12 1,0-2-55,0 8 1,0-3-18,0 3 0,2 1-3,3-6 1,10-1 19,7-6 0,2-7-124,-2-3 1,2-4 72,4-2 1,3-2 41,-3-4 0,-3-3-70,3-7 1,-8-8-7,2-4 1,-3-3-66,-3-2 0,-6 0 60,-5-1 1,-3-4 34,-2-1 1,0 0-5,0 6 1,0 2-203,0 3 1,0 4-60,0 8 228,-7 7 1,3 1-76,-7 8 1,0 8 1,-6 3 1,2 11 87,4 5 1,-3 5-45,3 1 1,3 0-103,3 0 1,3 0 105,2 0 1,5 1-6,1-1 0,9-8-14,1-2 1,1-7 205,5-5 0,4-4 17,1-7 1,-1-1 32,2-5 1,-3-3-39,3-8 1,3-7-83,-3-3 0,-2-10-189,1-2 1,-5-12 76,6 1 1,-8-9-166,2 4 0,-5-8-37,-6 3 0,2 4-47,-8 7 1,1 14 202,-6 13 0,-2 11 266,-3 5 1,-5 8 128,-6 9 1,-6 15-205,0 18 1,-6 11-113,6 6 1,0-2 30,5 2 1,8-3-249,4 3 0,3 0-223,2-11 1,2 7-1139,3-13 1569,4 7 0,8-16 0,-1 6 0</inkml:trace>
  <inkml:trace contextRef="#ctx0" brushRef="#br1" timeOffset="37657">8267 2899 7569,'0'-17'0,"0"1"494,0-1 372,-7 1-102,5 7-30,-13-6-707,6 13 0,-8 9 53,1 15 1,-6 8 62,0 3 1,0 11 39,5 0 1,2 8 11,4-8 0,4-2-75,7 3 1,0-10-330,0-2 1,2-6 135,3-5 1,4-9 82,8 4 0,0-12 11,-1 1 1,1-4 168,-1-2 1,3-9-224,3-8 0,-2-1 57,8-10 1,-8-2-203,2-8 1,-2-3 87,2-3 0,-9 2-94,4 3 1,-6 6-74,0 0 1,2 7-87,-8 10 1,3 1-172,-3 4 319,-3 3 0,5 10 207,-7 4 0,-5 9-100,-1 7 1,-5 9 186,6 2 0,-3 0-55,3 6 1,3-6-14,-4-5 1,5 1-37,1-7 1,5 0 81,1-5 1,7-6-38,-2 0 1,-2-7 111,2 1 1,-2-5-35,2-5 0,4-5-59,-4-6 1,-4-6-144,-1 0 0,-4-10 78,-2-1 1,0 0 47,0-6 1,0-1-125,0 1 1,0 2-187,0 10 0,0 3 203,0 7 0,-2 3 174,-4 3 1,4 1-598,-3 5 322,3 3 1,4-4 69,3 12 0,5-4 34,6 3 1,1 3 10,-1-3 0,1 3 108,-1-3 0,1-3 161,-1 3 1,1 3-150,0-3 1,-1 6 95,1-5 0,-6 7-65,0-2 0,-7 4-43,1 1 1,2 1 29,-1-1 1,-1 6-24,-5 0 0,0 1-169,0-7 123,0 8 1,0-6-7,0 5 135,0-5-92,0-9 352,0-2-259,0-7 1,0-1-268,0-5 0,8-3 70,3-8 1,-2-1-167,2-4 1,-2 2 31,2-8 0,2 0 21,-7-5 0,7 2 56,-2 3 1,2 4-63,-2 8 177,3-1 0,-6 6-123,3 0 286,-4 8-165,0-5 0,-5 10 212,4 4 0,-4 3-41,-2 7 1,0 1-45,0-1 1,5 7-66,1-1 0,-1 5 13,-5-5 1,0 6-151,0-6 1,0 6 84,0-6 0,2 0-114,4-6 172,-5-6-52,7 4 153,-8-12 0,0 4 240,0-12 0,5-3-315,1-8 0,1-7 5,-1-3 0,-3-4-280,8-3 1,0-4 100,6-1 0,-6-5-188,0 5 0,0 2 104,6 10 1,-1-3-96,1 8 1,-6 6-173,0 5 123,-7 7 127,10-3 0,-10 7-228,7 0-246,-7 0 1,9 2 243,-8 3 0,6 4 404,-5 8 0,-1-1 0,-5 1 0</inkml:trace>
  <inkml:trace contextRef="#ctx0" brushRef="#br1" timeOffset="38079">9261 2982 7569,'0'9'-545,"0"0"658,0-3 0,2-4 770,3 3-277,-3-3-377,13-2 0,-6-7-92,8-4 1,-1-4-81,1-2 0,5 1-185,0-1 1,2 1 85,-2-1 0,-5-5-116,-1 0 0,-1-8 18,-10 3 1,1-3 11,-6 3 0,0 3 86,0 7 1,-2 3-74,-3 2 1,1 5 274,-7 7 1,0 2-34,-6 3 1,-5 7 55,0 10 0,5 3-37,6 8 1,8 6-161,-3 0 1,4 3 18,2-9 1,2 10-132,4-10 0,3-4 167,7-7 1,3-3 13,3-3 1,-4-7 77,4-3 1,-3-4-117,-3-2 1,7-13 75,-1-4 1,5-10-66,-5-1 0,6-3-39,-6-2 1,6 0 70,-6-1 0,0 7-224,-6-1 0,5 14-4,-5-3 0,4 11-28,-9 1 0,-1 3 156,1 2 0,-6 9-33,6 8 0,-7 5 278,1 6 0,-3 1-95,-2-7 0,0 6 66,0-6 1,-5 5-39,-1-5 1,-7 1-97,2-7 0,-9-1-96,-2-4 1,0-2-189,5-3 0,-5-5 185,0 5 1,-5-6 56,4-6 0,-6-10 0,3-10 0</inkml:trace>
  <inkml:trace contextRef="#ctx0" brushRef="#br1" timeOffset="39108">10089 2882 7503,'0'-9'1284,"0"-5"-907,0 12 1,-5 4-145,-1 14 1,1 8 100,5 9 1,-6 8-94,1 3 1,-6 11 47,5 6 1,1-2-182,5 1 1,0-12-131,0 2 0,0-6 79,0 0 0,0-5-91,0-11 0,0-5 374,0-6-151,0-8 333,0-1 0,0-12-196,0-7 1,0-8-535,0-14 1,1-13-61,5-3 0,3-18-213,8 1 1,1-11 124,4 0 1,4-4-439,7-2 0,-2 5 477,-3 12 0,1 11-5,-7 22 0,1 9 237,-7 7 1,-5 3 53,0 8 0,-5 2 19,5 10 1,-8 3 22,3 8 0,-4 7 347,-2 3 1,-8 4-143,-3 3 1,-5-1 259,-6 0 1,2 0-294,-8 0 0,8 0-36,-2 0 0,3-1-718,3-5 1,1-3 108,4-7-732,3-1 730,8-6 0,8-3-14,3-7 1,11-9 196,6-8 1,5 1 280,5-6 0,-4-2 17,-1 1 0,-2 1-87,-9 6 0,-2-1 474,-9 1 165,4 7 565,-13 1-455,5 8 192,-7 0-577,-7 0 0,-2 8-74,-8 3 0,8 3-299,3 3 0,3-6 131,-3 0-15,4 0 1,-5 0-20,7 0-161,0-7 27,7 3 1,3-12 94,6-1 0,1-7-22,-1 2 1,1-9-78,-1-2 0,3-8-40,3 3 0,-4-5 52,4-1 0,-1 0 73,1 0 0,-4 7-5,4 4 0,-5 4 77,-6 1 0,4 3-55,-4 2 1,-2 5 121,2 7 0,-6 0-66,6 0 1,-7 7 129,2 5 0,-5 2 48,-1 3 1,0 7-74,0 3 1,0 5-50,0 1 0,0 0-19,0 0 1,0-2-21,0-3 1,0 1 34,0-7-281,0 1 381,0-7-17,0-7-245,0-1 0,6-16 106,-1-3 1,8-5-146,-2-6 1,-1-4-92,1-7 0,2 0-108,9-1 0,-4 7 118,4-1 1,-4 6-2,-1-5 1,0 12 45,-1-2 1,-5 12-106,0-1 0,-5 4 144,5 2 0,-7 2-36,1 4 0,-3 3 17,-2 7 0,0 3 0,0 3 0,5-2-131,1 8 1,1-2-41,-1 1 298,-4-3 0,12 0 0,-4 2 0</inkml:trace>
  <inkml:trace contextRef="#ctx0" brushRef="#br1" timeOffset="39972">11348 2833 7569,'0'-17'199,"0"1"184,0-1-223,-7 0 1,3 8 146,-7 4 0,-5 3-82,-7 2 0,1 7-131,6 4 1,-1 4 49,1 2 0,1 1-79,4 4 0,-2-2 0,7 8 0,1-8-376,5 2 212,0 4 0,7-9-111,4-1 1,4-1 181,2-10 0,5-6 14,0-10 0,7-6 149,-1-5 0,5 0-73,6-11 0,-4 1-36,3-12 1,5-2-78,1-9 0,-4 2-103,-1-8 0,-4 2 51,-2-2 0,-9 12-152,-7 10 0,-3 11 402,-8 6-151,-1 11 1,-8 6 253,-8 10 1,-2 14-133,-15 14 1,2 9 58,-1 13 0,-3-1-47,8 6 1,0-4-46,6 4 1,1-6-80,4 1 0,3-5-164,8-6 0,0-9-76,0-8 0,0-6 94,0 1 0,8-11 103,3-6 0,-2-3-25,2-2 1,0-4-35,6-7 0,5-2 29,0-14 0,2-3 44,-2-8 1,-4 3-72,4-4 1,-3-1-117,-3 1 0,-1 8 177,-4 9 1,-2 5-109,-3 6-79,-4-4 132,5 13 0,-7 2-11,0 12 1,0 2 72,0 3 1,-6 5 160,1 0 0,-6 6-190,5-6 1,1 5-143,5-5 1,-6 0-298,1-5 101,-1 0 360,6-8-40,0-2 1,0-9 84,0-3 0,2-4-34,4-8 1,-4-5-15,3 0 0,-1-8 65,1 3 0,-3-5-34,4-1 0,1 8 194,-1 3 1,1 3-63,-2 3 1,-1 1-14,7 4 0,-5-2-111,5 7 5,0 1 1,5 5 14,1 0 0,-1 0 1,1 0 1,0 0-20,-1 0 0,1 2-8,-1 3 0,1-3-44,-1 4 1,1-5 47,-1-1 26,1 0 0,-2-1 41,-4-5 136,4 4-110,-14-13 21,14 14 0,-13-5-47,3 12 1,-3 5 92,-2 11 1,-2 5 200,-3 12 0,-2 3-117,-4 8 1,-6 7 264,0 4 0,1 3-166,-6 3 0,3-1-57,3 0 0,-1-5-81,1 0 0,-1-14-23,1 3 1,-1-11 139,0-1 1,6-10 149,0-6 1,0-11 10,-5-5 0,-1-5-152,1-1 0,-7-7-543,1-4 0,0-9-109,6-2 1,1-10-274,4-1 1,-2-2 483,8-9 0,-1 7 130,6-1 0,2-3-979,3 3 1,5 1-293,6 9 1,-3 4 336,4 8 0,-4 1 913,9 4 0,3-4 0,1 6 0</inkml:trace>
  <inkml:trace contextRef="#ctx0" brushRef="#br1" timeOffset="42667">2486 4092 7569,'-8'-15'558,"-3"4"-304,-3-4 1,3 6-20,0-8 0,-2 6 50,-9 0-248,3 8 0,-12-5-70,3 8 1,3 2 142,-3 4 1,2 3 20,-1 7 0,-3 3 77,8 3 1,-4-2-58,10 8 0,-3-2-192,14 1 1,-1 3 163,6-8-205,0 7 0,8-10 35,3 3 1,3-11 94,3-6 0,-1-3 16,1-2 1,1-7-22,5-4 1,-5-4-112,4-2 0,-4-5 89,-1 0 0,-6-5-126,0 4 0,-5 0 65,5 0-42,-8 5 25,5-6-26,-8 15 55,0 2 4,0 29 1,2-8 90,3 20 1,-3-12-81,3 0 0,5 2-1,1-2 0,-2-2 11,2-9 1,0 2 13,6-8 1,-1 1 11,1-6 1,-1 0 3,1 0 1,5-7-35,0-4 0,0-10 0,-5-1 0,-1-5-129,1 4 0,-1-4 80,1 5 1,-6-6 37,0 6-26,-7-7 110,10 10-48,-12 3 52,6 8 0,-8 18-85,0 6 1,-6 2 13,1 10 0,-7 0 259,7 5 0,-2-6 30,1 1 1,4-6-237,-3 6 0,3-8 36,2 2 1,0-9-78,0-2 217,0-7-111,0 3 1,5-9-49,1-3 1,5-6-30,-6-11 0,8 1-196,-2-6 1,4 1-84,2-2 0,-3-3 7,-3 3 0,4-1 84,-4 1 1,4 4-44,2 8 1,-6 5 55,0 0 0,-6 7 10,6-1 0,-7 5 56,1 5 1,3 4 138,-3 8 1,1-1-36,-6 1 1,0 5-58,0 0 0,2 6 25,3-6 1,4 0-37,8-5 1,-1-1-87,1 1 0,1-8 70,5-4 1,-3-3 29,7-2 0,-1-2 4,2-3 0,1-4 2,-7-8 0,6 1 10,-6-1 0,-5-1-49,-6-5 1,-2 5-178,2-4 162,-4-4 313,-7 8-84,0-6 0,-7 15 55,-4 3 0,-4 19-24,-1 9 0,-1 9 136,0 8 0,3 3-39,3 8 1,-2 7-90,7 4 0,-1-2 102,1 2 1,4-3-35,-3 3 1,-2 0-177,1-11 0,-5 3 142,6-9 1,-8-5 10,2-6 1,1-9 5,-1-13 0,-2-4-11,-9-7 0,4-3-101,-4-8 0,-2-8-110,2-14 1,0-6-160,5 1 1,2-8 137,4 2 1,4-2-469,7 1 1,7-8-41,4 3 0,10 2-261,1 4 0,7 9 169,-1 2 0,9 2-154,1 9 1,1 5 393,-6 6 1,-2 7 124,-3-1 0,3 3-937,-3 2 1163,-4 0 0,7 0 0,-5 0 0</inkml:trace>
  <inkml:trace contextRef="#ctx0" brushRef="#br1" timeOffset="43245">3546 3777 7569,'0'-9'1509,"0"1"-1147,0 8 0,-2 8-32,-3 3 0,1 11-197,-7 6 0,0 8 62,-6 3 0,1 13-13,-1-3 0,6 10 13,0-4 0,7-1-252,-1-10 1,3 2-81,2-7 0,9-3-129,8-8 1,-1-6 199,6-11 1,2 2-35,-2-8 0,8-1-39,-3-9 0,-1-6 77,2-11 0,-8-4-44,2-7 0,-3 5 43,-3 0 0,-1-3-31,-4-2 0,-4-4 97,-7 10 1,0 3 154,0 2-153,0 3 0,-7 4 95,-4 4 1,-4 6-15,-1 10 1,-1 5-55,0 6 0,6 3 53,0 3 1,2-2-48,-2 7 0,4-1-204,7 2 0,0 1 18,0-7 0,7-1-2,4-10 1,4 2 89,1-8 1,7 1 24,-1-6 0,5-4-88,-5-7 0,6 0 60,-6-11 1,7 2-16,-1-3 0,2 0-3,-3-5 0,3 4 105,-8 7 1,5 3 9,-5 3 0,0 3 111,-5 8 1,0 0-11,-1 0 1,-5 15 143,0 7 0,-7 8 242,1 3 0,-3-2-200,-2-3 0,-2 7-120,-3-8 1,1 6 18,-7-11 1,-5 0-41,-6-5 1,-6-6-198,6 0 1,-8-7-250,3 1 1,1-3-172,-2-2 0,8-2-501,-2-3 0,6-4 938,4-8 0,-2-14 0,5-4 0</inkml:trace>
  <inkml:trace contextRef="#ctx0" brushRef="#br1" timeOffset="43898">5236 4241 7569,'-17'-8'509,"8"-1"145,3-7 0,4-1-484,2 1 67,0-1-306,0 8 119,0-6 0,-1 13 90,-5-3 0,-3 10 71,-8 6 1,-5 4 181,0 2 0,-2 6-146,2 5 0,4-2-78,-4 1 0,9-1-259,2 2 0,7 1 107,-1-7 0,3 0-144,2-5 1,7-8 83,4-3 1,9-4 16,2-2 0,8-2-51,-3-4 1,5-9-156,1-7 0,-2-2 52,-3 2 1,1 2-4,-7-7 1,0-1 71,-5-5 0,-2 5 32,-4 1 0,2 6 115,-8-1 1,6 4-198,-5 1 187,-1 8-29,-5 2 69,0 7 0,0 7-13,0 4 0,2 4 98,4 1 0,-5 3 45,5 3 0,-2 2-108,1 3 0,-1 5-93,7-5 1,-6 3 65,6-3 1,-7 3-3,2-8 0,-3 6-53,3-6 1,-4-6-323,3-5 422,-3-7 89,-2 3 1,0-9-76,0-3 1,2-6-84,3-11 1,-3-4 35,4-7 1,-4 0-4,-2 0 0,5-6-166,1 0 0,7-7 45,-2 2 1,3 4-67,3 1 1,-1 6 55,1 5 0,0 6-155,-1 11 0,-5-2-256,0 8 159,0-1 0,6 8-64,-1 4 1,-6-3 68,-5 8 0,3-5-120,-3 5 0,6 0-334,-5 5 154,-1 1 608,2 0 0,-5 7 0,6 1 0</inkml:trace>
  <inkml:trace contextRef="#ctx0" brushRef="#br1" timeOffset="44015">5733 4224 7569,'-8'9'-226,"6"-1"1,-12-8 0,4 0 0</inkml:trace>
  <inkml:trace contextRef="#ctx0" brushRef="#br1" timeOffset="44376">5815 4373 7569,'-1'15'0,"-5"-4"737,4-4 172,-5-7 0,9 0-419,3 0 0,4-1-166,8-5 0,7-3-361,3-8 0,5-7 99,1-3 1,0 1-183,0-2 1,-5 1-36,-1-6 1,-8 0-193,-3-1 1,-6-4 192,-10-1 1,0 6-33,0 5 1,-8 10 296,-3 1 0,-5 8-131,-6 9 1,-4 2 447,-7 4 1,1 10-191,5 12 0,3 3 25,7 2 0,2 6-238,4-1 1,6 1-282,10-6 1,10-5 105,7-1 1,10-6-106,1 1 0,0-4-1801,5-1 2056,5-8 0,-8 6 0,5-6 0</inkml:trace>
  <inkml:trace contextRef="#ctx0" brushRef="#br1" timeOffset="46255">6876 4373 7857,'16'0'858,"6"0"-652,0 0 0,2 0-171,-2 0 0,-1 0 71,6 0 43,1-7 0,5-2 63,0-8 1,-5-1-13,-1-4 1,-5-2-86,6-4 1,-10 2 77,-1 4 1,-2 2-359,-10-8 0,1 8 121,-6-2 1,-2 0-149,-4 5 0,3-3 117,-8 9 1,0 4 127,-6 1 1,-5 4-25,0 2 0,0 10 87,5 6 1,1 3-125,-1 8 1,2-5 29,4 6 0,4-6-179,7 6 1,2-6 145,3 5 1,4-6-122,8 1 1,0-9-2,-1-2 1,8-8 0,4 3 0,-3-4 43,3-2 1,-6-2 1,6-4 0,-2-3 17,1-8 1,3-1-5,-8-4 0,2 2-44,-2-8 1,-4 6 44,4-6 1,-9 8-105,-2-2 170,-7-4 0,3 8 190,-7-4-169,0 11 89,0 3-89,-7 8 0,-2 2-24,-8 4 1,2 3 231,4 8-156,-3-1 1,10 1-70,-7-1 1,7-5-34,-1 0-18,3-7 18,2 11 2,0-13 36,0 5 0,2-7-25,3 0 94,-3 0-77,5-7 0,-1 3 186,-1-7-109,1 7 1,-6-5 169,0 3-208,0 5-6,7-7 68,-5 8 3,5 0-114,-7 0 307,0 0-261,-7 0 21,5 0 4,-12 0 0,10 0 1,-7 0 1,5 6 28,-5-1 1,6 3-39,-6-3 1,5 3 6,-5 3 1,7 3-7,-1-3 0,-2 4-102,1 2 0,1-1 50,5 1 1,0-1-3,0 1 1,0-1 0,0 1 1,0-6-9,0 0 1,1-7 23,5 1 1,1-1-3,4 2 0,4-5-16,-4 5 1,-2-4 9,2-2 0,0-8-90,6-3 0,-1 2 24,1-2 0,-6 0-44,0-6 1,-2 1 23,2-1 1,2 1-11,-7-1 0,-1 1 83,-5-1 0,0 1-92,0-1 173,8 0-128,-6 1 1,5 5 312,-7 0-83,0 7 73,0-3-129,0 7 10,0 0 29,0 7 1,0 2-68,0 8 1,-6 7-11,1 3 0,-3 5-10,3 1 1,1 7-42,-7 4 1,0 6 36,-5 5 1,-1 4 11,0 8 1,1-1-2,-1 0 0,3-2-24,3-3 1,-2-6 134,7-10 0,1-7-85,5-10 1,0-4-35,0-8 0,0-5 19,0 0 1,2-7 245,3 2 1,-1-12-285,7-5 0,5-11-457,6-6 0,6-10 43,-6-6 1,8-12-371,-3-4 0,4-5-266,3-1 1,-1-2 503,0-4 0,-2 0 202,-3 0 0,-4 8 88,-8 14 1,-1 8 184,-4 3 0,-4 12 13,-7 5 161,0 3 131,0 3 521,0 7 427,0 1-793,0 8 0,0 8-56,0 3 1,0 3-64,0 3 1,0 7-201,0 3 1,0-1-15,0 2 1,0-8-94,0 2 0,2-4 8,4-1 0,-3 0-151,8-1 0,-5-5-16,5 0 0,0-7 59,6 1 0,-1-5-59,1-5 1,-1-4 30,1-8 0,-1-1-14,1-4 1,0 1 53,-1-6 0,-5 1-9,0-2 0,-2-1 68,2 7 1,-3 0 91,-8 5 0,0 6 138,0 0-93,0 8-28,0-5 1,0 16-51,0 3 0,-2 3 77,-4 3 1,5 7-58,-5 3 0,4-1-33,2 2 0,0-6-45,0 5 0,2-6-135,4 1 0,-3-4-51,8-1 0,0-6 85,6 0 1,5-7-71,0 1 1,2-3 72,-2-2 1,-2-7-55,8-5 1,-6-4-10,6-6 0,-8 3 25,2-3 1,-4-3 52,-1-3 0,-2 4 6,-4 2 1,-2 4 197,-3 1 1,-5 6-67,5 0 0,-6 7 142,-6-1 1,-3 3-80,-7 2 0,-1 2 39,0 3 0,-1-1 61,-4 7 0,4 2 20,-5 9 1,5-4-67,1 4 1,3-3-40,3-3 1,3 3-163,8 3 0,0-4 50,0 4 0,0-9-106,0-2 0,2-7 56,4 1 1,3-3 66,7-2 1,-4-2-98,-1-3 1,5-4-183,6-8 0,0-1 39,-5-4 1,5 1 15,0-6 1,0 1 135,-5-2 0,-1-1-22,1 7 1,-2 5 293,-4 6 1,-2 8-12,-4-3-242,-3 4 0,6 10 163,-8 3 0,0 11 434,0 5 1,0-1-270,0 2 1,7-6-8,4 5 1,6-6-64,5 1 0,-2-9-51,7-2 1,3-8-27,9 3 1,3-19 36,8-9 0,-1-8-227,1-3 0,-6-7 20,0-4 1,-7 0 19,2-6 1,-6 4-75,-5-9 1,-5 5-248,-6 6 0,-8 5 479,-3 11 0,-4 5-108,-2 6 1,-2 8 288,-4 3 0,-9 8-137,-7 9 0,-7 9 92,1 19 1,3 3-97,-3 8 1,8 2-55,-2 3 1,5-9-326,6 4 1,4-12-483,7 1 0,0-6-1063,0-5 1,7-5 1741,4-6 0,4-8 0,1-1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25.87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663 331 7569,'0'-9'271,"0"2"-333,0-1-3,0 7 152,0-7 0,0 16 115,0 3 1,-1 5 39,-5 6 1,4-1-75,-3 6 0,3-5-132,2 6 0,0-8 89,0 2 1,0-3-75,0-3 47,0 1 1,0-6 146,0 0-41,0-8 1,0-3 127,0-11 0,0-5-353,0-6 1,0 2 34,0-8 0,0-5-127,0-6 0,2-7 67,3 2 0,4-4-246,8-2 0,-1 8 135,1 3 1,5 4 73,0 2 1,6 8-79,-6 2 0,6 12-148,-6 6 1,5 3 223,-5 2 1,0 0-30,-5 0 1,0 9 173,-1 8 0,-1 1-40,-4 10 0,-4-6 136,-7 6 1,0-1 24,0 6 1,-7-5 45,-4-1 1,-4-6-105,-1 1 0,-7-6-8,1-5 0,0 2-20,6-7 1,-1-1 82,1-5-195,-1 0 1,6 0 103,0 0-311,7 0 1,-1-1 19,10-5 0,4 4 15,8-3 1,0 3 124,-1 2 0,3 0 3,3 0 0,-4 0 96,4 0 1,2 5-106,-2 1 0,0 7 105,-5-2 0,-1-2-48,1 2 1,-6 0 244,0 6-39,-7-1 0,3 1 90,-7-1 1,-5-5-108,-1 0 1,-9-5 29,-1 5 0,-3-7-215,-8 1 1,5 3 117,-6-3 0,8 2-268,-2-1 1,3-4 14,3 3-863,-1-3 34,1-2 299,6 0 0,5 0 299,10 0 0,6-5-296,12-1 671,2-14 0,8 9 0,1-13 0</inkml:trace>
  <inkml:trace contextRef="#ctx0" brushRef="#br0" timeOffset="240">1359 166 7569,'20'-15'97,"-3"4"1,-10-2 578,4 8-121,-7-8-154,3 11 0,-14-6-134,-4 8 0,-4 10-30,-1 6 1,-1 3 209,1 8-235,-8 8 0,5 0-29,-3 4 1,9-6 22,2-5 1,8 1-186,-3-7 0,6 6 108,6-6 1,5-2-10,11-9 1,-2 2 19,7-8 1,7 1-164,4-6 0,6 0-150,-5 0 0,0 0-166,-6 0 1,0-2-107,0-3 1,-7 3-382,-4-4 0,-9 4-669,-2 2 795,-7 0 700,3 0 0,-22 8 0,-3 1 0</inkml:trace>
  <inkml:trace contextRef="#ctx0" brushRef="#br0" timeOffset="733">1 812 7992,'24'0'362,"3"0"1,14 5-223,8 1 0,9-1 80,8-5-90,15 0 1,3 0-436,16 0 1,-46 0-1,0 0 312,4 0 1,0 0 0,-2 0-1,1-2 70,3 0 1,1-1-1,-3 1 1,0 0-66,5-3 1,1-1 0,-4 2 0,0-1 94,1 0 0,-1-1 0,-4-1 0,-1-1-41,-2 2 1,-1 1 0,41-4-278,-4-2 1,-17 7 230,-6-1 0,-16-3 99,-1 3 0,-12-1-96,-4 6 0,-7 0-126,-10 0-92,1 0 957,-8 0-868,-1 0 265,-8 8 1,-2-6-683,-4 3 1,-3-3-57,-8-2 1,1 5-818,-1 1 1396,-7 7 0,-9-4 0,-9 8 0</inkml:trace>
  <inkml:trace contextRef="#ctx0" brushRef="#br0" timeOffset="1329">531 1176 7569,'0'-16'1964,"0"-1"-1597,0 8-509,0 1 160,0 23 0,0 4 59,0 14 0,5-6-62,1 1 1,5 0-217,-6 5 1,3 0-355,-3 0 0,3-2 282,3-3 1,-2 1 129,-4-7 0,-1-1-67,7-10-367,-7-4 0,9-9 577,-8-3 0,1-12 0,-6-10 0,-8-5 0,-1-1 0</inkml:trace>
  <inkml:trace contextRef="#ctx0" brushRef="#br0" timeOffset="1556">630 1342 7569,'-16'-33'-895,"-1"-8"615,1-1 1,6-2 111,5 0 1,-3 9 167,3 1 0,-1 3 230,6 9 0,6 5 359,-1 6 0,10 8-411,2-3-152,-1 4 0,14 10 60,-8 3 0,7 5 4,-1 6 0,-2-1-89,1 6 0,-5 1 102,6 5 0,-10-5-91,-1-1 1,-2 1 49,-10 5 1,1 0-15,-6 0 0,-8-5 81,-3-1 0,-11-1 103,-5 2 1,-5-4-97,-1-8 0,-5 1 113,-1-1 0,6 1-273,5 0 1,2-6 97,-1 0 1,3-6-367,7 6 0,3-5 29,3 5 262,3-7 1,10 3-352,4-7 1,10 0-1215,12 0 1566,3 0 0,2-15 0,0-3 0</inkml:trace>
  <inkml:trace contextRef="#ctx0" brushRef="#br0" timeOffset="1804">1227 1226 7569,'7'-9'1268,"-5"1"-1194,5 8 1,-7 2 62,0 4 0,0 3 69,0 7 1,-5 3-24,-1 3 1,-5-2-1,6 8 1,-1-6 63,6 5 1,0-6-123,0 1 1,9 2-54,8-2 1,1 0-71,10-6 0,-6-4-99,5-1 1,-4-8 84,4 3 1,-5-4-189,6-2 0,-8 0 64,2 0 1,2-2-262,-2-4 1,0-1 86,-5-4 0,-2-4-25,-4 4 1,2-4-52,-8-1 1,1 5-193,-6 0 0,0 0 578,0-6 0,0-7 0,0-2 0</inkml:trace>
  <inkml:trace contextRef="#ctx0" brushRef="#br0" timeOffset="1945">1392 1309 7569,'-9'0'-306,"-6"7"0,12-5 511,-8 3-20,7-3-260,-3 6 0,8-7 96,5 5 1,-2-4-15,7-2 1,2 0 11,9 0 0,-4 0-3,4 0 1,-4 0-171,-1 0 0,0 0 154,-1 0 0,1-8 0,-1-1 0</inkml:trace>
  <inkml:trace contextRef="#ctx0" brushRef="#br0" timeOffset="2090">1260 1160 7569,'0'-17'0,"2"2"0,3 4 0,6-2 830,11 8-479,4-1 0,7-1-35,0-4 0,13 2-133,4-2 1,9 0-184,-4-6 0,15 1 0,-2-1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28.402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67 929 7569,'-15'-2'0,"3"-2"0,0-1 0,9-3 754,-3 3-99,4 3-562,2-6-59,0 8 1,8 0 22,3 0 1,11-1-103,6-5 0,3 4-12,2-3 0,0 3 123,0 2 1,6 0-425,0 0 0,-1 0 169,-5 0 0,-5 0-402,0 0 0,-10 7-2,-1 4 593,-8-3 0,-9 14 0,0-4 0</inkml:trace>
  <inkml:trace contextRef="#ctx0" brushRef="#br0" timeOffset="156">17 1177 7884,'-9'0'1649,"2"0"-1364,7 0 1,7-5 16,4-1 1,6 0 32,5 6-212,-4 0 1,14 0-52,-5 0 1,10-5-77,2-1 0,1-1-250,-1 2 1,1 3-1657,5-4 951,2-3 899,-12 7 1,13-5 0,-5 7-1</inkml:trace>
  <inkml:trace contextRef="#ctx0" brushRef="#br0" timeOffset="4165">2105 117 7569,'0'-11'226,"0"0"207,0 7-115,0-11-159,0 14 1,0-9 132,0 5-296,0 3-5,0-5 0,0 5 71,0-4 0,7 4-96,4-3 1,-2 1 22,2-1 1,2 3-54,9-4 1,-1 3 59,6-3 0,-5 4 27,6-3 1,-1 3-97,7 2 0,-7 0-42,1 0 0,-2 0-25,1 0 0,-3 5 75,-7 1 0,-3 7-54,-3-2 0,-3-2 75,-8 2 0,-2-5 201,-4 5 1,-3-2-72,-7 2 1,-8 2-118,-4-8 0,2 6 151,-1-5 1,5-1 232,-6-5 1,13 0 220,-1 0-112,3 0-553,4 0 110,1 8 1,16-6-156,3 3 0,9-1-20,2 1 0,8-1-7,-3 7 1,-1-2 118,2 2 0,-6 4-8,5-4 1,-7 4 21,3 1-29,-5 1 0,-9 0 158,-3-1 1,-4-5-37,-2 0 0,-2-2 132,-4 2 0,-3 2-105,-8-7 0,-1 7-195,-4-2 1,-4-2 63,-7 2 1,5 0-138,1 6 0,-1-6-482,-5 0 0,5-6 80,1 6 580,7-7 0,-12 11 0,7-6 0</inkml:trace>
  <inkml:trace contextRef="#ctx0" brushRef="#br0" timeOffset="4624">1061 813 7569,'-15'-2'425,"4"-4"1,2 4-32,4-3 1,3 3-295,-6 2-91,8 0 174,0 0-23,8 0 1,1 0 114,7 0-151,8 0 1,11 0 56,15 0 0,7-5-53,9-1 1,8-1-153,3 1 1,17 2-824,-45-1 0,2-1 800,4 5 0,0-1 0,-3-5 0,1 1 16,5 3 1,0 0-77,-2-3 0,0-1 74,9 7 0,1-1-12,-7-6 0,0-1 66,6 3 1,0 1-150,-9-1 0,-1 0 59,9-2 1,1 0-1,-10 2 1,0 1-10,0-1 1,-1 0-92,-1 1 1,-1 1 0,32-3 74,5 1 1,-12-1-111,-5 6 1,-8 0 145,-9 0 1,-1 0 62,-16 0 1,-1 0 132,-9 0-92,-4 0 1,-8 0-38,1 0 1867,-8 0-2131,-2 0 422,-21 8 1,-5-5-1482,-14 8 1314,-7 1 0,-10 4 0,-9 1 0</inkml:trace>
  <inkml:trace contextRef="#ctx0" brushRef="#br0" timeOffset="5325">1459 1160 7499,'-17'0'-80,"0"0"1,8-1 348,4-5 144,-4 4-325,7-5 1,-6 5 215,8-3-270,0 3 0,2-6 29,4 8 1,5-5-48,11-1 1,-4 1 70,4 5 0,4-2-128,2-4 0,1 5-52,-1-5 0,1 4 78,-7 2 0,0 6-54,-5-1 1,-2 3 49,-4-3 1,-4-1-158,-7 7 119,0 0 1,-13 5 37,-3 1 0,-12 0 48,0-1 0,3-5 13,-3 0 1,2-5 106,-1 5 1,3-7-48,7 1 1,8-1-46,3 1 51,5-3-237,1 5 0,9-7 67,7 0 0,3 2-47,8 4 0,1-4 80,5 3 0,-5 3-88,-1-3 1,-1 6 126,2-5 0,-4 7-54,-8-2 0,-1-2-60,-4 2 19,4 0 200,-13 5 1,-2 1 131,-11 0 1,-4-6 228,-2 0 0,-1-8-314,-4 3 1,3 1-91,-3-1 0,-2 1-283,2-1 1,0-5 121,6 5 1,-1-4 153,0-2 0,6 0-11,0 0-1772,8 0 869,-5 0 849,16 0 0,1 0 0,7 0 0</inkml:trace>
  <inkml:trace contextRef="#ctx0" brushRef="#br0" timeOffset="5523">1873 1310 7569,'9'-8'751,"-2"6"0,-5-5-545,4 7 1,5-2-24,11-3 1,4 3-1,7-4 1,0 3-216,0-3 0,6 4-71,-1-3 1,1 3-60,-6 2 0,0-6-8,0 1 1,-1-1-290,-5 6 0,-3 0-153,-7 0 0,-6 0-60,0 0 338,-8 0 334,5 0 0,-16-7 0,-1-2 0</inkml:trace>
  <inkml:trace contextRef="#ctx0" brushRef="#br0" timeOffset="5745">2171 1094 7569,'0'-9'146,"0"0"433,0 3-373,0 4 1,-2-5-24,-3 7 1,3 7-1,-4 5 1,4-1 29,2 5 1,0-1-117,0 12 1,0-4-130,0 4 1,0 1 8,0 5 0,0-6-234,0 1 1,0-2-486,0 1 1,2 3 377,4-8 1,-3 6 363,8-6 0,1 0 0,4-6 0</inkml:trace>
  <inkml:trace contextRef="#ctx0" brushRef="#br0" timeOffset="5974">2552 1144 8627,'0'11'212,"0"0"-245,0 0 1,5 6 53,1-1 0,1 6-185,-1 0 1,-2 0-224,7-5 1,-8 0 241,3-1 1,1 1-699,-1-1 843,7-7 0,-12 6 0,7-6 0</inkml:trace>
  <inkml:trace contextRef="#ctx0" brushRef="#br0" timeOffset="6324">2834 1011 7569,'0'-9'938,"0"2"-910,0 7 62,0 0-124,7 0 0,-3 2 80,7 3 1,-2-1-131,2 7 1,4 0 53,-4 6 0,2-1-27,-2 1 0,1 5 60,-6 0 0,5 5-132,-5-4 1,-1 4 92,-5-5 0,-7 6 16,-4-6 1,-4 0 209,-2-5 1,1-1-70,-1 1 1,1-6 748,-1 0-319,1-8-219,6 5-152,3-8 1,14 0 109,4 0 0,11-2-214,6-4 1,2 5 74,-3-5 0,10 2-247,-4-1 1,-2 3 66,-3-3 0,-6 3-320,6 2 1,-8-2 17,2-4 113,-4 5-1023,-1-7-307,0 8 1548,-8 0 0,-9-7 0,-9-2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39.301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448 200 7863,'0'-9'1529,"0"1"-1651,0 23 0,0 1 151,0 12 0,0-2 79,0-4 0,0 2-3,0 3 1,0 3-126,0-8 1,0 0-28,0-5 1,0-6 11,0 0 160,0-8-19,0 5 0,0-16 46,0-3 0,0-5-172,0-6 0,5-4-183,1-7 1,7 0 52,-2 0 0,3-8-150,3-3 0,5 3 37,0 3 1,2 8 66,-2 3 0,-3 8 61,3 3 0,-4 1-122,-1 9 349,-1 1 1,-1 12-76,-4 4 1,-4 4 74,-7 2 1,-1 5-27,-5 0 1,-3 7 187,-8-1 1,1-2-45,-1 1 1,1-7-106,-1 3 0,2-5-21,4-1 0,-2-6 163,8 0-38,-8-8-166,11 5 1,0-10-91,8-4 1,7 3 27,-2-8 0,9 7-146,2-2 1,0 5 41,-5 1 1,-1 0 113,1 0 0,-1 0-28,1 0 1,-6 1-41,0 5 0,-5 3 206,5 8 0,-8-1 1,3 1 1,-4-1-22,-2 1 0,0-6-7,0 0 1,-2-2 139,-4 2 1,3 2-62,-8-7 0,0 5-92,-6-6 0,0 3 18,1-3 1,5-3 27,0 3 1,0-3-762,-6-2 1,6 0 18,0 0 300,7 0-273,-3 0 0,11 0-701,7 0 1281,0-7 0,27-10 0,-3-8 0</inkml:trace>
  <inkml:trace contextRef="#ctx0" brushRef="#br0" timeOffset="216">1061 150 7569,'16'-17'792,"-7"1"-164,-1 7-339,-8 1 0,-8 10-94,-3 4 0,-3 3 312,-3 7-384,1 8 1,-1 2 10,0 7 1,3-1-76,3-5 0,3 3 84,8-8 0,0 5-83,0-5 1,10-1-108,6-10 0,2 3 35,10-3 1,-6-3 79,6-3 0,-2-3-137,1-2 0,3 0-725,-8 0 1,0 0-425,-6 0 414,1 0 0,-6 0 211,0 0 593,-7 0 0,-4 8 0,-10 1 0</inkml:trace>
  <inkml:trace contextRef="#ctx0" brushRef="#br0" timeOffset="629">1 780 8350,'16'0'315,"1"0"1,7 0 87,3 0 0,6 0-219,6 0 0,11 0-28,10 0 0,7 0 27,4 0 1,7 0-407,10 0 0,0 0 195,12 0 0,-10 0 48,9 0 0,-10 0 91,-1 0 1,-5 0-6,-6 0 0,-5 0-472,-11 0 0,-6 0 39,-11 0 0,-3 0 14,-8 0 1,-7 0-121,-4 0-10,-11 0 227,-4 0 1,-9 0 388,-3 0 0,-12 7-332,-10 4 1,-7 0 158,-4 6 0,-5-5 0,-6 12 0</inkml:trace>
  <inkml:trace contextRef="#ctx0" brushRef="#br0" timeOffset="921">994 995 7498,'-11'-9'-35,"0"3"0,6 4 35,-6 2 0,0 0 441,-6 0 0,6 0-148,0 0 0,2 2-131,-2 4 1,-2 3-18,7 7 1,1-5-183,5 1 0,0-1 59,0 5 1,7 1-23,4-1 1,4 1 85,2-1 0,1 1-13,4 0 0,-3-1 127,3 1 1,2-3-140,-2-3 1,0 4 9,-6-4 1,1 4 40,-1 1 0,-6-4-28,-5-1-10,-3 0 0,-2 5 2,0 1 1,-13-6-126,-3 0 0,-10-6-195,4 6 0,-8-5-161,3 5 1,-5-7 177,-1 1 1,0 3 226,0-3 0,-8-7 0,-1-7 0</inkml:trace>
  <inkml:trace contextRef="#ctx0" brushRef="#br0" timeOffset="1079">895 995 7569,'18'-8'365,"6"5"125,-7-8 1,0 7-409,5-1-20,-4 3 1,4 2 47,0 0 1,8 0-48,-3 0 1,5 0-390,1 0 0,2 5 207,3 1 1,-1-1 191,7-5 0,0 6-73,6-1 0,0 1 0,0-6 0</inkml:trace>
  <inkml:trace contextRef="#ctx0" brushRef="#br0" timeOffset="1270">2253 746 7569,'10'-7'996,"-3"3"-644,-7-7 1,0 6 82,0-6-446,0 7 1,7-3-370,4 7 1,6 0 139,5 0 0,-2 0-82,8 0 0,-8 0 11,2 0 1,2 5 310,-2 1 0,8 14 0,-5-2 0</inkml:trace>
  <inkml:trace contextRef="#ctx0" brushRef="#br0" timeOffset="1421">2270 978 7569,'0'9'1496,"0"-1"1,2-8-1339,3 0 0,-1 0-139,7 0 1,6 2-13,5 3 0,7-3-111,-1 4 0,3-5-339,2-1 1,2 0 442,4 0 0,3-7 0,8-2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41.34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713 100 7569,'-6'-11'0,"1"0"196,1-2 68,2 6 26,2 0 188,0-1-271,0 6 0,2-10-114,3 6 1,6-1-159,12 1 1,0 4 130,5-3 0,3 3 21,-3 2 0,1 2 5,-1 3 0,1 3-59,-6 3 0,-3 3-233,-9-3 1,2 4 57,-8 2 0,-1-1-22,-10 1 1,1-6 195,-12 0 0,3-2 73,-14 2 1,2-2-39,-1-3 1,-3-4-75,8 3 1,0-1 9,5 2 1,6-5 57,0 5 17,8-4 1,-3 0-110,12 3 0,3-3-149,7 3 1,6-1 151,1 2 1,6-5 21,-1 5 0,-3 1 157,3-1 1,-8 7-102,2-2 1,-3-2-51,-3 2 0,-5-2 22,0 2 1,-7 4 52,2-4 0,-5-2-74,-1 2 0,-7 0-19,-4 6 1,-4-6-53,-1 0 0,-3 0-170,-3 6 1,-2-1-396,-3 1 0,-5-1 299,5 1 0,-4 5 336,-3 0 0,1 0 0,0-5 0</inkml:trace>
  <inkml:trace contextRef="#ctx0" brushRef="#br0" timeOffset="259">83 813 7569,'-16'0'0,"-1"0"186,0 0 1,6 0 790,0 0-294,8 0-433,-5 0 1,10-6-25,4 1 1,5-1-26,11 6 0,11-5-78,11-1 0,11-5 60,6 5 1,11-5 11,5 6 0,11-6-378,6 5 0,2-5 79,-2 6 1,3-6 84,-3 5 0,-5-1 7,-6 1 0,1 3-140,-12-8 0,2 7-99,-19-2 1,-2 5-298,-9 1 0,-5 0 264,-11 0 0,-4 0-145,-8 0 246,-7 0 0,-1 1-344,-8 5 1,-10-2 21,-6 7 0,-8 0 505,-9 5 0,-6 4 0,1 1 0,1-1 0,2 2 0</inkml:trace>
  <inkml:trace contextRef="#ctx0" brushRef="#br0" timeOffset="533">895 962 7569,'-17'0'121,"1"0"1,-1 0 263,1 0 0,4-6-66,1 1 0,0-1-136,-5 6 1,5 0 206,0 0-204,0 8 1,0-5-80,0 8 1,7-5 87,-2 5 0,5 0 0,1 5 0,7 1-274,4 0 1,6-1-22,5 1 0,-2-1 19,7 1 1,1 1 107,5 4 1,-5-5 27,-1-1 0,-6 5 51,1-10 1,-6 7-67,-5-7 0,-3 4 16,-8 1-27,0 1 1,-4 0-18,-7-1 0,-2-5 2,-14 0 0,-1-5-569,-5 5 1,-2-8 271,-4 3 1,4-4 101,-3-2 1,3 0 180,1 0 0,1-15 0,0-3 0</inkml:trace>
  <inkml:trace contextRef="#ctx0" brushRef="#br0" timeOffset="674">729 1094 7569,'17'-7'0,"-1"0"0,1-5 0,5-2 1233,0 3-572,7 3 1,-3-5-277,7 8 1,-5-1-211,0 6 1,-1 0-47,6 0 0,2 0-98,4 0 1,-4 0-674,4 0 0,-4 2 403,-2 4 1,5-3 238,1 9 0,0-9 0,-6 5 0</inkml:trace>
  <inkml:trace contextRef="#ctx0" brushRef="#br0" timeOffset="1658">381 995 7569,'0'-17'513,"0"8"1,0 4-249,0 10 0,0 4-162,0 8 0,-2 7-11,-3 3 0,1 10-2,-7 2 0,2 7-416,-2-2 1,2-2 180,3 3 0,4-3 165,-3 2 1,3 4-21,2-4 0,0 4 0,0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7:44.753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33 67 7569,'9'2'480,"-3"4"-208,-4 3 0,-4 15-262,-4 3 0,5 5 47,-5 1 0,4 5 149,2 1 1,0 0-84,0-6 0,0 0-358,0 0 0,0-5 209,0-1 1,0-12 25,0 2 0,6-10 308,-1 4-235,1-7 0,-6 1 95,0-10 0,0-6-48,0-12 0,0-2-4,0-8 1,-6-1-51,1 1 0,-8-7-300,2-4 1,3 1 132,3-1 0,3 7 32,2-1 0,2 5 86,3 5 1,5 4-75,6 7 0,3 8-282,3 4 0,2 3 132,3 2 0,4 2 101,-3 3 1,-4 4-15,-2 8 0,2 5-22,-2 0 1,-2 2 64,-9-2 1,-3-2 117,-8 8 0,-2-8-129,-4 2 0,-5-3 18,-11-3 1,8 1 352,-9 0 0,-4-6-123,-12 0 0,8-6-92,9 6 0,-2-7 126,2 1 195,0-3-303,13-2-210,1 0 1,12 0 82,7 0 1,5 0 17,12 0 0,3 6 2,-3-1 1,-2 1 14,1-6 1,-6 5-19,1 1 1,2 5-1,-2-6 0,-8 8 197,-8-2 0,-4 4 15,-2 2 0,-2-1 64,-4 1 1,-5-1-139,-11 1 0,-2-1-30,-3 1 0,-10 0-96,4-1 0,-2-1 112,7-4 1,4 2 24,8-8 0,-1 3-327,1-3-1943,6-3 1292,3 5 853,22-14 0,3-2 0,15-8 0</inkml:trace>
  <inkml:trace contextRef="#ctx0" brushRef="#br0" timeOffset="263">861 266 7569,'10'-7'166,"-3"5"1,-14-6 373,-4 8 1,-4 0-154,-2 0 0,1 8-87,-1 3 1,1 9-79,-1 2 1,0 6 99,1-6 1,1 5-140,4-4 1,-2 6-1,8-1 1,-1-5-14,6 0 1,6-5-34,-1-1 0,10-1-171,2 1 0,5-8 23,5-4 1,10-3-168,-4-2 1,6-2-211,-1-3 0,-3 1-395,4-7 0,-4 6 522,-2-6 0,-5 1-25,-1-1 286,1-3 0,5 4 0,0-6 0</inkml:trace>
  <inkml:trace contextRef="#ctx0" brushRef="#br0" timeOffset="821">1706 382 9532,'9'0'513,"6"2"-419,-4 3 1,4-3-109,1 4 1,3-5-319,3-1 0,-4 0 218,4 0 0,-3 0 167,-3 0 1,1 0-184,0 0 0,-3 2-1777,-3 4 1907,-3-4 0,-1 12 0,2-4 0</inkml:trace>
  <inkml:trace contextRef="#ctx0" brushRef="#br0" timeOffset="964">1623 597 7569,'-9'0'2507,"2"0"-2200,22 0 1,-4 0-232,11 0 0,-2 6 71,2-1 1,-2 1 58,8-6 1,-2 2-234,1 3 1,3-3-1632,-8 4 1658,7 3 0,-3-7 0,7 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00.192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50 84 7569,'0'-17'0,"0"8"0,2-4-19,3 8 33,-3-8 153,5 11 1,-7-7 18,0 3 0,2 4-10,4-3 108,-4 3-53,5 2-87,-7 0 0,0 2-8,0 3 0,0 5 67,0 6 0,0 6 5,0 0 1,-6 8-93,1-3 0,-6 6 12,5 6 0,-5-2-227,6 7 1,-6-5 76,5 5 1,1-5-477,5 5 0,-6-2-31,1 2 1,-1 2-839,6-7 1367,0 0 0,0 1 0,0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01.336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316 214 7569,'-17'-17'795,"8"6"-637,3 0 0,-1 6-8,2-6 0,-8 7-125,2-2-38,3 5 1,-6 1 94,2 0 0,3 0-3,-2 0 1,0 1 30,-5 5 0,-6 11-3,-1 10 0,0 4 119,0 3 0,5-1-122,-4 0 0,9 0-127,2 0 0,7-5 71,-1-1 1,3-6-120,2 1 0,2-4 134,3-1 1,1-6-12,10 0 1,-3-8-40,9 3 1,-3-4 19,-3-2 0,6-2-101,1-4 1,6-8-24,-1-8 1,1-8-175,-1 2 1,1 3 148,-7-3 1,-2 6-70,-9-6 1,4 1 115,-4-6 0,-3 5-29,-3 0 1,3 8 295,-3-2-161,1 11 370,-6-4-298,0 14 1,0-5 14,0 12 1,-6-3 10,1 8 0,-3 2 45,3 9 1,3-3-99,-4 3 1,4 2 10,2-2 1,0 5-279,0-5 179,0 1 1,0-7-231,0 1 250,0-8 241,8-2-293,-6-7 1,11-13-2,-8-3 0,8-12 44,-2 1 1,4-5 9,1-1 0,1-2-534,-1-4 0,1 5 217,0-5 0,-3 6 268,-3 5 0,4 4-16,-4 8 0,-2 5 183,2 0-142,-7 7 0,9-2 126,-8 12 1,1 5 15,-6 11 0,0 2 127,0 4 0,0 3-87,0-4 1,-6 3-53,1-3 0,-1 5-178,6-5 0,0-3 35,0-2-161,0-3 382,8-3-20,-6-6-236,12-3 1,-5-20-110,8-4 0,0-10-80,-1-1 0,3-9 100,3-1 0,-4-1-37,4 6 0,2 2 206,-2 3 0,-5 6 504,-6 11-327,0-4 0,4 17 137,-4 4 1,1 10-33,-6 17 1,5 2 166,-5 4 1,5-2-157,-6 7 0,8-7-36,-2 1 0,9-8-378,2-3 0,6-6 146,-6 1 1,6-6-738,-6-5 1,5 2-69,-5-7 1,2-1-1284,-2-5 2040,4 0 0,7-7 0,1-2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32.605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498 414 7059,'0'17'-310,"0"-1"0,0-4 230,0-1 319,0-8 9,0 5 61,0-8 625,0 0-674,0-8 0,0-1-142,0-8 1,0-1 27,0-4 1,0 2 44,0-8 1,0 1-133,0-7 0,0-1-415,0-3 1,5 5 186,1 0 1,5 1-64,-6 10 1,8 0 84,-2 5 0,4 1 62,2-1 1,-1 8 113,1 4 0,-1-3-79,1 3 1,-1-1 123,1 6 1,-6 0-76,0 0 0,-5 6 31,5-1-19,-8 8 0,5-4 8,-8 8 0,0-6 14,0 0 1,-2 0 0,-4 6 0,3-6 42,-8 0 1,0-2-61,-6 2 0,0 2 41,1-8 0,5 3-4,0-3-44,0-3 1,0 5-19,0-7 1,7 2-79,-2 4 0,6-4 65,6 3 1,3-3-95,8-2 0,1 6 23,4-1 1,2 6 63,4-5 0,1 7-48,-7-2 0,2 1 31,-2-1 1,-5 4-55,-1-4 82,1 4 103,-15 2 1,5-1-22,-7 1 1,-7-6 146,-4 0 0,-9-6-33,-2 6 1,-6-5-137,6 5 1,-6-6-90,6 6 1,0-7 69,5 2 0,1 1 39,-1-1 1,6-1-406,0-5-668,8 7 713,-5-5 1,17 6 297,8-8 0,7-15 0,9-4 0</inkml:trace>
  <inkml:trace contextRef="#ctx0" brushRef="#br0" timeOffset="241">1127 83 7569,'-16'0'-69,"5"0"-23,0 0 1,5 2 212,-5 3-98,0-3 0,-4 13 48,4-4 1,-3 4 80,3 1 1,1 1-20,-1-1 0,8 1 129,-3 0 1,4-1-194,2 1 0,0-1 36,0 1 1,2-6-133,4 0 1,8-6 32,8 6 1,6-7-69,-6 2 1,8-4 93,-3-2 0,3 0-127,-3 0 1,4 0-82,-3 0 0,-4 0-297,-2 0 1,-3-6-706,-3 0 1178,1 1 0,-1 5 0,1 0 0</inkml:trace>
  <inkml:trace contextRef="#ctx0" brushRef="#br0" timeOffset="625">1 944 7569,'18'-1'127,"4"-5"-36,4 4 0,15-16 145,3 7 1,7-8-54,10 8 1,7-5 12,15-6 1,0 5-403,0 1 1,7-1 272,4 6 1,-2 2 22,2-2 0,-6 7-66,6-1 1,-8-3-38,3 3 1,-6-3 101,-6 3 1,-5 3-78,-12-4 1,1-1-61,-11 1 1,1-1-64,-12 2 1,-2 3 35,-10-4 0,-3 4-376,-7 2-30,-1 0 578,-6 0 0,-5 0-239,-10 0 0,-6 0-92,-11 0 1,1 8-98,-6 3 0,-1-2 42,-5 2 0,0-2 289,0 2 0,-8 11 0,-1-3 0</inkml:trace>
  <inkml:trace contextRef="#ctx0" brushRef="#br0" timeOffset="2643">862 1143 6867,'9'-9'-217,"1"0"470,-5 3 15,4 4-184,1-5 9,-3 7-152,0 0 185,-5 0-138,6 0 121,-8 0-97,-8 7 1,1-3 32,-4 7 0,3-5 18,8 5 8,0-8 22,-7 12-86,5-6 1,-3 1 28,10-5 0,-1 2-20,7-1 0,-6 1 50,6-1-44,1-4 0,4 11 1,1-8 1,5 6-8,0-5 1,-7 1 28,-10-1 1,2-3 55,-1 8-69,7-7 29,-4 11-41,0-6 1,-1 7 7,-8 1 1,-8-6-81,-3 0 1,-5-5 32,-6 5 1,3-2-100,-3 2 1,4 2-17,1-8 0,-5 6-207,0-5 1,4-1-105,1-5 0,10 0 445,-10 0 0,4-7 0,-3-2 0</inkml:trace>
  <inkml:trace contextRef="#ctx0" brushRef="#br0" timeOffset="2795">929 1127 7569,'16'-11'-77,"1"0"0,-1 5 138,1-5 0,-1 7-14,1-1 1,1-3 31,4 3 1,-3-1-34,3 6 0,2-5-196,-2-1 104,7 1 1,-8 5-261,6 0 0,1-2 51,5-4 255,-7 5 0,12-14 0,-3 6 0</inkml:trace>
  <inkml:trace contextRef="#ctx0" brushRef="#br0" timeOffset="3079">2453 729 7345,'0'-9'-65,"1"-4"341,5 7 1,-2-1-295,7 2 1,0 3 86,5-4 1,3 4-96,3 2 0,-2-5-19,8-1 1,-3 1-85,3 5 0,1 0-29,-7 0 1,1 0-193,-7 0 1,-1 2 155,-4 3 1,2-1 193,-8 7 0,1 0 0,-14 6 0,-1-1 0</inkml:trace>
  <inkml:trace contextRef="#ctx0" brushRef="#br0" timeOffset="3199">2585 812 7569,'-26'9'0,"-3"-2"289,7-7-152,0 0 1,5 0 229,1 0 46,6 0-336,3 0 58,29 0 0,-7 0-324,18 0 1,2-5-84,4-1 0,12-5-231,-1 6 1,3-6 502,-3 5 0,7-7 0,2 4 0</inkml:trace>
  <inkml:trace contextRef="#ctx0" brushRef="#br0" timeOffset="3659">3993 100 7569,'7'-10'-804,"4"-2"750,12 6 1,-3-1 140,7 1 1,-1 4 5,2-3 0,3 3-41,-3 2 0,1 0-7,-1 0 0,1 0-7,-7 0 0,0 2-111,-5 3 0,-8 4 87,-3 8 0,-4 0-111,-2-1 0,-8 3 131,-3 3 0,-11-4-25,-6 4 0,-3-3 154,-2-3 0,5-5-38,1 0 88,-1-7 1,2 5 224,4-3-185,11-5-194,4 7 1,14-8-103,4 0 1,11 0 144,6 0 1,3-2-8,2-4 1,1 5-477,-1-5 0,0 4 163,0 2 1,-7 2-276,-4 4 0,-4-3 158,-1 8 0,-8-5 335,-3 5 0,-5 0 0,-1 6 0</inkml:trace>
  <inkml:trace contextRef="#ctx0" brushRef="#br0" timeOffset="4041">3314 663 7569,'-17'0'0,"6"0"-109,0 0 165,8 0 143,-5 0-184,8 0 1,8 0 28,3 0 0,11 0 93,5 0 1,5 0 69,1 0-112,7 0 0,8-6-95,7 1 4,8-8 0,1 11 36,8-3 1,7-3-347,-1 3 0,1-1 261,-2 6 0,2 0-97,-7 0 0,-6-2 60,-5-3 0,-2 3 81,2-4 1,-4 5 26,-8 1 1,-5 0-22,1 0 0,-10 0 93,-2 0 1,-2-6-92,-9 1 0,0-1 27,-5 6 366,-1 0-384,1 0-193,-8 0 201,-2 0-265,-7 0-220,0 0 1,8 0-1,1 0 1</inkml:trace>
  <inkml:trace contextRef="#ctx0" brushRef="#br0" timeOffset="5225">3695 928 7569,'9'-7'-537,"0"5"486,-3-4 56,-4 4 0,5 4 202,-7 4-93,0-4 1,6 12-23,-1-3 1,1-2 78,-6 3 1,-2-1-119,-4 5 0,4 1 0,-3-1 1,-2 1-234,1-1 155,0 1 1,5 0-282,-5-1 1,4-5 34,-3 0 0,3-5-93,2 5 0,2-8 364,3 3 0,4-12 0,8-3 0</inkml:trace>
  <inkml:trace contextRef="#ctx0" brushRef="#br0" timeOffset="5470">3927 994 7569,'9'0'-158,"-2"8"81,-7 1 0,0 7 134,0 1 0,0-1 264,0 1 5,0 0-108,0 6 82,0-4-247,8 5 0,1-9 4,8-4 1,1-4-7,4-7 1,-4-7-71,5-4 0,-5-4 100,-2-2 1,1 1-25,0-1 1,-3-1-244,-3-4 1,-3 3 69,-8-3 1,-2 4-33,-4 1 0,3 6-41,-8 0 0,-2 7-9,-9-1 0,3 3 16,-3 2 0,-2 6-84,2-1 1,0 8 11,6-2 254,-1 4 0,-7 1 0,-2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2.26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100 298 7283,'-11'-14'244,"0"2"1,5 5-29,-5 7-108,7 0 1,-9 2 88,8 3-77,-8 5 1,6 6 15,-4 1 1,3-1-65,8 1 0,0 1-1,0 4 0,0-3-131,0 3 1,0-4 85,0-1 0,2-1-168,4 1 157,3 0 0,7-8 22,1-4 0,-6-3-4,0-2 1,-2-2-3,2-3 1,2-6-25,-7-11 1,5 3 1,-6-3 1,1-4-32,-6-1 0,0 1-110,0-2 1,2 1 19,3-6 0,-3 7 62,4 4 0,1 3 40,-2 3 0,3 5 7,-3 0 0,-1 7-12,7-1 1,0 3-18,6 2 1,-6 0 6,0 0 1,0 2 83,5 3 1,1 4-36,-1 8 1,-4-1 73,-1 1 0,0 1-89,5 4 0,-5-3 64,0 3 1,-7-2 6,1 2 0,-3-9 287,-2 4-226,0-4-30,0-4 332,0-2 0,0-9-128,0-3 0,0-6-274,0-11 0,2-4 88,4-7 1,5-2-569,11-4 1,-2-1 21,8-4 1,-3 3-219,3 8 0,3 7 171,-3 4 0,3 5-714,2 6 1178,0 4 0,1 7 0,-1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3.329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66 382 7456,'-11'0'-136,"0"0"236,8 0 1,-10 1 42,7 5 1,-1 3-69,1 8 1,4 5-72,-3 0 0,3 0 42,2-5 0,0-1-86,0 1 0,6-1 214,-1 1-17,1-8 157,-6-2-197,0-7-156,0-7 1,0-8 25,0-7 1,1-7-120,5 1 1,-4-11 58,3-5 0,3-4-97,-3-1 0,14-1 80,-3 0 1,4 8-59,-3 3 1,0 6 70,-1 6 1,1 3-39,-1 7 0,1 8 213,-1 3 0,-5 5-70,1 1 0,-3 7-37,2 4 1,2 4 13,-8 1 0,1 3 67,-6 3 1,0 2 0,0 3 1,0 8-70,0-7 0,-8 5-2,-3-11 1,2 6 3,-2-6 1,0-6 215,-6-5-27,1-7-50,-1 11 1,6-13-133,0 3-2,8-3-9,-5-9 0,10 5-208,4-4 136,3-3 0,9 7 85,4-3 0,-3 3-35,3 2 1,-4 5 18,-1 1 0,-1 7 4,1-2 1,-2-2 11,-4 2 0,1 0 78,-6 6 0,0-1-41,-6 1 1,0-1 101,0 1 0,-2-2-24,-4-4 0,-3 2-45,-8-8 0,1 8-97,-1-2 1,-1-4-46,-4-1 0,3 1-180,-3-1 1,9-1-214,2-5-274,8 8 384,-5-6 1,10-2 339,4-12 0,10-2 0,10-3 0</inkml:trace>
  <inkml:trace contextRef="#ctx0" brushRef="#br0" timeOffset="213">762 183 7569,'17'-17'531,"-8"1"-597,-2-1 1,-9 8 162,-3 3 0,-6 12 183,-11 5 1,3 5-62,-3 7 0,4-3 105,1 7 0,3 1-177,2 5 0,0-2 12,6-3 1,2 2-160,10-8 0,3 5 59,8-5 0,1-1 94,4-10 0,4 1 19,7-6 1,6 5-52,-1-5 0,7-1-612,-7-5 0,1 0-1723,-6 0 2214,0 0 0,8-7 0,1-2 0</inkml:trace>
  <inkml:trace contextRef="#ctx0" brushRef="#br0" timeOffset="467">1756 299 7569,'-17'-9'186,"8"-6"-419,-5 13 207,12-5 0,-4 7-12,12 0 1,-1 0-3,12 0 0,-4 0-6,9 0 0,3 0 0,3 0 1,3 1-320,3 5 1,-9-2 364,-3 7 0,-3 0 0,-3 5 0</inkml:trace>
  <inkml:trace contextRef="#ctx0" brushRef="#br0" timeOffset="604">1789 531 7569,'-11'0'715,"0"0"-411,7 0 0,-1 0-2,10 0-164,5 0 0,6 0-135,1 0 1,7-6-225,3 1 1,6-1-41,6 6 1,-2-5-775,7-1 1035,0 1 0,-1-3 0,-3-1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6.306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0 34 7569,'0'-17'114,"0"8"104,0 2 0,0 9-115,0 3 0,0 6-137,0 11 1,0-1-29,0 6 1,0-5 73,0 6 0,0-1-193,0 7 0,0-3 100,0-4 1,6 5 79,0-5 1,5-1 0,-6 2 0,8-1 0,-4 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7.253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84 183 7569,'0'-11'89,"0"0"-22,0 7 0,0-5 369,0 3 23,0 5-339,0-14 156,0 13 17,0-5 47,0 7-322,-8 0 1,5 0 59,-8 0 0,5 7-37,-5 4 0,5 9 40,-5 2 0,6 2-79,-6-2 0,7-1 34,-1 6 0,3-5-106,2 6 1,5-8 139,1 2 1,7-9 0,-2-2 0,9-5-110,2 5 1,0-7 63,-5 1 1,1-3-39,4-2 1,-3-7 40,3-5 1,-4-2-108,-1-3 0,-1 1-3,1-1 0,-2-5-81,-4 0 1,1-2 122,-6 2 1,5 3 4,-5-3 1,-1 4-90,-5 1 87,0 1 258,0-1-180,0 8 11,0 2 1,0 9-1,0 3 0,0 4 3,0 8 0,0-1-13,0 1 1,0 0-2,0-1 1,2 1-25,3-1 1,-3 1 10,4-1-12,3 1 0,-5-2 29,7-4 65,-8-4 1,12-7-128,-4 0 1,-2-7-9,2-4 1,0-6-59,6-5 0,-2-4-170,-4-7 1,7 6 95,-7-1 0,8 0 88,-8-5 0,2 7 68,-2 4 0,2 4-153,-8 1 342,1 8-163,1 2 32,-5 7 0,5 7-15,-7 4 1,0 6 124,0 5 1,0-2-146,0 8 0,0-6 14,0 5 1,0-6-128,0 1 117,0-4 1,7-3-85,5-4 0,-3 2 42,2-8 0,0 1-73,5-6 0,1-13-46,0-4 0,6-5-187,5 0 0,3-4 152,2-7 0,1 2 79,-1 3 0,-6 4 410,1 8 0,-8 5-189,2 0 0,-1 7 383,1-1 1,-4 16-141,4 5 0,4 12 27,1-1 1,-1 5-217,2 1 1,-1-2-116,7-3 0,4 1 131,1-7 0,0 0-17,-6-5 1,-8-2-1388,-2-4 1,-5 3 114,-1-3 1089,-8-3 0,5 7 0,-4-6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8.447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1110 232 7569,'17'-24'-291,"-8"6"-36,-4-4 1,3 4 242,-3 1 100,1 0 1,-1 1 50,1-1 0,-1 1 107,-5-1 1,-2 6-211,-3 0 0,-4 6 84,-8-7 0,-5 9 6,0-3 0,-7 4-6,1 2 0,-3 0 0,-2 0 0,-2 0 7,-4 0 1,4 2-93,-4 4 1,4 1 21,2 4 1,0 4-6,0-4 1,5-2-38,1 2 1,1-2 72,-2 2 0,4 2-6,8-7 1,-1 1-17,1-1 0,5-4-29,0 3 1,1-1 28,-1 1 0,2-3 5,4 4-2,3 3 0,-11-5 10,7 7 1,-1-6 35,2 6 0,1-5-40,-7 5 0,5-6 3,-5 6 0,0 0-1,-5 6 1,5-1 1,0 1 0,-2 0 5,-9-1 1,3 3-3,-3 3 1,4 2-1,1 3 1,1 5-1,-1-5 1,0 4 8,1 3 1,-1 4-12,1 1 1,-1 7 9,1-2 1,-1 0-8,0 6 0,6-2 1,0 12 1,6-4-19,-6 4 1,7 1-18,-1 5 29,-5 1 0,9 4-994,-5 1 993,4 0 0,2 2-5,0 3 1,0 9 5,0 3-8,0-38 0,0 1 0,0 42 1,0-42 0,0 1 1,0-2-1,0 1 2,0 0 0,0 1 1,2 46-249,4 0 1,1 1 323,4-6-74,4-4 0,-12-7 38,8-11 1,-1-4 79,1-2 1,2-7 39,-8-4 0,8-9-76,-2-2 0,-2-7-69,2 2 0,0-4 504,6-2 1,-1-6-556,1 1 0,1-8 302,4 2 0,4-3-325,7-3 1,8-5-17,3 0 0,6-5-158,5 5 0,11-6-247,12 7 0,15-9-26,7 3 1,-42-4 0,2-1 403,0 2 1,1 0-1,5-2 1,1 0 100,4 2 0,1-1 0,6 0 0,1-2 0,6 0 0,1 0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49.210"/>
    </inkml:context>
    <inkml:brush xml:id="br0">
      <inkml:brushProperty name="width" value="0.08573" units="cm"/>
      <inkml:brushProperty name="height" value="0.08573" units="cm"/>
      <inkml:brushProperty name="color" value="#004F8B"/>
    </inkml:brush>
  </inkml:definitions>
  <inkml:trace contextRef="#ctx0" brushRef="#br0">51 34 6958,'7'-11'0,"6"2"0,5 1-267,4 5 0,8 1 288,-3 2 1,12 0 127,5 0 1,10 0-1,1 0-71,7 0 1,-3 0-23,8 0 0,-3 0 6,-3 0 0,1 7 23,-6 4 1,-3-2-39,-9 2 0,-3 0-80,-8 6 0,-2 0 86,-3-1 0,-6-5-112,-11 0 1,-2 0 108,-4 6 1,-3-1 27,4 1 0,-6-1-23,-6 1 1,3 5-5,-8 0 1,1 8-8,-1-3 0,-2 5-4,8 1 1,-6 5-64,5 1 1,1 14 66,5 3 1,0 6-46,0 4 1,2 10-2,3 7 0,3 14-260,-4-42 0,3 1 0,2 3 0,2 1 270,-3 1 1,0 0-1,3 3 1,-1 1-13,-2-2 1,0 1 0,3 1 0,0 0-22,0 2 1,0-1-1,4-1 1,0-1-39,-1-3 0,-1-1 1,2 0-1,0-2 138,-2-8 1,2-1 0,0 2 0,1 0-133,11 37 0,-3-7 444,-2-9 0,-5-10-37,-6-1 0,-4-9 71,-7-3 0,-11-1-171,-11-9 0,-7-1-4,-21-4 1,-5-3 235,-17-4 0,-3 5 157,-8-5 1,-2-1-987,-3 2 0,1-6 114,-7 5 0,8-6-1909,-2 1 2142,3-11 0,9 0 0,1-4 0,0 4 0,-3-3 0,1-5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9:18.9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583 1 7518,'-8'1'946,"3"4"-490,3-3-337,2 12 0,0-6 15,0 8 0,0-1-15,0 0 1,0 1-168,0-1 0,0 0 54,0 1 0,0-1 57,0 0 1,5 6-9,0-1 0,0 2 5,-5-1 1,0-4-56,0 3 1,0-1 55,0 1 1,0-2-107,0 2 0,0-3 102,0-2 1,0 1 7,0-1 1,0 0-35,0 1 1,2 1-16,3 3 1,-3-3-27,3 4 1,-2-4 2,3-2 1,-5 6 5,4-1 1,-3 0-4,-2-4 1,0-1-3,0 0 0,0 6 22,0-1 1,0 1 33,0-6 1,0 0-7,0 1 0,0-1 9,0 0 0,0 1-2,0-1 0,0 0 9,0 1 0,0-1 19,0 1 0,0-1 5,0 0 1,0 1-107,0-1 0,0 0 68,0 1 1,5-1-55,0 0 1,0 1 4,-5-1 1,0 0-30,0 1 3,0-1 0,0 0-8,0 1 0,0-1 23,0 0 0,0 1 6,0-1 106,0 0 0,0 1-63,0-1 0,0 0 59,0 1 1,0 1-43,0 3 0,0-3 7,0 4 1,0-4-52,0-2 1,0 0 1,0 1 0,0-1 18,0 0 1,5-4-12,1-1 1,-1 0-57,-5 5 0,0-4 80,0-1-54,0 0 0,0 5 46,0 1 1,0-6 40,0 0-5,0 0-27,0 6 0,0-6-7,0 0 0,0-5 39,0 6-52,0-8 6,0 11 1,-2-6-29,-3 7 0,3 1-35,-3-1 0,2 0-116,-2 1 0,3-1 64,-3 0 0,1-1-77,-1-4 1,4 4 20,-5-4 0,5-1-162,1 1 0,0-5-1319,0 5 1175,0-6 0,8 1 449,8-10 0,-1-4 0,7-6 0</inkml:trace>
  <inkml:trace contextRef="#ctx0" brushRef="#br0" timeOffset="2948">645 62 7330,'-9'0'-490,"2"0"549,7 0-88,0 0 14,7 0 0,-3 0 425,6 0 1,-5 0-167,5 0 0,-5 0-30,5 0 1,-4 0-126,4 0 1,-5 0-86,5 0 0,0 0 75,6 0 1,-1 0-24,0 0 1,1 0 21,-1 0 0,0 5 3,1 0 0,1 2-30,3-2 0,-3-3 2,4 3 0,1 2-90,-2-2 0,6 7 66,-6-2 0,6-2-8,-6 3 0,3-6 8,-3 5 1,-3-1-9,3 1 1,-1 3 36,2-2 0,-4-3-24,3 2 1,-3-1-1,-1 1 1,-1 4-3,0-4 1,6 2 4,-1-2 0,1 4-14,-6-4 1,2 4-7,3 1 1,-1 0-19,7 1 0,-6-1-6,6 0 0,-1 1-73,6-1 93,0 0 1,-1-1-8,1-4 0,0 4-8,-1-4 0,1 2 38,0-2 1,-6 2 2,1-7 0,-2 7 23,1-2 1,3-1-49,-8 1 1,6 0 209,-6 6-202,7-8 1,-10 4 84,4-7 1,-4 7-63,-2-2 0,0-1 22,1 1 1,-1-1-12,0 1 1,1 4 55,-1-4 0,-5-2-38,1 3 0,-1-3-1,5 2 1,1 2-25,-1-7 0,-5 6-3,0-6 0,1 5-17,4-5 0,0 7 60,1-2-39,-1-3 1,0 5 56,1-7-38,-1 7 0,0-5 8,1 3 0,-1 2-156,0-7 116,-6 0 0,4 0 20,-2 0 0,2 6 57,3-6-82,-1 7 1,0-6-2,1 5 0,-1-3 11,0-3 0,1-1-9,-1 6 0,0-7-115,1 2 221,-1 4 2,7 0-97,2 6 0,0-1 1,-4-4 0,-3 2 10,-1-7 1,-1 7 8,0-2 0,2-2 100,4 3 0,-2-6-104,6 5 1,-4-5-58,4 5 0,-4-5 55,4 6 1,-4-8-11,4 2 1,-4 2 21,4-2 1,-4 5-1,4-5 1,-4 6-61,4-6 1,-6 5-3,1-5 0,-1 5-66,2-4 1,-4 4 87,3-5 1,-8 5-49,-2-5 1,1 2 6,4-2 0,-5-3-15,0 3 1,-5-3 36,6-2 0,-8 1 10,2 4 14,-3-3 0,0 5 206,3-7-262,-4 7 64,6-6-33,-7 6-6,0 0 0,2-3-15,3 6 20,-3-7 0,5 6-6,-7-4 0,5-2-13,0 7 1,2-4-11,-2 4 38,-4-7-14,13 11 0,-11-7 50,8 3 1,-6-2 12,5-3 7,-7-3-5,11 12 7,-5-12-73,6 11 1,-5-9-2,0 6 1,-5-7-12,6 2 1,-8-1 28,2 1 1,-1-3-33,1 3 25,-4-4-2,13 6-4,-12-5 1,10 6 1,-7-2 1,2-5-12,-2 4 1,-2-3 1,7-2 1,-4 2-36,4 3 0,-5-3 38,5 3 1,-5-4-1,5-1-8,-6 0 0,9 0 1,-9 0 64,6 0 10,-6 7-37,9-5 10,-11 5-65,11-7 48,-11 0 4,5 0-78,0 0-52,-5 0 77,4 0-11,-6 0 1169,0 0-1123,7 0 25,-5 0-151,5 0 153,-7 0-577,0 0 457,6 0-22,-4 0 73,5 0 13,-7 7 0,2-6-164,3 4 108,-3-3-78,4-2 73,1 0 8,-5 0 89,5 0 1,-2 2 21,0 3-34,0-3 168,-5 4-139,0-6 5,0 0-83,7 0-14,-5 0 26,4 0-8,-6 0-7347,0 0 7385,7 0 0,-5-6 0,5-3 0</inkml:trace>
  <inkml:trace contextRef="#ctx0" brushRef="#br0" timeOffset="4183">629 1795 7443,'11'-8'-632,"-1"2"594,0 5 1,5 1 177,1 0 0,-1-2-11,0-3 0,6 3 86,-1-3 0,1 2-63,-6-2 1,6 3 79,-1-3 0,6 3-106,-6 2 1,7-2-14,-1-3 0,-2 4-104,1-5 1,1 5 118,4 1 0,-1 0-182,-3 0 0,3 0 46,-3 0 1,3 0 39,1 0 0,1 0 14,0 0 1,-1 0-7,1 0 1,5 0-10,0 0 0,-1 0 4,-4 0 1,5 0-106,0 0 0,4-5 108,-4 0 1,5-1-69,-5 6 0,5 0 64,-5 0 1,1 0-4,-1 0 1,-4-5-21,4 0 0,-4 0 1,-1 5 0,0 0 7,-1 0-3,-6 0 0,5 0 37,-3 0 1,-2 0 1,1 0 1,-6 0 6,1 0 0,3 0 72,-3 0 1,6 0-70,-6 0-32,7 0 0,-8 0 44,7 0 0,-6 0-2,6 0 1,-8 0-69,3 0 0,1 0 56,-1 0 0,4 0-18,-4 0 0,4 0 2,-4 0 1,1 0-27,-2 0 1,-1 0-28,6 0 0,-4 0-4,4 0 0,-4 0-3,4 0 0,-6 0-51,2 0 85,3 0 1,-6 0 16,8 0-27,-7 0 1,4 0-10,-2 0 0,-2 0 0,6 0 1,-6 0 38,1 0 0,3 0 27,-3 0 0,6 0 7,-6 0 0,2 0-54,-1 0 0,-3 0-2,8 0 0,-7 0 31,1 0 1,2 0-14,-1 0 1,1 0-16,-2 0 0,-3 0 13,4 0 1,-2 0 21,1 0 0,-1-2 22,6-3 1,-6 4 3,2-5 0,1 5-62,-2 1 0,6 0-1,-6 0 1,6-5 9,-6 0 1,6-1 0,-6 6 1,1 0 5,-6 0 1,0 0 44,1 0-98,-1 0 1,0 0-35,1 0-218,-8 0-24,6 0-436,-12 0-195,4 0 148,-6 0 0,-1 0 775,-4 0 0,-11 7 0,-8 2 0</inkml:trace>
  <inkml:trace contextRef="#ctx0" brushRef="#br0" timeOffset="5092">1043 2056 8085,'-15'0'413,"0"2"-888,-1 3 1,1-2 246,0 7 0,-6-1 230,1 1 1,-2 4 141,1-4 1,4 4 170,-3 1 0,3 0-112,1 1 1,3-6 83,3 0-27,-4 0 156,12 6-484,-5-1 0,9-1 42,3-4 0,-1-3 123,6-7 1,5 5-52,6 0 1,1 2-122,-2-2 1,-1-4 33,7 5 0,-6-5-92,6-1 0,-3 5-69,3 1 1,-4-1-235,-7-5 0,1 0-185,-1 0 0,1 0 621,-1 0 0,0 0 0,1 0 0</inkml:trace>
  <inkml:trace contextRef="#ctx0" brushRef="#br0" timeOffset="5529">982 2194 7678,'15'0'190,"1"0"1,1-5 42,3 0 1,-1-2-51,7 2 1,1 1-1,9-6 1,-2 7-24,7-2 0,-4 1-29,9-1 0,-3 3-134,8-3 1,-2 4 59,2 1 1,2 0-186,4 0 0,2 0 95,-3 0 1,4 0-36,1 0 0,6 0-46,-1 0 0,1-2-37,-6-3 0,1 3 101,-1-3 1,0 3 6,1 2 0,-3-5-34,-3 0 1,2 0 34,-6 5 0,4 0 67,-5 0-52,0 0 1,-5 0 25,0 0 1,0 0 68,0 0 0,-5-2 80,0-3-66,-7 3 0,5-6-43,-3 3 0,-7 3 88,7-3 1,-12-2-100,6 2 1,-8-2 21,4 2 1,-7 3-161,1-3 200,-3 4-166,-1-6-45,-1 5-89,-7-5 0,1 7 68,-4 0 1,-2-5-343,8 0-659,-8 0 571,11-2 572,-13 5 0,13-18 0,-5 3 0</inkml:trace>
  <inkml:trace contextRef="#ctx0" brushRef="#br0" timeOffset="5770">3406 1902 7569,'-16'0'1207,"8"0"-1242,1 0 1,9 0 55,3 0 0,3 0 151,8 0 1,-1 0-27,0 0 1,1 2 306,-1 3-227,0-3 1,6 7-126,-1-4 0,1-2 2,-6 7 0,0-1-165,1 1 0,-1 4 17,0-4 1,-1 9-17,-4 1 1,-3 1 128,-7-6 0,0 2-9,0 3 1,-7-3-325,-3 4 1,-11-2-21,-4 1 1,-4-1-384,-2 6 0,-5-4 57,1 4 611,-8-6 0,-3 17 0,-8-4 0</inkml:trace>
  <inkml:trace contextRef="#ctx0" brushRef="#br0" timeOffset="6209">2086 2363 7569,'-15'0'208,"0"0"1,-1 1-149,1 4 1,0 4 103,-1 6 1,-4 6 458,0-1-377,-1 7 1,1-8 163,-1 7 28,1-1-206,4 6 1,3 0-102,3-1 0,3-4 75,7 0 1,0-6-270,0 6 0,1-8 118,5 3 0,2-9-149,7-2 0,2-7-22,4 2 1,3-3-86,6-2 0,-1-7-40,-3-3 1,1-4-118,-6-1 1,-1 0 163,-5-1 1,-1-4 82,-4 0 0,-3 4-88,-7 6 0,0 5 61,0-5 0,-7 6 129,-3-1 0,-4 3-13,-1 2 1,-5 6 78,-1-1 1,3 7-157,7-2 0,-1-2-345,7 3 406,0-1 0,5 5-8,0 0 1,7-6 45,3-4 0,11 4 0,2-1 0</inkml:trace>
  <inkml:trace contextRef="#ctx0" brushRef="#br0" timeOffset="6691">2485 2577 7569,'0'-15'804,"0"0"0,-1 6-651,-5 4-119,5 3 0,-8 2 465,4 0-187,3 0 1,-6 0 15,3 0 1,3 7-74,-3 3 0,-2-1-167,2 1 1,0 0 278,5 6-464,0-1 1,0 0-21,0 1 0,0-6-300,0 0 302,0-6 1,2 2-313,3-6 57,-4 0 1,6-6 144,-7-5 1,2-2-78,3-3 0,-2-6 54,8-3 1,-6 1-185,5-2 1,0 7 207,6-1 1,-6 3 207,0 2 1,-1 4 15,1 1 0,3 7 446,-2-2 35,-5 3 0,6 9-293,-6 3 1,-1 4 63,-5 1 1,0 0-42,0 1 0,0 4 55,0 1 1,0-1 4,0-5-432,0 1 144,0-1 1,0-5-182,0 1 0,1-8-183,4 2 1,-1-10 177,6-5 0,0-6 87,6-4 0,-1-4-12,0-7 0,1 1-436,-1-1 1,0 2 271,1 3 0,-1 4 275,0 7 126,1 6 329,-1 3 0,-1 12 308,-4 5 0,-2 2-388,-2 3 1,-3 4-145,7 1 0,-1 4 49,1-4 1,4-1-559,-4-5 1,2 1 203,-2-1-1545,4-6 1636,-13-3 0,13-6 0,-6 0 0</inkml:trace>
  <inkml:trace contextRef="#ctx0" brushRef="#br0" timeOffset="7925">47 185 7921,'0'-9'400,"0"2"-409,0 7 43,0 0 77,0 7 0,0-3 5,0 6 0,0 2-67,0 8 0,0-3-32,0 4 1,0 1-7,0-2 1,0 6-54,0-6 1,-6 1-16,1-6 106,-7 0 31,11-6 0,-8-2-27,4-7-151,3 0 79,-4 0 1,12-5 2,5-1 0,-3 0-4,2 1 0,1 3-10,4-3 0,0 3-8,1 2 0,-1-5 32,0 0 0,1 0 14,-1 5-21,0 0 1,1-2 12,-1-3 0,0 3 9,1-3 1,-6 2 2,0-2-15,-7 3-58,11-5 27,-12 0 1,5 4-97,-7-7 0,-7 4 70,-3-4 1,-4 5-17,-1-5 1,-1 1 34,1-1 1,-6-2-60,1 7 0,0-2 48,4 2 0,1 3-12,0-3 1,-1 4 13,1 1 175,0 0-64,-1 0-118,8 0 229,1 0-186,7 0 0,7 0 110,3 0 1,-2-5-14,3-1-49,-1 1 25,5 5 1,-5 0 251,1 0-129,-8 0 1,4 2 29,-7 3 119,0-3-214,0 11 1,0-4 128,0 6-182,0 1 0,0 1 8,0 3 0,0-3-8,0 4 1,5-3-13,0 3 1,5 3-72,-5 6 0,2-1 90,-2-3 1,-1 5-116,6-1 0,-5 1 94,5 5 0,-6 1-120,1-1 1,2 5 101,-2-5 0,0 5-5,-5-6 1,5 6 17,0-5 1,0 7-3,-5-2 1,0-2 98,0 2 1,0-7-108,0 2 0,0-4 5,0-1 0,0-1 12,0 1 0,0-2-219,0-3 0,0 1-111,0-7 1,0 1-546,0-6 271,7 0 236,-5 1 0,6-8-1083,-3-3 1399,-3-3 0,5-9 0,-7-1 0</inkml:trace>
  <inkml:trace contextRef="#ctx0" brushRef="#br0" timeOffset="8159">108 1228 7672,'-5'10'254,"0"0"0,0 0 34,5 6 1,0 4-89,0 1-134,6 6 1,-2-5 19,6 4 1,-5 2-6,5-2 0,-5-2 207,6 1 1,-1-6 125,5 2 0,1-11-77,-1-5 0,0 2-122,1-2 1,4 0-224,0-5 0,1-7-107,-6-3 1,6-4-112,-1-1 0,1-5 225,-6-1 0,0-8 77,1-2 0,-3-6-804,-3-9 0,4 0-433,-4 0 0,-1-3 1161,1 3 0,0-4 0,6 11 0</inkml:trace>
  <inkml:trace contextRef="#ctx0" brushRef="#br0" timeOffset="8817">890 783 7569,'0'-16'-746,"-7"8"1,4-4 1921,-7 7-727,6-7 0,-8 9-172,7-8-182,0 8 0,3-4-32,-3 7 178,4 0-247,-6 0 1,8-2 150,5-3 0,-3 4-1,7-5 1,-5 5-310,6 1 1,-1 0 81,5 0 0,-5 1 19,1 5 0,-3-3-12,2 7 0,2 0-64,-7 6 1,2-6 52,-2 0 1,-3 0 22,3 6 0,-3-1 27,-2 0 1,-7 1-17,-3-1 0,-4 0 121,-1 1 0,-1-6-104,1 0 1,0-1 158,-1 1 0,6 2-1,0-7 0,5 0 136,-5-5-240,6 0-16,-3 0 1,14 2 44,3 3 0,4-3 8,1 3 1,6-3-128,-1-2 0,1 0 62,-6 0 0,6 5 11,-1 0 0,0 7 18,-4-2 0,-8-2 40,-3 3 63,4-1 51,-7 5 1,-2-1-136,-11-4 1,-4 4 7,-5-4 1,1-2-44,-7 3 0,8-6 54,-3 5 0,-1-7-331,2 3 0,-1-3-26,6 2 0,5-3-612,-1 3 229,8-3 199,-4-2 0,9 0 484,3 0 0,10 0 0,9 0 0</inkml:trace>
  <inkml:trace contextRef="#ctx0" brushRef="#br0" timeOffset="9346">1197 982 7569,'0'-8'217,"0"-6"1,-5 11-398,0-8 58,0 8 98,5-4 176,0 0 50,0 6 745,0-6-293,0 7-465,0 0 0,5 7 40,0 3-388,7 4 0,-9 1 52,7 0 0,-6-5 18,1 1 0,-3-6 131,-2 5-71,0-7-132,0 4 126,0-7 1,0-1 32,0-5 0,0 3 13,0-7 1,0 0-245,0-6 1,5-4 83,0-1 0,7 1 121,-2 5 1,-2-1-64,3 1 0,-1 6-113,5 4 353,1-3 1,-1 8-79,0 0 1,-1 1-137,-4 10 64,4-1 1,-7 10 329,3 1 0,-3-1-100,-7-4 0,5-1 145,0 0-311,0 7 1,-5-5-114,0 4 1,0-9 173,0-2 21,0-7-23,0 4-20,0-7-390,0-7 1,0-1 34,0-7 0,5-1-60,0 1 0,5-6 122,-4 1 0,5 5 86,0 4 0,-3 6 200,2-5 1,-4 7-91,4-2 0,-5 3-112,5 2 1,-1 7 31,1 3 1,3 4 801,-2 1-1,-3 0-317,2 1 1,1 4-149,4 0 1,-5 1-325,0-6 0,-1 1-370,1-1 1,4 0-1549,-4 1 1981,4-1 0,1 0 0,0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9:31.5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16 7569,'-9'-9'-370,"3"2"34,6 7 619,0 0-279,6 0 1,-2 0-58,6 0 216,-7 0-139,11 0 1,-7 2-32,3 3 1,2-1 19,-7 6 1,5-5 178,-4 5 1,4 0-105,-5 6 1,7-4-23,-2 3 0,-3-3-114,-2 8 1,2 4-186,-2 2 0,0-2 82,-5 1 0,0 1 104,0 4 1,0 6-1,0 0 1,-7 0-61,-3-6 1,1-1 273,-1-3 1,2-2 6,-3-4 0,-2-3-2,3 4 1,1 3-75,-1 1 0,6-3-9,-1-1 0,-1 1-128,0-2 0,1 6 97,5-6 0,5 6-116,1-6 0,5 6 61,0-6 1,-3 8 26,2-3 1,-4 3-83,4-3 0,-2 4-91,3-3 1,2 4 84,-3 6 0,-1-3-11,1 2 1,-1-1 69,1 2 1,2-3-30,-7 2 1,2 3 98,-2-2 1,-3 1-62,3-1 0,-4-2-26,-1 7 0,0-4 42,0 9 1,-1-3 91,-4 8 1,3-3-125,-3-2 1,-4 5-1,-1 0 0,1 0-10,-1-5 1,5 2 27,-5 3 1,0-3 104,-6 3 0,6 2-67,0-2 0,5 5 16,-5-5 1,4 7-26,-4-2 1,5-1 12,-5 1 0,1-1-20,-1 1 1,-4 2 4,4-7 0,2 0 125,-2-5 1,1-5-113,-1 0 0,-4 0 111,4 5 0,1 0-59,-1 0-71,7 0 1,-9 2 18,7 3 0,0-9-97,5 4 106,0-3 1,6-2-49,5 0 1,4-2-126,5 2 0,-3 3-13,4-3 0,1 2 31,-1-2 1,1 3-18,-2-3 1,-3 3 77,4 2 0,-4 0 49,-2 0 1,0-1-33,1-5 0,-1 8-3,0-7 0,-4 7 33,-1-7 1,-2 3 110,3 2 0,0 0-4,-5 0 1,-1 0-103,-5 0 0,1 0 160,5 0 1,-5 5-40,4 0 0,-3 1-112,-2-6 1,2 5 1,3 0 1,-3 2 10,3-2 1,1 3-30,0 8 0,4-6-119,-5 0 1,7 0-48,-2 6 1,-1 4 44,1 1 0,-5 4-127,5-4 1,-5 6 189,6-1 0,-6-1 93,5 6 0,-5-4-90,5 9 0,-5-5-8,6-6 0,-6 4 41,5-3 1,-7 8 84,2 2 1,2 1-138,-2-1 1,0 3 54,-5 7 0,-1 5-346,-4 0 0,-2 1 335,-3-6 1,-4-4 8,4 4 1,1-3-14,-1 8 0,7-8-6,-3-2 1,5 1 34,1 9 1,0-3 70,0 3 1,1-3 80,5-2 1,2 2-49,7 3 1,6-3-68,-1 3 1,-6-47 0,0 0-22,-1 1 0,-1 1 0,0-2 0,0 0-54,1 1 1,0 0-1,-1 0 1,-1-1-22,2 1 0,0 0 0,-1 2 0,-2 0-98,-2-2 0,-1 0 0,1 0 0,-2 0 35,0 3 1,-2 0 0,0-3 0,-1 2-150,-2 3 0,-2 0 264,-1-1 0,-3-1 0,0-1 0,-2 0 0,-2 0 0,0 0 0,0 0 0,-1 1 0,-2 3 0,0 0 0,-2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9:34.3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0 7051,'-8'0'-51,"-1"0"323,4 0 171,4 0-333,-6 0 128,7 0-194,0 0 185,7 0-132,1 0 1,2 0 100,1 0-4,-8 0-32,11 0-4,-13 0-221,13 0 0,-11 0 117,8 0-177,-8 0 145,4 0-133,0 0 99,1 0 1,7 0-6,1 0 0,-1 0 3,0 0 1,1 0-13,-1 0 0,0 0 89,1 0 0,-1 0-57,0 0 0,1 0 1,-1 0 0,0 5 17,1 1-112,-1-1 1,0-5 59,1 0-14,-8 0 62,-1 6-11,-7-4 335,0 5-232,0-7 1,0 2 276,0 3-274,-7-3 1,4 4-45,-7-6-2,6 0-121,-3 7 123,7-5 1,0 11-3,0-2 0,0-3-54,0 2 1,0 1 14,0 4 1,0 0-55,0 1 1,0-1 52,0 0 0,0 2-451,0 4 0,0-4-121,0 3 1,6-1-959,-1 2 1501,0 2 0,-5 8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9:47.4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99 292 7569,'0'-15'1519,"0"0"-1209,0-1-776,0 8 427,0 1 148,0 7 0,0 7 104,0 3 1,2 4 183,3 1 0,-3 2-115,3 3 1,-2-1-124,3 7 1,-3-1-15,7 6 1,-1-2 64,1-4 0,4-1-379,-4-3 1,3-4 75,3 3 0,-1-3 26,0-1 0,1-6-32,-1 0 1,0-6-118,1 1 0,-1-4-457,0-1 0,3 0 324,2 0 1,-8 0 132,3 0 0,-5-1-58,1-4 274,2 3 0,-11-12 0,5 6 0</inkml:trace>
  <inkml:trace contextRef="#ctx0" brushRef="#br0" timeOffset="150">176 430 7569,'-8'-15'0,"-4"5"1439,7 0-379,-1 6-1023,6-10-49,7 13 0,2-6-85,6 7 1,6 0-247,-1 0 1,7 0 91,-1 0 1,-2 0 103,1 0 1,-4 0 108,4 0 1,-6 0-29,1 0 66,-9 0 0,2 0 0,-4 0 0</inkml:trace>
  <inkml:trace contextRef="#ctx0" brushRef="#br0" timeOffset="279">23 154 7569,'-9'-7'927,"-4"6"0,13-13 303,0 4-787,6-4 0,23 4-451,7 0 0,14 1-725,6-1 1,10-4-392,6 4 0,3 3 1124,2 2 0,6-10 0,2-2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48:55.9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1872 629 7794,'0'-8'1372,"0"1"-1014,0 0 9,0 5-212,0-4 187,0 6 47,0 0-273,0 6 1,1-4 222,4 3-156,-3-3 135,5-2-78,-7 0 759,0 0-1142,0 7 195,0-5 72,0 4-124,0 1 0,0-3-115,0 6 0,0-5 122,0 5 0,0 0-4,0 6 1,0-6 69,0 0 0,0 0-53,0 6 0,5-1 35,0 0 0,0 6-27,-5-1 0,0 1 3,0-6 0,0 6 25,0-1 1,5 6 7,0-6 1,1 2-53,-6-1 1,1 2-6,4 8 0,-3-5 32,3-1 0,-3-4-5,-2 4 1,2-1-118,3 2 1,-4 1 104,4-7 1,-3 3-57,-2-3 1,0-1 60,0 6 1,0-6-3,0 2 0,0 1-3,0-2 0,-5 2 0,0-1 0,0-4-32,5 3 1,0-1 19,0 1 1,-2-3-20,-3 4 0,3-2 23,-3 1 0,4-3-29,1 4 1,0-3 11,0 3 0,0-4-6,0 3 1,0-1-23,0 1 1,-2-2-5,-3 2 1,3 2 36,-3-1 0,3 4-11,2-4 1,0 1 16,0-2 0,-5-1-17,0 7 1,0-6 17,5 6 1,0-6-2,0 6 0,0-6 3,0 6 1,0-3-12,0 3 34,0 3-32,0-12 1,0 10-5,0-6 1,0 6 5,0-1 1,0 1-31,0-2 1,0 4 27,0-3 0,0 1-6,0-1 0,0 8 3,0-3 0,0 3-2,0-4 0,0 1 10,0 0 1,0-1 0,0 1 0,0 0 33,0-1 1,0 1-39,0 0 1,0-1 108,0 1 1,0 0-61,0-1 1,0-4 43,0 0 1,0-3-63,0 3 1,0 1 10,0-6 1,0 4-3,0-4 1,0 4-4,0-4 1,0 4-28,0-4 1,0 4 31,0-4 0,0 6-14,0-1 0,0-3 4,0 3 0,0-6-52,0 6 0,0-6 47,0 6 0,0-6 1,0 6 0,0-7-45,0 1 0,0-3-102,0-1 1,0-1 94,0 0 0,0 1-10,0-1 0,0 0-123,0 1 0,0 4 81,0 1 0,0-1-164,0-5 0,-5 6 16,0-1 0,0 1-4,5-6 0,0 0 74,0 1 1,0-1-18,0 0 0,0-4-703,0-1 545,0 0 0,0 5-70,0 1 1,0-6 96,0 0 0,0-5-404,0 5 369,0-6 1,0 4-30,0-2 0,1-5 114,4 4 0,-3-1 249,3 1 0,4-3 0,-1 4 0</inkml:trace>
  <inkml:trace contextRef="#ctx0" brushRef="#br0" timeOffset="1910">1841 583 6241,'2'-8'372,"3"3"-89,-4 3-165,6 2 281,-7 0 402,0 0-804,7 0 100,-5 7 0,5 1-18,-7 8 1,5-1-9,0 0 1,0 1-93,-5-1 1,0 0 45,0 1 0,0 4 5,0 1 1,5 4 6,0-4 0,0 1-6,-5-2 0,0-3 3,0 4 0,0 1 13,0-2 0,0 1-4,0-6 0,0 6-1,0-1 1,0 2 34,0-1 1,0-4-57,0 3 0,0 2 4,0-1 1,0 1-24,0-2 1,0-1-10,0 7 0,0-3-36,0 3 0,0 3 69,0-3 0,-2-3-10,-3 3 0,4-2-9,-4 1 0,3 4-51,2-3 1,0 1 32,0-1 0,0 1 7,0-6 1,0 4 9,0-4 0,0 6 1,0-2 0,0-1-9,0 2 0,-5-2 5,0 1 0,0 4 0,5-3 0,0 3 1,0 1 0,0-1-31,0-3 0,-2 6 26,-3-6 0,3 6-1,-3-6 1,3 3-3,2 1 1,0 1-2,0 0 0,0-1 101,0 1 0,0 5-92,0 0 0,-2 0 2,-3-6 1,4 1 4,-4 0 0,3-1 94,2 1 0,0 0-86,0-1 0,0 1 2,0 0 0,0-1-19,0 1 1,0 0-8,0-1 0,0 1-5,0 0 0,0-2 27,0-4 0,0 4-9,0-3 0,0 3-4,0 1 1,0-4 102,0 0 0,0-1-58,0 6 0,0-6 78,0 1 0,0-2-103,0 1 1,5 4 0,0-3 1,0-2-31,-5 1 1,0 1 48,0 5 0,0-1-1,0 1 0,0-6-1,0 1 0,0-6-103,0 6 1,-2-2 93,-3 1 1,4 3 0,-4-8 1,1 2-8,-1-1 1,3-4 5,-3 3 1,3-3 45,2-1 0,-5-1-49,0 0 1,0 2 1,5 4 0,0-4 6,0 3 0,0-1 50,0 1 1,0-2-89,0 2 1,0-1-7,0 1 0,0-1 12,0 6 1,0-6-9,0 2 0,0 1-34,0-2 1,0 6 50,0-6 0,0 6-12,0-6 0,0 2-11,0-1 1,0-2-87,0 6 0,0-4 76,0 4 0,0-4 28,0 4 0,0-4-6,0 4 0,0-6 3,0 1 1,0 3 47,0-3 0,0 2-53,0-1 1,0-4 1,0 3 0,0 2 25,0-1 0,0 1-28,0-2 0,2-3-11,3 4 0,-3-2-5,3 1 1,-4-1 12,-1 6 0,0-4-3,0 4 0,6-4 6,-1 4 1,0-1-3,-5 2 1,0 1-2,0-6 1,0 4 0,0-4 0,5 4 119,0-4 0,0 4-97,-5-4 1,5 4 7,0-4 0,2 4 11,-2-4 1,-3 4 2,3-4 0,2 4-39,-2-4 1,5 4 20,-5-4 0,2 4-3,-2-4 0,-3 4-5,3-4 1,-3 4 169,-2-4 1,5-1-69,0-4 0,0-6-83,-5 0 0,0-5-81,0 5-249,0-6-524,0 3 599,0-7 1,0-9 111,0-6 1,0-9 106,0-12 0,0-24 0,0-11 0</inkml:trace>
  <inkml:trace contextRef="#ctx0" brushRef="#br0" timeOffset="4157">31 1933 7569,'-2'9'-58,"-3"-4"119,3-4-64,-4-1 69,-1 0-268,5 0 163,-5 0 0,12-1 141,0-4 1,7 3 12,-1-3 1,2-2-14,3 2 1,4-7-71,1 2 1,1 1-131,-2-1 0,-1 5 51,6-5 1,1 6 39,5-1 0,-6-2-192,1 2 0,-6-2 79,6 2 1,-7 4 122,1-5 0,-3 5-5,-2 1 2,-6 0 0,5 7 0,-6 1 0</inkml:trace>
  <inkml:trace contextRef="#ctx0" brushRef="#br0" timeOffset="4383">184 1964 7569,'0'10'-890,"-1"0"497,-5 2 1,5 2 553,-4 1 1,1 2 249,-1 4 1,2 2-276,-7 8-58,6 0 1,-4 5-36,2-1 1,5 3-99,-4-2 1,-2 1-122,2 4 1,0 2 76,5-8 0,0 0 98,0-10 1,0-3-36,0-6 36,0-1 0,6-7 0,3-1 0</inkml:trace>
  <inkml:trace contextRef="#ctx0" brushRef="#br0" timeOffset="4999">276 2240 7569,'0'-9'99,"0"2"0,0 9 20,0 3 1,0 4-106,0 6 1,0 1-114,0-1 0,0 5 64,0 1 137,0-1 0,7-4 12,3-1 1,1-7-197,4-2 1,-3-5 72,8-1 0,-3 0 39,-1 0 1,-1-7-51,0-3 0,1-3-101,-1-3 1,-5 1-44,1 0 0,-8-3 73,2-2 0,-5 3 69,-5-3 1,-2-3-28,-3 3 1,-4-6-123,4 6 0,-4 1 70,-1 9 0,0-2-69,-1 7 200,1 0 1,5 0 399,0 0-133,6-1-285,-3 6 0,14 6 21,3-1 1,4 1 26,1 0 0,1-3 115,-1 7 0,2 0-86,4 6 1,-4-1-30,3 0 1,-1 6-35,1-1 0,-3 6 0,4-6 1,-9 6-83,-2-6 0,-2 1 96,3-6 1,-3-1 23,-3-4-14,-3-3-226,5-7 106,-7 0 31,0-7 1,0-1-7,0-8 1,-5 1-6,0 0 1,-1-1-73,6 1 1,0 5 61,0-1 1,2 6-11,3-5-40,-3 7 268,12-4 0,-8 14-23,5 3 0,1 4-28,-7 1 0,5 0-85,-5 1 1,5-1 20,-5 0 1,7-5 40,-1 1 1,-3-8 8,2 2-44,0-3 0,4-4 60,-4-3 1,2-3-89,-7-8 0,2-4-78,-2-1 0,-3-4-174,3 4 1,-3-9 108,-2 4 1,0-10-111,0 11 1,0-8-500,0 8 219,0 3 159,0-1 353,0 15 0,2 10 0,3 13 0,-4 0 0,4 6 0,4 3 0,0-1 0</inkml:trace>
  <inkml:trace contextRef="#ctx0" brushRef="#br0" timeOffset="5388">875 2317 7569,'0'8'0,"0"-1"91,0-7 767,0 0-468,-7 0-858,5 0 324,-5 0 319,7 0-139,0 0 0,0-7-302,0-3 1,0 1-71,0-1 183,0 0 0,0-5 59,0-1 1,0 1-33,0-1 106,0 1-21,0 0 0,0 5-68,0-1-24,0 8 304,7-4 0,-4 12-20,8 0 1,-6 7-27,5-1 0,-5 4-57,5 5 0,-1-1 6,1 7 0,4-6-54,-4 6 1,4-6 26,1 6 0,0-8 7,1 3 1,-3-4 2,-3-2 0,4-6-87,-4-4 0,-1-3 110,1-2 0,-7-2 6,3-3 1,-5-4-60,-1-6 1,0-7 6,0-4 0,0-3-31,0-1 1,-5-1 48,0 0 0,-2-6 9,2-4 1,3 5 1,-3 5 1,4 2-492,1 9 0,1-1 68,4 6 1,-1 7-41,6 2 1,0 5 399,6 1 0,6-7 0,2-2 0</inkml:trace>
  <inkml:trace contextRef="#ctx0" brushRef="#br0" timeOffset="6429">322 3053 6995,'0'-16'-175,"-6"1"402,4 7-332,-5 1 46,7 7 1,-2 0 74,-3 0 1,3 1 47,-3 5 1,-1 2-1,0 7 1,-4 6 182,5-1 1,0 8-19,5-3 1,-5 4-7,0 2 1,0-1-142,5 1 0,0 0 20,0 0 1,6-3-128,5-2 0,2 3 45,3-3 0,-1-4 82,0-2 0,1-4-30,-1-6 1,0 2-392,1-7 0,-1 0-115,0-5 0,6-2 434,-1-3 0,1-3 0,-6-8 0</inkml:trace>
  <inkml:trace contextRef="#ctx0" brushRef="#br0" timeOffset="6742">460 3083 7305,'9'0'-104,"5"0"120,-4 0 0,3-1-143,3-4 0,4 3 228,1-3 0,-1 3-56,-5 2 1,1 0 2,-1 0 1,0 0-59,1 0 1,-1 0 166,0 0 1,1 7-65,-1 3 0,-5 2-46,1-2 0,-3 4-3,2-4 0,2 4-5,-7 1 0,6 0-98,-6 1 0,2-1 126,-2 0-49,-4 1 0,11-1-43,-7 0 1,1-4-312,-6-1 0,1-7-80,4 2-21,-3 4 277,5-7 160,-7 5 0,0-7 0,0 0 0</inkml:trace>
  <inkml:trace contextRef="#ctx0" brushRef="#br0" timeOffset="6958">859 3037 7569,'-8'7'-68,"-6"-5"1,6 12-32,-8-4 0,1 9 92,-1 1 0,1 2 96,0-1 0,-6 1 38,1 3 1,-2 4-89,1-3 0,3 1-326,-8-1 0,7 1 182,-1-7 0,8 6 191,2-6-86,-1 1 0,-4-6 0,0 1 0</inkml:trace>
  <inkml:trace contextRef="#ctx0" brushRef="#br0" timeOffset="7213">951 2945 6106,'0'-15'1511,"7"7"-1342,3 2 1,4 6-122,1 6 0,2 2 66,4 7 1,-3 2 50,8 4 1,-7-1-46,1 11 0,1-4-227,-6 9 1,2 3 13,-12 2 1,5-2-67,-4 2 0,-3-2 108,-8 2 1,-4-1-88,-6-5 1,-7-7-262,-4 2 0,-3-9 399,-1-1 0,-1 4 0,0 0 0</inkml:trace>
  <inkml:trace contextRef="#ctx0" brushRef="#br0" timeOffset="8888">1872 691 6705,'0'-9'-171,"1"2"47,4 7 195,-3 0-4,5 0-18,0 0 148,-6-6 302,6 4-384,-7-5 0,2 12 56,3 0-52,-3 0-111,5 2 81,-1 2-64,-4-1 1,10 1 37,-7-4 1,7-2-8,-2 7 0,-1-4-22,1 4 1,0-7-97,6 2 1,-1 4 71,0 1 1,-5-1 26,1 1 0,-1-2-47,5 3 0,1 2-82,-1-3 0,2-1 98,3 1 1,-3 0-11,4 6 0,-4-1-9,-2 0 0,6 1 5,-1-1 1,1 0-1,-6 1 0,5-1 13,1 0 0,-1 1-1,-4-1 0,-1 0 6,0 1 0,1 1 1,-1 3 0,5-3 3,1 4-11,-1-4 0,-4-2 2,-1 0 1,5 6 1,1-1 0,1 3 17,-1-3 30,-4-3 0,6 7-5,-2-4 1,1-1 75,4 7 1,3-8-104,-4 3 0,4 3 6,2 1 1,-6 3 32,1-3 0,-1 9-23,6-3 1,0 3 9,0-3 1,-1-6-19,1 1 0,5-2-57,-1 1 1,6 2 114,-5-6 0,7-1-1,-2-4 0,5-1-83,5 0 0,-3 2 10,3 4 0,-9-4 14,-1 3 1,-2 3 8,2-3 0,2 6 4,-7-6 0,5 6 0,-6-6 0,6 7-35,-5-1 1,7 3 0,-2 1 0,-2 1-10,2 0 0,-6 0-4,6-1 1,-5 1 3,5 0 1,-5-6-8,5 1 0,-7-8 22,2 3 1,1 1-5,-1-2 1,5 6 19,-5-6 1,-1 3 70,-4-3 1,1-1-49,4 6 1,-3-1 2,2 2 1,-2 3-34,-3-4 0,1 4 5,0 2 0,1-5-61,4-1 0,-4 1 64,4 4 0,-4-4 1,-1 0 1,0-6-34,0 6 0,1-6 28,4 6 1,-4-8 2,4 3 0,-4-4 0,-1-2 1,0 6 13,-1-1 0,6 0 10,0-4 0,0-1 105,-6 0 0,1 3-74,0 2 1,4-3-27,1 3 1,0 3 14,-5-3 0,4 6-46,1-6 1,5 6-13,-5-6 1,7 7-15,-3-1 1,0-2 17,1 1 1,-6-6-6,6 2 1,-5 1 20,5-2 1,-5 6-10,5-6 1,-6 6-5,6-6 1,-7 2 37,2-1 1,2 1 34,-2 4 0,1 1-48,-1-7 0,-2 6-2,7-6 1,-7 6-9,2-6 0,1 6 1,-1-6 1,0 8-48,-6-3 1,6-1 47,0 2 0,0-3 2,-6 3 0,1 3-29,0-4 1,-1 3-38,1-3 0,-5 3 96,-1-8 0,-1 2-1,2-1 0,3-4 2,-4 3 1,-1-3 99,2-1 1,-6-6-88,6 0 1,-6 0-24,6 6 1,-6-1 19,6 0 0,-2-5-41,1 1 1,2-3-81,-6 2 1,4 4 141,-4-4 1,1-1-15,-2 1 0,-1 0-54,7 6 1,-7-6 4,1 0 1,2-1-42,-1 1 0,4 3 53,-4-2 0,6-3 13,-2 2 1,-1-1-4,2 1 1,-6 2-38,6-7 1,-1 5 53,6-4 0,-5 5 2,-1 0 0,2-3-103,9 2 1,-3-4-104,2 4 1,-2-5-450,-2 5 1,-1-5 296,1 5 0,5-1 104,-1 1 1,1 2 29,-5-7 1,-2 7 143,-4-2 0,4 4 0,-5 1 0</inkml:trace>
  <inkml:trace contextRef="#ctx0" brushRef="#br0" timeOffset="10645">2010 5476 6272,'0'-8'649,"0"1"-694,0 0 151,0 5 1,1-10-13,4 7 1,-3-2 454,3 2-250,4 4-216,-1-6 0,8 7 10,-1 0 0,0-5 10,1 0 0,4-1-117,0 6 1,8 0 79,-3 0 1,4-1 36,2-4 1,0 3-90,-1-3 0,3 3-92,2 2 1,-2 0 114,3 0 1,1 2-2,-1 3 0,7-3-5,-3 3 0,3-4 4,-2-1 1,3 0-86,-3 0 0,3 0 87,2 0 1,0 6-2,1-1 1,-7 0-53,1-5 1,-5 0 94,5 0 0,-2 0-14,2 0 0,3 2 6,-3 3 0,2-4-28,-2 4 0,3-3 14,-3-2 1,-2 0-98,2 0 1,0 0 87,5 0 0,0 0 8,0 0 1,-5 0-64,0 0 0,0 0-77,5 0 1,0 0 102,0 0 1,2 0-4,3 0 1,-4 0-10,5 0 1,-5 0 1,-1 0 0,0 0 132,0 0 1,2 0-71,3 0 0,-3 0-31,3 0 1,-7 0 2,2 0 0,-3 0-111,8 0 1,-2 0 31,3 0 1,-8 0-62,7 0 0,-7 0 104,7 0 0,-3 0-16,-2 0 1,0 0 19,0 0 1,0 5-31,0 0 1,-5 1-4,0-6 1,-5 0 44,5 0 1,-5 0 27,4 0 0,-4 0-20,5 0 1,-7 0 0,2 0 1,-2 0 1,2 0 0,-4 0 1,4 0 0,-4 0-15,-1 0 1,0 0-6,-1 0 0,1 0 7,0 0 0,-1 0 30,1 0 0,0-6 44,0 1 0,-1 0-60,1 5 1,0-5-6,-1 0 1,1 0-23,0 5 0,-2 0 1,-4 0 1,4-2 38,-3-3 0,1 3-19,-2-3 0,3 3-2,-8 2 1,7 0-34,-1 0 1,3 0-59,2 0 1,-6-5 57,1 0 1,-1 0-5,6 5 0,-2 0 15,-3 0 0,3 0 0,-4 0 1,-1 0-10,2 0 0,-6 0 2,6 0 0,-6 0 3,6 0 0,-6-5 6,6 0 0,-8 0 57,3 5 0,-2 0-49,1 0 0,-3-2 1,3-3 0,-1 3 3,2-3 0,-4 3 2,3 2 1,-3 0-10,-1 0 1,1 0 0,3 0 1,-3 0 7,4 0 0,-4 0-11,-2 0 0,5 0-7,1 0 0,-1 0-5,-4 0 1,4 0-3,0 0 0,6 0 4,-5 0 1,4 0-2,-4 0 1,1-5 21,-2 0 1,-1 0-17,6 5 1,-6 0-3,2 0 0,1 0-1,-2 0 1,6-2-53,-6-3 1,6 4 42,-6-4 1,1 3-2,-6 2 0,0 0-22,1 0 1,-1-5-5,0 0 0,1-1 11,-1 6 4,0 0 0,1 0-82,-1 0 94,0 0 0,1 0 43,-1 0 0,-5 0-22,1 0 1,-6 0 4,5 0 1,-5 0 63,5 0-35,0 0 1,6 0-37,-1 0 1,-5 0 6,1 0 0,-1 0-19,5 0 1,1 0 12,-1 0 1,0 0-12,1 0 34,-1 0 1,0 0-3,1 0 0,-1 0-12,0 0 1,1 0 1,-1 0 1,0 0 43,1 0 1,-1 0-46,0 0 1,1 0 6,-1 0 1,0 0-15,1 0 1,-1 0-59,0 0 1,1 0 45,-1 0-14,0 0 1,1 0 39,-1 0 1,-5-5 2,0 0 1,-4 0 29,4 5-38,0 0 8,5 0 2,1 0 18,-1 0-48,0 0 0,-4 0-6,-1 0 0,-5 0-6,5 0-7,-6 0-34,9 0 1,-9 0 54,6 0-2,-7 0-74,11 0-665,-6 0-98,8-7-409,-8 6 87,6-6 1153,-12 7 0,4 0 0,-6 0 0</inkml:trace>
  <inkml:trace contextRef="#ctx0" brushRef="#br0" timeOffset="11499">8390 4878 6078,'-8'0'662,"1"0"-785,7 0 231,0 0 5,0-7 185,0 5-241,0-4 1,0 4 53,0-3-16,0 3 1,2-5 376,3 7-141,-4 0-77,6 0-30,-7 0 37,0 0-154,0 7 0,2-5-8,3 3 1,-3-2-62,3 2 0,-2-3-46,2 3 112,-3-3-25,12-2 33,-6 7-7,8-5-121,-1 4 72,0 1 0,1-5 55,-1 3-16,-7 3-173,6 1 63,-5 6 0,4-4-15,-3-1 1,-1-5 21,-4 5 1,-1-6-8,6 1 0,-5-4 3,5-1 1,-5 5 18,5 1 1,-4-1-4,4-5 0,-5 0 0,5 0 101,-7 0-43,11 7 0,-10-6-45,6 4-4,-7 4 0,6-7 63,-4 3-35,-3 3 0,6-1-59,-3 3 40,-3 4 1,6-11-4,-3 8 0,-3-6-24,3 5 0,-1-7-74,1 2 88,-3 4 1,6-2-4,-3 3 0,-3-2 0,3-2 0,-2-5 1,2 4-14,-3 4 1,5-6 10,-7 8 1,2-8 5,3 2 2,-3 4-5,4-8 0,-6 8-156,0-4-63,0-3 0,2 4-31,3-6 44,-3 7 0,10-3-628,-7 6 266,7-7 561,-4 11 0,8-6 0,-1 8 0</inkml:trace>
  <inkml:trace contextRef="#ctx0" brushRef="#br0" timeOffset="12430">2025 4571 7569,'-15'0'-226,"6"0"541,2 0 52,0 0-658,6 0 141,-6 0 440,7 0 365,0-7-466,0 6 1,2-6 116,3 7 104,-4 0-268,13 0 0,-5 5-18,6 0 1,2 0-6,3-5 1,-1 0-394,7 0 0,-1 0 144,6 0 0,0 0-66,-1 0 0,6 0 158,0 0 1,1 0 25,-1 0 0,-3 0-218,2 0 0,-4 0 52,-5 0 1,1 2 112,-7 3 0,1-3-29,-6 3 1,-5 2-30,1-2 0,-6 7 206,5-2 0,-7-2 385,2 3 0,-3-1-264,-2 5 0,0 6 32,0-1 1,-2 6-82,-3-6 0,4 7-45,-5-1 1,5 3 24,1 2 0,0 1-47,0 4 1,0-2-690,0 7 0,1-2 12,5 2 0,2 8 589,7-3 0,1 11 0,-1-3 0</inkml:trace>
  <inkml:trace contextRef="#ctx0" brushRef="#br0" timeOffset="12900">2286 6105 7569,'0'-15'198,"0"-1"169,6 1-55,-4 0-45,5 6-81,-7 2 66,0 1 29,0 4-265,0-5 1,0 9 78,0 3 0,-5-2-144,0 7 0,-7 1 92,2 4 0,-6 2 77,-4 4 0,1-4-234,-7 3 0,6 2 24,-6-1 1,8-1 1,-3-5 0,4-1 128,2-4 1,5 4 237,-1-4-197,8-3 0,-2 5 99,10-7 1,9 0-100,6-5 0,7 2 3,-1 3 0,8-3 20,2 3 0,1-4-37,-1-1 0,2 0-461,3 0 1,1 0 20,-6 0 0,0-5-178,-6 0 1,1 0 127,0 5 1,-2-5-643,-4 0 1065,4 0 0,-12-2 0,5-2 0</inkml:trace>
  <inkml:trace contextRef="#ctx0" brushRef="#br0" timeOffset="13575">2424 6182 7569,'-16'-7'-917,"3"4"886,2-8 1,5 6 172,6-5 143,0 7-2,0-4 26,0 0 0,6 5-106,5-3 0,2 2 80,3-2 0,1 3-242,3-3 0,4 3 69,7 2 1,1-5 29,4 0 1,3 0-14,7 5 0,5-2-250,0-3 0,7 3 46,-1-3 0,2 3 94,3 2 0,6 0-28,3 0 1,-1-5 5,2 0 0,4 0-344,6 5 0,5 0 319,-5 0 1,1 0 53,-1 0 1,3 0-35,7 0 0,-5 0-154,0 0 1,0 0 130,5 0 1,0 0 34,0 0 0,0 0 21,0 0 0,0 0 111,0 0 1,6 0-23,-1 0 1,0-2-86,-5-3 1,5 4-9,0-5 1,-46 5 0,0-1 71,47-3 1,-1 3-12,-5-3 1,0 3-80,0 2 1,-5 0-12,0 0 0,-7 0-1,2 0 0,-6 0-9,-4 0 0,3 0-13,-4 0 0,-6 0 41,2 0 1,-13 0-12,7 0 1,-4 0-6,-1 0 1,-1 0-5,-4 0 1,-9-1 15,4-4 1,-5 3 0,0-3 0,-2-2 274,-3 2 0,-5-2-119,-1 2 0,1-2-56,-5-3 0,1 1-65,-2 4 0,3 2 10,-8-7 0,6 4 39,-6-4 0,1 7 83,-6-2 0,2-2-133,3 2 0,-2 0-7,2 5 0,-1-5 6,1-1 1,-1 1-89,6 5 0,-4-1 70,5-5 0,-6 5 16,6-4 0,-6 3-12,6 2 1,-6 0 18,6 0 0,-8-5 39,3 0 0,1 0-52,-2 5 1,3 0 4,-3 0 0,-3 0-55,3 0 1,-1 0-104,2 0 0,-4 0-444,3 0 386,-3 0 1,-1 0 125,-1 0 0,-5-5-88,0-1 1,-5 1-568,6 5 13,-8 0-62,4 0 336,-7-7 1,-2 6-432,-3-4 855,-3 3 0,-8-5 0,1-1 0</inkml:trace>
  <inkml:trace contextRef="#ctx0" brushRef="#br0" timeOffset="13783">8191 5752 7569,'-16'0'0,"6"-1"362,0-5-135,7-2 1,-6-2 205,4-1-217,3 8 1,2-9-193,11 7 0,2 0 75,2 5 0,3-2 96,2-3 0,-1 3-12,6-3 1,-6 4-18,1 1 1,3 0-18,-3 0 0,1 1-149,-6 4 0,0-1 64,1 6 1,-6 0-73,0 6 0,-7-4 37,3 3 0,-12-3 85,-4 8 0,-10 4-19,-6 2 0,-10 1-36,-5-2 1,-10 10-147,-5-5 0,-4 4-372,-1-3 0,-7 7-2813,-4 2 3272,-9 5 0,2 1 0,-4 0 0</inkml:trace>
  <inkml:trace contextRef="#ctx0" brushRef="#br0" timeOffset="18016">4448 6289 7265,'9'-7'-1178,"-2"4"1572,-7-7 1421,0 6-1324,0-9-193,0 11-12,0-5-24,0 7-148,0 0 1,0 7 80,0 3 0,-5-1-114,-1 1 0,1 5 74,5 6 0,-7 4-120,-3-4 0,2 6 60,-2-1 1,6 1 6,-1-2 1,-2-2-12,2-8 0,0 5-75,5 1 0,2-6 119,3-5 1,5-6-31,10 1 1,-1-2-37,7 2 0,-1-5-53,6 0 1,0 0-135,-1-5 1,1-2-80,0 2 1,-1-5-265,1 5 0,-2 0 53,-3 5 0,-4-5-309,-7 0 1,-1-2-733,-4 2 768,-3 3 681,-7-5 0,-7 7 0,-2 0 0</inkml:trace>
  <inkml:trace contextRef="#ctx0" brushRef="#br0" timeOffset="18217">4556 6412 7569,'10'-5'576,"0"0"-291,-6-1 0,9 6-54,-3 0-74,-3 0 30,7 0 0,-7 2-12,3 3 1,-3 4-82,-7 6 1,0 2 100,0 4 0,0-3-148,0 8 0,0-6 102,0 6 1,0-2-622,0 1 0,-2 3 15,-3-8 0,3 6-193,-3-6 1,8 1 218,3-6 431,6 0 0,3 1 0,9-1 0</inkml:trace>
  <inkml:trace contextRef="#ctx0" brushRef="#br0" timeOffset="18764">5093 6535 7569,'8'-16'831,"-1"1"-432,-7 6-211,0 3 432,0 6-321,-7 6 1,4 3-16,-8 6 0,6 1-20,-5-1 0,7 0 216,-2 1 1,3 1-299,2 3 1,7-5-174,3 1 1,9-1-138,1-5 0,7-3 152,-1-2 1,3-3-281,2-2 1,-1-7 88,1-3 1,-2-4-21,-4-1 1,-2-2-64,-8-4 0,-1 4-132,-4-3 0,-3-2 88,-7 1 0,0 1-22,0 5 0,-2 4 331,-3 1 1,-9 5-73,-6-5 0,-2 6 290,1-1 1,-1 9-109,-4 1 1,-1 5-4,7-5 1,-1 7 11,6-2 1,1-1 84,4 1 1,3-5 2,7 5-175,0-6 0,2 8-122,3-7 0,4 0 85,6-5 0,0 0-190,1 0 0,-1 0 51,0 0 0,1-2 66,-1-3-66,0-3 0,-1-3-164,-4 1 0,-3 5 97,-7-5 218,0 6 49,0-9-134,-7 11 248,-1-5-151,-8 0-45,1 6 90,0-6 6,6 7-92,2-7-6,7 5-167,0-5 169,0 1-15,0 4-6,0-5 9,0 7-62,0 0-8,-7 0-109,6 0-27,-6 0 1,7 2-861,0 3 1089,0-3 0,0 11 0,0-4 0</inkml:trace>
  <inkml:trace contextRef="#ctx0" brushRef="#br0" timeOffset="19617">5767 6581 7569,'9'-2'-1121,"-4"-3"2374,-3 3-314,-2-5-628,0 0 1,1 6-8,5-4-6,-5 3 95,6 2-208,-7 7 0,5 6-90,0 8 0,0 1 66,-5-2 1,0-6-197,0 6 0,0-6 99,0 7-170,0-4 0,0-7-25,0 0 73,0-7 51,0 4 1,0-14-78,0-3 1,6-10-211,-1-6 1,5-8 108,-5-2 0,7 1-226,-2 4 1,-1 5 156,1 1 0,0 1 137,5-2 0,-4 6 43,-1 10 1,-5 3 137,5 7 0,-5 0-87,6 0 1,-6 2 138,5 3 1,-7-2 233,2 7 0,2 6-150,-2 4 1,0 6-21,-5-6 1,6 1-75,-1-6 0,2 0-199,-2 1 0,-4-1 53,4 0-88,-3-6 190,-2 4-78,0-11 1,0-2-148,0-10 0,5-4 33,0-1 1,7-6-281,-1 1 0,2-7 149,2 1 1,1-1 78,-1 1 0,1-1 207,-1 7 1,0 6 453,1 9-483,-1 3 0,0 4-105,1 3 0,-6 5 929,0 11 0,0 1-349,6 3 1,-1 4-410,0-3 0,1-2 157,-1 1 1,7-6-1872,4 2 1652,3-11 0,8 3 0,2-4 0</inkml:trace>
  <inkml:trace contextRef="#ctx0" brushRef="#br0" timeOffset="46046">353 5446 7569,'7'-9'-90,"-5"-5"231,4 13 0,-6-8 134,0 4-179,0 3 43,0-5-22,0 7-7,0-6 71,0 4 1,0-3-22,0 10 1,2 3-107,3 8 0,-3 1 89,3 3 1,-2 4-12,3 7 0,-3 5-28,7-1 1,-5 1 181,5-5 0,-4 5-123,4-1 0,-5 1-109,5-5 0,-5-2 62,6-4 0,-8-2-189,2-8 104,4 0 175,-8-6-147,6-2 1,-7-9-23,0-3 1,0-5-326,0-11 1,-5-3-20,0-6 0,-2-8-142,2-3 0,-2-3 196,-3-2 1,1 5-64,4 0 0,4 2 162,-5-2 1,5 9-67,1 6 1,0 7-10,0-1 1,0 3 44,0 1 1,1 6 1073,5 0-597,2 7 1,7-4-39,1 7 1,-1 0-66,0 0 1,2 2-13,4 3 1,-4 3-13,3 7 0,3 6-75,-3-1 1,6 8 1,-6-3 0,0 4 10,-4 2 1,-1 0-427,0-1 1,1 6 35,-1 0 1,-5 0-95,1-6 1,-3-1 28,2-3 0,-1 1-99,-4-6 1,-3-1 68,3-5 0,-5-1 382,-5-4 0,-4 4 0,-6-6 0</inkml:trace>
  <inkml:trace contextRef="#ctx0" brushRef="#br0" timeOffset="46200">414 5783 7569,'-23'0'0,"2"-2"0,11-3 0,-2 2 954,7-8-632,0 8 0,5-11-132,0 4 1,7-3-250,3-3 0,5 1 18,6 0 0,2-6-199,8 1 1,1-1 205,4 6 0,3-6 154,7 1-120,0-7 0,0 3 0,0-7 0</inkml:trace>
  <inkml:trace contextRef="#ctx0" brushRef="#br0" timeOffset="47462">1181 215 7569,'9'-7'0,"-4"-3"0,-3-3 0,-4 4 71,-3 4 205,3 3-572,-5 2 142,7 0-86,0 0 445,0 7-145,0 2 1,0 6-7,0 0 0,5-5-50,1 1 44,-1-1 0,-4 5-52,4 1 0,-3-6 8,3 0 12,-3-7-49,-2 4-106,0-7 150,0 0 0,-2-5-17,-3 0 1,3-7-42,-3 2 1,4-4-102,1-1 1,0 0 131,0-1 1,0 1-3,0 0 0,0-6 21,0 1 0,5 4 81,0 6 1,2 2-2,-2-3 0,-2 3-54,7 3 0,-4 3-18,4-3 0,-5-2 13,5 2 1,-5 0-16,5 5 52,-6 0 0,4-5-6,-3 0 1,-3-2-31,3 2 1,-1 3 16,1-3-103,-3 3 82,4 2 1,-4-2 26,3-3 10,-3 4-175,5-6 130,-7 7 1,1 0 6,4 0-31,-3 0 10,5 0 0,-2-2-10,0-3 23,0 3 1,2-5-15,-5 7-16,11 0 13,-11 0 1,12 0 1,-12 2 2,3 3 1,-2-3 0,2 3 51,-3-3 0,6 3-47,-2 0 0,-5 2 1,4-2 0,2-2 15,-2 8 0,2-3 0,-2 2 0,-3 4-19,3-4-1,-3 4 1,-2 1-1,0 1 0,0-1-5,0 0 1,0 1-8,0-1 1,-2 0 13,-3 1 0,1-1-4,-6 0 1,-5-1-2,-6-4 1,-1 2-49,2-7 1,1 0 23,-6-5 1,4 5-5,-4 0 0,4-1 28,-4-9 1,6 3 1,-2-3 0,4-2 82,2 2 1,1-2-93,4 2 12,-4 3 6,13-4 0,-4 4 117,10-3 0,5 3-122,10-3 0,-1 3-2,7 2 1,-1-5 0,6 0 0,-5 0-8,-1 5 1,1 0-18,4 0 1,-4 0 28,-1 0 1,-4 7-10,4 3 0,-6-2-4,2 3 0,-4-1 16,-2 5 0,-5 6 17,1-1 1,-8 1 2,2-6 0,2 5 13,-2 1 0,0-1 78,-5-4 1,-7 4 4,-3 1 0,0-1-49,-6-5 0,5-4-23,-10-1 1,-3 0 23,-1 5 1,-4-6-83,-2-4 0,4 2-12,-4-2 1,4 0-65,-9-5 1,5 0-62,6 0 0,-2 0-270,6 0 0,1 7 413,4 3 0,1 10 0,0 4 0</inkml:trace>
  <inkml:trace contextRef="#ctx0" brushRef="#br0" timeOffset="48934">1135 445 7281,'-8'0'-625,"-6"0"695,12 7 208,-11-5-197,11 5 0,-5-9 11,7-3 66,0 3 83,0-5-125,0 7 4,7 0-50,2 0 0,4 7-11,-3 3 0,-3 4-49,-7 1 1,2 6 50,3-1 1,-3 2-10,3-1 1,-3-2-36,-2 6 0,0-1-206,0 2 0,0 1-22,0-7 211,6 8 0,-4-11 0,5 5 0</inkml:trace>
  <inkml:trace contextRef="#ctx0" brushRef="#br0" timeOffset="49958">8728 5599 7569,'-7'-9'473,"5"-4"-171,-5 11 1,7-6 87,0 2-23,-6 5-211,4-6 0,-5 5-149,7-3 80,-7 3 0,4-3 54,-7 10 1,-1-1-11,-4 6 1,5 0-32,0 6 1,-1-1 12,-4 0 1,0 1 85,-1-1-121,1 0 1,1 1 38,4-1 0,3 0 54,7 1-220,0-1 0,0-5 87,0 0 1,7-5-19,3 6 0,6-8-34,4 2 1,4-1-174,7 1 0,6-4-559,4 5 1,2-5 363,-2-1 0,1 0 6,-6 0 376,7 0 0,-11 0 0,5 0 0</inkml:trace>
  <inkml:trace contextRef="#ctx0" brushRef="#br0" timeOffset="50549">8559 2623 7392,'0'-15'1253,"0"13"-963,0 18 1,0 9-228,0 11 1,5 3-417,0 2 0,7-2 173,-2 2 1,4-7-47,1 2 0,-4-4 141,-1-1 1,0-7-64,5-4 1,1-4-477,-1-6 282,0-3 342,1-7 0,-1-14 0,0-3 0</inkml:trace>
  <inkml:trace contextRef="#ctx0" brushRef="#br0" timeOffset="50761">8513 2439 7569,'-15'0'-88,"6"0"88,2 0 97,28 7 1,-4 2 23,13 6 1,6 2-53,-5 3 0,10 4 29,0 7-18,3 0 0,-3 4 32,0 1 0,-14 2-38,-1-3 1,-8-2-1,-2 3 0,-8-4-23,-3-1-92,-10-7 1,-5 5-18,-10-4 1,-6-3-119,-10-1 0,-1-9-33,-4-2 1,-3-7-219,3 2 0,-2-3 427,2-2 0,-3 0 0,5 0 0</inkml:trace>
  <inkml:trace contextRef="#ctx0" brushRef="#br0" timeOffset="62283">8804 5584 6741,'0'-9'-185,"2"2"252,3 7 76,-3-7 39,5 6 137,-7-6-106,0 0 160,0 5-260,7-4 89,-6-1-109,6 5 65,-7-5-1,0 7-40,-7 0-35,6 0 12,-13 0-51,12 0 1,-10-2-81,7-3 0,-2 4 151,2-4-64,3 3-7,-11 2 1,9 0-4,-6 0 1,5 0-58,-5 0-18,6 0 85,-9 0-27,4 0 1,-1 0-46,0 0 0,5 2 67,-5 3-50,6-4 0,-8 8 34,7-4-14,-7-3 0,5 6 27,-3-3 1,2-3 42,2 3 36,5 4 14,-13-8-75,12 13 1,-9-11-21,5 8 1,1-6-42,5 5 0,-1-5 51,-5 5-25,5-6 0,-6 9 23,7-2-31,0-5 1,0 8 10,0-4-11,0-3-37,0 7 58,0-6-59,0 8 0,0-6 50,0 0-17,0-7 1,0 6-4,0-4-4,0-3-92,0 11 37,7-11 0,-4 7-109,7-4 1,-4-4 46,4 5 0,0-5-254,5-1 0,1 0-17,-1 0 1,-3 0-155,3 0 0,-8 0 18,8 0 519,-3 0 0,4 0 0,-1 0 0</inkml:trace>
  <inkml:trace contextRef="#ctx0" brushRef="#br0" timeOffset="56945">829 7363 7569,'-7'-16'-212,"5"8"495,-5-6-97,7 13-59,0-6 0,0 8 107,0 5 1,-5-1-78,0 10 0,-7-1 72,2 11 1,-4 2-105,-1 9 0,-6-2 21,1 7 0,-6-2-139,6 2 0,-7 2 74,1-7 0,2 3 110,-1-8 0,11 1-32,-1-12 0,4 1 50,1-6 1,3-5-71,7 1 0,0-6 9,0 5 0,7-7-80,3 3 1,9-3-82,2 2 1,6-3-314,-2 3 0,10-3 196,0-2 0,6-5-706,-5-1 1,5 1 219,-5 5 0,5 0 616,-6 0 0,8 14 0,-4 3 0</inkml:trace>
  <inkml:trace contextRef="#ctx0" brushRef="#br0" timeOffset="57546">1227 7792 7303,'0'9'-277,"0"6"318,0 0 0,0 1-30,0 4 1,0-8 3,0-2 0,5-4 102,1 4 1,0-7 185,-1 2 0,-1-5-52,6-5 0,-5-5-125,5-11 1,-6-2-143,1-8 0,2 0 84,-2 1 0,0-3-155,-5-3 1,0-3 1,0-7 0,2 2-6,3 3 0,-3-3 20,3 3 0,-2 3-109,2 2 1,-1 11 93,6 4 0,-5 6 29,5 5 0,-5 3 101,5 7 1,1 0-91,4 0 1,-5 7 106,0 3 1,-4 5-59,4 6 1,-7-2 21,2 6 1,-3 1-7,-2 4 0,0-6 0,0-3 1,-7 1-21,-3-2 0,-4-1 5,-1-9 0,0 4-39,-1-4 1,1-3 35,0-2 1,4-3 31,1-2-34,7 0-2,-4 0 1,14 0 5,3 0 0,9 0 2,1 0 1,7 0 29,-1 0 1,1 2-33,-1 3 1,1 1 101,-6 5 1,-1 7-56,-5-2 0,-1 3 79,-4-4 1,-3 5-70,-7 1 1,-8 4 0,-8-4 0,-6 1 20,-9-2 1,1-4 93,-1-1 0,0 0-273,1-4 1,4-5 64,1 0 1,6-5-927,-2-1 417,11 0 542,3 0 0,21-13 0,3-4 0</inkml:trace>
  <inkml:trace contextRef="#ctx0" brushRef="#br0" timeOffset="57945">1718 7516 7569,'0'-24'417,"0"4"79,0 10-558,0-4 137,0 12 59,0-5 1,5 9 81,0 3 0,6 4 65,-6 6 1,2 2-141,-2 4 1,1-4-125,5 3 1,-3 2 161,-3-1-181,-3-1-23,12-4 98,-13-8 0,11-3-67,-7-10 1,2-3-8,-2-8 1,-3-6-112,3-4 1,4-3-25,1-1 0,-2-1-156,3 0 0,-1 1 100,5-1 0,1 0-42,-1 1 1,-5 1 60,0 3 1,-1 4 32,1 7 1,4 6 182,-4 4 0,-2 3 57,3 2-1,-8 0 0,9 12-41,-7 4 1,0 9 119,-5 1 1,0 3-99,0 1 1,2 6-26,3 0 1,-3 5-21,3-5 1,-2 1 4,2-1 1,-1-9-144,6 4 1,-5-11-41,5 1 0,-5-1-125,6-4 0,-6 2-37,5-7 1,-7-3-630,3 2 934,-5-6 0,6 3 0,2-7 0</inkml:trace>
  <inkml:trace contextRef="#ctx0" brushRef="#br0" timeOffset="58142">1841 7608 8678,'0'-8'664,"0"1"0,2 7-458,3 0 1,3 0-223,8 0 1,-1 0 78,0 0 0,1 0-546,-1 0 0,5 0 131,1 0 352,-1 0 0,2 7 0,2 1 0</inkml:trace>
  <inkml:trace contextRef="#ctx0" brushRef="#br0" timeOffset="59104">2715 7439 7533,'0'-17'119,"0"-3"1,0 8 23,0-3 1,0 8 119,0-3-236,0 6 1,-7-3 124,-3 7 1,-4 7-138,-1 3 1,-2 6 169,-3 4 0,3 4 74,-4 7 1,4-1 71,2 1 0,6 0-61,4 0 1,3 4-48,2 1 0,0-5-28,0-6 0,0-4-57,0 4 1,7-6-4,3 2 1,4-4-130,1-2 0,1-5-95,-1 0 1,0-6-286,1 1 0,1 2-650,3-2 0,-3 0 520,4-5 1,-4 2 503,-2 3 0,7-4 0,2 6 0</inkml:trace>
  <inkml:trace contextRef="#ctx0" brushRef="#br0" timeOffset="60721">3528 7685 8688,'15'0'-84,"1"0"0,-1 0 60,0 0 0,2 0-69,4 0 1,-4 0-135,3 0 0,-3-5-562,-1 0 789,-1 0 0,0 5 0,1 0 0</inkml:trace>
  <inkml:trace contextRef="#ctx0" brushRef="#br0" timeOffset="60865">3482 7869 7671,'-15'8'1482,"6"-1"-642,2-7-760,7 0 0,7 0-200,3 0 1,4 0-319,1 0 0,6 0 78,-1 0 1,9 0-609,2 0 968,0 0 0,13-7 0,-5-1 0</inkml:trace>
  <inkml:trace contextRef="#ctx0" brushRef="#br0" timeOffset="63454">4602 7409 7569,'1'-14'-70,"5"4"305,-5 3-147,6 7 92,-7 0-34,0 0-187,-7 0 0,0 7 137,-3 3 1,-3 9-9,2 1 0,-2 6 35,-3-6 1,1 8-27,0-3 1,-1 4 7,1 2 1,0 0-29,-1-1 0,1-1-2,0-3 1,-1 1 1,1-7 0,5 1 76,0-6 52,6 1-118,-3-1 0,7-5-12,0 0 0,2-6 29,3 1 1,5-3 9,11-2 1,-2 0-23,6 0 1,1-2-2,4-3 0,1 3-449,0-3 1,-1 2-160,1-3 1,-2 5 346,-3-4 0,1 3 54,-7 2 0,1 0 116,-6 0 0,7 7 0,2 1 0</inkml:trace>
  <inkml:trace contextRef="#ctx0" brushRef="#br0" timeOffset="63821">5476 7424 7621,'0'-8'128,"0"14"0,0 10-43,0 9 1,0 4-22,0-3 0,0-2-115,0 1 0,0-1-7,0 2 1,5 1-78,0-7 1,0 1 9,-5-6 1,0 1-452,0-1 368,0-7 208,7-1 0,2-20 0,6-4 0</inkml:trace>
  <inkml:trace contextRef="#ctx0" brushRef="#br0" timeOffset="64465">5246 7363 7569,'0'-16'-54,"0"1"55,0 0 1,0 5 235,0-1-197,-7 8 7,5-11 97,-4 13 0,7-6-125,4 7 0,4 0 40,6 0 1,2 0 40,4 0 1,-3 0-40,8 0 1,0 7-96,4 3 0,6 3 74,0 3 1,1 4-118,-1 1 1,-3 6 22,2-2 0,-7 4 57,-3 2 1,-6 0-87,1-1 0,-4 1 53,-6 0 0,-3-2 21,-7-4 0,-2-1 97,-3-3 0,-4-4 153,-6 3 0,-7-8-139,-4-2 1,-3-1 42,-1 1 1,-1 2-184,0-7 1,1 0 112,-1-5 0,2 0-232,3 0 0,4 0 76,7 0 0,5 0 156,-1 0-703,8 0-730,-4 0 1358,14 7 0,8-5 0,9 5 0</inkml:trace>
  <inkml:trace contextRef="#ctx0" brushRef="#br0" timeOffset="65257">6258 7501 7110,'0'-16'351,"0"8"0,-1-1-210,-5 4 163,5 4-436,-6-6 73,0 7 81,-1 0 1,-8 2 126,1 3 0,0-2 87,-1 7 0,3 0-72,2 6 0,-2 4-37,2 1 1,0 4 57,0-4 0,-1 1-32,7-2 1,0-3-131,5 4 0,0-4 74,0-2 1,0 1-68,0-1 0,0-5-18,0 0 0,7-1-165,3 1 0,-1-3 64,1-7 1,0 5-127,6 0 0,-1 0-384,0-5 1,1 0 251,-1 0 0,0-1-683,1-5 1030,-1 5 0,7-20 0,2 4 0</inkml:trace>
  <inkml:trace contextRef="#ctx0" brushRef="#br0" timeOffset="65520">6519 7409 7569,'7'-9'-379,"-6"-4"391,6 11 0,-7-3 4,0 10 1,0 3 386,0 8 1,0-1-117,0 0 0,-1 1-26,-5-1 0,5 0-97,-4 1 0,3 4-10,2 1 0,0-1-60,0-4 0,2-1-110,3 0 1,-2-1 145,7-4 0,-4 2-112,4-7 1,0 2-175,5-2 1,1-3 97,-1 3 1,0-3-373,1-2 0,-1 0-377,0 0-292,1 0 452,-1-7 105,-6-2 542,-3-6 0,-6 0 0,0-1 0</inkml:trace>
  <inkml:trace contextRef="#ctx0" brushRef="#br0" timeOffset="65662">6596 7593 7569,'-16'0'-33,"3"-2"136,2-3 18,-2 3 1,11-6 58,-3 3 26,3 3 1,4-5-24,3 7 1,4-2-376,6-3 1,0 4 168,1-4 0,4 3-89,1 2 1,1-2-57,-2-3 1,-3 3-96,4-3 1,-4 2-6,-2-2 1,-5 3 267,0-3 0,1-4 0,4 1 0</inkml:trace>
  <inkml:trace contextRef="#ctx0" brushRef="#br0" timeOffset="65812">6519 7393 7569,'-17'-6'574,"-4"4"0,20-7-160,-4 4-279,3 4 0,2-8-45,0 4 0,7 3 116,3-3 1,10 3-222,6 2 1,3-1-146,2-4 0,6 3-180,4-3 1,0 3-83,5 2 0,-2 0 422,13 0 0,-8-7 0,4-1 0</inkml:trace>
  <inkml:trace contextRef="#ctx0" brushRef="#br0" timeOffset="66184">8237 6979 7569,'-7'-8'0,"-1"3"269,-8 10-132,1 3 1,-1 14 137,1 4-121,-7 10 0,5-2-8,-3 7 1,-1 1-5,6 10 1,-4-5-68,9 4 1,3-8-209,2-2 0,3-7 216,2 2 0,0 0-49,0-6 0,2 3-583,3-13 0,3 1 105,8-6 0,-1-1-81,0-4 1,6 2 110,-1-7 414,8-7 0,-5-13 0,8-9 0</inkml:trace>
  <inkml:trace contextRef="#ctx0" brushRef="#br0" timeOffset="66513">8406 7286 7569,'0'-24'23,"1"2"58,4 7 1,-3-1 198,3 1-244,-3 7-93,-9 1 0,-1 7 97,-8 0 1,6 1 38,0 5 0,0 2-16,-6 7 1,1 1 2,0-1 0,-1 0-23,1 1 1,6-1-114,4 0 0,4-4-134,1-1 195,0-7 1,1 4-74,4-7 1,4 0 94,6 0 1,1-7-116,-1-3 0,0-4 38,1-1 0,-1 0-103,0-1 1,1 1 166,-1 0 1,-5 5 147,0-1-99,-6 8 93,3-4 0,-7 9 32,0 3 0,-7 5-98,-3 11 1,1-3 48,-1 8 0,5-2-104,-6 1 1,6 4 8,-5-3 0,7-2-114,-2 1 1,3-1-219,2 2 1,0 1 12,0-7 0,0 1-551,0-6 840,0-6 0,0 4 0,0-4 0</inkml:trace>
  <inkml:trace contextRef="#ctx0" brushRef="#br0" timeOffset="66787">8605 7194 7569,'0'-8'481,"0"1"-363,0 20 1,-5 3 55,0 9 0,-5 3 16,4-8 0,1 7-12,5-1 1,0 3-159,0 1 0,2-4 59,3 0 1,4-9-23,6-2 0,0-1 20,1-9 0,-1 0 17,0-5 1,1-2-28,-1-3 1,-1-4-141,-4-6 1,2-5 44,-7-1 0,0-6-167,-5 1 1,0-3-262,0-1 0,-5 1 204,0 3 0,-7-1-12,2 7 1,-4 4-104,-1 6-111,-1 7 234,1-4 1,1 14 243,4 3 0,-4 3 0,6 3 0</inkml:trace>
  <inkml:trace contextRef="#ctx0" brushRef="#br0" timeOffset="67124">8958 6995 8349,'0'10'251,"0"0"1,0-5-112,0 5 1,1-4 217,5 4-203,-5-7-269,13 4 14,-6-7 1,6-2 67,-4-3 0,2 2-69,-7-7 1,0-1 48,-5-4 1,0 0-130,0-1 0,0 1 52,0 0 0,-1-1 94,-4 1 1,1 1-22,-6 4 0,5-2-83,-5 7 33,-1 0 0,-4 7-89,0 3 0,5 2 0,-1 3 0,8 9-427,-2-4 622,3 4 0,-5-4 0,-1 0 0</inkml:trace>
  <inkml:trace contextRef="#ctx0" brushRef="#br0" timeOffset="67836">9326 6795 7569,'0'-8'-13,"2"-4"64,3 7 0,-2 0 154,7 5 1,1 0-1,4 0 1,0 1 262,1 4-331,-1 4 1,5 13 40,1 4 0,-1 8 11,-4 2 0,-1 6-19,0-1 1,-1 8-12,-4 3 0,2 6-156,-7-2 1,0 3 69,-5 3 0,-7-6-309,-3 0 0,-5-1 9,-6 1 1,-8-3-117,-6-7 1,-13 0-56,2 0 1,-9-2 397,4-3 0,-13 10 0,0-3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0:09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0 690 7461,'9'7'-170,"-2"-5"454,-7 5-66,0 0 124,0-6-156,0 6 0,0-9-38,0-3 1,0-3 0,0-8-186,0 1 0,0-5-58,0-1 0,0-6-69,0 1 0,5-8 65,0-2 1,5-6-130,-5 1 0,6 2 96,-6-2 1,7 7 37,-2-2 0,3 5 160,3 6 1,-1 3-138,0 6 1,1 3 194,-1 2 1,0 5-10,1 6 1,-1 0-78,0 0 0,-4 0-14,-1 0 1,-7 6 0,2 5 0,-3 4-13,-2 5 0,0-3-14,0 4 1,-7 1-17,-3-2 0,-9 1 20,-1-6 0,-1 1-31,6-1 1,-5-7 66,-1-2 1,6 0 55,5 0-31,-1-1 13,3-5-73,1 0 0,9-5 1,3-1 1,5 1 19,11 5 0,-3 0 5,8 0 0,-6 0-89,6 0 1,-6 0 53,6 0 1,-7 7-8,1 3 1,-3 4 5,-2 1 1,-6 1 1,-4-1 1,-3 2 77,-2 3 0,-7-1-70,-3 7 0,-4-7 1,-1 1 0,-7-5 2,-4-4 1,-1 2 29,1-3 0,-1-3-157,7-2 1,-1-1-514,6 1 343,-1-3 1,8 3 290,3-10 0,3-4 0,2-6 0</inkml:trace>
  <inkml:trace contextRef="#ctx0" brushRef="#br0" timeOffset="393">476 246 7569,'0'-16'136,"0"8"0,-2 1 237,-3 7-277,3 0 0,-4 7 79,6 3 0,0 4 16,0 1 0,0 0-189,0 1 0,0 4 96,0 0 0,1 3 45,4-3 1,-3-3-9,3 4 0,-1-4-528,1-2 248,-4-7 49,6 6 116,-7-12 1,5-2 15,0-10 1,1-9-64,-6-2 1,5-6-73,0 2 0,7-4 124,-2-2 1,-2 0 6,3 1 1,-1-3-354,5-3 1,-5 4 129,1-4 0,-1 11 34,5 4 1,1 6 94,-1 5 0,-5-2 95,0 7 1,-1 1-35,1 9 0,2 4 138,-7 6 1,0 7-128,-5 4 1,0 3-4,0 2 0,0-1 188,0 1 1,0 5-141,0-1 0,0 1-316,0-5 1,0-2-25,0-4 18,0 4 1,5-12-510,1 4 404,-1-11 372,-5-3 0,0-7 0,0 0 0</inkml:trace>
  <inkml:trace contextRef="#ctx0" brushRef="#br0" timeOffset="542">507 322 7509,'-16'7'-178,"8"-5"1092,1 5-548,7-7 1,7 0-129,3 0 0,5 0-289,6 0 0,-3 0-488,8 0 1,0-6 144,4 1 394,1 0 0,0-2 0,-1-1 0</inkml:trace>
  <inkml:trace contextRef="#ctx0" brushRef="#br0" timeOffset="1055">1212 46 7549,'-8'0'487,"1"7"-315,7 3 0,-5 9-7,0 1 1,-1 8-154,6-3 0,0 4 100,0 2 0,0 0-217,0-1 0,0 1 62,0 0 1,2-1-302,3 1 0,-3-7 171,3-4 0,2-3 52,-2-1-271,0-8-38,2-1 1,0-9 429,3-3 0,4-10 0,-6-9 0</inkml:trace>
  <inkml:trace contextRef="#ctx0" brushRef="#br0" timeOffset="1213">1335 77 7569,'0'-9'-111,"2"3"-119,3 6 337,-4 0 0,8 6 184,-4 5 0,-3 2-175,3 3 0,-4 6 28,-1 3 0,0 4-143,0 2-5,0 0 0,0-1 23,0 1 0,0 1-165,0 4 1,0-4-391,0 4 1,0 2 535,0-2 0,0 6 0,0-3 0</inkml:trace>
  <inkml:trace contextRef="#ctx0" brushRef="#br0" timeOffset="3423">1795 77 6828,'0'-9'1425,"0"3"-1215,0 6 0,0 6-72,0 5 1,0 2-40,0 3 0,0 1 0,0 3 1,2-3-82,3 4 1,-4 2-8,5 3 1,-5-2-208,-1 1 1,0-1-36,0 2 1,0-4-206,0-7 0,0 1-429,0-1 344,0-7 308,0-1 1,0-8 212,0-5 0,0-9 0,0-9 0</inkml:trace>
  <inkml:trace contextRef="#ctx0" brushRef="#br0" timeOffset="3676">1749 92 7458,'-7'-22'-331,"5"5"414,-3-3 0,4 8 437,1 1-430,6 8 1,3-4 5,6 7 0,6 0-161,-1 0 117,7 0 0,-8 7 148,7 3 0,-2 4-65,1 1 0,2 2-148,-6 4 1,4-4 97,-4 3 0,-1 4-93,-4 2 0,-8-3 52,-3 3 0,-3 0 31,-2 4 1,-7-1-31,-3-3 0,-5-4-99,-6-7 1,-3 1 93,-6-1 0,-1-1-3,0-4 1,-4 2-168,-1-7 1,0 0 106,5-5 0,2 0-479,4 0-151,3 0-159,6 0 520,8 0 1,8 0-190,10 0 481,10 0 0,4-7 0,7-1 0</inkml:trace>
  <inkml:trace contextRef="#ctx0" brushRef="#br0" timeOffset="3955">2501 92 7569,'0'-15'117,"0"6"1,-2-3 77,-3 7 0,3-2-20,-3 2-38,-4 4 1,1-4 92,-8 10 1,1 0-25,0 10 1,-1-1 74,1 11 0,-4-4-98,4 4 1,-4 1 51,9 5 0,3-6-77,2 1 1,3-8-1,2 3 1,2-4 22,3-2 1,4-1-24,6-4 1,2 2-138,4-7 0,2 0 106,8-5 0,0-1-454,0-5 0,-3 3 215,-2-7 1,1 5-805,-6-6 1,3 6 131,-9-5 0,4 7 784,-9-2 0,-3 3 0,0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0:17.9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230 62 7569,'9'-7'-35,"-4"-3"127,4 3 0,-8-1 344,4 3-115,-3-4-23,-2 1-23,0 1-156,7 7 173,-5 0 66,4 0 21,-6 0-507,0 0 98,-6 0 1,2 5 126,-6 0 0,5 12-48,-5-2 0,-1 9-14,-4-3 0,-5 6-49,-1-1 0,-1 3 60,2 1 1,3-4 18,-4-1 1,4-1-6,2 2 1,-1-4-116,1-7 1,5 1 137,0-1 64,6-7 22,-3 6 14,7-12 0,2 5 6,3-7 0,4 0-95,6 0 0,2 0 16,4 0 1,-3 0 27,8 0 1,-2 0-364,1 0 1,4 0 85,-3 0 1,1-5 4,-1-1 0,1 1-18,-7 5 1,1 0-505,-6 0-532,0 0 504,1 0 411,-8 0 1,-1 2 272,-7 3 0,0-3 0,0 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0:21.6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704 537 7562,'0'-15'0,"0"-1"62,0 1 137,0 0 1,-1-1 478,-5 1-279,5 6-32,-6-4 23,7 11-195,0-5 0,0 14-174,0 3 0,0 4 13,0 1 1,2 6-115,3-1 1,-4 2 9,5-1 1,0-4-202,-1 3 1,1-3-150,-6-1 194,0-1 118,0-7-188,0-1 194,0-20 1,-6 1-52,1-14 1,-1 6 8,0-6 0,3 1 59,-7-6 1,6 0-6,-1 1 1,4 1 108,1 3 1,0 4-63,0 6 0,6 1-60,5 0 0,2 6 63,3 4 0,-1 3 279,0 2 0,2 0-82,4 0 1,-4 0-113,3 0 1,2 2 15,-1 3 0,-1 4-3,-4 6 1,-3 0-56,-2 1 0,-5-1 15,-6 0 1,0 3 0,0 2 0,-1-3-21,-4 3 1,-4-2-47,-6-3 1,-1-2 79,1-2 1,0 1-2,-1-7 0,1 0 59,0-5 14,-1 7 55,8-6-131,1 6 0,9-8 10,3-5 1,3 5-23,8-4 1,1 3-89,3 2 0,-1 0 71,6 0 0,-4 0-9,4 0 1,-6 5 21,2 0 1,-6 7 10,-5-2-25,4 4 1,-12 1-5,3 1 1,-10-1 106,-6 0 1,-7-5-48,-3 1 1,-6-6 236,1 5 1,-1-7-127,1 3 1,-3 0-258,4-1 0,3 1-144,1-6-402,4 0 386,9-7 185,1 5 1,14-5 66,3 7 0,10-7 0,4-1 0</inkml:trace>
  <inkml:trace contextRef="#ctx0" brushRef="#br0" timeOffset="266">1364 476 7569,'8'-16'400,"6"1"114,-12 0 173,4 6-454,-6 2 0,-6 7-38,-5 0 0,-2 2-35,-3 3 0,1 9-29,0 6 0,-1 6 59,1-6 0,0 6 0,-1-6 0,6 6-70,0-6 0,7 6-88,-3-6 0,5 1-61,1-6 1,0-5 58,0 0 0,5-5 85,0 6 0,7-8-106,-2 2 0,4-3-474,1-2 1,0 0-71,1 0 1,-1 0-373,0 0 1,6 0 906,-1 0 0,1-7 0,-6-1 0</inkml:trace>
  <inkml:trace contextRef="#ctx0" brushRef="#br0" timeOffset="1209">1824 353 7569,'-9'0'21,"3"7"1,1 1 122,-1 7 1,0 8 44,0 2 1,5-1-166,-4 2 1,-2-1 40,2 6 0,-6-2 98,6-4 0,0 3 162,5-8-396,0 1 148,0-6-70,0-7 0,0-2 41,0-12 1,0-9-88,0-10 0,5-4 3,0-2 1,6 0 60,-6 1 0,5-8 31,-5-3 1,5-1-9,-4 1 0,5-2-379,0 7 0,1 0 144,-2 6 1,3 6 109,-2 3 1,2 6 85,3 5 1,-1 3 3,0 7 0,1 0 118,-1 0 0,-5 12-50,0 3 0,-1 11-83,1-1 0,-3 3 42,-7-3 0,5 9 121,0-3 1,0 3-126,-5-3 1,0 3-126,0-3 1,0 1 43,0-12 0,2 1-156,3-6 0,-3 1-153,3-1 1,-3-5-72,-2 0 134,0-6 291,0 3 0,-7-7 0,-2 0 0</inkml:trace>
  <inkml:trace contextRef="#ctx0" brushRef="#br0" timeOffset="1371">1793 506 7569,'-8'0'739,"1"-7"0,9 6-717,3-4 0,3-2-15,8 2 1,-1 0 83,0 5 1,7 0 103,4 0 0,3-2-239,2-3 1,1 3-1920,4-3 1963,-4-4 0,13 8 0,-6-6 0</inkml:trace>
  <inkml:trace contextRef="#ctx0" brushRef="#br0" timeOffset="1426">2207 445 7569,'0'-31'0</inkml:trace>
  <inkml:trace contextRef="#ctx0" brushRef="#br0" timeOffset="1620">2606 383 7569,'-15'-6'98,"6"4"-151,3-5 24,6 7 1,6 0 28,5 0 0,2 0 54,3 0 1,1 0-179,3 0 0,-1 0-163,6 0 0,-4 0 118,4 0 169,-6 0 0,10 7 0,-5 1 0</inkml:trace>
  <inkml:trace contextRef="#ctx0" brushRef="#br0" timeOffset="1774">2637 552 7569,'-15'7'1698,"6"-5"-1372,2 5 1,5-7 86,-3 0-650,4 0 0,6-6-1,10 1 1,11-1-256,-1 0 0,6 3 254,5-7 1,3 1 238,7-1 0,0-4 0,0 6 0</inkml:trace>
  <inkml:trace contextRef="#ctx0" brushRef="#br0" timeOffset="2271">3619 107 7569,'0'-15'252,"-2"7"-150,-3 2 1,1 5 195,-6 1 1,7 1-133,-2 5 0,-4 2-57,-1 7 0,1 6 7,-1-1 0,0 8 65,-6-3 1,1 4 120,0 2 0,-1 5-149,1-1 1,0-1-106,-1-8 1,1 1 150,0-6 0,6-1 367,4-4-192,3-1-71,2 0-153,0 1 0,7-8-37,3-3 1,4-1-187,1 1 1,6-4 64,-1 5 0,6-5-107,-6-1 0,8 0-20,-3 0 0,2 0-203,-1 0 1,1 0 214,-6 0 1,-1 0 21,-4 0 0,-1 0-17,0 0 0,-5 0-388,1 0-1840,-8 7 2346,4-5 0,-7 11 0,0-4 0</inkml:trace>
  <inkml:trace contextRef="#ctx0" brushRef="#br0" timeOffset="2907">4155 153 7569,'-6'-8'714,"4"1"15,-5 7-492,7 0 0,0 9 94,0 6 1,0 2-273,0 9 1,0-3 73,0 3 0,0 1 59,0-6 0,0 4-108,0-4 0,5 4-1268,0-4 316,0-1 271,-5-4 1,5-6 227,1 0 1,-1-8-121,-5-2 1,0-4 488,0-11 0,-7-4 0,-2-12 0</inkml:trace>
  <inkml:trace contextRef="#ctx0" brushRef="#br0" timeOffset="3153">4079 92 7119,'0'-15'-353,"0"-7"1,0 5 1178,0-4 1,1 11-477,4 5 0,4 3-167,6 2 1,1 7 22,-1 3 1,5 4-84,1 1 1,6 0-193,-1 1 1,3 4 44,1 1 0,1 1-94,0-2 1,-7-1 123,-4 7 0,-3-6-117,-2 6 0,-6-1-37,-4 6 1,-5-7 109,-5-4 0,-9 2 32,-6-1 0,-7-1-18,1-4 1,-10-6 104,-5 0 0,2-2-106,-2 3 0,2 1 2,-2-7 0,5 5-58,11-5 0,3 0-352,6-5-623,8 0 757,1 7 1,14-5-2,3 3 300,10-3 0,4-16 0,7-3 0</inkml:trace>
  <inkml:trace contextRef="#ctx0" brushRef="#br0" timeOffset="3888">4616 123 7463,'0'-9'400,"0"2"-40,0 7-20,0 0-155,0 7 1,-2-3-68,-3 6 1,3-5 146,-3 5-147,3 0 1,0 4 28,-3-4-57,4 4 1,-6-11-20,7 8 1,0-6 88,0 5 2,0-7-166,0 11 106,0-12 70,0 11-19,0-11-274,0 5 241,0-7 597,0 0-873,0 7 162,-7-6 1,5 8-13,-3-4 2,3-3 12,2 11 0,-1-9 10,-4 6 1,3-5 40,-3 5-64,3-6-46,2 9 0,0-9 54,0 6-17,0-7 11,0 4 5,0-7 154,0 0-83,0 7-42,0-5-11,0 4-2,0-6-30,0 7-7,0-5 203,0 5-177,0-7 1,2 0-3,3 0 0,-2 0 41,8 0 0,-6 0 181,5 0-207,0 0 1,6 0 0,-1 0 1,2 0 14,3 0 1,-3 0 0,4 0 0,-4 0-123,-2 0 0,6 5 119,-1 0-26,1 0 1,-6-5-115,0 0 0,-5 5-1332,1 0 533,-8 1 46,11-6 13,-13 0 329,6 0 0,-8-2-310,-5-3 828,-2 3 0,-14-18 0,-2 2 0</inkml:trace>
  <inkml:trace contextRef="#ctx0" brushRef="#br0" timeOffset="4062">4662 276 7569,'-14'-10'0,"4"0"0,-2 5 468,7-6 68,0 8 175,5-11-253,0 13-252,0-13 1,1 12-82,4-3 1,4 3-238,6 2 0,1 0 176,-1 0 0,5 0 119,1 0 1,4 0-338,-4 0 0,-1 0-484,-4 0 0,-1 0-667,0 0 629,-6 0 398,-2 0 1,-7-1 25,0-4 252,0 3 0,-14-12 0,-3 6 0</inkml:trace>
  <inkml:trace contextRef="#ctx0" brushRef="#br0" timeOffset="4199">4662 138 7569,'-24'0'-58,"2"-5"55,6 0 1,1-2 159,-1 2 1,6 3 232,0-3-69,7-3-146,-4 6-25,7-5 1,2 7-137,3 0 0,5-5 106,10 0 0,-1 0-102,7 5 0,-6-2-444,6-3 0,4 3 253,6-3 1,0 3 172,-5 2 0,6-6 0,2-3 0</inkml:trace>
  <inkml:trace contextRef="#ctx0" brushRef="#br0" timeOffset="5124">5398 123 7569,'8'-16'177,"-1"1"299,-7 0-57,0-1-144,0 1-67,0 7 1,-2 1 22,-3 7 1,-3 0-49,-8 0 1,1 8-1,0 8 1,-6 2 78,1 13 1,-7-2-36,1 12 1,4-2 152,1 2 0,4-2-29,2-3 0,6-9-116,4 4 1,5-6-17,5 1 0,6-6 94,9-9 0,4-4-428,7-7 0,4 0 149,1 0 1,7-2 141,-2-3 1,-2-4-211,2-6 0,-5 5-1781,5-1 0,-7 3 1815,1-2 0,-2-4 0,-2 5 0</inkml:trace>
  <inkml:trace contextRef="#ctx0" brushRef="#br0" timeOffset="16543">275 1319 7569,'0'-10'-726,"0"0"1114,0-2 1,0 3 127,0-1-240,0 7 167,0-4 200,0 0-342,0 5 0,0-5-217,0 7 0,-5 2 58,0 3 1,-6-1-133,6 6 1,-7 2-26,2 8 1,-4-1-46,-1 7 0,0-3 90,-1 3 0,-4 3-46,0-3 0,-1 2 35,6 3 1,-1-2-94,1-3 1,0-2 126,-1-4-35,8-3 1,-1 5-35,4-6 0,4-6 16,-5 0 0,6-7-3,6 3 0,-5-3 10,4 2 0,4-3 0,1 3 0,-1-3-6,1-2 0,-5 0-6,5 0 0,0 0 125,6 0 0,-4 0-109,3 0 0,-3 0-20,8 0 0,-3 0 11,-1 0 0,1 0-2,3 0 1,-3 0 24,4 0 0,-2 0 3,1 0 1,-3 5 26,3 0 1,-3 0 73,-1-5 0,-1 0 28,1 0-88,-1 0 220,0 0 54,1 0 195,-8 0-206,-1-7-17,-7-1-151,0-8-74,0 1 1,0 0-111,0-1 1,0 6 84,0 0 1,0 0-172,0-6 0,-2 1-33,-3 0 0,3-1-78,-3 1 1,-3-6 161,-3 1 0,-2-7 16,-2 1 0,-1-3-138,1-2 1,-2 6-191,-4-1 1,4 2 118,-3-1 0,3 3 122,1 6 0,1 3 130,0 3-417,-1 3-368,1 7 348,7 0 290,1 7 1,8 1 142,5 7 0,2 8 0,7 0 0</inkml:trace>
  <inkml:trace contextRef="#ctx0" brushRef="#br0" timeOffset="18629">750 1334 7569,'0'-8'1263,"0"1"-1109,0 7 0,-5 9 207,0 6 1,-2 7-97,2 9 1,3 1-112,-3 4 0,4-4-31,1 4 1,0-3-108,0-3 0,0 1 36,0 0 0,0-8-109,0-2 1,0-9 28,0-2 1,1-7 126,4 3-135,-3-5 0,10-14 51,-7-8 0,2-6 23,-2-4 1,2-6-144,3-4 1,2-5-206,-7-5 1,5 1 94,-4-6 0,4 5-59,-5-5 1,7 8 85,-2 2 1,-1 8-53,1 13 363,0 3 1,5 13-82,1 4 0,-3 12-124,-2 8 0,2 7 166,-3 9 0,-1 1 240,1 4 1,-1 3-217,1 7 0,2 0-98,-7 0 1,2-1-551,-2-4 1,-2 1 264,7-6 0,-6-2-491,1-8 447,-3 3 0,-2-12-451,0 3 770,0-10 0,-7-3 0,-8-14 0,-9-1 0</inkml:trace>
  <inkml:trace contextRef="#ctx0" brushRef="#br0" timeOffset="19263">750 1519 7569,'-15'-9'623,"6"-5"0,3 11-209,6-7-264,0 6 1,1-3-7,4 7 1,4-1-66,6-4 0,6 3-32,-1-3 0,13-4 48,-3-1 0,4 2-131,-3-3 1,5 1-14,0-5 1,-1-1-33,-4 1 0,0 0 11,-1-1 1,-1 1 68,-3 0 0,1-1 92,-6 1 0,-6 5 92,-5 0 279,-6 6-130,9-3-89,-11 7 0,5 2-7,-7 3 1,-5 5-6,0 11 1,-2 1-114,2 4 1,3 3-51,-3-4 1,-2 2-57,2-1 0,0 1-211,5-6 0,0 4-527,0-4 403,0-1 49,0-11 95,-7-2 1,5-9-63,-3-3 1,3-6 98,2-9 0,0-4-16,0-7 0,0-6 7,0-4 1,0-3-111,0-2 1,0 7 260,0 3 0,7 5-87,3 6 1,-1 2 168,1 8 0,0 7-70,6 2 0,-1 5-97,0 1 1,1 5 87,-1 0 1,0 7 171,1-2 1,-1 4-75,0 1 0,-1 6-69,-4-1 1,-3 0-190,-7-4 1,0-1 77,0 0 1,-2 1 63,-3-1 1,-3-5 23,-8 1 1,-1-6 9,-3 5 1,1-7-54,-6 2 1,6-3-48,-2-2 573,4 0-90,2 0-387,7 0 1,2 0 46,12 0 0,4 0-119,10 0 0,2 2 55,4 3 0,3-3-19,-3 3 1,1 2 88,-2-2 1,3 7-16,-8-2 0,-1 3-13,-9 3 1,2-1 15,-7 0 1,-2-1 127,-8-4 1,-5 4-36,-10-4 0,1 4-4,-7 1 0,1-5-170,-6 1 0,0-3-175,1 2 0,1-3-310,3-7-488,-3 0 684,12 0 0,2-1-155,10-5 1,12-2-548,8-7 1016,7-8 0,9 6 0,-1-5 0</inkml:trace>
  <inkml:trace contextRef="#ctx0" brushRef="#br0" timeOffset="19466">1747 1273 7569,'9'-15'482,"-9"6"164,-10 4 0,-4 5 266,-1 5-606,-8-3 0,6 17 31,-3-4 0,3 9-20,2-4 1,-1 8-96,1-3 1,6 2-29,4-1 1,4 1-120,1-6 0,0-1 68,0-4 0,6-3-146,5-3 0,2 2-183,3-7 1,-1 1-277,0-6 0,2 0-101,4 0 0,-4 0-555,3 0 0,-3-2 1118,-1-3 0,-1-4 0,0-6 0</inkml:trace>
  <inkml:trace contextRef="#ctx0" brushRef="#br0" timeOffset="20087">2054 1534 8790,'2'-15'646,"3"-1"1,2 1-464,3-1 1,4-4-257,-4 0 0,3-1 15,3 6 1,-1-1 14,0 1 0,1 1 121,-1 4-140,0-3 1,1 11 144,-1-3 0,-5 5 107,1 5 0,-6 3-148,5 8 0,-5 1 25,5 3 0,-5-3 224,6 4 0,-6 1 97,5-2-509,0 1 122,5-6 1,1-6-408,-1-4 89,0-3 1,1-2-397,-1 0 1,0-7 252,1-4 460,-1-2 0,0-3 0,1 1 0</inkml:trace>
  <inkml:trace contextRef="#ctx0" brushRef="#br0" timeOffset="20801">3036 1227 7569,'1'-10'168,"4"0"360,-3 6-178,5-3 308,-7 7-94,0 0-407,0 7 0,-5 3 117,0 11 1,-7-2-136,2 6 1,-4 2-10,-1 9 1,-2-3-7,-4 2 1,2-2-117,-6-3 0,6 1 137,-1 0 1,-2-7-99,1-4 0,2-3 153,9-1 1,-4-3 42,4-3-43,3-3-44,1-7-243,6 7 63,0-5 0,1 5-129,4-7 1,4 5 167,6 0 0,1 0-20,-1-5 1,5 0-243,1 0 0,6 0 78,-1 0 0,1 0 84,-1 0 1,1 0 60,-7 0 0,6-2 184,-6-3 1,1 2-78,-6-8 1,-5 6 28,0-5 13,-6 0-53,10-5 1,-13-1-79,4 1 1,-5 0 36,-5-1 1,2-4-162,-7-1 0,4-4 9,-4 4 1,0-6 74,-5 1 0,1 4 65,4 2 0,-4 1-7,4-1 0,-4 8-16,-1-4 0,5 10-13,0-5-294,-1 8 0,-4-4 103,0 7 1,4 0-490,1 0 0,5 5 133,-5 0 0,6 7-626,-1-2 1190,4 4 0,1 8 0,0 2 0</inkml:trace>
  <inkml:trace contextRef="#ctx0" brushRef="#br0" timeOffset="21284">3726 1319 7569,'0'-15'117,"0"6"1,0-4 244,0 2 1,0 3-119,0-2 0,0-1-14,0-4 1,-2 0-49,-3-1 0,2 3 1,-8 3 1,6 1 9,-5 4 1,0 3-32,-5-3 0,-1 5 0,1 5 0,0 9 84,-1 6 0,-4 8-23,-1-3 0,-4 4-58,4 2 0,1-1 18,4 1 1,6-2-168,0-3 0,7 1 59,-2-7 0,3 1-155,2-6 1,0-5-176,0 1 1,2-3-187,3 2 0,3 2 210,7-7 0,1 1-149,-1-6 1,2 0-166,4 0 1,-3 0-341,8 0 1,-6 0 884,6 0 0,0-14 0,4-3 0</inkml:trace>
  <inkml:trace contextRef="#ctx0" brushRef="#br0" timeOffset="21701">3941 1288 7779,'0'-15'1314,"0"7"-938,0-6-161,0 12 0,-2 2-80,-3 10 0,3 4 23,-3 1 0,3 1-361,2-1 0,0 0 137,0 1 0,0 4-584,0 1 0,0-1-385,0-5-236,0 1 1271,0-1 0,0-6 0,0-9 0,0-11 0,0-4 0,0-5 0,-1-1 0,-5-9 0,3 2 0,-7-8 0,1 4-260,-1 1 1,-2 2 446,7 4 0,0-2 728,5 6-410,0 1-351,0 11 0,7 2 94,3 7 0,5 2-72,6 3 1,-2 0-160,6 11 1,1-4 96,4 8 0,-4 2-160,-1-1 1,-1 6-24,2-2 0,-6-1 55,-9 2 1,0-1 45,-5 6 0,-3-5-4,-8-1 0,-5-1 141,-11 2 1,-3-4 47,-6-7 0,-1 1-201,0-1 0,-4-5 66,-1 0 0,0-6-469,5 1 1,7-3-58,4-2 0,3 0-960,2 0 1404,6 0 0,9 0 0,9 0 0</inkml:trace>
  <inkml:trace contextRef="#ctx0" brushRef="#br0" timeOffset="22096">4370 1181 7782,'0'-8'1371,"-2"1"-1085,-3 7 0,4 1-76,-5 5 1,5-3 35,1 7 1,-5 0-64,0 6 1,-2 6 137,2 3 1,3-1-181,-3 2 1,3-2-83,2 1 0,0-1 109,0-3 0,0-4-100,0 3 1,2-5 92,3-4 1,2 2 11,3-2 0,4-5-551,-4-1 0,3 2 219,3-2 1,-1 1-359,0-6 1,1 0-496,-1 0 320,0 0 1,1 0-392,-1 0-242,-6-7 1325,4-2 0,-11-6 0,5-1 0,-7 1 0</inkml:trace>
  <inkml:trace contextRef="#ctx0" brushRef="#br0" timeOffset="22220">4447 1380 7569,'-9'-6'351,"-4"4"92,4-5-322,1 0 0,-1 6-34,4-5-162,3 5 0,-3 1 100,10 0-356,4-7 0,6 4 5,0-8 1,1 6-475,-1-5 800,0 7 0,8-11 0,0 5 0</inkml:trace>
  <inkml:trace contextRef="#ctx0" brushRef="#br0" timeOffset="22354">4247 1150 7969,'-15'-6'902,"0"4"-271,-1-3 273,8-4-1052,1 8 0,9-11 37,3 6 1,7 0-92,13 1 0,8-2 66,13-3 0,8-4-1318,8 4 1454,-1-4 0,7-8 0,-6-2 0</inkml:trace>
  <inkml:trace contextRef="#ctx0" brushRef="#br0" timeOffset="22738">5536 890 7569,'0'-16'172,"0"1"0,-2 6 808,-3 4-702,-4 4 1,-8 1-96,-3 0 0,3 6-134,-4 5 0,-2 11 173,-3 9 0,4 3 225,1 12 1,3-2-247,-3 12 1,9-10-163,-3 5 1,10-8-186,0 3 0,3-2-360,2-8 0,2 0 437,3-6 1,3 1 120,8 0 1,-1-7-1212,0-4 0,2-8 11,4-2 1148,3-6 0,6-4 0,1-9 0</inkml:trace>
  <inkml:trace contextRef="#ctx0" brushRef="#br0" timeOffset="23375">5766 1104 7569,'0'-15'635,"0"0"0,-7 6-487,-3 4 0,-4 3-289,-1 2 0,-6 9 167,1 6 1,-1 1-1,6 4 1,0-1 474,-1 1 1,1-1-285,0 7 1,6-6-254,4 6 1,3-8-28,2 3 0,0-9-468,0-2 429,0 0 1,7-1 0,4-4 0,-3-5 57,2-5 1,0-4-56,6-6 0,-1-2-59,0-4 0,-4 3 89,-1-8 0,-2 7 42,3-1 0,-3 3 112,-3 1 314,-3 1-184,5 0-37,-7 6 1,0 4-125,0 10 1,0 4 3,0 6 0,0 0 192,0 1 0,0 4-139,0 1 0,7-1-265,3-5 1,-2 1 128,3-1 0,-6-6-93,5-4 1,0-4 94,6-1 1,-6 0-21,0 0 0,-1-6-35,1-5 1,3-2 51,-2-3 0,-3-4-22,2 0 1,-6-8-49,1 3 1,-2 1-102,2-2 1,-3 2 164,3-1 1,-3 3 22,-2 6 51,0 8 293,0 1-321,-7 7 1,0 7-14,-3 3 0,-2 11 350,7 4 0,0-1-184,5 1 0,0 1-99,0 5 1,2-1-84,3 1 0,-2-7-180,7-4 0,1-4 94,4-6 0,0 2-46,1-7 0,-1 0 151,0-5 1,1-7-48,-1-3 0,0-5 23,1-6 1,-1-4-80,0-11 0,4 2 6,-4-7 1,4-5-70,-9-5 1,-3-7-168,-2 2 1,-3 4 206,-2 6 0,0 9 115,0 11 0,0 4 529,0 7 1,-7 6-299,-3 4 0,-4 12 251,-1 8 1,5 8-212,0 7 0,1 8-37,-1 3 1,3-2-280,7 2 1,0-5-331,0 4 1,2-5-46,3 0 0,3 3 427,8-2 0,-1-1 0,0-4 0</inkml:trace>
  <inkml:trace contextRef="#ctx0" brushRef="#br0" timeOffset="24430">6471 997 7569,'9'-15'63,"3"-1"275,-7 1 29,0 0 23,-5 6 76,0 2-245,0 7 1,-5 7-17,0 3 0,-7 11 0,2 4 0,-4 6-12,-1 5 1,5 3-11,-1 7 1,3-5-217,-2 0 0,3-12-109,7 2 0,0-6-117,0 1 0,0-4 197,0-7 1,1-5-76,5 1 8,2-8 1,7 2 8,1-10 0,-1-4-121,0-6 0,1-7 49,-1-4 0,0-4-28,1-6 0,-3 4 140,-2-4 1,1 0 149,-7 5 1,5-1-123,-5 11 1,0 6 177,-5 5-186,0 7 171,0-4 1,0 8 1,0 5 1,0 2-20,0 7 0,0 1-8,0-1 0,5 5-117,0 1 1,6 1-100,-6-1 1,5-4 74,-5 3 0,7-8-86,-2-2 1,-1-6 92,1 1 0,-5-4-228,5-1 224,-6 0 1,2-1-18,-6-4 0,0-4-188,0-6 0,-1-6 111,-4 1 1,1-6 46,-6 6 1,0-6 69,-6 6 1,6-6 132,0 6 1,5 4 232,-5 6 1,6 5-44,-1-5 4,3 6-136,2-9-272,7 11 0,4-5 16,9 7 0,-3 0 87,3 0 1,-1 0 41,2 0 1,-4 0-52,3 0 0,-3 2 31,-1 3 0,-1-1 66,0 6 0,-5 0 33,1 5 1,-8 1-53,2-1 1,-3 0 103,-2 1 1,0 1-16,0 3 1,0-3-22,0 4 0,-5-4-44,0-2 0,0 0 96,5 1-208,-7-8 115,5 6-171,-5-12 1,7 3 91,0-10 0,0-4-314,0-6 1,5-1 57,0 1 0,7-5-49,-1-1 1,-3-6 179,2 1 0,-5 4 69,6 2 0,-3-2-18,2 1 1,2 1 79,-7 4 136,7 8 1,-8-4 27,6 7 118,-7 0 10,4 5-93,0 0 1,-5 6-87,3 5 0,-2 1-17,2-2 0,-3 9-54,3-4 0,-3 5 2,-2 1 0,0-4-112,0 3 1,0 2 83,0-1 0,0-1-48,0-4 1,0-6 212,0 0 228,0-6-413,0 2-76,0-12 1,0-5 78,0-9 0,0 1-67,0-6 0,5-3-171,0-7 1,7-5 84,-2-6 1,4 2-341,1 3 1,1 4 146,-1 6 0,0 2 41,1 3 0,-6 9-360,0 7 82,0 7 568,6-4 0,-1 21 0,0 3 0</inkml:trace>
  <inkml:trace contextRef="#ctx0" brushRef="#br0" timeOffset="24908">7162 1058 7569,'-7'9'752,"5"-2"0,-5-6-1143,7 5 223,0-5 148,0 6-3,0-7 0,2-7 170,3-3 1,9-4-1,6-1 0,1-2-531,-6-3 1,0 2 208,1-2 1,-1-2-114,0 1 1,-6-6 98,-4 2 0,-3 2 144,-2 3 1,0 8 135,0 2 0,-7 6 262,-3-1 0,1 4-248,-1 1 1,0 8-97,-6 7 1,3 3 455,2 7 0,0 1-114,5 4 0,1-1-327,5-3 1,0 1-83,0-6 0,7 4-122,3-4 1,4-1 58,1-5 1,2-6-83,4-4 0,-4-3-60,3-2 1,2-2 78,-1-3 0,-1-9 82,-4-6 1,4-7-13,1 1 1,-1 2 123,-5-1 0,-1-6 42,-4-5 0,4 2 136,-4 8 0,-3 4-58,-2 7 0,2 5 394,-2 0-180,0 6 1,-5 4-123,0 10 1,0 6 4,0 4 1,0 4-67,0 7 0,5-1-31,0 1 1,0 5-15,-5 0 1,0-1-118,0-4 0,0-2 61,0-3 0,-5-4-130,0-7 1,-7 0-5,2 1 1,-4-8 97,-1-3 0,0-3-284,-1-2 1,1 0 114,0 0 1,-1-7-706,1-3 1,5-9 849,0-1 0,-1-14 0,-4 1 0</inkml:trace>
  <inkml:trace contextRef="#ctx0" brushRef="#br0" timeOffset="25425">7698 1058 7511,'0'-15'0,"0"0"0,0-1 0,2 3 0,3 2 718,-3-2 19,12 11-235,-6-5 0,1 14-118,-4 3 0,-4 6 15,-1 4 0,0 6-118,0 10 0,-1 1 42,-4 4 0,1 3-140,-6-3 1,2-2 11,-3 2 0,3-8-244,3-3 0,3-1-23,-3-8 0,-2-1-70,2-5 5,0-6-19,5-2 1,0-14-370,0-3 1,2-11 240,3-4 1,1-13 141,5-8 0,2-1-17,-2-10 0,4 1-725,5-5 0,-3 1 391,4 4 0,-4 6-74,-2 15 501,7-1 1,-5 20 280,4 1-192,-4 7 1,-3 14 59,-4 5 1,-3 2-118,-7 3 1,0 6 74,0 3 0,0-1 591,0 2 0,-2-2-272,-3 1 1,-2 4-205,-3-3 1,-4 1-223,4-1 0,-2-4-565,2-7 55,-4 0-326,12 1 706,-4-8 1,7-3-81,4-10 0,2-3 276,3-8 0,11-6 0,-4-2 0</inkml:trace>
  <inkml:trace contextRef="#ctx0" brushRef="#br0" timeOffset="25791">7990 1074 7569,'10'-14'243,"0"4"124,-6-4-172,3 13 0,-9-6 640,-3 7-271,3 0-472,-12 0 0,11 5 32,-7 0 1,6 7-111,-1-2-161,4 4 0,2-1 210,4-2-30,4 2 1,6-11 65,1 3-402,-1-3 1,0-4 57,1-3 1,-6-4 46,0-6 1,-5 0 58,5-1 1,-5 1-40,6 0 1,-6-6-24,5 1 0,-7-2 71,3 1 0,0-1 215,0-4 1,0 6-145,-1 10-37,-3-4 0,7 7 235,-4-3 529,-4 3-465,6 14 0,-5 2 34,3 6 1,-3 0 8,3 1 0,-3 1-95,-2 3 0,0-3-134,0 4 0,1-3 91,4 3 1,-3-4-169,3 3 1,-3-3 47,-2-1 0,0-6-88,0 0-1,0-6-342,-7 2 111,5-6 0,-3-1-253,10-4 1,-1 1-85,6-6 0,5 0 669,6-6 0,6 1 0,-3 0 0</inkml:trace>
  <inkml:trace contextRef="#ctx0" brushRef="#br0" timeOffset="26317">8542 936 8268,'-7'-9'493,"-1"2"-267,-8 7 1,6 0 50,0 0 0,0 2-173,-6 3 1,1-1 90,0 6 0,6 0-176,4 5 1,-2 1 68,2-1 1,0 0-407,5 1 1,0-1 144,0 0 1,7-6 20,3-4 1,4 2 37,1-2 1,2-7-83,4-8 1,-4-5 80,3-6 0,-3 2-134,-2-6 1,6-2 8,-1-9 0,1-3 79,-6-7 0,2-2-137,4-3 0,-6 1 103,0-6 1,-1 8 30,-9 2 1,5 14 366,-5 12 133,0 3 150,-5 8 1,-6 16-279,-5 13 1,-1 14 258,2 7 0,-2 9-176,7 1 1,-5 3-208,5-8 0,0 9 72,5-9 1,1-3 71,5-8 1,0 1-285,5-5 0,2-4-426,-3-12 0,4-1 157,1-4 1,-4-3 19,-1-7-107,0 0 1,5-8 126,1-8 1,-3-4-83,-2-6 0,2-5 367,-2 1 0,-3-1 0,2-5 0,-5 6 0,6 4 0,-6 2 0,5 4 0,-7 8-190,2-3 190,-3 9 0,-2 0 0,0 6 0,0 6 284,0 5 1,-2-3 185,-3 2-341,4 1 1,-6 4-185,7 0 1,2-6-212,3-4 1,-2 2 186,7-2 0,-5 0 68,6-5 1,-6-7-166,5-3 0,0-5 176,6-6 0,-1-3 0,0-6 0</inkml:trace>
  <inkml:trace contextRef="#ctx0" brushRef="#br0" timeOffset="26458">9079 644 7569,'0'19'361,"0"7"-224,0-1 1,0 19 438,0-3 0,-5 5-185,0 5 0,-7-3 75,2 3 1,-4-1-136,-1 1 1,-1-3-129,1 3 1,-6-10-43,1-6 0,-6-2-79,6-3 1,-7-6-156,1-3 0,-3-11-336,-2-5 1,1-3 408,-1-2 0,0-7 0,1-2 0</inkml:trace>
  <inkml:trace contextRef="#ctx0" brushRef="#br0" timeOffset="27262">9554 874 7569,'-8'-15'1077,"1"6"1,2 1-1055,0 3 1,-2 3 109,2-3 8,3 3 249,-5 2-207,1 0 1,-1 2 16,-3 3 0,-2 0-30,6 11 0,-5-5-83,0 10 0,-1 1 59,2-1 1,-2 4-292,7-4 0,-2-1 10,2-5 1,3 1-82,-3-1 0,4-5 101,1 0 1,1-6-36,4 1 0,4-3 39,6-2 0,1-9 5,-1-6 0,0-2-168,1-9 1,4 6 41,1-6 0,-1 2 199,-5-1 0,1-2 34,-1 6 1,-5 1 159,1 4 0,-3 1-100,2 0 60,4 6 1,-11 2-103,8 7 90,-8 0 1,4 2 317,-7 3-234,7 4 0,-6 11-3,4 1 0,-3-1-105,-2-5 1,0 6-134,0-1 1,0 1 60,0-6 1,5 0-242,0 1 212,0-1 1,-3-1-148,3-4-21,-3-3 116,5-7 0,-2-2 15,0-3 1,5-5-61,-5-11 1,7 2-110,-2-6 1,4 4 85,1-4 0,-4 1-53,-1-2 0,0-1 95,5 7 0,-4-1-11,-1 6 0,-5 5 422,5-1-225,-6 8 190,2-4 0,-6 9-15,0 3 0,0-2 100,0 8 1,0-1-187,0 5 1,0 1-48,0-1 0,2 0 31,3 1 0,-3-6 183,3 0-811,4 0 1,-1 4 276,8-4 1,-6-1-300,0-4 1,0-3 21,6 3 0,1-4-150,3-1 0,-3 0 151,4 0 0,-3 0 462,3 0 0,-4 0 0,5 0 0</inkml:trace>
  <inkml:trace contextRef="#ctx0" brushRef="#br0" timeOffset="27982">10321 813 7569,'0'-15'0,"0"-1"0,0 6 382,0 0 93,0 6-220,0-9-95,-7 11 1,4-5-12,-7 7 0,0 0-69,-6 0 1,-1 2 69,-3 3 0,3 4-24,-4 6 0,6 2 56,5 3 1,-2-3 22,7 4 1,0-9-456,5-2 1,0 0 45,0 6 1,1-8-72,4-3 0,4-3 85,6-2 0,1 0-18,-1 0 0,2-5-20,3 0 0,-3-5 111,4 4 1,-9-4-120,-2 5 77,-7 0 1,9 7 862,-6 3 1,-1 5-161,-5 10 1,-2 4 86,-3 7 1,1 1-222,-6 4 0,5 2 90,-5 3 0,0-2-170,-6-3 1,3-4-119,2 4 1,-2-11-30,3-4 1,-4-1 22,-1-4 1,-1 1-169,1-12-139,0 0 0,-1-7-268,1-3 0,5-4 17,-1-6 1,8-7-365,-2-4 1,3-3-243,2-1 0,0 6 423,0 3 0,5-1 224,0 2 1,12-1 103,-1 6 1,4 0-908,1-1 1114,3-6 0,6 5 0,1-5 0</inkml:trace>
  <inkml:trace contextRef="#ctx0" brushRef="#br0" timeOffset="28501">10582 491 7569,'15'-24'0,"-6"2"1030,-4 7-179,-3-1-536,5 8 0,-7 1-159,0 7 1,-2 2 200,-8 3 0,5 10-84,-6 11 1,3 3 61,-2 1 1,-4 8-80,4 3 1,3-1-74,2 7 1,1-7-183,-1 6 0,4 0-206,-5-5 0,6-7 12,6 2 1,-3-14-220,7 4 1,0-9 79,6-7 1,-1 2 147,0-7 1,1 0-82,-1-5 0,0-12 15,1-3 1,-1-5 80,0-1 0,1 2 19,-1-6 0,-1 1 7,-4-2 1,-2-1 72,-2 7 291,-5-8-173,6 11 0,-14-3 137,-3 10 1,2 3 92,-3 7 0,1 7-92,-5 3 0,5 4-5,-1 1 0,8 0-110,-2 1 0,3 4-13,2 1 0,0-1-89,0-5 0,7 1-184,3-1 1,0-1 77,6-4 0,-4 2-94,8-7 0,-1 0 2,1-5 0,-1-2 52,7-3 1,-6-5 38,6-10 1,-8 2 36,3-2 0,-2-4-14,1-1 0,-3-4 45,3-2 1,-2-5 9,-3 0 0,-2 2 264,-2 9 591,2-4-259,-4 12 0,1 1-255,0 11 0,-6 5 91,1 5 0,-3 6-45,-2 9 1,0-1-24,0 6 0,0 1-163,0 5 1,-2-1-12,-3 1 1,3-5-270,-3-1 1,-4-1 116,-1 1 1,-3-2-811,-3-8 1,1 0 454,0 1 1,-3-1 376,-2 0 0,-4 1 0,-7-1 0</inkml:trace>
  <inkml:trace contextRef="#ctx0" brushRef="#br0" timeOffset="30151">9309 1733 8065,'-15'0'509,"4"0"-126,1 0 30,7 0 1,-6 5 38,4 0-298,3 1 0,-3-1 305,10 0 1,4 0-84,6-5 1,7 0-325,4 0 1,3-2-1,2-3 0,-1-9-65,1-6 0,1-6 86,4 6 1,-9-7-98,4 1 0,-10 2-383,-1-1 1,-5 4 228,-4-4 1,-5 4-140,-6-4 0,0 6 95,0-1 1,-6 2 282,-5 3 0,-4 7 64,-5 3 0,3 10 52,-4 5 1,-1 5-127,1 6 0,3-3 93,8 8 1,-2 0 8,6 4 1,3-4-76,8-1 0,4-1-164,6 2 1,5 1 109,1-7 0,11-1-304,-1-9 0,5-3-23,0-7 0,3 0-164,7 0 0,-5-1 200,0-5 0,-7-4-45,1-10 0,3 3-6,-2-4 0,0-1 133,-6 2 0,1-1 93,0 6 0,-8 0-82,-2-1 0,1 6 99,-2 0 0,1 1 26,-6-1 0,1-2 122,-1 7 0,-5-5-215,0 5-27,-6-7 945,3 10 367,-7-5-732,-7 7 1,-2 0-112,-6 0 0,-2 2-23,-4 3 0,4 3-140,-3 8 0,3-1-87,2 1 1,-4-1 119,3 0 1,-2 1-21,8-1 1,1 0-542,-1 1 11,6-1 66,-2 0 1,7-6 158,4-4 1,4-3-28,6-2 0,2-2 19,4-3 1,-4-9-69,3-6 1,2-1 192,-1 6 0,-1 0 106,-4-1 0,-6 6 30,0 0 0,-5 6-31,5-1 198,-6 4 1,1 7-108,-10 5 1,1 9 301,-6 6 1,0 4-172,-5 6 1,1 2-103,4 2 0,-2 3-103,7-7 0,-2 3-177,2-8 0,3 1-126,-3-11 166,3 6-898,9-10 691,2-2 0,6-10-194,0-10 0,1-5 31,-1-10 0,0-6-68,1-10 0,-6 2 309,0-7 1,0 5 248,6-5 1,-3 7-155,-3-1 0,2 2 77,-6 3 1,5 4 481,0 0 1,-4 13-284,-2-3 0,-2 10 678,2-5-232,-3 8-319,5-4 0,-7 9-121,0 3 1,5 4-145,0 6 0,0 0-12,-5 1 1,5-1 52,0 0 0,5 1-375,-4-1 0,5 0 151,0 1 1,-3-8-193,2-3 0,-4 2 110,4-2 1,-5 0-7,5-5 0,-5-5 71,5 0 1,-1-7 39,1 2 0,2-4-31,-7-1 1,2-6 12,-2 1 0,-3 0 318,3 4 1,2 1-119,-2 0 1,0 4 700,-5 1-298,0 7-27,0-4-281,0 7 0,5 2 39,0 3 0,0 0-58,-5 10 0,7-3 8,3 8 1,-1-2-294,1-3 1,0 0 88,6 1 0,1-1-226,3 0 1,-3-5 45,4 1 1,-4-8-69,-2 2 0,0-3 133,1-2 1,-1-7-23,0-3 1,-1-4 14,-4-1 1,4-2 50,-4-4 1,-3 4 84,-2-3 0,-3 3-92,-2 2 0,0-1 300,0 1 0,-7 5 10,-3-1 0,-4 8 104,-1-2 1,-1 5-40,1 5 1,0-2 73,-1 8 1,1 4-109,0 5 1,1 1-96,4-6 1,3 1-105,7-1 1,0 0 326,0 1-533,0-1 1,7-5 64,3 0 1,-1-6-33,1 1 1,0-5 12,5-5 0,-4-4-96,-1-6 1,-2 0 126,3-1 0,2 1 47,-2 0 0,-3-1 24,2 1 1,-6 0-40,1-1 0,2 6 187,-2 0 36,0 6 29,-5-3 1,0 9-41,0 3 1,0 4 123,0 6 1,2 1-117,3-1 1,-2 5-48,7 1 0,-5 1 4,6-2 0,-1-3 40,5 4 0,1-6-302,-1-5 1,5-1 42,1-4 0,1-3 44,-2 3 1,-3-9 20,4-1 0,-2-8-90,1-3 0,-3 1-158,4-5 0,-4-3 106,-2 3 0,-5-6 131,0 6 0,-5-2-23,6 1 1,-8 9-394,2-3-54,-3 3-13,-2 4 402,0 1 0,-2 7-131,-3 0 178,3 0 0,-4 2-185,6 3 97,0-4 190,0 13 0,0-11 0,0 8 0,-7-1 0,-2 5 0</inkml:trace>
  <inkml:trace contextRef="#ctx0" brushRef="#br0" timeOffset="30737">11288 1589 8156,'-11'10'1185,"1"1"-910,7-8 39,-11 11 1,12-11 91,-3 7-231,4-6-87,1 2 1,1-6-132,4 0 1,2-6-138,3-5 1,4-2 185,-4-3 0,9-4-326,2 0 0,-1-8 169,-5 3 0,-1-9 57,-4-2 1,2-7-206,-7 2 0,5-3-195,-4-2 0,-1-5 237,-5 0 0,0 6 103,0 10 0,-7 4 563,-3 5 0,-4 11-266,-1 10 0,-1 3 298,1 2 0,-5 14-226,-1 6 0,-1 8-35,1 2 1,6 8 77,0 3 1,5 3 198,4 2 0,5 5-309,-4 0 1,10-6-349,5-10 1,4 3-516,1-2 1,0-6 385,1-4 1,1-7-1362,3 1 1690,-3-10 0,12-3 0,-5-7 0</inkml:trace>
  <inkml:trace contextRef="#ctx0" brushRef="#br0" timeOffset="31033">11717 853 7569,'9'0'2012,"4"0"-1580,-3 0 1,-1 8 64,1 8 0,6 6 8,4 9 1,0 6 184,-4 4 0,-6 5 249,0 5-644,0-3 1,4 11 12,-4-2 0,-3 2-24,-7 3 1,-2-3-939,-3-2 1,-5 2 454,-10-3 1,-6-1 198,-10 1 0,-3 0 0,-7 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0:56.9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445 77 7569,'0'-11'0,"0"1"0,0-2-98,0-1 127,0 4 68,0-4 142,0 11 1,0-5-105,0 7 0,0 2 109,0 3 0,0 0-68,0 10 1,-7-1-17,-3 11 1,2 8 16,-3 8 1,6 3 134,-5 2 0,2 0-138,-3 0 0,-2-5-163,2 0 0,-2-7 59,-3 2 0,8-6-80,3-4 0,-2-4-27,2-6 167,-7-1-23,10-7-97,-11-1 1,11-9-195,-3-3 1,3-3 13,2-7 1,2 4-17,3 1 0,2 0 111,3-5 1,4 4 26,-4 1 1,3 7 166,3-2 1,-1 3-108,1 2 0,4 0-61,0 0 1,1 0 103,-6 0 1,6 5 215,-1 0 1,6 2-102,-6-2 1,6-3-124,-6 3 0,6-3-179,-6-2 0,6 0 79,-6 0 1,2 0-521,-1 0 414,-4 0 0,5 0-68,-7 0-131,-6 0-605,4-7 129,-11 5-99,5-5 353,-14 7 580,-1 0 0,-15 0 0,0 0 0</inkml:trace>
  <inkml:trace contextRef="#ctx0" brushRef="#br0" timeOffset="246">614 230 7569,'0'-15'151,"0"5"121,0-1 1,0 6-83,0-5 16,0 7 1,0-3 143,0 12 0,0 4-111,0 10 0,0 6-33,0 10 1,0-1 36,0 11 1,-5-3 5,0 8 1,-2-3-217,2-2 0,3 0-240,-3 0 0,3 5-706,2 0 1,0-1 510,0-10 1,4 3-425,6-7 0,0-9 826,11-12 0,2 1 0,1-8 0</inkml:trace>
  <inkml:trace contextRef="#ctx0" brushRef="#br0" timeOffset="508">982 307 7569,'-10'15'0,"0"0"1035,-1 8-632,-4 0 1,5 8 33,0 0 0,6-1-111,-1 1 1,5-5-124,5-1 1,5-6-21,11 1 1,3-4 22,6-6 1,3-3-83,3-7 1,-6 0-320,1 0 1,0-9 118,-6-6 0,-3-2-77,-1-9 0,-6 1-103,-5-6 1,-3-5-226,-7 1 1,-12-1-28,-3 5 1,-11 2 205,1 4 1,-6 8 104,-5 6 0,4 8 3,-4-2 1,4 12-205,1 8 1,7 2-160,4 9 557,3 6 0,-5 0 0,-2 6 0</inkml:trace>
  <inkml:trace contextRef="#ctx0" brushRef="#br0" timeOffset="816">0 1074 7569,'0'-11'771,"0"1"1,7 5-777,3-5 0,11 6-5,4-1 0,6-1 102,5 0 1,10 0 93,10 1 0,7 1 488,9-6 1,3 5-469,17-5 0,-7 6 18,12-1 1,-8 2-102,3-2 1,0 3-94,-5-3 1,-7 3-235,2 2 1,-14 0 192,3 0 1,-6 0 116,-3 0 1,-13 0-291,-3 0 1,-12 0-2347,-3 0 1945,-1 0 0,-14 2 88,-1 3 497,-6-3 0,-15 15 0,1-7 0,2-3 0</inkml:trace>
  <inkml:trace contextRef="#ctx0" brushRef="#br0" timeOffset="1113">1074 1166 7569,'0'-9'2184,"0"2"-2046,0 7 0,-5 12 182,0 4 0,-9 9-68,-1 1 0,5 8 87,-6 2 0,6 5-104,0-6 1,3 6-30,7-5 1,9 0-132,6-6 0,9-6-458,12-3 0,3-6 168,7-5 0,-4-5-107,4-10 0,-8-3 114,8-7 1,-15-6-118,-1 1 0,-14-8-112,-1 3 1,-12-4 157,-3-2 0,-7 7-23,-8 4 1,-9 3 99,-6 1 1,-1 8 59,-5 3 1,4 5-185,1 5 1,7 3 325,4 8 0,3 6 0,1 2 0</inkml:trace>
  <inkml:trace contextRef="#ctx0" brushRef="#br0" timeOffset="1349">2194 844 7569,'0'-16'35,"0"8"-9,0-6 0,7 12-150,3-3 1,5 4 12,6 1 1,-3 0 1355,8 0-808,-1 6 1,6-2-450,0 6 1,-1 0-511,1 6 1,-2-1 305,-3 0 216,-4 1 0,-7 6 0,1 2 0</inkml:trace>
  <inkml:trace contextRef="#ctx0" brushRef="#br0" timeOffset="1466">2270 1135 7569,'-8'0'1757,"5"0"-1584,13 0 0,2 0-137,13 0 1,1-2-98,4-3 0,13 2-25,3-7 86,10-1 0,-1-4 0,6 0 0</inkml:trace>
  <inkml:trace contextRef="#ctx0" brushRef="#br0" timeOffset="1864">3513 261 7451,'5'-16'48,"0"1"1,2 7 1094,-2 2-525,-3-2-423,11 6 0,-4-5 91,6 7 1,-5 0-104,1 0 1,1 9-34,8 6 1,-3 2 8,4 9 1,-4-1-83,-2 6 0,2 0 19,3-1 1,-3-4-175,4 0 0,1-3 154,-2 3 1,6-4 33,-6-6 0,1-1-215,-6 0 1,-4-5-36,-1 1-836,0-8-624,5 4 1600,-6-7 0,4-7 0,-4-1 0</inkml:trace>
  <inkml:trace contextRef="#ctx0" brushRef="#br0" timeOffset="2038">3973 138 7569,'-15'-8'660,"-1"2"0,6 5-721,0 1 1,-2 7 52,-9 3 1,-2 10 590,-8 6 0,-5 10-316,0 4 1,-6 0-334,1 1 1,2 1-197,-2 9 0,7-3-472,-2 3 0,5 2 734,6-2 0,-11 7 0,3-3 0</inkml:trace>
  <inkml:trace contextRef="#ctx0" brushRef="#br0" timeOffset="2388">3191 951 7569,'-16'-2'946,"1"-3"-223,0 3-87,6-4-246,2 6-279,7 0 1,14-2 82,6-3 1,11 3 22,10-3 0,7-2-93,13 2 0,12-7-121,4 2 0,5 1-323,0-1 0,-4 2 298,4-3 0,-5 3-323,-6 3 1,-4 3 199,-11-3 1,-3 3 94,-7 2 1,-7 0-12,-3 0 1,-6 0-779,-4 0 1,-4 0-510,-7 0 1348,-6 0 0,-2 7 0,-7 2 0</inkml:trace>
  <inkml:trace contextRef="#ctx0" brushRef="#br0" timeOffset="2783">3697 1089 7569,'-15'-7'0,"4"4"0,1-7 1608,7 6-1101,-4-3 1,2 6-267,0-4-104,0 3 1,11-5-12,5 7 0,2 0-103,3 0 0,6 0-141,3 0 1,4 5 136,2 0 0,-6 2 147,1-2 1,-7-1-410,1 6 1,-8-5-242,-2 5 1,-4-6 291,4 1 1,-7 3 29,2 2 1,-5-1 115,-5 1 1,-3 0 95,-8 6 0,1-3 2,0-2 0,-4 2-59,4-3 0,-4-1-67,9 1 71,3 0 1,0 6-182,7-1 0,12-5 75,3 1 0,9-1-59,-4 5 0,8-5 217,-3 1 1,3-3-90,-3 2 1,1 4 528,-11-4 1,2-1-262,-12 1 1,0-5-121,-5 5 0,-3-5-15,-7 6 1,-9-6 974,-17 5 1,-3-2-549,-7 3 1,-5 2-393,0-2 0,-4 0-404,9 0 1,-2 2-1312,13-2 1587,-1 2 0,-2 3 0,-1-1 0</inkml:trace>
  <inkml:trace contextRef="#ctx0" brushRef="#br0" timeOffset="4189">1135 1426 7676,'-6'-8'1212,"-3"1"-1019,-6 7 1,-1 2 12,1 3 0,0-2-23,-1 8 1,1-6-51,0 5 0,-1-7-420,1 2 1,0 2-119,-1-2 0,1 2 405,0-2 0,-7 4 0,-2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03.5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185 352 7569,'-9'0'-786,"1"0"1164,3 0-159,3-7 1,-10 4 371,7-8-348,0 8 0,5-6 202,0 4-258,0 4 1,0-8 165,0 4-337,7 3 1,1-10-9,8 7 0,-1-2-77,0 2 1,6 4 81,-1-5 1,6 5-32,-6 1 1,2 0 29,-1 0 1,-4 0-113,3 0 0,-3 7 87,-1 3 1,-6 3 28,0 3 1,-6-1-254,1 0 0,-5 1 53,-5-1 0,-9 0 59,-6 1 0,-8-1 70,3 0 1,-4-4-14,-2-1 1,2-7 117,3 2 1,4 2 378,7-2-266,0 0-138,6-5 1,4 0 101,10 0 1,4 0-81,6 0 0,2 0-86,4 0 0,2 6 80,8-1 0,-5 5-9,-1-5 1,-6 7-35,1-2-31,4 4 24,-7 1 1,-1 0 7,-11 1 1,-5-6 406,-5 0 1,-6-1 46,-9 1 1,-4 4-167,-7-4 0,1 2-89,-1-2 1,-1 4-195,-4-4 0,3 4-60,-2 1 1,4-1-79,5-4 1,4 3 185,7-2 1,5-5 30,0 0-1293,6 2 1,9-6-995,11 3 2204,9-3 0,-1-9 0,7-2 0</inkml:trace>
  <inkml:trace contextRef="#ctx0" brushRef="#br0" timeOffset="261">983 106 7569,'-16'-8'375,"8"1"0,-6 7-289,4 0 1,1 0 134,-1 0 1,0 9 339,-5 6 0,-2 9-223,-4 12 1,4-2-108,-3 7 0,4-1-36,6 6 0,-4-5-12,4 0 0,3-2 14,2 2 1,4 2-194,1-7 1,1 0-519,4-6 0,4-4 362,6-1 0,1-6-675,-1 2 1,0-10 380,1 0 0,-1-8 446,0 2 0,7-3 0,2-2 0</inkml:trace>
  <inkml:trace contextRef="#ctx0" brushRef="#br0" timeOffset="533">1197 91 8480,'-8'15'63,"3"1"0,-2 1 492,2 3 1,-5-1-150,4 6 1,1-4-161,5 5 0,0-8-56,0 3 0,0-4-11,0-2 0,2 0-109,3 1 1,4-3-52,6-2 0,5 1 129,1-7 0,4 0-29,-4-5 0,6 0-345,-1 0 1,-2 0 150,1 0 1,-4 0 91,4 0 0,-6-2-245,1-3-475,-3 3-735,-1-5-336,-8 7 531,-1 0 1243,-7 0 0,-7-6 0,-1-3 0</inkml:trace>
  <inkml:trace contextRef="#ctx0" brushRef="#br0" timeOffset="703">1351 244 7569,'7'-8'345,"-6"-1"415,4 4-312,-3 4 112,-2-6-287,0 7 1,0 7-91,0 3 1,-2 9-1,-3 1 1,4 6 5,-5-6 1,0 7-175,0-1 1,0 1-449,1-1 1,3 3 355,-3-4 0,3-3-992,2-1 0,5 1 1069,0-2 0,7 1 0,-3-6 0</inkml:trace>
  <inkml:trace contextRef="#ctx0" brushRef="#br0" timeOffset="944">1642 275 8463,'-8'0'895,"-4"7"-895,7 3 0,-2 4 274,2 1 0,3 0-282,-3 1 0,3 1 95,2 3 1,2-3-23,3 4 1,2-9-123,3-2 0,9-5 130,-4 5 1,6-6 7,-1 1 0,-3-5-35,3-5 1,-4-4-2,-6-6 0,2-1-124,-7 1 1,0 0-122,-5-1 0,-2-4-36,-3 0 0,-8-1 12,-8 6 0,-1 1-24,2 4 1,3-2-1,-4 7 1,-1 0-193,2 5 0,-1 1 440,6 5 0,-1 2 0,1 7 0</inkml:trace>
  <inkml:trace contextRef="#ctx0" brushRef="#br0" timeOffset="1150">1888 14 7569,'8'-7'357,"6"6"44,-4-4 1,4 5-205,1 5 0,-5 3 3,0 8 1,1 6 326,4 3-270,0 11 1,1 3-75,-1 7 1,0-1-47,1-4 0,-8 3 95,-3-3 1,2-2-199,-2 2 0,-1-2-680,-10 2 0,-9-2 52,-10-3 0,-1-4-865,-5 4 1459,-3-3 0,-19-3 0,-1 1 0</inkml:trace>
  <inkml:trace contextRef="#ctx0" brushRef="#br0" timeOffset="1525">1 1027 8078,'7'-9'1746,"1"-3"-1442,8 7 1,6 0-81,3 5 1,11-5 105,5 0 1,12 0-148,8 5 1,7-2-1,9-3 1,8 3-160,7-3 1,-3-2 204,8 2 1,-1-2-471,-46 4 1,2 1 0,1 1 0,-1-1 266,0-3 1,-1-1 0,42-2-178,-1-2 0,-5-4-147,0 4 0,-7 1 90,-13-1 1,-6 5 156,-10-5 0,-10 6 4,0-1 1,-8 4-107,-8 1 0,-3 0-306,-6 0 0,-6 0 380,0 0-226,-7 0 1,-4 0-702,-15 0 1006,-6 6 0,-15 3 0,-2 6 0</inkml:trace>
  <inkml:trace contextRef="#ctx0" brushRef="#br0" timeOffset="1803">1044 1103 7569,'0'-15'2504,"-7"6"-1727,5 3-470,-4 6 1,6 6 13,0 5 1,0 4 11,0 5 0,0 6 122,0 10 0,0-2-196,0 7 0,6-5-32,5 5 0,9-7-44,6 1 1,-1-4-1,6-5 1,-4-4-691,9-7 0,-4-6-67,-1-4 1,-2-5 369,-3-5 1,-4-4 80,-7-6 0,-6-7-233,-4-4 1,-5 2 57,-5-1 1,-7 6-15,-14-2 0,-1 4 137,-14 2 0,0 7 28,-5 2 1,7 5-142,3 1 0,5 1-327,6 5 0,4 2 615,11 7 0,3 1 0,7-1 0</inkml:trace>
  <inkml:trace contextRef="#ctx0" brushRef="#br0" timeOffset="2084">2532 873 7569,'8'-8'0,"-1"-6"0,-7 4 0,2 3 2736,3 2-1950,3 3-477,1 2 1,5 0-397,-4 0 1,3 0 22,3 0 1,4 0-70,1 0 0,4 2-182,-4 3 0,4-2-251,-4 8 0,-1-3 329,-5 2 1,1 4 121,-1-4 115,-6 4 0,4 1 0,-4 1 0</inkml:trace>
  <inkml:trace contextRef="#ctx0" brushRef="#br0" timeOffset="2199">2486 1073 7569,'-16'0'673,"8"0"1,4 0 1348,15 0-1625,6 0-140,13 0-1460,8-7 550,1 5 247,14-5 57,-12 0 1,15 1 348,-10-5 0,4-9 0,-4 3 0</inkml:trace>
  <inkml:trace contextRef="#ctx0" brushRef="#br0" timeOffset="2587">476 229 7569,'7'-24'438,"-3"2"529,6 7-432,-7 6-325,11 2-126,-6 7 1,3 2 98,-1 3 1,-7 11-1,2 9 1,-5 11 12,-5 5 0,-3 6 144,-8 10 0,-6 1-408,-3 13 0,-4-4 123,-2 4 1,0-4-1044,1 4 1,-1-4 163,0 4 0,8-11 824,2 1 0,4-9 0,2 0 0</inkml:trace>
  <inkml:trace contextRef="#ctx0" brushRef="#br0" timeOffset="2883">1627 1241 7569,'0'-15'1442,"0"7"-898,-7-6-305,5 12 1,-11-5-45,2 7 0,-2 4-89,-3 6 32,1 0 0,-7 19 267,-4-3 0,-3 4-54,-1 6 1,-1 2-549,0 3 0,2 3-221,4-3 0,3-2-511,6 2 1,1-7 589,0 2 339,6-4 0,2-1 0,7 0 0</inkml:trace>
  <inkml:trace contextRef="#ctx0" brushRef="#br0" timeOffset="3128">1734 1226 7569,'0'-15'1833,"0"6"-2406,0-4 175,0 11 560,7-5 0,1 9-59,8 3 1,-1 3 111,1 8 1,-1-1-201,0 0 1,1 8-52,-1 2 1,-5-1 182,0 2 0,-6-3 6,1 3 0,-3 1-51,-2-6 1,0-1 56,0-5 1,0-4 370,0-1-236,0-7-450,0 4 1,6-7-587,5 0 622,9 0 0,4-7 58,7-3 62,6-4 0,2-8 0,7-2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01.9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1 108 7569,'0'-24'258,"0"4"-125,0 3 85,0 1 0,1 6-133,4 0-32,4 6 0,6-2 16,1 6 0,1 1-4,3 4 0,2-1 252,4 6 0,3 5 23,-4 6 0,9 6-13,2-1 1,0 3-126,-5 1 1,-1 1-141,1 0 1,-5-1 19,-1 1 0,-6 0-47,1-1 0,-4-1 134,-6-3 0,2 1-23,-7-6 1,0-1-651,-5-5 15,0 1-178,0-1 1,0-5-18,0 0-203,-7-6 0,-1 1 887,-8-10 0,-6-4 0,-2-6 0</inkml:trace>
  <inkml:trace contextRef="#ctx0" brushRef="#br0" timeOffset="158">353 1 8755,'-10'17'594,"0"3"0,-2 4-461,-9 7 1,4 4-92,-3 1 0,5 5 110,4-5 1,-2 0-24,3-6 1,3 1-687,2 0 0,3-1 5,2 1 1,0 0 551,0-1 0,14 1 0,3 0 0</inkml:trace>
  <inkml:trace contextRef="#ctx0" brushRef="#br0" timeOffset="330">890 169 7569,'0'-8'1477,"0"1"-1512,7 7 1,1 0-650,8 0 0,1 0 214,3 0 286,-3 0 1,12 7 26,-3 3 1,3 4-65,2 1 221,-1-7 0,1 13 0,0-4 0</inkml:trace>
  <inkml:trace contextRef="#ctx0" brushRef="#br0" timeOffset="463">1013 430 7569,'-7'9'3154,"5"-3"-2947,2-6 0,16-5-568,9 0 0,9-5-1341,2 5 800,14-7 800,-3 3 1,15-13-1,-1-2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12.6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215 246 7569,'0'-9'477,"-6"2"422,-3 7 1,-5 2-377,4 3 0,-2 6-72,7 9 1,-5-1-235,5 6 1,0 6-31,5 5 0,0 0-147,0-6 1,1-1 95,5-3 0,-1-2-372,10-4 1,-3-5 195,8 1 0,-3-3-336,-1-8 1,4 1 70,1-6 0,1-9-35,-2-6 0,-3-6 95,4-4 0,-4-6-81,-2 0 0,0-1 123,1-9 1,-3 5 35,-2-5 0,1 9 159,-7 1 1,5 7-84,-5 9 308,0 0 1,-3 6-120,3 4 0,-2 3 103,8 2-118,-8 7 0,9 2-28,-7 6 0,5 2-20,-5 4 1,7-4 17,-1 3 0,-3 2 124,2-1 0,-1-1-99,1-4 0,4 4 49,-4 0 1,-3 1-18,-2-6 1,2 1 4,-2-1 1,0-5 217,-5 0-25,0 1 0,-7 2-135,-3-3 1,-4 2-49,-1-7 0,-6 1-202,1-6 0,-9 0 76,-2 0 1,-1 0-926,-9 0 1,7 0 125,-2 0 800,-3-7 0,7-2 0,-6-6 0</inkml:trace>
  <inkml:trace contextRef="#ctx0" brushRef="#br0" timeOffset="145">1 46 7569,'0'-15'1106,"6"7"-680,-4-6 1,17 12-170,-4-3 1,11 3-221,-1 2 1,8 0-1313,8 0 863,0 0 0,25 2 412,0 3 0,1-3 0,1 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09.9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1 445 7569,'15'-15'0,"2"-1"199,4 1 0,-4 6-70,12-4 1,-12 9 162,3-6 0,2 5-154,-1-5 0,-1 1 8,-5-1 1,6-2 122,-1 7 1,3-5-77,-3 5 1,2-7-121,4 1 0,-2 3-304,-4-2 0,-3 6-486,4-1 0,1-2 437,-2 2 280,-6 0 0,-1-2 0,-4-1 0</inkml:trace>
  <inkml:trace contextRef="#ctx0" brushRef="#br0" timeOffset="727">354 0 7569,'-9'15'0,"0"2"566,4 4-289,-3 10 0,-7 11 258,-1 14-312,1 1 1,0 11-102,-1-7 0,6 1-123,0-1 0,6-1 48,-1-4 1,3 2-156,2-7 0,7-2-4,4-8 1,2 2-214,3-7 1,-1-7 95,0-9 1,2-5 75,4-4 1,-4-6-40,3-10 1,-1-6 98,1-9 0,-3-6 10,4-9 0,-9 2 44,-2-3 0,-7-1 151,3 1 0,0 5 112,-1 6 1,1 6 31,-6-1-120,0 9-47,0 5 0,5 7 0,0 4 1,0 4 22,-5 6 0,2 6 2,3-1 0,-2 7-89,7-1 0,-5-4-110,6-1 1,-6 1 71,5-2 0,-1-4-116,1-6 1,3-7-61,-2 2 190,2-3 1,1-9-40,-4-3 1,2-5-68,-7-6 1,0 2-101,-5-6 0,0-6 113,0-5 0,0-5 31,0 6 0,-1-1-58,-5 5 1,5 1 221,-4-1 1,-4 7-15,-1 4 1,3 8-13,2 1 118,-4 8-173,8-4-60,-6 7 136,7 0-38,0 0 38,7 0-62,1 7 0,8-5-45,-1 3 0,-5-3-21,0-2 32,1 0 1,-1-2 66,0-3 0,-5 3 74,5-3 0,-6 3-66,3 2 0,-7-2-19,0-3 7,0 4 32,0-6-12,0 7 65,0 0-139,-7 0 52,5 0-31,-5 0 0,6 0-280,-5 0-64,5 0 143,-6 0 107,7 0-17,0 0-103,-7 0 11,5 0-25,-4 0-245,6 7 208,-7-6-255,5 6 97,-5 0 0,7-4 391,0 8 0,0-8 0,0 4 0</inkml:trace>
  <inkml:trace contextRef="#ctx0" brushRef="#br0" timeOffset="1471">875 491 7569,'0'-15'323,"0"-1"-59,0 1 0,0 0-81,0-1 1,0 6 374,0 0 171,0 6-505,0-2 1,0 7-14,0 4 1,0 7 11,0 14 1,0-1-41,0 11 1,2 2-223,3-3 0,-2 1 75,7-5 1,1 0-194,4-1 1,0-4 108,1-1 1,-1-11-38,0 1 0,-4-10 155,-1 1-18,0-5 1,5-2-128,1-5 1,-6-7 81,0-8 0,-5-6-219,6 2 0,-8-4-45,2-2 79,4 7 144,-8-5 48,6 12-21,-7-5 1,2 13-57,3 4 22,-3 4 1,4 9 38,-6 7 0,0 1 135,0 4 1,6 2-62,-1-1 0,7-1-23,-2-4 0,-2-3 93,3-3 0,-1-3-79,5-7 0,0 0 79,1 0 0,-1-1-59,0-5 1,1-7 110,-1-8 1,-5-6-224,1 2 0,-8-4 113,2-2 0,-3-7-188,-2-3 1,0 2 57,0-2 0,-7 7-84,-3-1 1,3 4 7,2 5 0,1 9-149,-1 7-304,4 7-69,-6-4 1,7 15 137,0 8 1,5 1-226,0 8 0,5-4 731,-5 4 0,7 1 0,-3 5 0</inkml:trace>
  <inkml:trace contextRef="#ctx0" brushRef="#br0" timeOffset="2078">1458 583 7569,'0'8'1774,"-7"6"-1338,5-12-209,-4 5-90,12-7 1,-2 0 28,6 0 1,0 0-104,6 0 0,-1-7 80,0-3 1,2-4-62,4-1 1,-8-2-153,8-4 1,-13 4 53,8-3 1,-11-3-229,0 3 0,-3-7 73,-2 1 0,0 2-57,0-1 0,-9 8 236,-6 1 1,-1 8 229,-4 8 0,-2 0-168,1 0 0,-1 8 38,2 8 1,4 6 53,1 9 1,1 1-66,9 4 1,0-4-137,5 4 0,9-4 83,6-1 0,2-6-126,9 1 0,-1-9-23,6-2 1,0-1 72,-1-9 0,1 0 63,0-5 0,-1-7-27,1-3 0,-5-5 153,-1-6 0,-6 3-56,1-8 0,-3 6-36,-1-6 0,-3 6-12,-2-6 0,-3 7 81,-3-1 58,-3 3-108,5 2 0,-7 8-37,0 7 0,-5 8-3,-1 13 0,-4 3 141,5 6 1,-2 1-78,2 0 0,3-6-21,-3 1 0,4-8 113,1 3 0,0-4 542,0-2-74,0-6-186,0 4 1,0-13-283,0 0 0,0-8-192,0-13 0,5 3-812,0-8 0,7-5 512,-2-4 1,9-8-1415,1 2 1,9-8 1705,2-2 0,6-1 0,9 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09.0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23 292 7569,'-7'9'394,"4"-2"915,-7-7-997,13 0-195,-8 0 0,25-6 0,1 0-22,6-3 1,11-3-20,2-8 1,6 1 0,6-7 0,-3 6-7,7-6 0,-1 8 4,1-3 1,-8 4-618,-7 2 1,-7 5-363,2-1 0,-11 8-502,-4-2 1407,-4 3 0,-9 2 0,-15 14 0,-10 3 0</inkml:trace>
  <inkml:trace contextRef="#ctx0" brushRef="#br0" timeOffset="111">514 154 7569,'-29'16'0,"3"-1"133,-3-7 0,12 6 268,-3-4 0,8 0 41,2 6 0,6-3-227,-1 13 1,4 0-286,1 4 0,0 1-70,0 0 0,0 3-320,0-4 0,5 4 432,0-8 0,5 3 28,-5 2 0,14-1 0,-2 1 0</inkml:trace>
  <inkml:trace contextRef="#ctx0" brushRef="#br0" timeOffset="552">867 1 7569,'-11'8'723,"1"8"0,5 8-83,-5 11-412,0 4 0,-6 9-14,1 3 0,0-1-19,-1 6 0,8-12-129,3 2 1,-2-5 10,2 0 0,0-3-185,5-8 0,0-1-66,0-3-57,6-4 0,3-13 92,6-4 0,-1-7 6,-4-8 0,9-2 110,-4-14 0,6-6-36,-1-9 1,-3 3-134,4 3 1,-4 4-8,-2 5 0,-5 4 362,0 7 1,-4 6 139,4 4-174,-7 4 0,9 12 2,-7 5 1,0 9 158,-5 1 1,7 5-178,3 4 0,1-2 0,4 3 0,-1-9-1,11-2 1,-4-8-129,4-1 1,1-3-34,4-7 1,6-3-2,0-8 1,-5-9-97,-6-6 0,-6-8 36,1 3 0,-4-4-133,-6-2 1,2-5 112,-7 1 1,0 1 49,-5 8 1,-7-1-51,-3 6 0,-4 8 92,-1 8 0,-5 5 359,-1 5 0,1 8-209,4 8 0,6 8-124,0 1 1,7 1-325,-3 5 0,6 1-438,6-1 1,7-2 773,8-8 0,6 10 0,-3-4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07.8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115 108 7569,'-10'-10'0,"-1"0"0,6 0 300,-5-6 1,7 6 1236,-2 0-1139,-4-1 0,7 1-234,-3 0 0,5 7-94,5-2 1,4 3 82,6 2 1,2 0-148,4 0 1,-3 2 16,8 3 0,-2 3-103,1 7 0,3 8 76,-8 2 0,-1 6 33,-9 5 1,-3-2-199,-7 7 0,-7-7-56,-3 2 0,-11-1 78,-4-4 0,-4 1 121,-2-11 1,-5 3 33,1-9 0,6 2 60,8-12 1,4 0 447,2-5-411,6 0-88,-4-7 0,13-1 10,0-7 0,8 1-131,13 4 1,-3-2-22,8 7 1,-2-6-169,1 6 1,9 0-245,-3 5 0,3 0 34,-3 0 0,0 0-898,-1 0 1401,1 0 0,0-7 0,-1-1 0</inkml:trace>
  <inkml:trace contextRef="#ctx0" brushRef="#br0" timeOffset="200">560 262 7569,'-2'-11'333,"-3"1"0,1 7 483,-6-2 0,5 3-460,-5 2 0,5 7-127,-6 3 1,8 4 211,-2 1 0,3 5-257,2 1 0,9 4 11,6-4 0,2-2-49,9-9 1,4 2-221,6-7 0,5-2 67,-5-8 1,-7-3-50,-9-8 0,-3-1 38,-1-3 1,-8 1-53,-3-7 0,-11 6-124,-10-6 1,-6 8-220,-9-3 0,-6 6 251,-4 5 1,2 3 127,-2 7 34,7 7 0,-11 8 0,6 9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13.2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15 108 7569,'0'-24'1025,"0"3"-625,0 4 1,2 2-128,3 0 1,6 6-293,9 4 1,-1 3-119,6 2 1,1 0 70,5 0 1,-1 7 138,1 3 1,1 11 20,4 4 0,-5 6 130,-1 5 0,-1 3-85,-8 7 0,-1 5-43,-4 0 0,-8 6-83,-3-6 1,-5 5-92,-5-5 1,-5-5 7,-11-5 0,-2-7 86,-8 2 0,-1-12 280,-4-9 1,-2-1-106,-3-9 0,2-2-134,3-8 1,9 2 57,-4-8 1,11 1 17,0-5 0,4 0-95,6-1 0,3 1-95,7 0 0,2 4-444,3 1 0,10 5 269,11-5 0,3 6-211,2-1 1,1 4 182,4 1 0,-2 0-91,7 0 0,-6 0-79,6 0 1,-5 0-75,5 0 0,-7-6 259,2 1 1,1-2 244,-1 2 0,-7-3 0,0-7 0,-5-1 0</inkml:trace>
  <inkml:trace contextRef="#ctx0" brushRef="#br0" timeOffset="216">690 430 7569,'0'-16'0,"0"6"206,0 0-69,-6 7 1,2-4 109,-6 7 0,1 7 118,-1 3 0,-2 3-128,7 3 0,0 6-32,5 4 0,2 3-232,3 1 1,5-4 69,10-1 1,1-6-3,10 2 1,-2-6 34,11-5 1,1-3-87,5-7 0,-1-7 12,-4-3 1,-6-11 61,-9-4 0,-6-4 124,-9-2 0,-5 1-67,-6-1 1,-8 5-86,-7 1 1,-8 6 68,-7-1 0,-8 9 26,-3 6 1,4 3-266,1 2 0,4 4-388,1 6 1,7 2 296,4 14 225,10-1 0,3 6 0,7 0 0</inkml:trace>
  <inkml:trace contextRef="#ctx0" brushRef="#br0" timeOffset="4913">1565 553 7569,'0'-11'476,"0"1"0,0 5-81,0-5-212,0 6 1,0-4 223,0 3-134,0 3-187,0-5 260,0 7-179,0 0-107,6 7 1,-4-4 49,3 8 0,-1-1-81,1 5 1,-4 6 72,5-1 1,-5 6-157,-1-6 1,0 7 29,0-1 1,0-4-56,0-1 0,-5-4 93,0-2 0,0-5-202,5 0 194,0-6 3,0 3 0,0-9-14,0-3 1,5-5 0,0-11 1,5-3-166,-4-6 1,5-1 55,0 0 0,1-5-51,-2 1 1,3-1 160,-2 5 1,1 2 1,-2 4 0,2 2 199,-7 8-195,7 7 8,-4 1 1,3 9-33,-1 3 1,-7 3 126,2 7 1,2 3-4,-2 2 1,2-1 20,-2 6 1,-3-4-104,3 4 1,-2-4-13,3 4 0,-5-6-48,4 2 0,-3-10 72,-2 0 0,5-6-46,0 5 66,0-7 90,-5 4 0,2-14-173,3-3 0,2-10-92,3-6 0,4-3 12,-4-1 1,5-3-180,6-3 0,-2-1 173,6-4 0,-6 10 68,1 11 0,-8 4-34,-1 6 0,-6-2 25,5 7 1,-7 2 468,2 8 1,-3 5-139,-2 11 1,0 8 61,0 6 1,0 1-200,0-5 1,-5 0-47,0-1 1,0-1-510,5-3 1,0 1 247,0-7 1,0 1 159,0-6 0,1-5-385,5 1 1,-3-8 394,7 2 0,-6 4 0,2-1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11T00:51:23.3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31 184 7569,'0'-15'116,"0"0"1,0-1 172,0 1 0,1 1-22,5 4-5,-5-3 49,6 11-66,-7-12-197,0 12 0,0 2 155,0 11 0,0 7 119,0 3 1,-5 8-105,0 2 1,-2 1-51,2 9 0,3-2-133,-3 2 1,-2 7-24,2-7 1,0 5-171,5-11 0,0 1 77,0-5 1,0-2-74,0-4 0,0-2 17,0-8 95,0-7 0,2 4 19,3-7 1,-2-1-6,8-9 0,-1 1-145,5-6 0,0-2 93,1-8 0,1 6-144,3-6 1,-3 11 93,4-6 0,-4 5 37,-2-1 51,0-2 0,1 11 99,-1-3 0,-5 3 54,1 2 0,-6 7-53,5 3 0,-5 2 68,5-2-71,1 11 1,2-11 30,-3 10 1,2-2-70,-7-3 0,7-7-10,-1-3 0,-3-3-7,2-2 0,1 0-9,4 0 0,5-12-330,1-3 0,-1-6 147,-4 1 1,-1-4 109,0-7 1,-1 1-58,-4-1 1,2 0-120,-7 1 0,2 6 249,-2 3 531,-3 4-399,5 9 0,-7 3 66,0 10 1,0 3-45,0 8 0,0-1-59,0 0 0,0 6 22,0-1 0,0 6-3,0-6 0,5 1-286,0-6 1,5 0-290,-5 1-249,7-8 78,-3 6-241,6-12 882,-7 4 0,6-12 0,-5-3 0</inkml:trace>
  <inkml:trace contextRef="#ctx0" brushRef="#br0" timeOffset="178">522 261 7569,'0'-10'106,"0"0"-231,0 6 1,1-3-114,4 7 0,4 0-46,6 0 1,6 0 113,-1 0 0,6 5 69,-6 1 0,6 6 101,-6-2 0,7 3 0,-3 3 0</inkml:trace>
  <inkml:trace contextRef="#ctx0" brushRef="#br0" timeOffset="1209">936 414 7569,'0'-15'998,"-2"1"-666,-3 4-149,3-3 1,-10 9-214,7-6 148,0 7-29,5-4-29,0 7 1,-2 0-138,-3 0 69,4 0 0,-8 1-232,4 5 150,3-5 0,-6 11 61,3-7 181,3 0-137,-5-5-25,7 0-277,0 0 193,0-6 170,0 4-105,0-5 202,0 7-203,0 0 7,7 0 40,-5 0 79,4 0-15,-6 0 3,0 0 21,0-7-76,0 6-2,0-13-67,0 5 20,0-6 0,0 5 51,0 0-1,0 6 92,-6-9-96,-3 11 1,-1-5 23,0 7 1,1 7-31,-1 3 1,-4 4 78,4 1 0,1 0-67,-1 1 1,7 1 11,-2 3 0,3-1-15,2 7 0,0-1-8,0 6 1,2-7-147,3-4 1,3-8 51,8-2 1,-1-6 22,0 1 0,1-4 44,-1-1 1,0-6-101,1-5 0,-1-2 55,0-3 0,-4 1-14,-1 0 1,-5-1-17,5 1-14,-6 7 257,2 1 1,-6 8-60,0 5 0,-1 9 257,-4 10 1,1 6-142,-6 5 0,0 5 103,-6 10 0,6-2-66,0 8 0,0-8-67,-6 2 1,1-5-58,0-5 1,-1 2-1,1-7 1,0-6 215,-1-4 1,-4-13-91,-1 3 0,-4-11-59,4 0 1,-4-3-218,4-2 1,-1-9-317,2-6 1,4-2 307,1-9 0,1 1 170,9-6 1,2-7-646,8-2 0,7-12-909,14-4 0,6-3 342,14-3 1,7-4 294,3-1 0,4 1 321,1 4 0,-1 3 452,-4 3 0,0 3-36,-10 7 1,2 7 35,-12 3 0,-1 10 0,-4 6 0,-7 3 77,-4 1 0,-3 3 112,-1 2 0,-6 0 1477,0 5-927,-6 1 1,3 14 27,-7 6 1,-2 7-254,-3 9 1,-4 6-124,-6 4 0,-1 4-116,1 1 1,0 1-70,-1 5 1,6-10-180,0 4 0,7-8-195,-2 3 0,3-9-47,2-1 1,0-8 173,0-7 1,2-6-146,3 0 1,3-6 35,7 1 1,3-12-129,2-8 0,2-8 69,4-7 0,3-4 123,-4 3 0,-1-3 28,2 8 0,-9 4-80,-2 2 1463,0 3-1009,-13 8 1,5 9 53,-7 10 0,0 11-127,0 4 1,0 4-65,0 2 1,2 0 24,3-1 0,3-4 28,8 0 0,-6-8-527,0 3 1,0-4-1633,6-2-1002,-1 1 2929,0-1 0,1-7 0,-1-1 0</inkml:trace>
  <inkml:trace contextRef="#ctx0" brushRef="#br0" timeOffset="1386">2209 721 7569,'0'-15'4416,"-5"5"-2959,0-1 0,-2 8-77,2-2-3544,3 3 1576,-12 2 1,13 2 587,-5 3 0,5 4 0,1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0C50-DFDB-FC49-8DD0-8B806F2F7779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51CA1-19B0-6E45-A9A8-231EA3D53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4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38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4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tif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image" Target="../media/image2.tiff"/><Relationship Id="rId9" Type="http://schemas.openxmlformats.org/officeDocument/2006/relationships/image" Target="../media/image7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11.xml"/><Relationship Id="rId18" Type="http://schemas.openxmlformats.org/officeDocument/2006/relationships/image" Target="../media/image31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28.png"/><Relationship Id="rId17" Type="http://schemas.openxmlformats.org/officeDocument/2006/relationships/customXml" Target="../ink/ink13.xml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27.png"/><Relationship Id="rId19" Type="http://schemas.openxmlformats.org/officeDocument/2006/relationships/customXml" Target="../ink/ink14.xml"/><Relationship Id="rId4" Type="http://schemas.openxmlformats.org/officeDocument/2006/relationships/image" Target="../media/image24.png"/><Relationship Id="rId9" Type="http://schemas.openxmlformats.org/officeDocument/2006/relationships/customXml" Target="../ink/ink9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customXml" Target="../ink/ink24.xml"/><Relationship Id="rId26" Type="http://schemas.openxmlformats.org/officeDocument/2006/relationships/customXml" Target="../ink/ink28.xml"/><Relationship Id="rId39" Type="http://schemas.openxmlformats.org/officeDocument/2006/relationships/image" Target="../media/image52.png"/><Relationship Id="rId21" Type="http://schemas.openxmlformats.org/officeDocument/2006/relationships/image" Target="../media/image43.png"/><Relationship Id="rId34" Type="http://schemas.openxmlformats.org/officeDocument/2006/relationships/customXml" Target="../ink/ink32.xml"/><Relationship Id="rId42" Type="http://schemas.openxmlformats.org/officeDocument/2006/relationships/customXml" Target="../ink/ink36.xml"/><Relationship Id="rId47" Type="http://schemas.openxmlformats.org/officeDocument/2006/relationships/image" Target="../media/image56.png"/><Relationship Id="rId50" Type="http://schemas.openxmlformats.org/officeDocument/2006/relationships/customXml" Target="../ink/ink40.xml"/><Relationship Id="rId7" Type="http://schemas.openxmlformats.org/officeDocument/2006/relationships/image" Target="../media/image36.png"/><Relationship Id="rId2" Type="http://schemas.openxmlformats.org/officeDocument/2006/relationships/customXml" Target="../ink/ink16.xml"/><Relationship Id="rId16" Type="http://schemas.openxmlformats.org/officeDocument/2006/relationships/customXml" Target="../ink/ink23.xml"/><Relationship Id="rId29" Type="http://schemas.openxmlformats.org/officeDocument/2006/relationships/image" Target="../media/image47.png"/><Relationship Id="rId11" Type="http://schemas.openxmlformats.org/officeDocument/2006/relationships/image" Target="../media/image38.png"/><Relationship Id="rId24" Type="http://schemas.openxmlformats.org/officeDocument/2006/relationships/customXml" Target="../ink/ink27.xml"/><Relationship Id="rId32" Type="http://schemas.openxmlformats.org/officeDocument/2006/relationships/customXml" Target="../ink/ink31.xml"/><Relationship Id="rId37" Type="http://schemas.openxmlformats.org/officeDocument/2006/relationships/image" Target="../media/image51.png"/><Relationship Id="rId40" Type="http://schemas.openxmlformats.org/officeDocument/2006/relationships/customXml" Target="../ink/ink35.xml"/><Relationship Id="rId45" Type="http://schemas.openxmlformats.org/officeDocument/2006/relationships/image" Target="../media/image55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29.xml"/><Relationship Id="rId36" Type="http://schemas.openxmlformats.org/officeDocument/2006/relationships/customXml" Target="../ink/ink33.xml"/><Relationship Id="rId49" Type="http://schemas.openxmlformats.org/officeDocument/2006/relationships/image" Target="../media/image57.png"/><Relationship Id="rId10" Type="http://schemas.openxmlformats.org/officeDocument/2006/relationships/customXml" Target="../ink/ink20.xml"/><Relationship Id="rId19" Type="http://schemas.openxmlformats.org/officeDocument/2006/relationships/image" Target="../media/image42.png"/><Relationship Id="rId31" Type="http://schemas.openxmlformats.org/officeDocument/2006/relationships/image" Target="../media/image48.png"/><Relationship Id="rId44" Type="http://schemas.openxmlformats.org/officeDocument/2006/relationships/customXml" Target="../ink/ink37.xml"/><Relationship Id="rId4" Type="http://schemas.openxmlformats.org/officeDocument/2006/relationships/customXml" Target="../ink/ink17.xml"/><Relationship Id="rId9" Type="http://schemas.openxmlformats.org/officeDocument/2006/relationships/image" Target="../media/image37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Relationship Id="rId27" Type="http://schemas.openxmlformats.org/officeDocument/2006/relationships/image" Target="../media/image46.png"/><Relationship Id="rId30" Type="http://schemas.openxmlformats.org/officeDocument/2006/relationships/customXml" Target="../ink/ink30.xml"/><Relationship Id="rId35" Type="http://schemas.openxmlformats.org/officeDocument/2006/relationships/image" Target="../media/image50.png"/><Relationship Id="rId43" Type="http://schemas.openxmlformats.org/officeDocument/2006/relationships/image" Target="../media/image54.png"/><Relationship Id="rId48" Type="http://schemas.openxmlformats.org/officeDocument/2006/relationships/customXml" Target="../ink/ink39.xml"/><Relationship Id="rId8" Type="http://schemas.openxmlformats.org/officeDocument/2006/relationships/customXml" Target="../ink/ink19.xml"/><Relationship Id="rId51" Type="http://schemas.openxmlformats.org/officeDocument/2006/relationships/image" Target="../media/image58.png"/><Relationship Id="rId3" Type="http://schemas.openxmlformats.org/officeDocument/2006/relationships/image" Target="../media/image34.png"/><Relationship Id="rId12" Type="http://schemas.openxmlformats.org/officeDocument/2006/relationships/customXml" Target="../ink/ink21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34.xml"/><Relationship Id="rId46" Type="http://schemas.openxmlformats.org/officeDocument/2006/relationships/customXml" Target="../ink/ink38.xml"/><Relationship Id="rId20" Type="http://schemas.openxmlformats.org/officeDocument/2006/relationships/customXml" Target="../ink/ink25.xml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.xml"/><Relationship Id="rId18" Type="http://schemas.openxmlformats.org/officeDocument/2006/relationships/image" Target="../media/image67.png"/><Relationship Id="rId26" Type="http://schemas.openxmlformats.org/officeDocument/2006/relationships/image" Target="../media/image71.png"/><Relationship Id="rId3" Type="http://schemas.openxmlformats.org/officeDocument/2006/relationships/customXml" Target="../ink/ink41.xml"/><Relationship Id="rId21" Type="http://schemas.openxmlformats.org/officeDocument/2006/relationships/customXml" Target="../ink/ink50.xml"/><Relationship Id="rId34" Type="http://schemas.openxmlformats.org/officeDocument/2006/relationships/image" Target="../media/image75.png"/><Relationship Id="rId7" Type="http://schemas.openxmlformats.org/officeDocument/2006/relationships/customXml" Target="../ink/ink43.xml"/><Relationship Id="rId12" Type="http://schemas.openxmlformats.org/officeDocument/2006/relationships/image" Target="../media/image64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2" Type="http://schemas.openxmlformats.org/officeDocument/2006/relationships/image" Target="../media/image22.png"/><Relationship Id="rId16" Type="http://schemas.openxmlformats.org/officeDocument/2006/relationships/image" Target="../media/image66.png"/><Relationship Id="rId20" Type="http://schemas.openxmlformats.org/officeDocument/2006/relationships/image" Target="../media/image68.png"/><Relationship Id="rId29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customXml" Target="../ink/ink45.xml"/><Relationship Id="rId24" Type="http://schemas.openxmlformats.org/officeDocument/2006/relationships/image" Target="../media/image70.png"/><Relationship Id="rId32" Type="http://schemas.openxmlformats.org/officeDocument/2006/relationships/image" Target="../media/image74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72.png"/><Relationship Id="rId36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customXml" Target="../ink/ink49.xml"/><Relationship Id="rId31" Type="http://schemas.openxmlformats.org/officeDocument/2006/relationships/customXml" Target="../ink/ink55.xml"/><Relationship Id="rId4" Type="http://schemas.openxmlformats.org/officeDocument/2006/relationships/image" Target="../media/image60.png"/><Relationship Id="rId9" Type="http://schemas.openxmlformats.org/officeDocument/2006/relationships/customXml" Target="../ink/ink44.xml"/><Relationship Id="rId14" Type="http://schemas.openxmlformats.org/officeDocument/2006/relationships/image" Target="../media/image65.png"/><Relationship Id="rId22" Type="http://schemas.openxmlformats.org/officeDocument/2006/relationships/image" Target="../media/image69.png"/><Relationship Id="rId27" Type="http://schemas.openxmlformats.org/officeDocument/2006/relationships/customXml" Target="../ink/ink53.xml"/><Relationship Id="rId30" Type="http://schemas.openxmlformats.org/officeDocument/2006/relationships/image" Target="../media/image73.png"/><Relationship Id="rId35" Type="http://schemas.openxmlformats.org/officeDocument/2006/relationships/customXml" Target="../ink/ink57.xml"/><Relationship Id="rId8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 </a:t>
            </a:r>
            <a:r>
              <a:rPr lang="mr-IN" dirty="0"/>
              <a:t>–</a:t>
            </a:r>
            <a:r>
              <a:rPr lang="en-US" dirty="0"/>
              <a:t> Similar Triangles</a:t>
            </a:r>
          </a:p>
        </p:txBody>
      </p:sp>
    </p:spTree>
    <p:extLst>
      <p:ext uri="{BB962C8B-B14F-4D97-AF65-F5344CB8AC3E}">
        <p14:creationId xmlns:p14="http://schemas.microsoft.com/office/powerpoint/2010/main" val="58422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 Triangles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08856"/>
            <a:ext cx="3791266" cy="1398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1867548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1043" y="1687609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SSS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970081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SAS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3970081"/>
            <a:ext cx="468631" cy="47513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1" name="Oval 10"/>
          <p:cNvSpPr/>
          <p:nvPr/>
        </p:nvSpPr>
        <p:spPr>
          <a:xfrm>
            <a:off x="2171699" y="4883467"/>
            <a:ext cx="164783" cy="3420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3" name="Oval 12"/>
          <p:cNvSpPr/>
          <p:nvPr/>
        </p:nvSpPr>
        <p:spPr>
          <a:xfrm>
            <a:off x="3129913" y="4915852"/>
            <a:ext cx="164783" cy="3420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810" y="4354123"/>
            <a:ext cx="3541396" cy="18651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83581" y="2075997"/>
            <a:ext cx="3095625" cy="15684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412" y="2091873"/>
            <a:ext cx="1107274" cy="3851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787" y="4440627"/>
            <a:ext cx="3434568" cy="17172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240" y="4531744"/>
            <a:ext cx="792640" cy="7360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1043" y="3895590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RHS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10807" y="4543845"/>
            <a:ext cx="1140793" cy="5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8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2126258"/>
            <a:ext cx="9042083" cy="6312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If triangle ABC is similar to triangle DEF, we can then write </a:t>
            </a:r>
            <a:r>
              <a:rPr lang="en-US"/>
              <a:t>the following: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139038" y="2867124"/>
                <a:ext cx="3241272" cy="6001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ABC </a:t>
                </a:r>
                <a14:m>
                  <m:oMath xmlns:m="http://schemas.openxmlformats.org/officeDocument/2006/math"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~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DEF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432" y="2737460"/>
                <a:ext cx="3988271" cy="738664"/>
              </a:xfrm>
              <a:prstGeom prst="rect">
                <a:avLst/>
              </a:prstGeom>
              <a:blipFill rotWithShape="0">
                <a:blip r:embed="rId2"/>
                <a:stretch>
                  <a:fillRect t="-21429" r="-7739" b="-46032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139038" y="4418341"/>
            <a:ext cx="3334246" cy="671979"/>
            <a:chOff x="3863432" y="4232996"/>
            <a:chExt cx="4103687" cy="8270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863432" y="4254426"/>
                  <a:ext cx="4103687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AU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</m:oMath>
                  </a14:m>
                  <a:r>
                    <a:rPr lang="en-US" sz="3900" dirty="0"/>
                    <a:t> ABC    </a:t>
                  </a:r>
                  <a14:m>
                    <m:oMath xmlns:m="http://schemas.openxmlformats.org/officeDocument/2006/math">
                      <m:r>
                        <a:rPr lang="en-AU" sz="39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r>
                        <a:rPr lang="en-US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</m:oMath>
                  </a14:m>
                  <a:r>
                    <a:rPr lang="en-US" sz="3900" dirty="0"/>
                    <a:t> DEF </a:t>
                  </a: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432" y="4254426"/>
                  <a:ext cx="4100481" cy="73866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4793" r="-8036" b="-49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 rot="5400000">
                  <a:off x="5500147" y="4220370"/>
                  <a:ext cx="827052" cy="8523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≡</m:t>
                        </m:r>
                      </m:oMath>
                    </m:oMathPara>
                  </a14:m>
                  <a:endParaRPr lang="en-US" sz="39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521578" y="4231022"/>
                  <a:ext cx="784189" cy="83099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4449578" y="3893339"/>
            <a:ext cx="6751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0508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0" y="4536440"/>
            <a:ext cx="7670800" cy="1460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680" y="1506220"/>
            <a:ext cx="6337300" cy="1803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93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640265"/>
            <a:ext cx="5532120" cy="2366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51"/>
          <a:stretch/>
        </p:blipFill>
        <p:spPr>
          <a:xfrm>
            <a:off x="1729740" y="901700"/>
            <a:ext cx="6027420" cy="20243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2230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7" b="10588"/>
          <a:stretch/>
        </p:blipFill>
        <p:spPr>
          <a:xfrm>
            <a:off x="1115060" y="1021080"/>
            <a:ext cx="7454900" cy="156972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F6E625A-104B-7F46-A3AA-84DB04B3BBBA}"/>
                  </a:ext>
                </a:extLst>
              </p14:cNvPr>
              <p14:cNvContentPartPr/>
              <p14:nvPr/>
            </p14:nvContentPartPr>
            <p14:xfrm>
              <a:off x="4500160" y="2998770"/>
              <a:ext cx="232200" cy="32418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F6E625A-104B-7F46-A3AA-84DB04B3BB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4680" y="2983290"/>
                <a:ext cx="262800" cy="32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7" name="Ink 197">
                <a:extLst>
                  <a:ext uri="{FF2B5EF4-FFF2-40B4-BE49-F238E27FC236}">
                    <a16:creationId xmlns:a16="http://schemas.microsoft.com/office/drawing/2014/main" id="{E26893BC-9FB2-B049-ACFE-0E6B8E626238}"/>
                  </a:ext>
                </a:extLst>
              </p14:cNvPr>
              <p14:cNvContentPartPr/>
              <p14:nvPr/>
            </p14:nvContentPartPr>
            <p14:xfrm>
              <a:off x="530080" y="2750370"/>
              <a:ext cx="2766600" cy="1855440"/>
            </p14:xfrm>
          </p:contentPart>
        </mc:Choice>
        <mc:Fallback xmlns="">
          <p:pic>
            <p:nvPicPr>
              <p:cNvPr id="197" name="Ink 197">
                <a:extLst>
                  <a:ext uri="{FF2B5EF4-FFF2-40B4-BE49-F238E27FC236}">
                    <a16:creationId xmlns:a16="http://schemas.microsoft.com/office/drawing/2014/main" id="{E26893BC-9FB2-B049-ACFE-0E6B8E6262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4600" y="2734893"/>
                <a:ext cx="2797200" cy="1885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9" name="Ink 289">
                <a:extLst>
                  <a:ext uri="{FF2B5EF4-FFF2-40B4-BE49-F238E27FC236}">
                    <a16:creationId xmlns:a16="http://schemas.microsoft.com/office/drawing/2014/main" id="{3E2A75DF-A2DC-954B-BC08-AE24D23935B9}"/>
                  </a:ext>
                </a:extLst>
              </p14:cNvPr>
              <p14:cNvContentPartPr/>
              <p14:nvPr/>
            </p14:nvContentPartPr>
            <p14:xfrm>
              <a:off x="231640" y="4782210"/>
              <a:ext cx="4053240" cy="1899360"/>
            </p14:xfrm>
          </p:contentPart>
        </mc:Choice>
        <mc:Fallback xmlns="">
          <p:pic>
            <p:nvPicPr>
              <p:cNvPr id="289" name="Ink 289">
                <a:extLst>
                  <a:ext uri="{FF2B5EF4-FFF2-40B4-BE49-F238E27FC236}">
                    <a16:creationId xmlns:a16="http://schemas.microsoft.com/office/drawing/2014/main" id="{3E2A75DF-A2DC-954B-BC08-AE24D23935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520" y="4767090"/>
                <a:ext cx="4083840" cy="19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80" name="Ink 380">
                <a:extLst>
                  <a:ext uri="{FF2B5EF4-FFF2-40B4-BE49-F238E27FC236}">
                    <a16:creationId xmlns:a16="http://schemas.microsoft.com/office/drawing/2014/main" id="{ED17AC13-106A-8149-9E66-AAC710808A6D}"/>
                  </a:ext>
                </a:extLst>
              </p14:cNvPr>
              <p14:cNvContentPartPr/>
              <p14:nvPr/>
            </p14:nvContentPartPr>
            <p14:xfrm>
              <a:off x="5018920" y="3219450"/>
              <a:ext cx="2678410" cy="1678341"/>
            </p14:xfrm>
          </p:contentPart>
        </mc:Choice>
        <mc:Fallback xmlns="">
          <p:pic>
            <p:nvPicPr>
              <p:cNvPr id="380" name="Ink 380">
                <a:extLst>
                  <a:ext uri="{FF2B5EF4-FFF2-40B4-BE49-F238E27FC236}">
                    <a16:creationId xmlns:a16="http://schemas.microsoft.com/office/drawing/2014/main" id="{ED17AC13-106A-8149-9E66-AAC710808A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03800" y="3204330"/>
                <a:ext cx="2709010" cy="1708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284578F0-B313-2344-86F2-0B3383CF03CF}"/>
                  </a:ext>
                </a:extLst>
              </p14:cNvPr>
              <p14:cNvContentPartPr/>
              <p14:nvPr/>
            </p14:nvContentPartPr>
            <p14:xfrm>
              <a:off x="6973730" y="4671711"/>
              <a:ext cx="524880" cy="19296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284578F0-B313-2344-86F2-0B3383CF03C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58610" y="4656591"/>
                <a:ext cx="555480" cy="2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56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950" y="733862"/>
            <a:ext cx="8543925" cy="107702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88" y="1478111"/>
            <a:ext cx="6823711" cy="31144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78407" y="4961750"/>
            <a:ext cx="477964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b="1" dirty="0"/>
              <a:t>Given ∆ ABC ~ ∆ XYZ, find the length of 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552" y="2871788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8" name="TextBox 7"/>
          <p:cNvSpPr txBox="1"/>
          <p:nvPr/>
        </p:nvSpPr>
        <p:spPr>
          <a:xfrm>
            <a:off x="2135507" y="2555132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9" name="TextBox 8"/>
          <p:cNvSpPr txBox="1"/>
          <p:nvPr/>
        </p:nvSpPr>
        <p:spPr>
          <a:xfrm>
            <a:off x="5905501" y="2804687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</p:spTree>
    <p:extLst>
      <p:ext uri="{BB962C8B-B14F-4D97-AF65-F5344CB8AC3E}">
        <p14:creationId xmlns:p14="http://schemas.microsoft.com/office/powerpoint/2010/main" val="477621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7521"/>
          <a:stretch/>
        </p:blipFill>
        <p:spPr>
          <a:xfrm>
            <a:off x="247427" y="687381"/>
            <a:ext cx="4263392" cy="31144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2339"/>
          <a:stretch/>
        </p:blipFill>
        <p:spPr>
          <a:xfrm rot="8398448">
            <a:off x="5275897" y="1198966"/>
            <a:ext cx="2569844" cy="3114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19" y="2025968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9" name="TextBox 8"/>
          <p:cNvSpPr txBox="1"/>
          <p:nvPr/>
        </p:nvSpPr>
        <p:spPr>
          <a:xfrm rot="19861362">
            <a:off x="7063740" y="2074430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10" name="TextBox 9"/>
          <p:cNvSpPr txBox="1"/>
          <p:nvPr/>
        </p:nvSpPr>
        <p:spPr>
          <a:xfrm>
            <a:off x="1005844" y="1728787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11" name="TextBox 10"/>
          <p:cNvSpPr txBox="1"/>
          <p:nvPr/>
        </p:nvSpPr>
        <p:spPr>
          <a:xfrm>
            <a:off x="6092190" y="3077528"/>
            <a:ext cx="468628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63" b="1" dirty="0">
                <a:solidFill>
                  <a:srgbClr val="00B0F0"/>
                </a:solidFill>
                <a:latin typeface="Arial" charset="0"/>
                <a:ea typeface="Arial" charset="0"/>
                <a:cs typeface="Arial" charset="0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 rot="19350735">
            <a:off x="5524064" y="1788677"/>
            <a:ext cx="442392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63" b="1" dirty="0">
                <a:solidFill>
                  <a:srgbClr val="00B0F0"/>
                </a:solidFill>
                <a:latin typeface="Arial" charset="0"/>
                <a:ea typeface="Arial" charset="0"/>
                <a:cs typeface="Arial" charset="0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7426" y="4163230"/>
                <a:ext cx="9010874" cy="1434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17909" indent="-417909">
                  <a:buFont typeface="+mj-lt"/>
                  <a:buAutoNum type="arabicPeriod"/>
                </a:pPr>
                <a:r>
                  <a:rPr lang="en-US" sz="2275" dirty="0"/>
                  <a:t>Find the scale factor using the matching sides: </a:t>
                </a:r>
                <a:r>
                  <a:rPr lang="en-US" sz="2275" dirty="0">
                    <a:solidFill>
                      <a:srgbClr val="FF0000"/>
                    </a:solidFill>
                  </a:rPr>
                  <a:t>Scale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𝐴𝐶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𝑋𝑍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21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275" dirty="0"/>
              </a:p>
              <a:p>
                <a:pPr marL="417909" indent="-417909">
                  <a:buFont typeface="+mj-lt"/>
                  <a:buAutoNum type="arabicPeriod"/>
                </a:pPr>
                <a:r>
                  <a:rPr lang="en-US" sz="2275" dirty="0"/>
                  <a:t>Find the length of AB by multiplying the scale factor to the matching side (in this case, XY): </a:t>
                </a:r>
                <a:r>
                  <a:rPr lang="en-US" sz="2275" dirty="0">
                    <a:solidFill>
                      <a:srgbClr val="FF0000"/>
                    </a:solidFill>
                  </a:rPr>
                  <a:t>AB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x 10 = 15</a:t>
                </a:r>
                <a:endParaRPr lang="en-US" sz="2275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6" y="4163230"/>
                <a:ext cx="9010874" cy="1434880"/>
              </a:xfrm>
              <a:prstGeom prst="rect">
                <a:avLst/>
              </a:prstGeom>
              <a:blipFill rotWithShape="0">
                <a:blip r:embed="rId4"/>
                <a:stretch>
                  <a:fillRect l="-1015" b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34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323" y="136424"/>
            <a:ext cx="8543925" cy="674460"/>
          </a:xfrm>
        </p:spPr>
        <p:txBody>
          <a:bodyPr>
            <a:normAutofit/>
          </a:bodyPr>
          <a:lstStyle/>
          <a:p>
            <a:r>
              <a:rPr lang="en-US" sz="3200" dirty="0"/>
              <a:t>Example 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691"/>
          <a:stretch/>
        </p:blipFill>
        <p:spPr>
          <a:xfrm>
            <a:off x="246323" y="810884"/>
            <a:ext cx="8370297" cy="374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8E7EEC-8CB1-5A4E-9E56-8A25B614D3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6" t="12346" r="39224"/>
          <a:stretch/>
        </p:blipFill>
        <p:spPr>
          <a:xfrm>
            <a:off x="6250308" y="1185638"/>
            <a:ext cx="3463035" cy="30024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2" name="Ink 42">
                <a:extLst>
                  <a:ext uri="{FF2B5EF4-FFF2-40B4-BE49-F238E27FC236}">
                    <a16:creationId xmlns:a16="http://schemas.microsoft.com/office/drawing/2014/main" id="{A0A73662-377B-F74E-9B0B-D265A83D9F27}"/>
                  </a:ext>
                </a:extLst>
              </p14:cNvPr>
              <p14:cNvContentPartPr/>
              <p14:nvPr/>
            </p14:nvContentPartPr>
            <p14:xfrm>
              <a:off x="1943450" y="1835631"/>
              <a:ext cx="552600" cy="251640"/>
            </p14:xfrm>
          </p:contentPart>
        </mc:Choice>
        <mc:Fallback xmlns="">
          <p:pic>
            <p:nvPicPr>
              <p:cNvPr id="42" name="Ink 42">
                <a:extLst>
                  <a:ext uri="{FF2B5EF4-FFF2-40B4-BE49-F238E27FC236}">
                    <a16:creationId xmlns:a16="http://schemas.microsoft.com/office/drawing/2014/main" id="{A0A73662-377B-F74E-9B0B-D265A83D9F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8330" y="1820173"/>
                <a:ext cx="583200" cy="281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0" name="Ink 81">
                <a:extLst>
                  <a:ext uri="{FF2B5EF4-FFF2-40B4-BE49-F238E27FC236}">
                    <a16:creationId xmlns:a16="http://schemas.microsoft.com/office/drawing/2014/main" id="{BDCF4E1B-564C-DB42-BA6A-7B4E5ACFB30F}"/>
                  </a:ext>
                </a:extLst>
              </p14:cNvPr>
              <p14:cNvContentPartPr/>
              <p14:nvPr/>
            </p14:nvContentPartPr>
            <p14:xfrm>
              <a:off x="1849490" y="2473551"/>
              <a:ext cx="585720" cy="187920"/>
            </p14:xfrm>
          </p:contentPart>
        </mc:Choice>
        <mc:Fallback xmlns="">
          <p:pic>
            <p:nvPicPr>
              <p:cNvPr id="80" name="Ink 81">
                <a:extLst>
                  <a:ext uri="{FF2B5EF4-FFF2-40B4-BE49-F238E27FC236}">
                    <a16:creationId xmlns:a16="http://schemas.microsoft.com/office/drawing/2014/main" id="{BDCF4E1B-564C-DB42-BA6A-7B4E5ACFB3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4370" y="2458431"/>
                <a:ext cx="6163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06F61D5-8B59-8D42-AFA7-C48A60BFB817}"/>
                  </a:ext>
                </a:extLst>
              </p14:cNvPr>
              <p14:cNvContentPartPr/>
              <p14:nvPr/>
            </p14:nvContentPartPr>
            <p14:xfrm>
              <a:off x="231650" y="2909871"/>
              <a:ext cx="144000" cy="1990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06F61D5-8B59-8D42-AFA7-C48A60BFB8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530" y="2894391"/>
                <a:ext cx="17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2" name="Ink 182">
                <a:extLst>
                  <a:ext uri="{FF2B5EF4-FFF2-40B4-BE49-F238E27FC236}">
                    <a16:creationId xmlns:a16="http://schemas.microsoft.com/office/drawing/2014/main" id="{C2445424-7FE8-7849-AC95-8A3971A4A981}"/>
                  </a:ext>
                </a:extLst>
              </p14:cNvPr>
              <p14:cNvContentPartPr/>
              <p14:nvPr/>
            </p14:nvContentPartPr>
            <p14:xfrm>
              <a:off x="182690" y="1319391"/>
              <a:ext cx="5792040" cy="2761560"/>
            </p14:xfrm>
          </p:contentPart>
        </mc:Choice>
        <mc:Fallback xmlns="">
          <p:pic>
            <p:nvPicPr>
              <p:cNvPr id="182" name="Ink 182">
                <a:extLst>
                  <a:ext uri="{FF2B5EF4-FFF2-40B4-BE49-F238E27FC236}">
                    <a16:creationId xmlns:a16="http://schemas.microsoft.com/office/drawing/2014/main" id="{C2445424-7FE8-7849-AC95-8A3971A4A9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570" y="1304269"/>
                <a:ext cx="5822640" cy="2792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9" name="Ink 231">
                <a:extLst>
                  <a:ext uri="{FF2B5EF4-FFF2-40B4-BE49-F238E27FC236}">
                    <a16:creationId xmlns:a16="http://schemas.microsoft.com/office/drawing/2014/main" id="{F2CA4983-D061-E947-B1D3-8F8096F9E2C9}"/>
                  </a:ext>
                </a:extLst>
              </p14:cNvPr>
              <p14:cNvContentPartPr/>
              <p14:nvPr/>
            </p14:nvContentPartPr>
            <p14:xfrm>
              <a:off x="1407770" y="5615271"/>
              <a:ext cx="955800" cy="221040"/>
            </p14:xfrm>
          </p:contentPart>
        </mc:Choice>
        <mc:Fallback xmlns="">
          <p:pic>
            <p:nvPicPr>
              <p:cNvPr id="229" name="Ink 231">
                <a:extLst>
                  <a:ext uri="{FF2B5EF4-FFF2-40B4-BE49-F238E27FC236}">
                    <a16:creationId xmlns:a16="http://schemas.microsoft.com/office/drawing/2014/main" id="{F2CA4983-D061-E947-B1D3-8F8096F9E2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2650" y="5600176"/>
                <a:ext cx="986040" cy="251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0" name="Ink 232">
                <a:extLst>
                  <a:ext uri="{FF2B5EF4-FFF2-40B4-BE49-F238E27FC236}">
                    <a16:creationId xmlns:a16="http://schemas.microsoft.com/office/drawing/2014/main" id="{185DCE29-051C-0D42-869F-2FDA78AD7013}"/>
                  </a:ext>
                </a:extLst>
              </p14:cNvPr>
              <p14:cNvContentPartPr/>
              <p14:nvPr/>
            </p14:nvContentPartPr>
            <p14:xfrm>
              <a:off x="877850" y="5709951"/>
              <a:ext cx="309600" cy="148680"/>
            </p14:xfrm>
          </p:contentPart>
        </mc:Choice>
        <mc:Fallback xmlns="">
          <p:pic>
            <p:nvPicPr>
              <p:cNvPr id="230" name="Ink 232">
                <a:extLst>
                  <a:ext uri="{FF2B5EF4-FFF2-40B4-BE49-F238E27FC236}">
                    <a16:creationId xmlns:a16="http://schemas.microsoft.com/office/drawing/2014/main" id="{185DCE29-051C-0D42-869F-2FDA78AD701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2370" y="5694831"/>
                <a:ext cx="3402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1" name="Ink 233">
                <a:extLst>
                  <a:ext uri="{FF2B5EF4-FFF2-40B4-BE49-F238E27FC236}">
                    <a16:creationId xmlns:a16="http://schemas.microsoft.com/office/drawing/2014/main" id="{D2596779-A72B-5649-A587-A1617FAA18D1}"/>
                  </a:ext>
                </a:extLst>
              </p14:cNvPr>
              <p14:cNvContentPartPr/>
              <p14:nvPr/>
            </p14:nvContentPartPr>
            <p14:xfrm>
              <a:off x="679130" y="4334391"/>
              <a:ext cx="1615680" cy="1154520"/>
            </p14:xfrm>
          </p:contentPart>
        </mc:Choice>
        <mc:Fallback xmlns="">
          <p:pic>
            <p:nvPicPr>
              <p:cNvPr id="231" name="Ink 233">
                <a:extLst>
                  <a:ext uri="{FF2B5EF4-FFF2-40B4-BE49-F238E27FC236}">
                    <a16:creationId xmlns:a16="http://schemas.microsoft.com/office/drawing/2014/main" id="{D2596779-A72B-5649-A587-A1617FAA18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3650" y="4319271"/>
                <a:ext cx="1646280" cy="11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7" name="Ink 249">
                <a:extLst>
                  <a:ext uri="{FF2B5EF4-FFF2-40B4-BE49-F238E27FC236}">
                    <a16:creationId xmlns:a16="http://schemas.microsoft.com/office/drawing/2014/main" id="{3AB5342B-83C4-ED46-A338-08971DE56C46}"/>
                  </a:ext>
                </a:extLst>
              </p14:cNvPr>
              <p14:cNvContentPartPr/>
              <p14:nvPr/>
            </p14:nvContentPartPr>
            <p14:xfrm>
              <a:off x="3456530" y="6073911"/>
              <a:ext cx="1010520" cy="265320"/>
            </p14:xfrm>
          </p:contentPart>
        </mc:Choice>
        <mc:Fallback xmlns="">
          <p:pic>
            <p:nvPicPr>
              <p:cNvPr id="247" name="Ink 249">
                <a:extLst>
                  <a:ext uri="{FF2B5EF4-FFF2-40B4-BE49-F238E27FC236}">
                    <a16:creationId xmlns:a16="http://schemas.microsoft.com/office/drawing/2014/main" id="{3AB5342B-83C4-ED46-A338-08971DE56C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41056" y="6058431"/>
                <a:ext cx="1041109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8" name="Ink 250">
                <a:extLst>
                  <a:ext uri="{FF2B5EF4-FFF2-40B4-BE49-F238E27FC236}">
                    <a16:creationId xmlns:a16="http://schemas.microsoft.com/office/drawing/2014/main" id="{BAF6542F-76B8-5A4D-A177-B9A86E2F16D6}"/>
                  </a:ext>
                </a:extLst>
              </p14:cNvPr>
              <p14:cNvContentPartPr/>
              <p14:nvPr/>
            </p14:nvContentPartPr>
            <p14:xfrm>
              <a:off x="2098610" y="6079311"/>
              <a:ext cx="1054440" cy="276480"/>
            </p14:xfrm>
          </p:contentPart>
        </mc:Choice>
        <mc:Fallback xmlns="">
          <p:pic>
            <p:nvPicPr>
              <p:cNvPr id="248" name="Ink 250">
                <a:extLst>
                  <a:ext uri="{FF2B5EF4-FFF2-40B4-BE49-F238E27FC236}">
                    <a16:creationId xmlns:a16="http://schemas.microsoft.com/office/drawing/2014/main" id="{BAF6542F-76B8-5A4D-A177-B9A86E2F16D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83490" y="6063831"/>
                <a:ext cx="10850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9" name="Ink 251">
                <a:extLst>
                  <a:ext uri="{FF2B5EF4-FFF2-40B4-BE49-F238E27FC236}">
                    <a16:creationId xmlns:a16="http://schemas.microsoft.com/office/drawing/2014/main" id="{43E608B4-D83E-2B42-BD55-4F4312F22312}"/>
                  </a:ext>
                </a:extLst>
              </p14:cNvPr>
              <p14:cNvContentPartPr/>
              <p14:nvPr/>
            </p14:nvContentPartPr>
            <p14:xfrm>
              <a:off x="977210" y="6156711"/>
              <a:ext cx="833760" cy="232200"/>
            </p14:xfrm>
          </p:contentPart>
        </mc:Choice>
        <mc:Fallback xmlns="">
          <p:pic>
            <p:nvPicPr>
              <p:cNvPr id="249" name="Ink 251">
                <a:extLst>
                  <a:ext uri="{FF2B5EF4-FFF2-40B4-BE49-F238E27FC236}">
                    <a16:creationId xmlns:a16="http://schemas.microsoft.com/office/drawing/2014/main" id="{43E608B4-D83E-2B42-BD55-4F4312F2231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62097" y="6141231"/>
                <a:ext cx="864347" cy="26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06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69301" y="1552560"/>
            <a:ext cx="3718852" cy="1624308"/>
            <a:chOff x="4159876" y="4546244"/>
            <a:chExt cx="3938400" cy="1571222"/>
          </a:xfrm>
        </p:grpSpPr>
        <p:sp>
          <p:nvSpPr>
            <p:cNvPr id="3" name="Freeform 2"/>
            <p:cNvSpPr/>
            <p:nvPr/>
          </p:nvSpPr>
          <p:spPr>
            <a:xfrm>
              <a:off x="4159876" y="4546244"/>
              <a:ext cx="3938400" cy="1571222"/>
            </a:xfrm>
            <a:custGeom>
              <a:avLst/>
              <a:gdLst>
                <a:gd name="connsiteX0" fmla="*/ 3000777 w 3000777"/>
                <a:gd name="connsiteY0" fmla="*/ 0 h 1906073"/>
                <a:gd name="connsiteX1" fmla="*/ 2987898 w 3000777"/>
                <a:gd name="connsiteY1" fmla="*/ 1906073 h 1906073"/>
                <a:gd name="connsiteX2" fmla="*/ 0 w 3000777"/>
                <a:gd name="connsiteY2" fmla="*/ 1867437 h 1906073"/>
                <a:gd name="connsiteX3" fmla="*/ 3000777 w 3000777"/>
                <a:gd name="connsiteY3" fmla="*/ 0 h 1906073"/>
                <a:gd name="connsiteX0" fmla="*/ 3908155 w 3908155"/>
                <a:gd name="connsiteY0" fmla="*/ 0 h 1571222"/>
                <a:gd name="connsiteX1" fmla="*/ 2987898 w 3908155"/>
                <a:gd name="connsiteY1" fmla="*/ 1571222 h 1571222"/>
                <a:gd name="connsiteX2" fmla="*/ 0 w 3908155"/>
                <a:gd name="connsiteY2" fmla="*/ 1532586 h 1571222"/>
                <a:gd name="connsiteX3" fmla="*/ 3908155 w 3908155"/>
                <a:gd name="connsiteY3" fmla="*/ 0 h 157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155" h="1571222">
                  <a:moveTo>
                    <a:pt x="3908155" y="0"/>
                  </a:moveTo>
                  <a:lnTo>
                    <a:pt x="2987898" y="1571222"/>
                  </a:lnTo>
                  <a:lnTo>
                    <a:pt x="0" y="1532586"/>
                  </a:lnTo>
                  <a:lnTo>
                    <a:pt x="3908155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5516058" y="5424014"/>
              <a:ext cx="362392" cy="651415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13922" y="3133412"/>
            <a:ext cx="1235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1111" y="2103543"/>
            <a:ext cx="220266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193" y="3182622"/>
            <a:ext cx="12769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557" y="3168455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98" y="3176869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2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4643" y="1246342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7495" y="316004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8 cm</a:t>
            </a:r>
          </a:p>
        </p:txBody>
      </p:sp>
      <p:sp>
        <p:nvSpPr>
          <p:cNvPr id="19" name="TextBox 18"/>
          <p:cNvSpPr txBox="1"/>
          <p:nvPr/>
        </p:nvSpPr>
        <p:spPr>
          <a:xfrm rot="20250913">
            <a:off x="2560082" y="181822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12 cm</a:t>
            </a:r>
          </a:p>
        </p:txBody>
      </p:sp>
      <p:sp>
        <p:nvSpPr>
          <p:cNvPr id="25" name="TextBox 24"/>
          <p:cNvSpPr txBox="1"/>
          <p:nvPr/>
        </p:nvSpPr>
        <p:spPr>
          <a:xfrm rot="20250913">
            <a:off x="892006" y="2534960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3 cm</a:t>
            </a:r>
          </a:p>
        </p:txBody>
      </p:sp>
      <p:sp>
        <p:nvSpPr>
          <p:cNvPr id="26" name="TextBox 25"/>
          <p:cNvSpPr txBox="1"/>
          <p:nvPr/>
        </p:nvSpPr>
        <p:spPr>
          <a:xfrm rot="17847107">
            <a:off x="3545170" y="2348563"/>
            <a:ext cx="7944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5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3181" y="1478112"/>
            <a:ext cx="3034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length of BC given the BC is parallel to DE.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0A8D47-5095-2B45-B40E-C3C721781FDD}"/>
                  </a:ext>
                </a:extLst>
              </p14:cNvPr>
              <p14:cNvContentPartPr/>
              <p14:nvPr/>
            </p14:nvContentPartPr>
            <p14:xfrm>
              <a:off x="5003230" y="2338485"/>
              <a:ext cx="360" cy="6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0A8D47-5095-2B45-B40E-C3C721781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8110" y="2323365"/>
                <a:ext cx="309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8">
                <a:extLst>
                  <a:ext uri="{FF2B5EF4-FFF2-40B4-BE49-F238E27FC236}">
                    <a16:creationId xmlns:a16="http://schemas.microsoft.com/office/drawing/2014/main" id="{D7BD57A8-A191-5A4D-89D3-D701671A28F9}"/>
                  </a:ext>
                </a:extLst>
              </p14:cNvPr>
              <p14:cNvContentPartPr/>
              <p14:nvPr/>
            </p14:nvContentPartPr>
            <p14:xfrm>
              <a:off x="7402990" y="2136525"/>
              <a:ext cx="1780920" cy="433080"/>
            </p14:xfrm>
          </p:contentPart>
        </mc:Choice>
        <mc:Fallback xmlns="">
          <p:pic>
            <p:nvPicPr>
              <p:cNvPr id="46" name="Ink 48">
                <a:extLst>
                  <a:ext uri="{FF2B5EF4-FFF2-40B4-BE49-F238E27FC236}">
                    <a16:creationId xmlns:a16="http://schemas.microsoft.com/office/drawing/2014/main" id="{D7BD57A8-A191-5A4D-89D3-D701671A28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87510" y="2121045"/>
                <a:ext cx="181152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7" name="Ink 49">
                <a:extLst>
                  <a:ext uri="{FF2B5EF4-FFF2-40B4-BE49-F238E27FC236}">
                    <a16:creationId xmlns:a16="http://schemas.microsoft.com/office/drawing/2014/main" id="{3BC8E19E-AC62-E545-BF89-B89E621117AF}"/>
                  </a:ext>
                </a:extLst>
              </p14:cNvPr>
              <p14:cNvContentPartPr/>
              <p14:nvPr/>
            </p14:nvContentPartPr>
            <p14:xfrm>
              <a:off x="6498310" y="2220765"/>
              <a:ext cx="545400" cy="219600"/>
            </p14:xfrm>
          </p:contentPart>
        </mc:Choice>
        <mc:Fallback xmlns="">
          <p:pic>
            <p:nvPicPr>
              <p:cNvPr id="47" name="Ink 49">
                <a:extLst>
                  <a:ext uri="{FF2B5EF4-FFF2-40B4-BE49-F238E27FC236}">
                    <a16:creationId xmlns:a16="http://schemas.microsoft.com/office/drawing/2014/main" id="{3BC8E19E-AC62-E545-BF89-B89E621117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2830" y="2205285"/>
                <a:ext cx="5760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50">
                <a:extLst>
                  <a:ext uri="{FF2B5EF4-FFF2-40B4-BE49-F238E27FC236}">
                    <a16:creationId xmlns:a16="http://schemas.microsoft.com/office/drawing/2014/main" id="{9F4C22F1-3C0D-C440-968A-6074098EC836}"/>
                  </a:ext>
                </a:extLst>
              </p14:cNvPr>
              <p14:cNvContentPartPr/>
              <p14:nvPr/>
            </p14:nvContentPartPr>
            <p14:xfrm>
              <a:off x="4947070" y="2254245"/>
              <a:ext cx="1366200" cy="264600"/>
            </p14:xfrm>
          </p:contentPart>
        </mc:Choice>
        <mc:Fallback xmlns="">
          <p:pic>
            <p:nvPicPr>
              <p:cNvPr id="48" name="Ink 50">
                <a:extLst>
                  <a:ext uri="{FF2B5EF4-FFF2-40B4-BE49-F238E27FC236}">
                    <a16:creationId xmlns:a16="http://schemas.microsoft.com/office/drawing/2014/main" id="{9F4C22F1-3C0D-C440-968A-6074098EC8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31946" y="2239125"/>
                <a:ext cx="1396808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8" name="Ink 108">
                <a:extLst>
                  <a:ext uri="{FF2B5EF4-FFF2-40B4-BE49-F238E27FC236}">
                    <a16:creationId xmlns:a16="http://schemas.microsoft.com/office/drawing/2014/main" id="{1680BAD0-0BFC-4A40-B17A-83E7CC729515}"/>
                  </a:ext>
                </a:extLst>
              </p14:cNvPr>
              <p14:cNvContentPartPr/>
              <p14:nvPr/>
            </p14:nvContentPartPr>
            <p14:xfrm>
              <a:off x="969261" y="3721147"/>
              <a:ext cx="1639800" cy="471600"/>
            </p14:xfrm>
          </p:contentPart>
        </mc:Choice>
        <mc:Fallback xmlns="">
          <p:pic>
            <p:nvPicPr>
              <p:cNvPr id="108" name="Ink 108">
                <a:extLst>
                  <a:ext uri="{FF2B5EF4-FFF2-40B4-BE49-F238E27FC236}">
                    <a16:creationId xmlns:a16="http://schemas.microsoft.com/office/drawing/2014/main" id="{1680BAD0-0BFC-4A40-B17A-83E7CC7295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4141" y="3706027"/>
                <a:ext cx="167004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29AF9A2-A4AB-CB45-AD82-88D9CD4EA2D1}"/>
                  </a:ext>
                </a:extLst>
              </p14:cNvPr>
              <p14:cNvContentPartPr/>
              <p14:nvPr/>
            </p14:nvContentPartPr>
            <p14:xfrm>
              <a:off x="2812101" y="3721867"/>
              <a:ext cx="143640" cy="2858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29AF9A2-A4AB-CB45-AD82-88D9CD4EA2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6621" y="3706747"/>
                <a:ext cx="1738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96EB6A2-EF82-2348-8E56-6ADF4BA834C4}"/>
                  </a:ext>
                </a:extLst>
              </p14:cNvPr>
              <p14:cNvContentPartPr/>
              <p14:nvPr/>
            </p14:nvContentPartPr>
            <p14:xfrm>
              <a:off x="2817861" y="3745627"/>
              <a:ext cx="376200" cy="1965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96EB6A2-EF82-2348-8E56-6ADF4BA834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2741" y="3730507"/>
                <a:ext cx="4064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836ACE4-E735-3044-A033-E2CE5CD6710B}"/>
                  </a:ext>
                </a:extLst>
              </p14:cNvPr>
              <p14:cNvContentPartPr/>
              <p14:nvPr/>
            </p14:nvContentPartPr>
            <p14:xfrm>
              <a:off x="3277221" y="3810787"/>
              <a:ext cx="101880" cy="113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836ACE4-E735-3044-A033-E2CE5CD671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62101" y="3795307"/>
                <a:ext cx="132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FCBCD04-8D91-1C48-8761-D85960B65769}"/>
                  </a:ext>
                </a:extLst>
              </p14:cNvPr>
              <p14:cNvContentPartPr/>
              <p14:nvPr/>
            </p14:nvContentPartPr>
            <p14:xfrm>
              <a:off x="3688701" y="3751747"/>
              <a:ext cx="340200" cy="1429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FCBCD04-8D91-1C48-8761-D85960B657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3581" y="3736267"/>
                <a:ext cx="3708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1090834-B9E7-6744-A92A-58C73AAA82BA}"/>
                  </a:ext>
                </a:extLst>
              </p14:cNvPr>
              <p14:cNvContentPartPr/>
              <p14:nvPr/>
            </p14:nvContentPartPr>
            <p14:xfrm>
              <a:off x="4162461" y="3744907"/>
              <a:ext cx="254160" cy="1612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1090834-B9E7-6744-A92A-58C73AAA82B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47341" y="3729787"/>
                <a:ext cx="2847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8" name="Ink 148">
                <a:extLst>
                  <a:ext uri="{FF2B5EF4-FFF2-40B4-BE49-F238E27FC236}">
                    <a16:creationId xmlns:a16="http://schemas.microsoft.com/office/drawing/2014/main" id="{7BAB957A-F81C-0C49-8661-A2AD79D615D1}"/>
                  </a:ext>
                </a:extLst>
              </p14:cNvPr>
              <p14:cNvContentPartPr/>
              <p14:nvPr/>
            </p14:nvContentPartPr>
            <p14:xfrm>
              <a:off x="4517421" y="2629987"/>
              <a:ext cx="4807080" cy="1818360"/>
            </p14:xfrm>
          </p:contentPart>
        </mc:Choice>
        <mc:Fallback xmlns="">
          <p:pic>
            <p:nvPicPr>
              <p:cNvPr id="148" name="Ink 148">
                <a:extLst>
                  <a:ext uri="{FF2B5EF4-FFF2-40B4-BE49-F238E27FC236}">
                    <a16:creationId xmlns:a16="http://schemas.microsoft.com/office/drawing/2014/main" id="{7BAB957A-F81C-0C49-8661-A2AD79D615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02301" y="2614510"/>
                <a:ext cx="4837320" cy="1848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1" name="Ink 162">
                <a:extLst>
                  <a:ext uri="{FF2B5EF4-FFF2-40B4-BE49-F238E27FC236}">
                    <a16:creationId xmlns:a16="http://schemas.microsoft.com/office/drawing/2014/main" id="{FA7A750B-5BDC-A941-9910-DF24394FF942}"/>
                  </a:ext>
                </a:extLst>
              </p14:cNvPr>
              <p14:cNvContentPartPr/>
              <p14:nvPr/>
            </p14:nvContentPartPr>
            <p14:xfrm>
              <a:off x="1434381" y="4454827"/>
              <a:ext cx="811440" cy="578520"/>
            </p14:xfrm>
          </p:contentPart>
        </mc:Choice>
        <mc:Fallback xmlns="">
          <p:pic>
            <p:nvPicPr>
              <p:cNvPr id="161" name="Ink 162">
                <a:extLst>
                  <a:ext uri="{FF2B5EF4-FFF2-40B4-BE49-F238E27FC236}">
                    <a16:creationId xmlns:a16="http://schemas.microsoft.com/office/drawing/2014/main" id="{FA7A750B-5BDC-A941-9910-DF24394FF94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19261" y="4439357"/>
                <a:ext cx="842040" cy="609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3" name="Ink 173">
                <a:extLst>
                  <a:ext uri="{FF2B5EF4-FFF2-40B4-BE49-F238E27FC236}">
                    <a16:creationId xmlns:a16="http://schemas.microsoft.com/office/drawing/2014/main" id="{C7AA090F-67CF-C244-8BB8-72C9A6E7F52C}"/>
                  </a:ext>
                </a:extLst>
              </p14:cNvPr>
              <p14:cNvContentPartPr/>
              <p14:nvPr/>
            </p14:nvContentPartPr>
            <p14:xfrm>
              <a:off x="2543541" y="4442587"/>
              <a:ext cx="1324440" cy="543240"/>
            </p14:xfrm>
          </p:contentPart>
        </mc:Choice>
        <mc:Fallback xmlns="">
          <p:pic>
            <p:nvPicPr>
              <p:cNvPr id="173" name="Ink 173">
                <a:extLst>
                  <a:ext uri="{FF2B5EF4-FFF2-40B4-BE49-F238E27FC236}">
                    <a16:creationId xmlns:a16="http://schemas.microsoft.com/office/drawing/2014/main" id="{C7AA090F-67CF-C244-8BB8-72C9A6E7F52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28417" y="4427457"/>
                <a:ext cx="1355048" cy="573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7" name="Ink 188">
                <a:extLst>
                  <a:ext uri="{FF2B5EF4-FFF2-40B4-BE49-F238E27FC236}">
                    <a16:creationId xmlns:a16="http://schemas.microsoft.com/office/drawing/2014/main" id="{B8782AF9-511C-A94B-A972-A1D5E8A66851}"/>
                  </a:ext>
                </a:extLst>
              </p14:cNvPr>
              <p14:cNvContentPartPr/>
              <p14:nvPr/>
            </p14:nvContentPartPr>
            <p14:xfrm>
              <a:off x="1643181" y="5265547"/>
              <a:ext cx="942480" cy="511560"/>
            </p14:xfrm>
          </p:contentPart>
        </mc:Choice>
        <mc:Fallback xmlns="">
          <p:pic>
            <p:nvPicPr>
              <p:cNvPr id="187" name="Ink 188">
                <a:extLst>
                  <a:ext uri="{FF2B5EF4-FFF2-40B4-BE49-F238E27FC236}">
                    <a16:creationId xmlns:a16="http://schemas.microsoft.com/office/drawing/2014/main" id="{B8782AF9-511C-A94B-A972-A1D5E8A668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28061" y="5250416"/>
                <a:ext cx="973080" cy="542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1" name="Ink 191">
                <a:extLst>
                  <a:ext uri="{FF2B5EF4-FFF2-40B4-BE49-F238E27FC236}">
                    <a16:creationId xmlns:a16="http://schemas.microsoft.com/office/drawing/2014/main" id="{5883BB35-5458-7B4F-9E0D-6C4CED48B16A}"/>
                  </a:ext>
                </a:extLst>
              </p14:cNvPr>
              <p14:cNvContentPartPr/>
              <p14:nvPr/>
            </p14:nvContentPartPr>
            <p14:xfrm>
              <a:off x="2853861" y="5265547"/>
              <a:ext cx="584640" cy="567000"/>
            </p14:xfrm>
          </p:contentPart>
        </mc:Choice>
        <mc:Fallback xmlns="">
          <p:pic>
            <p:nvPicPr>
              <p:cNvPr id="191" name="Ink 191">
                <a:extLst>
                  <a:ext uri="{FF2B5EF4-FFF2-40B4-BE49-F238E27FC236}">
                    <a16:creationId xmlns:a16="http://schemas.microsoft.com/office/drawing/2014/main" id="{5883BB35-5458-7B4F-9E0D-6C4CED48B1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38381" y="5250427"/>
                <a:ext cx="61524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7" name="Ink 197">
                <a:extLst>
                  <a:ext uri="{FF2B5EF4-FFF2-40B4-BE49-F238E27FC236}">
                    <a16:creationId xmlns:a16="http://schemas.microsoft.com/office/drawing/2014/main" id="{4C8C91F7-9AB9-A34E-8A3F-0BEFC7E1B265}"/>
                  </a:ext>
                </a:extLst>
              </p14:cNvPr>
              <p14:cNvContentPartPr/>
              <p14:nvPr/>
            </p14:nvContentPartPr>
            <p14:xfrm>
              <a:off x="1869981" y="5993107"/>
              <a:ext cx="709920" cy="233280"/>
            </p14:xfrm>
          </p:contentPart>
        </mc:Choice>
        <mc:Fallback xmlns="">
          <p:pic>
            <p:nvPicPr>
              <p:cNvPr id="197" name="Ink 197">
                <a:extLst>
                  <a:ext uri="{FF2B5EF4-FFF2-40B4-BE49-F238E27FC236}">
                    <a16:creationId xmlns:a16="http://schemas.microsoft.com/office/drawing/2014/main" id="{4C8C91F7-9AB9-A34E-8A3F-0BEFC7E1B26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54501" y="5977964"/>
                <a:ext cx="740520" cy="263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2B8D1EB-DB0B-EF46-87F8-769DE38F9040}"/>
                  </a:ext>
                </a:extLst>
              </p14:cNvPr>
              <p14:cNvContentPartPr/>
              <p14:nvPr/>
            </p14:nvContentPartPr>
            <p14:xfrm>
              <a:off x="3062661" y="6046747"/>
              <a:ext cx="30240" cy="2685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2B8D1EB-DB0B-EF46-87F8-769DE38F904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47181" y="6031627"/>
                <a:ext cx="608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55E147F-43B2-5A47-AA54-C098B2C94330}"/>
                  </a:ext>
                </a:extLst>
              </p14:cNvPr>
              <p14:cNvContentPartPr/>
              <p14:nvPr/>
            </p14:nvContentPartPr>
            <p14:xfrm>
              <a:off x="3420141" y="6095347"/>
              <a:ext cx="459720" cy="2023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55E147F-43B2-5A47-AA54-C098B2C9433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05021" y="6079867"/>
                <a:ext cx="4899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6" name="Ink 216">
                <a:extLst>
                  <a:ext uri="{FF2B5EF4-FFF2-40B4-BE49-F238E27FC236}">
                    <a16:creationId xmlns:a16="http://schemas.microsoft.com/office/drawing/2014/main" id="{5E172152-4F6E-8040-81CE-4BB5C4661836}"/>
                  </a:ext>
                </a:extLst>
              </p14:cNvPr>
              <p14:cNvContentPartPr/>
              <p14:nvPr/>
            </p14:nvContentPartPr>
            <p14:xfrm>
              <a:off x="4917021" y="4836427"/>
              <a:ext cx="1753920" cy="519120"/>
            </p14:xfrm>
          </p:contentPart>
        </mc:Choice>
        <mc:Fallback xmlns="">
          <p:pic>
            <p:nvPicPr>
              <p:cNvPr id="216" name="Ink 216">
                <a:extLst>
                  <a:ext uri="{FF2B5EF4-FFF2-40B4-BE49-F238E27FC236}">
                    <a16:creationId xmlns:a16="http://schemas.microsoft.com/office/drawing/2014/main" id="{5E172152-4F6E-8040-81CE-4BB5C466183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01898" y="4820947"/>
                <a:ext cx="1784526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BB617D9-D771-484E-9A00-6315B7D1C767}"/>
                  </a:ext>
                </a:extLst>
              </p14:cNvPr>
              <p14:cNvContentPartPr/>
              <p14:nvPr/>
            </p14:nvContentPartPr>
            <p14:xfrm>
              <a:off x="4225461" y="5140627"/>
              <a:ext cx="268560" cy="1911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BB617D9-D771-484E-9A00-6315B7D1C7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09981" y="5125147"/>
                <a:ext cx="2991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3" name="Ink 223">
                <a:extLst>
                  <a:ext uri="{FF2B5EF4-FFF2-40B4-BE49-F238E27FC236}">
                    <a16:creationId xmlns:a16="http://schemas.microsoft.com/office/drawing/2014/main" id="{E88F32CC-8D05-E04C-A72A-CCCE8609D1F9}"/>
                  </a:ext>
                </a:extLst>
              </p14:cNvPr>
              <p14:cNvContentPartPr/>
              <p14:nvPr/>
            </p14:nvContentPartPr>
            <p14:xfrm>
              <a:off x="5257221" y="5504227"/>
              <a:ext cx="769320" cy="212400"/>
            </p14:xfrm>
          </p:contentPart>
        </mc:Choice>
        <mc:Fallback xmlns="">
          <p:pic>
            <p:nvPicPr>
              <p:cNvPr id="223" name="Ink 223">
                <a:extLst>
                  <a:ext uri="{FF2B5EF4-FFF2-40B4-BE49-F238E27FC236}">
                    <a16:creationId xmlns:a16="http://schemas.microsoft.com/office/drawing/2014/main" id="{E88F32CC-8D05-E04C-A72A-CCCE8609D1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41748" y="5489107"/>
                <a:ext cx="799906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712E072-20AE-E04C-A93E-D7E3D4F69EBF}"/>
                  </a:ext>
                </a:extLst>
              </p14:cNvPr>
              <p14:cNvContentPartPr/>
              <p14:nvPr/>
            </p14:nvContentPartPr>
            <p14:xfrm>
              <a:off x="6390141" y="5569747"/>
              <a:ext cx="18360" cy="1555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712E072-20AE-E04C-A93E-D7E3D4F69EB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75021" y="5554627"/>
                <a:ext cx="486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7085BFF9-074D-8943-8B1B-AC2DB47A1F4F}"/>
                  </a:ext>
                </a:extLst>
              </p14:cNvPr>
              <p14:cNvContentPartPr/>
              <p14:nvPr/>
            </p14:nvContentPartPr>
            <p14:xfrm>
              <a:off x="6646461" y="5569747"/>
              <a:ext cx="537120" cy="1494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7085BFF9-074D-8943-8B1B-AC2DB47A1F4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31341" y="5554627"/>
                <a:ext cx="5677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EAF5E7E-CD8F-9049-B8EE-C811777FA12B}"/>
                  </a:ext>
                </a:extLst>
              </p14:cNvPr>
              <p14:cNvContentPartPr/>
              <p14:nvPr/>
            </p14:nvContentPartPr>
            <p14:xfrm>
              <a:off x="4171821" y="4627627"/>
              <a:ext cx="631080" cy="12945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EAF5E7E-CD8F-9049-B8EE-C811777FA1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56341" y="4612507"/>
                <a:ext cx="661680" cy="13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4440FB73-6D46-1A44-ADC8-F5082DB293FE}"/>
                  </a:ext>
                </a:extLst>
              </p14:cNvPr>
              <p14:cNvContentPartPr/>
              <p14:nvPr/>
            </p14:nvContentPartPr>
            <p14:xfrm>
              <a:off x="6932661" y="4651387"/>
              <a:ext cx="501120" cy="11991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4440FB73-6D46-1A44-ADC8-F5082DB293F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17541" y="4636267"/>
                <a:ext cx="531720" cy="122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891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71" y="1581906"/>
            <a:ext cx="9212898" cy="10298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7" name="Ink 47">
                <a:extLst>
                  <a:ext uri="{FF2B5EF4-FFF2-40B4-BE49-F238E27FC236}">
                    <a16:creationId xmlns:a16="http://schemas.microsoft.com/office/drawing/2014/main" id="{E42D1DEF-0FC7-3C43-99A5-BC6A0B8AAA33}"/>
                  </a:ext>
                </a:extLst>
              </p14:cNvPr>
              <p14:cNvContentPartPr/>
              <p14:nvPr/>
            </p14:nvContentPartPr>
            <p14:xfrm>
              <a:off x="3020210" y="4041711"/>
              <a:ext cx="1375200" cy="1005120"/>
            </p14:xfrm>
          </p:contentPart>
        </mc:Choice>
        <mc:Fallback xmlns="">
          <p:pic>
            <p:nvPicPr>
              <p:cNvPr id="47" name="Ink 47">
                <a:extLst>
                  <a:ext uri="{FF2B5EF4-FFF2-40B4-BE49-F238E27FC236}">
                    <a16:creationId xmlns:a16="http://schemas.microsoft.com/office/drawing/2014/main" id="{E42D1DEF-0FC7-3C43-99A5-BC6A0B8AAA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5090" y="4026596"/>
                <a:ext cx="1405800" cy="1035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32CD64F-03D9-3749-ABD5-2FF6C0FA77A7}"/>
                  </a:ext>
                </a:extLst>
              </p14:cNvPr>
              <p14:cNvContentPartPr/>
              <p14:nvPr/>
            </p14:nvContentPartPr>
            <p14:xfrm>
              <a:off x="4638050" y="2633751"/>
              <a:ext cx="287640" cy="3832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32CD64F-03D9-3749-ABD5-2FF6C0FA77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2930" y="2618271"/>
                <a:ext cx="318240" cy="38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62358E7-FFA5-9845-AB6D-038028124F7E}"/>
                  </a:ext>
                </a:extLst>
              </p14:cNvPr>
              <p14:cNvContentPartPr/>
              <p14:nvPr/>
            </p14:nvContentPartPr>
            <p14:xfrm>
              <a:off x="3268610" y="4527711"/>
              <a:ext cx="138240" cy="138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62358E7-FFA5-9845-AB6D-038028124F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3490" y="4512231"/>
                <a:ext cx="1688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3" name="Ink 64">
                <a:extLst>
                  <a:ext uri="{FF2B5EF4-FFF2-40B4-BE49-F238E27FC236}">
                    <a16:creationId xmlns:a16="http://schemas.microsoft.com/office/drawing/2014/main" id="{0BD39AE7-ED1A-784C-B222-47BD671778B4}"/>
                  </a:ext>
                </a:extLst>
              </p14:cNvPr>
              <p14:cNvContentPartPr/>
              <p14:nvPr/>
            </p14:nvContentPartPr>
            <p14:xfrm>
              <a:off x="4387130" y="4339791"/>
              <a:ext cx="229320" cy="221040"/>
            </p14:xfrm>
          </p:contentPart>
        </mc:Choice>
        <mc:Fallback xmlns="">
          <p:pic>
            <p:nvPicPr>
              <p:cNvPr id="63" name="Ink 64">
                <a:extLst>
                  <a:ext uri="{FF2B5EF4-FFF2-40B4-BE49-F238E27FC236}">
                    <a16:creationId xmlns:a16="http://schemas.microsoft.com/office/drawing/2014/main" id="{0BD39AE7-ED1A-784C-B222-47BD671778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72010" y="4324696"/>
                <a:ext cx="259560" cy="251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5" name="Ink 95">
                <a:extLst>
                  <a:ext uri="{FF2B5EF4-FFF2-40B4-BE49-F238E27FC236}">
                    <a16:creationId xmlns:a16="http://schemas.microsoft.com/office/drawing/2014/main" id="{E6CC2800-8B60-594F-8E2A-3E1F2DFA02E4}"/>
                  </a:ext>
                </a:extLst>
              </p14:cNvPr>
              <p14:cNvContentPartPr/>
              <p14:nvPr/>
            </p14:nvContentPartPr>
            <p14:xfrm>
              <a:off x="60650" y="2782791"/>
              <a:ext cx="3445920" cy="2849760"/>
            </p14:xfrm>
          </p:contentPart>
        </mc:Choice>
        <mc:Fallback xmlns="">
          <p:pic>
            <p:nvPicPr>
              <p:cNvPr id="95" name="Ink 95">
                <a:extLst>
                  <a:ext uri="{FF2B5EF4-FFF2-40B4-BE49-F238E27FC236}">
                    <a16:creationId xmlns:a16="http://schemas.microsoft.com/office/drawing/2014/main" id="{E6CC2800-8B60-594F-8E2A-3E1F2DFA02E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170" y="2767669"/>
                <a:ext cx="3476520" cy="288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7" name="Ink 107">
                <a:extLst>
                  <a:ext uri="{FF2B5EF4-FFF2-40B4-BE49-F238E27FC236}">
                    <a16:creationId xmlns:a16="http://schemas.microsoft.com/office/drawing/2014/main" id="{44DF1850-A381-EA47-8F04-BA0656830521}"/>
                  </a:ext>
                </a:extLst>
              </p14:cNvPr>
              <p14:cNvContentPartPr/>
              <p14:nvPr/>
            </p14:nvContentPartPr>
            <p14:xfrm>
              <a:off x="226250" y="5880591"/>
              <a:ext cx="966600" cy="259920"/>
            </p14:xfrm>
          </p:contentPart>
        </mc:Choice>
        <mc:Fallback xmlns="">
          <p:pic>
            <p:nvPicPr>
              <p:cNvPr id="107" name="Ink 107">
                <a:extLst>
                  <a:ext uri="{FF2B5EF4-FFF2-40B4-BE49-F238E27FC236}">
                    <a16:creationId xmlns:a16="http://schemas.microsoft.com/office/drawing/2014/main" id="{44DF1850-A381-EA47-8F04-BA06568305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1130" y="5865111"/>
                <a:ext cx="9972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2F35412-1100-0B40-8D4C-1BD5114CCC45}"/>
                  </a:ext>
                </a:extLst>
              </p14:cNvPr>
              <p14:cNvContentPartPr/>
              <p14:nvPr/>
            </p14:nvContentPartPr>
            <p14:xfrm>
              <a:off x="209690" y="6266871"/>
              <a:ext cx="144000" cy="144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2F35412-1100-0B40-8D4C-1BD5114CCC4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4570" y="6251751"/>
                <a:ext cx="174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1" name="Ink 161">
                <a:extLst>
                  <a:ext uri="{FF2B5EF4-FFF2-40B4-BE49-F238E27FC236}">
                    <a16:creationId xmlns:a16="http://schemas.microsoft.com/office/drawing/2014/main" id="{20DB7590-D2AE-C546-826A-987B9187A2FB}"/>
                  </a:ext>
                </a:extLst>
              </p14:cNvPr>
              <p14:cNvContentPartPr/>
              <p14:nvPr/>
            </p14:nvContentPartPr>
            <p14:xfrm>
              <a:off x="215810" y="6107031"/>
              <a:ext cx="4284720" cy="717480"/>
            </p14:xfrm>
          </p:contentPart>
        </mc:Choice>
        <mc:Fallback xmlns="">
          <p:pic>
            <p:nvPicPr>
              <p:cNvPr id="161" name="Ink 161">
                <a:extLst>
                  <a:ext uri="{FF2B5EF4-FFF2-40B4-BE49-F238E27FC236}">
                    <a16:creationId xmlns:a16="http://schemas.microsoft.com/office/drawing/2014/main" id="{20DB7590-D2AE-C546-826A-987B9187A2F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0690" y="6091551"/>
                <a:ext cx="431496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7" name="Ink 177">
                <a:extLst>
                  <a:ext uri="{FF2B5EF4-FFF2-40B4-BE49-F238E27FC236}">
                    <a16:creationId xmlns:a16="http://schemas.microsoft.com/office/drawing/2014/main" id="{AAD5E71F-C50B-824B-882C-6D9CB92E8192}"/>
                  </a:ext>
                </a:extLst>
              </p14:cNvPr>
              <p14:cNvContentPartPr/>
              <p14:nvPr/>
            </p14:nvContentPartPr>
            <p14:xfrm>
              <a:off x="5173730" y="2808351"/>
              <a:ext cx="1573920" cy="573840"/>
            </p14:xfrm>
          </p:contentPart>
        </mc:Choice>
        <mc:Fallback xmlns="">
          <p:pic>
            <p:nvPicPr>
              <p:cNvPr id="177" name="Ink 177">
                <a:extLst>
                  <a:ext uri="{FF2B5EF4-FFF2-40B4-BE49-F238E27FC236}">
                    <a16:creationId xmlns:a16="http://schemas.microsoft.com/office/drawing/2014/main" id="{AAD5E71F-C50B-824B-882C-6D9CB92E81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58610" y="2792871"/>
                <a:ext cx="160452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6" name="Ink 197">
                <a:extLst>
                  <a:ext uri="{FF2B5EF4-FFF2-40B4-BE49-F238E27FC236}">
                    <a16:creationId xmlns:a16="http://schemas.microsoft.com/office/drawing/2014/main" id="{5AF621B0-0AD4-F14E-A773-623E5EE2E692}"/>
                  </a:ext>
                </a:extLst>
              </p14:cNvPr>
              <p14:cNvContentPartPr/>
              <p14:nvPr/>
            </p14:nvContentPartPr>
            <p14:xfrm>
              <a:off x="6195050" y="3526551"/>
              <a:ext cx="1038600" cy="629280"/>
            </p14:xfrm>
          </p:contentPart>
        </mc:Choice>
        <mc:Fallback xmlns="">
          <p:pic>
            <p:nvPicPr>
              <p:cNvPr id="196" name="Ink 197">
                <a:extLst>
                  <a:ext uri="{FF2B5EF4-FFF2-40B4-BE49-F238E27FC236}">
                    <a16:creationId xmlns:a16="http://schemas.microsoft.com/office/drawing/2014/main" id="{5AF621B0-0AD4-F14E-A773-623E5EE2E69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79930" y="3511431"/>
                <a:ext cx="106884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7" name="Ink 198">
                <a:extLst>
                  <a:ext uri="{FF2B5EF4-FFF2-40B4-BE49-F238E27FC236}">
                    <a16:creationId xmlns:a16="http://schemas.microsoft.com/office/drawing/2014/main" id="{8293EB03-841A-7C42-BA1D-746D506E62F6}"/>
                  </a:ext>
                </a:extLst>
              </p14:cNvPr>
              <p14:cNvContentPartPr/>
              <p14:nvPr/>
            </p14:nvContentPartPr>
            <p14:xfrm>
              <a:off x="5355890" y="3796551"/>
              <a:ext cx="480960" cy="199080"/>
            </p14:xfrm>
          </p:contentPart>
        </mc:Choice>
        <mc:Fallback xmlns="">
          <p:pic>
            <p:nvPicPr>
              <p:cNvPr id="197" name="Ink 198">
                <a:extLst>
                  <a:ext uri="{FF2B5EF4-FFF2-40B4-BE49-F238E27FC236}">
                    <a16:creationId xmlns:a16="http://schemas.microsoft.com/office/drawing/2014/main" id="{8293EB03-841A-7C42-BA1D-746D506E62F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40759" y="3781431"/>
                <a:ext cx="511583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4" name="Ink 218">
                <a:extLst>
                  <a:ext uri="{FF2B5EF4-FFF2-40B4-BE49-F238E27FC236}">
                    <a16:creationId xmlns:a16="http://schemas.microsoft.com/office/drawing/2014/main" id="{1329DB6D-B6BF-CF44-9C13-8A7E4C5FDDCB}"/>
                  </a:ext>
                </a:extLst>
              </p14:cNvPr>
              <p14:cNvContentPartPr/>
              <p14:nvPr/>
            </p14:nvContentPartPr>
            <p14:xfrm>
              <a:off x="6990290" y="4415031"/>
              <a:ext cx="232200" cy="215640"/>
            </p14:xfrm>
          </p:contentPart>
        </mc:Choice>
        <mc:Fallback xmlns="">
          <p:pic>
            <p:nvPicPr>
              <p:cNvPr id="214" name="Ink 218">
                <a:extLst>
                  <a:ext uri="{FF2B5EF4-FFF2-40B4-BE49-F238E27FC236}">
                    <a16:creationId xmlns:a16="http://schemas.microsoft.com/office/drawing/2014/main" id="{1329DB6D-B6BF-CF44-9C13-8A7E4C5FDDC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75170" y="4399911"/>
                <a:ext cx="262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5" name="Ink 219">
                <a:extLst>
                  <a:ext uri="{FF2B5EF4-FFF2-40B4-BE49-F238E27FC236}">
                    <a16:creationId xmlns:a16="http://schemas.microsoft.com/office/drawing/2014/main" id="{05E5C203-3230-D446-91DE-990420BD17E3}"/>
                  </a:ext>
                </a:extLst>
              </p14:cNvPr>
              <p14:cNvContentPartPr/>
              <p14:nvPr/>
            </p14:nvContentPartPr>
            <p14:xfrm>
              <a:off x="5979770" y="4376511"/>
              <a:ext cx="745920" cy="347760"/>
            </p14:xfrm>
          </p:contentPart>
        </mc:Choice>
        <mc:Fallback xmlns="">
          <p:pic>
            <p:nvPicPr>
              <p:cNvPr id="215" name="Ink 219">
                <a:extLst>
                  <a:ext uri="{FF2B5EF4-FFF2-40B4-BE49-F238E27FC236}">
                    <a16:creationId xmlns:a16="http://schemas.microsoft.com/office/drawing/2014/main" id="{05E5C203-3230-D446-91DE-990420BD17E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64650" y="4361031"/>
                <a:ext cx="7761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6" name="Ink 220">
                <a:extLst>
                  <a:ext uri="{FF2B5EF4-FFF2-40B4-BE49-F238E27FC236}">
                    <a16:creationId xmlns:a16="http://schemas.microsoft.com/office/drawing/2014/main" id="{EDE6A1B0-5617-DF4A-989A-CC55966AAC6B}"/>
                  </a:ext>
                </a:extLst>
              </p14:cNvPr>
              <p14:cNvContentPartPr/>
              <p14:nvPr/>
            </p14:nvContentPartPr>
            <p14:xfrm>
              <a:off x="5176610" y="4453551"/>
              <a:ext cx="500040" cy="248760"/>
            </p14:xfrm>
          </p:contentPart>
        </mc:Choice>
        <mc:Fallback xmlns="">
          <p:pic>
            <p:nvPicPr>
              <p:cNvPr id="216" name="Ink 220">
                <a:extLst>
                  <a:ext uri="{FF2B5EF4-FFF2-40B4-BE49-F238E27FC236}">
                    <a16:creationId xmlns:a16="http://schemas.microsoft.com/office/drawing/2014/main" id="{EDE6A1B0-5617-DF4A-989A-CC55966AAC6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61479" y="4438431"/>
                <a:ext cx="530662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7" name="Ink 221">
                <a:extLst>
                  <a:ext uri="{FF2B5EF4-FFF2-40B4-BE49-F238E27FC236}">
                    <a16:creationId xmlns:a16="http://schemas.microsoft.com/office/drawing/2014/main" id="{2B86FF51-76C3-3A44-9752-91FC03C21E4A}"/>
                  </a:ext>
                </a:extLst>
              </p14:cNvPr>
              <p14:cNvContentPartPr/>
              <p14:nvPr/>
            </p14:nvContentPartPr>
            <p14:xfrm>
              <a:off x="7523450" y="3719151"/>
              <a:ext cx="289440" cy="171360"/>
            </p14:xfrm>
          </p:contentPart>
        </mc:Choice>
        <mc:Fallback xmlns="">
          <p:pic>
            <p:nvPicPr>
              <p:cNvPr id="217" name="Ink 221">
                <a:extLst>
                  <a:ext uri="{FF2B5EF4-FFF2-40B4-BE49-F238E27FC236}">
                    <a16:creationId xmlns:a16="http://schemas.microsoft.com/office/drawing/2014/main" id="{2B86FF51-76C3-3A44-9752-91FC03C21E4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08330" y="3704031"/>
                <a:ext cx="3196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4" name="Ink 224">
                <a:extLst>
                  <a:ext uri="{FF2B5EF4-FFF2-40B4-BE49-F238E27FC236}">
                    <a16:creationId xmlns:a16="http://schemas.microsoft.com/office/drawing/2014/main" id="{4E92BFA9-B099-3548-850A-FB27FBDE678A}"/>
                  </a:ext>
                </a:extLst>
              </p14:cNvPr>
              <p14:cNvContentPartPr/>
              <p14:nvPr/>
            </p14:nvContentPartPr>
            <p14:xfrm>
              <a:off x="7553690" y="4332231"/>
              <a:ext cx="740160" cy="281880"/>
            </p14:xfrm>
          </p:contentPart>
        </mc:Choice>
        <mc:Fallback xmlns="">
          <p:pic>
            <p:nvPicPr>
              <p:cNvPr id="224" name="Ink 224">
                <a:extLst>
                  <a:ext uri="{FF2B5EF4-FFF2-40B4-BE49-F238E27FC236}">
                    <a16:creationId xmlns:a16="http://schemas.microsoft.com/office/drawing/2014/main" id="{4E92BFA9-B099-3548-850A-FB27FBDE678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538210" y="4316751"/>
                <a:ext cx="7707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30" name="Ink 230">
                <a:extLst>
                  <a:ext uri="{FF2B5EF4-FFF2-40B4-BE49-F238E27FC236}">
                    <a16:creationId xmlns:a16="http://schemas.microsoft.com/office/drawing/2014/main" id="{88A21F21-A7F1-3843-A2D3-B4A1DDE13685}"/>
                  </a:ext>
                </a:extLst>
              </p14:cNvPr>
              <p14:cNvContentPartPr/>
              <p14:nvPr/>
            </p14:nvContentPartPr>
            <p14:xfrm>
              <a:off x="8630450" y="4282551"/>
              <a:ext cx="795240" cy="397800"/>
            </p14:xfrm>
          </p:contentPart>
        </mc:Choice>
        <mc:Fallback xmlns="">
          <p:pic>
            <p:nvPicPr>
              <p:cNvPr id="230" name="Ink 230">
                <a:extLst>
                  <a:ext uri="{FF2B5EF4-FFF2-40B4-BE49-F238E27FC236}">
                    <a16:creationId xmlns:a16="http://schemas.microsoft.com/office/drawing/2014/main" id="{88A21F21-A7F1-3843-A2D3-B4A1DDE1368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14977" y="4267071"/>
                <a:ext cx="825466" cy="42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212094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491</TotalTime>
  <Words>188</Words>
  <Application>Microsoft Office PowerPoint</Application>
  <PresentationFormat>A4 Paper (210x297 mm)</PresentationFormat>
  <Paragraphs>40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A4 Presentation</vt:lpstr>
      <vt:lpstr>Similarity</vt:lpstr>
      <vt:lpstr>Similar Triangles</vt:lpstr>
      <vt:lpstr>NOTATION</vt:lpstr>
      <vt:lpstr>Examples</vt:lpstr>
      <vt:lpstr>PowerPoint Presentation</vt:lpstr>
      <vt:lpstr>PowerPoint Presentation</vt:lpstr>
      <vt:lpstr>Example</vt:lpstr>
      <vt:lpstr>PowerPoint Presentation</vt:lpstr>
      <vt:lpstr>Example 4</vt:lpstr>
      <vt:lpstr>Example 5</vt:lpstr>
      <vt:lpstr>Example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21</cp:revision>
  <dcterms:created xsi:type="dcterms:W3CDTF">2017-06-11T08:28:12Z</dcterms:created>
  <dcterms:modified xsi:type="dcterms:W3CDTF">2019-06-11T04:15:04Z</dcterms:modified>
</cp:coreProperties>
</file>