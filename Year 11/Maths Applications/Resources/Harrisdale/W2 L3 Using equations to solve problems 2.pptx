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8" r:id="rId2"/>
    <p:sldId id="259" r:id="rId3"/>
    <p:sldId id="256" r:id="rId4"/>
    <p:sldId id="260" r:id="rId5"/>
    <p:sldId id="261" r:id="rId6"/>
    <p:sldId id="262" r:id="rId7"/>
    <p:sldId id="263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55"/>
  </p:normalViewPr>
  <p:slideViewPr>
    <p:cSldViewPr snapToGrid="0" snapToObjects="1">
      <p:cViewPr varScale="1">
        <p:scale>
          <a:sx n="116" d="100"/>
          <a:sy n="116" d="100"/>
        </p:scale>
        <p:origin x="1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F02DF-2E1D-2C44-B98C-7675E7413850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046F1-5E9D-4B46-8172-7BFDCECE3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5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58" y="2593608"/>
            <a:ext cx="8370297" cy="28156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2862337" y="539686"/>
            <a:ext cx="3718852" cy="1624308"/>
            <a:chOff x="4159876" y="4546244"/>
            <a:chExt cx="3938400" cy="1571222"/>
          </a:xfrm>
        </p:grpSpPr>
        <p:sp>
          <p:nvSpPr>
            <p:cNvPr id="6" name="Freeform 5"/>
            <p:cNvSpPr/>
            <p:nvPr/>
          </p:nvSpPr>
          <p:spPr>
            <a:xfrm>
              <a:off x="4159876" y="4546244"/>
              <a:ext cx="3938400" cy="1571222"/>
            </a:xfrm>
            <a:custGeom>
              <a:avLst/>
              <a:gdLst>
                <a:gd name="connsiteX0" fmla="*/ 3000777 w 3000777"/>
                <a:gd name="connsiteY0" fmla="*/ 0 h 1906073"/>
                <a:gd name="connsiteX1" fmla="*/ 2987898 w 3000777"/>
                <a:gd name="connsiteY1" fmla="*/ 1906073 h 1906073"/>
                <a:gd name="connsiteX2" fmla="*/ 0 w 3000777"/>
                <a:gd name="connsiteY2" fmla="*/ 1867437 h 1906073"/>
                <a:gd name="connsiteX3" fmla="*/ 3000777 w 3000777"/>
                <a:gd name="connsiteY3" fmla="*/ 0 h 1906073"/>
                <a:gd name="connsiteX0" fmla="*/ 3908155 w 3908155"/>
                <a:gd name="connsiteY0" fmla="*/ 0 h 1571222"/>
                <a:gd name="connsiteX1" fmla="*/ 2987898 w 3908155"/>
                <a:gd name="connsiteY1" fmla="*/ 1571222 h 1571222"/>
                <a:gd name="connsiteX2" fmla="*/ 0 w 3908155"/>
                <a:gd name="connsiteY2" fmla="*/ 1532586 h 1571222"/>
                <a:gd name="connsiteX3" fmla="*/ 3908155 w 3908155"/>
                <a:gd name="connsiteY3" fmla="*/ 0 h 157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155" h="1571222">
                  <a:moveTo>
                    <a:pt x="3908155" y="0"/>
                  </a:moveTo>
                  <a:lnTo>
                    <a:pt x="2987898" y="1571222"/>
                  </a:lnTo>
                  <a:lnTo>
                    <a:pt x="0" y="1532586"/>
                  </a:lnTo>
                  <a:lnTo>
                    <a:pt x="3908155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>
              <a:off x="5516058" y="5424014"/>
              <a:ext cx="362392" cy="651415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606958" y="2120538"/>
            <a:ext cx="1235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4147" y="1090669"/>
            <a:ext cx="220266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5229" y="2169748"/>
            <a:ext cx="12769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5593" y="2155581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34" y="2163995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2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679" y="233468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531" y="2147167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8 cm</a:t>
            </a:r>
          </a:p>
        </p:txBody>
      </p:sp>
      <p:sp>
        <p:nvSpPr>
          <p:cNvPr id="15" name="TextBox 14"/>
          <p:cNvSpPr txBox="1"/>
          <p:nvPr/>
        </p:nvSpPr>
        <p:spPr>
          <a:xfrm rot="20250913">
            <a:off x="4853118" y="805347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12 cm</a:t>
            </a:r>
          </a:p>
        </p:txBody>
      </p:sp>
      <p:sp>
        <p:nvSpPr>
          <p:cNvPr id="16" name="TextBox 15"/>
          <p:cNvSpPr txBox="1"/>
          <p:nvPr/>
        </p:nvSpPr>
        <p:spPr>
          <a:xfrm rot="20250913">
            <a:off x="3185042" y="1522086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3 cm</a:t>
            </a:r>
          </a:p>
        </p:txBody>
      </p:sp>
      <p:sp>
        <p:nvSpPr>
          <p:cNvPr id="17" name="TextBox 16"/>
          <p:cNvSpPr txBox="1"/>
          <p:nvPr/>
        </p:nvSpPr>
        <p:spPr>
          <a:xfrm rot="17847107">
            <a:off x="5838206" y="1335689"/>
            <a:ext cx="7944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5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3373" y="366763"/>
            <a:ext cx="303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Find the length of BC.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9" y="5661536"/>
            <a:ext cx="9212898" cy="10298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4115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69301" y="1552560"/>
            <a:ext cx="3718852" cy="1624308"/>
            <a:chOff x="4159876" y="4546244"/>
            <a:chExt cx="3938400" cy="1571222"/>
          </a:xfrm>
        </p:grpSpPr>
        <p:sp>
          <p:nvSpPr>
            <p:cNvPr id="3" name="Freeform 2"/>
            <p:cNvSpPr/>
            <p:nvPr/>
          </p:nvSpPr>
          <p:spPr>
            <a:xfrm>
              <a:off x="4159876" y="4546244"/>
              <a:ext cx="3938400" cy="1571222"/>
            </a:xfrm>
            <a:custGeom>
              <a:avLst/>
              <a:gdLst>
                <a:gd name="connsiteX0" fmla="*/ 3000777 w 3000777"/>
                <a:gd name="connsiteY0" fmla="*/ 0 h 1906073"/>
                <a:gd name="connsiteX1" fmla="*/ 2987898 w 3000777"/>
                <a:gd name="connsiteY1" fmla="*/ 1906073 h 1906073"/>
                <a:gd name="connsiteX2" fmla="*/ 0 w 3000777"/>
                <a:gd name="connsiteY2" fmla="*/ 1867437 h 1906073"/>
                <a:gd name="connsiteX3" fmla="*/ 3000777 w 3000777"/>
                <a:gd name="connsiteY3" fmla="*/ 0 h 1906073"/>
                <a:gd name="connsiteX0" fmla="*/ 3908155 w 3908155"/>
                <a:gd name="connsiteY0" fmla="*/ 0 h 1571222"/>
                <a:gd name="connsiteX1" fmla="*/ 2987898 w 3908155"/>
                <a:gd name="connsiteY1" fmla="*/ 1571222 h 1571222"/>
                <a:gd name="connsiteX2" fmla="*/ 0 w 3908155"/>
                <a:gd name="connsiteY2" fmla="*/ 1532586 h 1571222"/>
                <a:gd name="connsiteX3" fmla="*/ 3908155 w 3908155"/>
                <a:gd name="connsiteY3" fmla="*/ 0 h 157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155" h="1571222">
                  <a:moveTo>
                    <a:pt x="3908155" y="0"/>
                  </a:moveTo>
                  <a:lnTo>
                    <a:pt x="2987898" y="1571222"/>
                  </a:lnTo>
                  <a:lnTo>
                    <a:pt x="0" y="1532586"/>
                  </a:lnTo>
                  <a:lnTo>
                    <a:pt x="3908155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5516058" y="5424014"/>
              <a:ext cx="362392" cy="651415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13922" y="3133412"/>
            <a:ext cx="1235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1111" y="2103543"/>
            <a:ext cx="220266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193" y="3182622"/>
            <a:ext cx="12769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557" y="3168455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98" y="3176869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2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4643" y="1246342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7495" y="316004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8 cm</a:t>
            </a:r>
          </a:p>
        </p:txBody>
      </p:sp>
      <p:sp>
        <p:nvSpPr>
          <p:cNvPr id="19" name="TextBox 18"/>
          <p:cNvSpPr txBox="1"/>
          <p:nvPr/>
        </p:nvSpPr>
        <p:spPr>
          <a:xfrm rot="20250913">
            <a:off x="2560082" y="181822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12 cm</a:t>
            </a:r>
          </a:p>
        </p:txBody>
      </p:sp>
      <p:sp>
        <p:nvSpPr>
          <p:cNvPr id="25" name="TextBox 24"/>
          <p:cNvSpPr txBox="1"/>
          <p:nvPr/>
        </p:nvSpPr>
        <p:spPr>
          <a:xfrm rot="20250913">
            <a:off x="892006" y="2534960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3 cm</a:t>
            </a:r>
          </a:p>
        </p:txBody>
      </p:sp>
      <p:sp>
        <p:nvSpPr>
          <p:cNvPr id="26" name="TextBox 25"/>
          <p:cNvSpPr txBox="1"/>
          <p:nvPr/>
        </p:nvSpPr>
        <p:spPr>
          <a:xfrm rot="17847107">
            <a:off x="3545170" y="2348563"/>
            <a:ext cx="7944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5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3181" y="1478112"/>
            <a:ext cx="3034584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dirty="0"/>
              <a:t>Find the length of BC.</a:t>
            </a:r>
          </a:p>
        </p:txBody>
      </p:sp>
    </p:spTree>
    <p:extLst>
      <p:ext uri="{BB962C8B-B14F-4D97-AF65-F5344CB8AC3E}">
        <p14:creationId xmlns:p14="http://schemas.microsoft.com/office/powerpoint/2010/main" val="132862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equations to solve problems - 2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Solving Word Problems</a:t>
            </a:r>
          </a:p>
        </p:txBody>
      </p:sp>
    </p:spTree>
    <p:extLst>
      <p:ext uri="{BB962C8B-B14F-4D97-AF65-F5344CB8AC3E}">
        <p14:creationId xmlns:p14="http://schemas.microsoft.com/office/powerpoint/2010/main" val="4123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90" y="538480"/>
            <a:ext cx="90551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9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65" y="635977"/>
            <a:ext cx="9194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17" y="423985"/>
            <a:ext cx="94107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8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87" y="356578"/>
            <a:ext cx="90551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3985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</TotalTime>
  <Words>54</Words>
  <Application>Microsoft Macintosh PowerPoint</Application>
  <PresentationFormat>A4 Paper (210x297 mm)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A4 Presentation</vt:lpstr>
      <vt:lpstr>PowerPoint Presentation</vt:lpstr>
      <vt:lpstr>Example 5</vt:lpstr>
      <vt:lpstr>Using equations to solve problems - 2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3</cp:revision>
  <dcterms:created xsi:type="dcterms:W3CDTF">2017-06-19T11:22:38Z</dcterms:created>
  <dcterms:modified xsi:type="dcterms:W3CDTF">2019-07-18T06:00:46Z</dcterms:modified>
</cp:coreProperties>
</file>