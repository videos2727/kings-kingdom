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62" r:id="rId3"/>
    <p:sldId id="256" r:id="rId4"/>
    <p:sldId id="257" r:id="rId5"/>
    <p:sldId id="258" r:id="rId6"/>
    <p:sldId id="261" r:id="rId7"/>
    <p:sldId id="265" r:id="rId8"/>
    <p:sldId id="267" r:id="rId9"/>
    <p:sldId id="259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1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17.01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208 312 6789,'-9'-8'151,"3"-3"0,4-5 1,2-1-1,0 0 233,0-1 1,0 1-1,0 0 1,0-1 413,0 1-614,0 8 1,-2 1 232,-4 8-281,5 0 0,-15 8 47,5 3 1,1 6 37,-2 6 0,1 4-99,-6 8 0,-1 5 0,1 1 1,0-1-1,1 0 0,3 1 1,3-1-1,3-2 0,3-1 0,2-6 500,2-4 0,0-4-475,0-6 0,8 0 0,3-1 220,5-5-405,1-3 0,2-8-29,4 0 0,-2 0 1,8 0-1,0-2-195,-2-4 0,3-3-136,-6-9 1,4 1 233,-5 0 0,6-1 98,-6 1 1,0-6-626,-5 0 0,-3-2-116,-3 2 665,3 4 1,-13-6 56,4 7 294,-4 9-127,-2 1 0,-2 10 177,-4 4 1,-2 9 3,-3 8 0,-3 6-93,8-6 1,1 6 126,5-6 1,0 6-69,0-6 0,7 0-108,5-6 1,11-5-14,6-1 0,3-7-82,3 2 1,0-12 38,-1-5 0,1-5-136,-1-1 0,-7-2-48,-4-4 0,-3 3 107,-3-3 1,-8-4-177,-3-1 0,-4 1 45,-2-2 0,-13 8-65,-5-2 0,-16 4 53,-1 1 1,-5 9 104,-1 3 1,-1 4-90,-4 2 0,4 8-61,7 3 0,8-1-147,4 1 1,6 1 86,5 5 0,5 0-654,7 1 1,0-1 392,0 0 1,9-7 520,9-4 0,-1-4 0,8-2 0</inkml:trace>
  <inkml:trace contextRef="#ctx0" brushRef="#br0" timeOffset="1048">1142 571 7252,'-11'0'569,"-1"0"-105,8 0 147,-11 0-439,13 0 103,-6 0-116,8 0 1,0-2-117,0-4 0,2 3 140,4-9 1,4 6 22,7-5 1,6-1-360,0-5 0,0 0 123,-6-1 0,1-1-83,-1-4 0,0 4-6,1-4 1,-9 4 46,-3 1 1,-4 1 46,-2 0 0,-2 5-6,-4 1 0,0 7-53,-11-2 0,2 6 79,-14 6 0,6 3-3,-6 9 1,6 7-5,-6 4 1,10 3 102,2 3 1,1-1 7,11 1 1,-1 0 86,6-1 0,4-7-80,7-4 0,3-4 49,14-1 0,-5-9-155,6-3 1,0-4 81,6-2 0,-1-2-84,1-4 1,-2-3 79,-5-9 1,3-5-221,-8 0 1,0 0 43,-5 6 0,-1-6-193,0 0 1,-5-6 25,-1 6 1,-7-6-70,2 6 0,1-8 142,-1 2 1,0 3 49,-6-3 0,-2 2 105,-4-2 0,4-2-84,-3 8 1,-3-6 290,2 6 0,0 6-108,6 5 0,-2 3 563,-3-3-169,3-3 92,-6 13-347,8-6-97,0 8 0,0 2 10,0 4 0,0 9 6,0 8 0,2 16 112,4 1 0,-4 10-97,3 8 1,3 9-100,-2 8 1,5 10-327,-5 1 1,0 8 153,-6-42 0,0 0 1,1 0-1,0 0-97,2 0 1,0-1 0,-1 46 63,3-5 1,-3-19 91,-2-10 0,0-9-34,0-8 1,-7-9 545,-5-9 0,-3-6-253,-3 1 0,-5-4 306,0-2 0,-6-7-193,6-4 1,-5-5-40,5-1 0,-6-1-56,6-5 1,-2-12-122,2-10 1,9-7-404,-3-5 1,11-4 187,0-8 0,6-8 115,6-3 0,4-3-312,7 3 0,6-4-316,0 3 1,10 5 307,1 1 1,-3 4 55,9 2 0,-5 8-265,11 4 0,-7 1-45,1-1 0,-2 9 595,3-3 0,-5 3 0,5-4 0,-13 1 0,5-1 0,-6 1 0</inkml:trace>
  <inkml:trace contextRef="#ctx0" brushRef="#br0" timeOffset="1577">1938 156 7569,'-18'-27'-168,"1"2"84,0 8 0,1-6 747,5 0-376,-4 7 0,5 3 451,-7 7-480,-1 0 1,1 6-210,0 0 0,5 10 89,1 7 1,5 10 9,-6 14 0,7 5-9,-7 11 0,6 7-89,-5 11 1,7 4-154,-2 7 1,4-5-82,2-1 0,0 1-441,0 6 1,2-9 325,4-3 0,-2-9-230,7-3 1,-1-15 198,2-2 1,-3-9-285,-3-9 254,-4-3 252,6-7 0,-8-11 108,0-7 0,-6-15 0,0-14 0,-7-11 144,1-6 0,2 2-144,-1-3 0,-1 9 0,-5-2 0,6-3 0,-1 3 0,2 2 0,-1 9 0,-3-2 0,9 8 0,-7-6 410,6 6 0,1 0-41,5 6 1,5 0 32,1-1 1,13 1-316,-1 0 0,5-1 95,0 1 1,2 4-192,4-5 0,1 11 59,-7-11 0,6 7 100,-6-1 1,0-1-71,-5 7 1,-1 0-250,0 6 1,-5 0 67,-1 0 0,-5 2 123,5 4 1,-7 4 117,2 7 1,-4 0-60,-2 0 0,0 7 34,0-1 1,0 5-58,0-5 1,-6 6 27,0-6 0,1 6-39,5-6 0,2 2-103,3-2 1,-1-9 24,8 3 0,-1-9-98,7 3 0,-1-7-313,0 2 1,-5-4 186,-1-2 0,1-2-431,5-4 1,-2-4 380,-3-7 0,1-8 305,-7-4 0,8-3 0,-5-3 0</inkml:trace>
  <inkml:trace contextRef="#ctx0" brushRef="#br0" timeOffset="1711">1955 329 7569,'-12'0'0,"1"0"651,7 0-282,-4 0 47,8 0-231,0-8 0,14 1-655,3-5 1,12 3 328,0 3 1,0 4 140,5-4 0,-3-4 0,11 1 0</inkml:trace>
  <inkml:trace contextRef="#ctx0" brushRef="#br0" timeOffset="2161">2457 346 8237,'-10'0'944,"-5"0"-703,5 0 1,-2 10-132,1 7 1,-1 4 59,-5 14 1,6 3-52,-1 14 0,8 6 64,-2 0 1,4-1-157,2-5 1,2-2 18,4-4 1,10-5-45,7-13 0,7-3 57,-1-7 1,4-9-117,1-3 0,1-6 118,0-6 0,-7-3-6,1-9 1,-6-7-50,6-3 0,-8-5-18,2-2 1,0 1-228,-5-1 1,3-5 104,-10-1 1,-3 1 135,-2 5 0,1 1-120,-1-1 0,0 8-464,-6 4 577,0 4-95,0 10 187,0 1 0,-6 17-87,0 9 0,-5 7 13,5 9 0,0 3-21,6 3 0,0-7 32,0 7 0,0-13 28,0 8 1,8-12-324,4 0 0,3-6-819,2-5 0,2-5 587,5-7 0,-5 0 503,4 0 0,4-15 0,0-4 0</inkml:trace>
  <inkml:trace contextRef="#ctx0" brushRef="#br0" timeOffset="2309">2872 346 7569,'-27'0'173,"-4"-5"51,8-1 1,0-6 78,6 7 0,1-3 161,5 2 1,1 2-331,4-7-41,4 7 0,-3-10-181,10 9 81,13-1 0,1 0-677,4 0 0,4-5 447,2 5 1,-2-5 236,1 5 0,1-8 0,6 5 0</inkml:trace>
  <inkml:trace contextRef="#ctx0" brushRef="#br0" timeOffset="3155">3131 675 6804,'2'10'-421,"4"-5"1,-3-3 732,9-2 1,0 0 542,5 0 0,0 0-446,0 0 0,1-7-185,-1-5 0,0 2-232,1-1 1,-1-3-71,0-9 1,-1 4-8,-5-4 0,-1-2 113,-5 2 1,-3-6 21,4 6 0,-10 0-20,-1 6 1,-9 0-10,3-1 1,1 9 33,-2 3 1,1 4 1,-6 2 1,1 2 64,5 4 0,-3 9-41,8 8 1,-1 8-38,1-2 0,4 3 26,-4 3 0,6-1-141,6 1 0,4-6 1,7 0 1,0-8-83,1 2 0,-1-6 108,0-5 1,6 1-57,0-7 1,2 0-14,-2-6 1,-3-2 62,3-4 0,2-4-76,-2-7 1,0-2 60,-6-4 1,-2 2 36,-3-8 0,3 6 18,-3-6 0,-5 8 7,-1-2-98,4-4 22,-8 8 340,5 1 1,-8 11-91,-5 7 1,-4 9 93,-7 9 1,5 5-62,1 5 1,-1 5-87,-5-4 0,7 2-11,5-2 0,3 3-152,2-3 0,0-4 171,0-2-26,0-4 1,2-3-411,3-5 188,5-3 1,7-16-33,1-3 1,-1-7 95,0-5 0,6-4-141,0-7 0,0-1 11,-5 1 1,5-1 83,0 0 0,-2 3 78,-10 3 1,5 4 7,-5 8-130,-3 7 46,0 2 0,-8 12 472,0 8 0,0 7-169,0 16 1,0-1-50,0 1 0,0-6-166,0-1 0,0-1-73,0 2 0,5-4 109,1-8 0,13-1-126,-1-5 0,5-3 55,0-8 0,-4 0 32,4 0 0,2-4-32,-2-7 1,0-1 6,-6-11 0,7-2-15,-1 2 0,2-8 69,-2 2 1,-4-3-117,4-3 0,-6-1-57,-5-5 1,3-3-122,-3-8 0,1-2 170,-1-3 1,1 5 13,-7 0 0,0 4 323,-6 13 0,0 5-93,0 12 1085,0 1-798,0 7 0,-8 18-18,-4 15 0,-1 16-177,1 7 1,-3 4-139,3 2 1,3 5-59,-3 1 1,9 5 67,-3-5 1,-2 5-920,2-5 0,1-6 445,5-6 0,0-8-1572,0 3 1950,0-12 0,7 3 0,3-5 0</inkml:trace>
  <inkml:trace contextRef="#ctx0" brushRef="#br0" timeOffset="3332">4065 260 8232,'-35'9'1494,"8"-1"-1177,4-8 1,10 0 47,1 0 941,8 0-862,-3 0 0,14 0-690,5 0 1,11 0 169,6 0 0,5 0-1063,7 0 1,-3-6 179,8 1 959,0-9 0,14 5 0,1-9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22.7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330 69 7569,'0'-17'240,"-8"0"1,-2 1-1,-7 5 31,0 5 0,-3 4-96,-3 2 1,4 2 112,-4 4 0,-2 11-93,2 12 0,-8 6 160,3 5 1,3-2-58,1 9 1,7-7 57,6 6 0,3-8-68,8 3 0,2-7-85,4-5 0,-2-4-63,7-8 1,2 1-12,11-1 0,-3-7-95,7-5 1,1-3-202,6-2 1,-1 0-1087,1 0 1,7-5 220,4-1 1032,4-8 0,2 5 0,0-9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24.0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35 432 7873,'-12'-5'798,"1"-1"263,7 0-991,-4 6 1,8 2 70,0 4 0,2-4-279,4 3 1,3 3-12,9-2 1,1 0-2,4-6 0,4 5 164,7 1 0,-5 0 43,0-6 0,-2-2-577,2-4 1,3 2-73,-3-7 1,-2 5-165,2-5 756,0-1 0,5-5 0,1-1 0</inkml:trace>
  <inkml:trace contextRef="#ctx0" brushRef="#br0" timeOffset="517">865 35 7553,'0'-18'609,"7"9"-544,3 1 1,7 8 101,1 0 0,-1 0-259,0 0 1,6 0-2,0 0 0,0 6 10,-5 0 1,-1 7 76,0-1 1,-5-3-94,-1 3 1,-7-1 37,2 6 0,-4 1 20,-2-1 0,-8 0 18,-3 1 0,-5-1 15,-1 0 0,-8 1-90,-4-1 1,-2 6 102,3 0 1,-3-2 2,8-9 0,0 3-25,5-3 0,7 1-18,-1-2 136,9 5 1,-3-8-48,12 3 1,3-1-41,8-5 1,8-3 16,4 4 0,0-4-111,6-2 0,-5 6 23,11 0 0,-5-1-46,-1-5 1,-8 6 96,-4 0 1,-4 5-12,-2-5 31,1 8 1,-9-5 105,-3 9 1,-8-7 97,-10 1 0,-1-1-66,-16 6 0,0 1-109,-5-1 0,-3 0 65,-3 1 1,-2-1 52,-4 0 1,-2 0-170,7 1 1,-5-1-195,6 0 0,-3 1-40,3-1 1,9-6-778,-3 1 1019,11-8 0,-10 11 0,6-5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23.2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70 329 7569,'0'-11'309,"0"-1"-309,-8 8 176,6-3 1,-5 9 611,7 3-574,-8 13 1,4 9-3,-7 7 1,7 1-48,-2-1 1,-2 1-257,2 0 1,1 5-114,5 0 0,2-5-128,3-6 0,-1-8 60,8 2 1,-1-6-162,7-5 0,-1 1 124,0-7 1,0 0 308,1-6 0,7-16 0,2-3 0</inkml:trace>
  <inkml:trace contextRef="#ctx0" brushRef="#br0" timeOffset="174">122 1 7569,'-10'0'129,"-5"0"165,5 0-144,1 0-89,1 0 1,10 0 73,4 0 0,5 0-590,12 0 1,-2 2 252,8 3 0,-6-1 202,6 8 0,0-1 0,5 7 0</inkml:trace>
  <inkml:trace contextRef="#ctx0" brushRef="#br0" timeOffset="441">520 156 7569,'-18'8'0,"-5"-6"48,0 4 22,-8-4 1,12 0 135,-4 3 1,-2 5-24,2 7 1,2 1-146,9-1 0,-1 2 81,7 4 1,2-2-303,10 8 0,6-6 85,11 6 1,2-8-9,3 2 0,11-4 98,-5-1 0,5-1-101,-4 0 0,-3 2 116,-3 5 1,2-11-26,-8 4 1,-6-3 166,-5 3 1,-9-5-44,3-1 0,-4-5 81,-2 5 0,-9-1-209,-9 1 1,-7 5-235,-9-5 0,-1-1-4,1 2 0,-1-7-195,0 7 0,3-6 455,3 5 0,-4-7 0,6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21.2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120 362 7569,'-10'-9'751,"2"1"-602,1 16 0,3 3 46,-8 12 0,6 4-12,-5 8 1,-1 7 75,-5 4 1,7 4-18,5 2 0,3-2-59,2-4 1,7-6 11,5-11 0,5-6 103,6-11 1,4-5-138,8-7 0,1-2 12,5-3 0,-5-11-82,5-7 1,-5-13-173,-1 1 1,-3-5-167,-3-1 1,-10 3 185,-7-8 1,-8 6 75,1-7 0,-12 9-10,-11-2 1,-6 5-361,-11 6 1,-2 6 108,-3 12 0,2 3 197,-8 8 0,7 4-71,-1 7 1,3 1-43,3 11 1,9 2-555,7-2 0,3 6 309,9-6 1,2 6 406,10-6 0,11 7 0,10-3 0</inkml:trace>
  <inkml:trace contextRef="#ctx0" brushRef="#br0" timeOffset="1125">690 189 7569,'10'-19'-32,"-4"-4"72,-5 4 0,-1-6 110,0 7 1,0 1 239,0 0-334,0 0 22,0-1 61,0 9 0,-1 3 19,-5 12 0,2 11-19,-8 12 1,3 11 55,-3 6 0,-1 12-12,7 5 1,-5 12-185,5 6 0,-2 3-70,2 3 0,4-1-248,-3 1 1,3-5 132,2-7 0,0-3 26,0-21 1,0 3 18,0-13 0,0-7-84,0-5 1,0-14-530,0 3 152,0-5 602,0-3 0,6-3 0,-1-7 0,1 0 0</inkml:trace>
  <inkml:trace contextRef="#ctx0" brushRef="#br0" timeOffset="1303">465 535 7569,'0'8'0,"0"-8"171,0-8 1,0-9 294,0-1 1,2 9-142,4 3 0,4 4-97,7 2 0,2 0-565,4 0 1,2 0 234,4 0 0,4 6-593,-4 0 1,3 5 138,3-5 556,-1 0 0,9 1 0,1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4.60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312 122 7439,'0'-18'0,"0"1"33,0 0 391,0-1-261,0 1 0,0 6 469,0-1-304,0 8-41,0-3-177,0 7-12,0 0 1,-6 2 50,0 3 1,-7 7-12,1 11 1,3-2 6,-3 8 1,-5 7-15,-6 10 1,0 6 54,5 6 0,-5-2-46,0 7 0,2 1-60,10 5 0,-3-8 35,8-3 0,1-6-14,5-6 0,2-4-9,3-7 1,5-8-8,7-4 1,6-6-2,0-6 1,8-3 24,-2-8 0,-4 0-91,-2 0 0,4-9 42,2-9 0,-4-1-164,-2-10 0,-4 2-39,-2-2 0,-7-3-46,-4 3 1,-4 4 142,-2 2 1,-8 0 13,-4 6 0,-11-3-123,-6 15 1,-3 1 43,-3 10 0,-5 9 76,-1 8 0,1 8-30,6-2 0,1 3-254,4 3 1,4-6-103,8-1 1,7-4-131,4 4 1,4-7-192,2 3 0,10-5 34,7-2 708,1 0 0,22 1 0,-3-1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5.32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34 121 7569,'-10'0'173,"2"0"0,6-2 81,-3-4 0,3 3-166,-4-9 115,12 0-187,3-5 0,9 2 96,-1 3 1,6-1-28,0 7 1,0-5 29,-6 5 0,1 0-125,-1 6 1,6 2 8,0 4 1,0 9-74,-6 8 1,-5 10 23,-1 1 1,-7 3 64,2 9 0,-4 0-158,-2 6 1,0-6 50,0 0 1,-8-7 90,-3 1 0,-5-5-24,-1-7 0,0-3 170,0-7 1,-7-1-49,1 0 0,-5-7 85,5-4 1,-1-4-130,7-2 0,6-2 13,-1-4 1,8-4 1,-1-7 0,8-2 41,3-4 1,13 3-29,-1-3 0,3 10-16,-4 1 1,0 9 217,1-3 1,5 6-77,0 6 0,6-3-112,-6 9 0,7 0-50,-1 5 1,4 0-127,1 0 0,1-5-306,0-1 0,-3-7 227,-3 2 0,-4 2-146,-8-2 0,1-1 109,-1-5 1,-7 2-1496,-5 4 1692,5-4 0,0 6 0,7-8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6.0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35 7569,'-7'10'-46,"-5"-5"46,5-3 0,-1-9 0,8 5 1468,8-6-1019,1 0 1,8 6 136,1-3-552,-1 3 1,6 2 89,0 0 0,0 0-256,-5 0 1,1 0 121,4 0 1,-4 0 142,4 0 0,-4 0-64,-1 0 0,-1-6-947,0 0 0,0 0-487,1 6 158,-1 0 1207,0 0 0,1 0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6.20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17 1 7569,'-2'9'0,"-3"-3"824,3-4-400,-6-2 0,8 2 645,0 4-836,0-4 1,8 7-230,3-3 1,5-4-237,1 4 0,2 1 214,4-1 1,-2 2-710,8-2 0,-2-4 459,2 3 0,4-3 268,-5-2 0,13 0 0,3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9.0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35 241 7569,'-12'9'0,"1"-3"-295,7-12 273,-4 5 1,8-15 160,0 5 0,0 1 13,0-2 1,0 7-159,0-7 0,0 6 27,0-5 0,2 7 109,4-2-98,-4-3 0,7 7 152,-3-4-106,-4 4 0,6 2 1,-6 10 18,3 7 1,-3 8-21,4 10 1,-4 1-58,-2 4 0,0 5 12,0 6 1,6 1-78,0 0 0,5-6 47,-5 0 1,7-7 40,-1 1 0,3-9 32,2-2 0,1-14-42,-1 2 1,0-11 56,1 0 0,-7-4-55,1-2 0,-1-2-17,6-4 1,1-5-18,-1-12 1,-2 1-4,-3-6 1,3-1-118,-3-6 0,-3-5 91,3 0 0,-8-8-90,2 1 1,-3 3 57,3-2 0,-4 6-93,4-6 1,-4 7 49,-2-1 0,6 5 132,-1 6 0,1 3-76,-6 2 180,0 5-56,8-6 0,-6 14-43,4-1-35,-5 8 1,1-1 27,4 10 1,-2 1 152,7 11 0,-7-1-41,2 13 1,2-6 12,-2 6 0,5-1-95,-5 7 1,5 1-35,-5 5 1,2-5 51,-2 5 1,-5-5 4,5-1 1,2-3-203,-2-3 0,1 4 54,-1-4 0,-4-4-604,4-2 0,2-4 289,-3-2 0,9-5-629,-3-1 1012,5-7 0,1 12 0,0-7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0.68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35 412 7569,'-18'-8'237,"9"6"237,1-5 413,8 7-652,0-8 0,2 6-49,4-4 0,9 2-96,8-1 1,6 1 69,-6-8 0,8 8-215,-2-1 1,3-3 89,3 2 0,-2-2 125,-5 3 1,5 3-402,-4-4 0,-4 4-1358,-2 2-292,-4 0 1891,-2 0 0,1-8 0,-1-1 0</inkml:trace>
  <inkml:trace contextRef="#ctx0" brushRef="#br0" timeOffset="182">242 66 7569,'0'-17'0,"0"-1"725,0 1-418,0 7 0,2 7 346,4 14-388,-4 1 1,13 20-99,-3-3 0,1 12-149,-1 5 0,1-2-358,-7 2 1,5-2 276,-5 2 1,6 4 185,-7-4 0,1 2-123,-6-2 0,0 4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39.58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156 53 7569,'0'-12'0,"0"1"0,0-3-51,-8 6 0,7 1 227,-7 7 1,2 2 55,0 3 1,-5 13 57,5 11 0,-7 11-110,1 6 0,-3 6-54,-3 6 1,7-5 65,-1 5 0,3 2-11,-3-3 0,5 1-15,7-6 1,1-10-322,5-7 1,4-3 72,7-9 0,6 0-35,0-5 0,6-7-212,-6 1 1,6-8 175,-6 1 1,6-3-499,-6-2 0,6 0 303,-6 0 0,6-7 348,-6-5 0,7-11 0,-3-4 0</inkml:trace>
  <inkml:trace contextRef="#ctx0" brushRef="#br0" timeOffset="443">467 243 7569,'-17'0'206,"8"0"-183,1-8-1,8 6 0,8-5 91,3 7 0,4 0 39,3 0 0,1 0 10,4 0 0,-4 2-241,4 3 0,-2-3 21,2 4 1,-3 2 45,3-3 1,-10 7-9,-1-6-43,-8 7 1,3-3-6,-7 7 0,0-5 96,0-1 1,-13-1-4,-5 1 1,-5 5-15,0-5 1,4 3-121,-4-3 1,-2 5 55,2-5 0,6-3 42,5-3 1,6-3 21,-5-2-21,7 8 0,4-6 20,12 4 1,3-6-19,2-6 0,3 4 1,3-4 0,2 4 10,3 2 1,3 0 101,-8 0 1,6 0-54,-6 0 1,6 2-29,-6 4 0,-2 4 37,-9 7 1,3 0-39,-4 1 0,-3 5 15,-2 0 0,-4 0-10,-2-6 1,-8 6 1,-3 0 1,-5 6-5,-1-6 0,-6 0-73,0-6 1,-6 6-22,6 1 0,-6-3-147,6-10 0,-6 5-616,6-5 383,0-3 291,6-1 0,2-8-21,3-5 178,4-4 0,16-15 0,2-2 0</inkml:trace>
  <inkml:trace contextRef="#ctx0" brushRef="#br0" timeOffset="677">848 156 7569,'15'-26'0,"-3"2"0,3 5-88,-3 2 136,3 0 14,-5-1 0,5 7 112,-3-1 0,3 8 15,2-1 0,1 3-16,-1 2 1,0 9 24,0 9 0,3 1-10,3 10 1,-4 0-12,4 5 1,2 6 10,-2 1 0,-2 5-321,-9-6 0,1 8-54,-7-2 1,0-1-63,-6 1 1,0-8 14,0 3 1,-2-11 115,-4-1 1,-4-8-184,-7 2 0,0-2 109,-1 2 0,-5-9-49,0 3 241,-7-3 0,10 3 0,-5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7.87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0 7448,'17'0'-40,"-7"0"113,5 0 0,-11 2 110,8 4 1,-9-2 22,3 7 1,-4 7-14,-2 5 0,0 7-181,0-1 0,0-2 11,0 2 0,-8-6-58,-3 6 0,-5-8 171,-1 2 1,6-6 170,-1-5 14,8 3-210,-3-13 0,8 6-1,5-8 1,6 0-25,11 0 0,4-2-257,7-4 1,1 2-202,0-7 1,1 5-288,4-6 1,-3 9 658,3-3 0,-3-4 0,-3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9.16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174 208 7569,'0'-17'0,"0"0"0,0-1 0,0 1 0,0 0-60,0 0 99,0-1-6,0 1 146,0 0-206,0-1 130,0 9 78,0-7-8,0 15-73,0-7 0,-6 10 12,0 4 1,-7 11-90,1 12 0,-3 13 167,-2 10 0,-2 9-64,-5 14 1,11 0-258,-4 12 0,5-12 92,1 5 1,3-14 95,8-9 1,2-5 23,4-6 0,5-9-10,12-8 1,-4-10-111,5-2 0,0-2 8,0-9 0,4 0-70,-5-6 1,6-8 61,-6-3 1,0-5 86,-5-1 1,-3-2-199,-3-4 0,-5 2 78,-7-8 0,-2 6-44,-3-6 1,-5 10 64,-7 1 1,-6 3-24,0 9 1,-8 2 22,2 10 0,-2 4 121,2 7 1,4 0-144,8 1 0,2-1-102,3 0 0,5 1-185,7-1 1,3-6 124,9 1 0,1-8 235,16 2 0,8-5 0,7-1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9.4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156 1 7569,'-25'7'-734,"6"-5"0,-8 6 1697,4-8-547,12 0 0,-12 0 353,11 0-260,4 0-541,1 0 1,9 0 85,3 0 1,7 6 151,11 0 1,4 5-92,7-5 0,1 7-361,0-1 1,-1 3 116,1 2 0,-6-5-129,-1 0 1,-8-1 68,-3 6 1,-2-5 104,-9-1 1,-2 1 192,-10 5 0,-4 0-93,-7 1 1,0 5-55,0 0 0,-1 0 68,1-6 0,0 1 326,-1-1 1,7 6-181,-1 0 0,9 0-7,-3-6-390,4 1 1,10-3 119,3-3 1,6 1-348,6-7 0,6-1 193,12-5 1,3-1 1,8-5 253,0-4 0,-1-7 0,1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9.6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0 7569,'-7'10'564,"-5"-4"-564,4-4 0,1 0 416,7 3-340,0-3 0,9 6-136,9-8 1,1 0-331,10 0 1,-3 0 173,3 0 0,4 0-651,-4 0 867,-4 0 0,7-8 0,-5-1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9.82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53 1 7569,'-17'27'0,"5"-8"179,0-8 0,9-5 206,-3 6 1,4-6-250,2 5 1,2-7-128,4 2 0,9-4-667,8-2 1,8 0 657,-2 0 0,11-8 0,4-2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0.52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68 121 7569,'-2'-17'0,"-2"0"334,-2-1-176,1 9 1,5-7-96,0 5 65,0 3 0,1-1-113,5 3 1,6 4 141,11-4 1,-4 4 32,4 2 1,4 0-471,2 0 69,-4 0 1,6 0 90,-8 0 0,0 6 101,-6 0 1,0 5-157,1-5 190,-9 8 0,-1-5-47,-8 8 0,-8 1 38,-3-1 0,-11 6 2,-1 0 0,-5 0-31,5-5 1,-6 5-12,6 0 1,0 0 30,5-6 0,9-5-4,3-1 11,4 1 0,4 3-9,4-4 1,11 3 9,12-8 1,3 5-9,3-5 0,2 6 2,3-7 0,-4 7 4,5-6 1,-5 5 0,-1-5 0,-2 7 6,-5-1 0,-3-3 0,-7 3 1,-3-1 92,-3 7 0,-7-1-59,-10 0 0,-7 1 119,-11-1 1,-6 6-81,-11 0 0,-1 2-29,-10-2 0,6-2-27,-12 8 1,7-6-171,-8 6 0,12-8 63,6 2 1,5-4-74,6-1 1,4-9-778,8-3 675,7-4 0,5-2 52,10 0 0,11-8 203,7-3 0,15-20 0,-1-6 0</inkml:trace>
  <inkml:trace contextRef="#ctx0" brushRef="#br0" timeOffset="357">829 191 7110,'0'-18'-1032,"0"7"1750,0-1-378,0 8 1,-2-3-26,-4 7 0,4 2-78,-4 3 0,-1 7-111,1 11 0,0 4 57,6 7 1,0 9 22,0 3 1,0 4-54,0 2 1,8-2-242,3-4 1,11-4 102,1-7 0,7-9 6,-1-2 1,2-7-38,-2-6 1,1-3 108,-7-8 0,8-8-147,-2-3 1,-2-12 69,2-6 1,0-6 27,5-5 0,-7 2-121,-4-9 0,-2 1-399,2-6 1,-9 2 247,3 4 0,-9-2 5,3 8 0,-5 7 420,6 10-286,-9 4 323,5 9 1,-8 5-128,0 10 0,0 11-92,0 7 1,2 13 57,4-1 0,-4 3-78,3-3 1,5 0-46,2-1 1,-3 1-157,3-1 1,-1-5-474,7 0 0,5-8 679,0 2 0,7 4 0,-3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44.87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3632 35 7569,'-9'0'50,"1"0"0,0 2 0,-1 3 5,-1 7 1,-5 13 14,3 9 0,-3 9 73,-3 9 1,3 5-86,4 1 0,-3 5 69,8-5 0,1 0 8,5-7 0,1-6-74,5-5 1,4-4-266,7-1 0,2-2-2,4-4 0,2-4-98,4-8 1,4-8-683,-4-3 986,3-4 0,11-2 0,1 0 0</inkml:trace>
  <inkml:trace contextRef="#ctx0" brushRef="#br0" timeOffset="2451">3874 294 7551,'8'-10'0,"2"3"0,1 1 79,1 0 0,-1 0-285,6 6 1,1 0 130,-1 0 1,-5 2 138,-1 4 0,-5-2-41,5 7 0,-7 1-226,2 5 0,-4-5 127,-2-1 1,-8-1 101,-3 1 0,1 3-37,-1-8 1,-1 5 20,-5-5 0,5 0 178,1-6 0,5 2 75,-6 3-175,9-3 30,-5 6 0,10-8-64,4 0 1,3 2-45,8 4 0,1-4-3,-1 3 1,6-3 44,0-2 1,2 2-10,-2 4 1,-2-4-80,8 4 1,-8 1 55,2-1 0,-9 8-4,-3-3 0,-7-1 3,2 1 0,-4 1 1,-2 5 0,-8-5 56,-3-1 0,-5-1 101,-1 1 0,-8 5-125,-4-5 0,2 3 9,-2-3 1,3 3-308,-3-9 0,-2 7 126,8-6 0,6 5 82,5-5-2,1 0-1207,1 1 1247,2-5 0,8-2 0,0-9 0</inkml:trace>
  <inkml:trace contextRef="#ctx0" brushRef="#br0" timeOffset="2732">4220 173 7569,'0'-17'0,"2"7"83,4 4 0,-2 4 3,7 2 1,-5 0 27,5 0 0,7 0 45,5 0 1,6 14-84,-6 3 1,6 10 66,-6-4 0,2 8 30,-2-2 1,-2 3-11,8 3 1,-8-1-166,2 1 1,0-2-64,-6-4 1,2 7-125,-13-7 0,0 5 55,-6-10 0,0-1 40,0-6 0,-8-2-92,-3-3 1,-5 1 56,-1-7 1,0 6-123,-1-7 0,-1 1 55,-4-6 1,4 0 195,-4 0 0,-4 0 0,0 0 0</inkml:trace>
  <inkml:trace contextRef="#ctx0" brushRef="#br0" timeOffset="7307">1 2559 7650,'17'0'238,"0"0"-126,1 0 1,1-5 31,4-1 1,-4-2-34,4 2 0,2 4-51,-2-3 1,2 1 49,-2-2 1,-4 2-148,4-7 0,-1 7 1,1-2 1,-4-2-110,4 3 1,-10-1 150,-1 6 1,-3-2 41,3-4-599,3 4 0,-11-5-86,8 7 637,-8 0 0,3 0 0,-7 0 0</inkml:trace>
  <inkml:trace contextRef="#ctx0" brushRef="#br0" timeOffset="7536">347 2231 7569,'-10'-17'-732,"-5"-1"1,13 1 562,-4 0 0,-2 5 169,2 1 1211,1 7-704,5-4 1,0 18-168,0 7 0,-6 16-155,0 13 1,0 0-217,6 6 1,0-2 77,0 13 0,0-5-169,0 5 1,0-7 103,0 2 1,8-7 33,4-4-16,11 2 0,4-12 0,7 5 0</inkml:trace>
  <inkml:trace contextRef="#ctx0" brushRef="#br0" timeOffset="-3100">900 847 7569,'-17'0'0,"-1"0"0,9-2 329,3-3-191,4 3 0,10-6 57,3 8 0,5 0-43,1 0 1,6 6-512,0 0 300,0 7 0,-6-3-229,1 7 1,-3 0 176,-3 1 1,-5 5 136,-7 0 1,-15 7-28,-8-1 0,-2-2 386,-4 2 0,0-6-146,-5 6 0,7-8-150,4 2 1,5-10 887,7-1-633,-5 0 1,16 3-377,0-4 0,10-3 81,13-8 0,4 0 143,8 0 0,7-6-350,4 1 1,4-9-2570,2 3 2727,7-5 0,-5-9 0,6-2 0</inkml:trace>
  <inkml:trace contextRef="#ctx0" brushRef="#br0" timeOffset="-3602">865 35 7558,'-9'7'180,"-1"5"3,4 11 1,-1 11 11,-5 13 0,-1 3-496,7 1 0,-6 1 95,7 0 0,-1 0-5,6 0 0,0-6 211,0 0 0,0-7 0,0 3 0</inkml:trace>
  <inkml:trace contextRef="#ctx0" brushRef="#br0" timeOffset="-3377">450 674 7569,'-27'0'44,"4"0"-76,4 0 1,9-1 48,5-5-67,3 4 246,2-6 1,4 8-52,7 0 1,8 0-135,16 0 1,1-6 28,5 1 1,3-7-3,8 6 0,0-1 2,0 1 1,0 2-218,-1-7 0,1 7-30,0-2 0,-6 4-27,0 2 1,-7 0 233,1 0 0,4-8 0,1-1 0</inkml:trace>
  <inkml:trace contextRef="#ctx0" brushRef="#br0" timeOffset="-869">2543 519 7513,'-18'8'55,"9"1"0,-5 8 23,9 1 1,-7-1 62,6 0 0,1 1 42,5-1 1,0 0 26,0 0 1,9 1-239,8-1 1,3-7 6,8-5 1,-1-3 117,2-2 0,2-2-80,-8-3 1,6 1 66,-6-8 1,0 1-135,-6-7 1,-1 1 34,-5 0 1,-3 0 77,-8-1 0,0 1-6,0 0 0,-10 1-274,-7 5 0,0-3 61,-6 9 1,-2-1-14,2 6 1,-6 0-100,6 0 1,0 6-98,5-1 13,9 9 0,1-10-182,8 7 534,0-7 0,8 4 0,1-8 0</inkml:trace>
  <inkml:trace contextRef="#ctx0" brushRef="#br0" timeOffset="-599">2802 52 7569,'0'-10'143,"8"3"90,3 7 1,-1 3-51,1 9 1,7 1-1,5 16 1,2 0 22,-2 6 1,-2 1-177,8 5 1,-2 1-29,2 4 1,-3-2-31,-3-4 1,-3-3-92,3 3 1,-6-3 114,-5-3 0,1 1-40,-7 0 1,0-7 51,-6 1 1,-2-8-5,-4 2 1,-4-3 2,-7-3 1,-2 2-149,-4 4 0,2-4-90,-8 4 1,0-3-196,-6-3 1,7 0-542,-1 1 967,8-1 0,-12 8 0,6 2 0</inkml:trace>
  <inkml:trace contextRef="#ctx0" brushRef="#br0" timeOffset="-1400">1816 294 6269,'-9'0'1014,"-1"0"-764,4 0 1,3 10-68,-9 7 1,1 8 22,-7 9 1,7 9-24,-1 3 1,8 4-61,-1 2 1,3 0 80,2-1 1,0-1-422,0-3 0,7 1 96,5-8 0,3-2-43,3-9 0,1 2-159,4-8 0,-2 0 178,8-6 0,-8-5 85,2-1 1,-2-7-60,2 2 119,-4-4 0,6-2 0,-7 0 0</inkml:trace>
  <inkml:trace contextRef="#ctx0" brushRef="#br0" timeOffset="-1166">2145 432 7569,'10'-7'153,"-3"5"1,-1-4-1,0 12-5,-2 5 0,-2 7-85,-2 5 1,0-2-99,0 8 1,0-1-115,0 7 1,0 0 118,0-1 0,0 1-309,0-1 1,0-5 183,0 0 0,0-2-6,0 2 161,7-4 0,3-8 0,7 0 0</inkml:trace>
  <inkml:trace contextRef="#ctx0" brushRef="#br0" timeOffset="9274">381 1556 7569,'-17'0'59,"0"0"300,-1 0-176,9 0 1,3 0-473,12 0 0,5-7 141,12-5 1,4-5 35,8-6 1,7 2 30,4-8 1,8-2 91,9-9 0,3 1-372,14-7 0,1 6 396,5-6 1,3 7-92,-43 19 1,0 0 0,42-17 65,5 3 0,-46 17 0,0-1-10,45-16 0,0-1 0,-5 1 0</inkml:trace>
  <inkml:trace contextRef="#ctx0" brushRef="#br0" timeOffset="9605">1972 968 7461,'-8'-9'-107,"6"-1"107,-3 4 0,3 5 0,9-15 215,5 5 1,11 1-87,6-1 1,7-3-146,10-9 0,3 2 35,14-8 0,0-2-76,7-9 1,-1 3-224,0-3 0,2 2 101,4-3 0,-6 5-259,0-5 0,-7 5 438,-10 1 0,-1 1 0,1-1 0</inkml:trace>
  <inkml:trace contextRef="#ctx0" brushRef="#br0" timeOffset="10181">1505 69 7569,'-9'0'-1039,"-7"0"1058,14 0 33,-5 0 0,7 2 2,0 4-36,0-4 0,7 11 19,5-7 1,3 2 12,2-3 1,1 3-35,-1 4 0,-5 1 25,-1-7 1,1 5-44,5-5 0,-7 8 38,-5-3 1,3-1-3,-2 1 0,-1-5 32,-5 6-36,0-1 1,-1 5-27,-5-5 1,-4 4 24,-7-3 0,-2 1 0,-4-1 1,-4 3 1,-8-3 1,1 3-298,-1 2 0,0-5 91,1 0 0,5-7 144,0 7 1,8-8 30,-2 1 0,-4-3 0,0-2 0</inkml:trace>
  <inkml:trace contextRef="#ctx0" brushRef="#br0" timeOffset="10333">1471 156 7569,'25'-18'0,"-8"1"-205,0 0 179,8-1 1,-13 7 80,11-1 1,-4 3-73,-2-3 1,0-1 5,1 7 1,-1-2-169,0 3 1,1 3 199,-1-4 1,-6 4 119,1 2-141,0 0 0,13 0 0,1 0 0</inkml:trace>
  <inkml:trace contextRef="#ctx0" brushRef="#br0" timeOffset="11548">1713 2092 7569,'-18'0'146,"9"-7"-128,-7 5 0,7 0 112,-9 8 1,7 7-185,-1-1 0,7 5 61,-7 6 0,3-8 5,-3 8 0,4-13 48,8 7 1,0-3 32,0 3 1,2-2 12,4-3 0,4 3-44,7-3 1,8 1-14,4-1 0,1 3 33,-1-3 0,4-3-102,-4 3 1,1-1 61,-1 7 1,-4-7-68,-7 1 0,-1-1 79,0 7 0,-5-7 24,-1 1 60,-7-1 1,2 7-64,-12-1 1,-5 0-109,-13 0 1,3 1 89,-7-1 0,-7 0-291,-5 1 1,-3-1 96,3 0 0,3-5-290,-3-1 0,9-7 160,3 2 0,6-4 128,-1-2 0,6-10 139,6-7 0,-5-8 0,7-10 0</inkml:trace>
  <inkml:trace contextRef="#ctx0" brushRef="#br0" timeOffset="11714">1799 2075 7569,'10'-9'43,"-1"-7"116,-3 5 0,-2-5 24,7-1 1,-5 0 11,6-1 0,-3 7-68,3-1 1,3 7-113,-3-7 0,3 6-230,2-5 1,1 7 186,-1-2 0,0-2-580,1 3 442,-1-1 0,0 4-85,1-4 1,-1 4 55,0-3 1,2 3 194,4 2 0,-3-8 0,5-2 0</inkml:trace>
  <inkml:trace contextRef="#ctx0" brushRef="#br0" timeOffset="12015">2595 1833 7395,'-2'-10'-112,"-4"5"123,-4 3 1,-7 9 584,0 5-354,-1 11 1,-5 6 46,0 11 1,0 4-109,6 8 1,0 8-28,-1 3 1,3-1 24,3 1 0,5-7-252,7 2 0,2-5-88,3-1 0,7-8-91,11-3 1,-2-10 23,8-3 1,0-8-125,5-3 0,1-8 4,0-9 0,-1 0 99,1 0 0,-3-9 249,-3-8 0,4-8 0,-6-10 0</inkml:trace>
  <inkml:trace contextRef="#ctx0" brushRef="#br0" timeOffset="12374">3027 1937 7569,'-17'-17'0,"-1"1"314,1 5-122,0 3 1,-1 2 151,1 0-232,0 1 1,-2 14 37,-4 9 0,3 7 9,-3 9 1,2 1-244,-2-1 1,10 3 64,-5 3 0,11-9-93,-5 4 1,8-12 71,-1 0 0,8-4 105,3-2 0,8-7-58,-3-5 0,5-3-145,1-2 1,0-7 77,0-5 1,1-3 21,-1-2 1,0-3-36,1-3 0,-3 4 68,-4-4 0,5-2-125,-5 2 1,-1 0 72,2 6 1,-9-1-46,3 1 1,2 5 7,-2 1 120,-1 7 1,-5-2-30,0 12 0,0 4 105,0 7 0,0 2-38,0 4 0,-5 4-68,-1 8 1,0 5 73,6 0 1,-6 1-40,1-7 1,-1 7-144,6-1 1,0 0 86,0-5 0,0-6-330,0 0 0,2-8 34,3 2 1,-3-10-356,4-1 676,4-8 0,-1-4 0,9-10 0</inkml:trace>
  <inkml:trace contextRef="#ctx0" brushRef="#br0" timeOffset="12583">3373 1643 7569,'17'-27'-739,"0"10"1,-5 9 863,-1 8 0,3 0 620,9 0 1,-4 15-334,4 8 1,-4 10-27,-1 7 1,-1 5-204,0 7-121,1 7 1,-7-3 132,1 7 0,-8-5-12,1 5 1,-3-5-468,-2 5 1,-2-9 219,-3-2 1,1 0-357,-8-6 1,1-4 104,-7-1 1,-1-11-51,-4-1 1,-4-8-40,-7 2 404,-1-3 0,-7 5 0,-3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8.2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156 5 7569,'8'-4'-259,"-8"4"1,-2 6 63,-10 17 1,1 13 508,-6 16 0,-1 10-91,1 13 1,0 1-164,-1 5 1,1 2 15,0-8 0,7 0-5,4-6 1,5-14 104,1-3 1,13-19-43,4-4 0,12-10 5,0-7 1,4-5-51,1-7 0,1-2-113,-1-3 1,-1-13 111,-4-11 1,2 3-2,-8-3 0,0 0-283,-6-6 1,-7 1 28,-5-1 1,-3 1 128,-2-1 0,-13 8 5,-4 4 1,-6 6-92,-1 5 0,3 5 68,-8 7 0,3 9-20,-3 8 0,-2 3-36,8 8 0,6-1-62,5 2 0,8 2 125,-1-8 0,5 0 4,5-6 1,5-1-820,7-5 864,8-3 0,2 0 0,8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8.5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69 7569,'0'-9'-1454,"-6"-7"1119,0 5 335,1 3 1286,5-7-793,0 13 1,2-6-293,3 8 1,11 4-35,7 8 0,0 1 11,-6 16 0,0 0 0,1 5 0,-3 1-415,-3-1 1,1 1 131,-7 0 1,0-7-15,-6 1 0,0-8 184,0 2 1,0-3 140,0-3 1,-6-5-176,0-1 1,0-5 21,6 5 0,2-7 11,4 2 0,-2-4 28,7-2 0,3 0-300,9 0 1,-2 0-90,8 0 0,7-2-114,10-4 0,4 2 241,2-7 1,0 7 169,0-2 0,8-11 0,1-2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8.71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0 7807,'-9'0'376,"1"0"48,8 0-232,8 0 1,1 2-311,8 4 0,1-2 16,-1 7 0,8-7-165,4 2 0,-2 2 85,2-2 1,-6-1 148,5-5 1,-4 2 32,4 4 0,-7-4 0,4 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8.86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 1 7954,'-25'17'868,"11"-5"-458,-3-1-208,11-7 1,-2 6 84,8-5 1,2-3 120,4 4-260,11-4-580,10-2 0,4 0 244,4 0 0,-3 0-228,14 0 1,-5-6 89,5 0 326,-8-7 0,12 3 0,-5-7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9.57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16 138 6804,'0'-17'-841,"0"0"1537,-8 0 0,6-1-234,-3 1 1,5 2-253,5 3 1,5-1-16,7 7 0,-5 0-157,-1 6 1,7 0-6,5 0 1,5 2-134,-4 4 0,4 3 83,-5 9 1,0-1-124,-5 0 1,-1 1-34,0-1 1,-7 0 68,-4 0 0,-4 1 111,-2-1 1,-8 0-31,-4 1 1,-5-1 67,-6 0 1,2 0-67,-8 1 1,2-1 68,-2 0 1,4 1-42,8-1 0,6-6 6,-1 1 0,8 0-14,-2 5 0,6-6 15,6 1 1,4-1-28,7 7 1,6-1 19,0 0 1,8 3-18,-2 3 1,3-4 5,3 4 1,-6-4 1,0-2 0,-8 1 2,2-1 0,-6 0 0,-5 1 306,-5-1-244,-7 0 1,-15-2-43,-8-3 0,-8 3 7,-3-3 1,-1 1-170,0-1 0,1 1-27,-1-7 1,1 0-144,-1-6 0,14 0-231,4 0 174,3 0 0,7-8 369,7-3 0,15-5 0,12-1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5:59.88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35 102 7569,'0'12'392,"0"-1"1,-6 3-355,0 9 1,-5-2 122,5 8 1,0 0 48,6 5 0,2 1-107,4-1 0,4-5-119,7 0 0,0-8-90,0 2 1,6-4 100,1-1 1,1-9-23,-2-3 0,-2-6 20,8-6 1,-6-3-12,5-9 1,1-7-18,6-3 1,-6-5-114,-1-2 0,-4-1 60,4-5 1,-7 5-75,3-4 1,-7-3 39,-6 3 1,3 5 77,-8 7 0,5 12 251,-5-1-212,0 11 0,-6 0-58,0 12 1,0 11 161,0 12 0,0 6 274,0 5 1,2-3-282,3 3 0,-1-3-169,8-3 1,-1 1-435,6-1 1,7-1 246,-1-4 1,2 2 263,-2-8 0,4 0 0,7-6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2.8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35 7569,'9'-7'0,"-1"5"0,-8-8 716,0 4-136,0 4 84,0-5-298,0 7 0,2 0-432,4 0 67,3 0 0,8 0 2,1 0 0,-1 6-104,0-1 0,3 7-130,3-6 0,-2 5 191,8-5 0,-8 5-756,2-5 1,-4 6 795,-2-7 0,1 9 0,-1-4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2.9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18 7569,'-9'9'585,"-5"1"916,9-4-667,-1-4-542,6 5 0,8-7-155,3 0 1,6 0-176,6 0 1,4 0-150,8 0 0,5-2 210,1-3 0,-1 3-1018,-5-4 0,-1-2 995,1 3 0,7-9 0,2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2.26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1 201 7569,'0'-18'94,"0"1"0,0-2 1,0-2 430,0-2 0,7 0-319,5 5 1,-2 7-90,1-1 1,3 9 65,9-3 1,-2 4-196,8 2 1,-1 0 64,7 0 0,-2 2-161,-5 4 0,5 3 107,-4 8 0,-6 6 74,-6 1 1,-1 4-254,-11-5 1,1 2-71,-6-2 1,0-3 79,0 3 1,-2-6 92,-3-5 0,-5 1 22,-7-7 0,-1 5 8,1-5 0,6 6 73,-1-7 1,6 3-57,-5-2 0,7-2 3,-2 7 1,4-5 7,2 5 1,0-5-4,0 6 0,8-6 69,3 5 1,5 1-72,1 5 1,8 0 44,4 0 1,3 1-37,3-1 0,-6 0 5,0 1 0,-2-1 59,1 0 0,-3 1 50,-7-1 37,-9 0 47,-1 0 1,-18 1-126,-7-1 0,-8-5-20,-9-1 1,-9 1-80,-3 5 0,2-2 57,-2-3 0,7 1-334,-1-7 1,5 0 1,7-6 0,3 0-557,7 0 639,9-8 0,9-2 234,11-7 0,20-8 0,6-2 0</inkml:trace>
  <inkml:trace contextRef="#ctx0" brushRef="#br0" timeOffset="367">883 201 7569,'9'0'0,"-1"0"163,-8 0-26,0 0 1,-8 0 94,-3 0 0,1 7 108,-1 5 0,5 5-139,-6 6-64,9 12 1,-5 9 45,8 8 1,0-6-90,0 0 1,8 0-20,3 6 0,12-9 72,6-9 1,6-1-229,5-10 0,-4-8 77,5-9 1,1-4-110,-2-2 1,1-4-22,-7-8 0,-5-1 31,0-16 0,0-5 92,5-7 1,-7-5-22,-4 6 1,-2-10-153,2-2 0,-9 0 50,3-6 0,-9 5 72,3 1 0,-7 2-7,2 4 1,-4 5-104,-2 13 274,0 3 145,0 15 1,0 10-100,0 11 1,0 13 19,0 4 0,0 13-113,0 5 1,0-2 26,0 2 0,2-2-268,4 2 0,-3 2 104,9-7 0,0 1-395,5-2 1,6-9 30,0 4 0,2-12-96,-2 0 0,-2-6 542,8-5 0,7-5 0,9-7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1.4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69 70 7454,'-7'-10'-475,"-3"3"776,0 7 0,3 2 19,7 3-180,0 5 1,0 7 76,0 0 1,2 1-8,3-1-140,5 8 324,7 2-158,1 0 0,-1 6-132,0-14 264,0 13-173,8-5 0,-5 0 157,3-4-225,4 4 1,-14-8 13,4 4 1,-3-3 51,3-3-323,-7 0 1,-3 1 115,-7-1 1,-2-6-465,-3 1 1,-11-6 267,-7 5 1,-8-7-726,3 2 0,-5-4 59,-2-2 876,1 0 0,-8-8 0,-3-2 0</inkml:trace>
  <inkml:trace contextRef="#ctx0" brushRef="#br0" timeOffset="134">0 87 7569,'27'-17'504,"-2"0"-246,-8-1 0,8 7-34,4-1 0,4 8-18,1-1 1,1 3-318,-1 2 1,9 0 146,3 0 1,4 0-695,2 0 1,-6 2 166,0 3 491,-8-3 0,5 14 0,-9-7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0.9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35 7759,'-8'-9'882,"6"3"-695,-4 12 0,4 3 0,2 9 0,0 5-75,0 0 1,0 7-95,0-1 0,0 4 141,0 2 0,0-1-24,0 1 1,2-8-262,4-4 138,4-4 0,9-2-27,4 0 0,-4-7 95,4-4 0,4-4-117,2-2 0,-2 0 66,2 0 0,-1-6-180,7 0 0,0-7 75,-1 1 0,-5-3 104,0-2 0,-8-1-258,2 1 1,-4 5-974,-2 1 574,1-1 0,-7-3 34,1 4 595,-8 3 0,-4 0 0,-10-1 0</inkml:trace>
  <inkml:trace contextRef="#ctx0" brushRef="#br0" timeOffset="190">381 18 7569,'0'-10'424,"0"3"-14,0 7-273,0 0 1,0 7 79,0 5 1,-2 13 89,-4 10 1,4 1-345,-4 10 0,-1 0 88,1 6 0,0-6-337,6 0 0,0-7 200,0 1 1,0-3-499,0-3 1,2-1 157,4-4 0,-2 1 426,7-6 0,8-1 0,8-6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0.27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35 415 7569,'-12'0'504,"3"-2"-273,1-4-259,2 5 1,6-9 403,0 4 1,8 4-169,4-3 1,9-3-143,2 2 0,6-2-37,-6 3 1,7 1-100,-1-8 0,-2 6-295,2-5 1,-8 5 198,2-5 0,2 5-399,-2-6 1,0 7 260,-6-7 0,-5 6 304,0-5 0,-1-1 0,6-5 0</inkml:trace>
  <inkml:trace contextRef="#ctx0" brushRef="#br0" timeOffset="167">277 0 6613,'0'17'1246,"0"1"0,0 12-959,0 5 0,0 5-389,0 1 0,0 1 131,0 4 1,8 4-661,3-4 1,-1-4 241,1-1 1,-1-3 388,2 3 0,3-5 0,-6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6.0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0 243 7569,'0'-10'347,"0"-5"0,0 11-44,0-8-174,0 8-36,0-3 1,0 16 101,0 9 0,2 3-169,4 13 1,-4-1 48,4 13 1,1-6 104,-1 7 1,2-9-104,-2 2 0,5-3-279,12-3 1,-2-7 24,8-4 0,-2-11-69,2-6 1,7-4 117,-7-2 0,8-14 100,-8-3 0,3-16-106,3 4 0,-1-15 62,1 4 0,0-2 3,-1-5 0,-7 7-43,-4-6 0,-9 2-1,-3-2 0,-7-2 101,2 7 0,-4 1 2,-2 5 1,5 14 256,1 4-123,0 11 86,-6-2 0,0 18-52,0 7 0,0 8-99,0 10 1,2-1-10,4 1 0,-3 5 2,9 1 0,-6 1-82,5-2 1,1-3-175,5 3 0,6-9-417,0-2 1,6-8 107,-6 2 513,0-4 0,2-9 0,2-2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6.2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51 0 7752,'-17'0'288,"5"0"37,0 0-80,9 0 1,-3 0-84,12 0 1,3 6-223,9 0 1,-1-1 44,0-5 1,6 6-241,0 0 1,8 0 40,-2-6 0,-4 0-78,-2 0 1,2 0 164,-2 0 127,0 0 0,-6 7 0,1 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6.3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1 7569,'-10'7'648,"2"-5"-482,8 14 0,8-14-70,4 3 0,11-3-61,5-2 0,5-2-207,2-3 1,-1 3-496,1-4 367,-8 4 300,5 2 0,-5-8 0,8-1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5.19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1 122 7569,'9'-2'234,"-3"-4"478,-4-5-645,-2-5 0,0 5 329,0-1-76,0 8 0,2-3-90,4 7 0,-5 9 0,5 8 0,2 8-87,-2 10 1,-1 7 51,-5 4 0,0 4-219,0 2 1,0 0 58,0 0 1,0-2-134,0-4 0,6 2-191,0-8 0,2 1-271,-3-7 1,-1-7 139,8-4 0,-6-5-258,5-7 1,-5 3 677,5-9 0,1 1 0,5-6 0</inkml:trace>
  <inkml:trace contextRef="#ctx0" brushRef="#br0" timeOffset="258">398 122 7569,'-15'-18'478,"3"1"-207,5 8 1,9-5-331,3 8 33,5 1 0,2-1 143,-1 0 0,6-2 47,6 3 1,8 3-291,-2-4 0,-2 2 83,2-2 0,-1 4 84,7-3 0,0 3 41,-1 2 0,-5 0-14,0 0 0,-6 0-15,6 0 1,-8 9 19,2 9 0,-4 1-53,-2 10 1,-5 1 3,0 11 1,-9-3-231,3 8 1,-4 0 83,-2 6 0,0-2-425,0-4 1,-2 10 228,-4-4 1,-3-2 317,-9-4 0,-7 0 0,-1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7.5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17 35 7543,'-7'-9'851,"5"-7"-392,-6 14-253,8-5 1,0 9-165,0 3 1,0 13 93,0 10 1,0 5-81,0 2 1,0 5-96,0 0 1,0 3-95,0-3 1,0-3 150,0 3 1,2-4 21,4-1 0,3-8-1011,9-4 0,-1-4 971,0-2 0,8 1 0,2-1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10.0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35 295 7569,'-17'9'1186,"8"-1"-645,1-8-347,8 0 1,9 0-65,9 0 18,7 0 1,19 0 11,8 0 0,9-8-82,14-3 0,4-5-295,7-1 1,7 0 316,-1-1 0,6-1-388,-6-4 0,2 4 416,-1-4 0,-7-2-165,0 2 1,-3 0-119,-14 6 0,2 1 73,-13 5 0,-8-3-131,-10 8 0,-5 1-283,-6 5 1,-4 0-748,-8 0 351,-7 0 1161,-3 7-269,-14 11 0,-5-3 0,-11 8 0,-6 0 0,-3-4 0,-3-3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09.09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69 9054,'-10'0'998,"3"0"-766,-1 0 151,6 0-369,-6 0 98,8 0-263,0-7 75,0 5 0,0-8-124,0 4 231,8 4-3,-6-13-13,13 13 0,-13-6 19,6 8-3,-8 0-161,0 0 100,0-7 68,0 5-36,0-6-10,0 8 31,0 0-21,8 0-2,-7 0 0,7 0 0,-8 0 0,2 0 0,4 0 0,-4 0 0,7 6 0,-3 0 0,-2-1 0,7-5 0,-5 0-15,6 0 0,-6 0-24,5 0 0,-5 0-47,5 0 11,1 0-7,5 0 2,0 0 25,1 0-73,-1 0 58,0 0 37,1 0 1,-7 0-39,1 0 4,-8 0-10,11 0 8,-13 0 96,6 0-90,-1 0 55,-5 0-41,6 0-91,-8 0 0,-2 0-177,-4 0-222,4 0 268,-5 0 1,5 2-585,-4 4 855,4-4 0,-6 13 0,8-5 0</inkml:trace>
  <inkml:trace contextRef="#ctx0" brushRef="#br0" timeOffset="537">329 69 7569,'-8'-9'-74,"6"1"1,-5 6 463,7-4-171,0 4 1,-2-5 196,-4 7-26,4 0-195,-6 0 0,2 7-12,1 5 1,-3 5 11,2 6 0,2 4-160,-7 8 1,1 5-105,-1 0 1,3 8-196,8-1 1,0 2-82,0 3 0,0-2-441,0-4 0,0 2 786,0-7 0,0 7 0,0-4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6:54.36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243 87 7716,'-17'0'200,"7"-2"-270,4-4 53,4 4 0,2-8-17,0 5 681,0 3 1,8-8-212,4 4 0,3 2-212,2-7 1,2 7-64,5-2 0,-3-1-94,7 1 1,-1 0 98,2 6 0,4 0 42,-4 0 0,-4 0-73,-2 0 1,2 0-82,-2 0 0,-2 8-309,-10 3 0,3-1 155,-8 1 0,-1 1 111,-5 5 1,-2 6 6,-3 0 0,-5 2-157,-7-2 0,-8-1 29,-4 6 1,2-7 95,-2 3 1,0-3 4,-5 2 0,1-4-10,4 4 0,4-4 155,8-2 1,2-5-31,3 0-67,-3-9-13,13 13 1,2-14 271,11 3 1,11-3-157,1-2 0,7 0-107,-1 0 1,6 0 55,5 0 1,-5 0 3,-1 0 0,7 2-210,-7 4 1,-1-2 43,-4 7 1,-8-5 77,2 6 0,0-1-26,-6 7 0,2-1 134,-13 0 0,0 0 48,-6 1 1,-10 5 160,-7 0 0,-8 6-192,-9-6 0,-9 6-29,-3-6 1,-10 5 234,-1-5 0,-7 6-30,7-6 0,-7 0-310,7-5 1,5-3 74,6-3 1,13-3-778,-2-3 1,12-4-73,0 4 1,6-6-404,6-6 0,3 0 377,8-11 802,0 3 0,15-26 0,4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06:57.7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114 97,'-44'-27,"9"-6,18 22,1-12,14 21,2 40,10 20,-2-7,-1 3,5 44,3-2,-3-21,3 16,3 1,-1 6,0 0,-8-47,1 0,2-2,-1 0,11 47,-8-47,0 0,9 41,6 2,-6-3,6-3,-8-7,2-4,-3-4,-3-2,0 0,0 1,-7-9,5 22,-13-10,6 13,-8-24,0-20,0-17,-8-16,-28-97,18 11,13 16,3-51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06:58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1055,'19'-36,"-3"3,-9 16,-5-1,14 1,-7 0,8-8,1 6,7-14,-6 14,14-6,1 7,3 1,13 8,1-7,11 14,15-13,5 5,5-7,-4 5,-14 1,0 5,0-5,6 1,0-2,8-1,-3 7,-1-7,2 1,-1 3,7-3,-1 6,1-5,5 5,0-5,6-1,-5-5,-44 8,1 0,48-8,-47 8,0 1,1 0,0-1,1-3,0 0,1 1,1-1,-2 0,0-1,2 1,-1 1,-2 4,-2-1,2-4,0 1,0 3,2 1,3-5,1 1,-2 0,-1 0,-2 0,-2-1,-1 3,0-1,2-1,0-1,42-7,-42 10,0 1,42-15,-45 11,0 0,47-5,2 6,-4-1,-7-5,-3 5,-3 1,-4 7,-8-2,0 4,16 2,3 0,0 0,-3 8,-31 2,-4 7,-23 0,-2 8,-16-6,-1 14,-8 2,0 9,-8 15,6 3,-13 22,13 1,-4 7,4-13,2-16,0 3,0 9,0-2,0 7,0-5,0 6,0-8,0 2,0 2,0-2,0 2,0-3,0-2,0 2,0-2,0-3,0 0,0 0,0 0,0 0,-6-5,1-1,-1 1,4 16,-4 1,4-8,-5 2,7 4,0 1,0 5,-8-23,6-3,-13-7,5-8,0-2,-13-15,20-2,-20-7,13-9,-15-1,-2-8,-15 0,-10 0,-10 8,-22-6,-12 5,40-4,-2 0,3-1,1 2,0 2,2 1,-28 5,-5-3,-2 3,-11-6,1 5,41-6,0 0,4 0,0 1,-1 1,-1 0,2-4,0-1,0 5,0 0,1-1,-2-1,-5 3,-1 0,-1 0,-1 1,-1 0,1-1,3 1,1 0,-3-1,1 1,1 0,0-1,-1 1,-1 0,0-1,-1 1,1 0,-1-1,1 1,-1-1,2 1,1 0,3-1,0 1,-5 0,-1-1,6 1,1 0,-3-1,1 1,3 0,2-1,-47 4,0-1,7-1,-1 1,6-1,5-4,4-4,-7 5,-5-7,1 0,11 0,25-7,-2-28,66-26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09.7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1297 2604 7569,'10'-8'0,"-8"-7"147,-8-8 1,-7-6 301,1 6 1,3 0 93,-3 5-334,1 9 1,-7-5-27,1 9 1,0-1 22,-1 6 1,1 4-249,0 7 1,-2 5 89,-4 18 1,3-1 157,-3 13 1,6 0-94,5 6 0,-1 0-412,7 0 1,0-10 208,6-7 0,8-9 34,4-8 0,5-3 85,6-3 1,-2-5 5,8-7 1,-6-9 214,6-9 0,0-3-64,5-13 0,1 1-94,-1-13 1,-5 6-43,0-7 0,-8 9-386,2-2 1,-3-1 203,-3 7 1,-8 3-120,-3 14 185,-4 7-21,-2 2 1,0 12 111,0 8 0,0 7-70,0 16 0,0 1 5,0 4 1,0-3 81,0 3 0,2-5-19,4-6 1,3-4 28,9-8 0,-1-5-3,0-1 0,6-9-52,0-2 1,0-8 3,-5-9 1,-1-8 176,0-4 1,3-9-93,3-3 1,-6-9-36,0-1 1,0 3-31,-5-10 0,3 10-232,3-4 0,5 8 104,0 9 1,0 8 92,-6 4 0,0 12-16,1 5 0,-7 6-30,1 6 0,-1 11 238,7 12 1,-1 11-67,0 6 0,-5 4-102,-1 2 0,-1 0 84,1 0 0,3-2 68,-8-4 0,-1-6-7,-5-11 1,0-4 379,0-8-415,-7 1 1,-9-3-31,-7-3 1,-2-5-555,2-7 0,2-2 240,-8-3 1,8 1 189,-2-8 1,4 1 33,2-7 0,-1-7 0,1-1 0</inkml:trace>
  <inkml:trace contextRef="#ctx0" brushRef="#br0" timeOffset="488">3580 2431 7661,'-8'-12'0,"-3"1"154,-4-3 175,-3-1 1,7 0 401,-1 3-41,8 4-474,-3 8 0,9 8-10,3 4 1,-1 11-273,8 5 1,-3 7 87,3 5 0,9-3 160,-4 3 0,4-5 61,-3-6-815,7 3-284,-6-12 0,12 5 222,-8-8 0,6-8-16,-6-3 1,0-4 133,-6-2 516,0-8 0,8-9 0,2-10 0</inkml:trace>
  <inkml:trace contextRef="#ctx0" brushRef="#br0" timeOffset="1021">3563 2223 7569,'-17'0'-152,"-1"-7"-3,1 5 150,7-14 1,8 7-1,8-9 1,10 7 1062,1-1-740,8 1 1,4 1-102,-1 5 0,1 3-273,6 2 0,-1 0 89,1 0 1,-6 13-68,0 4 0,0 6 54,5 0 1,-5 4 55,0 8 1,-8 0-44,2-1 0,-4 6-79,-2 1 0,-5-1-33,0-5 1,-9-3 132,3-3 1,2-4 57,-2-8-34,-1 1 1,-3-9 114,4-3 1,-4-6-189,4-6 1,-2 1 47,1-13 0,5-3 16,7-13 0,1-3-90,-1-3 0,0-4-479,0-8 0,6-4 277,1 4 1,4 4 114,-5 13 1,0 9 117,-5 3 0,-1 11 280,0 6 0,-5 6-228,-1 6 0,-5 6-84,6 11 1,-8 3 204,1 9 0,-3 5 30,-2 1 1,6 1-154,0-2 1,1-9-27,-1 4 0,2-12-296,3 0 206,5-12 1,-7 3 19,9-8 0,-1-8 9,0-10 1,-5-3-5,-1-3 1,1-7-14,5-3 0,-1-11-30,-5-1 0,2-6-149,-7 5 1,6 1-5,-6 5 170,7 1-79,-11 7 40,6 10 1,-8 19 332,0 15 0,0 8-127,0 9 0,0 3-88,0 3 1,0-1 44,0 7 0,2-8-392,3 3 1,5-5-45,7-1 1,2-3-197,4-3 0,-3-4 267,3-8 0,2-7 298,-2-4 0,8-4 0,-5-2 0</inkml:trace>
  <inkml:trace contextRef="#ctx0" brushRef="#br0" timeOffset="1404">5085 2206 7110,'7'-35'-1032,"-5"9"1137,4 3 1,-4 3 791,-2 3-545,0 7 1,0 12-126,0 16 1,0 9-22,0 13 1,-6 10 51,0 7 0,-1 16 301,1 2 0,4 8-358,-4 3 1,4 1 33,2-1 0,0 1-154,0-1 1,0-13-130,0-3 0,0-5 16,0 4 1,0-15 116,0-8 1,-2-15 244,-3-8-388,3-4 1,-12-13-105,9-12 0,-7-13 29,6-22 1,0-5-10,6-11 0,0-7-36,0-11 0,0-5-239,0-13 0,4 43 0,0-1 180,1-4 1,2 0-1,1-3 1,1-1 90,2 1 1,1 1-1,-2 4 1,-1 2-7,2 1 1,1 2 0,15-33-140,2 12 0,-4 17 410,-2 17 1,-4 10 47,-1 14 1,-1 3 173,0 8 1,-5 16-293,-1 7 1,-7 13 3,2 5 0,-4 8 659,-2 3 0,-2 0-431,-4 6 1,-4 1-38,-7-1 0,0 0-220,0-6 0,-1-8-557,1-4 1,0-3 160,-1-3 1,7-9-496,-1-7 200,8-1 202,-3-15 0,9-8 5,3-11 460,13-12 0,9-6 0,7-9 0</inkml:trace>
  <inkml:trace contextRef="#ctx0" brushRef="#br0" timeOffset="2176">5534 2258 7569,'27'-35'-1491,"-2"8"1725,-8 4 1,1 6 1169,-1 6-908,0-5 1,-5 14-140,-1-3 1,-7 5-163,2 5 0,-4 7-29,-2 11 0,0-2-130,0 8 0,-6 0 17,0 5 0,-7 1-106,1-1 0,3-7 136,-3-4-341,1 4 110,1-8 105,-5 6 40,13-15 0,0-10-32,8-11 0,13-11-163,-2-1 0,6-7-25,0 1 0,4-4-24,8-1 1,-3-5 164,-3 4 0,4-1 93,-4 13 0,-4 0 86,-2 6 1,-4 7-166,-2 4-32,1 4 1,-9 12 177,-3 7 1,-4 2 571,-2 10-504,0 8 1,0-1-213,0 5 111,0 3 0,0-8-23,0 5 0,6-11-118,-1-1 1,11-10 83,1-1 0,0-3-6,6-9 1,-1 0-31,1-6 1,-4-8 74,4-4 1,-6-5 176,-5-6 1,3 2-186,-3-8 0,-5 0-43,-1-5 0,-4-1 1,-2 1 0,-8-1-123,-3 0 0,-10 1 34,-2-1 1,-2 3 44,2 3 0,3 4-3,-3 7 0,4 3-18,2 4 0,1 1-101,5 4-63,-5 4 106,15-5 0,-5 7 234,12 0 1,9-6 420,8 0 1,8-2-483,-2 3 0,1 3-4,-1-4 0,2 4-13,-8 2 1,6 2-44,-6 4 19,8 3 0,-12 16 159,4 4 0,-4 11 292,-2 7-253,1 2 0,-3 17-14,-3 3 1,-3 10 51,-3-4 0,-4 7-239,4-1 0,1 2 247,-1-3-99,0-3 0,-6-10 56,0-3 1,0-5-68,0-7-62,-8-8 1,4-9 197,-7-12 1,5-9 159,-6-3 0,7-7-157,-7 2 0,3-20-68,-3-9 1,2-9-344,5-9 1,3-13 174,-4-15 0,4-4 140,2-13 1,2-10-333,0 42 0,2-2 0,2-3 1,3-1-513,2-1 0,1 1 0,3 1 0,1 1 342,-2 0 1,1 0 0,0 4-1,2 3-173,18-30 0,-6 4 401,0 25 0,-8 12 547,2 17-259,-4 4-223,-2 9 1,-1 12-73,-5 15 1,-3 10 725,-8 14 1,-2 3-224,-4 8 1,-3 7-296,-9 5 1,1-3-269,0 3 1,-6-9-29,0 3 0,-6-6-97,6-6 0,-6 2-82,6-8 0,-4-1-170,10-10 63,-4-5 492,11-6 0,0-9 0,3-1 0</inkml:trace>
  <inkml:trace contextRef="#ctx0" brushRef="#br0" timeOffset="2830">6952 2327 7697,'-17'10'544,"0"-5"-448,7-3-96,2 6 0,10-4 633,4 7 1,6-7-200,11 2 1,4-6-755,7-6 204,1-3 1,1-9-39,5 1 1,-5-8-92,4-4 0,-9-3 104,-2-3 0,-8-1 107,2-5 1,-5 5-72,-7-5 0,-3-1-49,-8 2 0,-8-1-44,-3 7 1,-5 7 186,-1 4 1,-8 11 145,-4 7 1,-9 6 41,-3 11 0,1 7 214,5 16 0,1 7-134,-1 4 0,10 10-65,8 2 1,2-1-63,9-5 1,2-6 54,10 0 1,5-9-195,12-3 1,4-7 98,8-9 1,7-3-152,4-4 1,4-5 27,2-12 1,0-5-102,0-12 1,-2-4-34,-4-8 0,2-1 109,-8-4 1,1-5 39,-7-7 1,-1 1-94,-4-1 0,-4 2-372,-8 4 0,-2-2 275,-3 7 0,-3 3 131,-3 9 1,-4 10 113,4 7 1,-6 8 253,-6-1 1,-4 10-63,-7 7 0,-8 11-119,-4 6 1,2 9-29,-1 3 1,1 9 132,-2 1 0,-2 1 177,8 6 1,6-14-173,5-9 0,8-3-285,-1-9 433,3 1-200,2-15 0,7-3-169,5-12 1,9-11 86,2-12 1,14-9-17,-3-3 1,12-7-128,1 2 1,-3-4-750,2-2 0,-2 10 330,2 7 1,2 3 16,-7 9 0,-7 7 178,-5 11 1,-8 3-18,2 2 1,-4 0-681,-1 0 978,-9 7 0,-1 11 0,-8 8 0</inkml:trace>
  <inkml:trace contextRef="#ctx0" brushRef="#br0" timeOffset="3413">2629 4420 8762,'8'-18'1341,"-4"5"-1146,7-4 0,3 1 141,9-13 0,3 1-142,9-7 1,0-7-585,-1-4 1,-5-6 135,0-6 0,-2-3-84,2-9 0,-4 7 193,-8 0 0,-8-1 99,-3-5 1,-4 6-71,-2-1 0,-6 16-262,1 2 544,-9 15 1,5 14-67,-9 11 0,-5 16 74,0 13 1,-2 13-30,2 22 1,2 19-31,-8 15 1,18-39 0,1 2-275,-2 2 1,1 1-1,1 2 1,1 1 181,0 2 1,0 1 0,1 1 0,1 1-234,1 3 1,1 0-1,-2-3 1,0-1 249,4-2 0,0 0 0,-2-3 0,-1-1-113,3-3 0,0-2 1,-3 44-248,6-23 1,0-4-354,0-19 1,6-6 249,0-17 1,0-4-15,-6-8 0,0-9 572,0-16-135,5-11 0,1-4 0,-2-6 0,-2-4 0,-2-1 0</inkml:trace>
  <inkml:trace contextRef="#ctx0" brushRef="#br0" timeOffset="4279">2525 4644 7112,'-17'-7'-1027,"-6"-1"1228,0-4 1,2 3 702,9 3 1,-1 2-144,7-7-527,0 7 1,8-11 115,4 3 0,5 2-119,12-1 1,4 5-369,8-5 0,1-1 6,5-5 0,-3-6-48,8 0 0,0 0 114,6 5 0,-6-5-116,1 0 1,-7 0 86,6 6 0,-6 0-44,7-1 1,-9 1 68,2 0 1,-5 1 51,-6 5 0,-4 1 140,-8 4 1,0 4 17,1-3 17,-9 3 1,5 9-98,-9 5 1,1 5 62,-6 6 1,0-2-80,0 8 0,-2 0 17,-4 6 1,5-3 75,-5-3 1,2 4-4,-2-4 0,4 1-18,-4-1 0,-1 2 0,1-8-148,0 0 90,6-6-120,0-7 1,6-4 105,0-12 1,5 0-15,-5-11 1,2 3-121,-2-9 0,-5-2-55,5 2 0,2-5-141,-2 4 0,1-4 135,-1 5 0,-2-6 114,8 6 1,-7-2 47,7 2 0,-1 3-71,7-3 0,-1 6 5,0 6 1,0-5 11,1 5 0,5-3 32,0 3 0,6-3 40,-6 9 1,8-9 114,-3 3 0,3 3-67,-2 2 0,4 2 36,-5-2 0,-1 5-102,2-5 1,-8 4 3,2 2 0,-3 0 22,-3 0 1,0 0 69,0 0-158,1 0 0,-1 0 58,0 0-105,-7 0 78,5 0 10,-13 0 1,8 0 6,-4 0 1,-5 0 5,7 0 0,-8 0-81,0-8 73,0 6 1,0-7 6,0 3-5,0 4 2,0-6 1,-2 8-58,-4 0-4,5 0 51,-15 0 7,7 0 0,-9 8-9,1 3 1,2 5 25,3 1 0,-7 2 172,7 4 1,-7-1-77,8 6 0,-5 1-83,-1 6 0,2-1 20,3 1 0,4-6 36,8 0 1,0-8 53,0 2 0,0-4-90,0-2 0,2-5 22,4-1 1,4-7-62,7 2 0,0-4-137,1-2 1,-1-8 3,0-3 0,6-10-104,0-3 0,0-6 73,-5 1 0,-1-4-78,0-1 1,0-3 114,1-3 0,-3 3 6,-3-3 1,1 9-80,-7 2 0,0 14-37,-6-2 853,0 11-186,0-2-142,-8 24 0,0 1-123,-3 12 1,-3 3-95,9-3 0,-1 2-463,6-2 1,0 3 217,0-3 0,2-4 167,3-2 1,5 2-10,7-2 8,1 0 0,-1-5 0,0-1 0</inkml:trace>
  <inkml:trace contextRef="#ctx0" brushRef="#br0" timeOffset="4510">4600 4126 7675,'-23'0'324,"0"0"1,-6 0-259,6 0 1,-7 3-50,1 9 0,2 7 898,-2 16 0,2 1-391,-2 5 0,-1-5-337,7 4 0,5 3-97,7-3 0,7-1-141,-2-11 1,12 3 76,5-8 0,7-2-162,5-9 0,11 1-376,13-7 0,2-2 279,3-10 1,2-4 33,4-7 80,-4 0 0,5-2-689,-7-4 729,0 3 0,0-12 1,0 5-1</inkml:trace>
  <inkml:trace contextRef="#ctx0" brushRef="#br0" timeOffset="4696">4929 4056 7569,'-17'0'0,"-1"-2"0,1-3 1877,8 3-1310,1-6 0,8 6-264,0-4 1,8 4-172,3-3 1,12 3-519,6 2 0,6 0 33,5 0 0,-4-6-216,5 0 1,-3-5 169,2 5 1,-7-6-790,8 7 1188,-17-9 0,17 5 0,-14-9 0</inkml:trace>
  <inkml:trace contextRef="#ctx0" brushRef="#br0" timeOffset="5038">5292 3538 7569,'-17'17'0,"0"0"0,-1 0 0,3 1 672,3-1-50,-3 8 1,7 4-94,-3 11 0,-5 8 16,5 16 0,3 1-123,2 16 1,-1-1-228,1 7 1,0-3-257,6-3-993,0-4 1106,0-8 1,8-7 130,3-5 1,7-9-127,5-2 1,-4-9-1436,4-2 1000,-4-9 0,-1-16-693,-1-4 920,8-4 0,-6-10-221,4-4 0,2-18 547,-2-11 1,6-7-415,-6-4 0,0 1 32,-6-1 1,-1 2 22,-5 4 1,3-2 55,-9 7 1,7 9 828,-6 9-191,0 3-182,-6 11 1,-2 11-227,-4 15 0,2 8 5,-8 10 0,7 1 25,-7 4 1,8-3-34,-1 3 1,3-5 1,2-6 1,5 1-168,1-7 0,8 0-1709,-3-5 1775,5-1 0,1 0 0,0 1 0</inkml:trace>
  <inkml:trace contextRef="#ctx0" brushRef="#br0" timeOffset="5668">5552 4108 7569,'-24'-11'149,"1"-1"1,0 8 737,6-1-76,0-5-285,-1 8-343,9-6 1,9 8-57,11 0 0,11 0-583,1 0 386,7 0 0,-3 0-464,8 0 415,-1 0 0,1 2 43,0 4 1,-7-2-109,1 7 1,-6 1 89,6 5 1,-8 1 40,2-1 0,-3 2-17,-3 4 0,-6 2 68,1 4 1,-8 4 153,1-5 1,3 3-31,-2-2 0,0 2 51,-6-8 1,0 0-38,0-6 0,5-5 66,1-1 0,2-7-95,-2 2 1,-2-6 0,7-6 0,-5 0-41,5-11 0,1 4 18,5-11 1,-5-2-302,-1-3 0,-7-4 87,2-1 0,-4-1-29,-2 0 1,-6-5 95,0 0 1,-7 5 27,1 6 1,-3 8 309,-2-2 0,5 6-112,1 5 0,5-1-152,-6 7 135,8 0-93,-3 6 0,14-2-89,5-3 0,11 1-207,6-8 0,-2 6 157,2-5 0,5 7-100,6-2 0,1-1 112,-7 1 1,1 0-3,0 6 1,-7 2-34,1 4 1,-6 3 22,6 9 1,-14 7 254,3 3 1,-12 7 12,-1 5 1,-3-1 41,-2 7 0,0-8-59,0 3 1,0-5 64,0-1 0,-6-8 414,1-4-142,-1-4-361,6-9 1,2-3 44,4-7 0,-1-15-157,13-8 0,-3-10-205,14-7 1,-6-4-232,6-8 0,5-6 115,7 0 1,1-1-277,-2 1 0,-3 12 592,3 0 1,-5 15-121,-6 8 1,-4 6-108,-8 5 0,0 7 127,0 10 1,-7 7 783,-4 11 0,-4 6-462,-2 11 0,0-1-190,0 7 1,0-6-477,0 6 1,0-7 418,0 1 0,7-4 0,3-1 0</inkml:trace>
  <inkml:trace contextRef="#ctx0" brushRef="#br0" timeOffset="5792">7696 4212 7569,'-35'10'-1338,"1"-3"1338,7-7 0,-6 8 0,6 2 0</inkml:trace>
  <inkml:trace contextRef="#ctx0" brushRef="#br0" timeOffset="-2936">5949 529 6269,'0'-18'0,"0"1"0,0 6 443,0-1 1050,0 8-1093,0-11 0,0 15-178,0 0 1,0 15-82,0 14-59,0 4 1,0 9-11,0 4 1,6 2 69,0-2 1,1 2 30,-1-7 0,4-1-29,7-6 0,0-7-399,1-4 0,5-11 154,0-6 1,2-4 125,-2-2 0,-4-2-4,4-4 0,-2-9-5,2-8 1,-3-8-122,3 2 1,-4-6 87,-2-5 0,-5 2 48,-1-9 0,-7 9 4,2-2 1,-4 3-225,-2 3 1,0 7-97,0 4 233,0 3 1,-2 5-79,-4 4 66,4 3 0,-11 10 266,7 4 1,-6 3-31,7 8 0,-1-5-144,6 0 1,0-1 17,0 6 0,0-5-196,0-1 179,0-7-22,0 12-43,0-14-1,0 5 38,0-7 0,2-2-2,4-3 0,-5 1 0,5-8 1,-4 8-139,-2-11 132,0 5 0,0-7-3,0 0 1,-6 5-3,1 1 1,-7 5-4,6-6 0,-5 1 28,5-6 1,-6 5-37,7 1 12,-9-1 1,5-5 17,-9-1 0,7 7 41,-1-1-48,1 8 2,-6-11 0,-1 13 36,1-4 1,2 6 2,3 6 0,-3-2-5,3 8 0,-3-1-24,-3 6 1,1 3 3,0 3 1,0-2 6,-1 8 0,7-1-37,-1 7 0,6-6-45,-5 0 1,7 0-120,-2 5 0,4-5 133,2 0 1,0-6 23,0 6 1,8-8-805,4 2 0,3-6 54,2-5 771,1 3 0,7-5 0,1 7 0</inkml:trace>
  <inkml:trace contextRef="#ctx0" brushRef="#br0" timeOffset="-2238">6364 477 7569,'0'-12'338,"0"1"-63,0 7 190,0-4-256,0 8 0,0 2-33,0 4 1,0 11 11,0 12 0,0 6-92,0 5 0,0-2 87,0 8 1,0-7 11,0 1 0,2-3 0,4-3-1,4-7-413,7-4 1,0-4 154,0-1 1,1-9 71,-1-3 1,6-4 28,0-2 1,2-2-9,-2-4 0,-4-5-132,4-12 0,4 2 57,2-8 1,-4 0 92,-2-6 0,2 1 0,-2-1 0,-2-5-467,-9 0 0,3-7 170,-3 7 0,-4 0 135,-3 5 1,-3 8 64,-2 4 131,0 4 288,0 9-248,0 3 1,-7 11-110,-5 7 0,2 8 77,-1 16 1,1 1 186,-1 5 1,-3 3-97,9 8 1,-7-6-216,6 0 1,0-6 51,6 6 1,0-9-234,0-2 152,8-1 1,2-17 47,7 1 0,-5-9 5,-1-9 1,1-2-74,5-3 1,0-13 325,1-10 1,1-5-156,4-2 1,-4-5-242,4 0 1,2-12 104,-2 6 0,2-8-74,-2 8 0,-6 3-15,1 3 0,-1 9 35,-5 3 1,1 12 21,-1-1 1,-3 11-115,-3 0 490,-4 4 1,6 12-129,-8 7 1,0 8-117,0 10 0,0 1-45,0 5 0,0-5-66,0 5 0,0-5-350,0-1 0,0-3 165,0-3 1,7-4 139,5-8 1,3 1-292,2-1 1,3-2 395,3-3 0,-4-4 0,6-8 0</inkml:trace>
  <inkml:trace contextRef="#ctx0" brushRef="#br0" timeOffset="-1829">7661 373 7569,'2'-15'0,"4"3"0,-4-3 58,4 3 0,-2 3 445,1-3-366,-3 1 1,6-1 41,-8 0-112,0 9 0,0-7 203,0 4-220,0 4 0,-8-5-143,-3 7 0,-5 0 79,-1 0 0,-2 7 161,-4 5 0,2 3-185,-8 3 1,8-1-197,-2 0 334,11 0 1,4 1 83,8-1-113,0 0 0,8 1 10,4-1 0,9-6-98,2 1 1,2-1 95,-2 7 0,2-1 4,4 0 0,1-5 1,-7-1 0,0 3-183,-5 9 1,-3-4 107,-3 4 0,1-4 41,-7-1 0,0 1-21,-6 4 1,-10-4 8,-7 4 0,-2-2-32,-10 2 1,0-3 38,-6 3 0,-1-4 10,-5-2 1,9-5-103,-9-1 0,15-7-582,-9 2 0,12 2-310,0-3 392,4 1 0,9-8 204,4-4 1,6-3 342,6-9 0,4 1 0,22-8 0,5-2 0</inkml:trace>
  <inkml:trace contextRef="#ctx0" brushRef="#br0" timeOffset="-1412">7852 477 7569,'17'-18'-459,"0"1"-57,0 0 0,-7 5 1866,-4 1-447,-4 7-608,-2-4 1,0 12-113,0 8 1,-2 1 162,-4 16 0,4 6-176,-4 5 1,-1 6-213,1-6 1,0 1 179,6-7 1,0-1 67,0-4 1,8 1-340,3-6 1,5-7-124,1-6 0,0-7 166,1 2 0,5-6 5,0-6 1,2-3 183,-2-9 1,-2-5-145,8 0 0,-8-6-92,2 6 0,-4-6 81,-2 6 0,1-5-178,-1 5 156,0 0 0,-5 13-12,-1 4-1,-7 4 0,4 6-27,-8 8 0,0 7 342,0 15 1,0 1-62,0 0 1,6-7-142,-1 1 0,9-8-4,-3 2 0,10-5 6,3-7 1,-1 3 86,-6-9 0,0 1-88,0-6 0,-1-7-2,-5-5 1,5-5-11,-5-6 1,-1-4 192,1-8 1,-7-1-166,2-5 1,-4 3-302,-2-8 1,0 0 28,0-6 0,0-6-156,0 0 1,0 8-255,0 10 0,0 6-144,0 5 240,0 4 547,0 15 0,0 10 0,8 10 0,1 7 0</inkml:trace>
  <inkml:trace contextRef="#ctx0" brushRef="#br0" timeOffset="-894">8699 650 7569,'8'9'-762,"-7"-1"1451,15-8-44,-14 0-424,13 0 1,-5-6-266,7 0 0,0-7 88,1 1 0,-1-3 156,0-2 1,1-6-23,-1 0 0,0-8-724,0 2 0,-1-4 297,-5-1 0,-3-1 110,-8 1 1,0-5 116,0 5 0,-2 3-21,-4 14 0,-3 1 233,-9 5 0,-1 5-57,-4 12 0,2 3-69,-8 9 0,6 9 59,-6 7 0,10 3 140,2 9 0,1-6-202,11 6 1,-1-5-123,6 5 1,8-8 141,3 2 1,6-11 4,6-6 0,4-3-195,8-3 0,1-8 85,5-3 1,3-4 4,8-2 0,-6-9-6,0-9 1,-7-1 100,1-10 0,-4 0-84,-1-5 1,-6-3-5,0-3 0,-8-2-4,2-4 1,-4-2-67,-2 7 1,-5 1-61,-1 5 0,-7 3 75,2 3 0,-4 10-17,-2 7 22,0 8 0,-2-2 444,-4 12 0,-3 6-99,-9 11 0,1 6 8,0 11 0,1 4-150,5 8 1,-5-2 20,5-4 1,3 4-243,2-4 1,5-6 88,1-5 0,0-2 108,0-10 0,0-6 46,0-5 139,0-9 1,1-4-101,5-17 0,6-3-197,11-13 1,2 1 17,4-13 1,5 0-90,1-6 1,-1 0-711,7 0 0,1 2 430,-2 4 0,1 4 168,-7 7 1,-5 8 69,0 4 108,-8 12 0,4-5 0,-8 7 0</inkml:trace>
  <inkml:trace contextRef="#ctx0" brushRef="#br0" timeOffset="-4467">3632 269 7569,'0'-27'4,"0"4"-1,0 4 1,0 2 259,0-1 484,0 1-91,0 0-390,0 7 1,0 12-131,0 15 1,2 10 11,4 14 0,-4 11 42,3 11 0,-1 8-89,2-2 1,-2 4-758,7-9 1,-1 1 262,2-2 1,3-3-45,-4-8 1,-1 4 436,2-5 0,-1 5 0,6-12 0</inkml:trace>
  <inkml:trace contextRef="#ctx0" brushRef="#br0" timeOffset="-3849">3355 788 7569,'-17'10'0,"6"-3"0,-1-7 0,8-2 526,-2-3-260,4-5 0,10-7 187,4-1-316,11 1 1,4 0 45,7 0 1,3-7 11,3 1 0,-2-7-728,9 1 0,-1-4 341,6-1 0,-2-1 209,-4 0 0,2 1-56,-8-1 0,0-3-279,-5 3 0,-2-3 221,-5 9 1,3 2 98,-8-2 1,0 14 120,-5-2 361,-1 3-291,0 5 1,-5 16-84,-1 16 0,-7 12-11,2 11 1,-6 2-13,-6 15 1,-2 9-188,-3 8 1,-3-9 58,9-1 1,-7-9-81,6-3 0,1-5 169,5-18 0,0 2-22,0-14 0,5 0 476,1-6-331,8-7 1,-5-3-136,9-7 0,-1-13 17,0-5 1,6-10 46,0-1 0,6-10-49,-6-1 1,0-2-64,-6 1 1,7 7 40,-1-1 0,0 8-162,-6 10 1,-2 6 165,-3-1 0,1 10-37,-7 2 0,6 8-17,-7 9 0,3 8 0,-2 4 0,-4 4 149,3 1 0,5-5-61,2 0 1,3-8-25,2 2 0,2-4 41,5-2 0,-3-7-2,7-4 1,1-4 106,6-2 1,-1-8-89,1-3 0,0-7-35,-1-5 1,1-4-35,-1-7 1,-5-9-309,0-3 0,-10-2 141,-1 2 0,-3-4 159,-9 4 0,-1-4-245,-5-2 0,0 16-358,0 7 1,-7 10 498,-5 7 1,-11 8-65,-6 16 1,-3 9-33,-3 19 1,6 6-9,0 12 1,8-4 714,-2 4 1,12-5-266,5-1 1,6-8-93,6-3 1,11-7-398,12-5 0,11 2-444,6-8 0,4-2 667,2-9 0,8 3 0,1-5 0</inkml:trace>
  <inkml:trace contextRef="#ctx0" brushRef="#br0" timeOffset="-7586">416 494 7569,'0'-31'50,"0"-3"0,0-10 138,0 3 0,0-1 128,0 2 1,0-3-82,0-3 0,0 6-52,0 11 1,0-2 206,0 8 184,0 0-193,0 6-179,-8 7 0,4 12-36,-8 15 1,7 12-12,-7 17 0,6 10-92,-5 19 0,1 13-214,5-36 1,-1 0 0,-2 1 0,0 0 228,3 4 1,-1 1-1,-2 0 1,0-1-59,0 4 0,-1-1 0,3-4 0,1-2-484,-1 1 1,0 0-1,-3 37 245,-3 0 1,-3-13-20,3-16 0,2-11 249,-1-12 0,-1-11 237,-5-6 1,6-5-48,-1-7 0,1-3-147,-7-8 1,1-2 380,0-4 1,1-11-360,5-12 1,-3-6 40,9-5 1,-7-4-223,6-8 0,0 2-51,6 4 1,2 11 281,4 12 1,-4 4-58,4 2 1,3 7 96,3 4 0,3 6-111,3 6 0,-1 6-40,0 11 0,6-2 40,0 8 1,8-2-31,-2 1 0,6-3 21,5-7 1,-4-1-101,5 0 0,1-7 100,-2-4 1,6 1-17,-5-1 1,-1-2-46,-5-10 1,-1 2 25,1-7 1,-8 5-102,-4-5 1,-4-1 67,-2-5 0,1 5 36,-1 1 0,-6 1-97,1-2 1,-8-3-427,2 4 365,3-5 0,-7-1-72,4 0 0,-4-6 60,-2 0 1,0-2 56,0 1 0,0-2 121,0-9 0,-6 2-86,0 5 1,-7-5-26,1 4 0,-3 2 159,-2-2 0,5 14 218,1-2 1,5 11-58,-6 0-197,1 4 0,-5 6 223,5 8 0,1 7-19,5 15 0,3 3-86,-4 3 1,6 2 45,6 5 1,3-3-56,8-4 1,1-5-22,-1-1 1,6-1-3,0-10 0,6 4-25,-6-10 1,6 4-8,-6-9 1,6-4-2274,-6-3 0,6-3 270,-6-2 1915,7 0 0,-10-15 0,5-4 0</inkml:trace>
  <inkml:trace contextRef="#ctx0" brushRef="#br0" timeOffset="-5412">1401 961 7110,'0'-17'-267,"0"7"447,0-5 0,0 13-79,0-6 1,0 6 63,0-4 14,0 4 27,0-5-104,0-1-6,0 6-141,-7-6 77,-3 1 0,-7 5 32,-1-4 1,7 12-42,-1 5 1,1 5-82,-7 1 0,1 2 104,0 4 1,1 2-1,5 4 1,-2 4 4,7-4 1,-6-2 9,6 1 1,1-7 10,5 3 1,2-11-22,3-1 1,-1-9 9,8 3 0,-6-4 12,5-2 1,1 0-58,5 0 1,-2-8 5,-3-3 0,3-5 0,-3-1 0,-3 0-32,3 0 0,-6-3-120,5-3 1,-5 4-17,5-4 0,-7-2 39,2 2 0,2 0 70,-3 6 0,3 1-31,-2 5 1,-4 1 295,4 4 15,-4 4-107,-2 2 0,0 12-47,0 11 0,0-2 149,0 8 1,0-6-118,0 6 0,0-2-24,0 2 1,5 1-236,1-7 0,7 2 86,-1-2 0,-2-9 112,1 3 1,-5-9-312,5 3-537,1-7 549,5-4 1,1-9 60,-1-9 0,-6-5 22,1 0 1,-6-6 47,5 6 0,-7-7-2,2 1 0,1-2 5,-1 2 0,0 4 368,-6 8 1,0 0 53,0-1 14,8 9-188,-6 1 0,5 10 140,-7 4 1,0 3 2,0 9 1,2 5-65,4 0 0,-2 6-77,7-6 1,-5 2 46,6-2 0,-1-6-405,6 0 0,1-1 114,-1-11 1,0 3 19,1-2 1,-1-4 86,0 4 1,-5-10-104,-1-2 1,-5-8 33,6 3 1,-7-10 52,7-2 1,-8-2-6,1 2 1,-3-4-78,-2-8 1,0 6-486,0 1 1,0 1 252,0-2 1,0 4-260,0 8 155,0-1-172,0 9 598,0 1 0,0 8 0,0 8 0,-7 1 0,-3 9 0</inkml:trace>
  <inkml:trace contextRef="#ctx0" brushRef="#br0" timeOffset="-5071">1955 909 7569,'7'10'-252,"-3"3"0,6-5 364,-3 1 1,5-3 83,-6 6-72,7-8 0,-9 3-50,8-7 1,-1 0 41,6 0 1,1 0 32,-1 0 1,6-7 26,0-5 1,2-3-61,-2-3 0,-4 1 9,4 0 1,-3-6 5,-3 0 1,0-2-147,0 2 0,-5 3 90,0-3 0,-9 2 186,3-2-151,-4 4 1,-4-4-267,-4 11 0,-3 5-33,-9 7 1,-1 4-29,-4 7 1,2 4 198,-8 20 1,2-4 177,-1 9 0,4 2 45,13-1 1,3-1 236,8-5 1,0-1 102,0 1 1,8-8-212,3-4 0,5-4-40,1-2 0,8-5-122,4-1 1,-2-7-814,2 2 1,-1-4 179,7-2 1,-6-6-609,0 0 1069,0-7 0,5 3 0,1-7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18.3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102 121 7569,'-34'0'-469,"7"0"2171,10-7-413,1 5-883,14-6 1,-3 10-210,10 4 1,5-4-566,7 3 0,8-3 260,4-2 0,6-2 205,5-3 0,-2-5-330,8-7 1,3-1 232,8 1 0,-3-8 0,6-2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18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483 690 7569,'10'-34'-382,"-3"-1"1,-7 6 414,0 1 0,0 1 220,0-2 1,-2 4-25,-3 8 0,-7 7-103,-11 4 0,-4 12-8,-8 6 1,1 13 59,-1 9 0,1 12 142,-1 18 1,-5 14-177,20-30 0,-1 2 1,-2 5-1,0 0-76,3 2 1,0 1-1,1-3 1,1 0 59,6-3 0,1-1 1,-10 44 8,15-15 0,3-5-139,8-11 0,5-7 78,7-11 1,8-5 106,4-12 1,11-4-141,7-8 0,3-8-509,1-3 1,3-6-15,4-6 0,1-11-340,5-12 0,1-5 281,-7-7 0,1 3-1126,-1-8 1665,-4 0 0,3-8 0,-7 0 0,-2-2 0,0 1 0,-1-3 0</inkml:trace>
  <inkml:trace contextRef="#ctx0" brushRef="#br0" timeOffset="488">1071 984 7569,'-17'0'19,"-1"0"0,-7 8 138,-4 4 0,-5 11 239,-6 5 1,3 13-81,-3 5 0,-3 4-216,3 2 1,0 5 94,5 1 0,1 4 0,-1-11 0,8 5-12,4-10 1,11-5 11,7-7 0,3-7-220,2-10 0,2-7-325,3-4 0,11-12 189,7-6 0,8-16 89,-3-7 0,11-11-51,1 0 1,1-4 90,-7-2 1,1-2-60,-1-3 0,-1 5 28,-4 0 0,-4 8-43,-8 9 0,-2 14 133,-3 4 0,-2 11-8,-5 0 1,-3 6 174,4 6 1,-4 11-66,-2 12 0,-6 11 1,0 6 0,1-1-104,5 1 0,2-8 21,3 3 0,7-7-11,11-5 0,-2-10-5,8-7 1,2-8 60,9 1 0,2-12-12,4-11 1,2-7-118,-7-9 1,7-3 77,-2-3 0,-4-4-100,-1-8 0,-5-8 42,-1-3 0,-3-4-109,-3-3 1,-4-5-297,-8 1 0,1-15-19,-1 3 1,-7-7 143,-5 1 0,-3 4-32,-2-4 0,-2 15 417,-3 13 1,1 12-82,-8 18 0,3 7 262,-3 4 1,-3 11-126,3 7 0,-5 12-16,-6 11 1,4 16 40,-4 18 0,3 13 101,3 10 0,7 10-380,5 1 1,-3 1 115,2 5 0,0 2-480,6-2 0,6 1 256,0-7 0,15 1-375,2-1 0,8-9 159,4-8 0,5-9 434,0-14 0,3-8 0,-11-15 0,-5-11 0,-2-8 0</inkml:trace>
  <inkml:trace contextRef="#ctx0" brushRef="#br0" timeOffset="751">2575 656 7569,'0'-17'0,"0"7"0,-7 2 1407,-5 8-887,-3 0 1,-4 18-126,-4 10 1,-6 15-104,-12 14 1,-5 11 122,-11 6-428,3 9 0,-2-6 205,16 4 0,3-8-12,20-16 1,3-1 53,14-16 0,10-1-39,7-10 0,22-6-161,13-12 1,13-3 71,4-8 0,2-8-166,10-3 1,2-10-691,9-3 1,-4-6-160,4 1 1,-11 2 186,-6-2 0,-6 8-1335,-5-2 2057,-5 4 0,-15 9 0,1 1 0,-1-1 0,2-2 0,0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17.5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36 362 7569,'-16'-2'-270,"5"-4"0,3-3 193,8-9 0,0 7 36,0-1 1,0 6 1300,0-5-400,0 7-660,0-4-66,0 8 1,0 8-6,0 4 0,0 11-15,0 5 0,0 5-2,0 2 0,0 7 50,0 4 1,0 6-31,0 6 0,2 3-38,4 8 0,-4 6 36,3 0 1,-3 6-294,-2-6 1,0 5 258,0-5 1,0 0-264,0-5 0,0-7 16,0 0 0,6-15-90,0-2 0,0-7 106,-6-4 0,5-14-58,1-4 1,2-9-536,-2 3 493,-5-7 1,13-10-35,-8-11 0,5-14 249,-5-3 1,2-11-321,-3-12 0,-3-7 59,4-11 0,-4 2 109,-2-7 0,0 7 198,0-2 0,-2 4-49,-4 1 1,4 9 381,-3 3 0,1 12-230,-2 6 1,4 3 105,-4 3 1,-1 1-101,1 4 1,0 4 258,6 8 1,0 6-112,0-1 0,0 6 234,0-5-188,0 7-198,0-4 0,8 8 69,3 0 0,5 10-43,1 7 0,8 8 35,4 10 0,-2 7-51,2 4 1,-1 6-74,7 6 1,5 1-2,1 5 1,5 3-118,-6-4 1,8-3 71,-2-3 0,2 1-102,-2-6 1,2 2 129,-7-14 1,-1-5 7,-5-7 0,-3-12 54,-3 1 1,-4-11-30,-7 0 1,-1-6 122,0-6 1,0-6-144,1-11 1,-7-9 17,1-9 0,-7-13-65,7 3 1,-8-19-169,2 1 0,-4-13-533,-2-5 0,0-5 533,0-6 1,-4 45 0,0 0-306,-8-45 0,3 43 1,-3 1 283,1 4 1,-1 2 0,-11-43-71,6 17 0,5 20 68,1 13 0,7 7-157,-2 11 54,-3 7 1,7 11-112,-4 10 1,4 7 105,2 11 1,2 12-315,4 11 597,-4 4 0,9 3 0,-3 5 0,3 5 0,-3 5 0,-4 1 0</inkml:trace>
  <inkml:trace contextRef="#ctx0" brushRef="#br0" timeOffset="579">1333 1054 7569,'-8'9'109,"-2"1"182,-7-4 0,5 3-96,1 8 0,1 3 27,-1 3 0,-3 9-27,9 9 0,-1 5-161,6-6 1,0 1-36,0-7 0,7-1-34,5-4 1,9-6 170,2-12 0,8-3 18,-2-8 0,3-8-144,3-3 0,5-14 53,1-10 0,5-1-98,-6-11 1,4 7 73,-9-6 1,0 6-222,-18-6 0,2 5-17,-13-5 0,-2 0-21,-10-6 1,-4 2 62,-7 4 0,-8-4-87,-4 4 0,-2 9 286,3 3 1,-3 9-48,8-4 162,0 8-131,5-4 0,9 13 461,3 1-319,4 7 1,10-4 4,3 8 0,7 6-83,5 0 1,4 7-16,7-1 0,1 11 47,-1 6 1,1 5-40,0 7 0,-1 3-26,1 8 0,-8 2-46,-4 3 1,-4-1-97,-2 7 1,-1-7 137,-5 2 1,3-8 7,-9-10 0,3-2-4,-2-15 491,-4 1-355,5-15-145,-7-1 1,2-22 95,4-3 1,-2-19-38,7-5 0,-5-9-308,6-7 1,5-13-73,6-10 1,2-5-225,-2-1 0,-2 15 409,8 7 0,-8 10 41,2 8 0,-2 12 271,2 11 0,-9 11-126,3 6 1,-3 14-50,3 9 0,-6 10-37,1 14 1,-6 9 87,5 7 1,-5 12-195,6-5 1,-1 13-330,6-8 1,1-2-78,-1-4 1,8-1 499,4 1 0,-2 5 0,2-9 0,1 1 0,3-3 0,2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29.5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 53 7569,'-15'-2'1076,"3"-4"0,6-2-795,12-3 1,-2 3-87,7 8 0,3-2 20,9-4 1,-2 4-171,8-3 1,0 3 149,5 2 0,1 0-1,-1 0 1,-3 0-999,4 0 0,-12 0-33,6 0-866,-1 7 1703,-8 3 0,5 7 0,-8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29.72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69 7895,'0'18'1450,"9"-9"-839,9-3 0,5-4-274,5-2 0,5-6-142,-4 1 0,9-7-511,3 6 1,5-7 227,-6 1 1,6 3 87,-5-3 0,7 1 0,-4-7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28.5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53 329 7569,'-10'-18'166,"-5"7"0,5-1 0,0-1 1827,5-2-1623,3-3-210,2 9 1,2 1-77,3 8 0,5-2 62,7-4 0,8 4-92,4-3 1,-2 1 21,2-2 0,0 4-39,5-4 0,3 4-57,3 2 1,-3 0 23,3 0 1,-4 0-27,-1 0 0,-2 6 64,-5 0 1,3 7-344,-8-1 1,-2 3 134,-9 3 1,-4-1-56,-8 0 1,-2 0 113,-4 1 1,-11 5 55,-12 0 1,-4 8 2,-1-3 0,-7-1 132,1 2 1,0-2 22,5 2 1,2-4-93,4-8 1,4-2 588,8-3-189,8 3-158,1-13 0,10 8-109,4-4 0,5-4-47,12 3 0,-2-3-25,8-2 1,0 0-137,6 0 0,-1 0-29,1 0 0,1 2 109,5 4 1,-3-4-148,8 4 0,-6-3 24,7 3 0,-9-2 67,2 8 1,-11-7 1,-6 7 0,-4-1-18,-1 7 0,-9-1 295,-3 0 0,-4 1 70,-2-1 0,-10 6-125,-7 0 1,-2 2-58,-10-2 1,-6-2-13,-5 8 0,-6-6 33,6 6 1,-6-8-482,5 2 1,-5-4 24,6-1 1,-1-7-123,7 1 1,7-9-279,4 3-435,4-4 92,1-2 685,9-8 0,9-1-615,11-8 977,5-1 0,16-7 0,5-2 0</inkml:trace>
  <inkml:trace contextRef="#ctx0" brushRef="#br0" timeOffset="350">1298 294 7569,'0'-17'1559,"0"0"-819,0 7-353,-8 2-148,-2 8 1,-1 8-107,-1 3 1,1 5 15,-7 1 0,1 0 0,0 1 0,5-1 69,1 0 0,7 1-23,-2-1 0,4 0-52,2 0 0,2-5 63,4 0 1,11-7-30,12 7 1,4-8-39,1 1 1,9 3 84,3-2 0,-2 2-72,2-3 1,-6-3-69,6 4 0,-7 4 40,1 1 0,-11 5-129,-6 1 1,-9 2-12,-3 4 0,-7-4 108,2 4 1,-12-2-196,-6 3 1,-13-3 36,-9 7 0,-3-1-469,-9 2 1,4-4-92,-10-8 1,4 1-308,-10-1 1,10-7-323,2-5 1,2-5 203,-2-5 1051,11-5 0,3-23 0,5-3 0</inkml:trace>
  <inkml:trace contextRef="#ctx0" brushRef="#br0" timeOffset="493">1401 173 7983,'27'-17'248,"-2"1"-248,-7 5 0,-1-3 0,0 9 0,2-7 790,4 6 0,-1-5-313,6 5 0,-5-2-413,6 3 0,0 3-360,6-4 1,-7 2-430,1-2 1,-6 4 440,6-3 284,0-5 0,13 0 0,2-7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3.7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152 18 7569,'-44'0'0,"9"-6"831,12 0-151,4 0 161,9 6-266,3 0-392,7 0 1,15 0 22,8 0 1,8 2-272,3 4 0,3 2 25,3 3 0,-3 5 59,3-5 0,-3 6-24,-3 7 0,-7-5-246,-4 4 1,-4-4-148,-1-2 0,-9 1 187,-3-1 1,-14 0 122,-9 0 0,-14 1 22,-9-1 0,-8 2-183,2 4 1,2-9 10,-2 3 0,9-5 59,3-1 1,1 3 1333,10-9 333,0 9-836,13-5 0,6 9-264,16-1 1,1-2-99,16-3 1,6 3-48,5-3 0,10-5-499,2-1 0,2-4-145,9-2 0,-1 0-383,1 0 1,4-8 403,-3-3 173,-5-4 1,8-3-1,-5 1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1.08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173 156 6078,'10'0'458,"-3"0"1,-7-2-209,0-4-147,0 4 0,-2-5 147,-3 7-122,3 0-19,-14 0 0,12 5 120,-7 1-75,7 0 1,-6 0-52,5-1 0,3 9 12,-4-3 1,-2 7-7,3 5 0,-7 4 137,6 7 0,-7 3-64,1 3 0,5 4 50,1 8 0,-2 0-51,2 0 0,1 2-10,5 3 0,0-5-161,0 0 0,2-2-63,3-10 1,5 6-107,7-5 0,0-1 109,1-5 1,5-1 108,0 1 0,6-8-35,-6-4 0,6-4-1031,-6-2 0,5 1 38,-4-1 969,6-7 0,-3 5 0,8-5 0</inkml:trace>
  <inkml:trace contextRef="#ctx0" brushRef="#br0" timeOffset="266">588 450 7569,'-8'-17'94,"6"7"0,-5 10-124,7 11 0,0 7 802,0 5 0,0 6-288,0 11 0,2-4-441,3 5 1,-1-5-116,8-1 1,-6-1-81,5 1 0,-1-2-95,1-4 1,5 1-294,-5-7 1,4 0-185,3-5 1,-1-9 46,0-3 677,1-4 0,7-10 0,1-1 0</inkml:trace>
  <inkml:trace contextRef="#ctx0" brushRef="#br0" timeOffset="531">986 519 7569,'9'-17'134,"-1"7"71,-8 2 0,-8 24 42,-3 7 0,1 8 58,-1 3 0,7 1-163,-2-1-60,4 9 1,2-9 39,0 1 1,10-8-122,7-10 1,2-7 115,10-5 1,0-3 57,5-2 0,1-7-76,0-5 0,-7-3 26,1-3 1,-8-5-223,2 0 0,-9-6-40,-3 6 0,-7-5 17,2 4 0,-6-4 13,-6 5 0,-9-2-151,-8 2 1,-6 9-10,6-3 1,-6 11 70,6 0 1,-8 4 28,3 2 0,3 2 7,2 4 0,3 4-135,3 7 1,7-5-229,5-1 523,3 1 0,9 13 0,3 1 0</inkml:trace>
  <inkml:trace contextRef="#ctx0" brushRef="#br0" timeOffset="743">1556 502 9755,'16'9'148,"-5"-1"1,16-8 0,-4 0-198,6 0 1,4 0-147,1 0 0,1-2 130,-1-4 1,1 4-156,0-3 1,-8 3 112,-4 2 0,2-6-1138,-2 0 1245,0 0 0,-6 6 0,0 0 0</inkml:trace>
  <inkml:trace contextRef="#ctx0" brushRef="#br0" timeOffset="951">1816 35 7569,'0'13'328,"0"5"-205,0-5 0,0 20 811,0-5-577,0 13 1,0 3-139,0 8 0,0 0-303,0 0 1,0 0 195,0-1 1,0-4 46,0-1 1,7-6-1966,5 6 1806,-4-7 0,15 3 0,-4-8 0</inkml:trace>
  <inkml:trace contextRef="#ctx0" brushRef="#br0" timeOffset="1290">2300 173 7706,'0'12'306,"0"-1"0,0 3-430,0 9 0,-2-2 824,-4 8-416,4-1 0,-5 5-96,7-4 0,-6 2-226,0-8 0,0 6 159,6-6 1,-2 0-20,-3-6 0,3 0 67,-4 1 0,4-7 43,2 1 5,0-9 0,8 11-27,3-8 1,5-1 82,1-5 0,6 0-153,0 0 1,8 0-82,-2 0 0,3-1-140,3-5 0,-2 2 88,-5-8 1,5 7-128,-4-7 1,2 6 87,-3-5 1,3 7-630,-8-2 1,0 2 42,-5-1 0,-1 3-1022,0-4 1660,0 4 0,1-6 0,-1-1 0</inkml:trace>
  <inkml:trace contextRef="#ctx0" brushRef="#br0" timeOffset="1485">2559 242 7861,'0'18'1294,"0"1"-969,0 4 0,0 6-130,0 11 0,-2-2-274,-3 9 84,3-1 0,-6 0-496,8 0 1,0-8 343,0 3 0,0-5-234,0-1 1,6-1 131,0 1 249,7-8 0,-3-2 0,7-8 0</inkml:trace>
  <inkml:trace contextRef="#ctx0" brushRef="#br0" timeOffset="1734">3026 0 7569,'18'0'0,"-1"0"0,-6 8 597,1 3-304,7 5 0,2 9 417,8 4-425,-8 3 0,6 5-94,-4 3 0,-4 4-109,4 8 1,-3-4-95,-3 4 0,-5-8 64,-1 14 0,-7-6-41,2 11 0,-6-7 91,-6 2 1,-6-5-615,-11-1 1,-4-2-46,-7-4 0,-8 4-855,-5-4 1142,-10-3 1,-5 7-1,-7-6 1</inkml:trace>
  <inkml:trace contextRef="#ctx0" brushRef="#br0" timeOffset="2365">35 1539 7569,'-8'10'-94,"-4"-4"162,5-4 515,-1-2-360,8 0 0,0-2 54,0-4 0,8 4-40,3-4 1,12-2-17,6 3 0,4-7-81,1 6 0,3-5 22,3 5 1,4-5-21,8 5 1,0-6-82,0 7 0,2-3-73,3 2 0,-1 4 38,8-4 1,-7 5-43,7 1 1,-3 0 62,3 0 0,5 0-58,0 0 1,8-2-216,9-4 0,14 2 355,-48-2 0,0 0 0,2 4 0,1-1-92,0-3 1,0 0 0,0 1 0,1 1-10,2-2 0,0 0 0,-5 1 1,-1 0-45,46 0 1,-2 3 68,2-4 1,-3-2 19,-9 3 1,-11-1-19,0 6 1,-10-2 40,4-4 0,-9 4 1,-14-4 1,0 4 105,-11 2 0,3 0-186,-9 0 0,-4 0 18,-2 0 0,-4 0-205,-1 0 1,-7 0 426,1 0 1,-7 0-368,7 0 1,-8 2 60,2 4-454,-5-4 1,1 6-438,4-8-227,-4 0 302,6 7-98,-8-5 295,0 14 0,0-12 668,0 7 0,-16 1 0,-3 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7.3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 70 7569,'-18'0'988,"1"0"-322,0 0-253,7 0 297,3 0 430,7-8-580,0 6-346,7-13 0,9 11-92,7-8 1,7 8-80,-1-1 0,2-3-330,-2 2 1,9 0 244,-3 6 1,-3 0 191,-3 0 0,-2 0-16,2 0 0,-4 2-3111,-8 4 1492,1 4 1485,-1 7 0,-8 0 0,-1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7.4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 17 7569,'-17'20'661,"-1"1"1011,1-15-495,7-1-833,3-5 1,9 0-118,3 0 0,13 0-32,11 0 0,3 0-280,3 0 1,7 0-250,4 0 1,4-2-307,2-3 1,-6 1 523,0-8 116,0 8 0,6-19 0,0 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7.9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218 191 7569,'0'-17'26,"0"0"1,0-1 0,0 1 492,0 0-152,0-1 46,0 9-46,0 1-184,0 24 1,6 9 441,-1 15-319,1 8 1,-4-4-149,4 8 1,-4 0-167,4 0 1,1-6-387,-1 0 0,6-6 263,-7 6 0,7-7 158,-6 1 1,1-5-27,-1-6 0,-2-4-2454,7-8 2453,1 0 0,13-15 0,2-4 0</inkml:trace>
  <inkml:trace contextRef="#ctx0" brushRef="#br0" timeOffset="271">650 87 8452,'0'18'387,"0"-1"1,0 6-182,0 0 0,0 8-1,0-2 0,6 1 11,0-1 1,7 2-129,-1-8 1,3 0 59,2-6 0,8-1 47,4-5 0,4-3 0,1-8 0,1 0-261,0 0 0,-1 0-39,1 0 0,-6 0-115,-1 0 1,-5-8-80,6-3 0,-8 3-237,3 2 0,-5-1-1093,-2 1 869,-7-8 760,-3 13 0,-7-15 0,0 7 0</inkml:trace>
  <inkml:trace contextRef="#ctx0" brushRef="#br0" timeOffset="468">962 18 7746,'0'-9'889,"0"1"-654,0 31 0,-2 4-52,-4 19 1,2 4 11,-8-4 0,9 8 0,-3-2 0,4 4-523,2-10 1,0 2-28,0-2 0,0 2-235,0-8 1,6 1 589,-1-7 0,9 1 0,-4-1 0</inkml:trace>
  <inkml:trace contextRef="#ctx0" brushRef="#br0" timeOffset="810">10 969 7569,'-7'10'236,"5"-2"1,2-8 0,11 0 143,5 0 1,11 0-130,7 0 1,5 0 126,12 0 0,-1 0-161,14 0 1,5-8-35,6-4 1,8 3-58,-3-3 1,5 1 88,1-6 0,1-1-94,-1 1 1,-7 2-11,-4 3 0,-10-3-170,-1 3 1,-14 3-79,2-3 1,-12 8-331,0-2 1,-5 4-1301,-6 2 853,-4 0-802,-16 0 1716,-1 0 0,-14 6 0,0 4 0,3 1 0,1 3 0,2-3 0</inkml:trace>
  <inkml:trace contextRef="#ctx0" brushRef="#br0" timeOffset="1088">771 1125 7569,'-9'0'236,"1"-8"128,8-3 1,2 3-99,4 2 0,3-1 79,9 1 0,-1 0-307,0 6 1,6 0 57,0 0 1,6 8-131,-6 3 0,0 5 73,-5 1 1,-7 6 143,1 0 1,-9 2-165,3-2 1,-6-4-322,-6 4 1,-9 2 283,-8-1 0,-2 4 191,2-5 0,4 0 173,-4-5 0,3-3 131,3-3-152,8 3-151,-7-5 0,16 1 142,0 1 0,10-8-202,13 1 0,4-5-386,7-5 1,9-5-128,3-7 1,4-1-445,2 1 0,-1-2-1290,1-4 2133,8 4 0,-6-14 0,5 6 0</inkml:trace>
  <inkml:trace contextRef="#ctx0" brushRef="#br0" timeOffset="1371">1878 693 7569,'-10'-8'658,"-5"6"163,13-6 1,-4 7-426,12-5 1,4 4-12,7-4 1,8-4-235,4-1 1,0 1 31,5-1 1,-3-1-231,9-5 0,-3 2 78,-3 3 1,-1-3 151,-4 3 1,2 3-522,-8-3 1,6 8-810,-6-2 1,-6-1 513,-6 1 633,1 0 0,-2-1 0,-3-3 0</inkml:trace>
  <inkml:trace contextRef="#ctx0" brushRef="#br0" timeOffset="1667">2068 278 7569,'-9'0'659,"1"7"0,8 3-15,0 7 0,0 8-224,0 4 0,0 11-194,0 7 1,-6 2-44,0 3 1,-1 6 374,1 0 1,4 1-200,-4-1 1,4-10-141,2 4 0,0-10 108,0 4 1,8-15 129,4-2 0,3-8-71,2-4 0,8-7 99,4-4 0,6-6-464,5-6 1,-2-4 31,9-7 0,-3-6-703,2 0 0,4-2 425,-4 2 1,-2 2 149,2-8 1,-5 8-721,5-2 0,-8 3-1185,2 3 1,-3 0 1979,-2-1 0,-1 1 0,1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6.5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35 69 7569,'-17'0'395,"7"0"654,3 0-684,7 0-228,7 0 1,3 0-5,7 0 1,1 0 10,-1 0 1,2 0-72,4 0 1,4 0 69,8 0 0,-7 0 7,1 0 0,-2 0-22,2 0 0,2 6-337,-8 0 1,0 5 19,-6-5 0,-2 8-55,-3-3 1,-4-1 104,-8 1 0,0 1-42,0 5 0,-2-2 97,-4-3 0,-9 3 28,-8-3 0,-8 9-36,2 2 1,-2 0 11,2-6 1,-3 1 235,3-1 1,4 0 21,2 1 1,6-7 21,5 1 1,-1-7 16,7 7-79,0-8 0,8 5-70,4-3 1,5-4-1,12 4 1,4-4 19,8-2 0,-4 0 6,3 0 1,-3 0-260,9 0 1,-1 0 9,1 0 1,-3 0 14,3 0 1,-5 6 116,-7-1 0,3 9-24,-8-3 57,0 5 0,-7 1-36,-5 0 1,-3 2-5,-8 4 0,-14-3 6,-3 3 1,-12-2 338,0 2 0,-3-4-110,-3 4 1,1 2-18,-1-2 1,-5 0-223,-1-5 0,1-1 77,5 0 0,3 0 42,3 1 0,4-7 4,8 1 0,-1-8-877,1 1 310,7-3-455,3-2 1,14-7 34,5-5 898,11-11 0,4-4 0,7-7 0</inkml:trace>
  <inkml:trace contextRef="#ctx0" brushRef="#br0" timeOffset="323">969 138 7678,'-4'0'627,"-7"0"1,-9 2-236,3 4 1,6-2-120,-1 8 1,6-1-166,-5 6 33,7 1 0,-4-1 11,8 0 1,2 1-43,4-1 1,4 0 72,7 0 1,6-3-21,0 3 0,8-7-32,-2 13 0,3-10-86,3 5 0,-3-1 12,-3-6 0,2 5-35,-8 1 0,-6 6 113,-5 0-178,-8 0 1,2 0-26,-12 0 0,-10 0 36,-7-5 0,-7-1 79,1 0 1,-2-5-23,2-1 1,-9-1-32,3 1 1,-3-3-400,3-8 0,3-2-1123,3-4 0,2-3 752,4-8 1,9-8 775,-3-4 0,4-19 0,-5-6 0</inkml:trace>
  <inkml:trace contextRef="#ctx0" brushRef="#br0" timeOffset="450">865 173 7569,'33'-8'20,"-4"-3"1,2-5 137,-8-1 1,7 0 102,-1 0 1,4-1 127,1 1 0,-1 7-134,-4 5 1,9-3-73,-3 2 1,3 0 11,-3 6 0,0 0 0,-1 0 0,6 0-600,1 0 0,-1-1 209,-5-5 196,7 4 0,-5-6 0,5 8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35.0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52 502 7569,'-17'-5'795,"0"-1"8,7 0-497,2 6 0,10 0-15,4 0 0,6-6-72,11 1 1,4-3-14,7 2 1,1 4-24,-1-4 1,9-3-160,3-3 1,4-1 128,2 1 0,-3-3-611,-2 3 0,1-1-128,-8 2 0,0-5-291,-5 5 0,-8 1 877,-4-2 0,-4 1 0,-2-6 0</inkml:trace>
  <inkml:trace contextRef="#ctx0" brushRef="#br0" timeOffset="285">277 18 7569,'-10'-7'0,"-5"5"930,13-6-559,-6 8 0,10 15 722,4 8-706,4 16 0,1 13 7,1 11 1,-1 12 34,7 6 0,-9-2-208,-3 1 1,2-5-7,-3 6 0,3-8-32,-2 2 1,-2-14 22,7-9 1,1-8 89,5-9 1,0-8 15,1-4 0,1-12 183,4-5 0,-4-4-254,4-2 0,4-13-96,2-5 0,11-12-710,6-5 1,6-3 401,6-14 0,-2 4 164,7-10 1,-7 4 147,1 2 1,3 1-2623,-2-1 1,-1 2 2472,-5 4 0,2-2 0,0 7 0,1 3 0,1 1 0,2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43.0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379 1047 7569,'10'-25'0,"-3"-4"0,-7-11 0,0 4 329,0-5-207,0 5 1,0 1-1,0 3 32,0 3 0,-5-2-27,-1 8 1,-8 2 12,3 9 1,-4-1-160,-3 7 0,-5 0 61,0 6 1,-2 2-29,2 4 0,-2 0 79,-4 11 0,-1-2 4,6 14 1,-1-6-14,2 6 1,4 0-9,-4 5 0,10 1-25,1 0 0,8 5 3,-1 0 1,5-5 2,5-6 1,7-2-2,11 1 0,-2 3-86,8-8 1,5 8 92,7-2 1,-1-2-12,-5 2 0,5-1-44,0 7 0,1-6-155,-7 0 0,-7-1 97,-4 7 1,-3 0 34,-3-1 0,-8-1 3,-3-4 1,-4 1-8,-2-7 1,-8 6 115,-3-6 0,-10 6-98,-2-6 1,-14 0 24,3-5 1,-5-1-14,5 0 0,-7 0 8,1 1 0,5-3-26,7-3 1,4-5-6,-4-7 1,12 0-42,-1 0-67,11 0 0,-1-7-109,7-5 0,7-3 59,5-3 0,11-5-58,6 0 0,5-7 42,7 1 0,-3-4 64,8-1 0,-7-1-53,1 0 0,2 1-112,-1-1 1,-1 6 219,-6 1 0,-1 1 78,-4-2 1,2-2 149,-8 8 0,0 0-104,-6 6 1,-2-1-118,-3 1 1,1 6 29,-7-1 1124,0 8-474,-6-4-344,0 8-207,0 8 1,-6 8 36,0 7 0,1 2 8,5-2 1,0-2-20,0 8 1,0-2-17,0 1 0,2 3-25,3-8 0,-1 2-123,8-2 0,-3-4 57,3 4 0,3-5 55,-3-7-130,3 5 1,2-14-207,1 3 1,-1-3-456,0-2 0,-5-2 85,-1-3 663,-7 3 0,12-21 0,-7 3 0</inkml:trace>
  <inkml:trace contextRef="#ctx0" brushRef="#br0" timeOffset="909">673 995 7569,'0'-17'0,"0"0"748,0 0-434,0-1 0,8 1 125,3 0-302,5-1 1,1 7-128,0-1 1,8 8 80,4-1 0,-2 3 104,2 2 0,0 7-12,5 5 1,-1 9-482,-4 2 1,1 8 207,-7-2 0,-1 5 17,-11 7 0,3 3-14,-9 8 0,7 0 110,-6-1 1,-1-4-57,-5-1 0,0-10 83,0-1 10,0-1 34,0-14 1,0-1 432,0-8-446,0-7 0,0-4-49,0-11 1,0-12-42,0-6 0,8-4-118,4-1 0,3-13-177,2 1 0,6-6 148,0 12 0,0 0 72,-5 5 0,-1 8-22,0 4 0,-5 12 189,-1 5 0,-5 4-6,6 2 0,-8 10-94,1 7 1,-3 8 83,-2 9 0,0 7-42,0-1 0,0 6 13,0-5 1,0-1-17,0-5 0,6-9 30,0-2-22,7-5 87,-3-2 0,5-9-107,-3-8 1,3-8 2,-3-9 0,3-8-145,2-4 0,1-10 53,-1-1 1,0-6-158,0 6 1,-5-1 66,-1 7 0,-1 7 244,2 4-208,-5 11 34,1 5 0,-6 14 103,4 5 1,-6 11 194,-6 6 1,4 3-69,-4 3 1,6-1-127,6 1 0,-2-2-141,7-4 0,3-4 98,9-8 1,-4-6 44,4 1 1,2-8-50,-2 2 1,2-12-117,-2-6 0,-4-11 87,4-6 1,-1-3-10,1-3 1,-4-5-20,4-1 0,-6-5-2,-5 6 0,3 0 45,-3 5 0,-5 8-69,-1 4 56,4 4 1,-8 11-15,3 8 1,-3 15 595,-2 14 1,-2 12-181,-3 5 1,3 17-46,-4 6 1,4 12-280,2 0 1,0 11 180,0 6 0,-1-45 0,0 2-377,-2-1 1,0 1-1,2-1 1,0 0 217,-4 44 0,3-6 136,2-11 1,0-12-26,0-12 0,-6-12-107,0-11 205,0-7-44,6-17 1,-5-12-67,-1-15 1,0-16-74,6-13 0,0-8-370,0-9 0,6-12 199,0-23 0,7 0 40,-7 44 0,0-2 1,2-3-1,1-1 87,2 0 1,1-1 0,-2-5-1,1-1-468,3 1 0,1 0 0,-1 5 0,1 3 149,2 2 0,0 2 0,12-34 83,0 19 1,-8 15 206,2 13 1,-4 20 570,-1 10-273,-1 7 1,-2 15-171,-3 12 0,-4 4 9,-8 14 0,0 9 506,0 2 1,0 5-716,0 1 1,-12-4 6,1 3 1,-14-3-88,7-2 0,-5-2 71,0-4 1,4-9-484,-4-9-131,4-6 149,1 2 333,1-14 229,8-10 0,1-10 0,8-7 0</inkml:trace>
  <inkml:trace contextRef="#ctx0" brushRef="#br0" timeOffset="1274">2610 113 7569,'0'-26'768,"0"8"-1014,0 11 0,-2 22 827,-4 8 0,2 23-223,-7 12 0,-1 15-110,-5 7 0,5 7-352,1 5 1,1-3 250,-1 3 1,3 2-257,8-2 1,0 6-212,0-6 1,8-9 209,3-14 0,5-9 161,1-14 1,0-6 74,1-11 0,-1-4 64,0-8 0,0-7-243,1-4 1,-1-6 310,0-6 0,1-6-178,-1-11 0,0-5 352,1-13 1,-1-3-295,0-8 1,-7 0-339,-5 0 1,3 2-1321,-2 4 1314,7 4 0,-11 15 104,4 4 185,-4 11 1,-2 12-96,0 12 0,-2 11-33,-4 6 1,-1 9 55,-5 3 0,4 5-114,8-6 1,0 0 63,0-5 1,2-2 40,4-4 1,4-4-733,7-8 272,0 0 0,1-7-515,-1-4 472,0-5 501,0-8 0,1-11 0,-1-8 0</inkml:trace>
  <inkml:trace contextRef="#ctx0" brushRef="#br0" timeOffset="2081">2921 892 7569,'-8'-25'37,"1"5"275,-5-3 101,-3 4-230,13 2 1,-4 2-196,12 3 0,4-1-96,7 7 1,8-8 169,4 3 0,5-5-57,7-1 1,1-8-1139,4-4 850,4-3 0,-6-3 23,8 0 1,-8-7 53,-3-4 1,-5-4 89,-1-2 1,-3-2 115,-3-3 0,-6 9 295,-11-4 0,1 13-86,-7 5-179,0 7 0,-8 12 386,-4 3 1,-4 12 40,-7 12 0,-6 18-62,0 11 0,0 14-71,6 9 0,-1 13-176,1 9 1,9-37 0,1 2-278,1 3 1,0 2 0,-2 3-1,1 1 131,1 0 1,0 1-1,-1 3 1,-1 2 37,-1 6 1,1 1 0,2-4 0,0 0 30,0 1 1,1-2-1,0-5 1,0-3-81,-1-4 0,0-2 1,-1 42-29,7-10 1,-2-7 308,-4-10 0,2-9-12,-7-8 1,1-8-142,-1-10 0,-5-7 3,5-4 1,-5-5-566,-1-7 1,0-3 256,-1-8 0,-1-2 639,-4-4 1,4-11-1006,-4-12 1,4-11-275,1-6 0,1-12 105,0-5 1,7-10 296,4-2 0,4-6 183,2 6 1,2-8 53,4 3 0,6-3 187,11 2 0,4 10 0,7 8 0,-3 7-20,4-2 1,-5 12 19,11 6 0,-5 9 0,-1 2 0,-1 8 42,1-2 0,-1 6-73,1 5 1,-6-3 41,0 4 0,-8 3 269,2 2 0,-4 4 322,-2 2 1,-5 0-255,-1 0 1,-7 10-123,2 7 1,2 2-46,-2 10 1,-1 6-81,-5 5 1,0 8-128,0-2 0,2-4 113,4-1 0,-2-5 21,7-1 1,-5-6-38,6 0 0,-1-14-170,6 2 1,-3-11 97,3 0 1,-9-4 37,9-2 1,2-10-57,4-7 1,1-4 30,-7-14 1,2 2-80,4-13 0,-4 0 67,4-6 1,-5-2 24,-7-3 0,5 5-76,-5 0 1,-1 4-32,1 13 1,-5 5 41,6 12 10,-9 9 1,5 3 239,-8 12 1,0 5 42,0 12 0,0 20 132,0 14 0,-6 12-119,1 12 0,-9 9-414,8-36 0,1 2 0,-2 0 0,0 1 236,1 4 1,1-1 0,-3 3 0,2-1-114,3-1 1,0-1 0,-2-1 0,-1-2-145,0 41 0,0-12 289,6-11 0,-2-8 452,-3-9 1,1-2 225,-8-16 0,-1-5-281,-10-7 1,2-6-153,-8 1 1,-6-4-183,-5-2 1,-6-5 463,5-1 0,-7-7-1157,2 2 1,-4-4 559,-2-2 1,6-8 1,0-3 1,6-3-1038,-6 3 0,13-5-1842,-2 5 2827,5-5 0,3-1 0,2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49.0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35 260 7943,'-17'0'842,"7"-2"-241,4-4-132,4 4 0,4-6-217,4 8 1,11 0-58,12 0 0,17-2 173,6-3 0,17-5-63,0-7 1,10-1-480,-4 1 0,12 0-145,-7 0 1,7-1 203,-12 1 0,0 0 57,-6-1 0,-2 7 46,-4-1 0,-3 3-417,-8-3 0,-2-1 181,-4 7 0,-4 0 96,-7 6 1,-8 0-42,-4 0 193,-4 0 0,2 0 0,-4 0 0,-3 0 0,1 0 0,5 0 0</inkml:trace>
  <inkml:trace contextRef="#ctx0" brushRef="#br0" timeOffset="300">692 415 7569,'-17'0'1852,"-1"0"-1314,9-7 0,1 3-190,8-8 0,10 8-153,7-1 0,6 3-12,6 2 1,6 0-64,-1 0 0,-1 7-493,1 5 1,-1 3 144,-10 3 1,0 1-95,-6 4 1,-7-2 235,-4 8 1,-8 0-23,-10 5 0,-7 7 307,-15-1 0,1-5-98,4-7 0,4-5-173,8 6 1,7-8 5,4 2 79,4-3 0,16-5 697,3-3 1,18-5 810,-1-7 1,13 0-1070,-1 0 1,9-2-307,3-3 0,0 3-980,-6-4 1,-1-2 521,1 2 1,-2-1 247,-4 1 1,-3 4-19,-9-4 82,-7 4 0,-2-5 0,-8-3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48.3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52 7553,'8'-10'309,"1"3"1,7 16-44,-5 9 1,4 7-103,-3 9 0,-4 3-147,-3 3 1,-1 2 34,2 4 1,-4-3-3,4-9 0,-4 7-199,-2-1 1,0 0-731,0-5 1,0 5 878,0 1 0,-8-1 0,-2-5 0</inkml:trace>
  <inkml:trace contextRef="#ctx0" brushRef="#br0" timeOffset="284">485 17 7569,'-10'0'1145,"3"0"-1086,-1 8 1,6 2 182,-4 7 1,4 0-60,2 1 1,0 7 11,0 3 0,0-1-1,0 2 1,2-2-167,4 2 1,4 2 54,7-8 0,0 0 189,1-6 0,7-6-223,3 1 1,11-8-25,1 2 1,1 1-20,-7-1 0,-1 0 76,-4-6 1,1 0-517,-7 0 1,6 0 258,-6 0 1,0 0 84,-5 0 1,-7 0 89,1 0 0,-8-8 0,3-1 0</inkml:trace>
  <inkml:trace contextRef="#ctx0" brushRef="#br0" timeOffset="454">744 0 7749,'-9'10'539,"1"5"-288,8-3 0,0 11-42,0 5 0,0 13-108,0 5 1,-2 10-29,-4 1 1,5 1-754,-5-6 1,4 5 100,2 1 410,0 0 0,-8 1 0,-1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0.5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606 312 7569,'0'-45'0,"0"5"126,0 4 23,0 1 0,0 6 46,0 0 0,-2 6-12,-3-6 1,1 14 72,-8-2 1,6 11-62,-5 0 0,5 4-12,-5 2 1,-1 16-52,-5 7 1,-1 15-115,1 8 1,0 18 122,0 5 0,-1 12-302,1-1 0,5 13 230,1 5 1,6-45 0,0 1-269,0 1 0,-1 0 0,-2 0 0,0 1-20,3-1 0,-1 0 1,-1-5-1,-1 0 81,-1 2 1,0-1-1,-8 42-107,0-1 1,5-12-45,1-5 1,7-11-658,-2-7 1,-2-10 945,3-7 0,-7-9 0,6-2 0,2-3 0,3-4 0,1-7 0</inkml:trace>
  <inkml:trace contextRef="#ctx0" brushRef="#br0" timeOffset="367">1 951 7569,'2'-11'85,"4"-1"0,5 7 148,12-7 0,4 8-302,8-1 0,7 3-253,4 2 0,4 0 207,2 0 0,6 0 55,-1 0 0,-1-6-327,-10 0 1,2 0 123,-8 6 1,1-2 262,-7-3 0,-7 1 0,-4-8 0,2 8 0,-2-1 0,-5 1 59,-7-2 1,-5 4 143,6-4-212,-9 4 20,5 2 808,-8 0-255,0 0-377,-8 0 0,5 8-5,-9 4 1,8-3 101,-2 3 0,4 1-99,2 10 0,-5-2-50,-1 8 0,0 0 16,6 6 0,0-1-10,0 1 0,0-1-355,0 1 0,0-6 146,0 0 1,2-8 89,4 2 20,-4-4 0,7-2-915,-3 1 873,-4-9 0,13 7 0,-5-7 0</inkml:trace>
  <inkml:trace contextRef="#ctx0" brushRef="#br0" timeOffset="626">848 554 7569,'0'-18'0,"0"1"0,0 6 0,0-1 0,-2 8 933,-3-1-235,3-5-1320,-6 8 111,8-6 189,0 8 322,0 0 0,8 8 0,1 2 0</inkml:trace>
  <inkml:trace contextRef="#ctx0" brushRef="#br0" timeOffset="992">1211 813 7569,'-9'17'608,"1"3"131,8 3 1,0 4-475,0 7 1,0 1-97,0-1 0,0 1-79,0 0 0,2-1-144,4 1 1,-4-6 203,4-1 1,-3-12 198,3 1-360,-4-11 53,13 1 349,-13-7 0,12-9-223,-8-8 0,7-3-192,-1-8 1,-3-1-27,3-6 1,-1-5-219,7-1 0,-1-7 250,0 2 0,0 0 69,1-6 1,-1 12-87,0-6 1,6 4-232,0 7 0,-1-2-858,-11 14 0,4 2-221,-3 10 279,-4-5 1066,7 14 0,-13-5 0,6 7 0</inkml:trace>
  <inkml:trace contextRef="#ctx0" brushRef="#br0" timeOffset="1283">2024 588 7569,'8'-17'438,"-8"2"-438,0 3 0,-2 3 0,-9 3 0,-1 4 670,-5-4 1,-1 6-294,1 6 1,0 3-518,0 9 80,-1-1 0,3 2 56,3 4 0,-1-2 31,7 8 1,0-6 87,6 6 1,2 0-37,4 6 1,6-7-66,11 1 0,-4-2 24,4 2 1,4 4 278,2-5 1,-4-1-117,-2 2 1,-4-8-100,-2 2 0,-7-3-23,-4-3 1,-5 0-189,-1 0 133,0 1 1,-7-7 12,-5 1 18,-11-8 1,-4 9 2,-7-7 1,-1 0-251,1-6 1,-1 0-1055,0 0 1,7-2 438,-1-4 1,9-4 806,3-7 0,0-16 0,7-3 0</inkml:trace>
  <inkml:trace contextRef="#ctx0" brushRef="#br0" timeOffset="1521">2526 18 7934,'9'0'366,"-9"7"-366,-11 5 0,-5 13 576,-1 9 136,0 9 0,-8 16-215,-4 5 1,2 3-228,-2 2 1,6 2-63,-6 4 0,8 2-43,-2 4 1,12-10 10,5-8 1,4-13 42,2 2 1,10-6-37,7 0 1,6-5-74,6-13 1,7 3-973,-7-8 0,8-2 77,-8-9 0,-5 1-1186,0-7 1678,2 0 1,-12-8 292,3-4 0,-3-11 0,3-10 0</inkml:trace>
  <inkml:trace contextRef="#ctx0" brushRef="#br0" timeOffset="1658">2197 554 7569,'0'-10'901,"10"-5"-797,7 3 0,10-1-104,13 1 0,3-3 589,3 3 0,11 3-417,1-3 0,7 8-1965,5-1 1622,-1-5 1,8 0 0,1-7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7.01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 35 7569,'-6'-12'0,"0"1"576,1 7 927,5-4-823,0 8-461,7 0 0,3 0-139,7 0-33,0 0 0,1 0-292,-1 0 0,6 0 240,0 0 1,2 0 159,-2 0 0,-4 0-163,4 0 1,2 0-1191,-2 0 1,0 0 1197,-5 0 0,-1 8 0,0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7.19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 1 7569,'-16'9'1928,"5"-1"-801,-14-8-758,15 0 1,2 2 62,8 4-249,0-4 1,8 11 19,4-7 1,3 2-321,2-3 1,8-3-376,4 4 1,4-4 64,1-2 0,1 0-535,-1 0 0,1 0 962,0 0 0,-1 0 0,1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8.42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104 122 7569,'-15'9'155,"4"-1"-10,-13-8 0,11 0 349,1 0-99,9 0-115,-13 0 0,14 0-675,-5 0 251,7 0 104,7 0 1,1-2 110,4-4 0,3 4-8,-4-4 0,5-1-49,1 1 1,-5 0 31,-1 6 0,1-6-18,5 1 0,2-7 29,4 6 0,-4-5-36,5 5 1,1-5 27,-2 5 1,5-6-38,-5 7 1,6-3 39,-6 2 1,2 4-6,-2-4 1,-3 4-39,3 2 0,-4 0 75,-2 0-21,0 0 17,1 0-182,-1 0 131,0 0 1,-5 0-123,-1 0 87,-7 8 1,4-4-8,-8 8 1,0-7 130,0 7 1,0-1-70,0 7 0,0 1-36,0 4 0,0-2 1,0 8 0,0 5 293,0 7 0,-6 7-107,0-2 0,-5 4-42,5 2 0,-2 0-140,3 0 0,3-2-182,-4-4 1,-2 2-426,3-8 0,-1 0 330,6-5 1,0-6 114,0 0 0,6-8-74,-1 2 218,9-12 0,-5 5 0,9-7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5.59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1 139 7340,'9'-10'26,"7"3"1,-7 1 10,9 0 0,-1-2 90,0 3 0,0 3 16,1-4 0,-1 4-118,0 2-19,-7 0 1,5-6 88,-3 1 1,3-1-1,2 6 0,1 0-123,-1 0 125,0 0-82,1 7 0,-7 3 63,1 7 1,-8 1-4,1-1 0,-5 0-67,-5 1 1,-5-1-160,-7 0 0,-1 0 85,1 1 1,0-1 48,-1 0 1,1 1 8,0-1 15,0 0 0,1-5 104,5-1-97,3-7 5,8 4 48,0-1 1,8-5 84,3 4 0,5-2-137,1 2 1,2-2-1,4 7 0,-2-5-56,8 5 1,-8-1 74,2 2 1,2 3-74,-2-4 0,0 7 55,-5 5 0,-1-8-9,0 8 0,-1-7-41,-5 7 0,3-10 179,-9-1 0,1-1-83,-6 6 0,0 1-45,0-1 1,-8-5 404,-3-1 1,-4 1-150,-3 5 1,-5-6-51,0 1 1,-6-2-84,6 1 1,-7 3 36,1-9 0,2 1-17,-2-6 0,2 0-214,-2 0 0,2 0 33,4 0 1,4 0-121,-4 0 1,10-2-221,1-4 1,2 3 37,-1-9-206,3 8 180,8-11 187,0 5 0,2-7-232,4 0 0,4 5-1266,7 1 1660,0 7 0,0-12 0,1 7 0</inkml:trace>
  <inkml:trace contextRef="#ctx0" brushRef="#br0" timeOffset="872">1073 104 6973,'-10'-7'363,"1"5"-99,3-4 66,4 4-263,-6 2 80,8 0 236,0 0-129,-7 0-147,5 0 0,-6 2 3,8 4 0,-2-2-93,-4 7 0,4-5 11,-3 5 0,-3 1-44,2 5 0,-2 1 75,3-1 0,3 0-8,-4 0 1,-2 1-3,3-1 1,-1-5 11,6-1 1,6 1-10,-1 5 0,9-6-4,-3 1 0,10-2 3,2 1 0,6 3-10,-6-9 1,8 9-8,-2-3 0,4-1-7,1 1 0,-5-5-6,0 6 0,-6-3-18,6 3 1,-14 3 35,2-3 1,-11 3-6,0 2 0,-4-5-8,-2-1 0,-2 1-30,-4 5 1,-9 1 0,-8-1 1,-8 0-72,2 0 0,-9 1-18,-3-1 1,-5-5-173,6-1 0,-6-7-336,5 2 0,1 1 255,5-1 0,7 0 148,-1-6 0,10-8 197,1-3 0,-7-20 0,6-6 0</inkml:trace>
  <inkml:trace contextRef="#ctx0" brushRef="#br0" timeOffset="1039">1004 104 7569,'11'-15'0,"1"3"0,-8-3 824,1 4-148,5 3 105,0-8-501,7 15 0,0-7-338,0 8 1,6 0 107,1 0 1,1 0 115,-2 0 0,2 0 17,3 0 1,5 0-1172,-4 0 1,5 0 987,7 0 0,-5-8 0,7-1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8:00.9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51 121 7569,'0'-9'566,"0"-7"-274,0 7 1,0-3 82,0 1 1,0 5 106,0-5 0,7 7-356,5-2 1,3-2 68,3 2 0,1-1-205,4 1 0,-2 4 89,8-4 0,-6 4-75,6 2 0,-6 0 65,6 0 0,-8 0-749,2 0 0,2 0-11,-2 0 1,0 0-967,-6 0 1657,-7 0 0,5 8 0,-5 2 0</inkml:trace>
  <inkml:trace contextRef="#ctx0" brushRef="#br0" timeOffset="174">103 294 8441,'-27'18'437,"2"-3"143,7-3 0,7-3 208,-1-3-150,9-4 0,-3 11-332,12-7 1,3 0-151,8-6 1,8 0-159,4 0 0,0-2-257,6-4 0,1-2-749,10-3 1,2-4 583,-7 3 0,7-1-1411,-2 1 1835,-4-3 0,8 5 0,-6-7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8:00.4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0 640 7569,'10'-17'210,"-1"7"0,-3 2 0,6 3 0,3-3 320,2-2 1,6 7-390,0-3 1,6-2 54,-6 2 0,8-1-201,-2 1 1,3-2-135,3-3 1,0-5-806,-1 5 656,1 3 1,-3-7-418,-3 3 1,-2-3 87,-4-2 617,-4-1 0,6 1 0,-7 0 0</inkml:trace>
  <inkml:trace contextRef="#ctx0" brushRef="#br0" timeOffset="289">294 0 7860,'0'14'399,"0"3"0,8 0-160,3 18 1,3 3 71,-3 14 1,5 10-75,-5 7 1,3 0-52,-3 6 1,3 4-249,-9 1 0,3-3 181,-2-2 0,-4-11 25,3-7 1,3 1 47,-2-6 1,7-4-155,-1-14 1,3-5 80,3 0 0,-7-8-168,1 2 0,-1-9 54,6-3 1,1-7-136,-1 2 1,2-4-7,4-2 1,-2-8-514,8-4 0,6-9 115,5-2 1,8-6-343,-2 6 1,4-7 875,2 1 0,8-12 0,1-3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7:59.74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104 260 7569,'-9'0'0,"-7"0"93,5 0 1,1 0 209,-1 0 1,5 0 383,-6 0-104,1 0 14,1 0 13,3 0-381,7 0 1,7 0-24,5 0 1,11-2-230,6-4 0,-2-1 83,1-5 0,1-3-19,6 3 0,5-3-271,1-2 1,-1-1-366,-5 1 1,-1 0 111,1-1 1,-8 9-364,-4 3 1,-4-2 845,-2 3 0,0-9 0,1 5 0</inkml:trace>
  <inkml:trace contextRef="#ctx0" brushRef="#br0" timeOffset="244">208 1 7569,'-11'5'412,"-1"1"-226,8 8 0,-3 3 336,7 12 1,0 11-167,0 6 0,0 12 272,0 5-391,0-3 0,0 7 86,0-3 1,2 1-83,3-2 1,5-3-59,7-8 1,8-10-1,4-7 1,4-8 52,1-10 1,1-8-92,-1-3 1,9-6-78,3-6 1,-2-5-140,2-12 0,-6 0-411,7-12 1,-9 10-734,2-9 1,-3 5 613,-3 0 1,-1-4 136,-4 4 464,4 4 0,-14-7 0,6 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8:03.2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415 156 7741,'-9'0'709,"-7"0"1,12 8-515,-7 4 0,5 9-92,-5 2 0,-1 8-155,-5-3 0,5-1 84,1 2 1,1-6 129,-1 6 0,-3-8 7,8 2 63,-7-4-215,11-1 22,-6-1 1,10-7 48,4-5 1,4 3-11,7-2 1,2 7-13,4-1 1,-2-3-78,8 3 0,0-1 91,6 7 0,-1-1-112,1 0 0,-1 1 63,1-1 1,-2-2-43,-5-3 0,-1 3 12,-4-3 0,-9 3-15,3 2 86,-11 1 0,1-1 115,-7 0 0,-7-5-72,-5-1 1,-11 1-66,-6 5 0,-5-2-1,-7-3 1,-3 3 17,-8-3 1,1-3-30,-1 3 0,-4-6-53,4 5 1,-2-7-155,14 2 0,0-4-60,5-2 0,8 0-780,4 0 146,4 0 1,3-2 373,5-4 1,3 2-655,8-7 1143,8-8 0,9-8 0,10-8 0</inkml:trace>
  <inkml:trace contextRef="#ctx0" brushRef="#br0" timeOffset="184">536 243 7569,'18'-8'689,"-9"-1"0,7-9 0,-5 1 111,4 0 1,8 1-386,1 5 0,-1-3-27,-6 9 0,8-7-384,4 6 1,3-5 32,3 5 1,0 0-492,-1 6 1,1-6 373,-1 1 0,1-7-229,-1 6 1,7-5-313,-1 5 0,2-2-1256,-1 3 1877,-5 3 0,14-14 0,-6 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09:44.7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52 329,'-29'-19,"6"-4,23 21,23-21,14 4,36-14,8 4,-6-2,-12 8,-7 0,26-2,-16-2,18 1,-30 8,-4 11,-31 7,-3 15,-40 12,-12 25,-29 0,-5-1,11-12,13-10,0-6,-6 6,8-8,-14 11,4-12,0 12,12-20,25 3,9-15,47 0,1-15,44-4,-12-16,12 0,-21 1,5 7,-32 10,-11 1,-17 22,-47 19,13 6,-32 15,10-6,2 1,-4-5,4 4,3-3,-14 13,18-12,-3 12,25-23,17-10,17-1,25-14,20-10,24-3,3-22,-11 14,-10 1,-39 11,1 7,-74 30,33-14,-61 24,44-23,-7 1,10-9,15-1,3-8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09:45.8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131 277,'-38'9,"-1"-9,37-1,49-15,20 7,-10-2,3-1,-4 0,-2 0,40-11,-19 6,9-2,3-4,1 4,-7-4,-4 3,7 3,-3 0,5-1,-32 9,-21 1,-41 24,-32 9,-24 15,-13 0,3-5,-11 1,-1 5,-7-3,45-15,-2 0,-1-3,0 1,2 2,0 0,-39 13,2-1,13-1,3-5,9-12,9 14,16-27,11 11,71-36,23-8,15-1,-14 1,6 0,5-5,4-1,1 0,-5 7,0-1,-1 8,-29 5,0-1,39-10,5 8,-42 3,-20 16,-71 39,1-12,-38 30,-2-11,34-20,0 0,-1-2,-1 0,-3 5,-2 0,2-2,0 0,-1-1,0 0,3-1,0 0,-35 21,12-4,12-7,11-8,3 5,24-13,4-1,76-26,-21-9,47-12,-14-4,2 4,-2-3,8-3,-8 6,2 1,-4 4,-2-4,-8 7,22-4,25-2,-32 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0:04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96 87,'46'-19,"18"-5,-18 15,31-1,-10-3,8 7,-16 0,16 6,-5 0,-7 0,4 0,-15 0,-15 0,-5 0,-14 8,-9-6,-32 21,-8-12,-36 22,-2-14,-18 14,-1-6,37-10,0 0,-37 18,-6-8,15-2,2-8,16 1,16-9,13-1,22 0,56-7,-17-1,67-9,-25-8,-20 8,2 0,-2 1,0-1,47-8,-19 7,-4-5,-4 5,7 0,-8 3,-26 7,-12 0,-22 7,-48 18,-8 4,-35 12,12-13,-1 5,1-4,-8-4,-7 8,-6-7,41-8,2-1,-30 10,25 6,25-22,12 12,68-21,-16 6,11-7,6-2,21 1,3 0,-8 0,-1-8,23 6,-9-5,11 7,-33 0,-19 0,-32 15,-33 4,-23 16,-10-6,-1-1,-11 1,-7 6,-5-6,5-1,0-6,-10 10,12-5,-4 0,33-10,19-1,25-14,48 5,-4-9,31-3,-7 3,1-14,0 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0:05.6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581 329,'-62'-8,"18"-1,4-1,5 2,6 8,-19 0,19 0,-5 0,9 0,8 0,-1 0,70-7,-8-1,54-3,-15 3,-14 8,2-6,4 0,-4 1,20-1,-5 0,6-2,0 3,-42 1,0 0,2-1,0-2,6 0,-1-1,-2 2,0 1,3 0,1 0,2-1,-1 0,1 2,-1-1,1-1,-1 0,4-1,-1 1,1 3,-1 0,1-3,-1 0,-3 3,1 1,1-2,1 0,-3 1,1 0,5 2,0 0,-2-1,-1-1,1 1,-1 0,1-1,-1 0,-2 2,1 0,-2-1,1-2,-1 0,1 1,-1 0,1 0,-1-1,1 0,0 1,-1 0,-3 2,-1 0,-1-1,0-1,3 1,1 2,-1 0,-1 0,5 0,-1 0,-7-1,-2 0,3-2,0 0,-2 2,-1 0,46-7,0 8,-7 0,1 0,-12 2,-5 4,-3-4,-3 4,-8-4,22 5,-26 3,18 7,-38 1,-4-1,-24 0,-17 8,-18-6,-19 6,-22-7,-4 7,-15-6,35-6,0-1,-1-3,-2-1,-6 1,-1-1,6 2,0-2,2-3,3-1,-25 2,-10 4,-1 1,-3-3,-9-2,48-2,-1-1,-1 0,0 0,-8 3,1 0,4-3,0-1,-8 4,-1 0,4-3,-1 0,-1 3,-1-1,3-2,-1 0,-3 1,0 0,-2-1,-1 0,-1-3,0 1,-2 2,1 0,0-1,0-2,0 0,0 0,-1 3,1 0,0-1,0 2,0 1,0 1,-1-3,1 0,0 1,0 0,0-1,0-1,-1 0,1 0,0 4,0 0,0-1,-1-1,1 2,0 0,0 2,0-1,-1-2,1 0,4 2,0 1,1-2,1 0,2 1,1-1,2-3,1 0,1 3,2 0,-44-1,4 7,7-6,14-1,4-5,12 0,-11 8,15-6,8 6,20-16,102-2,-23-1,2 4,3 2,36 0,-3-7,-42 9,2 0,2-3,1 1,7 2,1 0,0-3,1 0,6 1,2-1,3-3,0 1,1 2,0 2,-2 1,2 0,4-1,1 1,-1 0,1 0,4-3,-1 0,3 3,-1 0,0 0,-1 1,-1 1,0 2,6-1,2 0,-2 0,-1 0,0 0,-1 0,-4 0,-1 0,-1 0,-1 0,0 0,-1 0,4 0,0 0,-6 0,-1 0,0 0,-2 2,-2 1,-2-1,-4-1,-1 0,-2 2,-1 0,-3 1,1 0,-3-2,-1 2,-2 1,-1 1,44 0,-5 5,-13-5,-3 8,0-5,-6 8,-2 8,-9 37,-72 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0:48.36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1072 8090,'0'18'490,"0"-1"1,0-3-296,0 3 0,6-2-119,0 14 0,0-2-14,-6 2 0,0 1-110,0-6 0,-2 6-23,-4-1 1,2 4-229,-7 1 1,-1-5-9,-5 0 1,0-8-755,-1 2 1061,1-4 0,-8-1 0,-2-1 0</inkml:trace>
  <inkml:trace contextRef="#ctx0" brushRef="#br0" timeOffset="448">363 744 8148,'0'17'235,"2"0"-40,4 1 0,-4 1-99,4 4 0,-5-2 11,-1 8 1,0-6-142,0 6 0,0-8 66,0 2 1,0-4-84,0-1 1,0-7 120,0 1 120,0-9 101,0 5-145,-7-8-137,5 0 21,-6-8 0,8-3-96,0-12 0,0-4 27,0-8 1,2 1-186,4-1 0,3-5 126,9 0 1,-7 1-56,1 10 1,-3 2 124,3 4 0,1 10-34,-7-4 0,8 9 58,-3-4 0,-1 9-63,1-3 0,-5 4-14,6 2 0,-7 0-68,7 0 0,-6 0-182,5 0 0,-5 0-190,5 0 521,1 0 0,5 8 0,1 1 0</inkml:trace>
  <inkml:trace contextRef="#ctx0" brushRef="#br0" timeOffset="1032">934 0 8217,'11'6'265,"1"0"0,-2 7-111,1-1 1,4 5 72,-3 6 1,3 4-67,3 8 0,-1 7 19,0 4 1,-1 4-69,-5 2 1,4 6-90,-3-1 1,-4 8-93,-3-1 1,-3 7 64,-2-2 1,0 10-44,0-10 1,0 4 110,0-4 1,-2-5-653,-3-1 0,1-5 80,-8 5 1,-5-7-530,-6 2 1037,-8-5 0,10 1 0,-8 0 0,-1 2 0,-3-1 0,-2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08:08.949"/>
    </inkml:context>
    <inkml:brush xml:id="br0">
      <inkml:brushProperty name="width" value="0.08571" units="cm"/>
      <inkml:brushProperty name="height" value="0.08571" units="cm"/>
      <inkml:brushProperty name="color" value="#CC0066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13108 53 6269,'0'-10'973,"0"3"-931,0 7 1,0-2-208,0-4 292,0 4-2,0-6 44,0 8 0,0-2-79,0-3 0,2 3-5,4-4-57,-4 4 0,8 2-84,-5 0 69,-3 8 0,8-5-8,-4 9 65,-4-8-31,13 11 0,-7-11-12,3 8 0,3-7-3,-9 7 1,9-6 3,-3 5 1,-3 1-4,-2 5 1,2 0 2,-3 1 0,3-1-11,-2 0 0,-4 0-4,3 1 0,-3 5 36,-2 0 0,-7 8-24,-5-3 0,-3-1-26,-3 2 1,3-2 38,4 2-15,-13 4 11,13-14 0,-12 12 2,11-8-3,-3 0-15,5 2 0,-1-6 77,-1 4 0,8-4-78,-1-2 27,3-7-120,2 5 120,0-5-15,0 7 65,7 1-60,-5-9-13,14-1 0,-5-2-29,12-1 35,-3 9-10,5-12 0,-8 11 24,0-7-18,0 0-26,1 1 0,-1-3 8,0 8 1,-5-6-52,-1 5 65,-7 1-5,4-3 1,-8 7 116,0-5-108,0 4-10,0 3 4,-8-1 46,-1 0 0,-9 1-33,1-1 162,0 8-170,-1-6 1,1 8 35,0-4-123,0-4 106,-1 6 3,9 0-111,-7-6 101,7 14-7,-1-6 0,-3 8-89,7-1 97,-8 1-16,12-1 7,-5 1 217,7 0-218,0-1 6,0 1 0,0-1 48,0 1-52,7-1-18,-5 1 1,14 0 11,-5-1 21,-3 1-142,7-1 132,-5 1-6,7 0 1,1-1-122,-1 1 128,8-1-12,-6-7 4,6 6-74,-8-6 66,1 7-35,-9 1 0,7 0 1,-5-1 22,-3 1-17,-1-1 0,-7 7-4,0-1 16,0 0-3,0 3 2,0-7 0,-7 6 0,-1 1 2,-3 3 0,-5 2-4,5-2 2,-5 4-482,-1-6 482,0 8-1,-1 0 1,1-2 19,0-4-19,0 4 2,-1-6 0,7 2 1,-1 0-2,1 0 35,1-1-33,-5 5-1,13-14 1,-12 12-7,9-8 8,-1 9 0,6-13 0,0 14-4,0-13 1,0 11-16,0-8 0,0 6-19,0-6 36,0 1-6,0 1 1,0-6-8,0 5 10,0-5 1,0 7-2,0-7-4,0 14 3,0-13-2,0 5 0,0-6-7,0 5 7,0-5-46,0 6 0,0-7 38,0 0-77,0 7 77,0-13 0,0 11 483,0-13-426,0 8-60,7-1-2,-5 1 136,6-8-1,-8 13-124,-8-19-1,6 27 220,-13-19-206,6 13 9,-1 1-7,-5-7 17,-3 14 1,-1-12 25,-4 9-112,4-1 94,1 6-445,1-8 449,0 6-201,0-6 184,7 0 6,-5-2-226,13 1 209,-6-7-12,16 6 7,1-7-19,9 0 1,1-1-7,4 1 12,4-1-331,7 1 329,9-8-9,-7 6 134,6-7 3,-7 9-123,7 0 39,-5-9 1,3 7 171,-11-4-192,4 11 146,-14-3-136,-2 5 17,-9 0-12,-8 3 22,0 14 1,-10-3 17,-7 7-29,-8 1 42,-10 5 1,-5 0-3,0 0-745,-8 0 720,3 1-844,-6 6 815,6-5 0,-3 6 12,8-7-465,7-9 372,1 6 106,12-5-13,-5-1 1,14 5 36,-1-9-13,9 1-12,-5-6-34,16 0-164,1-1-20,8-6 194,8 5-227,2-6 212,0 0-18,14 6 14,-13-6-131,15 0 120,-1 6-1,-6-6 21,7 1-24,-9 5-10,1-14 7,-1 14 204,1-6-203,-8 1 4,-2 4-2,0-4 62,-6 7-56,6-1 14,-8-6 146,-7 12 11,5-18-153,-13 26 27,6-19 51,-8 14-52,8-8-2,-6-1-123,5-6 118,1 12-44,-6-18 46,13 18 13,-13-5 0,12 2 309,-9 4 1,9 1-365,-3-1 1,-1 1 44,1-1 857,1-4-883,-2 5 0,5-1 3,-3 0 0,-3-1 301,3-5 1,-8 6-464,1 0 0,-3 5-12,-2-5 1,-2 7 165,-3-2 1,-7 5-37,-11 1 0,-4 0 56,-8 0 1,1 2-9,-1 4 1,-1-6 12,-5 0 0,3 6-22,-8-5 1,9 1 8,3-8 1,-1 4-21,6-3 0,-1-3 11,1 3 1,6-7-62,11 7 0,-1-9 52,7 3 1,0-4 79,6-2 0,2 0-105,4 0 0,9-6-3,8 0 0,14-6 28,-3 6 0,5-7 210,-5 1 1,7 2-82,-1-1 0,6 7-88,-5-2 0,-3-2 78,-9 2 1,-4 0-61,-8 6 1,-1 6-24,-5-1 1,-3 9 68,-8-3 1,-10-1 105,-7 1 0,-2 6-352,-10 6 1,8 0 140,-2-6-521,3 0 365,3 1 89,7-1 0,-3-2 144,7-4-249,0 5 0,8-15 68,4 5 0,4-4 90,7-2 0,8-2-73,4-4 1,-2 2-118,2-8 0,-6 8 286,5-2 1,-6-1-108,1 1 0,-6-6 317,-5 6 1,-5 0-180,-7 6 0,-2 2 120,-3 4 1,-5-3-105,-7 9 1,-6-7 37,-1 7 1,-4-1-52,5 6 0,-6-5-36,6-1 1,-4-1-43,10 1 0,-3 4-9,15-3 1,-1 1 20,6-2 1,2 3-108,3-9 1,5 3-228,7-2 0,6-5 131,0 5 1,8-4-197,-2-2 1,-2 0-268,2-1 0,-8 1-1304,2 0 1919,-4 0 0,-2 0 0,1 0 0</inkml:trace>
  <inkml:trace contextRef="#ctx0" brushRef="#br0" timeOffset="1907">0 7506 7569,'0'-17'-273,"0"0"394,0-1 1,0 7 30,0-1 1,2 1 30,4-7 1,-2 7 159,7-1-268,1 1 0,5-1 72,0 1 0,-5 7 177,0-2-197,-1 4 0,6 10 20,1 3 1,-1 7-38,0 5 0,1 4 36,-1 7 0,-2 3-4,-3 3 0,1 4-18,-7 8 1,5-4-98,-5 4 1,6-12 45,-7 7 0,7-3-104,-6-4 0,5-5 72,-5-6 0,8-8 41,-3 2 1,-1-12 9,1-5 0,-5-4-19,5-2 0,1-2-6,5-4 0,1-5-39,-1-12 1,6-4-104,0-8 1,6-5 36,-6-1 1,2-9-160,-2-1 0,-4-3-58,4-10 0,-4 7 96,-1-7 1,-7 7 5,1-7 1,-8 14 69,1-2 1,-3 8-28,-2 4 0,0 1 163,0 16 1,0 6 576,0 6-456,0 7 1,-2 4 52,-3 11 1,3 7 27,-4 5 0,2 9-114,-2 9 1,4 7-116,-3-2 1,3 4 81,2 2 1,0 5 3,0 1 0,5-2-314,1-10 1,6 2-471,-6-8 0,5-1 208,-5-11 0,7 3-281,-1-8 1,-3-5-7,3-7 0,-1-7 77,7 2 674,-1-4 0,8-10 0,2-2 0</inkml:trace>
  <inkml:trace contextRef="#ctx0" brushRef="#br0" timeOffset="2265">1124 7350 7705,'2'-17'318,"4"0"0,-4 0-47,4-1-57,-4 1 350,-2 0 550,0 7-1025,-8 2-63,-2 8 1,-7 2 36,0 4 0,-1 4-78,1 7 1,0 8 9,0 4 1,5-2 69,1 2 0,7-1-79,-2 7 1,6-6 38,6 0 1,3-1 27,9 7 1,-1-8-24,0-4 1,6 2-81,0-2 0,6 0 49,-6-6 1,2-1-10,-2-5 1,-6 5-170,1-5 205,-1 5-195,-15 1 136,6 0 1,-16 0 23,-4 1 1,-11-7-245,-5 1 0,1-8-336,-2 1 0,2 3 104,-2-2 0,-2 0-831,8-6 1316,-7 0 0,10-8 0,-5-2 0</inkml:trace>
  <inkml:trace contextRef="#ctx0" brushRef="#br0" timeOffset="2564">1107 7766 7569,'17'0'-121,"1"0"175,-1-8 1,0 6 0,0-4 452,1 4 1,1 2-172,4 0 0,-2-2-122,8-3 1,0 1-31,5-8 0,7-5-23,-1-6 1,0-2-57,-5 2 1,-2 2-95,-4-8 0,-4 0-190,-8-6 0,0 5 160,0-5 0,-7 4-351,-4-9 0,-4 3 198,-2 3 0,-8 7 42,-4 4 0,-3 6 70,-2 5 1,-8 4-19,-4 8 1,2 10 230,-2 7 1,6 10 342,-6 14 0,8 5-330,-2 11 1,12-3-44,5 4 1,4-1 400,2-5 1,0 2-160,0-14 0,13 1-128,5-7 0,11-7-222,-1-4 1,7-11-755,5-6 0,-1 1 15,7-1 0,0-2 724,6-10 0,-8-3 0,-2-9 0</inkml:trace>
  <inkml:trace contextRef="#ctx0" brushRef="#br0" timeOffset="3231">2663 7247 7569,'-11'2'-18,"-1"1"-256,-1 3 228,5 0 514,1-6 1,7 2-62,0 4 1,7-4-113,5 3 0,11-3 83,6-2 1,5 0-88,7 0 0,3 0-108,8 0 1,1-7 72,5-5 0,5-5-24,12-6 1,-5 4-236,-1-5 1,0 5 55,-6 2 0,-3 0-151,-2-1 1,-7 1 98,-4 0 0,-5 7-371,-8 4 0,-5-1 41,0 1 120,-8 0-594,4 6-4,-8 0 0,-9 8 164,-8 3 643,-8 5 0,-17 9 0,-1 2 0</inkml:trace>
  <inkml:trace contextRef="#ctx0" brushRef="#br0" timeOffset="3515">3182 7281 7569,'0'-9'387,"0"3"81,0 12 1,0-1-131,0 13 0,0-3-18,0 14 0,0 2-137,0 9 1,0-2-1,0 9 1,0-7-33,0 6 1,-2-8-134,-3 3 0,1 1 36,-8-2 0,1 1-160,-7-7 1,1 1-271,0 0 0,-6-3 222,0-3 1,-8-4-381,2-8 0,4 1-50,2-1-799,4-7 655,2 5 728,7-21 0,-5 4 0,5-15 0</inkml:trace>
  <inkml:trace contextRef="#ctx0" brushRef="#br0" timeOffset="3757">3459 7264 9478,'0'17'1429,"0"10"-948,0 8 1,2 7-143,4 10 1,-3-2-254,9-4 1,-6 10 60,5-4 0,-5 5-556,6 1 0,-3-6 332,3 0 1,3 3 151,-3-8 1,1 4-920,-1-10 844,3-1 0,-5-5 0,7-1 0</inkml:trace>
  <inkml:trace contextRef="#ctx0" brushRef="#br0" timeOffset="4750">4894 7783 7569,'-25'9'-140,"12"1"423,-5-4-108,13 3 0,-3 3 103,8-1 1,2-7-80,4 2 0,5-4 54,12-2 0,-2-8-97,8-3 1,0-7-93,6-5 1,-1-3 97,1-9 0,5-5-10,1-1 0,-1-5-172,-6 6 0,1-6-93,0 5 1,-8 1-1,-4 5 1,-4 3 83,-2 3 0,-7-2-102,-5 8 96,5 0 43,-8 6 31,6 7 0,-14 10-2,0 12 1,-5 13 33,5 9 1,-6 8 131,7 10 1,-1 2-159,6 4 0,0-4 18,0 3 1,0-11-113,0-5 1,8-7 64,3-5 0,-1-4 100,1-8 0,1-7-54,5-4 1,0-4-10,1-2 1,-1-10-42,0-7 1,0-2-3,1-10 1,1-8-148,4-9 1,-4 2 111,4-2 0,-9 5-130,-3-5 0,-1 2 47,1-2 1,3 0-2,-8 11 1,5-1 77,-5 13 1,0 5-61,-6 7 83,7 7 0,-5 4 132,4 12 0,-4 5-36,-2 6 0,0 10-56,0 7 0,-6 6 20,0-6 1,1 7-29,5-7 0,0-5 49,0-7 1,5-7-45,1 3 1,6-5 26,-6-2-53,7-7 0,-3 3-6,7-7 1,-6-2 22,1-10 1,-2-4 2,1-7 1,4-6-462,-3 0 0,3-10 186,3-1 0,-1-3-161,0-9 0,2 8 198,4-3 1,-9 12-48,3 6 258,-3 12 1,-5 5 218,-3 12 0,-4 11 191,-2 12 0,0 6-246,0 5 1,0-4 24,0 5 0,0-5-9,0-1 0,0-6-421,0 0 131,8-8 0,1 2-2,9-12 1,-7-3-334,1-8-95,-9 0 0,5-8-804,-8-3 1348,0-5 0,-8-9 0,-1-2 0</inkml:trace>
  <inkml:trace contextRef="#ctx0" brushRef="#br0" timeOffset="4906">5102 7108 7569,'-35'0'730,"8"-5"-547,4-1 0,12-2 225,5 2 1,6 4-184,6-3-115,3-5 1,12 6-116,8-7 0,10-1-232,18-5 1,11-2-400,6-4 1,9 3-1278,-2-3 1913,3 4 0,3 2 0,-1 0 0</inkml:trace>
  <inkml:trace contextRef="#ctx0" brushRef="#br0" timeOffset="6812">7090 7247 7569,'-17'0'324,"8"0"1,1 2-125,8 3 0,0 5 133,0 7 0,0 8-141,0 4-76,8 4 1,7-4-17,8-1 0,8-6-132,-2 1 0,3-10 1,3-1 0,5-9 97,0 3 1,7-12-115,-7-5 0,2-12 25,-1-6 0,-7-4-188,1-1 0,-6-3 44,-6-3 1,-6 3 121,0-3 1,-1 5-13,-11 7 1,1-3-75,-6 8 0,0 0 90,0 6-22,0 7 0,-6 12 229,1 15 0,-9 12-68,3 17 1,-5 10 294,-1 19 0,2 5-485,3 13 0,-1 3 250,9-45 1,2 1-1,-4 46-53,6 0 0,0-7-76,0 1 0,0-6 63,0-5 0,0-17 47,0-13 0,-2-12-6,-4-5 1,3-3-49,-9-14 1,0 3 455,-5-15 1,-2 3-247,-4-2 1,-4-4-259,-8 4 1,-1-12 287,-4-6 0,3-9-651,-3-2 0,3-8-242,3 3 0,5-3 298,0 2 1,8-4-159,-2 5 0,9-5 130,3-2 0,7 1-80,-2-1 1,12 0 121,5 1 0,13-6 66,4-1 1,5-5 28,2 6 1,7-8-1,4 2 1,4-4 147,2-2 0,5 6-114,1 0 1,2 7 229,-3-1 1,-3 3-66,4 3 0,-4-1 210,-3 0 1,-4 9-124,-1 3 0,-14 5-43,3 7 308,-12 3-169,2 8 1,-15 8-28,-5 3 0,-3 10-59,-2 2 0,-6 10 114,1 2 0,-7-1-93,6 7 1,-5-5-65,5-1 0,0-3-23,6-3 1,2 2-8,4-8 1,4 0-8,7-6 1,0-1-110,1-5 0,1-3-56,4-8 1,-4 0 112,4 0 0,-4-2-116,-1-4 1,-7-3 70,1-9 0,-9-5-120,3 0 1,-4-2 63,-2 2 1,-2-2 35,-4-4 1,-3-3 20,-8 3 0,-3-4-11,-3-1 1,4 1 100,-4 4 1,10-2-66,1 8 1,8 0 170,-2 6 1,5 0-51,1-1 1,0 7-48,0-1 1,7 7-40,5-7 0,3 8 12,2-2 0,3 5 16,3 1 0,-2 0-2,8 0 1,-6 3 96,6 9 1,-6 1-101,5 16 1,-5 0 106,6 6 0,-8 5-64,2 0 0,-3 3-2,-3-3 1,-5-4-42,-1 5 1,-1-5 2,1-1 1,5-2-3,-5-5 1,-1-3 19,1-7 25,-7-1 1,11-7-31,-3-5 0,-2-3-97,1-2 0,-1-7 83,1-5 0,5-5-203,-5-6 0,5-4 18,1-8 0,0-1-5,0-5 1,-1 3 35,-5-8 0,5 7-162,-5-1 1,-1 5 249,1 7 0,-7 8-190,2 9 528,-4 7-235,-2-4 0,0 22 186,0 3 1,-2 14-105,-4 3 1,4 1 20,-4 5 0,5-3-145,1-3 1,1-5 14,5 0 0,4-8-16,7 2 0,6-5 45,0-7 1,6-3-13,-6-8 1,8 0-28,-2 0 0,-2-2-158,1-4 0,-6-5 27,1-13 1,2 3 76,-2-7 0,0-1-25,-6-6 1,0 1-114,1-1 0,-7 0-11,1 1 1,-7-1 32,7 1 0,-8 7 256,2 4-154,-5 3 188,-1 3 1,0 9-12,0 8 0,-7 14 11,-5 9 1,-1 10-36,1 1 1,-1 3 176,7 9 0,-5-6-87,5 6 1,0-9-29,6-3 1,0-1 45,0-10 0,0 0 51,0-6 347,0-7-424,0-2 1,2-12-158,4-8 1,9-9-37,8-19 0,8 1-247,-2-7 1,9-7-512,2-11 1,8 3 414,-1-3 0,-1 14-639,6-2 0,-6 6 406,6 0 1,-1 12-645,-4 11 1,-5 5 1201,-2 7 0,-3-5 0,-3 7 0</inkml:trace>
  <inkml:trace contextRef="#ctx0" brushRef="#br0" timeOffset="8414">2145 9391 7569,'-12'-29'-38,"2"0"1,3-1 0,1-1-1,0 0 1,0 4 0,3 0 204,1 0 35,2-1 1,0 1 0,-2 6 624,-4 7-572,4-1 0,-13 13 72,3-4 0,3 8-102,-3 10 1,-1 16-43,-10 24 1,5 10-7,1 13 1,2 3-246,9 9 1,0-3 104,6-3 1,0-6 116,0-11 0,10-5-131,7-7 1,8-10 68,10-7 1,7-8-29,4-10 1,4-7 33,2-5 1,0-5-11,0-5 0,5-15-29,1-14 1,1-8-122,-1-10 1,-4-8-434,3-3 1,-3-12 382,-2-6 1,-8-5-94,-23 40 0,-1-1 0,-2 1 0,-2-2 80,-1 0 1,-1-2 0,-1 0 0,-3 0-210,2-42 1,-5-2 99,-7 2 1,0 11 78,0 0 0,-2 24 307,-3 11 0,1 17-5,-8 11 1,-1 9 205,-10 9 0,4 23-230,-4 11 0,-4 22 194,-2 13 1,4 8-132,2 10 1,5-1-266,7 1 0,3 5 193,8 0 0,2 0 24,4-5 0,4-14-131,7-4 1,8-17 57,4 0 0,3-20-178,3-3 0,5-8 128,1-3 0,1-9-155,-2-3 0,-3-6 83,3-6 1,2-5-313,-1-12 1,-1-4 306,-5-8 1,-1-7-248,1-4 1,-8-4-149,-4-2 1,-4-6 115,-2 1 1,-7 1 289,-4 10 0,1 5-264,-1 13 408,0 3 1,-8 15-108,-4 4 1,-9 16 222,-8 13 1,-8 6-65,2 17 0,2 2 20,-2 10 1,6-5 8,-5 5 0,12-4 63,-1-2 1,5-8-55,1-4 0,3-5-44,8-6 0,2-4-137,4-8 1,-2-7 92,7-5 1,1-3-121,5-2 1,0-7 26,1-5 1,-1-11-43,0-6 0,2-5 7,5-7 1,-11 1-158,4-12 1,-5 4-40,-1-10 1,3 10 81,-8 2 1,1 15 302,-1 3-184,-4 6 223,6 13 0,-10 13-30,-4 19 0,2 6-27,-7 17 0,7 0-58,-2 6 1,4-6 153,2 0 1,0-8-185,0 3 0,8-11 64,3-1 0,7-10-101,5-1 1,-4-3 40,4-9 1,2 0-82,-2-6 1,0 0 11,-6 0 1,1-10 17,-1-7 0,0-2-16,0-10 0,1-2-120,-1-9 1,0-5-94,1-6 1,-7 2 65,1-2 0,-3 3-87,3-10 1,1 4 48,-7 2 0,6 10 209,-7 7 1,3 8-31,-2 10 103,-4 0-91,5 7 0,-7 12 197,0 16 1,0 1-16,0 10 1,0-1-66,0 7 1,0 1-42,0 5 0,0-5 35,0 5 1,6 1-104,0-2 1,0 3-19,-6-3 0,2-4 20,3 5 0,-3-5-1,4-1 0,-4-8-92,-2-4 1,0-4 53,0-2 0,0-5 34,0-1-134,0-7 109,0 4 7,0-8 8,0 0 1,0-8 1,0-3 0,2 1 6,4-1 1,3-3 3,9-9 0,5 2 15,0-8 0,2 0-25,-2-5 1,2-1 21,3 1 1,3-3-15,-8-3 0,6-5-20,-6-6 1,0 4 4,-6 1 1,1 2-2,-1-2 0,0 6 56,1 11 1,-3 4 41,-3 8 146,3 7 1,-7 4-70,3 12 0,-3 13 299,-8 16 0,6 13-159,-1 9 0,1 9 174,-6-3 0,0 4-144,0 3 1,0-1-154,0 0 0,0-8 54,0-3 1,0-12-23,0-5 0,-2-13 201,-4-5 1,3-3-67,-9-3 0,1-5-627,-7-1 0,1-7 234,0 2 1,-1-6-884,1-6 0,0 0 275,-1-11 1,3 3-54,4-9 0,3 4 2,8 2 0,0 0 711,0-1 0,8-7 0,1-2 0</inkml:trace>
  <inkml:trace contextRef="#ctx0" brushRef="#br0" timeOffset="9323">5621 9426 7569,'0'-35'23,"-6"0"126,0 1 0,-2 7 239,3 4 0,3 9-95,-4 3 0,2 7 4,-2-2 1,4 8-54,-3 10 0,3 15 159,2 19 0,0 19-88,0 10 1,0 4-195,0 7 1,2-3 93,3 9 0,-3-3-32,4-3 1,-2-1-179,2-5 1,-4-11-139,3-11 1,3-6 49,-2-6 1,0-11 88,-6-12 290,0-12 1,-2-3-102,-4-8 1,-2-10-334,-3-7 0,-3-10-1,8-13 0,-5-6 8,5-12 1,0-5-376,6-12 0,0-8 186,0-15 1,4 49 0,0-2-18,1-6 1,2-1 0,3 1 0,3 1 128,0-2 1,2 0 0,1 3 0,1 1 81,0 4 0,1 2 0,16-31-103,1 16 0,-1 16 332,1 13 0,-2 9-80,-4 13 0,1 5 8,-7 7 1,4 15-38,-9 8 1,3 15 220,-10 9 0,-3 4-53,-2 7 0,-6-2-32,-6 7 0,-10-5-196,-7 5 0,-7-7 56,1 2 0,-4-6-137,-1-6 0,1-6 447,4-11 0,-2-4-457,8-8 0,6-2-650,6-3 518,7-4 0,-2-18-662,12-7 951,11-8 0,18-17 0,9-3 0</inkml:trace>
  <inkml:trace contextRef="#ctx0" brushRef="#br0" timeOffset="9682">6399 9235 7569,'17'-17'-387,"-7"6"724,-5-1 122,-3 8 0,-9-3-96,-5 7 1,-9 7 23,-2 5 0,-8 11 145,2 6-395,-3 11 1,-1-2 68,4 9 1,2-9-24,4 2 1,10 3-203,-5-3 0,13-2 104,-1-9 0,4-4-164,2-8 1,10 1 61,7-1 1,0-7-71,6-5 0,4-3-1,2-2 1,2-9 11,-2-9 0,3-1 9,-3-10 1,2 1-136,-2-7 1,3 0 9,-3 1 1,-4-1 100,-2 1 1,-4-1 29,-1 0 0,-3 3-18,-3 3 0,1 4-150,-7 8 279,0 7 261,-6 2 1,0 18-88,0 7 1,0 8 25,0 10 0,-2-1-63,-4 1 0,4-2-95,-4-4 0,12 1-276,5-7 1,5 2 91,1-2 1,2-5-310,4-1 1,-1-2 60,6-9 0,-5 6-78,6-7 1,-6 1-21,6-6 438,-8 0 0,12 0 0,-6 0 0</inkml:trace>
  <inkml:trace contextRef="#ctx0" brushRef="#br0" timeOffset="10106">7246 9322 7569,'0'-17'106,"0"-1"96,0 1 0,0-6 57,0 0 1,-8 6-77,-3 5 1,1 8 11,-1-2 0,-3 6 0,-9 6 0,2 8 139,-8 15 0,0 1-89,-5 16 0,7 0-3,4 6 1,-2 0-100,2 0 0,7-8 12,11-3 0,3-7-5,2-5 0,7-6-104,5-11 1,9-5 31,2-7 0,14-4 79,-3-7 1,12-10-245,1-20 0,-3-3 70,2-8 0,-2-1-176,2-5 1,4-4-228,-4-7 0,-4-2 274,-1-4 0,-5 2-77,-1-7 1,-2 3-259,-5 2 0,3 4 296,-8 19 1,-6 11-142,-5 18 771,-8 4 1,2 19-287,-12 12 0,-6 18 297,-11 17 1,4 8-203,-4 3 1,4 7-9,2-1 0,1 3-71,5 2 1,3-2 121,8-3 1,0-5-1288,0-7 1,0-8 750,0-3 0,8-12-529,3-6 1,3-4 309,-3-2 1,4-7 457,-3-5 0,11-3 0,4-2 0</inkml:trace>
  <inkml:trace contextRef="#ctx0" brushRef="#br0" timeOffset="10345">8301 9460 8812,'-10'0'4308,"1"0"-3131,3 0-1427,4 0 0,-6 2-988,8 4 0,0-2-648,0 7 1886,0-7 0,8 12 0,2-7 0</inkml:trace>
  <inkml:trace contextRef="#ctx0" brushRef="#br0" timeOffset="13073">1487 11622 7569,'-17'0'0,"6"0"1303,-1 0-357,8 0-492,-3-8 1,9 6 48,3-4 0,-1 5-302,8 1 0,-1 0-259,6 0 1,7 0-238,-1 0 307,7 0 0,-3 0 82,8 0 1,-6 0 88,-1 0 1,-1 0-3155,2 0 2971,-4 7 0,0-5 0,2 6 0</inkml:trace>
  <inkml:trace contextRef="#ctx0" brushRef="#br0" timeOffset="13238">1505 11968 7569,'-18'17'0,"1"0"0,2-5 1496,3-1-400,5-7-343,7 4-475,7 0 0,3-6-246,7 3 0,8-3-299,4-2 0,-2 0 284,2 0 0,5 0 118,7 0 0,-1-2-135,-5-3 0,7-5 0,2-7 0</inkml:trace>
  <inkml:trace contextRef="#ctx0" brushRef="#br0" timeOffset="15556">5517 11674 7569,'0'-10'2635,"0"-5"-1742,-8 13-627,6-6-78,-6 8-1587,8 0 791,0 8-1079,0-6 953,0 13 734,0-13 0,8 6 0,2-8 0</inkml:trace>
  <inkml:trace contextRef="#ctx0" brushRef="#br0" timeOffset="15832">5793 11276 7569,'-9'0'1386,"1"0"-1146,8 0 0,0 2 23,0 4 0,0 5 119,0 12 1,0-2-91,0 8 0,0 2-109,0 9 1,0-3-1,0 3 1,0-3 22,0-3 1,2-3-787,4 4 0,-2-10 173,7 9 1,-5-11-61,6 0 1,-7 2-1345,7-2 1811,-1-7 0,7-1 0,-1-5 0</inkml:trace>
  <inkml:trace contextRef="#ctx0" brushRef="#br0" timeOffset="16199">6122 10809 7908,'12'-15'0,"-1"3"468,3 6 1,-5 5-249,3 1 1,1 1 201,10 5 1,-4 8-92,4 14 1,2 3-58,-2 15 0,2 8-24,-1 10 0,-5-3-30,4 2 0,-4 7-185,-2 5 1,-5-1 159,-1-4 0,-5-1-496,6 0 0,-9-2 242,3-3 0,-4-5 70,-2-7 1,-8-2 25,-3-4 1,-6-4-933,-6-7 1,-4 0 275,-8-1 0,2-1-362,5-4 981,-5-4 0,4-6 0,-4 0 0,7 2 0,-3 0 0,-2 2 0</inkml:trace>
  <inkml:trace contextRef="#ctx0" brushRef="#br0" timeOffset="14815">4237 11017 7569,'0'-23'0,"0"-1"117,0 3 87,0 2 1,0 8 151,0-1 0,-2 8-75,-4-2 0,3 6-98,-9 6 1,0 13 110,-5 16 1,0 17-82,0 17 0,-1 8-30,1 9 1,2 7-220,3-1 0,-1 2 62,7-2 0,0-5-12,6-1 0,0-9-14,0-14 1,14-3-531,3-8 1,10-4 315,-4-8 1,8 1-512,-3-13 0,-1-3 316,2-2 0,0-11-82,6-6 491,-1-4 0,1-8 0,-1 0 0,1 2 0,-1 2 0,1 2 0</inkml:trace>
  <inkml:trace contextRef="#ctx0" brushRef="#br0" timeOffset="15128">4756 11120 7569,'-8'-9'639,"-3"3"-365,3 4 0,-5 10-91,7 3 1,-6 12-1,6 6 1,-7 6 12,1 5 0,-3 0-213,-2 12 0,5-11 44,1 5 1,1-2 55,-1-4 0,-3-1 12,8-10 0,1 1-216,5-7 9,0 0 124,0-5 1,7-9 7,5-3 0,3-4 8,3-2 1,1 0 165,4 0 1,4-6-108,7 1 1,-5-7-33,0 6 1,0-1 25,5 1 1,-5 4 4,0-4 0,-2-2-666,2 3 1,-2-1 291,-4 6 1,-4-2-25,4-4-432,-4 4 744,-2-5 0,1-1 0,-1-2 0</inkml:trace>
  <inkml:trace contextRef="#ctx0" brushRef="#br0" timeOffset="15323">4929 11103 7569,'0'-10'585,"0"3"-319,0 7 0,0 9-124,0 9 1,0 9 140,0 13 1,0 4 41,0 8 1,0 6-189,0-1 0,0 1-71,0-6 1,0 0-195,0 0 0,2-6-431,3 0 0,5-6-1060,7 6 1619,-7-15 0,13 17 0,-4-11 0</inkml:trace>
  <inkml:trace contextRef="#ctx0" brushRef="#br0" timeOffset="13839">2612 11432 7569,'-8'-10'256,"-4"2"448,-3 1-87,-2 5 311,7-14-564,2 14 0,18-5-139,7 7 1,8-6-56,10 0 1,-1 0 35,1 6 1,5-7-137,1-5 1,5 5 26,-6 1 1,8-2-37,-2 2 1,-3-5-157,-3 5 1,-4-2-402,-1 3 1,-2 3-562,-4-4 1,-3 4 514,-3 2 1,-9 0-825,3 0 1366,-11 0 0,2 8 0,-8 1 0</inkml:trace>
  <inkml:trace contextRef="#ctx0" brushRef="#br0" timeOffset="14020">2854 11501 7569,'-10'0'289,"2"2"163,8 3 1,0 5-113,0 7 1,2 8 112,4 4 1,-4 4-384,4 1 1,-4 7-2,-2-1 1,0 6-369,0-5 1,0-1 263,0-5 0,0-1 170,0 1 1,0-6-531,0-1 1,2-6 394,3 1 0,5-4 0,7-2 0</inkml:trace>
  <inkml:trace contextRef="#ctx0" brushRef="#br0" timeOffset="14203">3251 11380 7569,'8'-18'461,"-6"9"-236,6 1 0,-8 10 113,0 4 1,0 5 140,0 12 0,-2 6-190,-4 12 1,2-3-107,-7 8 1,5 0-272,-6 6 112,8 0 1,-3-6-129,7 0 0,0-2-262,0 3 0,0 1-578,0-8 0,0-5 944,0-7 0,0 1 0,0 6 0</inkml:trace>
  <inkml:trace contextRef="#ctx0" brushRef="#br0" timeOffset="12670">139 11570 7629,'-10'0'103,"2"0"1,3 2 307,-1 4 0,-6 13-115,7 15 1,-7 9-35,6 9 0,-5 7-59,5 5 1,-2 3-35,2 2 1,5-6-153,-5 1 1,4-8 56,2 1 1,0-5-104,0-6 1,0-9 109,0-8 1,2-14 52,4 2 92,-5-11-120,15 2 0,-8-16 2,3-4 1,4-11-24,-3-5 0,-2-13-101,1-5 0,1-6 77,5-5 0,-6-11-159,1-7 0,0-1-69,5 1 1,0-2-128,0-4 1,1-7 106,-1 7 1,0-4-26,1 16 0,-1 0 167,0 17 0,0 6-15,1 17 0,-1 0 163,0 12 1,1-2-68,-1 13 1,-6 0-103,1 6 0,-1 10 31,7 7 1,-1 8 483,0 10 1,-5 13-193,-1 4 1,-1 13-53,2 4 1,1 0-216,-7 6 0,1 8 4,-1-2 1,-4-1-348,4-10 0,-2-3 175,2-4 0,-3-3-352,9-8 0,-8-8 243,1-4 0,3-5-992,-2-6 786,0-4 0,-4-10 493,3-4 0,-3-3 0,4-8 0</inkml:trace>
  <inkml:trace contextRef="#ctx0" brushRef="#br0" timeOffset="12865">260 11950 7569,'-18'0'1390,"1"0"-704,7-7-324,3 5 0,9-8-215,3 4 2,5 5 0,13-9-69,0 4 1,8 2-202,-2-7 1,11-1-427,6-5 0,0 4 307,6-5 1,-4 11-1222,10-11 1461,3 5 0,1-12 0,7-2 0</inkml:trace>
  <inkml:trace contextRef="#ctx0" brushRef="#br0" timeOffset="19423">6727 10671 7551,'0'-18'258,"0"7"-52,0-1 1,2 1-23,4-6 1,4 5 22,7 1 0,0 1-13,0-2 1,1-1-24,-1 7 0,2 0 12,4 6 1,-3 0 22,3 0 1,-10 0-251,-1 0 1,-3 8 58,3 4 0,-5 3 124,-7 2 0,0 8-84,0 4 0,-2 6-236,-3 5 0,-5-3 185,-7 3 1,-1-9 99,1-3 1,2-6 845,3 1-320,5-4-254,7-2 0,2-7-73,3-4 0,13-5-76,10-1 0,5-5-155,2-1 0,7-8-1199,4 3 0,2-3 417,-2 3 0,4-2-651,-4 7 1361,-3 0 0,-1-2 0,-8-1 0</inkml:trace>
  <inkml:trace contextRef="#ctx0" brushRef="#br0" timeOffset="20120">1643 13559 7569,'10'-10'270,"-3"0"8,-7 5 1,8-5 5,4-7 0,9 1 267,2 5 1,8-3-256,-3 9 0,-1-3-132,2 2 0,-2 4-361,2-3-135,3 3 0,-12 2 144,3 0 0,2 0-31,-2 0 0,6 0-387,-6 0 1,0 0 5,-6 0 600,8 0 0,2 7 0,7 3 0</inkml:trace>
  <inkml:trace contextRef="#ctx0" brushRef="#br0" timeOffset="20286">1816 13801 7569,'-25'17'0,"8"0"863,-1 1 199,9-9 1,13 1-116,7-4-638,8-4 0,18 5-450,3-7 0,-1 0 156,7 0 1,0-2-834,6-3 0,2 1 463,3-8 0,-3 8 355,4-1 0,3-5 0,1 0 0</inkml:trace>
  <inkml:trace contextRef="#ctx0" brushRef="#br0" timeOffset="84580">3165 13265 7569,'-17'-6'471,"-1"0"0,9-2-110,3 3 1,2 3-134,-2-4 0,4 6 129,-3 6 1,-3-2-59,2 7 1,-5 3-80,5 9 1,-6-4-38,7 4 1,-1 2-52,6-2 0,-6 0 50,0-6 0,1 1-12,5-1 1,1 0 24,5 1 0,-2-1-26,8 0 1,-1 0-110,6 1 1,6-7 110,1 1 0,4-1-168,-5 7 0,6-3 87,-6-4 1,6 5-133,-6-5 0,6 5-14,-6 1 0,-2 0-14,-9 1 0,3-1 134,-3 0 0,-5 0-55,-1 1 0,-4-1 200,-2 0 0,-8 1-58,-3-1 0,-10 6-205,-2 0 1,-8 0 80,2-6 0,-2 1-586,2-1 1,-3-2 289,3-3 1,2-2 136,-2-5 0,6-3-1336,-6 4 0,8-6 1468,-2-6 0,4-11 0,2-10 0</inkml:trace>
  <inkml:trace contextRef="#ctx0" brushRef="#br0" timeOffset="84748">3199 13317 9085,'0'-10'4189,"0"-5"-3719,8 13 1,2-6-557,7 8 77,8 0 1,2 0 115,8 0 0,-1 0 88,1 0 0,5 0-1733,0 0 0,7 0 301,-7 0 1237,0 0 0,10 0 0,4 0 0</inkml:trace>
  <inkml:trace contextRef="#ctx0" brushRef="#br0" timeOffset="85120">3960 13196 7875,'-5'-12'712,"-1"0"-191,0 9 1,14-11-175,3 8 1,5 1-111,1 5 1,2 7-134,4 5 1,-2 11 78,8 6 1,-2 11-200,2 6 1,-6 10-162,-11 2 1,1 7-228,-7-2 1,-1-3 308,-5-2 1,0-12 98,0-6 0,-5-5 177,-1-7 0,-13-3-126,1-7 1,-8-3 417,2-3 1,-6-5-198,1-7 1,2 0-63,-2 0 0,6-7-168,-6-5 1,14-3-202,-2-3 1,5-5 167,1 0 0,3 0-90,8 6 1,2 2 184,4 3 0,3-1-106,9 7 0,1 0-66,4 6 0,-2 0-31,8 0 0,-2 8 463,1 3 0,5 3-385,-4-3 1,2 5-487,-2-5 0,3 4 54,-3 3 0,2-3-396,-2-3 1,3 1 132,-3-7 1,-2 0 711,2-6 0,0 0 0,5 0 0</inkml:trace>
  <inkml:trace contextRef="#ctx0" brushRef="#br0" timeOffset="85313">4756 13697 7569,'0'-10'6575,"0"3"-3539,0 7-1076,0 0-2463,0 7 1,0-3 358,0 8 1,6-6-1274,-1 5 0,3-1-6,-2 1 0,-2-1 1423,7-4 0,-7-4 0,4 5 0</inkml:trace>
  <inkml:trace contextRef="#ctx0" brushRef="#br0" timeOffset="87180">5621 13507 7569,'9'-19'0,"-3"-3"0,-4-1 597,-2-7-281,0 10 0,6-12-9,-1 3-169,1-4 0,0-1 26,0-1 1,1-1-106,-1-5 0,-4 5 48,4-5 1,-4 5 98,-2 1 1,-2 1-24,-4-1 1,2 8-2,-7 4 1,-1 4 44,-5 2 0,0 7-97,-1 4 0,1 4-7,0 2 0,-1 0 27,1 0 1,-6 14-100,0 3 0,0 14-109,6 3 1,-1 9 80,1 9 1,2-4-29,3 4 1,4-4 38,8 9 1,0-9-90,0-2 0,8-7 75,4 1 1,3-5 133,2-6 1,6 1-81,0-7 1,6 0 11,-6-5 0,6-1-33,-6 0 0,6-5 21,-6-1 0,0 1-60,-6 5 1,-7-5 63,-4-1 1,-4 1-124,-2 5 0,-2 0 53,-4 1 1,-4 1 13,-7 4 0,-8-4-139,-4 4 1,-3-6-35,-3-5 1,0-2 32,1-5 0,-1-3 96,1 4 0,-1-6-19,1-6 0,5-5 6,0-12 1,8 2-134,-2-8 0,11 0 106,6-6 1,4 1 44,2-1 0,8 2-5,4 5 0,11 1 12,6 4 1,3 3-273,3-3 0,-1 0 75,1 6 1,2-4-149,3 9 0,-4 3 113,5-3 1,-5 8-684,-1-1 1,-1 3 924,1 2 0,7 7 0,2 3 0</inkml:trace>
  <inkml:trace contextRef="#ctx0" brushRef="#br0" timeOffset="87404">6036 13196 7569,'0'-29'702,"0"0"-402,0 8 0,0-10 146,0 8 0,0 0 636,0 6-407,0 7-416,0 2 0,0 12 22,0 8 0,0 9 6,0 19 0,0 4-361,0 8 1,0 6 125,0 0 0,0 7-273,0-2 1,0 10 201,0 2 1,0 6-1293,0-6 0,1-2 1311,5-10 0,4-3 0,7-8 0</inkml:trace>
  <inkml:trace contextRef="#ctx0" brushRef="#br0" timeOffset="87749">6520 13230 7569,'-18'10'-589,"1"-3"1,0-3 2363,0 8-1112,7-1 0,0 22-79,5-4 1,-3 11-23,-4 6 0,-1 4-196,7 2 0,0-6-113,6 0 1,2-7-71,4 1 1,6-5-1,11-6 1,4-10-67,7-8 1,3-9-4,3-2 1,-2-8-105,9-9 1,-9-2-8,2-4 1,-9-4-254,-2-8 0,-10 7-244,-2-1 0,-7 0 252,-10-6 1,0 1 139,0-1 0,-13 1 5,-5-1 1,-11 8-600,1 4 0,-5 6 227,-2 5 1,3 5 297,3 7 0,-2 0-308,8 0 198,0 7 0,8 3-254,3 7 0,4 0-67,8 1 602,0-9 0,16 7 0,3-7 0</inkml:trace>
  <inkml:trace contextRef="#ctx0" brushRef="#br0" timeOffset="89686">1989 15893 9616,'0'-11'315,"0"-1"1,2 1-177,4-7 0,1-5-123,5 0 0,5-7 134,0 1 0,1-4 56,5-2 1,-4 1-473,-2-1 1,4 8 165,-3 4 1,3 4 191,-10 2 1,-1 7 56,2 4 44,-1 5 1,1 4-112,-1 9 1,-1 1 11,1 16 1,5-6-121,-5 6 0,3-2 95,-3 2 1,5 1-162,-5-6 1,10-1 55,2-6 1,0 0-62,-5 0 1,-1-1-108,0-5 1,0 3-157,1-8 1,-7 5-517,1-5 232,-1 7 1,5-3 643,-5 7 0,5 1 0,-7-1 0</inkml:trace>
  <inkml:trace contextRef="#ctx0" brushRef="#br0" timeOffset="89945">2093 16205 7569,'-18'9'-8,"1"-1"1,6-8 7,-1 0 1190,8 0-738,-3 0 0,14-8-75,5-3 1,3 1-150,2-2 1,3 9-134,3-3 1,-2 4 81,8 2 0,-2 2-80,1 4 1,3 3 85,-8 9 1,6 1 22,-6 4 1,0-4-124,-6 4 1,1-4-179,-1-1 0,0-7 154,1 1 0,-7-9 21,1 3 0,-1-4-451,6-2 0,1-2 202,-1-4 1,2 3-750,4-9 0,-3-5 444,3-6 0,-2 0 474,2 5 0,-4-14 0,6-5 0</inkml:trace>
  <inkml:trace contextRef="#ctx0" brushRef="#br0" timeOffset="92153">6364 15323 7569,'0'-18'3635,"0"1"-2994,0 7 1,6 5-45,0 10 1,1 9-221,-1 15 1,-4 1-353,4 17 1,1 4 33,-1 7 1,0 0 135,-6-6 0,0-1-1411,0 1 0,0 0 1216,0 0 0,8 8 0,1 1 0</inkml:trace>
  <inkml:trace contextRef="#ctx0" brushRef="#br0" timeOffset="93203">7402 15426 8355,'0'18'258,"0"-1"1,0 8-27,0 4 1,0 3-52,0 3 1,2 1-15,3 5 1,-3-5-78,4 5 1,2-7-114,-2-5 1,1 2 226,-1-8-196,-4 8 0,11-12-76,-7 4 134,0-12-74,-6-3 1,6-10 52,-1-4 1,1-9-179,-6-8 0,2-8-36,4 2 1,-2-3-54,7-3 0,-1-7 123,1-4 1,3-6 22,-8-6 1,7 6-38,-1 1 0,-3 1 27,3 9 0,-3 9 293,3 8-142,3 5 179,-5 2 1,1 15-37,1 8 1,-8 9 91,1 8 0,-3 12-162,-2 11 1,0-2 60,0 2 1,0 0-170,0 6 0,0-8 52,0-3 0,0-10-73,0-3 1,6-12 120,0 1-22,0-4-71,1-3 1,-3-4-79,8-12 1,-3-9 93,3-8 0,3-8-11,-3 2 1,3-5-546,2-7 1,1-3 258,-1-8 1,0-4 105,1 4 1,-1 4-35,0 14 0,-1 7 250,-5 4 1,3 9-192,-9 3-29,9 7 0,-12 6 509,3 15 1,-3 3-79,-2 8 0,0 7-82,0 5 1,0 6-87,0-5 1,0 1-455,0-2 1,0-5 177,0 0 0,2-3 139,4-9 0,-2-2-424,7-9 0,-5 1-688,6-7 1,-1-2 709,7-10 0,-1-5 418,0-12 0,8-4 0,2-8 0</inkml:trace>
  <inkml:trace contextRef="#ctx0" brushRef="#br0" timeOffset="93445">8249 14942 7569,'0'-17'241,"0"0"-104,0-1 1,0 1 96,0 0 1,8 7 114,3 4 0,5 4-101,1 2 1,0 0-12,1 0 1,-1 8-84,0 4-54,0 3 1,1 4 48,-1 4 0,0 4-69,1 8 1,-9-6 15,-3-1 0,-4-1 77,-2 2 1,0-4 269,0-8 1,0 1-113,0-1 1,2-7 158,4-5 1,3-3-295,8-2 0,3 0-269,3 0 1,4-7 26,7-5 1,1-1-161,-1 1 0,3-3-1361,3 3 1,-1 4 1566,7 3 0,0-5 0,6 0 0</inkml:trace>
  <inkml:trace contextRef="#ctx0" brushRef="#br0" timeOffset="91265">5171 15859 7569,'0'-10'2432,"0"2"1,-2 8 1325,-4 0-2071,4-7-979,-5 5-707,7-6-565,0 8-2749,0 0-214,7 0 3527,-5 0 0,14-8 0,-7-1 0</inkml:trace>
  <inkml:trace contextRef="#ctx0" brushRef="#br0" timeOffset="91965">5742 15617 7569,'9'-8'559,"-1"-2"-281,-8 1 1,8-7 256,3 5-386,4 3 0,-3-7 14,0 3 1,-3-5-12,3-6 0,3 4-32,-3-4 1,-5-2 74,-1 2 0,-4-6-105,-2 6 0,-2-8 73,-4 2 1,-1 2-152,-5-2 0,-9 8-2,4-2 1,-5 4 105,5 2 1,0 7-77,0 4 1,-1 4 49,1 2 1,0 8-45,-1 4 1,7 5 51,-1 6 0,8 4-165,-1 7 0,3 3 92,2 3 1,0 6-58,0 12 0,2-4 52,3 3 1,5-1 18,7 2 0,-5-6-47,-1 0 1,1-1-12,5-4 1,1-5 118,-1-2 1,0-5-55,0-6 219,1 3 1,-3-13 133,-3 5-220,-5-13 0,-9-3-83,-3-8 0,-5 0 25,-7 0 1,-6 0-172,0 0 1,-8 0-248,2 0 1,-4-8-75,-1-3 0,1-5 198,4-1 1,-1-2-21,7-4 0,-1 3 50,7-3 0,8 4 157,3 2 1,4-6-78,2 0 1,4 0-50,7 5 1,1-1-2,11-4 1,6 4 35,5-4 1,3 2-344,9-2 1,-8 3 144,3-3 1,-3 4-493,2 2 0,-1 0 21,7-1 746,-8 1 0,12-8 0,-5-2 0</inkml:trace>
  <inkml:trace contextRef="#ctx0" brushRef="#br0" timeOffset="90407">3407 15668 7569,'15'-17'0,"-3"0"55,3 0 1,-7-1 240,3 1-136,5 0 1,-8 5 391,3 1-69,-3 7-191,-8-4 1,0 10-98,0 4 0,0 3 101,0 9 1,0 5-102,0 0 0,0 8 0,0-3 0,-6 5-2,0 2 1,0-1 11,6 1 0,0-1-63,0 1 1,6 0-12,0-1 1,7-5-27,-1 0 0,-2-8 77,1 2 0,1-4-47,5-2 1,0 1 23,1-1 1,-1-2-42,0-3-50,0 3 1,-5-5-50,-1 7 1,-7-5 14,2-1 1,-4-5-179,-2 6 0,-8-7-444,-3 7 1,-12-3 320,-6 3 1,-4 1-704,-1-7 1,-3 0 400,-3-6 0,5-8-408,1-3 1,1-7 123,10-5 853,0-11 0,6-18 0,-1-10 0</inkml:trace>
  <inkml:trace contextRef="#ctx0" brushRef="#br0" timeOffset="90540">3372 15668 7569,'18'-26'233,"-1"1"1,0 1 179,1 1-218,-1 0 0,0 8 824,0 3-645,1-3 1,1 11-78,4-7 0,2 7-213,4-2 1,5-2-365,1 3 1,0-1 236,5 6 1,2-6-728,-1 0 1,-1 1 252,-5 5 517,-1 0 0,8 0 0,3 0 0</inkml:trace>
  <inkml:trace contextRef="#ctx0" brushRef="#br0" timeOffset="90890">4341 15409 7569,'-10'0'1450,"3"0"-865,7-8-218,0 6-89,0 10 0,7 11 83,5 16 1,-3 5-135,3 1-139,-1 7 1,5 2-34,-5 7 0,-3 3-187,-8-3 0,0-5-161,0 0 1,0-8 164,0-9 1,-8-8 317,-3-4 0,-5-4-122,-1-2 1,-2-7-6,-4-4 0,2-4-80,-8-2 0,6-2 13,-6-4 1,8-11-25,-2-12 1,11-4-99,7-1 1,3 5 99,2 0 0,7 8 35,5-2 1,9 4 312,2 1 1,6 9-156,-6 3 0,6 4 18,-6 2 0,6 6-136,-6 0 1,2 7-6,-2-1 1,-4 3-287,4 2 0,2 1-487,-2-1 0,0 0-1380,-6 0 2109,1 1 0,-1-1 0,0 0 0</inkml:trace>
  <inkml:trace contextRef="#ctx0" brushRef="#br0" timeOffset="88756">7436 13230 7263,'-17'-9'-1185,"7"-7"1633,3 14 0,7-2 1800,0 16-1746,0 7 1,0 16-137,0-1 0,0 9-123,0 3 0,5-2-262,1 2 0,8-2 81,-3 2 0,5 2-979,1-7 0,0 3 221,0-10 696,8 5 0,-5-20 0,5 6 0</inkml:trace>
  <inkml:trace contextRef="#ctx0" brushRef="#br0" timeOffset="89003">7644 13074 7569,'-17'-9'893,"7"-12"-669,4 3 1,4-3-42,2 4 1,4-6 124,8 0 1,-1 0 170,12 6 0,4-1-317,2 1-25,11 0 1,-3 1 22,3 5 0,2 3-117,-1 8 1,5 2 28,-6 4 0,1 7 134,-7 16 1,-5 4-35,0 19 1,-14 5-61,2 18 0,-11 4-367,0 7 0,-12 7-92,-5-1 1,-3 6-306,3-6 0,3-13 19,8-10 0,0-11 633,0-1 0,0-7 0,0-2 0,0 0 0,0-5 0,0-5 0</inkml:trace>
  <inkml:trace contextRef="#ctx0" brushRef="#br1" timeOffset="102711">7471 16412 7682,'-10'0'904,"3"-8"0,14 6-604,5-3 1,3 1-67,2-2 0,8 4-39,4-4 0,4 4 40,2 2 0,5-5-55,0-1 1,8-2-35,-2 2 0,4 3-110,2-9 1,-6 6 110,0-5 0,-5 5-114,5-5 1,-8 5-185,3-6 0,-11 6 111,-1-5 0,-8 7 105,2-2-474,-3-3-1961,-11 7 1587,-1-6 1,-18 10 782,-7 4 0,-16 11 0,-11 10 0</inkml:trace>
  <inkml:trace contextRef="#ctx0" brushRef="#br1" timeOffset="102880">7575 16585 7569,'-18'0'645,"1"0"0,6 0 21,-1 0-429,8 0 1,-2-6 308,12 0 1,4-7-171,7 1 1,8 3-146,4-3 0,5-1-48,7-10 1,3 4 11,8-4 0,-6 3-135,0 3 0,0 2-1226,6 3 0,-8-1 79,-3 7 1,-1-6 1086,-5 7 0,3-9 0,-11 5 0</inkml:trace>
  <inkml:trace contextRef="#ctx0" brushRef="#br1" timeOffset="103993">5378 17173 7569,'-5'-17'-12,"-3"-1"385,-2 1-98,7 0-93,-5-1 0,8 7 375,0-1-390,0 9 0,2-3-12,4 12 1,-5 3 39,5 8 0,4 7-1,1-1 1,5 7-110,1-1 0,0 2 110,1-2 0,-1 1-16,0-6 1,8-1-153,4-6 1,-2-2-253,2-3 0,-6-5 142,6-7 1,-6 0-21,5 0 0,-6-1 121,1-5 1,-6-4-28,-6-7 1,5-6-367,-5 0 1,-3-6 148,-2 6 1,-4-6 118,-2 6 0,0-6-21,0 6 0,-6-6 34,0 6 1,-5 0 16,5 6 251,0 0-259,6 7-2,0 2 397,0 24 0,6 1-117,0 12 1,5 2-89,-5-8 0,7 5 4,-1-5 1,3 6-148,3-6 1,-1 0 8,0-5 1,0-1-101,1 0 1,-7-7 146,1-4 1,-1-4-27,7-2 1,-7-8 25,1-4 1,-3-5-31,3-6 1,3-2-6,-3-4 0,-3-3 5,3 3 1,-8-4-87,2-2 0,1 1 87,-1-1 0,2 8-25,-3 4 0,-3 4 3,6 10 1,-6 1 182,4 8 1,-4 9-106,3 9 0,-3 1-44,-2 10 0,0 0 64,0 5 1,6 1 120,0-1 0,2-1-177,-3-4 1,-3 2-19,4-8 1,2-6 54,-3-6 0,7-5 43,-6 6-87,7-8 0,-5-4 21,3-12 1,5-3-19,-5-3 0,5-7-18,1-3 1,0 1-97,1-2 1,-3 2 69,-4-2 1,5-2 18,-5 8 13,5 0-36,1 14 186,0 1 1,-5 10-95,-1 4 0,-7 11-38,2 12 1,2 2 52,-3-3 0,7 5 27,-6-4 0,7 2-93,-1-3 0,-3-3-14,3-7 1,-1-1 48,7 0 0,-1-7 10,0-4-39,1-4 1,-1-2 6,0 0 0,-2-8-8,-3-4 0,1-5-27,-7-6 1,6 2-325,-6-8 1,5 2 118,-5-2 0,0 2-8,-6 4 0,5 10 69,1-4 69,0 3 14,2 5-36,-7 1 1,7 16 0,-8 3 1,0 10 43,0 2 1,2 0-230,4-5 0,-2-1-76,7 0 0,-5 4-461,5-3 842,-7 3 0,12-12 0,-7 9 0</inkml:trace>
  <inkml:trace contextRef="#ctx0" brushRef="#br1" timeOffset="104148">6779 16931 7569,'-17'0'0,"-8"0"-139,6 0 0,-6 0 237,15 0 43,2 0-259,24 0 1,-3-6-221,16 0 0,-6-5 75,6 5 263,0-7 0,5 3 0,1-7 0</inkml:trace>
  <inkml:trace contextRef="#ctx0" brushRef="#br1" timeOffset="104332">7039 16741 7569,'-18'9'0,"1"-1"0,0-8 0,5 0 124,1 0 678,7 0-623,-4 0 0,10-2-310,4-4 1,11-3 21,12-9 0,-2 1-165,2 0 1,-1-1-12,7 1 1,-2 6 115,-5-1 0,3 1 128,-8-7 41,0 9 0,-5-7 0,-1 7 0</inkml:trace>
  <inkml:trace contextRef="#ctx0" brushRef="#br1" timeOffset="104537">7263 16429 7569,'-17'-9'-497,"7"1"0,-5 8 0,4 0 497,-5 0 0,5 0 0,-1 0 0,8 13 634,-1 5 1,3 13-76,2 3 0,0 8-123,0 10 0,0 6-140,0 0 1,2 7-52,3-2 1,-3-1-150,4 1 1,4-9 69,1-2 0,-1-2 29,1-10 0,1-5-81,5-6 0,0-10-270,1-2 0,-1-2-37,0-9 0,1 0-231,-1-6 1,0-2-12,0-4 0,3-3-381,3-9 1,-4-7 815,4-3 0,4-5 0,0-2 0</inkml:trace>
  <inkml:trace contextRef="#ctx0" brushRef="#br1" timeOffset="105156">8007 16844 7569,'11'-7'91,"1"-5"1,-8-3 28,2-3 1,1 1 74,-1 0 0,0 0 0,-6-1 0,6 7 43,-1-1 1,-1 8-89,-10-1 0,1 3-30,-13 2 1,5 2-124,-10 3 0,-4 11 160,-2 7 1,-2 6 37,3-6 0,-3 6-243,8-6 1,0 0 29,5-6 1,7 0 89,-1 1-13,9-1 1,-3 0 72,12 0 0,3-5-33,8-1 1,1-5-9,-1 6 0,2-6 12,4 5 1,-3-5-7,3 5 1,-4-7-197,-2 2 125,-7-4 0,-3 0 105,-7 4-50,0-5 1,-13 13-108,-4-8 1,-12 1-33,0-1 1,-9-2-87,-3 8 1,-1-7-254,2 7 1,9-6 191,-4 5 0,12-7-518,0 2 229,12-4 112,3 5 382,16-5 0,9 6 0,10-8 0</inkml:trace>
  <inkml:trace contextRef="#ctx0" brushRef="#br1" timeOffset="106214">9442 16810 7569,'0'11'-674,"0"1"1417,0-8 11,0 3-204,0-7-367,0-7 1,2-1 22,4-4 1,-2-3-100,7 4 1,-5-5 62,6-1 0,-7-6-107,7 0 1,-8-2-18,2 2 0,-5 4-233,-1-5 159,0 5 0,-7 4-160,-5 3 1,-9 5 174,-2 7 1,-8 2 43,2 3 0,-3 11-343,-3 7 0,6 8 79,1-3 1,8 3 190,3-2 0,2-4 7,9-8 39,0 0 1,14-1 48,3-5 0,7-3-48,5-8 0,-2-2-8,8-4 1,-8-3 25,2-9 0,2 1 151,-2 0 1,0 2 164,-6 3 436,1-3-494,-1 13 1,-2 4 29,-3 15 1,1 8-82,-7 9 1,6 3-56,-7 3 1,1-1-128,-6 7 1,0-2 97,0 2 0,0 2 16,0-7 1,0-3-66,0-9 0,0 2 119,0-8-8,-8 0 12,-1-6-246,-9-7 1,1-3-222,0-7 0,0-5-293,-1-1 0,3-8 271,3 3 0,-3-7 170,3-5 1,3 4-118,-3-4 0,8 4-418,-1 2 0,3-1 239,2 1 1,2 0 80,3-1 0,1 1 95,12 0 1,-5 0 22,10-1 0,4-5 110,2 0 1,0-8-89,5 3 0,-3-5-10,9-2 1,-3 1 32,-3-1 1,-1 1 325,-4-1 0,2 0 28,-8 1 0,0 7 165,-6 4 1,0 0 559,1 6-414,-9-5 66,7 13-93,-15-1-306,7 2 1,-8 10 49,0 4 1,0 6-71,0 11 1,0-2-62,0 8 1,0-6-169,0 6 1,0-6-315,0 5 0,6-6 226,0 1 0,5-4-469,-5-2 1,6-5 312,-7-1 0,9-7-52,-3 2-49,5-4 413,1-2 0,0-16 0,1-3 0</inkml:trace>
  <inkml:trace contextRef="#ctx0" brushRef="#br1" timeOffset="106602">9840 16343 7569,'-17'-8'-746,"-1"6"1,7-11 1892,-1 7-673,9-7 1,-5 9-107,8-8 0,0 6-185,0-5 1,8 5-183,3-5 0,6 1 95,6-2 1,-3-1 86,3 7 1,2-5-60,-2 5 0,6-2-343,-6 3 1,0 3 121,-6-4 1,0 4-272,1 2 394,-1 0 0,-2 2 39,-3 4 0,3 3 167,-3 9 0,-3 1-64,3 4 1,-6-2-113,5 8 0,-5 1 82,5 11 1,-1-5 68,1 5 1,5 1-123,-5-2 1,5 1-93,1-7 1,0 1 92,1-1 1,-1-7 7,0-4 1,1-5 167,-1-7 1,-6-1-62,1-4 1,-6-4-115,5 3 0,-7-10 50,2-7 0,1-9-12,-1-2 1,0-10-106,-6-1 1,0-1-185,0-5 1,0-5 198,0-1 1,0 0 53,0-6 1,0 4-1490,0-9 1,2 10 619,4 7 0,-4 6 390,3 5 1,3 4-262,-2 7-472,7 9 1123,-3 1 0,15 8 0,2 0 0</inkml:trace>
  <inkml:trace contextRef="#ctx0" brushRef="#br1" timeOffset="107179">10618 16395 7569,'17'17'280,"-7"0"122,-4 1 0,-2-7-139,1 1 12,-3-8 157,14 3 1,-12-7 205,7 0-565,1 0 1,5-7 96,0-5 0,1-5 13,-1-6 1,0 2-47,0-8 0,-5 6-286,-1-6 1,-7 0-12,2-6 0,-4 7-117,-2-1 1,-6 2 61,0-2 1,-7 4-40,2 8 252,-5 7 1,-1 2-44,0 8 0,-1 2-8,1 4 0,5 11 34,1 12 1,7 0 224,-2 6 0,4-5-64,2 11 1,0-5-103,0-1 0,8-1-52,4 1 0,3-8 48,2-4 1,2-4-62,5-2 0,-5-7 52,4-4 1,2-4-12,-2-2 0,0-2 31,-6-4 0,2-9 126,4-8 0,-3-8-171,3 2 1,-4-4 5,-2-1 1,-1-3-71,-5-3 0,3 9 61,-9-3 0,7 5-13,-6 0 0,-1 10 51,-5 7-32,8 8 25,-6-3 0,-2 14 194,-12 5 0,-3 13-70,-2 10 0,1 1 81,5 10 0,-4-7-147,3 1 1,4-4-52,3-1 0,3-2 179,2-4-6,0-5-115,0-6 1,2-9-32,3-3 0,5-12-99,7-5 1,2-12-122,5-6 1,-3-11-227,7-6 1,-1-4 115,2-2 1,-2 6-58,-4-1 0,-2 11 352,8 1 1,-8 8-118,2 10 1,-9 8-42,-3 3 0,-1 6 54,1 6 1,5 9 713,-5 8 1,-1 8-323,1-2 1,-5-3-59,6 3 1,-1-2-287,7 2 0,5-4-406,0-8 1,0 1-668,-6-1 0,2-6 548,4 1 1,-3-8 551,3 2 0,3 3 0,1 1 0</inkml:trace>
  <inkml:trace contextRef="#ctx0" brushRef="#br1" timeOffset="108415">11846 15824 7298,'-17'10'0,"-1"-5"98,1-3 1,8 0 869,3 4-637,4-4 1,2 4-126,0-12 0,0-4-23,0-7 1,8 0-31,3-1 0,4-6-140,3-5 0,-1-4 55,0-2 1,-5 1-45,-1-1 0,-7 1 96,2-1 1,2-5-123,-3-1 1,1-5-4,-6 6 1,0-8 60,0 2 1,-6-4 27,1-2 1,-3-6-4,2 1 1,2-3-8,-7 2 1,7-1-19,-2-5 1,4-9 5,2 4 0,0-9-102,0 3 0,2-2 100,4 2 1,2-4-238,3-7 1,5-1 257,-5 1 0,-3-1-11,-2 1 0,1-7 23,-1 1-974,-3 42 1,0 0 1169,-3-38-264,0 37 0,0 0-51,0-45 0,0 42 0,0 0-81,0 3 1,0-1 56,0-6 1,0 0-161,0-40 161,0 47 0,0-1 13,-4-3 0,0 0 0,2-45-52,0 43 1,-2-1 0,1 3 0,-1 0-466,1-3 1,0 1 540,-4 7 1,0 0-5,7-12 0,-1-1 0,-7 12 0,0 0-28,2-9 1,1-1-1,-2 3 1,0-1 54,2-2 0,-1 1-43,-2 3 0,0 1 50,4-4 1,-1 1-1,-3 2 1,-2 0 184,2-3 0,-1-1-164,0 1 0,1-1-290,-1-3 1,1-1 331,-1 8 0,0-1-31,0-9 1,1 0 0,0 8 0,1 0-30,1-7 1,0 0 0,-2 2 0,1 1 33,0-4 1,2 1-30,1 8 0,0-1-463,-3-12 0,-1 0 471,3 12 1,0 1 40,1-14 1,-1 0-154,1 6 0,0 1 26,0 0 0,1-1 0,1-2 1,2 0 23,-3 1 1,0 1-70,2 2 1,0 0 43,1-4 0,0-1 0,0 4 0,0 0-35,0-1 0,0 1 84,0-4 1,0 2-8,0 5 1,0 1-1,2-7 1,2-1 14,-1 3 1,-1 0-17,1-3 1,0 1-9,1 3 0,0-1 7,-3-2 0,0 0 0,2 3 0,1-1 0,-1 0 1,0 0-15,0-1 0,0 1 37,0 4 0,0-1 39,-3-1 1,0 0-159,0 7 1,0 0 105,0-6 1,0-1-1,0 7 1,0-1 29,0-5 0,0-1 1,0 5-1,0 1-28,0 0 0,0 1-4,0 3 1,0 0-113,0-5 1,0-1 112,0 3 1,0 1-154,0-5 0,0 1 0,0 3 0,0 0 0,0 2 1,0 1 73,0 1 0,0 0 55,0-3 0,0 1 1,0 3-1,0 0 112,0 0 0,0 0-139,0-4 0,0 1 164,0-36-160,0 37 0,0-1 59,0-34 1,0-10 157,0 6-99,0 1 12,0 6 419,0 7-530,0-6-78,0 22 230,-8-12-132,6 13 28,-13 1 752,13 1-751,-13 9 1,11 1 985,-8 3-1022,1 5 128,1 8 959,-5-1-1062,5 8 1057,-7-6-914,7 14 472,-5-6-405,5 16 260,1-7-426,-7 14-11,14-5 103,-13-1 0,11 6-19,-7-4-60,7 4 7,-4 2 1,6 2-15,-4 4 1,4-2-137,-3 7 1,-3 1 63,2 5 1,-2 1 24,3-1 0,3 0-76,-4 0 0,-2 1 88,3-1 0,-7 0-93,6 1 1,-7-1 80,1 0 0,1 6-2,-7 0 1,5 2-28,-10-2 0,-4-2-121,-2 8 0,-5 0 45,-7 6 0,-5-1-140,-11 1 1,1-1 72,-8 1 1,1 0 85,-6-1 1,5-5 110,1 0 1,9-6-86,2 6 0,2-8-38,10 2 1,5-6-167,7-5-187,6 3 0,-1-5-495,12 7-262,3-7 1199,8-3 0,8-7 0,2 0 0</inkml:trace>
  <inkml:trace contextRef="#ctx0" brushRef="#br1" timeOffset="108707">10584 3632 7569,'-18'-7'53,"3"3"1,1-6 137,3 3 1,5 1 87,-5 6-120,-1 0 0,-5 8-10,0 3 1,-6 26 42,-1 9 0,-4 15 80,5 3 0,-8 12-35,2 11 1,4-6 118,2 5 1,11-13 34,7-4 1,5-9-154,5-14 1,7-4 50,11-7 1,14-8-95,14-4 0,5-6-12,13-5 1,-1-5-319,12-7 1,3 0-669,9 0 0,4-5-343,-44 2 1,0 0 1145,4 0 0,-1 0 0,-2 0 0,0 0 0,2 0 0,0 0 0,-2 1 0,-1 1 0,0-1 0,0 2 0,0 0 0,0 0 0</inkml:trace>
  <inkml:trace contextRef="#ctx0" brushRef="#br0" timeOffset="128506">14907 537 7944,'0'-23'0,"0"0"0,0 2 0,0 2 0,0 1 1007,0 1-812,-8 0 0,6 5 194,-4 1-371,5 7 0,-1-4 75,-4 8 0,4 8-42,-4 3 1,-3 12 145,-3 6 0,2 6-36,-1 5 1,-1 10 104,-5 8 0,0 13-80,0-2 1,-1 12-179,1-1 0,5 3 175,1-2 1,1 1-137,-1-7 1,3-2 55,8-9 1,2-10 22,4-8 1,3-10-34,9-1 0,1-8-112,4-10 0,-2-2 28,8-3 0,-6-5 83,6-7 1,-6-1-6,6-5 0,-6-10 137,6-7 1,-8-7-146,2 1 1,-12-10-166,-5-1 0,-4-2-549,-2 1 0,-8 5 321,-3-4 0,-10 5 46,-2 6 0,-8 10 132,2 7 0,-4 10 20,-1 2 0,-1 8-27,1 9 0,1 8-4,4 4 0,4-2-257,8 2 1,7-2-132,4 2 0,6 1-149,6-6 1,4 4 683,7-5 0,8 0 0,2-5 0</inkml:trace>
  <inkml:trace contextRef="#ctx0" brushRef="#br0" timeOffset="128849">15478 710 7686,'-2'-10'505,"-4"5"-478,4-5 1,-6 10 1,8 0 1,-6 2-1,1 9 0,-7 7 592,6 5 1,-7 8-196,1-3 1,-1 7-195,1 5 1,-3-3-150,4 3 0,-3-3-139,3-3 1,1-1 267,4-4 1,4 1-68,-3-6 0,10-7-7,7-6 1,5-7-52,6 2 0,4-4 208,8-2 0,7 0-121,4 0 0,-2-2-248,2-4 0,-1-1-35,1-5 0,2-3-268,-8 3 0,-5 4-403,-7 3 1,-6-3 388,1 2 1,-4-5-88,-2 5 70,-7 0 408,-3-2 0,-7 7 0,0-7 0</inkml:trace>
  <inkml:trace contextRef="#ctx0" brushRef="#br0" timeOffset="129021">15754 589 7856,'-6'17'420,"1"0"0,-1 8 70,6 4 0,-6 12-143,0 5 0,-1 4-119,1 2 0,4 5-33,-4 1 0,4 5-726,2-5 0,-5 5-78,-1-5 0,0 0 609,6-6 0,-8-1 0,-1 1 0</inkml:trace>
  <inkml:trace contextRef="#ctx0" brushRef="#br0" timeOffset="129695">16878 987 7569,'-9'-12'272,"3"1"0,4 5 119,2-6 1,2 8-197,4-1 0,-2-3-89,7 2 0,2 0 30,11 6 1,-5 0-120,4 0 0,-4 0 66,-2 0 1,3 0-139,3 0 0,-4 0-116,4 0 0,-4 0 95,-2 0 0,1 0 127,-1 0 1,0 0-57,1 0 0,-3 2-619,-4 4 0,5-4 99,-5 4 1,3 3 524,-3 3 0,5 3 0,-7 3 0</inkml:trace>
  <inkml:trace contextRef="#ctx0" brushRef="#br0" timeOffset="129912">16965 1246 7569,'-18'10'0,"1"-5"0,0-3 943,0-2-568,7 0 0,2 2 308,8 4-445,0-4 0,8 8-82,3-5 0,5-1-114,1 8 1,2-8-234,4 1 1,-1 3 196,6-2 0,-1 0 153,2-6 1,2 5-121,-8 1 0,6 0-1078,-6-6 1,6 0 1038,-6 0 0,7 0 0,-3 0 0</inkml:trace>
  <inkml:trace contextRef="#ctx0" brushRef="#br0" timeOffset="131922">18002 727 7569,'0'10'-1194,"0"-2"993,0-8 2494,0 0-2176,8 0-56,2 0 1,7 0-67,0 0 1,0-2 62,1-4 0,5 4-87,0-4 0,2 4 76,-2 2 1,-2 0-3,8 0 0,-6-6-33,6 1 1,-2-3-17,1 2 0,3 4 38,-8-3 1,8-3 3,-2 2 0,-2-5-27,2 5 0,-6-6 17,5 7 1,-1-7-56,2 6 0,-2-5 52,-4 5 0,-2-6-72,8 7 1,-8-3 63,2 2 1,-3 4-9,-3-3 0,-6 1-114,1-2 1,-6 4-158,5-4 0,-5 4-445,5 2 211,-7 0-296,4 0 268,-8 0 524,0 0 0,-15 0 0,-5 0 0</inkml:trace>
  <inkml:trace contextRef="#ctx0" brushRef="#br0" timeOffset="132319">18314 796 7422,'9'0'420,"1"2"-355,-4 4 1,-5 0 36,5 11 1,-4-1-22,-2 12 0,0-5-9,0 6 1,-6 0-102,1 6 1,-7-1-69,6 1 1,-5-3 55,5-3 0,-5 4-214,5-4 0,-8-2 110,3 2 0,1-8-211,-1 2 0,7-4-141,-2-2 497,4 1 0,-6-1 0,-1 0 0</inkml:trace>
  <inkml:trace contextRef="#ctx0" brushRef="#br0" timeOffset="132595">18469 796 7477,'0'-9'30,"0"1"249,0 8 0,6 2-108,0 4 0,5 3-4,-5 9 1,6 7-8,-7 4 1,7 3-24,-6 3 0,1 7 29,-1 4 1,-4-2-2,4 2 1,-2-5-677,1 5 0,-3-6 322,4 6 0,4-7-499,1 1 0,-1-3 688,1-3 0,1-7 0,5-2 0</inkml:trace>
  <inkml:trace contextRef="#ctx0" brushRef="#br0" timeOffset="134050">19628 693 7569,'-10'-8'-134,"3"4"309,7-7 131,0 7 61,0-12 0,0 14-424,0-5 44,0 7 0,0 9 37,0 9 0,5 7 116,1 9 0,2 1-42,-2-1 1,-5 7 5,5-1 1,2 2-71,-2-1 1,-1-5 70,-5 5 1,6-5-10,0-1 1,0-8-34,-6-4 0,0-4 52,0-2-102,0-7 1,0-1 149,0-3-19,0-4-79,0 6 0,0-16-156,0-3 1,0-5 50,0-1 1,-6-8 79,0-4 0,0-4-94,6-1 1,0-1-160,0 1 1,0-7 54,0 1 0,0-6 126,0 5 0,0 1 45,0 6 0,6 5-52,0 0 1,6 6 90,-7-6 1,7 8-82,-6-2 1,7 4 10,-1 1 1,3 7 47,2-1 1,6 3 99,0-3 1,6-1-3,-6 7 1,6 0-104,-6 6 1,8 0 59,-2 0 1,3 0-51,3 0 1,-2 2 112,-5 4 1,3-2-95,-8 7 0,2 1 4,-2 5 1,-4-5 12,4-1 0,-5-5 1,-7 5 1,5-5-106,-5 6 1,-1-7 92,1 7 0,-5-8-134,6 2 82,-9-5 1,7 5-105,-4 0 133,-4 0-26,5-6-19,-7 0-324,0 0 269,0-8 1,-1 6-882,-5-4 652,4-3 0,-12 5 80,9-8 212,-1 9 0,-9-13 0,-5 7 0</inkml:trace>
  <inkml:trace contextRef="#ctx0" brushRef="#br0" timeOffset="134412">20614 122 7569,'0'-17'0,"0"-1"115,0 1-135,0 8 0,0-7 368,0 5 1,5 1 191,1-2-310,8 9-110,-5-5 0,8 8-131,1 0 0,-7 2 75,1 4 0,-1-1 34,7 13 0,-1-5-64,0 10 1,1-2-114,-1 2 1,-6-1-27,1 6 0,-8-1 88,1 2 0,-3 4-109,-2-4 1,-5 3 87,-1 3 0,-13-8 17,1-4 0,-3 2 8,4-2 1,2-6-38,3-5 156,4-1 79,8 6 0,8-7 21,4-4 0,11 2-112,5-3 0,-1 1-310,2-6 1,-2 0 100,2 0 1,4 0-580,-5 0 1,3-2 693,-2-4 0,11-3 0,-3-9 0</inkml:trace>
  <inkml:trace contextRef="#ctx0" brushRef="#br0" timeOffset="138909">18521 2958 7528,'-6'-17'-88,"1"-1"0,-3 7 137,2-1 0,2 3 208,-7-3 1,5-3 24,-6 3 0,7 5-88,-7 1-154,1-4 0,-7 8-49,1-3 1,0 3 89,-1 2 1,1 2-18,0 3 0,0-1-58,-1 8 0,1-3 49,0 3 1,-1 3-35,1-3 0,6 3 30,-1 2 1,8 1-168,-2-1 1,5-5-7,1-1 1,0 1 81,0 5 1,1 6 27,5 0 1,6 0-4,11-6 1,-4 1 38,4-1 0,2 6-35,-2 0 1,2 2 1,-2-2 0,-4-2 2,4 8 0,-3-8 183,-3 2 1,0 2-43,1-2 0,-9 2-48,-3-2 1,2-3 5,-3 3 0,1-10 260,-6-1-247,-8-1 1,-7 6-22,-8 1 0,0-7 3,6 1 0,-6-8 15,0 1 1,-6 3-373,6-2 1,0 0-111,5-6 159,1 0 0,2-2 72,3-4 1,4 2-75,8-7 1,2-1 44,4-5 0,9-1 62,9 1 0,8-6-3,3 0 0,-1-6-14,7 6 0,-3-6 127,3 6 1,-5-2-3,4 2 1,-5 6 85,-6 0 1,2-1-100,-8 7 0,0 1 232,-6-1-128,-7 7-107,5-4 47,-13 8 8,6 0 0,-8 8 91,0 3 0,0 5-77,0 1 0,0 0 1,0 1 1,0-1 1,0 0 1,1-5 0,5-1 1,-2-5-7,8 6 1,-7-9-1,7 3 0,-6-4 52,5-2-44,1 0 0,3-2-109,-3-4 0,1 3 40,-7-9 1,1 1-97,-1-7 0,-4 1 125,4 0 1,-12-3-14,-5-3 1,-5 4-293,-1-4 1,0 4 99,-1 2 0,1 1-36,0 5 1,0-5 497,-1 14-64,9-5-205,1 7 1,16-2 8,3-4 1,6 2 9,6-7 1,4-3-56,8-9 0,-2 4 35,-5-4 1,5 2-11,-4-2 1,2 2-8,-2-8 1,-5 6-97,-6-6 0,-1 0 112,0-6 1,-5-1 7,-1-4 0,-7 1-4,2-7 0,-4 8 7,-2-3 0,0 1 2,0 5 1,-2-1-17,-4 13 23,4 0 14,-13 13 128,13 2 0,-6 22 28,8 3 0,0 20 13,0 3 0,0 8-75,0 4 0,2 6-31,4-1 1,-2 9-94,7-3 1,1 2 87,5-1 0,6 1-15,0-7 1,2-8 4,-2-10 1,2-5-336,4-7 1,-4-5 102,-8-11 1,1 1 55,-1-7 47,0 0-18,1-6-126,-1-8 0,-7-1 64,-5-9 0,-1 1 101,2 0 10,-4-1 0,6 1-1094,-8 0 1113,0 7 0,0-5 0,0 5 0</inkml:trace>
  <inkml:trace contextRef="#ctx0" brushRef="#br0" timeOffset="139473">19576 2820 7492,'-10'0'492,"3"0"-317,-1 0 20,6 0 0,-6 9-12,8 9 1,6 7-66,0 9 1,5 1-243,-5-1 0,8 7 75,-3-1 1,5 6 8,1-5 0,0-3 107,0-9-58,1 3 41,-1-12 0,0 3 50,1-12 1,-1 3-35,0-9 1,-5 1 48,-1-6 51,1 0-29,5-7 1,-5-5-82,-1-11 1,-7-4 3,2-8 1,-4 1 29,-2-1 1,0-5-10,0 0 1,0-12-12,0 6 0,0-8-9,0 8 0,0 3-479,0 3 0,0 5-43,0 7-2,0-5 184,0 14 1,0 0-457,0 7 135,0 8 181,0-4 1,0 16 418,0 4 0,0 3 0,0 2 0,0 1 0</inkml:trace>
  <inkml:trace contextRef="#ctx0" brushRef="#br0" timeOffset="139847">20077 2941 7569,'0'17'-200,"0"-7"1,6 5 262,0-3 0,2-3 90,-3 3 1,-1-3 41,8 3 0,-1 3 0,7-3 0,-1 1 90,0-1 0,2 1-63,5-7 1,0 0 121,5-6-161,4 0-91,-6 0 1,6-2-35,-5-4 0,5 0 36,-4-11 0,2 4-179,-3-11 0,3-1 171,-8 2 0,0-7 8,-5 1 0,-3-4-157,-4-1 0,-3-1-100,-8 0 0,0 1-853,0-1 598,-8 8 217,-1 2 0,-10 8-209,-4 0 320,3 7 0,-10 4 309,7 12-148,-8 4 0,6 21-134,-4 3 0,4 12-45,8 0 1,7 4 298,4 2 0,4-2 89,2-4 1,8-3 255,4-9 0,5 1-348,6-1 0,-2-7-232,8-4 0,0-4-69,5-1 1,3-3-725,3-3 710,-3 3 0,5-13 127,-7 4 0,-1 3 0,1 1 0</inkml:trace>
  <inkml:trace contextRef="#ctx0" brushRef="#br0" timeOffset="136259">14838 3304 7110,'-2'10'-176,"-4"-5"386,-4-3 0,-1-2 126,-1 0-277,9 0 0,-7 0 198,4 0 65,4 0-170,-5 0 0,7-2-268,0-3 1,1-5 34,5-7 1,2-1 21,3 1 0,5-2 84,-5-4 1,5 4-18,1-5 1,0 5-69,1 2 1,-1 2 54,0 3 0,-1 2-92,-5 5 104,4 3 0,-7-4 6,4 12 0,-3 0 25,-3 11 0,-4-2 2,4 14 0,-4 8-2,-2 9 1,0-2 6,0 2 0,5 0 5,1 6 0,0-6-20,-6 0 0,6-7 83,-1 1 0,9-5-72,-3-7 0,-1-3 57,2-7 73,-1-1-14,6 0 1,1-7-102,-1-4 1,0-6 4,1-6 0,-7 2-101,1-8 0,-1 1 67,6-6 0,-1-6-124,-5 0 1,5-8 78,-5 2 1,-1 2 35,1-2 1,-5-5-131,6-7 1,-7-5-181,7 6 1,-6-6 160,5 5 1,-5 1 74,6 5 0,-9 1 90,3-1 1,2 6-94,-2 1 263,-1 7-77,-5-4-118,0 7 72,0 9 271,0 1-274,0 23 1,0-3 5,0 11 0,0 4 89,0 2 1,0 3-71,0 3 1,6-1 35,0 1 1,2 0-68,-3-1 0,-1 1 28,8-1 1,-3 1-189,3 0 1,1-3-218,-7-3 0,8-2 111,-3-4 1,-1-4-42,1 4 0,-5-4-449,5-1 1,-5-7-67,6 1 750,-8-8 0,11 11 0,-5-5 0</inkml:trace>
  <inkml:trace contextRef="#ctx0" brushRef="#br0" timeOffset="136882">16048 3183 7569,'0'-17'0,"0"-6"0,0-1 0,0 1 58,0 6 0,6-2 279,0-4-173,0 4 1,-6-6-19,0 7 1,-2 9-307,-4 3 0,2 4 101,-8 2 1,7 0-103,-7 0 172,1 0 1,-7 8 56,1 3 1,2-1-96,3 1 1,-1 1 33,7 5-2,-8 1 0,11 5 9,-9 0 0,8 0 102,-2-6 0,5 2-39,1 4 0,0-2-65,0 8 1,0-2 32,0 2 1,5 2 19,1-8 0,9 2-55,3-2 1,-1-4-93,6 4 1,-4-4 105,-1-1 0,-1-1-8,0 0 0,-5-5-14,-1-1 19,-7 1 118,4 5 0,-16-2-75,-3-3 0,-7 1-32,-5-7 0,2 8-42,-8-3 1,0-1-118,-5 1 1,1-7 163,4 2 1,-1 2-6,7-3 1,-6 1 9,6-6-84,0 0-119,5 0-263,9 0-1204,1 0 1628,16-8 0,9-9 0,10-10 0</inkml:trace>
  <inkml:trace contextRef="#ctx0" brushRef="#br0" timeOffset="137636">16238 3339 7569,'0'9'-1274,"-7"-1"1433,5-8 80,-6 0-27,8 0 45,0 0-69,8 0-45,-6 0-75,5 0 0,-5 0 151,4 0-146,-4 0 0,6 2 75,-8 3 24,0-3-19,0 6-81,0-8 0,-2 0-84,-4 0 124,4 0 1,-6 0-14,8 0-21,0 0-21,8-8 1,-4 6 9,7-3 0,1 1-10,5-2 1,1 4-5,-1-4 1,0-1 17,0 1 1,1-6-57,-1 7 1,2-7-3,4 6 1,-3-7 29,3 1 0,-2-3-11,2-2 0,-4-1-29,4 1 1,-4 0 35,-1 0 1,-3-3-14,-4-3 0,5 4-46,-5-4 0,-3 2-71,-2-2 1,-2 4 48,1-4 1,-3-2-7,4 2 0,-6-1 40,-6 7 1,3 2-4,-9 3 1,0-1-2,-5 7 0,0 0-5,0 6 1,-1 10 79,1 7 1,-6 8-73,0 10 0,0 7 1,6 4 0,5-2 145,0 2 0,9 1 189,-3 4 0,6-6-183,6-5 0,3-3-169,9-3 1,5-7 2,0-4 1,2 0 99,-2-6 0,4 5-14,7-11 1,-5-3-219,0-2 0,0-5-1074,5-1 0,-5 0 1229,0 0 0,0-7 0,5-3 0</inkml:trace>
  <inkml:trace contextRef="#ctx0" brushRef="#br0" timeOffset="145602">21513 2353 7569,'-6'-17'45,"-2"1"0,-1 5 215,-5 5 0,5 4-65,-3 2 0,1 2-12,-7 4 1,1 5 137,0 12 1,-1 12 156,1 11 1,0 8-164,0 9 0,1-1-9,5 7 0,-3 6-111,8-6 0,1 4-12,5-4 1,7-2-73,5-3 1,3-1 83,3-11 0,-1 8-344,0-14 1,6 6-386,0-12 0,0 0-653,-5-5 0,-1-2 1187,0-5 0,1-3 0,-1-7 0</inkml:trace>
  <inkml:trace contextRef="#ctx0" brushRef="#br0" timeOffset="146836">15650 4808 7569,'0'18'-151,"-5"-1"477,-1 0-189,0 1 1,4-1 48,-4 0 1,5 0 10,-5 1 1,6 5-115,6 0 1,-3-6 60,9-5 1,-6-3 48,5 3 0,1-4-36,5-8 0,0 0-174,1 0 1,1-8 36,4-4 1,-4-11-4,4-6 0,-4-5 9,-1-7 0,-3-3-132,-3-8 0,1 2-28,-7 4 0,1-9 118,-1 3 1,-4-6 26,4 0 0,-6 7-70,-6-1 0,4 2-152,-4 9 0,-1 3 146,1 9 0,0 4 14,6 8 53,0 0 8,0 7-76,0 2 0,0 12 42,0 8 1,0 3 5,0 20 1,2 5 27,4 18 1,-2 9 0,7 8 1,-7 9-215,2 3 0,-2-3 165,2 3 1,-3 5-25,9-6 1,-8-5-8,2-12 1,-5-3 212,-1-14 1,0 3-107,0-9 1,0-3-60,0-3 1,-5-5 104,-1-7 1,-8 3 191,3-8 0,-4 2-165,-3-2 0,-5-9 100,0 3 0,-2-5-243,2-1 0,4-3-185,-4-8 0,4 0-48,1 0 0,1 0 94,0 0 1,1-8 84,5-3 1,-3-5-47,9-1 0,-7-8 39,6-4 1,1 2 27,5-2 0,5 2 5,1-1 1,8-5 9,-3 4 0,4 2 88,3-2 1,-1 3-73,0-3 1,3-2-5,3 8 0,-4-8 8,4 2 0,-4-1-28,-2 1 1,5-2 1,-5 8 1,4-6 13,-10 6 0,-1 2-2,2 9 1,-7-3-157,7 4 95,-8 3 0,5-2-261,-3 4 189,-4 5 177,13-7 0,-5 0 0,7-1 0</inkml:trace>
  <inkml:trace contextRef="#ctx0" brushRef="#br0" timeOffset="147540">16187 4826 7569,'15'-2'0,"-4"-4"-445,5 4-56,-7-13 0,1 11 685,-4-8 130,-4 9 20,-2-5 344,0 0-199,0 6-174,0-5 20,0 7-226,0 0 0,0 7-247,0 5 1,0 11 114,0 6 1,2 3 29,3 3 0,-1 5 18,8 1 0,-6-3-116,5-9 1,1 2 82,5-8 1,0 0 6,0-6 1,1-2-84,-1-3 0,0-4 104,1-8 1,-1-2 67,0-4 0,1-6-46,-1-11 1,-6 2 5,1-8 0,-6 1 24,5-7 1,-7 0 11,2 1 1,-4 5 34,-2 0 1,0 8-65,0-2 0,0 9 64,0 3 20,0 7-196,0-4 0,0 16 33,0 4 1,2 3 30,3 2 0,-1 1-26,8-1 1,-3 6-17,3 0 0,3-2 9,-3-9 1,-3 1 11,3-7-2,-1 0 0,7-6 59,-1 0 1,-5-2 110,-1-4 0,1-6-96,5-11 1,-2 2-20,-3-8 1,3 1-20,-3-7 0,-3 2 3,3 5 1,-6-3-57,5 8 1,-7 0 63,2 5 0,-2 7 13,1-1-66,-3 8-42,6-3 1,-8 20 69,0 5 1,0 12-4,0 5 1,0 5-1,0 6 0,0 2-1,0-7 0,0 3 1,0-10 0,0 3-3,0-14 0,0 0 294,0-6-230,8 1 1,-4-9 63,7-3 0,-5-4-85,5-2 1,-5-8 13,6-3 0,-1-7-24,6-5 0,1-5-12,-1-13 0,0-1-213,1-4 0,-1-2 70,0 7 0,-5 1 117,-1 6 1,-5 12-125,6 5 117,-9 4 0,7 3-3,-4 4 1,-4 6-4,3 6 0,-3 4 34,-2 7 1,2 8 16,4 4 0,-4 3-153,4 3 0,1 0 82,-1-1 1,6-1 34,-7-4 0,9 1-176,-3-7 1,5 2-574,1-2 0,0-9 159,1 3 603,-1-11 0,8 2 0,2-8 0</inkml:trace>
  <inkml:trace contextRef="#ctx0" brushRef="#br0" timeOffset="147760">17691 4722 7569,'0'-12'243,"0"1"-94,-8 7 1,5-4 213,-9 8 0,0 0-78,-5 0 0,6 2-91,-1 4 1,1 4-53,-7 7 0,7 8-296,-1 4 1,3 3 122,-3 3 1,4 0 57,8-1 0,0-1 30,0-4 0,2 3-184,4-3 0,4-4-53,7-2 1,8-4 60,4-1 0,-2-1 97,2 0 0,-1-5-82,7-1 1,0-7-628,-1 2 0,-5-4 731,0-2 0,0-16 0,5-3 0</inkml:trace>
  <inkml:trace contextRef="#ctx0" brushRef="#br0" timeOffset="147924">17899 4601 7569,'-10'-10'349,"2"-5"1,8 11-167,0-7 1,2 5 22,4-6 1,5 6-167,13-5-504,2 7 0,11-11 202,3 3 0,-1 3-202,7-3 464,0 1 0,6-7 0,0 1 0</inkml:trace>
  <inkml:trace contextRef="#ctx0" brushRef="#br0" timeOffset="148307">18296 4048 7569,'-17'17'0,"0"2"0,-1 4 0,9 6 147,3 11 0,-2 12 424,3 12 0,-7 5-295,6 6 1,-5 3-491,5 9 0,0 1 255,6 5 1,0-11-167,0 5 0,8-14-247,3-4 0,5-10 206,1-13 0,0-11 161,1-12 1,-1-9-48,0-3 1,1-9 286,-1-2 1,0-10-94,0-13 0,1-9 189,-1-9 0,0-12-324,1 1 1,-3-10 44,-3 5 0,1-1-89,-7 6 0,5 8 49,-5 3 1,2 13 65,-2 5-62,-5 3 67,7 11-90,-8 1 0,0 18 1,0 7 1,0 6-43,0 6 0,2 4-92,4-5 0,-4 5-224,3 2 0,5-7 157,2 1 1,-3-8 89,3 2 1,-1-9-64,7-3 0,-7-7-620,1 2 523,-1-4 1,5-4 276,-5-4 0,-1-5 0,-5-12 0,-3-4 0,6-8 0,-8 1 0</inkml:trace>
  <inkml:trace contextRef="#ctx0" brushRef="#br0" timeOffset="148885">18625 4739 7569,'-17'-42'0,"-1"5"0,1-3 0,0 11-154,-1 6 160,1 4 0,0 2 264,0-1 1,7 9 90,2-7-170,8 15 1,0-9 0,0 4 0,8 4-12,3-4 1,5 5-675,1 1 0,2 0 310,4 0 1,-1 0 31,6 0 1,-7 0 41,3 0 0,1 7 76,-2 5 1,0 9 51,-6 2 1,0 8 7,1-2 1,-7 3 33,1 3 1,-9-1-51,3 1 0,-2 0 8,2-1 0,-4-1 49,3-4 1,3 1 317,-2-7-338,7 0 0,-3-7 3,7-5 1,-5-3 33,-1-8-36,1 0 1,5-2-48,0-4 0,1-5 48,-1-12 1,-5 0 3,-1-12 0,-7 4-68,2-9 1,-4-4-136,-2-2 0,-2 2 123,-4-3 1,2 15 27,-7-3 1,5 10 48,-6-4 1,8 14 258,-1-2-212,-5 3 0,8 3-39,-4-1 32,4 8-85,10-3 0,2 7-52,7 0 0,2 7 90,4 5 0,-3 5-12,3 6 1,-4 4 104,-2 8 0,0-6-46,1-1 1,-1 1-90,0 6 0,-5-3 42,-1-3 0,-1-4 19,1-7 1,-1-3 124,-4-4-37,-4 5 0,7-14-11,-3 3-81,-4-3 0,13-11-93,-3-8 0,3-8 38,3-10 1,1-2-126,4-3 0,-4 4 53,4-5 1,2 12 85,-2 6 1,0 6 3,-5 6 1,-3 5 317,-4 12 0,5 11-155,-5 12 0,-1 11-112,1 6 0,-5 4 183,6 2 0,-6 4 328,5-4 0,6-4-417,6-14 0,6 1-247,-6-1 0,6-7 257,-6-4 0,2-3-356,-2-3 0,-4-2-1669,4-3 1,-9-5 1848,-3-7 0,1 0 0,5 0 0</inkml:trace>
  <inkml:trace contextRef="#ctx0" brushRef="#br0" timeOffset="151886">17207 6226 7569,'0'-17'797,"0"8"-370,0 1-237,0 23 1,-2 14-32,-4 23 1,2 7 46,-7 11 0,7 7-158,-2 3-189,-3-11 0,7 12 336,-4-12 0,10 2 0,1-7 0,11-5-413,1-7 1,2-2 95,10-4 1,0-3-211,6-9 0,5-5 159,0 0 1,3-10-497,-3-2 0,2-1 669,4-11 0,8 1 0,-8-6 0,-4 0 0,-3 0 0</inkml:trace>
  <inkml:trace contextRef="#ctx0" brushRef="#br0" timeOffset="150439">14457 7057 7569,'0'-18'-336,"0"7"-421,0-1 631,0 1 0,0-7 126,0 1 0,0 6 636,0-1-403,0 0 0,0 1-190,0-1 0,0 7 43,0-7 1,2 8 60,4-2-19,-4-3 17,6 7-152,-8-6 74,0 1 1,-2 5-9,-4-4 0,2 4-39,-8 2 0,7 0-140,-7 0 0,1 6 101,-7 0 0,1 7 37,0-2 1,-6 7 33,0 5 0,-6-4-3,6 4 1,-2 2 124,2-2 0,9 6-88,-3-6 1,5 0-20,1-6 1,3 1 189,8-1-219,0 0 0,8-1 22,3-5 1,7 3-87,5-9 1,-2 1 88,8-6 1,0 2-13,5 4 0,-5-4-163,0 4 1,0 1 83,5-1 1,-1 7 22,-4-1 1,1 3-24,-6 3 1,-1-1 26,-6 0 0,0 2 39,0 4 0,-7-3 80,-4 3 0,-4 2-62,-2-2 0,-8 2 18,-3-2 0,-5-4-23,-1 4 0,-6-2-9,0 2 1,-6-9 28,6 3 1,0-5-46,6-1 0,-1 3-732,1-9 411,0 1 0,1-8-100,5-4 1,3 3 147,8-9 0,6 0-67,0-5 0,9-2-53,2-4 0,1 4 150,5-4 1,2 3 216,-2 3 0,7 0 0,-3-16 0,8-3 0</inkml:trace>
  <inkml:trace contextRef="#ctx0" brushRef="#br0" timeOffset="150960">14838 7229 7569,'7'-9'-778,"-5"1"598,6 8 841,-8 0-401,0 0 1,-8 0-59,-3 0 1,1 8-66,-1 3 0,5 10-100,-6 3 1,7 6 97,-7-1 1,8-2 16,-2 2 1,5-6-186,1 6 1,1-8 52,5 2 1,4-10-23,7-1 0,2-8 69,4 1 1,-1-3-95,6-2 1,-1-2 12,2-3 1,2-11-73,-8-7 1,6-6 73,-6 6 0,0-5-101,-6 5 1,-2-8-53,-3 2 0,-4 2 44,-8-2 1,0 8-30,0-2 0,-2 4 45,-4 2 0,-2-1 135,-3 1 0,-3 5-61,9 1 142,-9 7-144,5-11 40,-1 5 1,2-7 50,8 0 0,2-1-65,4 1 1,-2-2 34,7-4 0,1 2-25,5-8 0,-2 0-4,-3-6 0,3-7-4,-3-4 0,-2-4-1,1-2 0,-7 2 5,2 4 0,1 0 0,-1 11 0,0-1 148,-6 13 1,6 5-27,-1 7 154,1 7-197,-6-4 0,0 16-22,0 4 1,-6 13-5,1 9 1,-7 5-32,6 12 0,1-1 37,5 14 1,0-1 1,0 6 1,0 2-111,0 4 0,0-5 48,0-1 1,7-2 31,5-9 0,3-6-47,2-6 0,1-8-213,-1 2 0,0-11-1,1-6 0,-1-3-60,0-3 0,0-8 104,1-3 1,-1-4-69,0-2 0,-1-8-94,-5-3 0,5-6 349,-5-6 0,-3 3 0,7-12 0,-5 5 0</inkml:trace>
  <inkml:trace contextRef="#ctx0" brushRef="#br0" timeOffset="151303">15495 7126 7569,'-8'-18'0,"6"1"0,-4 0 0,-1 0-20,1-1 157,0 9 1,0-7 247,1 5 47,-1 3-274,6 0-9,0 8 0,0 10-104,0 7 1,8 8 72,3 10 0,-1-1-150,1 1 0,3 5-24,9 1 0,-4 5-17,4-6 0,2-1 45,-2-11 1,2 3 25,-2-8 1,-4-6 61,4-5 0,-3-8-7,-3 2 12,8-4 1,-6-10-38,4-4 0,-4-11 17,-1-6 1,-7-5-33,1-6 0,-8 1-78,1-7 0,-3 0 44,-2-6 1,0-6-99,0 1 0,-2 1-131,-3 10 1,1 0 71,-8 11 1,8-1-144,-1 13 65,-5 0-345,8 5-79,-6 9 435,8 1 0,0 16 245,0 3 0,8 12 0,2 4 0</inkml:trace>
  <inkml:trace contextRef="#ctx0" brushRef="#br0" timeOffset="151590">16048 7057 7399,'2'17'-112,"4"0"0,-4-5 1009,4-1-586,3 1 1,-1 5-129,3 0 1,5-7-130,-5-4 1,10-4 67,2-2 0,2-2-163,-1-4 1,-3-6-10,7-11 0,-6-2-57,1-4 0,-4-3 120,-2 3 1,-7-9-80,-4-3 1,-5 1-77,-1 5 1,-1 3 24,-5 3 1,-4 6 98,-7 11 1,-8 5-19,-4 7 1,2 9 139,-2 8 1,1 16-33,-7 13 1,8 6-27,4 6 1,6-4-31,5 3 0,5-3 17,7-2 1,9-6-218,8 0 0,3-7 79,8 1 1,3-9-191,10-3 1,-5-8 101,4-3 1,3-7-244,-3-10 1,2 0 435,-1 0 0,-5-16 0,6-3 0</inkml:trace>
  <inkml:trace contextRef="#ctx0" brushRef="#br0" timeOffset="157850">21617 6382 7875,'9'-8'-361,"-1"6"1,-8-7 251,0 3 200,0 4-38,0-13 0,6 11 91,-1-8 141,1 9-194,-6-5 355,0 0-76,0 6-74,0-5-124,0 7 533,0 0-642,0 7 0,0 3-5,0 7 1,0-3 22,0 3 0,6-4-1,0 10 1,-1-3-50,-5-3 1,2 8-145,4 4 1,-4-2 58,4 1 1,-2-1 33,1 2 0,-3 2 20,4-8 0,-2 2-10,2-2 17,-4-4 0,5 6 3,-7-7 115,0-9-31,0 7 16,0-15 1,0 7 14,0-8 1,0-2-111,0-4 1,0 3-6,0-9 0,-2-5-75,-3-6 0,3-8 103,-4 2 0,2-4-103,-2-1 0,4-3 53,-3-3 0,3 4 15,2-5 0,0-1-130,0 2 0,6 1-160,-1 10 0,9-1 179,-3 6 0,-1 0 58,1 0 1,1 5-30,5-4 1,-5 10-62,-1 1 113,1 1 1,5-1-31,0 1 0,-5 7 31,-1-2-163,-7 4-237,12 2 289,-14 0-4,13 0-1103,-13 8 1244,6 1 0,-1 1 0,3-2 0</inkml:trace>
  <inkml:trace contextRef="#ctx0" brushRef="#br0" timeOffset="158464">22222 6088 6498,'-2'15'466,"-4"-3"1,4-2-120,-4-5-63,5-3-154,1 6 153,0 0-232,0-6 0,0 3-108,0-10 87,0-5 1,5-7-21,1-1 1,8-5-34,-3 0 1,-1-6-65,1 6 0,1-7 81,5 1 1,-5-4-69,-1-1 1,-1-1 39,1 0 1,3 1-6,-9-1 0,3 6 24,-2 1 1,-4 6 6,4-1 1,1 4 6,-1 2 1,2 0 16,-3-1-5,-3 9 0,8-5-8,-4 8 5,-4 1-1,5 5-2,1 0 45,-6 0 1,6 7-46,-8 5 0,0 3-3,0 3 0,0 5 3,0 0 0,0 7 0,0-1 0,0 4-20,0 2 1,0-1-1,0 1 0,-6-1-57,0 1 0,0-1-129,6 1 0,0-6-182,0 0 1,0-2 162,0 1 0,0-1-213,0-4 433,0-3 0,8 12 0,2-5 0</inkml:trace>
  <inkml:trace contextRef="#ctx0" brushRef="#br0" timeOffset="159064">22723 6296 7532,'0'-18'0,"0"1"-116,0 0 111,0-1 100,0 1 1,0-2-28,0-4 0,2 4 56,4-4 1,-2 9-130,7 3 0,-5 5-147,6-6 211,-1 8 1,6-3-51,1 7 0,-7 0 33,1 0 0,-6 0-13,5 0 0,-5 13-5,5 5 1,-7 10 22,2 1 0,-4 6-47,-2 5 1,0 4 7,0 8 1,0-6-229,0 0 0,-6-5 85,0 5 1,-5-10 77,5-1 0,-7-2 40,1-10 0,3-2-31,-3-10 33,0 5 1,-3-12 3,4 7 15,-5-7 1,9 2 17,-5-12 1,4 2 152,8-7-173,0-1 61,0-5 1,0-1 2,0 1 1,8 8 281,4 3-288,3 4 1,2 2 85,0 0-251,1 0 0,5 0 102,0 0 1,0 0 55,-6 0 1,1 0-1,-1 0 0,2 0-1108,4 0 1055,-4 0 0,14-15 0,-6-5 0</inkml:trace>
  <inkml:trace contextRef="#ctx0" brushRef="#br0" timeOffset="156590">20562 6347 7569,'-18'0'-32,"1"0"-258,0 0 566,7 0 99,3-7 1,8 5-193,5-4-111,4 4 1,1-4-9,1 1 0,-1-3-108,7 2 1,5 4 125,0-3 0,2-3 10,-2 2 0,2-5-223,4 5 1,3-6-12,-3 6 0,6-7 19,5 2 0,-3 1 20,3-2 0,-4 7-71,-1-7 0,0 8 93,-1-2 1,-5 3 20,0-3 0,-8 4-381,2-4 24,-4 4-48,-1 2 465,-9 8 0,-1 2 0,-8 7 0</inkml:trace>
  <inkml:trace contextRef="#ctx0" brushRef="#br0" timeOffset="156819">20873 6330 7569,'0'10'-3,"0"-3"282,-8-7 21,6 0-259,-5 0 110,7 8 1,0 2-104,0 7 1,0 2 20,0 4 0,0 4-52,0 8 0,0-1 3,0 1 1,-2 0-177,-4-1 1,4 1 139,-4-1 1,2-1 50,-1-4 1,3 2-1385,-4-8 982,4 7 0,2-10 140,0 3 0,0-10 227,0-1 0,8-9 0,1 5 0</inkml:trace>
  <inkml:trace contextRef="#ctx0" brushRef="#br0" timeOffset="157031">21115 6313 7569,'0'-25'10,"0"6"92,0-6 146,0 7 0,-2 3 202,-4 4-409,4 3 176,-5 8-187,7 0 0,0 8 25,0 3 0,0 12-48,0 6 0,0-2 7,0 2 0,0 5-152,0 7 0,0-1-12,0-5 1,2-1-160,3 1 1,-3-1-210,4 1 0,2-6 33,-2 0 485,7-8 0,-3 11 0,7-5 0</inkml:trace>
  <inkml:trace contextRef="#ctx0" brushRef="#br0" timeOffset="154663">19368 6417 8490,'18'-8'404,"-1"4"-318,0-7 0,3 7 51,3-2 0,-4-2-19,4 3 1,4-7-10,2 6 0,-2-1-171,1 1 0,-1 4 41,2-4 1,4-2-47,-4 3 0,-3-1 26,3 6 1,-6-2-53,6-4 0,-8 4 51,2-3 0,2 3-103,-2 2 1,0 0-109,-5 0 1,-1 0 76,0 0 0,-5 0-440,-1 0 152,-7 0 70,4 0 1,-8 2 393,0 3 0,-15 5 0,-5 7 0</inkml:trace>
  <inkml:trace contextRef="#ctx0" brushRef="#br0" timeOffset="155216">19628 6503 6418,'0'-9'809,"0"1"-570,0 8-28,0 0-103,0 8 1,0-5-15,0 9 0,0-6-92,0 5 1,0 1 6,0 5 1,0 0 79,0 1 0,0-1 40,0 0-131,0-7-165,0 5 206,0-13 5,0 6-50,0-8-7,0 0-21,0-8 64,0 6 0,0-7-88,0 3 0,0 2 81,0-8-101,0 9 58,0-5 12,0 0-3,0 6 1,0-13 36,0 13-28,0-6 10,0 8-6,0-7-2,0 5 33,0-6 2,0 8-672,0 0 1,0 0-1</inkml:trace>
  <inkml:trace contextRef="#ctx0" brushRef="#br0" timeOffset="155774">19490 6486 7569,'-8'9'-153,"6"-1"0,-8-8-76,5 0 117,3 0 185,-6 0 42,0 0-21,6 0 0,-5-2 118,7-4-406,0 5 214,0-15 135,0 14-38,7-13-41,-5 13 1,12-8-26,-9 5 1,3 3 42,-2-4 16,-4 4-33,13-6 0,-5 6 10,7-3 1,-5 3-25,-1 2 1,1 0 65,5 0 0,6-2-77,0-4 0,6 2 0,-6-7 1,8 7-22,-2-2 1,3-2-15,3 3 0,-6-7 47,-1 6 0,-5-5 0,6 5 1,-8-2-93,3 3 1,-5 3 65,-2-4 1,-5 4-87,-1 2 21,-7 0-6,4 0 86,-8 0-526,0 0 151,-8 0-1069,-2 8 713,-7 1 678,0 1 0,-1 5 0,1-5 0</inkml:trace>
  <inkml:trace contextRef="#ctx0" brushRef="#br0" timeOffset="156115">19541 6659 7569,'-9'0'-47,"-7"0"34,15 0 46,-7 0 225,8 0 31,0 0-256,8 0 109,1 0 1,8 0 17,1 0 1,-1-6-183,0 0 1,1 0 51,-1 6 1,-2-1-75,-3-5 0,3 4 30,-3-4 1,3 4-34,2 2 0,1-2 6,-1-4 0,0 5 81,1-5 0,-1 4-14,0 2 0,0 0 14,1 0-99,-1 0 1,0 2 70,1 4 0,-7-5-258,1 5 70,-1-4 1,6-2-450,1 0 339,-1 0 1,0 0-338,1 0 623,-1-8 0,-7-1 0,-3-8 0</inkml:trace>
  <inkml:trace contextRef="#ctx0" brushRef="#br0" timeOffset="153636">18244 6123 7569,'-7'-10'58,"-5"4"1,-1 14 136,1 9 0,3 10-145,3 14 0,-2 3 67,-3 8 1,1 5-75,4 1 0,4 5 30,-3-5 1,3 3-50,2-9 1,0 2 72,0-14 1,5-1-30,1-10 0,8 1 1,-3-6 1,5-7 116,1-6-168,0-7 1,0 4 61,1-8 0,-3-8-129,-3-3 1,1-5 20,-7-1 1,0-2-73,-6-4 1,0 2 133,0-8 0,-2 2-22,-4-2 0,-4 4-194,-7 8 1,-2 7 40,-4 4 1,4 4 7,-5 2 0,5 6 86,2 0 0,2 7-173,3-1 0,4 3-52,8 3 1,0-1-55,0 0 0,2 1 152,4-1 1,4-6 173,7 1 0,8-1 0,2 7 0</inkml:trace>
  <inkml:trace contextRef="#ctx0" brushRef="#br0" timeOffset="153953">18608 6278 7569,'0'-11'-124,"0"-1"215,0 8 125,0-11 59,0 13-125,0-6 0,0 10 0,0 4 0,0 6 10,0 11 1,-2-2 34,-4 8 0,4-1-146,-4 7 0,4 0-4,2-1 0,-5-1-78,-1-4 1,0-4 62,6-8 0,0 0-35,0 1 43,0-1 0,2-6-73,4 1 0,3-8 29,9 2 1,-1-5 43,0-1 0,2 0-97,4 0 0,-1 0 86,6 0 1,-5 0-108,6 0 1,-6 0-35,6 0 0,-8 0-177,2 0 1,-3 0-13,-3 0 0,0 0-137,0 0 1,-5 0 72,-1 0 1,-5 0 366,6 0 0,-8 0 0,3 0 0</inkml:trace>
  <inkml:trace contextRef="#ctx0" brushRef="#br0" timeOffset="154148">18867 6330 7569,'-2'-11'0,"-4"-1"156,4 8 0,-7-5 763,3 3-525,4 4-360,-6 2 1,8 17 82,0 12 1,6 6 77,0 5 0,0-2-232,-6 9 0,5-1-164,1 6 0,2-1-189,-2 1 0,-4-6 48,3 1 0,3-7-723,-2 6 1065,7-8 0,-3 12 0,7-5 0</inkml:trace>
  <inkml:trace contextRef="#ctx0" brushRef="#br0" timeOffset="179278">14751 9374 7569,'-7'-10'-365,"3"-5"82,-8 3 1194,8 5-343,-3-1-290,7 8 1,0 8-97,0 3 1,7 6-16,5 6 1,1 6 9,-1 12 1,3-3 24,-3 8 1,3 0-35,2 6 0,-5 2 12,-1 4 0,1-10-13,5 4 0,-1-12-456,-5 0 0,5-11 192,-5-6 0,-3-4 140,-2-1 0,-3-9 215,3-3-135,-4-4 0,6-12-219,-8-7 0,-6-8 98,0-10 0,-5-7 62,5-4 1,-2-12 23,2-5 0,5 2-515,-5-3 1,4 3 178,2-3 1,0 7 150,0 10 0,2 5 76,4 8 1,-3 7 76,9 4 0,-1 3-72,7 3 0,-1 2-18,0 3 0,8-3 23,4 3 0,4 3 35,1-3 1,1 3-473,0-3 1,1-1 117,4 7 1,-1-6 10,7 7 1,-6-7 18,6 6 0,-7 0-178,1 6 1,-5 0 477,-6 0 0,3-7 0,-5-3 0</inkml:trace>
  <inkml:trace contextRef="#ctx0" brushRef="#br0" timeOffset="179549">15962 9408 7569,'-18'0'1053,"1"0"-398,8-7-173,1 5-223,8-6-274,0 8 0,2 2-189,4 4 0,5-4 207,12 3 1,2-3 155,4-2 0,9 0 12,-3 0 0,3 0-1336,-3 0 1,0 0 51,-1 0 1113,1 0 0,-1 0 0,1 0 0</inkml:trace>
  <inkml:trace contextRef="#ctx0" brushRef="#br0" timeOffset="179715">16135 9616 7569,'-27'19'0,"-4"2"583,8-15-319,0 7 1675,13-11-1013,3 14-580,7-14-105,0 5 1,9-5-59,9 4 1,8-4-757,15 4 0,-1-4 175,12-2 1,-2 0-76,13 0 0,-5-2 309,5-4-113,9 4 0,6-13 1,9 5-1</inkml:trace>
  <inkml:trace contextRef="#ctx0" brushRef="#br0" timeOffset="-163415.73">17362 9028 7569,'-7'-10'0,"-5"5"0,5 3 0,-9 0 292,5-4 577,3 4-735,-7-6 168,13 8 65,-6 0-293,8 0 0,0 8-282,0 4 0,0-3 180,0 3 0,0 5 113,0 6 0,0 8-151,0-2 1,0-3-61,0 3 1,0 2 0,0 9 0,-6-3 151,0 3 1,1-9-5,5-2 1,0-8-38,0 2 1,0-4 86,0-1 0,2-7-39,3 1 0,5-9 5,7 3 0,6 2-17,0-2 1,6-1 6,-6-5 1,12 0 135,-6 0 0,7 0-68,-7 0 1,-2 0-35,2 0 0,-6 0-37,6 0 0,-8 0-395,2 0 1,-4-2-226,-2-3 211,1 3 0,-3-8-172,-3 4 24,-5 5 236,-7-15 0,0 7 296,0-9 0,-2 7 0,-3-1 0,-5 1 0,-7-7 0,-1 1 0,1 0 0,2-8-41,3-4 1,-3-4 40,3-1 1,5 1 31,1 4 1,-2-3 109,2 3 1,-5 4 272,5 2 1,-2 9-127,3 3 1,3 5 13,-4-6 36,4 9 135,2-5 1,0 16-184,0 3 0,-2 12-215,-4 6 1,4 11 77,-3 6 0,3 12-148,2 6 0,0-3-133,0 2 1,0-1 91,0 1 1,2 3 41,3-9 0,-1 7 34,8-7 1,-3-5-989,3-6 1,3-7 342,-3 1 0,5-5 140,6-6 1,-4-5 463,4-6 0,-3-9 0,-3 7 0,0-7 0</inkml:trace>
  <inkml:trace contextRef="#ctx0" brushRef="#br0" timeOffset="-163238.73">18158 9702 7569,'-17'0'0,"-1"0"0,1 0 1132,0 0-719,7 0 0,2 2-486,8 4 97,0-4-342,0 6 68,0-8 0,8-6-730,4 0 980,3-15 0,2 9 0,1-13 0</inkml:trace>
  <inkml:trace contextRef="#ctx0" brushRef="#br0" timeOffset="-160802.73">19662 9028 7569,'-7'-10'0,"5"3"0,-14 7 229,15 0 0,-9 0 352,4 0 0,4 9-174,-4 9-270,5-1 1,1 17 0,0 1 1,0 0-125,0 5 1,0 2-13,0-1 1,0 5 149,0-6 1,1 2-93,5-1 1,-2-3-228,8 8 0,-1-7-762,6 1 0,1-2 344,-1 3 0,2-11 585,4 5 0,4-4 0,8 3 0</inkml:trace>
  <inkml:trace contextRef="#ctx0" brushRef="#br0" timeOffset="-160310.73">20199 9011 7569,'-8'-16'-92,"-4"5"0,-3-3-362,-2 9 699,7-1 81,-5 6-201,13-8-331,-6 6 190,8-6 1,6 10 59,0 4 1,7-2-4,-1 8 1,-3-1 3,3 6 1,-1 1-29,7-1 1,-3 0-26,-4 0 1,3 1-19,-8-1 18,7 0 1,-11 1-9,4-1 56,-4 0-27,-2 1 1,-8-3-43,-4-4 0,3 3-21,-3-8 29,1 7 20,-6-3 1,5 7-1,0 0-2,9 1 1,-5-1-1,8 0 0,8 0 2,3 1 0,5 5 0,1 0 0,6 0-1,0-6 0,6 6 0,-6 0 1,0 6 259,-6-6 1,6 6-36,0-6 0,-5 0-40,-7-6-73,-7 8 0,4-5 77,-8 3 0,-2-10-92,-4-1 0,-4-8 8,-7 1 0,-2 3-32,-4-2 1,2 0-41,-8-6 1,6 5-382,-6 1 1,6 0 112,-6-6 0,8 0-54,-2 0 0,9 0-241,3 0-165,7 0 492,-4-8 1,16 0 15,4-3 1,5-4 188,6 3 0,4-11 0,7-4 0</inkml:trace>
  <inkml:trace contextRef="#ctx0" brushRef="#br0" timeOffset="-158540.73">16481 11691 7569,'-8'17'-429,"-2"1"401,-7-9-82,7 7 105,3-14 0,7 3 91,0-10 0,0-5-37,0-7 0,7-1-20,5 1 1,3-8 56,3-4 1,-1-3 5,0-3 0,0 2-53,1 4 1,5-1 13,0 7 1,0 2-74,-6 9 0,0-1 85,1 7 1,-7 0-1,1 6 1,-1 0-45,7 0 1,-3 8-124,-3 3 0,3 7 27,-4 5 0,3-2 22,-3 8 1,5-6 17,-5 5 1,3-6-11,-3 1 1,5 2-57,-5-2 0,-1-2 80,1-10 1,1 3-7,5-8 1,-5 1-37,-1-1 0,1-4-314,5 4 243,0-4 1,1-2-54,-1 0 0,-2 2 65,-3 3 122,-5 5 0,1 7 0,2 1 0</inkml:trace>
  <inkml:trace contextRef="#ctx0" brushRef="#br0" timeOffset="-158256.73">16775 12400 7569,'-18'2'87,"1"4"94,7-4 1,-3 3-181,7-10 45,0-5 1,6-7-19,0-1 0,8-5-205,4 0 1,3-5 33,2 4 0,1 1 159,-1 6 1,0 2 51,0 3 1,-5 5-50,-1 7 1,1 0-145,5 0 0,-1 1 63,-5 5 0,5 10 59,-5 7 0,4 7 4,3-1 1,-1-2 1,0 2 1,1-8-25,-1 2 0,0 0 23,0-6 0,1 3-1,-1-15 1,0 1-35,1-6 0,5-7-186,0-5 1,2-11-46,-2-6 264,4-4 0,7-16 0,1-5 0</inkml:trace>
  <inkml:trace contextRef="#ctx0" brushRef="#br0" timeOffset="-156027.73">20199 11518 7569,'0'-10'179,"0"3"0,-6 9 16,0 3 0,0 1 290,6 12-412,0-5 0,2 20 70,4-5 0,-4 13-57,4 5 0,1 4-11,-1 2 0,0 7-175,-6 5 0,0-3-230,0 3 1,2-7 216,4 7 1,-3-9-501,9 3 0,-1-6 613,7-6 0,7 4 0,2-6 0</inkml:trace>
  <inkml:trace contextRef="#ctx0" brushRef="#br0" timeOffset="-156448.73">19490 11656 7569,'9'0'299,"-17"8"0,-1 2-234,-8 7 1,-1 2 108,7 4 1,1-3 21,-1 3 1,-1 2-382,-5-2 1,7 5-89,4-5 74,-3 1 0,7-7 105,-4 0 0,6-5 93,6-1 1,-2-5 83,7 5 1,3-5-67,9 6 1,-4-8 7,4 1 0,2 5 12,-2 2 0,6 3 107,-6 2 0,0 0-99,-6 1 0,-1 5 6,-5 0 1,3 0-45,-9-6 1,3 4-10,-2-3 1,-4 3-37,4-10 1,-12 5 63,-6 1 0,-3-7-10,-2-5 0,-1 3-88,1-2 0,-6 0-436,0-6 1,-8 0 203,2 0 0,4-8-188,2-4 492,4-11 0,2-4 0,-1-7 0</inkml:trace>
  <inkml:trace contextRef="#ctx0" brushRef="#br0" timeOffset="-156265.73">19490 11587 7569,'0'10'-88,"-2"5"229,-4-3 1,2-3 53,-8 3 0,9-6-1,-3 5 1,6-5-12,6 6 1,-3-9-782,9 3 440,0-4 0,11-2 112,0 0 1,2 0 148,-2 0 0,-2 0-686,8 0 1,-1-2 92,7-4 490,-8 4 0,13-13 0,-3 5 0</inkml:trace>
  <inkml:trace contextRef="#ctx0" brushRef="#br0" timeOffset="-157790.73">18054 11570 7569,'-11'6'0,"-1"1"269,-1 3-132,5-6 1,-5 13-146,7 0 50,-8 1 1,12 9-5,-3-4 0,-3 4-186,2 7 0,0-1 13,6-4 0,-5 1 155,-1-7 1,0 2 51,6-1 0,2-11-56,4 4 0,-2-3 20,7 3 1,1-7 28,5-5 1,8-3 29,4-2 1,2 6-40,-3 0 0,7 0 9,0-6 0,-1 0-105,7 0 1,-7 0 66,-5 0 1,7-6 30,-7 0 0,6-2-63,-12 3 0,0 1-825,-6-8 522,1 8 0,-7-3-411,1 7 307,-9 0 412,5-8 0,-16 6 0,-1-6 0</inkml:trace>
  <inkml:trace contextRef="#ctx0" brushRef="#br0" timeOffset="-157585.73">18383 11501 7569,'7'-10'26,"-7"4"1,0 6 160,-5 6 0,-3 6-49,2 11 1,-1 11-90,1 12 0,2 12-182,-8 6 0,7-3 114,-7 2 0,8-1 115,-1 1 0,-3-5-135,2-12 1,0 2-464,6-8 0,0 7 502,0-7 0,8 0 0,2-5 0</inkml:trace>
  <inkml:trace contextRef="#ctx0" brushRef="#br0" timeOffset="-157352.73">18902 12106 7569,'-18'-10'-153,"1"3"1,0 13 36,-1-1 1,9 3-131,3-2 586,4-4-542,2 5 32,0-7 0,2-2 170,4-3 0,3-5 0,9-7 0</inkml:trace>
  <inkml:trace contextRef="#ctx0" brushRef="#br0" timeOffset="-159572.73">21150 9166 7224,'-10'0'34,"2"0"1,6 0-90,-3 0 1,1 8 137,-8 3 1,7-1-6,-7 2 1,6-7-16,-5 7 0,5-1 58,-6 7 0,7-1-81,-7 0 1,8 1 16,-1-1 0,3 0 44,2 0-33,0 1 1,2-1-60,3 0 0,5 1 61,7-1 0,-1 0-9,-5 1 0,10-1-10,-3 0 0,3 0-5,-4 1 1,0-1-60,1 0 1,-1 1 36,0-1 0,0 0 14,1 0 0,-1-1 0,0-5 0,-7 5-42,-4-5 1,1-1 43,-1 1 1,0-5-4,-6 6 1,-2-8-7,-4 1 0,0-1-105,-11 2 0,4-4-73,-10 4 1,1-4-154,-1-2 1,2 0 13,-8 0 1,6 0-114,-5 0 1,6 0-244,-1 0 642,12-8 0,-12-9 0,4-10 0</inkml:trace>
  <inkml:trace contextRef="#ctx0" brushRef="#br0" timeOffset="-159357.73">21253 8993 7569,'-17'0'252,"0"0"-56,7 0 130,3 0-143,22-7 1,-2 5-36,16-4 1,-2-2-370,2 3 0,4-9 61,-5 3 0,5 1-81,2-2 1,-1 3 10,1-3 0,-1-3-561,1 3 791,0-3 0,7-2 0,2-1 0</inkml:trace>
  <inkml:trace contextRef="#ctx0" brushRef="#br0" timeOffset="-161256.73">18971 9062 7569,'-2'-9'-411,"-2"1"-103,-2 1 452,-7 5 710,3-6-522,1 8 0,-7 2-95,5 4 0,1 3-115,-1 8 0,1 1 142,-2-1 0,-3 2-14,3 4 1,-3-2-3,-2 8 1,1-6 5,5 6 0,-3-6-10,9 6 0,-1-8-38,6 2 1,0-4 15,0-1 0,2-1 23,4 0 0,-3-1-3,9-5 0,0 5 0,5-5 0,0-1-9,0 1 1,6-1-4,1 1 0,4 5 6,-5-5 0,2 5-1,-2 1 1,2 0-19,4 1 1,-4-1-72,-8 0 0,-1 0 77,-5 1 1,-1-1-4,-4 0 1,-4-5 28,3-1 0,-10-1 64,-7 2 1,-5 1-106,-6-7 0,2 5 26,-8-5 1,6 0 4,-6-6 1,2 6-92,-2-1 0,-1-1-574,6-10 1,-1-5 140,2-12 491,12 4 0,-12-22 0,13 5 0</inkml:trace>
  <inkml:trace contextRef="#ctx0" brushRef="#br0" timeOffset="-161052.73">18936 9080 7569,'-17'0'-347,"0"0"292,-1 0 39,9 0 1,3 0-120,12 0 0,-1 0 86,13 0 0,-5 0-119,10 0 0,4 0 88,2 0 1,4-6 37,1 0 0,-3 0 4,4 6 1,-10-5 37,9-1 0,-3 0 0,3 6 0</inkml:trace>
  <inkml:trace contextRef="#ctx0" brushRef="#br1" timeOffset="-149215.73">12399 16343 7569,'-17'-8'-174,"-2"-3"0,0-5-685,1-1 1407,-10 7-321,16-5 0,-13 13-177,8-4 0,5 4 7,1 2 1,7-2 20,-2-3-26,4 3 0,2-8-67,0 4 0,2 3 49,4-9 0,5 2-9,12-1 1,-3-3-15,3 9 1,4-9-13,1 3 0,-1 1 27,2-1 1,0 5 0,6-6 0,7 7 57,4-7 0,4 6-57,2-5 1,9 5 1,8-6 0,4 3-199,14-3 0,-3-3 189,14 3 0,-46 5 0,0-1-220,3-1 1,0 1 0,3-1 0,1 0 198,-1 1 0,-1-1 1,1 0-1,0 1-19,2-1 0,1 1 0,-2-1 1,1 0 28,6 0 1,0 1 0,-3 0-1,-1 1-28,2 1 1,-1 0 0,-1-2 0,1 1 6,0 1 0,1 0 0,0-1 0,0-1-2,3-1 0,-1 0 1,1 1-1,1-1 12,-5 1 0,0-1 0,4 0 0,1-1 0,-2-2 1,0 1 0,2 1-1,-1 0-241,-1-1 1,0-1 0,3 0-1,-1-1 255,-2 2 0,0-1 0,6 0 0,1-1 16,2 1 1,-1 1 0,-1 2 0,-1-1-27,-3-1 1,0-1-1,0 0 1,0-1 1,-2 1 1,-1 1-1,2-1 1,0 1 3,1 2 1,1 1 0,-1-1-1,0 0-11,0 1 1,0-1 0,0 0 0,1 1 3,-1-1 1,0 0 0,-1-2 0,0-1-3,-1 1 0,-1-1 1,2 0-1,0 1 0,-1 2 1,-1 1 0,2-1 0,0 1-2,2-1 1,-1 0 0,-3 1 0,0-1-5,1 0 0,-1 1 0,-3-1 0,1 1 6,2-1 1,0 0-1,-3 1 1,-1-1-29,2 0 0,-1 1 0,-4 2 0,-1 0-135,0 0 0,0 1 0,-2-1 1,1 0 132,0-2 1,1-1-1,0 0 1,-1 0 28,-4 1 0,-2-1 0,2 1 0,0-1-30,39-8 0,0-1 33,-5 1 0,-1 0 4,1-1 0,-8 1 37,-5 0 0,-4-6 206,-7 0 0,2 0-209,-7 5 0,-2 1 462,-10 0 1,-2-1-412,-4 1 0,-11 6 327,0-1 0,-2 1-386,-4-7 1,-6 7 214,-5-1 1,-8 6-236,1-5 0,-1 5 49,2-5 0,-4 5-20,4-6-71,-4 1 0,-4-6 39,-4-1 0,2 1-90,-7 0 0,1-3 67,-2-3 0,-3-2 0,4-3 0,-5-5 0,-1 4 0,0-4-6,-1-1 0,1-8-135,0-5 1,1-2 83,5-3 1,-3 0 1,9 0 1,-3-2 30,2-4 1,4 5-7,-4-5 0,5 4 36,1 2 0,0 0 12,0 1 0,0 1-20,0 3 0,-2-1 68,-4 8 0,4 0-74,-4 5 0,4 1 21,2-1 0,0 2 88,0 5 1,0 1-81,0 4 0,0 3-83,0-3 0,2 4 47,4 2 1,4-1-10,7 1 1,-6 0 31,1 0 0,-2 5-13,1 1 52,4-1 0,-7-5-67,4-1 64,-5 9 0,-7-1-48,0 4 163,0 5-125,0-7-4,0 8 10,0 0 1,-7 0-1,-5 0 0,2 6 62,-1-1 1,-2 9-70,-11-3 1,3 5 35,-8 1 1,1 2-44,-7 4 1,-5-2 2,-1 8 0,-7 0-10,2 6 0,-9-1-69,-3 1 1,0-1-14,6 1 0,0 0-172,1-1 1,1 1-124,4-1 1,5 1 372,12 0 0,-3-1 0,5 1 0</inkml:trace>
  <inkml:trace contextRef="#ctx0" brushRef="#br1" timeOffset="-149019.73">21063 13282 7569,'12'-15'198,"-1"3"-38,1 4 1,11 8 1,0 0 0,6 2 21,-6 4 1,13 4-109,-1 7 0,11 2-67,0 4 0,4 4-138,2 8 0,0-1-16,0 1 0,0 0-233,-1-1 1,1 1 378,0-1 0,8 1 0,1-1 0</inkml:trace>
  <inkml:trace contextRef="#ctx0" brushRef="#br0" timeOffset="-137540.73">21392 11933 7569,'0'-17'9,"0"0"1,-2-1 136,-4 1 1,4 0 394,-4-1-225,4 9-43,2-7 1,0 13 186,0-9-245,-7 8 0,3-9 86,-8 7 0,7 0-161,-7 6 0,6 6-1,-5 0 1,-1 13-143,-5-2 0,0 12 60,-1 0 1,-5 9-136,0 3 1,2 5 26,10-6 1,-3 8-16,8-2 0,1-3 67,5-3 0,0-4-130,0-1 1,7-8 142,5-4 0,3-4-14,3-2 0,7-1-158,3-5 0,5-3 58,2-8 0,-1-2-320,1-4 0,1-3 92,5-9 1,-5 1-7,4 0 0,-3-6-11,-2 0 0,-3 0-134,-3 5 1,2 3 12,-8 4 466,8-5 0,-12 7 0,6-9 0</inkml:trace>
  <inkml:trace contextRef="#ctx0" brushRef="#br0" timeOffset="-136968.73">21893 11950 7569,'-17'-17'0,"0"2"691,-1 3-384,9-3 1,-1 13 199,4-4-297,4 4 0,-7 2 84,3 0-124,4 0 0,-6 8 13,8 3 1,-1 7-1,-5 5 1,4 4-283,-4 7 0,-2 1 108,3-1 1,-1 1-143,6 0 1,0-8 70,0-4 1,0-4-31,0-2 76,0 0-12,0-7 93,0-2 0,8-12-46,3-8 0,4-1-42,3-16 0,-1 0 43,0-5 0,6-9-196,0-3 1,1 2 24,-7-2 1,0 9 96,0 3 1,-5 1 77,-1 10 0,-5 6 165,6 5-58,-8 8 0,3-1-94,-7 10 0,0 7-12,0 11 1,0-2-10,0 8 0,0 0-133,0 5 0,0-1 49,0-4 1,0-4-162,0-8 181,8 0 1,2-7-40,7-4 0,8-14 125,4-9 1,1-10-92,-1-13 1,4 1 103,-4-7 1,3 0-88,3-6 0,0 0 162,-1 0 1,-5 10-43,0 7 0,-14 14 215,2 10-191,-3 7 0,-4 8 136,-5 19 0,-10 8 9,-7 20 0,2-1-106,-1 14 0,-1-7-220,-5 7 0,7-14 68,5 2 0,3-12-498,2 0 1,0-5 156,0-6 0,2 2-18,3-8 1,-1-2-493,8-10 188,-1 5 0,7-14 132,-1 3 536,0-3 0,8-17 0,2-4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08.43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719 467,'34'-52,"9"0,9 0,1 8,15 2,-7 7,1 8,5 2,-13 16,5-7,-15 15,-9-7,-18 16,-9 9,-23 17,-12 11,-33 14,-3 3,-14-1,8-9,7-10,10-7,10-16,15-3,2-9,16-5,39-33,11-1,-1-2,4 0,35-10,7 2,-7 7,-10 16,-24 4,-13 15,-22 7,-41 18,-2 4,-30 12,5-9,1 3,-5-4,-7 9,-2-3,-4-3,-2 3,-4 3,5-5,6-1,1 1,0-6,6 1,-1-1,9-2,-3-4,12-11,-12 18,20-26,-5 19,26-21,71-33,-16 12,43-27,-18 11,-5 1,0 3,11-3,-9 3,9-10,-6 5,1 1,-3 1,-3-1,-5 1,5-1,-12 0,20-7,-11 6,14-14,-24 21,-13-11,-14 20,-17 3,-25 9,-7 8,-42 0,2 16,20-8,-2 3,0 6,0 1,-3-4,1-2,-41 6,9-11,18-7,17-7,18 5,16-21,26 4,19-16,32 0,28 1,7 1,-45 18,0 1,38-11,-18 8,0 2,0 3,0-3,-5 13,3-4,10 4,9 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09.76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294 208,'-56'0,"-7"0,34-7,-5 5,9-6,15 0,33-9,15-2,39-14,6 14,3-4,-3 4,9 3,0 5,-5-3,-24 9,-7-1,27 6,-18 0,-4 0,-28 8,-33 1,-38 8,-20 1,-11-1,0 0,-8 1,-4-1,4 0,2 1,-1-1,1 0,0-2,5-3,9 3,-6-5,13 7,10-7,19 5,17-13,54 14,-11-15,59 7,-19-8,4 0,-10 0,6 0,0 0,0-2,-6-4,0 5,16-7,-12 8,3-8,-31 6,-28-5,-65 7,-4 0,-35 0,7 7,5 5,-6-3,6 3,-5-2,5 1,0 4,-10-5,12 7,-4 1,33-9,19 7,33-7,26 1,37 5,16-3,5-5,-17-1,6 2,-6-2,7-1,-1-5,-2 6,1 0,-12 2,1-3,-4-3,12 14,-13-14,-13 5,-26 1,-77-4,-22 7,-19-5,18 6,-1-9,-5 3,4 2,8-2,7 7,-13-11,20 13,-5-5,25 0,18-3,69-1,23 0,17-8,-17-10,-2-3,8-2,-2 1,1 5,3-5,-8 5,-15 3,20-7,-30 13,17-13,-7 34,-60 50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38.1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0 191,'37'-27,"-5"10,-14 9,6 8,3 0,8-7,0 5,7-6,2 8,8-8,0 6,0-13,0 13,-8-6,6 8,-14-7,14 5,-6-6,1 8,-3 0,0 0,-5-8,5 7,-8-7,1 8,7 0,-5 0,5 0,-7 0,7-8,2 6,8-13,0 13,0-13,0 13,0-6,-1 8,1 0,0 0,0 0,0 0,8 0,-7 0,7 0,-8 0,0 0,0 8,-1-6,1 5,0 1,0-6,8 13,1-13,8 14,0-15,8 7,-6 0,6-6,0 13,-6-13,6 13,-8-5,0 0,1 5,-1-5,-8-1,6-1,-5 0,7-7,-7 15,-3-14,-7 5,0 1,0-6,0 6,0-8,-1 0,1 0,0 0,-8 0,6 0,-5 0,-1 0,6 0,-6 0,8 0,-8-8,6 6,2-6,2 8,5 0,1-7,-6 5,13-6,-13 8,13 0,-6 0,8 0,1 0,-1 0,-8 0,7 0,-7 0,1 0,-3 0,-7 0,0 0,-8 0,6 0,-13 0,5 0,-8 0,-7 0,6 0,-14 0,6 0,-8 0,1 0,7 0,-6 0,6-8,-8 7,8-7,-6 8,6 0,0 0,-5 0,12 0,-5 0,8-8,-1 6,1-5,-1-1,-7 6,-2-6,0 8,-13 0,11 0,-13-7,7 5,-61 25,-16 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40.5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1 191,'29'-19,"2"4,-22 15,8 0,1 0,-1-8,0 6,-7-13,13 13,-12-6,7 0,5 6,-19-5,19 7,-6 0,2 0,6-8,-15 6,5-6,2 8,-5 0,11 0,-13 0,15 0,-6 0,6 0,-8 0,0 0,1 0,7 0,-6 0,6 0,-8 0,8-7,-6 5,6-6,-7 8,-9 0,14 0,-11 0,5-8,6 7,-19-7,19 8,-6 0,-5 0,11 0,-6 0,2 0,6 0,-7 0,-1 0,0-8,1 6,-1-5,0 7,1 0,-1 0,0 0,0 0,1 0,-1 0,0 0,1 0,-1 0,0 0,0 0,1 0,-1 0,0 0,1 0,-1 0,0 0,1 0,-1 0,0 0,0 0,1 0,-1 0,0 0,1 0,-1 0,0 0,0 0,1 0,-1 0,0 0,1 0,-1 0,0 0,0-8,1 6,-1-6,0 8,1 0,-1 0,0 0,1-7,-1 5,0-6,0 8,1 0,-1 0,0 0,1 0,-1 0,0 0,0 0,1 8,-1-6,0 5,1-7,-1 0,0 0,1 0,-1 0,0 0,0 0,1 0,-1 0,0 0,1 0,-1 0,0 0,8 0,-6 0,6 0,-7 0,7 0,-6 0,6 0,0 0,-6 8,6-6,-8 6,1-8,-1 0,0 0,0 7,1-5,-1 6,0-8,1 0,-1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42.4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70 191,'-19'-29,"3"6,16 23,31-15,-15 11,24-11,-7 7,3-2,8 1,-1 1,-9 8,8-8,-5 6,5-13,-7 13,-1-6,1 1,0 5,-9-6,-1 8,-7-8,-1 7,0-7,-69 23,29-3,-23 3,-4 2,4 10,-13 0,7-2,-8 0,6-6,3 6,1-7,21-1,-12 0,22 1,-6-1,16-8,1 7,39-14,-8 5,27-14,-8 5,2-6,8 0,0 7,0-15,0 14,-8-5,-2-1,-7 6,-16-6,4 8,-21 23,6-17,-8 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3:44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0 364,'27'-29,"6"6,-14 15,6 6,-8-5,16 7,-12 0,19-8,-13 6,8-6,-1 1,9 5,-1-8,16 4,-1 4,-3-13,9 13,-24-6,20 8,1 0,-6-7,13 5,-6-6,1 8,13 0,-12-8,14 7,-8-7,1 8,-9 0,6 0,-5 0,7 0,-8 0,7 0,-15 0,15 0,-14 0,5 0,1-8,-7 6,7-5,-8-1,0 6,0-13,0 13,-1-14,9 14,-6-13,13 13,-13-6,13 1,-5 5,-1-14,6 15,2-15,-5 14,18-13,-18 13,5-6,6 8,-12-7,7 5,-3-6,-6 8,8 0,1 0,-9 0,6 0,-5 0,-1 0,7 0,-15 0,15 0,-15 0,15 0,-14 0,5 0,1 0,1 0,1 0,5 0,-13 0,13 0,-13 0,5 0,-7 0,-8 0,6 0,-13 0,5-8,-7 6,-8-5,-2 7,-16 0,14 0,-11 0,5 7,-25 18,-11 4,-15 13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3:51.0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70 693 7569,'0'-18'0,"0"1"-12,0 0 0,0-1 18,0 1 1,0 6 49,0-1 0,0 6 277,0-5-154,0 7 100,0-11 34,0 13-35,0-6-322,0 8 1,0 10 115,0 7 0,0 4 35,0 14 1,0 3-13,0 14 1,-6 0 15,0 0 0,-6 1-169,7 5 1,-3-4 92,2 4 1,4-7 57,-3-4 0,3-7 73,2-11-338,-8 3 197,6-12 149,-6-3-81,8-9 0,0-16-38,0-4 0,0-3-105,0-2 0,0-3 110,0-3 0,0-3 18,0-9 0,0-5-1,0-1 0,6-1-308,0 2 1,5 1 47,-5-7 1,2 8 134,-2-3 0,-3-1-15,9 2 1,-8-1 26,2 7 1,-3 1 65,3 4 1,-4-1-61,4 6 1,2-4-3,-3 5 0,1 0 55,-6 5 1,0 1 98,0 0 0,6 5-79,0 1 18,-1 7-117,-5-4 71,0 8 0,0 2-30,0 4 1,0 3 24,0 9 0,0 1-1,0 4 1,6 4-8,0 7 1,5 3 104,-5 3 0,8 4-50,-3 8 0,-1-6-30,1 1 1,3-9-3,9 2 1,-4-5 8,4-6 1,2-4 126,-2-8 1,2-5-75,-2-1 1,-4-7-28,4 2 1,-3-6 33,-3-6 1,-5 0 28,-1-11 1,1 3-81,5-9 0,-6-2-6,1 2 0,-2-7-188,1 1 1,-1-4 73,-5-2 1,-3-1 97,4-4 1,-4 3-33,-2-3 1,0-2-353,0 1 0,0-5 128,0 6 0,0-1-261,0 7 1,0 7-166,0 4 274,0 4 170,0 1 1,-6 11-111,1 7 0,-1 9 28,6 14 0,-6 4 122,0 8 0,0-1 177,6 1 0,-7 7 0,-3 2 0</inkml:trace>
  <inkml:trace contextRef="#ctx0" brushRef="#br0" timeOffset="310">709 710 7140,'0'11'-240,"0"1"270,0-8 0,0 11 317,0-3 1,0 3-45,0 2 1,2 6-127,4 0 1,-2 6-18,7-6 1,1 0 19,5-5 0,1-7-13,-1 1 0,6-8-27,0 1 0,6-3 9,-6-2 0,2-7-19,-2-5 1,-4-3-119,4-3 1,-6-5 52,-5 0 1,1-6-140,-7 6 1,6-5 54,-7 5 0,-1-8 100,-9 2 1,-1 4-40,-11 2 1,1-2-638,-13 2 0,0 6 266,-5 5 0,5 8 83,0-2 1,2 6 44,-1 6 0,1-2 67,4 8 0,5-1-162,1 6 1,2 1 97,9-1 0,0 0 30,6 1 1,2-1-50,4 0 217,3-7 0,16-3 0,2-7 0</inkml:trace>
  <inkml:trace contextRef="#ctx0" brushRef="#br0" timeOffset="501">1073 537 7569,'9'-17'48,"-3"7"219,-12 4 8,4 4 92,-13-5 46,13 5-67,-6-6 0,8 6-109,0-4 1,4 4-32,8-3 1,-1-3-24,12 2 1,4-5-577,2 5 0,2-6 174,-2 7 0,9-7-61,-3 6 0,1-7-418,-7 1 1,2 5 74,-8 1 623,7-4 0,-10 1 0,5-9 0</inkml:trace>
  <inkml:trace contextRef="#ctx0" brushRef="#br0" timeOffset="944">1453 35 7569,'-10'-9'120,"-5"-7"155,13 15-4,-13-7 0,11 16-76,-8 3 0,7 12-48,-7 6 1,8 13 47,-2 10 0,-1 4 0,1 13 0,0-2-12,6 14 1,0-6-253,0 6 1,0-10 59,0-2 0,8-10 48,3-12 1,13-5 31,4-8 1,7-7-22,5-4 0,-1-9-65,7-3 0,-6-7 58,6 2 0,-7-12 19,1-5 1,-3-5-10,-3-1 1,-5-2-294,0-4 1,-6-2 50,6-4 0,-8-4 41,2 4 1,-6-9-118,-5-2 0,-3-3 58,-3 3 0,-4 4 0,4-5 1,-10 1 46,-2 5 0,-7 5 8,1 12 1,-3 9-21,-3 3 0,-5 8 540,0 9 0,-5 9-219,4 14 0,1 8-102,6 4 0,0 10 362,0 2 1,7-6 131,4-6 0,6-8-114,6 3 1,4-7-87,7-5 1,2-4-297,4-8 1,-2-1 92,8-5 1,0-3 62,5-8 1,1 0-238,0 0 1,5-2-347,0-4 0,-5 2-588,-6-7 970,-8-1 0,12-5 0,-7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3:53.0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0 226 7330,'0'-18'-537,"0"7"612,0-1-38,0 8 1,2-9 224,4 7 269,-4-7-334,5 11-76,-7-6 0,0 10 0,0 4 1,6 9-8,0 8 0,0 16 175,-6 1 1,2 8-43,3 4 0,-3 6-88,4-1 0,-2 9 5,2-3 1,-3 4-2,9 2 1,-6-7-430,5-4 0,-1-5 186,1-1 0,3-8 134,-8-3 1,5-10 38,-5-3-747,7-7 1,-9 3 225,8-13 1,-6-3 59,5-8 1,-7-2 34,2-4 0,1-5 56,-1-13 1,2-2 276,-2-9 0,-4-7 0,5-10 0,-7-10 0</inkml:trace>
  <inkml:trace contextRef="#ctx0" brushRef="#br0" timeOffset="275">190 105 7569,'0'-27'-740,"0"7"634,0 9 106,0-1 197,0-5 83,0 8 1,8 1-34,4 8 0,3 0-120,2 0 0,6 8-23,0 3 0,8 10 12,-2 2 0,5 2-38,7-2 0,-10 2 36,3 4 0,-3 4 10,3-4 1,-1-3-12,-4 3 1,-4-6-288,-8 6 0,-7-6 34,-4 6 1,-4-8 133,-2 2 1,-10 2 17,-7-2 1,-3 2-16,-8-2 0,-1-3-122,-6 3 0,-5-4 80,-1-2 0,-5 0 36,6 1 0,2-7-196,9 1-256,-4-8 0,16 5-235,0-3-22,7-4 718,18 6 0,9-16 0,10-2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3:55.0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52 139 7569,'-9'0'-1106,"-7"0"1029,14 0 0,-7 0 158,3 0 28,4 0 4,-6 0 25,8 0 785,0 0-823,0-7-15,0 5 20,0-6-119,8 8 30,-6 0 0,7 0-7,-3 0 0,-2-2 12,8-4 0,-7 4-6,7-3 1,-6 3-15,5 2 0,-5 0 21,6 0 1,-7 0-6,7 0-7,-1 0 0,7 0-14,-1 0 0,-6 0 24,1 0 0,-1 0 1,7 0 0,-7 0-5,1 0 0,-1 0-2,7 0 1,-7 0 26,1 0 0,-1 0-19,7 0 0,-1 0 1,0 0 0,0 0 0,1 0 0,-1-6 32,0 0 1,-5 0-21,-1 6 1,1 0 2,5 0 1,-5 0-8,-1 0 1,1 0-1,5 0 0,-5 0-67,-1 0 1,1 0 64,5 0 1,-6-5-5,1-1 1,0 0-20,5 6 1,-6 0-16,1 0 1,-1-2 14,7-4 1,-7 4 10,1-3-5,-1 3 1,7 2-1,-1 0 0,-6 0 37,1 0 1,-6-2-10,5-4-4,1 4-24,5-5 0,0 7-15,1 0 0,-7-6 11,1 0 0,-7 0-2,7 6 1,-6 0 9,5 0 1,-5 0 3,6 0-48,-9 0 44,5 0-3,-8 0 857,0 0-997,0-7 145,0 5-45,0-6 71,0 8-819,0 0 0,8 0 0,1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3:57.7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52 586 7441,'-12'0'-434,"1"0"415,7 0 265,-4 0 1,8 10-53,0 7 1,0 8-129,0 10 1,0 7 108,0 4 1,0 10 264,0 2 1,0 5-231,0-5 0,0 5-212,0-5 1,0 1 158,0-1 1,0-12 25,0 0 1,0-4-413,0-7 1,0-4 52,0-14 165,0-7 30,-7-3 0,5-9 109,-4-3 0,4-13-169,2-10 1,0-7-109,0-5 1,0-10-162,0-8 1,8-15 162,3-2 1,5-8-168,1-3 1,8 1 254,4 5 0,-2 5-244,1 11 0,-1 7 15,2 11 0,2 11 432,-8 12 1,0 4 24,-6 2 0,-5 7 25,-1 4 1,1 6-62,5 6 1,-7 5-83,-4 13 1,1 0 275,-1 5 0,0 4-210,-6-4 1,-8 3-60,-3 3 1,-5 0-31,-1-1 1,-6-1-188,0-4 0,-8-2-27,2-4 0,4-10-39,2 4 1,4-5-690,2-1 400,7-3 514,2-8 0,16-8 0,2-1 0</inkml:trace>
  <inkml:trace contextRef="#ctx0" brushRef="#br0" timeOffset="486">847 379 7569,'-17'0'-10,"0"0"21,-1 0 1,1 0 242,0 0 1,2 2-49,3 4 1,-3 5-98,3 12 0,2-4 0,-1 4 0,7 2-66,-2-1 0,4 1 8,2-2 1,8-10-216,4 4 0,3-5 70,2-1 1,1-3 104,-1-8 0,-2-2-69,-3-4 0,3-3 78,-3-9 1,-3-1-24,3-4 1,-6-2 8,5-4 0,-7-3-53,2 3 1,-2-4 50,1-1 1,-3-1-97,4 0 0,-4 1 32,-2-1 0,2 3-11,4 3 1,-3-2 83,9 8 0,-6 0-38,5 6 1,-5 1-8,6 5 0,-1-3-7,6 9 1,-5-1 125,-1 6-94,1-8 0,5 6 84,1-4 0,-7 10-43,1 2 0,-7 7 64,7-1 1,-8 5 75,2 6 0,1 4-93,-1 8 1,0 5-40,-6 1 1,0 7 14,0-2 0,0 11 86,0 7 0,-8-3-23,-3 3 1,-3-3-138,3 3 0,-7 1 0,1-7 1,0 5-77,-6-5 0,5-3-235,7-9 1,-5 2 158,5-7 1,3-1 93,2-5 1,5-8-73,1-4-336,0-4 1,7-10 98,5-3 0,3-12 384,2-5 0,8-12 0,-5-12 0,5-9 0</inkml:trace>
  <inkml:trace contextRef="#ctx0" brushRef="#br0" timeOffset="694">1262 829 7569,'0'-10'0,"0"2"-29,0 8 166,0 8 1,-5 2 37,-1 7-26,-8 8 0,12-6-113,-3 4 0,5-4 77,5-1 0,1-3 57,12-3 0,-5-5 0,10-7 0,4-2-86,2-3 0,-4 1 56,-2-8 1,-4-5-222,-2-6 1,1-6 11,-1 6 1,-7-8 7,-5 2 0,-5-3-216,-5-3 0,-7 6 155,-11 0 0,-4 8-226,-8-2 0,1 6 145,-1 5 0,1 5-35,-1 7 238,1 7 0,-1 3 0,0 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3:56.8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70 598 7569,'-10'-8'-214,"2"6"0,8-7 214,0 3 0,0 4 490,-7-6-344,5 8 0,-6 8-85,8 4 1,-2 11-9,-4 6 1,4 3-37,-3 3 1,1-4 41,-2 3 0,4-3-39,-4 9 1,4-9 42,2-2 0,0-8-18,0 2 0,0-10 1,0-1 46,0-8 18,0 3 0,6-14 48,0-5 0,5-5-189,-5-6 1,2-4 58,-2-8 1,1 1-35,5-1 0,3-1 71,-3-5 1,1 3-11,-1-8 1,3 2-105,-3-2 0,-3 9-163,3 8 1,-3 8 180,3-2 0,1 10 159,-7 1 1,2 8-52,-2-2 1,-4 12-68,3 6 1,-3 5 1,-2 6 1,6 4 19,0 8 0,-1 1 20,-5 4 1,2-3-32,4 3 0,-2-5-132,8-6 1,-7 1 93,7-6 1,-1-3 22,7-10 1,-7 3 33,1-9-39,-1 1 1,7-6-2,-1 0 0,-6-2 5,1-4 1,-6-1 4,5-5 0,-5-3-27,5 3 0,-5-5-182,6-6 1,-6 4 12,5-4 1,-7 4-242,2 1 417,3 1 0,-5 2-136,8 3 147,-9 4 0,5 10-96,-8 4 0,0 6 5,0 11 1,0-4 102,0 4 0,2 2 260,4-2 1,-2 6-123,7-6 0,1 0-102,5-6 1,0-5-45,1-1 0,-1-7-9,0 2 1,1-4-1,-1-2 1,-6 0 18,1 0 1,-6-8-14,5-3 0,-7-11-47,2-1 1,-4-5-110,-2 4 1,-2-6 58,-4 1 1,-2 2-50,-3-2 1,-5 2 125,5-2 1,-3 4-78,3 8 113,-4 0-141,5 7 9,0 3 107,3 7 365,7 0-260,7 7 0,3-5-49,7 4 0,6-4 74,0-2 1,0 0-62,-5 0 0,1-8 13,4-3 1,-2-5-30,8-1 1,-8-2 5,2-4 0,2 2-5,-2-8 0,0 6-67,-6-6 1,1 0 8,-1-6 1,-5 1-11,-1-1 0,-7 1-56,2-1 1,-4 2 53,-2 5 1,0 3 79,0 7-68,0 1-2,0 7 0,-8 16 19,-4 12 1,-1 12 191,1 5 1,-3 13-51,4 10 1,1 5-83,-2-5 1,9 7-329,-3-2 1,4-1 141,2 1 1,8-9-101,3-2 1,-1-8 74,1-9 1,1-8 84,5-4 0,-2-10-126,-3-1 0,3-9-705,-3 3 891,-4-12 0,7-3 0,-5-8 0</inkml:trace>
  <inkml:trace contextRef="#ctx0" brushRef="#br0" timeOffset="168">761 287 7569,'-34'0'383,"7"7"-151,2-5-227,8 6-2,7-8 0,6 0 357,16 0 1,1 0-196,16 0 0,7-2-481,10-4 1,6-1-45,6-5 0,-2-3-668,7 3 799,1-3 1,5-2 0,0-1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10.8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7569,'0'10'683,"8"-2"0,-5-8-202,9 0-262,0 0 0,5 0-225,0 0 1,6 6-300,0-1 0,6 3 1,-6-2 1,8-4 173,-2 3 1,-2-3-432,1-2 0,-6 0 561,1 0 0,-4 8 0,-2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11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1 7569,'-10'17'1763,"-5"-7"-982,13 5-550,-6-5 1,18 1-37,7 1 0,10-9 0,13 3 0,6-10-969,12-1 1,-2-9 773,7 3 0,8-5 0,8-1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05.6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0 312 10333,'18'10'367,"-1"-1"-269,0-3 0,6-4 64,0 4 1,8-4-234,-2-2 0,2 0-5,-3 0 1,3 0-33,-8 0 0,0 0-681,-5 0 0,-1 0 1,0 0-798,1 7 1586,-1-5 0,0 6 0,0-8 0</inkml:trace>
  <inkml:trace contextRef="#ctx0" brushRef="#br0" timeOffset="169">346 18 8065,'-17'-9'108,"5"1"-78,1 8 0,5 13 362,-5 5 0,5 18-73,-6 5 1,8 12-369,-1 5 0,-3 5 57,2-5 0,0 0-595,6-6 1,8-1 99,4 1 487,3-7 0,10 4 0,2-4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04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87 8312,'0'18'755,"0"1"-433,0 4 1,0 4-109,0 7 0,0 9-117,0 3 1,0-2 97,0 2 0,0-6-12,0 6 1,0-7-230,0 1 1,0-3-323,0-3 1,2-1-394,4-4 1,-2 2 397,7-8 1,-7-6-302,2-6 0,3-7 664,3 2 0,3-12 0,3-3 0</inkml:trace>
  <inkml:trace contextRef="#ctx0" brushRef="#br0" timeOffset="304">294 139 7551,'-9'-9'784,"1"-7"-151,8 14-368,0-5 0,0 14-73,0 5 1,0-1-12,0 7 0,8-5-11,3 10 0,3 2 11,-3-2 0,6 8 0,1-2 0,-1-2-62,6 1 1,-6-1 4,-5 2 0,3 2-123,-3-8 1,1 6 87,-1-6 0,1 0-148,-7-6 1,0 0 42,-6 1 92,0-1 0,-2 0-256,-4 1 0,-4-7-356,-7 1 1,0-8-236,0 1 0,-1-3 345,1-2 0,0 0 96,-1 0 0,3-7-7,3-5 337,-3-11 0,5-4 0,-7-8 0</inkml:trace>
  <inkml:trace contextRef="#ctx0" brushRef="#br0" timeOffset="466">329 139 7430,'0'-17'-172,"2"0"547,3-1 1,-1 1-189,8 0 1,-1 5-43,7 1 0,-1 1-76,0-2 32,1 5 0,-1 7-233,0 0 1,6 0 86,0 0 1,0 0-395,-5 0 0,-1 0 217,0 0 0,0 0-264,1 0 0,-3 2 486,-3 3 0,11 5 0,-4 7 0</inkml:trace>
  <inkml:trace contextRef="#ctx0" brushRef="#br0" timeOffset="933">727 35 7569,'9'10'-41,"-1"5"0,-8-5 274,0 7 0,-2 1-15,-4-1 1,2 6 22,-7 0 1,5 8 208,-6-2-312,9 3 0,-7 1 56,4-4 1,4 1 0,-3-7 0,5 2-168,5-1 0,-1-11 74,8 4 0,-3-9-10,3 3 12,11-7 1,-6 2-195,12-12 0,-4 2-97,-8-7 1,1-1-120,-1-5 0,0-2 135,0-4 0,-7 4-32,-4-4 1,2 1-183,-3-1 0,-1 4 126,-10-4 0,1-2-9,-13 2 0,5-6 87,-10 6 0,2 0 208,-2 6 1,5 0 53,1-1 1,0 7 240,5-1-263,4 8 69,1-3 13,7-1 0,7 6-72,5-4 1,3 4 73,3 2 1,-1 2-62,0 4 0,6 0 92,0 11 1,0-3-30,-5 9 0,-1 5 55,0 7 1,1 0-97,-1 5 1,-6-4 16,1-1 1,1-2-5,10-4 0,-1-4 22,6-8 0,1-6 159,6 1 0,-1-8-106,1 2 0,0-12-222,-1-6 0,-7-3-59,-4-2 1,2-7-75,-2 1 1,-7-7 87,-11 1 1,-3-4-55,-2-1 1,-2-3-253,-3-3 1,-11 9 172,-7-4 1,-8 12 17,3 0 0,-11 12 64,-1 5 1,-2 4-60,1 2 0,7 8-91,-1 3 0,2 5-179,10 1 0,6-2 456,5-3 0,9 11 0,-5-4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03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379 312 7569,'0'-18'46,"0"1"1,2 0-1,1-1 454,3 1 0,6 0-217,-6 0 1,7-3 24,-1-3 0,-3 4 62,3-4-210,-9 4 1,7 1 77,-4 1 0,-4 6-55,4-1 1,-12 3-101,-6-3 0,-3 4 59,-2 8 0,-8 8 41,-4 4 1,-6 13-19,-5 9 1,-4 16-90,-8 13 1,6 7-110,0 5 0,13-4 248,-2 4 1,18-10-165,0-2 0,11-13 102,0 2 0,10-11-171,2-1 1,13-11 48,-2-6 0,10-4 102,-4-2 1,8-1-163,-2-5 1,3-3-627,3-8 1,0-2 272,-1-4 0,1-3-581,-1-9 0,1 1-20,0 0 0,-1-3 484,1-3 0,-1 4 499,1-4 0,0-4 0,-1 0 0</inkml:trace>
  <inkml:trace contextRef="#ctx0" brushRef="#br0" timeOffset="202">1036 294 7569,'-17'0'381,"-1"0"0,7-2 801,-1-3-306,8 3-241,-3-6-452,7 8 1,7 6-148,5 0 0,5-1 45,6-5 1,4 6-411,8 0 1,-1 0 228,1-6 1,-1 0-262,1 0 0,-6 5-100,0 1 0,-6 0-1008,6-6 1469,-16 8 0,10-7 0,-13 7 0</inkml:trace>
  <inkml:trace contextRef="#ctx0" brushRef="#br0" timeOffset="360">949 640 7569,'-9'10'2024,"1"-3"-1462,8-7 1,8 0-291,3 0 0,9 0-135,8 0 1,3-1-1208,15-5 723,0 4 0,2-12-1740,4 9 2087,-11-9 0,16 5 0,-13-9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02.4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208 399 7569,'-8'-10'-85,"-1"2"1,-8 8 365,-1 0-67,1 8 0,0 7-43,-1 8 0,1 8-13,0-2 0,-1 4-6,1 1 0,6-1-19,-1-4 0,8 2-1,-1-8 1,3 0-8,2-6 0,0-6 31,0 1 1,7-8-172,5 2-14,3-5 1,2-8 98,1-5 1,-1-9 31,0-2 0,1-8-48,-1 3 1,0-11-36,1-1 1,-1-1-554,0 7 0,-2 1 36,-3 4 243,3-3 243,-13 12 111,6 3 0,-8 17-77,0 12 0,0 11 123,0 6 1,0 9-87,0 2 1,2 1-34,4-7 0,-2-1-305,7-4 1,1 2 135,5-8 1,0-6 105,0-6 0,1-7-130,-1 2 1,0-4-403,1-2 0,-7-8 97,1-3 472,-1-5 0,7-9 0,-1-2 0</inkml:trace>
  <inkml:trace contextRef="#ctx0" brushRef="#br0" timeOffset="226">502 70 7569,'0'-17'-299,"0"-1"774,0 9 0,2-5-124,4 9 1,3-1 50,9 6 1,5 8-122,0 3 0,9 6-98,3 6 1,2 10 55,9 7 0,-8 7 49,2-7 1,-3 14-176,-2-2 0,-3 11-82,-3 0 0,-6-3-106,-11-2 0,-5-6 96,-7-6 0,-2 2-41,-3-8 0,-7-5 9,-11-7 1,-6 1 47,-11 6 1,1-6-232,-7-1 0,6-6-789,-6 1 0,7-4 268,-1-2 715,4 0 0,1-7 0,0-2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37.0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8105,'0'19'430,"0"4"0,6 4-247,0 7 1,0 9 102,-6 3 1,0-2-84,0 2 0,0 0-291,0 6 0,0-8-115,0-3 1,5-1-182,1-5 0,6 3-404,-7-9 0,9-2 119,-3 2 669,5-8 0,1 4 0,0-8 0</inkml:trace>
  <inkml:trace contextRef="#ctx0" brushRef="#br0" timeOffset="298">363 52 7569,'-17'0'238,"7"0"0,-3 8-43,7 4 0,-1 3-1,1 2 1,2 8-12,-8 4 1,9 4 169,-3 1 0,4 1-138,2 0 0,0-3-191,0-3 1,0 2 73,0-8 0,8 0 42,3-6-1,10-7 30,2-4 1,8-4-24,-2-2 1,4-2-2,1-4 0,6-4-54,1-7 1,5 0-133,-6-1 1,1 1 70,-7 0 0,-1-1-524,-4 1 0,1 2-455,-6 3-460,-1-3 571,-6 5 0,-6 1 838,1 3 0,-8-4 0,3 1 0</inkml:trace>
  <inkml:trace contextRef="#ctx0" brushRef="#br0" timeOffset="499">571 52 7569,'-10'-1'-40,"5"-5"812,3 4 1,-4-4-182,0 12 1,0 9-94,6 8 1,0 10-351,0 2 1,6 1 46,0 10 0,2-5 0,-3 5 0,-3-2-12,4 2 1,2 2-918,-3-8 1,3 6 482,-2-5 1,-4-1-813,4-5 1,1-1 1062,-1 1 0,7 0 0,-3-1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36.4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225 416 5824,'10'0'479,"-3"0"-186,-7 0 139,0-8-185,0 6 95,8-13-148,-6 5 49,6-7-66,-8-1 0,0 1 86,0 0 0,0 5-113,0 1 0,0 5-103,0-6-241,0 9 174,-8-13 1,-2 14-5,-7-3 0,-2 5 40,-4 5 1,4 5 12,-4 7 0,-2 1-81,2-1 0,-1 0-72,7 0 0,6 1 80,-1-1 67,8 0 1,-1-1 146,10-5 1,-1 3-100,8-9 1,5 7-41,6-6 1,2 5 9,-2-5 0,-2 2 81,8-3 1,-6 3-33,6 4 0,-8 3-74,2-3 1,-4 3 7,-1 2 0,-3 1-11,-3-1 1,-5 2 5,-7 4 1,-2-4 19,-3 4 0,-11 2-13,-7-2 1,-6 0-7,6-5 1,-8-1 22,3 0 1,1-5-47,-2-1 0,8-1-476,-2 2 0,3-5-409,3-7 287,0 0 0,5 0 601,1 0 0,7-15 0,-4-4 0</inkml:trace>
  <inkml:trace contextRef="#ctx0" brushRef="#br0" timeOffset="209">225 122 7569,'-17'-25'0,"0"5"0,-1-3 0,1 6 73,0 6 1,5-3 750,1 8-532,-1 1 0,2 6 214,5 5-369,-5 12 1,8 10-44,-4 13 1,4 9 70,2 7 0,2 9 30,4-3 0,-2 4-12,8 2 1,-7-7-151,7-4 0,-1-5-187,7-1 1,1-8-1168,4-3 0,-2-5 1321,8-1 0,0 0 0,5-1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39.2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121 154 7569,'-17'0'457,"0"2"1,1 4 33,5 5 1,-3 12-309,9 6 1,-7 12 134,6 5 0,-5 4-119,5 2 1,0-8-172,6-4 1,0 0-83,0-5 0,8 2 118,4-14 0,5-2-93,6-10 0,2-3 14,4-8 1,1-8 56,-6-3 1,6-12-73,-1-6 1,-4-6-110,-2-5 0,-4 1 54,-1-7 1,-3 8-28,-3-2 0,-5-3-6,-7 3 0,-2 0 100,-3 5 1,-11 2-114,-7 5 0,-2 3 91,2 7 0,2 9-22,-8 3 0,6 4 7,-6 2 1,8 13-84,-2 5 0,4 9-74,2-4 0,1 7-148,5-1 1,3 4-229,8 1 0,0-5 588,0 0 0,8 0 0,1 6 0</inkml:trace>
  <inkml:trace contextRef="#ctx0" brushRef="#br0" timeOffset="302">709 102 7686,'-13'18'1228,"-4"-1"0,3 10-713,-9 7 0,4 3-159,2 9 1,-1-2-106,1 2 1,7-3-273,5-9 1,3-1 81,2-4 0,4 1 145,7-7 0,3-7-69,14-10 0,-1-5-334,2-1 1,6-9 38,-1-8 0,-5-10-131,6-14 0,-5 3-30,5-8 0,-8 7 136,-4-1 1,-6-2 76,-5 1 0,-5-1 19,-7 2 1,-5 5-194,-1 1 1,-13 1 16,1 10 0,-3 7-101,4 11 0,-8 5 76,-4 5 0,4 7 124,2 11 1,-2 4-291,2 8 0,6 1-195,5 4 649,8-11 0,-3 19 0,7-11 0</inkml:trace>
  <inkml:trace contextRef="#ctx0" brushRef="#br0" timeOffset="577">1280 120 7569,'0'17'-118,"0"8"1,-6 2 945,1 7-489,-1 9 1,8-7-59,3 4 1,-1 3-76,8-3 1,5-2-236,6-9 0,10-4 78,1-7 0,3-9 142,9-3 1,-4-8-92,10-10 0,-10-7-358,10-15 1,-11-1 174,-1 1 1,-11-3-37,-6-3 1,-6-3 336,-5-3 1,-5 2-61,-7 4 0,-9 3 41,-8-3 1,-8 11-40,-10 6 1,-2 6-50,-3 5 0,-4 6-2,-8 12 1,0 6-707,0 11 1,0-2 185,1 8 280,6 0 1,3 5 0,7 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5:08.3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1328 7569,'2'8'864,"4"-8"0,-2-8-442,7-9 0,1-2-256,5-4 0,1-4 17,-1-8 1,2-7 65,4-4 1,-2-6-55,8-6 0,-6-9-35,6-8 1,-6-2-174,6 2 0,-8-3 74,2-9 1,-6-5-104,-5 0 0,3 7 60,-3 10 1,-3 14 118,3 9-35,-8 8 1,5 19 20,-3 7 1,-4 13-34,4 16 0,-6 12-10,-6 23 0,2 16-32,-7 18 1,-1 11-244,-5 1 0,11-42 1,0 0-86,-5 48 0,7-6 158,-2-5 0,4-16 158,2-14 0,2-12-93,4-11 0,4-7 321,7-10 0,6-7-112,0-4 0,0-14 18,-6-9 1,1-8-114,-1-10 0,6-9 181,0-8 0,0 0-398,-6-5 0,1-3-218,-1 2 1,-2 10 176,-3 14 1,1 1 35,-7 10 1,2 6 282,-2 5-190,-5 8 0,7 4 144,-8 12 1,0 9-89,0 2 0,0 6-148,0-6 0,0 6-115,0-6 0,6 2-366,0-2 0,5-10-306,-5 5 1,7-13 95,-1 1 855,3-4 0,3-10 0,-1-1 0</inkml:trace>
  <inkml:trace contextRef="#ctx0" brushRef="#br0" timeOffset="164">986 152 7569,'17'-17'0,"8"2"1164,4 3-697,4 4 0,-4 12-5,0 8 0,-6 3 73,5 20 0,-6-3 137,1 15-432,-4-1 0,-2 13-23,0 5 1,-7 3-23,-4 2 0,-12-5-842,-6-1 0,-11-2 451,-5 3 1,-7-5-858,-5-7 0,1-2 1053,-7-4 0,0 4 0,-6-6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5:09.9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346 43 7569,'-7'-10'252,"5"-5"-115,-14 13 1,12-6 421,-7 8-125,-1-8 0,-5 8-191,0 0 0,-2 4-21,-5 14 0,3-5 89,-7 10 0,4 4-1,-4 2 1,5 3 132,-6 3 0,8 2 29,-2 3 1,11-6 150,6 1 1,4 4-180,2-11 0,0 7 14,0-12 1,8 6-176,4-6 0,1 0-132,-1-6 1,3-1-53,-4-5 1,5 4-83,1-3 0,0-4-234,1-3 1,-1 3-86,0-2 0,1 0-415,-1-6 1,0 5 211,0 1 275,1 0 0,-1-6-2091,0 0 1115,8 0 1206,-5-8 0,12-1 0,-5-9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5:10.1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 7569,'0'-10'3164,"0"3"-2689,0 7 1,2 0-158,4 0 0,3 0-276,8 0 0,1 0 43,-1 0 1,2 0 97,4 0 1,-2 0-222,8 0 1,-8 0-355,2 0 0,-1 0-1846,1 0 698,-4 7 1540,6-5 0,-8 14 0,0-7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5:10.3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35 7569,'-17'10'0,"-1"-2"1886,9-8 328,1 0 1,10 0-1516,4 0 1,9 0-615,8 0 1,8 0-490,-2 0 0,5-6-138,7 0 0,-5-5-714,4 5 0,-5 0 696,-6 6 560,3-8 0,-5 7 0,8-7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17.4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70 468 7569,'-18'0'368,"1"0"-138,7 0 0,-3-2 558,7-4-455,0 4 0,6-8 45,0 5-195,0 3 1,8-6 108,4 8 1,5 0-140,6 0 1,-2 0-1,8 0 1,-6 0-39,6 0 1,0 0-161,5 0 1,-5 0-576,0 0 0,-6 0 377,6 0 1,-8 0 98,2 0 1,-4 6 116,-2-1 27,1 1 0,-1-6 0,0 0 0</inkml:trace>
  <inkml:trace contextRef="#ctx0" brushRef="#br0" timeOffset="175">312 1 7569,'-18'0'396,"1"0"1,6 7 581,-1 5 1,6 13-402,-5 9 0,7 16-270,-2 14 0,-2 3-124,3 2 1,-1-5 22,6-1 1,0-5-448,0 5 1,9-7-2252,9 1 2309,-1-10 0,16 2 0,-6-4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16.2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62 7569,'-8'-18'-4,"1"7"1,-7-1 1374,3-1-1023,7 5 1,-4 8-137,8 12 0,0 11 80,0 6 0,0 11-77,0 6 1,0 4-21,0 2 0,0 6-54,0-1 1,0 3-206,0-3 1,0-5-103,0 0 0,6-8-232,0-9 0,0 3-292,-6-3 0,5 1-21,1-13 75,8 1 1,-7-13-3,5 1 638,3-9 0,-5-3 0,7-9 0</inkml:trace>
  <inkml:trace contextRef="#ctx0" brushRef="#br0" timeOffset="282">398 148 7569,'0'-17'319,"0"0"1,0-1 516,0 1-182,0 7 315,-8 3-616,6 7 0,-5 9 9,7 9 0,0 1-123,0 10 0,0-1-44,0 7 0,7 0-41,5-1 1,3 1-12,3-1 1,-3 1 14,-4 0 1,5-7-119,-5 1 1,5-6-81,1 6 1,0-8 61,1 2 0,-7-4-183,1-1 1,-7-3-25,7-3-651,-8 3 159,3-5 275,-14 7 1,-5-2 127,-11-3 1,4-5 94,-4-7 1,4 0-1033,1 0 0,-5-7 81,0-5 1130,0-11 0,-2-11 0,-2-11 0</inkml:trace>
  <inkml:trace contextRef="#ctx0" brushRef="#br0" timeOffset="842">329 217 7569,'9'-17'0,"-1"0"418,-8-1-181,8 9 1,-4-7 39,7 5 1,-5 1 64,5-1 1,1 7-189,5-2 1,1-2 0,-1 3 0,2-1-47,4 6-55,-4 0 1,12 0 7,-8 0 1,8 0-216,-2 0 0,1 0-398,-1 0 1,2 2 307,-8 4 0,2-3-278,-2 9 1,-9-8 210,3 2 0,-4 1 254,5-1-1,-9 0 113,7-6 31,-15 8 1,7 3 329,-8 12 1,0-2 87,0 8 0,-2 0-220,-4 5 1,5-5 62,-5 0 1,4 0-42,2 6 1,0-7-191,0 1 1,8-8-22,3 2 1,-1-11 25,1-6 0,1 1 13,5-1 1,0 0-164,1-6 1,-1-8-143,0-3 1,-1-5 95,-5-1 0,3-2-299,-9-4 0,1 2 163,-6-8 1,0 6-159,0-6 1,-8 6 86,-3-6 1,-4 2 115,-3-2 1,1-3 36,0 3 0,1 2 83,5-2 1,-3 8 237,9-2 1,-1 9-145,6 3 1,2 7 144,3-2 1,-1 4-75,8 2 1,-1 0 60,7 0 0,-1 4-13,0 8 1,1 1-2,-1 16 0,2 6-39,4 5 1,-4 2 71,4-1 1,2-5-147,-2 4 1,8-5 58,-2-6 0,4-10 166,1-7 1,7-11-54,-1-1 1,8-7-127,-2-10 0,-9-7 38,-3 1 1,-5-7 4,0 1 1,-6-4-192,-12-1 1,-3 3-309,-8-4 1,-2 10-208,-4-9 0,-9 11 301,-8 0 1,-8 5-225,2 7 1,-9 3 171,-2 8 0,-1 2-248,7 4 1,5 9 23,0 8 539,8 8 0,-12-4 0,6 7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18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277 536 7569,'-11'-11'662,"-1"-1"-289,9 8 0,-7-3-90,4 7 1,4 7-101,-3 5 1,3 11 182,2 6 0,0 11-25,0 6 0,0 4-309,0 2 0,0-6 83,0 0 1,0-1-499,0 1 0,7-4 295,5-7 1,3-3-882,2-3 1,1-4 471,-1-8 1,2-1 496,4-5 0,-3-11 0,5-9 0</inkml:trace>
  <inkml:trace contextRef="#ctx0" brushRef="#br0" timeOffset="368">658 363 7569,'-17'0'720,"-1"0"524,1 0-947,0 0 1,7 2-233,4 4 0,4 4 87,2 7-77,8 0 1,2 3 88,7 3 1,2-4-106,4 4 0,-2-2-101,8 2 0,-6-4 78,6 4 1,-8-3-103,2-3 0,-3 6 21,-3 0 1,-2 0-17,-3-6 0,-3 3 24,-3 3 0,-4-4-69,4 4 1,-12-4 69,-5-2 0,-5-1-14,-1-5 0,-6 5-128,0-5 1,0-3 89,5-2 0,1-4 18,0-2 0,5 0-44,1 0 315,7 0-50,-4-8 0,10 0 73,4-3 1,4-3-125,7 8 0,0-7-14,0 1 1,6 5-120,1 1 0,0-2 80,0 3 0,-5-7-459,4 6 1,-2 0 194,2 6 1,-4 0-545,4 0 1,-9 0 88,-3 0 672,1 0 0,5 0 0,0 0 0</inkml:trace>
  <inkml:trace contextRef="#ctx0" brushRef="#br0" timeOffset="682">1229 502 7906,'0'-12'643,"0"1"-212,0 7 0,-2-4 112,-4 8-268,4 0-59,-6 0 1,8 10-24,0 7 1,0 0-156,0 6 1,6 4 119,0 2 0,7-2-184,-1 2 0,3-6 66,2 6 1,3-6-38,3 6 0,-4-8-28,4 2 1,-4 2-36,-1-2 0,-3 0 144,-4-6-66,5 1 0,-14-1-137,3 0 122,-3 0 1,-9-1-317,-5-5 0,-3 3 137,-2-8 1,-1 1-463,1-1 0,-6-4 83,0 4 0,-2-12-135,2-6 1,4-5 689,-4-6 0,-4-4 0,0-7 0</inkml:trace>
  <inkml:trace contextRef="#ctx0" brushRef="#br0" timeOffset="816">1211 433 7569,'10'-18'86,"5"1"183,-3 0-120,-5-1 0,9 7 297,-5-1-235,5 9 1,-5-7-219,1 4 1,1 4 98,10-4 1,-3 5-399,3 1 0,2 0 211,-2 0 1,0 1-551,-6 5 0,6-4 645,0 4 0,0 4 0,-6-1 0</inkml:trace>
  <inkml:trace contextRef="#ctx0" brushRef="#br0" timeOffset="1477">1782 363 7569,'-12'10'189,"1"-4"109,7-4-49,-11 5 1,7-3 97,-4 8 0,-1-6-145,7 5 0,-1 1 0,1 5 0,4 2 31,-4 4-96,-3-4 1,7 12 80,-4-8 0,4 6-23,2-6 0,0 6-109,0-6 0,6 0 120,-1-6 0,9-1-190,-3-5 0,7 3 86,5-9 1,-2 1-153,8-6 0,-6 0-118,6 0 0,-1-7-116,7-5 0,-6-3 120,0-3 0,-8 1-50,2 0 0,-4-2-196,-2-5 0,-1 3 148,-5-8 0,-3 6-14,-8-5 0,0 6 96,0-1 0,-8-2 85,-3 2 0,-7-5 2,-5 5 0,2 1 138,-8 11 1,1-3-111,-7 9 1,6-1 115,0 6 0,6 8 66,-5 3 1,8-1-53,3 1 1,2 1-331,9 5 231,0 0-302,6 1 1,8-3 51,3-3 0,5 1-54,1-7 0,6 0 338,0-6 0,8-2 0,-2-4 0,3-2 0,3-3 0,-6-5 0,0 5 0,-6 1-20,5-1 1,-6 5 22,1-6 0,-10 8 1311,-1-1-197,-1 3-441,-1 2 0,3 9-301,-7 9 0,0-1-63,-6 6 1,0 4-88,0 2 0,5-2-19,1 1 1,6-6-181,-6 1 1,7-4 104,-1-2 1,3-5-135,2-1 1,0-7-37,1 2 1,5-6-55,0-6 1,6-4 137,-6-7 1,0 0-13,-6 0 1,-5-7-634,-1 1 1,-7-5 275,2 5 0,-4-6 8,-2 6 0,-8-2 58,-4 2 0,-5 2-65,-6-8 0,2 8 163,-8-3 1,8 7 110,-2 6 0,4-3-146,1 8 1,1 1 31,0 5 1,5 0 190,1 0-171,7 7-197,-4 3 0,10 7-120,4 1 460,4-9 0,15-1 0,1-8 0</inkml:trace>
  <inkml:trace contextRef="#ctx0" brushRef="#br0" timeOffset="1701">2595 260 7569,'9'2'0,"-3"3"0,2-1 827,-2 8-489,-1-1 1,-5 8 308,0 5-389,8-5 1,-4 6-28,7-8 1,1-2-49,5-3 1,1 1-88,-1-7 0,8-2 99,4-10 0,3-5-127,3-12 1,-1 0 126,1-12 0,-2 8-141,-4-13 0,-1 7 14,-10-7 0,1 3-90,-13 3 1,-1 1 133,-5 4 1,-7 4-4,-5 8 1,-11 2-868,-6 3 0,-3 4 375,-3 8 0,-5 8-469,-1 4 1,-5 11 63,6 5 788,-8 5 0,11 2 0,-5-1 0</inkml:trace>
  <inkml:trace contextRef="#ctx0" brushRef="#br0" timeOffset="2277">18 1522 6410,'-10'0'1973,"3"-2"-1632,7-4 0,2 4-115,3-3 1,5 3-32,7 2 0,8-6-9,4 0 1,12-1 8,5 1 0,6 2-32,5-8 1,7 7-13,11-7 0,-1 1-258,13-7 1,-3 7 221,14-1 1,0 1-347,-46 2 0,0 0 0,1 1 1,0 1 220,2 1 1,-1 1 0,-2-3-1,0 0 46,0 2 0,0 1 0,5-3 0,1 0-110,-3 0 1,0-1 0,5 0 0,1 1 30,-3-1 0,-1 0 0,-1 1 0,0-1-23,-2 0 0,1 1 0,0-1 0,0 1-3,-3-1 0,-1 0 1,0 1-1,-2-1-65,38-8 1,-3 5 132,-3 1 0,-6 5 101,-12-6 1,-3 7-44,-8-7 1,0 8-66,-1-2 0,-6 3 65,-5-3 1,-3 4 150,-3-4 1,-5 4-300,0 2 0,-8 0 688,2 0-957,-4 0 0,-2 0-241,1 0-674,-9 0 343,-1 0 932,-8 8 0,-8 1 0,-1 9 0</inkml:trace>
  <inkml:trace contextRef="#ctx0" brushRef="#br0" timeOffset="2619">295 1868 7569,'-8'10'198,"-2"-3"300,1-7 1,1 8-125,8 3 0,0 9-73,0 8 1,0 3-202,0 15 0,0-5 63,0 5 1,2-2-498,4 2 0,3-4 221,9-7 1,-1-2-624,0-5 0,6-1 156,0-4 580,8-11 0,-4 11 0,8-13 0</inkml:trace>
  <inkml:trace contextRef="#ctx0" brushRef="#br0" timeOffset="3079">710 1851 7569,'-10'7'-98,"-11"-3"49,4 8 1,1-1 304,5 7 1,-1-1-45,-5 0 1,2 8 96,3 4 1,4-2-34,8 2 0,0-6-290,0 6 1,2-8-50,4 2 1,-2-10-56,8-1 0,-1-8 128,6 1-81,1-3 1,-1-9 43,0-5 1,1-9 31,-1-2 1,0-8-88,0 2 1,1-3 38,-1-3 0,-5 0-129,-1 1 1,-5-1 85,5 1 1,-1 5 42,1 0 1,3 8-44,-8-2-29,7-4 251,-3 8 0,1 1-66,1 13 1,-8 5 66,1 5 0,3-1-30,-2 8 1,0 5 73,-6 6 0,0 8 38,0-2 1,0 9 26,0 2 0,0 1-107,0-7 1,7-1-3,5-4 1,3 2 60,2-8 0,8-6-61,4-5 0,4-9-42,2 3 1,5-6 48,0-6 0,4-3-193,-9-9 0,3-5-78,-9 0 1,-6-2-66,-5 2 1,-3-2 32,-9-3 0,0-5-106,-6 4 1,-8-4-12,-4-1 1,-9 1 91,-2 4 1,-8 4-187,3 8 0,1 5 84,-2 1 1,8 7-68,-2-2 1,5 6-6,7 6 1,-3-2-214,9 7 571,-1 1 0,14 5 0,1 1 0</inkml:trace>
  <inkml:trace contextRef="#ctx0" brushRef="#br0" timeOffset="3349">1955 1903 7569,'-17'0'0,"-1"0"0,1 0 1182,7 0 229,3 0 0,9 0-747,3 0-457,5-8 1,15 6-224,4-4 1,3-3-288,3-3 0,0 2 314,-1-1 0,7-1 151,-1-5 1,0 6-1695,-5-1 1,-1 2 1531,1-1 0,0-12 0,-1 4 0</inkml:trace>
  <inkml:trace contextRef="#ctx0" brushRef="#br0" timeOffset="4485">2906 1574 7569,'-6'-12'-210,"0"1"0,1 5 253,5-5-57,0 7-58,-8-12 138,-2 14 0,-1-5-13,-1 7 43,1 0 1,-6 0-6,-1 0 1,1 2 24,0 3 0,-1 5 71,1 7 1,0 6-85,0 0 1,5 6 21,0-6 0,9 2-142,-3-2 125,4-3 1,4 5-64,4-8 1,3-8 61,9-3 0,5-4-119,0-2 0,0-11-12,-6-1 1,2-13-80,4 8 0,-9-4 134,3 3 0,-4 1-18,5 0 1,-9 0-146,-3-1 0,-2 7-49,2-1 154,-4 1-19,5 1 55,-7 2 0,-5 10 25,-1 4 1,-6 4 9,6 7 0,1 6-27,5 0 1,-6 8 3,0-2 0,0-2-183,6 1 1,0 1 107,0 6 0,0-1-150,0 1 0,6-6 56,0 0 0,5-6-716,-5 5 864,8-6 0,-12 3 0,5-8 0</inkml:trace>
  <inkml:trace contextRef="#ctx0" brushRef="#br0" timeOffset="4826">3235 1626 7569,'0'-17'0,"-6"-1"348,0 1-128,-7 7 0,9-3 262,-8 7-219,1 0 1,-7 6-131,1 0 0,0 8-103,0 4 1,-1 9-5,1 2 0,0 2 33,-1-2 1,7-4-11,-1 4 175,8-4-358,-3-1 1,14-3 23,5-4 0,9-11-47,2-11 0,6-6-5,-6-6 1,8 1-111,-2-6 0,1-1 38,-1-6 0,2 8 63,-8 4 0,-6 10 130,-5 1-86,-1 8 1,-1 6 335,-4 16 0,-2 14-44,1 14 0,-3 4 65,4 2 0,-4-6-212,-2 1 0,0-1-224,0 6 1,6-8-1089,-1-4 1294,1-3 0,2 5 0,2 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4:06.3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1107 156 7569,'0'-27'0,"-6"8"562,0 7 43,1 8-331,5-3 1,-2 11-48,-4 7 0,4 8-6,-4 16-84,4 7 1,2 2-126,0 8 1,0-2 79,0-4 0,0 4-420,0-4 1,0-1 224,0 1 1,2-8-719,4 3 1,2-7 91,3-5 729,5-4 0,1-8 0,10 0 0</inkml:trace>
  <inkml:trace contextRef="#ctx0" brushRef="#br0" timeOffset="291">1366 208 7569,'0'-12'-729,"0"1"809,0 7 728,0-4-584,8 8 1,2 8-81,7 3 0,-5 13-134,-1 4-7,1-3 1,-1 8 34,1-4 1,-9-2-7,3 2 1,-4-3 43,-2 3 0,0-2 25,0-4 1,-8-6-204,-3 1 0,-4-3 13,-3-9 1,7 5 282,-1-5-186,1 0 1,1-6-7,2 0 0,10 0 4,4 0 0,4 0-125,7 0 0,6-2 48,0-4 1,6 2-301,-6-7 0,8 5 136,-2-5 0,1 1-632,-1-2 867,-4 5 0,0-1 0,2-1 0</inkml:trace>
  <inkml:trace contextRef="#ctx0" brushRef="#br0" timeOffset="524">1885 225 7620,'0'-9'1005,"0"1"-635,0 8 0,0 8-245,0 3 0,0 6 11,0 6 0,0 2-136,0 4 0,0 4 35,0-4 0,0 3-91,0 3 1,2-6 144,4 0 0,-4-3-76,4 3 0,-5-4-77,-1-7 1,-1-3 18,-5-4 0,2 5-233,-8-5 1,7-3-33,-7-2-1062,8-4 754,-11-2 618,5-8 0,-7-2 0,0-7 0</inkml:trace>
  <inkml:trace contextRef="#ctx0" brushRef="#br0" timeOffset="699">1868 208 7569,'0'-12'470,"0"1"-411,8-1-60,-7 3 1,15-5 156,-5 8 0,-1 1-2,2 5 1,1 0-242,10 0 1,-4 0 63,4 0 1,2 0-142,-2 0 1,2 0 75,-2 0 0,-3 5 138,3 1 0,-2 6-308,2-7 1,-6 9-979,0-3 1236,8-3 0,-13 8 0,13-7 0</inkml:trace>
  <inkml:trace contextRef="#ctx0" brushRef="#br0" timeOffset="1021">2318 225 7569,'9'0'-1029,"-1"0"1482,-8 0-49,-8 8-11,-1 1-200,-9 9 1,7-1 75,-1 0 1,8 1-64,-1-1 0,-3 0-60,2 0 1,0 1 36,6-1 1,0 0-100,0 1 1,2-1-7,4 0 1,4-7-70,7-4 1,0 1 87,1-1 0,-1 0-106,0-6 0,0-2-122,1-4 1,-1 2 68,0-7 1,-5-1-207,-1-5 0,-7 0 113,2-1 1,2-1-176,-3-4 0,-1 4 98,-10-4 0,3 4-10,-9 1 0,1-5 51,-7 0 1,1 0 24,0 6 1,-1 1 397,1 5-186,7-4 170,-5 13-91,13-6-24,-5 8-159,7 0 1,7 0 8,5 0 0,-3 0 44,3 0 1,-1 0-1,7 0 1,-7 2-682,1 4 222,-1-4 464,7 13 0,-1-5 0,0 7 0</inkml:trace>
  <inkml:trace contextRef="#ctx0" brushRef="#br0" timeOffset="1347">2629 260 7273,'0'11'1287,"0"1"1,-2-1-1004,-4 7 0,4 5-101,-4 0 1,4 2-124,2-2 1,0-4 130,0 4-199,8-4 1,2-3 95,7-5 0,2-1 65,4-5 0,-3-3-406,3 4 0,-4-10 112,-2-1 0,0-9-99,1 3 0,-3-5 96,-3-1 0,1 0 118,-7-1 0,0-5-172,-6 0 0,0-2-524,0 2 1,-2 4 351,-4-4 1,-4 4 80,-7 1 1,-2 9 244,-4 3 1,4 4-114,-5 2 1,5 0 72,2 0 0,0 6-52,-1 0 1,7 7 135,-1-1 0,8-3 0,-1 3 0,3-1 0,2 7 0</inkml:trace>
  <inkml:trace contextRef="#ctx0" brushRef="#br0" timeOffset="1582">2905 260 7448,'10'-10'-120,"-2"4"120,-8 12 0,6-2 661,-1 7 0,3 1-193,-2 5 0,3 1-208,9-1 0,5-6-77,0 1 1,8-8-1,-3 2 1,11-6-63,1-6 0,0-4-95,-5-7 1,-2 0 148,-4-1 0,-10-5 8,-8 0 1,-7-6-389,2 6 1,-8-6 125,-10 6 1,-1-5-306,-16 5 0,-7-1 220,-10 7 1,1 0-460,-1 0 1,6 7 65,-6 4 1,7 4-693,-1 2 1249,3 8 0,3 9 0,-1 10 0</inkml:trace>
  <inkml:trace contextRef="#ctx0" brushRef="#br0" timeOffset="2322">69 1021 7569,'-17'0'-128,"0"0"1,5-2 789,1-4 28,7 4-187,-4-6-413,8 8 0,8-5 93,3-1 1,7 0-51,5 6 1,0-2 45,11-4 0,-1 4-163,13-3 1,0 3 83,6 2-144,0 0 53,8 0 1,-3 0 29,12 0-1185,-3 0 1227,18 0 16,-13 0-255,14 0 101,-14 0 0,14 0 77,-7 0-98,9 0 0,-1 0 57,1 0 17,-1 0-71,8-8 0,2 6 67,-44 0 0,0-2 1,1 0-1,0-1-159,2-1 0,-1 0 0,-1 1 0,0 1 160,2-2 1,0 0 0,-2 3 0,-1 0 1,0-2 0,0-1 0,0 1 0,0 0 11,0 0 0,0-1 1,46-10-13,0 5 0,-8-5 181,2-1 1,-9 6-215,-3-1 0,-7 0 60,2-5 1,-5 0 161,-7 0 0,-2 5 161,-3 1 0,-8-1-190,8-5 1,-16 5 472,4 1 1,-2 5-632,-3-6 0,5 3 461,-6-3 0,2-1-488,-1 7 1,-5-5 186,5 5 1,3-6-249,2 6 1,-2 1 169,2 5-277,-7-8 0,3 6 203,0-6-190,-5 8-27,-3 0 190,-1 0 0,-8 2-435,4 4 0,-10-4-89,-8 4-372,-7 3 0,2 1 919,-12 7 0,-11 1 0,-10-1 0</inkml:trace>
  <inkml:trace contextRef="#ctx0" brushRef="#br0" timeOffset="2717">848 1297 7569,'-8'-17'397,"6"5"-158,-4 1 233,4 7-318,2-4 1,0 16-119,0 4 1,0 11 58,0 6 0,0 3-1,0 3 1,0-1-11,0 1 1,0 0-1,0-1 0,0 6-468,0 1 0,2-7-9,4-5 1,-4-6-186,4 6 0,3-8 180,3 2 398,-4-4 0,15-1 0,-4-1 0</inkml:trace>
  <inkml:trace contextRef="#ctx0" brushRef="#br0" timeOffset="3200">1263 1366 8560,'-18'0'1027,"3"8"-885,3 4 1,5 3-107,7 2 1,0 1-175,0-1 105,0 0 0,7 1 37,5-1 1,3-8-152,3-3 1,1-4 76,4-2 0,-4 0 100,4 0 1,-4-8-116,-1-3 0,-3-4 17,-3-3 1,1 1-86,-7 0 0,1-1 31,-1 1 0,-4-6-41,4 0 1,-6 0 73,-6 6 0,4-1-94,-4 1 176,-3 0-170,7-1 377,-6 9-203,8 1 64,0 8 0,2 0 87,4 0 1,4 0 0,5 8-61,-4 3 0,5 5 98,-5 1 1,-1 6-36,2 0 0,-7 6-78,7-6 0,-1 6 43,7-6 0,-1 0-27,0-6 1,2-1 147,4-5 0,4 3-136,8-9 0,-6 1-51,0-6 1,-8-6-4,2 1 0,0-9-133,-6 3 1,2-5-17,-13-1 0,0-6 116,-6 0 1,-2-2-311,-4 2 0,-5-2 117,-12-4 1,-4 4-76,-8 8 1,-1 7 124,-5 4-1,5 4 136,-5 2 0,5 2-164,1 4 0,8-2-278,4 7 336,4 1 1,4 5 1,3 1 0,5-7-821,7 1 919,7-9 0,3 13 0,7-7 0</inkml:trace>
  <inkml:trace contextRef="#ctx0" brushRef="#br0" timeOffset="3433">2283 1349 7569,'-17'0'954,"-1"0"-196,1 0 117,7 0 4,3 0-886,7 8 2,0 1 0,7 1 6,5-4 1,5 2-192,6-3 0,4 1-89,8-6 0,-1 0 205,1 0 0,0 0-735,-1 0 1,1-6 3,-1 1 805,1-1 0,-8-2 0,-2-2 0</inkml:trace>
  <inkml:trace contextRef="#ctx0" brushRef="#br0" timeOffset="144082">3424 1263 7569,'0'-12'-307,"0"1"277,0 7 0,0-6 104,0 4-26,0 5 1,0-9 3,0 4-34,0 4 231,0-5 30,0 7-460,0-8 132,0 6 28,0-6 44,0 1-129,0 5 109,0-14 0,-2 14 2,-3-3 33,3-5 4,-6 8-108,0-6 90,6 1 17,-13 5 1,11-6-15,-7 8-13,7-8 1,-6 6 91,4-3-51,4-5 0,-7 6-9,3-7 14,4 7 27,-13-4-57,5 8 1,-1 0-20,-1 0 0,6 0 21,-5 0 0,5 0 1,-5 0 0,1 2 21,-2 4 0,-3 3-2,4 9 1,1-3-25,-2-3 1,7 3 8,-7-3 1,8 3-70,-2 2 0,3 1 61,-3-1 1,4 0-4,-4 0 1,4 1-1,2-1 1,2-2-7,4-3 0,-2 3-30,7-3 1,-7-3 1,2 3 0,4-8 35,1 2 9,-3-5-53,7-1 0,-5 0 28,7 0 0,-5-1-50,-1-5 0,-1 2 44,1-8 0,5 1 1,-5-6 0,-1-1-63,1 1 25,1 0 1,3-1 24,-3 1 1,-3 6-10,-3-1 0,-4 6 176,4-5-165,-4 7 46,-2-4-22,0 8 321,0 0-200,0 8-77,0 2 0,0 9 0,0 2 10,0 2 1,0 2-42,0-2 1,0 4 19,0 7 1,0 1 10,0 0 0,0 1-475,0 4 0,0-5 186,0 0 0,5-1-469,1-5 0,6-4 695,-6-2 0,7 4 0,-3 0 0</inkml:trace>
  <inkml:trace contextRef="#ctx0" brushRef="#br0" timeOffset="144446">3701 1349 7569,'-10'0'376,"3"0"1,7 8-217,0 3 1,0 11 215,0 1 1,0 7-38,0-1 1,5 2-260,1-2-52,8 3 1,-5-14 114,9-1 1,7-2-65,3-9 1,5-2-24,2-10 0,-1-3 83,1-9 0,-3-5-21,-3 0 1,-4-8-142,-7 3 1,-3-3-276,-4 2 1,-3-4 141,-8 5 1,-8 1-31,-3-2 1,-6 8 46,-6-2 0,-4 11-107,-8 6 1,-1 4-74,-5 2 1,5 2 83,-5 4 0,11 9 235,1 9 0,8-1 0,-4-6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31.9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7569,'0'9'-134,"0"-1"150,-8-8 168,7 0 45,-7 0-46,0 0 1,6 0-200,-5 0-38,7 0 552,0 0-191,0 8-184,0-6 1,1 5-24,5-7 1,-2 0 42,8 0 1,-1 0-88,6 0 0,1 0-90,-1 0 1,0 0 63,1 0 1,1-2-63,4-3 0,-4 3 70,4-4 0,-2 2-73,2-2 0,-3 4 13,3-3 1,-4 1 52,-2-2 1,-5 4 10,-1-4-39,1 4-139,5 2 0,-5 0-96,-1 0 65,-7 0 77,4 0 1,-6 0 36,3 0-115,-3 0 100,6 0-84,-8 0-415,0 0 1,-8 0 0,-1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32.5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87 7173,'-10'0'2090,"2"0"-1939,8 0 0,2 0-39,4 0 1,-2 0 136,7 0-125,1 0 1,5-5-127,0-1 1,1 0 154,-1 6 0,0 0-30,1 0 1,5-6-335,0 1 0,2-3 111,-2 2 0,-2 4-764,8-4 0,-2-1 864,1 1 0,13-7 0,-5 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33.3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589 550 7576,'-2'-27'0,"-2"4"75,-2 4 1,1 2 77,5 0 1,-8 1 126,-4 5 1,3-3-333,-3 9 0,-1-1 61,-10 6 1,2 0 96,-8 0 1,0 0-7,-6 0 1,1 7-136,-1 5-32,1 3 139,7 3 194,-6-1-191,6 0 0,-7 1-16,7-1 0,2 0 9,7 0 5,9 1-134,-7-1 0,14-7 138,-5 5 10,7-13 5,7 13-33,3-5 1,15 1 12,4 1 1,5-1-2,7 7 1,-3 1-132,8 4 97,-7-4 0,9 6-33,-8-7 0,0-1-1,-5 0 1,-2 0-39,-4 1 0,-6 1 73,-12 4 0,3-4-6,-9 4 0,-1-4-23,-10-1 0,-9 1-14,-8 4 0,-13-4-128,1 4 1,-11 2-150,0-2 1,-4 4 16,-2-10 1,6 5-110,0-11 1,7-3-446,-1-2 394,11-4 108,-4-2-38,14 0 176,2 0 0,3-10 179,9-7 0,-1-8 0,6-10 0</inkml:trace>
  <inkml:trace contextRef="#ctx0" brushRef="#br0" timeOffset="187">399 222 7569,'19'-44'164,"4"-6"1,-21 19 134,4-4 135,-5 12 29,-1-2-184,0 16 1,0 5 336,0 15-432,0 9 25,0 22 1,-5 12-16,-1 15 1,-2 2 0,3 10 0,3 5-334,-4 6 1,-2 1-286,2-7 387,1-7 0,5-2-1398,0-8 981,7 0 0,3-2 18,7-3 436,8-5 0,2-3 0,8-4 0,-1-8 0,1-6 0,-1-3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38.0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70 122 7569,'-18'-6'380,"1"0"1,6 0-114,-1 6 1,8 8 542,-2 4-658,5 11 1,1 11-16,0 12 51,0 4-38,0 2-473,0 0 435,0 0 1,0 0 113,0 0-1315,0 0 758,0-8 0,1 0-396,5-4 419,-4-11 142,14 11 4,-7-20 162,1 5 0,13-8 0,-4 0 0</inkml:trace>
  <inkml:trace contextRef="#ctx0" brushRef="#br0" timeOffset="307">398 225 7569,'-7'-17'1358,"-3"0"-967,0-1-237,3 9 0,9 1-24,3 8 0,5 8-42,7 3 1,1 7-106,-1 5 0,0 4 100,0 7 1,1 3 30,-1 3 0,-5-3-218,-1 3 1,-7 2-339,2-1 0,-4-7 272,-2-5 1,-8-8 3,-4 2 258,5-4-130,-9-1 0,14-7-56,-3 1 52,-5-8-64,8 11 57,-6-13 68,8 6 1,2-8 247,4 0-185,-4 7 0,13-5 0,-3 4-237,3-4 165,3-2-186,-1 0 0,6-6-144,0 0 1,8-7-550,-2 1 869,3-3 0,3-2 0,-1-1 0</inkml:trace>
  <inkml:trace contextRef="#ctx0" brushRef="#br0" timeOffset="647">1073 173 7569,'0'-17'1282,"-8"0"-1004,6 0 0,-7 7 175,3 4 1,4 8-248,-4 10 1,4 7-93,2 15 0,0 5 69,0 7 1,-6 0-1,1 12 1,-1 1-357,6-1 0,2-8-53,4-10 0,5-5 141,12-6 1,-2-6 44,8-12 1,0-3 14,5-8 0,-5-8-4,0-3 0,-2-12 18,2-6 1,-2-4 5,-4-1 1,-10 1 2,5 4 0,-13-4-312,1 5 1,-4 1 7,-2-2 0,-8 8 102,-3-2 1,-7 11 50,-5 6 1,2 5 40,-8 1 0,6 13-43,-5 4 1,6 6-10,-1 0 1,4-1 32,2 6 1,7-1 18,5 2 0,3 2-528,2-8 640,0 0 0,0-6 0,0 1 0</inkml:trace>
  <inkml:trace contextRef="#ctx0" brushRef="#br0" timeOffset="884">1488 329 7569,'9'-25'-422,"-1"6"905,-8-4 1,2 4-88,4 1 0,-4 7 279,3-1-391,-3 8 46,-2-3-147,0 7 1,2 9-1,4 9 1,4 1-87,7 10 1,-6 0-14,1 5 0,5 6 86,6 1 4,0-1-26,-5-5 12,-1-1-205,-7 1 0,5 0 40,-5-9 1,-1-1-89,-3-7 109,-4-1 1,-2 0 0,0 1 74,0-1 1,-2-6-865,-4 1 0,-3-8-228,-9 2 0,1-5 1001,0-1 0,-8-15 0,-2-4 0</inkml:trace>
  <inkml:trace contextRef="#ctx0" brushRef="#br0" timeOffset="1014">1609 191 7569,'17'-18'792,"0"3"-701,1 4 0,-1 3-91,0 8 0,1 0 551,-1 0-293,0 0 0,2 0-99,4 0 0,2 0-4,4 0-155,4 8 0,-6 1 0,7 8 0</inkml:trace>
  <inkml:trace contextRef="#ctx0" brushRef="#br0" timeOffset="1534">2249 312 7569,'-10'0'506,"-5"7"0,13-3-376,-4 8 1,4 5 77,2 6 1,0 10 130,0 1 0,0 3-195,0 9 1,0-7-96,0 1 1,2-6 85,4-5 1,5-4 0,12-7 0,-2-3-228,8-4 0,-6-3-54,6-8 1,-2-8 162,2-3 0,4-12-46,-5-6 1,-1 0-276,2-5 1,-8 3 32,2-9 1,-5-3-109,-7 3 0,-3 3 174,-8 3 1,-2 5 72,-4-6 0,-5 3-34,-12 9 0,-4 7 120,-8 11 1,0 3-111,1 2 1,-1 9 90,1 9 0,5 1 293,0 10 0,10-6-253,2 5 1,1-6-78,10 1 0,1-4 86,5-2 0,7 0 16,5 1 0,11-1 0,4 0 0</inkml:trace>
  <inkml:trace contextRef="#ctx0" brushRef="#br0" timeOffset="1799">2906 225 7569,'0'-9'843,"-8"1"0,-2 10-584,-7 4 1,0 11 62,0 12 1,5 5-142,1 7 0,7-3 23,-2 8 1,4-7-22,2 1 1,6-5-1,0-6 1,9-1-280,2-10 0,1 1-30,5-13 1,-4-1 161,-2-5 1,0-2-27,1-3 1,-3-5-165,-3-7 0,1-8-77,-7-4 0,0 2-107,-6-2 1,0 0 188,0-5 0,-8-1 104,-4 1 0,-5 5-739,-6 0 0,4 8 75,-4-2 1,3 4 315,3 1 0,6 3 393,-1 3 0,8 5 0,-11 7 0,5 0 0</inkml:trace>
  <inkml:trace contextRef="#ctx0" brushRef="#br0" timeOffset="2040">3165 139 7544,'2'17'-12,"4"0"0,-2 3 12,7 3 0,-5 2 736,6 4 1,-5 1-198,11-7 1,-3 0-215,14-5 1,-6-3-84,6-3 0,-1-5-57,7-7 0,-2 0-31,-5 0 1,3-7-36,-8-5 1,-5-9 63,-7-2 1,-7-8-1,2 2 1,-4 2-251,-2-1 1,-8-1-105,-4-6 1,-9 6-334,-2 1 0,-8 6 147,3-1 1,1 4-67,-2 2 1,8 7 125,-2 4 297,-4 5 0,8 1 0,-6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46.0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70 431 7569,'-12'-8'-166,"1"-3"157,7-5 55,-4 7 149,1-7 0,3 8 2,-8-3 79,8-4 101,-3 13 46,7-14-142,0 14-99,0-5 92,0 7 230,0 0-320,0 7-1,0 3 194,7 15-143,3 2 1,1 15-36,1 4 0,-6 6-23,5 6 1,-1-3-40,1 9 0,3-3-71,-8 3 1,5-10-14,-5-8 0,5-10-179,-5-1 1,6-8-14,-6-10 107,-1-7 110,-5 5 95,0-13 1,0-2-187,0-12 1,-2-11-80,-3-6 0,1-5 102,-8-6 0,8-10-51,-1-8 0,-3-9-266,2-2 0,0-8-72,6-10 0,0 6-336,0 1-572,0 14 1177,8-8 1,4 27 44,11 1 1,-4 10-34,4 7 0,-4 4 207,-2 8 0,7 7-178,-1 4 1,0 12-25,-6 6 1,0 11 554,1 5-304,-1 5-65,-8 9 0,-1-3 891,-8 7-995,0-8 21,0 12-71,0-13 50,0 5 1,-13-9-35,-5-4 1,-3 1 2,4-7 0,-6 0-49,0-5 0,-2-3-115,2-3 0,4 1-346,-4-7 0,9 0-66,3-6-514,7 7 1132,-4-5 0,16 6 0,1-8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46.3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0 7569,'-8'10'353,"-1"-2"-139,-1-8 0,-5 0 648,13 0-512,-6 0 0,8 2 336,0 3-494,0-3 1,6 8-53,0-4 1,7-4 22,-1 3 1,9-3-259,2-2 0,6 0 111,-6 0 1,6 0-932,-6 0 451,7-7 284,-10 5-1327,5-6 997,-8 8 1,0 0 509,0 0 0,-7-8 0,-2-1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46.4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52 7569,'-2'10'772,"-4"-4"1171,4 3-1413,-5-7 0,14 6 50,5-8 1,9-2-445,2-4-89,16 4 22,-11-13 1,15 11 113,-9-7 1,7 5 137,-1-6-321,0 9 0,-5-13 0,-1 7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6:44.9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225 260 7569,'-8'-16'269,"-3"5"0,-4 5 391,-3 4-587,1 10 0,0 1 21,-1 9 1,1 5 18,0 0 1,-1 8 102,1-3-113,8 5-26,-7 2 0,9-1 121,-5 1 0,4-8-33,8-4-117,0-4 36,0-2 0,8-7 39,4-4 0,-3-4-18,3-2 1,1-8-79,10-4 0,-4-3-122,4-2 0,-9-6-125,-3 0 1,1 0-12,5 5 3,-7 1 143,5 0 0,-11 7-52,8 4 1,-9 6 110,3 6 0,-2 4-3,2 7 1,-4 6-27,3 0 1,3 6 0,-2-6 1,7 0-273,-1-6 1,-2 1 95,1-1 1,1-2-449,5-3 296,0-4 99,0-8 1,1-2 282,-1-4 0,0-11 0,1-10 0</inkml:trace>
  <inkml:trace contextRef="#ctx0" brushRef="#br0" timeOffset="209">415 70 7569,'12'-18'0,"-1"1"194,1 0 0,13 7 34,4 4-59,3 4 0,3 4 217,0 4 0,5 11-193,0 12 1,6 4-35,-5 1 1,-1 3 252,-5 3-229,-1 4-700,-7 16 366,-2-6 157,-8 5 1,-1-7 115,-5 0-254,-3-8 134,-8 6 0,-2-13 54,-4 3 1,-11-5-75,-12-6 1,-5 3-111,-7-3 1,3-2-285,-8 2 0,0-8 412,-6 2 0,2-8 0,0-1 0,2 3 0,0 2 0,2 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6:48.6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571 260,'0'-54,"0"12,0 24,0 11,-38 14,13 11,-33 9,23 7,16 1,4-8,38-2,29-16,36-9,-37-4,2-3,0 0,0-2,33-8,0 0,7 0,-5-1,-1 1,-1 7,10-5,-4 3,-19 5,-7-1,-28 8,-3 0,-28 0,-62 8,-3-4,-34 7,1 1,5 5,-10 0,41-8,0 0,3-1,-1 1,-2 0,0-1,3-2,0 0,-46 5,48-6,1 0,-44 6,9 5,-8-14,11 13,2-13,19 6,34-16,26-2,40-19,23 1,16-9,2 8,5 2,7-1,-5 6,4-1,2 4,-1 2,-9 0,-9-1,-12 9,20-7,-18 14,5-5,-36 7,-26 7,-41 11,-32 9,-27 7,42-19,0-1,1 1,0-1,-47 7,44-10,0 1,-2 0,0 1,5-1,0-1,-3 1,0-1,-40 6,13-5,10-1,12-7,-11 4,22-8,12 0,18-8,53-9,15-12,17 2,6-2,9 6,9-5,-41 17,1 0,-1 0,0-1,5 0,-1-1,-1 2,0-1,2 0,-1 1,-3 2,-2 1,47-7,-17 3,-4 4,-1 8,-12 0,-5 8,-32 2,-11 15,-16 2,0 7,-16 1,-3-1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6:52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2614 122,'27'-29,"5"-1,3 28,9-14,16 7,-14-1,4 2,0 8,4-7,-1 5,-3-6,-15 8,-16 0,4 0,-75 0,8 0,-12 0,-5 0,11 3,0 2,-2 1,0-1,-42 3,19-2,-4 1,-7-1,-1 2,1-2,0-4,-1 3,1 5,-1-8,1 6,35-5,0 1,-47 6,46-2,0 1,-34 1,24-3,20 1,25-6,9 6,62-8,7-6,-10 3,2 0,41-3,-19 6,-2-1,8-5,-6 4,5-4,1 2,6-2,-9 5,-1-7,-13 8,-1 0,-7 0,19 0,-12 0,-1 0,-20 0,-10 0,-20 0,-50-6,-32 0,-22 1,11 5,-18 0,44 0,0 0,-3 0,-1 0,-5-1,-1 2,-1-1,-1 1,-4 2,-2 0,1-2,-2 0,-1 2,0 0,2-1,0 0,4 1,0 0,0-3,0 1,-1 2,1 0,4-1,0-2,0 0,1 0,10 3,2 0,-46 3,10 1,7-1,12-4,-6 13,19-5,5 0,26 5,32-5,34-1,22-3,12 2,6-3,9 1,-36-5,1-2,3 1,0 0,5 0,1 0,-1 0,2 0,7 0,0 0,-3 3,1 0,7 0,1 0,-5 0,-1-1,0-1,0-2,-5 1,0 0,0 0,-1 0,-4 0,1 0,1 0,-2 0,-6 0,-2 0,-1 0,-2 0,35 0,1 0,-12 0,17 0,-19 0,4 0,-25 0,-26 0,-10 0,-62 0,7 0,-41 0,-1-5,-17-1,46 3,-2 0,-6 3,-1 0,-2 0,-3 0,-6 0,-2 0,3 0,-2 0,-4 0,-1 0,2 0,0 0,-2 0,0 0,2 0,0 0,-2 0,1 0,6 0,1 0,-5 0,1 0,8 0,1 0,-4 0,2 0,10 1,2 0,2 2,2 0,-37-1,13 4,12-5,-5-1,22 0,12 0,99 6,-15-3,4 0,12 0,2 0,-7-3,-1 0,6 0,1 0,5 0,0 0,-2 0,0 0,2 0,0 0,-1 0,1 0,0 0,0 0,-6 0,0 0,1 0,-1 0,-8 0,-1 2,-4 1,94 1,-45 14,-4-5,-12 2,-9-5,-8-6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6:54.0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277 18,'69'0,"-15"8,4-6,11 7,11-3,7-4,-12 4,4-4,7-2,2 0,5 0,3 0,-44 0,0 0,46-6,0 0,-2 1,2 5,-4-2,-8-4,-5 4,0-4,-3 4,3 2,-4 0,-8 0,-5 0,-1 0,-7-7,26 5,-24-6,17 8,-31 0,-17 0,-12 0,-61 15,-11 5,5-5,-4 0,4-3,0-1,2 2,0-3,-36 2,36-5,0 1,-2 1,0 0,-4-1,-1-1,2-1,0 0,-6 1,-1 1,2-2,-1-1,-5 0,0-2,-1 0,1 0,1 1,-1 0,0-2,0 1,4 1,1 0,0-1,1 0,3-2,0 0,5 2,1-1,-45 0,3-2,13 0,5 0,11 0,-11-7,12 5,-6-14,32 7,14-9,46 1,25-6,27 0,12 6,-7 5,18 6,-46 1,0-1,5 1,0-2,-3-1,1-1,3 3,-1 1,-2-1,0 0,6 1,1 0,-2 0,1-1,1-1,-1 1,-3 2,-1 2,2-2,-1 2,-3 2,0 0,-1 0,0 0,44 0,3 0,-10 0,3 0,-2 0,-2 0,3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6:55.3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87,'-37'-19,"12"4,18 15,53 0,-19 0,61 0,-21 0,20 0,-5 0,-10 0,2 0,-2 0,12 0,-3 0,11 0,4-8,0 6,-45-2,0 0,47 4,-47 0,0 0,1 0,0 0,44 0,-45 0,0 0,45 0,0 0,-2 0,-8 0,1 0,-16 0,4 0,-14 0,1 0,-3 0,-7 0,-8 0,-1 0,-9 0,-7 0,-2-7,-8 5,1-6,-1 8,-61 0,-16 0,9 0,-3 0,-41 0,19 0,-9-8,-3 6,36 0,0-1,-4 1,0 2,3 0,-1 0,-4 0,1 0,0 0,0 0,-1 0,1 0,1 0,0 0,4 0,1 0,-45 0,44 0,2 0,-39 0,-11 0,8 0,6 2,5 3,8-3,4 6,2 0,13-6,-6 5,8 1,16-6,-12 13,27-13,-4 14,17-14,89 24,-10-4,36-9,-3 20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28T04:17:00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114 329,'-54'0,"19"0,12 0,21 0,48-8,6-1,35-1,-7-3,-10 7,3-8,3 12,13-11,-38 10,2 0,-1-3,1-1,5 1,0 0,-2 1,1 1,0-2,1 0,1 1,-1 0,-3 0,0-1,3-2,-1 1,-2 1,0 0,0-1,-1-1,-1-1,-2 0,45-2,-4-1,-3 3,-3-3,-13-3,-4 3,-3 5,18-9,-18 14,1-13,-33 13,-16-6,-72 8,15 0,-16 0,-5 0,-21 0,-9 2,15 4,-5-2,5 7,-14-5,3 6,-6-7,-1 7,5-2,-4 1,-2 4,1-3,-5-2,6 1,0-1,5 1,1 5,-1-5,9 3,3-3,4 5,-6-7,6 8,9 1,12-9,31-1,4-8,61 0,-4 0,7-2,4-2,33-1,-36 1,0 0,37-2,5 4,0-4,-1 4,6 2,-4 0,5 0,2 0,1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7:40.0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415 206 7569,'-6'-17'392,"1"-1"-192,-1 9 0,6-7-59,0 5-76,0-5 1,0 5 114,0-1-222,-8 1 1,4-4 22,-7 3 1,5-3 133,-6 3-101,1 4 0,-12-5 22,0 7 1,-6 2 24,6 10 0,-8 4-11,2 7 1,-3 8-14,-3 4 1,6 3 6,0 3 1,14 0-77,-2-1 79,3-7-6,5 6 0,1-14-187,8 4 172,0-4 1,10-9-87,7-4 82,8-4 1,6-10-30,3-4 1,-7-11-7,14-5 0,-15-5 15,9-2 0,-4 1-6,3-1 1,-7 8 231,-4 4-4,-3 4-206,-3 2 1,-6 7 277,1 4-130,-8 4-20,11 10 0,-13 4 37,4 11 0,-4 11-116,-2 12 1,-2 4-70,-4 2 0,2 6 121,-7-1 1,5 3-7,-6-2 0,8-5-982,-1 5 581,-5-12 1,8 2-29,-4-7 1,5-7-157,1-5 0,0-8-553,0 2 426,0-11 599,0 3 0,7-13 0,3 6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7:40.1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139 502 7569,'-18'0'0,"1"0"1192,0 0-508,7 0-371,-5 0 1,5 0-208,-7 0-151,7 7-410,-5-5-217,13 14 0,-6-13-296,8 9 968,0-8 0,8 3 0,2-7 0</inkml:trace>
  <inkml:trace contextRef="#ctx0" brushRef="#br0" timeOffset="497">502 104 7569,'0'-18'0,"0"1"0,-2 6-114,-4-1 56,-4 1 130,-7 1 1,0-3 362,0 7-333,-1 0 1,1 6 0,0 0 207,-1 0-263,1 8 0,0 1 13,0 9 1,1-7 61,5 1 1,-3-1 236,8 6-138,1 8-107,5-5 0,2 5 319,3-8-290,5 8 86,7 2-68,8 0-84,-6 5 1,16-5 0,-2 8-26,5-1 1,2 1 98,-5 0 0,0-1-18,-1 1 0,-5-1-475,0 1 182,-8-8 125,-4 6 0,-3-12-101,-9 8 1,1-8 118,-6 2 66,0-4 1,-9-2-52,-9 1 1,-1-7-7,-10 1 1,0-9 19,-5 3 0,5-4 25,0-2 1,2-2-304,-1-4 0,-3-3 90,8-8 1,5-1 121,7 1 0,7-2 43,-2-4 1,6 2-2,6-8 0,4 6 6,7-6 1,8 0 20,4-6 0,5 1-44,7-1 0,-5 1 37,5-1 1,1 0-17,-2 1 1,1-1 2,-7 1 1,-1 5 13,-4 0 0,1 2-34,-7-2 0,-5 4-3,-7 8 0,-7 0 9,2-1 0,-6 3 0,-6 4 1,-9-3 2,-8 8 1,-8 3 5,2 8 1,-4-1-244,-1 8 0,5 3 69,0 2 1,8 4-904,-2-9 1087,4 3 0,1 10 0,1 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8:34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18 105 7569,'0'-18'233,"-6"7"349,0-1-406,0 9 0,8-7 169,4 4 1,4 4-356,7-4-2,0 5 0,1 1-289,-1-8 211,8 6 0,-4-8 123,8 5 0,-6 3 55,6-4 1,-8 4-1147,2 2 1058,-4 0 0,-2 0 0,1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8:34.6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7569,'-18'26'-181,"9"7"0,1-14 413,8 4 0,0-9 18,0-3 264,0-7-253,0 4 0,10-8-124,7 0 0,8-2-200,10-4 0,5-3 162,0-9 1,3-1 51,-3-4 0,-2 4-151,8-4 0,-7 4 0,3 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05.4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190 139 7569,'0'-10'-486,"-7"-5"616,5 5 1,-8-5 796,4 3-494,5-3-268,-7 5 32,8 1 22,-8-7-48,6 7-13,-13-1-72,5 3 0,-7 8-69,0 5 0,5 4 69,1 7 1,-1 6-114,-5 0 0,5 0-49,1-5 0,7 5 12,-2 0-34,4 0-30,10-6 101,1-7 1,9-3-70,-1-7 0,0-2 39,1-3 1,5-11-80,0-7 1,0 0 82,-6 6 1,0-6-47,1 0 269,-1 0 12,0 13-208,-7-5 0,0 13 151,-5-4 0,-3 14 105,4 9 0,-6 4 108,-6 14 0,2 3-101,-7 14 0,5 0 28,-5 0 0,5-2-174,-6-4 1,8 2-151,-1-8 0,3 1-460,2-7 333,0-7 61,0-2 0,0-8-333,0 1 290,0-9 58,0-1 1,7-10-95,5-4 204,-4-3 0,15-16 0,-4-2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04.8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381 87 7460,'0'-17'-109,"0"0"333,0-1 0,-2 9 916,-3 3-873,3-4 0,-8 8-124,4-3-20,4 3 1,-7 4-130,3 3 0,2-1-49,-7 8 18,-1 7 132,-5 0 1,-1 12-116,1-8 137,0 8-73,0-4 1,-6 5-65,-1-3 1,0 4 71,0-4 0,5 1 26,-4-1 1,4-2-2,2-4 1,-1-4 3,1 4 1,7-3 86,5-3-86,3 0 21,2-7 54,0 5-86,0-5-7,7-1 1,3-1 16,7-8 1,6 0-59,0 0 0,8 0-3,-2 0 1,2-6 2,-2 0 1,3-5-116,-3 5 1,2-5-164,-2 5 0,3-6 122,-3 7 0,-4-7-353,-2 6 257,-4-7-394,-1 11-522,-1-6 725,0 8 0,-7-2-603,-4-3 1023,-4 3 0,5-6 0,3 8 0</inkml:trace>
  <inkml:trace contextRef="#ctx0" brushRef="#br0" timeOffset="213">416 174 7569,'0'-18'259,"0"1"1,-6 0 72,0-1 250,1 1 286,-3 8-637,6 1 1,-6 16-37,8 3 0,0 12-32,0 6 1,0 4-74,0 1 0,2 8-408,4 5 250,-4 3 94,6-6 1,-8 4-488,0-8 283,7 8-196,-5-11 1,8 5-415,-4-8 1,3-1 268,8-4 519,1-4 0,7 0 0,2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2.4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52 7569,'0'-9'-110,"0"-7"589,0 7-282,0-1 0,2 2 16,4 8 0,2 8-143,3 3 0,3 11-126,-8 1 0,5 7 167,-5-1 1,0-2-13,-6 2 1,0-2-6,0 2 0,0 1-2,0-7 0,0 6 103,0-6 1,0 0-86,0-5 0,0-7 379,0 1-389,0-8 1,7 9-160,5-7 0,5 0-72,6-6 0,4-6-346,8 0 1,5-7 355,0 1 1,1-1-26,-7 1 146,1-3 0,-1-3 0,1-8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8:3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2577 52 7786,'-2'-15'304,"-3"3"-304,-5 5 0,-2 9 0,1 3 0,-3 9 109,-9 15 0,2 15 337,-8 19 0,6 14-1,-5 10-1326,6-1 980,-3 8 0,10-2-129,4 1 1,3-5-49,8-13 1,2-2 26,4-15 1,5-8 157,12-10 1,-2-11-16,8-6 1,6-6-598,5-5 0,0 1-68,-5-7 0,0-2-566,-1-10 513,1-4 626,-1-7 0,1 2 0,-4-1 0,-8-1 0,-8-4 0</inkml:trace>
  <inkml:trace contextRef="#ctx0" brushRef="#br0" timeOffset="191">2923 467 7569,'-8'-17'0,"5"7"0,-9 5 0,8 3 0,-9 4 983,7 3-354,0 5-245,6 15-611,0 2 191,0 7 0,0 7-2,0-1 0,2 6-140,4-5 1,-2 5 170,7-6 1,1 6 6,5-5 0,0-9 0,1-7 0</inkml:trace>
  <inkml:trace contextRef="#ctx0" brushRef="#br0" timeOffset="915">3321 519 7569,'0'-17'21,"0"0"1,-2 1 157,-4 5 315,-3 3-139,-9 16-43,1 9-305,0 10 35,-1 7 0,3 1 123,3 0 1,5-1-1,7 1 0,0 3-71,0-3 1,2-4-121,3-14 1,5-6-282,7 1 1,1-8 108,-1 2 1,0-14 104,1-9 95,-1-1 17,0-14-35,0 5 20,1 0 1,-9-4-2,-3 8 0,2-6 13,-2 6 1,-1-6 16,-5 6 0,-5-6 21,-1 6 0,-6 0-108,6 6-138,1 0-12,5 7 69,0-5 108,0 13 14,0-6 12,0 8-15,0 0 0,7 0-11,5 0 1,3 6-4,3 0 0,-5 7-4,4-1 1,-7-3 5,13 3 0,-13 5 62,7 6 0,-4 2 5,5-2 0,-9-2 32,-3 8-79,4 0 34,-8-2 0,5 4 155,-7-8-175,8 0 0,-6-6 1,7-2 8,-3-3 1,-2 1 43,8-7 1,-1 0 11,6-6 1,1-2-68,-1-4 0,0-3-63,1-9 1,1-5-84,4 0-20,-4 0 173,6 6-134,-15-8 115,5 6 0,-13-8-19,4 4 0,-4 3-21,-2-3 1,-10 0-26,-7 6 1,-2-4-1,-10 9 0,6 5 52,-6 1 0,8 2 31,-2-2 0,3 4 108,3-3 15,7 3-118,3 2 10,7 0-26,0 0 0,7 0 15,5 0 1,5 0 2,6 0 1,-1 0-5,6 0 0,-5 0-25,6 0-27,-8 0 42,4 0 0,-2 2 131,0 3-66,0 5 0,-11 7 70,0 1 0,-7 5-16,7 0-96,-8 0 0,9 0 20,-7 0 0,5 0 37,-5-6 0,8-1 91,-3-5 1,5-3 66,1-8-256,8 0 76,-6 0 1,8-8-137,-4-3-33,-4-5 174,6-1-314,-8 0 165,1-8 1,-9 5 69,-3-3 0,-4 2 14,-2-2 1,-8 4-73,-3-4 0,-10 6-130,-2 5 0,-8-1 70,2 7 1,-4 0-50,-1 6 0,1 8-204,4 3 143,4 5 22,8 1-500,0 0 295,7 1 424,2-1 0,8 0 0,0 0 0</inkml:trace>
  <inkml:trace contextRef="#ctx0" brushRef="#br0" timeOffset="1138">4341 87 7569,'10'-17'0,"3"-1"111,-7 1 1,7 2 236,-1 3 1,5 4 34,6 8 0,-2 2-173,8 4 0,-2 11-135,2 12 0,2 6 59,-8 5 0,6 4-92,-6 8 1,-2 6 110,-10 0 1,3 5 40,-8-5 1,-1 5-439,-5-5 1,-7-1-312,-5-5 0,-3-8 149,-3-3 0,-7-5 193,-3-1 0,-11-1-50,-1 1 263,-16 0 0,10-1 0,-14 1 0</inkml:trace>
  <inkml:trace contextRef="#ctx0" brushRef="#br0" timeOffset="-1116">312 381 7569,'0'-35'0,"0"3"0,0 3 51,-8 4 1,6 8 126,-4-1 0,5 7-53,1-1-63,0 8 1,0-1 252,0 10 1,-8 13-113,-4 10 0,3 13-4,-3 5-84,1 4-55,-7 2 0,1 7 12,0 5 0,1 9 9,5 2 1,-3 0-54,9-6 1,-1-2 58,6-4 1,0-3-4,0-8 1,2-10-635,4-7 0,-1-8-53,13-10 1,-5-2-367,10-3 475,4-4 246,-8-8 1,12-4 247,-8-8 0,8-7 0,-4-16 0</inkml:trace>
  <inkml:trace contextRef="#ctx0" brushRef="#br0" timeOffset="-854">623 675 7569,'8'-35'120,"-6"8"1,5-3 177,-7 7 1,0-1 1,0 15-94,0-6 138,-7 13-161,-3-6 1,-1 8-1,-1 0 1,6 8-108,-5 3 1,7 6-194,-2 6 0,4-1 44,2 6 0,2-5 83,4 6 1,4-6 55,7 6 1,0-6 27,0 6 1,8-8 5,4 2 1,-2-5-25,2-7 0,-2 4 11,2-3 0,-2 1-10,-4-1 1,-10 1-132,4-7 1,-11 8-219,0-3 3,-4 5 1,-6 1-179,-8 0 0,-1 0 252,-16 1 0,0-7 95,-5 1 0,-1-8-155,1 1 1,-1-3-509,0-2 763,9-15 0,-7-4 0,6-16 0</inkml:trace>
  <inkml:trace contextRef="#ctx0" brushRef="#br0" timeOffset="-737">537 709 7569,'7'-34'0,"3"-1"109,7 1 1,6 5 242,0 0 0,8 8-169,-2-2 1,4-2 11,1 2 0,1 0-39,-1 5 0,1 3-89,0 4 1,5-5-416,0 5 1,1 1 164,-7-1-1070,1 7 636,-1-12 617,-7 14 0,6-13 0,-6 5 0</inkml:trace>
  <inkml:trace contextRef="#ctx0" brushRef="#br0" timeOffset="-487">1176 87 7569,'8'-10'716,"8"3"-216,7 7 0,7 2-159,-1 3 0,10 11-187,1 7 0,8 2-14,-2-2 1,2 4-1,-2 7 1,4 3 42,-4 3 1,-1-3 11,1 3 0,-10 0-644,-1-5 1,-3 1-52,-9-13 0,-5 6 133,-7-6 278,-7 0 0,2 0-127,-12 0 0,-17 2 13,-12-1 1,-11 2-101,0 9 1,-6 0 72,-5-1-7,3 1 1,-13-1-1,5 1 1</inkml:trace>
  <inkml:trace contextRef="#ctx0" brushRef="#br0" timeOffset="35655">87 2093 7569,'-8'-17'144,"-1"5"371,-9 1-348,9 14 1,-5 1 104,9 19 1,-1 0-81,6 12 1,-6-2-10,0 13 1,1-2-116,5 2 0,0 2 35,0-8 0,1-1-87,5-10 1,4 1 62,7-7 0,2-5 18,4-7 1,-3-7 0,3 2 0,-4-6-85,-2-6 0,0-4-45,1-7 0,-3-2-54,-3-4 0,3-4-132,-3-8 0,-5 1 64,-1-1 0,-4 1-98,-2-1 1,-2 1 166,-4-1 1,-3-4 2,-9 5 1,1-3-42,0 14 1,-1-4-17,1 10 0,6-2 225,-1 13-122,1 0 1,-5 8-36,5 4 0,-3 6 12,9 11 0,-1-4 32,6 4 1,0 2-211,0-2 1,2 8-714,3-2 950,5-4 0,15 7 0,2-5 0</inkml:trace>
  <inkml:trace contextRef="#ctx0" brushRef="#br0" timeOffset="35992">519 2127 7569,'10'-17'59,"5"0"184,-13 0 1,6 9 93,-8 8 1,0 4 95,0 13-370,0-4 74,0 20 1,0-6 11,0 8 1,0 5-50,0 0 0,0-1-9,0-10 0,8 1-133,3-7 1,5-1-2,1-11-46,8-3 159,-6-1 0,6-5-151,-8 4-63,1-12 162,7-3 1,-6-9-92,4 1 0,-10-2 66,-1-4 1,-3 2-92,3-8 1,-4 0 45,-8-5 0,0 5-113,0 0 0,-8 0-161,-4-6 61,-3 9 212,-10 1 0,6 3-70,-4 5 38,4-4-1,-6 19 31,5-6-65,-5 8 35,8 0 1,0 8-8,0 4 0,7 3-40,4 2 0,4 1-111,2-1 0,0 0-243,0 0 215,0-7 98,8 5 0,3-7 173,13 4 0,-5 3 0,6-5 0</inkml:trace>
  <inkml:trace contextRef="#ctx0" brushRef="#br0" timeOffset="36241">848 2145 7569,'17'-10'-731,"8"-5"1,-6 7 1121,4-3-88,-3-5 68,-11 14-11,-1-5 0,-8 14 10,0 5 1,0 11-137,0 6 1,0 3-52,0 3 1,0 0 22,0-1 0,6-5-79,0 0 1,7-8-102,-2 2 0,5-12 53,1-5 1,6-4 88,0-2 0,6 0-153,-6 0 1,0-8 2,-6-3 0,1-10-102,-1-2 1,-2-2 135,-3 2 1,-4 2 24,-8-8 0,-2 2-145,-4-2 0,-4-2-200,-7 8 1,-8 0-61,-4 6 0,-1 0 132,1-1 1,-4 9-151,4 3 1,4 4-464,2 2-184,4 0 993,2 8 0,7 9 0,2 10 0</inkml:trace>
  <inkml:trace contextRef="#ctx0" brushRef="#br0" timeOffset="36808">1955 2127 7569,'-18'-5'-102,"1"-1"95,0 0 0,5 6 430,1 0 1,1 8-144,-1 3 0,-3 7-125,8 5 1,1 4-7,5 7 0,-6-1-1,0-4 1,2 1-126,10-6 0,-2-1 78,7-6 0,1-2-71,5-3 0,1 1 10,-1-7 1,0 0-59,0-6 1,3-8 21,3-3 1,-4-7-165,4-5 0,-6 4 159,-5-4 1,1-2 20,-7 2 0,5-8-327,-5 2 0,0 2 51,-6-1 1,-2 5 25,-4-6 1,-3 6 95,-9-6 1,1 10 108,0 1 25,7 1-33,-5 15 0,5-6 56,-7 8 1,2 2-102,3 4 1,-1 4 20,7 7 0,-6 0-68,7 1 0,-1-1-128,6 0 1,0 0-131,0 1 1,7-1 382,5 0 0,11 1 0,4-1 0</inkml:trace>
  <inkml:trace contextRef="#ctx0" brushRef="#br0" timeOffset="37146">2387 2058 7569,'10'-7'-43,"-3"5"220,-7-6-39,0 8 0,-7 8 57,-5 3 0,2 6 0,-1 7 0,1 2-114,-1 9 1,-3 0 94,9-1 1,-1 1-207,6-1 0,0-5 66,0 0 1,8-10-82,3-1 1,4-3 16,3-9 1,-1-1-13,0-5 1,3-1 96,3-5 0,-4-4-29,4-7 1,-10 0-43,-1-1 0,-3-7-83,3-4 0,1 3-53,-7-3 0,0 2 15,-6-2 0,0-4-97,0 5 0,-8-3 122,-3 2 1,-5-2-47,-1 8 1,0 0-25,-1 6 66,1 7 1,0 3 73,0 7 0,1 1 113,5 5 1,-5 4-42,5 7 1,3 6-158,2 0 0,4 0-98,2-5 0,2-1 136,4 0 1,4 0 35,7 1 1,0-7-32,1 1 82,7-8 0,1 3 0,9-7 0</inkml:trace>
  <inkml:trace contextRef="#ctx0" brushRef="#br0" timeOffset="37422">2698 2093 7569,'10'0'-140,"-2"2"9,-8 4 82,0-5 1,0 15 77,0-5 1,0 5 242,0 1 1,0 0-58,0 1 1,1 5-43,5 0 0,4 0 2,7-6 1,0-5 0,1-1 0,7-7-60,4 2 1,1-6-95,-1-6 0,4 2-88,-4-7 54,3-9 31,-5 1 0,0-8-111,-4 4 1,-6 2-27,1-8 1,-3 6-37,-9-6 1,0 6 128,-6-5 0,-2 6 9,-4-1 0,-9 4-262,-9 2 0,-8 7 35,-3 4 1,1 6-31,-7 6 1,-1 6-22,2 11 1,-1-2-303,7 8 596,7-8 0,-6 12 0,6-7 0</inkml:trace>
  <inkml:trace contextRef="#ctx0" brushRef="#br0" timeOffset="38550">4082 1868 7569,'0'-17'-102,"0"-1"144,0 9 0,0-1 85,0 4 146,0 5-174,0-7 113,0 8 1,-2 9-14,-4 9 1,2 9-13,-7 13 1,1-2 2,-1 9 1,-5-1-23,5 6 0,-5 1-23,-1 5 1,2-10-256,3 4 0,-1-14 54,7-3 1,-6-2-86,7-10 118,-1 0 51,6-14-142,0 7 139,0-14 1,0 3 6,0-10 0,0-11-15,0-7 1,7-8 7,5 3 0,-2-5-210,1-2 0,-5-1 68,5-4 1,-1 3-23,2-3-7,3 11 144,-13 4 0,11 8 112,-7-1-46,8 9 102,-13 1 1,9 10-133,-4 4 1,-4 5-7,4 12 0,-3 2 209,3 4-204,-4 4 31,13-14 1,-9 12 3,11-8 0,-3-6 36,9-5 0,-4-7-7,-2 7 1,3-8-38,3 1 1,-4-3 4,4-2 0,-10-7-10,-1-5 0,0-9 14,5-2 0,-2-6-140,-3 6-35,3-8 150,-13 4 1,11-13-231,-7 0 106,8-8-94,-12 4 1,5-8-96,-7 0 0,0 8 131,0 3 0,0 7 58,0 5 0,0 4-262,0 8-167,0 7-50,0 2 281,0 8 80,0 8 0,0 2-478,0 7 239,0 8 437,8-6 0,2 6 0,7-8 0</inkml:trace>
  <inkml:trace contextRef="#ctx0" brushRef="#br0" timeOffset="38839">4894 1349 7524,'0'-17'24,"0"5"298,0 1 68,0 7-232,-7-4 0,3 22 12,-8 3 0,7 14 150,-7 3 0,6 11-95,-5 12 0,5 5-26,-5 7 0,-1 6-86,-5 0 1,1 6-331,5-7 0,-5 7 371,5-6 0,1 0 41,-1-6 0,7-7-273,-2-5 1,4-5-338,2-6 0,0 2-1288,0-7 853,0-1 282,8-5 568,-6-8 0,11-4 0,-7-8 0,-2-2 0,-2 1 0,-2-3 0</inkml:trace>
  <inkml:trace contextRef="#ctx0" brushRef="#br0" timeOffset="39381">5067 1920 7569,'-7'-17'0,"-1"5"278,-3 1 150,-5 7 0,12-4-168,-7 8 0,1 14-77,-1 3 1,1 12-129,4-1 0,2 11-21,-7 1 1,7 2-141,-2-1 1,4-5 191,2 5 1,0-11 45,0-1 1,0-8-401,0 2-771,0-3 847,0-11 0,2-3 84,4-12 0,-2-5 43,7-12 1,1-4-47,5-8 0,1 1-48,-1-1 0,0 0 89,0 1 1,3-6 20,3-1 1,-4-5-102,4 6 0,-4-1 74,-2 7 0,1 7 110,-1 4 0,-5 9-135,-1 3 323,-7 7 1,4-2-33,-8 12 0,0 4 77,0 7 1,0 8-150,0 4 0,-2 3-2,-4 3 0,-2 0-4,-3-1 0,3-1-172,8-4 1,0 1 8,0-7 124,0-7 10,0-1-217,0-5 45,0-1 74,0-1 0,8-16 18,3-3 0,5-6-8,1-7 1,0-1-97,1-3 1,-1-5-141,0 4 0,0 4 181,1 2 0,-1 12-28,0 5 215,1-4 0,-7 12-6,1 4 1,-9 5 130,3 18 1,-4 0-189,-2 6 0,-6-1-21,1 1 1,-7-1-6,6 1 0,-1 0-157,1-1 0,4-1-123,-4-4 0,4-4 113,2-8 0,0-5-654,0-1 363,0-7 99,8 4 321,2-16 0,7-2 0,0-7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7.5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18 396 7566,'-6'-7'1,"0"7"0,1 15 169,5 14 1,0 13 275,0 10-337,7 8-10,-5 1 0,8 6-34,-4-3 0,-5 1-104,5-2 1,2 3 122,-2-9 1,1-3 24,-1-13 0,-4-3-12,4-15 1,-4-6 84,-2-5-265,0-8 134,0-4-3,0-18 1,-8-5-184,-4-11-33,5-5-293,-1-13 3,0-7 326,7-10 1,-7-4 60,8-8 0,0-7 75,0-10 0,6 3-323,-1 3-775,16 12 931,-9 10 1,15 7 128,-4 11 63,-4 4-195,14 21 498,-14 2-225,6 8 1,-2 7-107,0 5 0,6 5 223,-6 5 0,2 7-153,-2 11 1,-4 11 487,4 13 1,-5 3-430,-7 1 1,3 1-67,-9 0 1,1-6-46,-6 0 0,0-7 26,0 1 1,-8-5-112,-3-6-38,-4 3-28,-3-13 1,-5 6-205,0-7 0,0-1 196,6 0 0,0 1 88,-1-1 1,7-7 51,-1-5 0,1 5 0,-7-1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7.7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18 7569,'10'0'533,"-2"-2"-143,-8-4-184,7 4 1,3-5-12,7 7 0,0 2-12,1 3 1,-1-1-380,0 8 1,6-1-232,0 7 0,6-1-195,-6 0 0,6 1 156,-6-1 466,0-8 0,2 15 0,2-5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7.8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69 7569,'-9'18'286,"-7"-1"0,14-5 51,-3-1-147,3-7 0,4 4 224,3-8-281,13-8 0,10-2-544,13-7 1,-1-6 410,12 0 0,11-8 0,16 4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8.4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450 208 7110,'-17'-17'-1147,"-1"0"1654,1-1 1,2 1 110,3 0-407,-3-1 1,5 1-29,-7 0 1,5 0 315,1-1-359,-1 1 1,-5 7-145,0 5 1,-1 3 81,1 2 0,-2 9-118,-4 9 0,-2 7 6,-4 9-111,-4 8 114,6 3 1,1-1 49,2-4 0,13 1-12,5-7 0,4-3-114,2-14 0,8-1 70,3-5 0,13-3 22,4-8 0,5-8 19,2-3 1,-1-7-50,1-5 0,5-4 43,0-7-125,1-1 120,-7 1 1,-5-1-4,0 0 0,-8 8-11,2 4 82,-4 4 37,-1 2 0,-9 9 146,-3 8-109,-4 16-57,-10 3 1,-1 15 61,-9 1 1,1 1-120,0 11 0,0-1 17,-1 6 0,1 1 31,0 5 1,5-4 7,1 3 1,5-8-244,-6-3 1,9-8-85,-3 2 0,4-3-427,2-3 324,0-7 176,8-2 0,-5-9-769,9-5 946,-1 5 0,14-7 0,2 9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8.6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52 8414,'2'0'173,"-4"0"1,-15-2 90,0-4 1,-1 4 410,1-3 1,6 3-1410,-1 2-90,8 0 196,-4 0 0,10 0 236,4 0 0,4 0-579,7 0 971,0 0 0,8-16 0,2-3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9.0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174 121 7569,'-8'-17'0,"-2"2"-6,-7 3 0,0-1 138,0 7 0,-1-5 158,1 5 0,0 0-104,-1 6 0,7 0 69,-1 0-93,8 8 1,-3 1 23,7 9 0,0-1-3,0 0 1,7 6-1,5 0 1,3 8 52,3-2 0,5 4-69,0 1 0,6 1-131,-6-1 0,2-5 17,-2 0 1,-4 0-108,4 5 0,-10-1 187,-1-4-320,-8 3 162,3-12 1,-1 7 61,0-4 1,0-4 0,-6 4 0,-8-4-199,-3-2 1,-5-1-71,-1-5 0,-2 3-100,-4-8 0,3-1 50,-3-5 0,4 0 36,2 0 1,0 0 126,-1 0 1,9-7-33,3-5 1,4-3 10,2-3 0,2-7-15,4-3 0,5-5 97,12-2 0,-2-1 87,8-4 0,0 3 16,6-3 1,-1 1 12,1-1 1,-6 3 42,-1-3 1,-1 4-107,2 1 0,-4 6-17,-8 0 0,-1 6 42,-5-6 0,-3 8 84,-8-2 1,-2 6-82,-4 5 1,-3-1-11,-9 7 1,-1 0-181,-4 6 1,2 8-19,-8 4 0,8 3-119,-2 2 0,4 1 49,1-1 254,1 0 0,8 0 0,1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21.3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87 7569,'0'-17'74,"0"0"43,0-1 1,0 7 338,0-1 85,0 9 281,0-5-585,0 8 0,0 9-46,0 9 0,6 7-8,-1 9 1,1 9 11,-6 3 0,0 4-377,0 2 1,0-1-188,0 1 1,0-6-44,0 1 0,0-9-84,0 2 1,6-3-959,0-3 1454,7 1 0,-3-8 0,7-2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21.6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138 102 7569,'-17'0'167,"0"0"1,0 10-98,-1 7 0,3 2 197,3 10 0,-3 0 356,4 5 0,3-1-389,2-4 0,4 1-280,2-6 1,8-3 140,3-10 1,7 3 5,5-9 0,-4 1-195,4-6-116,4 0 153,-8-8 0,6-3-39,-8-12 1,1-2 1,-1-4 0,-7-4-87,-5 5 1,3 1 60,-2-2 1,0 0-71,-6-6 0,-8 3 126,-4 3 0,-1 4-21,1 8 1,-3 5-174,3 1 0,3 7-30,-3-2 0,7 6 33,-7 6 1,6-2 8,-5 7 1,7-5-246,-2 5 491,4 1 0,2 5 0,0 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22.1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1 139 7569,'8'-27'-141,"-5"2"141,9 8 0,-8 0 1181,11-1-463,-5 1-625,7 7 0,0 3-48,1 7 0,-7 0-109,1 0 0,-3 7 80,3 5 1,3-2-76,-3 1 1,-3 1 111,3 5 1,-2 0-28,1 1 1,-3 1-134,-8 4 1,0-4-20,0 4 1,0-2 119,0 2 0,-2-4 4,-4 5 1,-4-5 3,-7-2 0,0 0-2,0 1 0,5-1 0,1 0 0,5-5 1,-6-1 1,8-5 0,-1 6 1,3-7-135,2 7-62,0-8 182,0 3 0,2-7 6,3 0 0,5 6 13,7 0 1,6 0 4,0-6 0,2 2-34,-2 3 0,-1-3 0,6 4 1,-6 2 44,1-3 1,-4 7 92,-2-6 0,-7 7 49,-5-1 1,3 3 76,-2 2 1,-2 1-44,-10-1 0,-4 0-86,-7 1 0,0-1-30,-1 0 0,-5 6-60,0 0 1,-5 0-139,4-5 1,0-1 156,0 0 1,7-5 116,0-1-1610,0-7 693,15 11 0,-6-15 256,8 0 0,10-9-66,7-14 568,0-4 0,24-15 0,-5-3 0</inkml:trace>
  <inkml:trace contextRef="#ctx0" brushRef="#br0" timeOffset="245">554 398 7569,'10'0'843,"-2"0"-632,-8 8 1,-2 4 157,-4 11 0,-2 2-167,-3 4 0,3 3-98,8-3 1,0-2 78,0 2 1,2-10 11,4-2 0,3-1-205,9-11 1,-1 1-33,0-6 1,8 0 36,4 0 0,-2-8-69,2-3 1,-8-4-37,2-3 1,-4-1 14,-2-4 0,-7 4-45,-4-4 0,-4-2 109,-2 2 1,-8-6 15,-4 6 1,-5 0-543,-6 5 9,-4 1 329,0 8 0,-3 1-30,7 8 0,-6 2 1,6 4 1,0 3-51,5 8 0,7 1-269,-1-1 567,8 0 0,-11 8 0,5 2 0</inkml:trace>
  <inkml:trace contextRef="#ctx0" brushRef="#br0" timeOffset="502">1039 122 7569,'11'-12'51,"1"1"175,-1 7 0,6-4 61,1 8 1,-1 8-105,0 3 1,1 7 11,-1 5 0,0 4 212,0 7-9,1 1-214,-9 7-76,7-5 0,-14 11 155,3-8-80,-3 8-778,-2-4 586,0 8-1,0-8 192,0 6-853,-7-13 273,5 5 290,-14-7 31,7-1 13,-9 1 0,1-3 80,0-3-1131,0-4 1115,-1 0 0,-7-6 0,-2 6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20.0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122 571 7569,'-18'0'303,"1"0"1,0 8-11,0 3-265,7 5 0,-5 7 113,3 0 0,4 8 208,3-3 1,3 3-174,2-2 1,0-2-40,0-4 0,7-10-249,5 5 1,5-13 26,6 1 1,-4-4-25,4-2 0,2-8 79,-1-3 0,1-6-77,-2-7 0,-10 3 51,4-7 1,-11 4-119,0-4 0,-4 5 153,-2-6 0,-8 8-13,-3-2 1,-5 5-225,-1 7 0,-6 3 23,0 8 1,-6 0-33,6 0 0,0 2-281,6 4-3,7 3 551,-5 9 0,13-1 0,-6 0 0</inkml:trace>
  <inkml:trace contextRef="#ctx0" brushRef="#br0" timeOffset="234">398 139 7569,'6'-39'0,"0"5"0,7 11 62,-1 0 0,3 11 101,3 6 1,-1 4 414,0 2-223,8 8-44,-6 2 0,14 20 39,-4 5 0,-2 11-197,2 0 1,-3 6-85,3 6-707,-4-4 821,-7 5 1,-1 1-1,0-6 1,-7 5-624,5-15 26,-13 6 235,6-6 147,-8 1-299,-8-3 1,4-8-15,-7 1 0,-3-6-566,-9 0 637,4 0 23,-6-3 251,8-1 0,-4-3 0,-1-1 0,1-4 0,-6-2 0,-3-3 0</inkml:trace>
  <inkml:trace contextRef="#ctx0" brushRef="#br0" timeOffset="962">1177 191 7356,'-8'-10'-789,"6"-5"1143,-6 13 915,1-6-698,-3 8-453,-7 0 1,-1 10 208,1 7 0,6 10-1,-1 13 1,1 6-34,-7 12 1,-3 9-88,4 8 1,-4 0-179,9-6 1,-1-2-48,1-3 1,-1 1-135,7-7 0,0-2 151,6-10 0,8 2 98,3-8 1,5-1-292,1-11 1,2 3-402,4-8 0,2-6-454,4-5 0,2-8 1050,-8 2 0,8-5 0,-4-1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9.4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398 35 7569,'-17'0'21,"-1"-7"0,1-3 1,0 0 525,-1 5-292,9 3 0,-7 2-77,5 0 1,-4 3-47,-3 9 0,1 9 170,0 19 1,-8 7 28,-4 10 1,4 7 130,2 11-1526,-4-4 1224,8 13 1,-4-9-123,11 12 1,-1-14-796,7 2 197,0-4 397,14-18-335,1 7 463,9-8 92,7-8 0,2-2-190,7-7 277,1-8-2080,7 6 936,-5-14 1000,13-2 0,-14 2 0,4-7 0,1-1 0,5 5 0,8 3 0</inkml:trace>
  <inkml:trace contextRef="#ctx0" brushRef="#br0" timeOffset="356">761 364 7569,'0'-12'0,"0"1"124,-8 7 1,6-2 255,-3 12 1,1 3-161,-2 9 0,4 9-101,-4 7 0,3 3-155,-3 9 0,4-2-15,-4 2 0,4-2-209,2-3 1,0-11 245,0 5 1,8-4 187,3 3-174,5-7 0,1-2 0,0-7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16.6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1307 7448,'0'-17'-37,"0"0"199,0-1 0,2-7 21,4-3 1,3-7-119,8-5 1,-3-4-62,3-8 0,-3-8 86,9-3 0,-2-5-9,2-1 1,-4 0-7,4 0 0,-4-6-168,-1 0 0,-1-4 160,0 10 1,-1-2 37,-5 13 0,3 3-16,-9 9 1,7 5-121,-6 12 99,-1 4 8,-5 16 1,-1 16 23,-5 17 62,4 22-109,-14 7 1,7 26-151,-8 8 1,-1 5 152,1 6 0,2 0 31,3-12 1,4 1-6,8-18 0,0-9-226,0-14 0,8-16 2,4-1 1,3-10 277,2-7 1,1-4-41,-1-8 1,0 0-45,0 0 1,1-10-51,-1-7 0,0-2 319,1-10 1,-3 0-260,-3-6 1,3 1 19,-4-1 1,-3 1-415,-2-1 1,2 2-250,-3 4 433,1 5 133,-6 14 1,0 4 81,0 12 1,0 4-87,0 7 1,-2 8 16,-4 4 1,4-2 0,-3 1 0,1-7 40,-2 3 1,4 1-314,-4-2 0,6-6-178,6-6 1,-2-7-62,8 2 1,-1-4 140,6-2 0,1-8 372,-1-3 0,8-12 0,-6-4 0,6-8 0</inkml:trace>
  <inkml:trace contextRef="#ctx0" brushRef="#br0" timeOffset="186">779 287 7569,'17'-17'91,"1"-1"47,7 9 0,-6 1 45,4 8 1,4 4 11,2 8 0,-2 3 67,1 20 0,-1 3 89,2 14 0,-4 0 21,-8 0 1,4 1-34,-3 5 0,7 4-335,-14 7-947,8 8 858,-17-14 0,6 10-69,-8-15 0,-2-1 174,-4-5 0,-9-6 58,-8 0 0,-8-7-88,2 1 1,-11-3-127,-6-3 0,-4-5 136,-2 0 0,-2-6 0,1 2 0,-3-2 0,0-2 0,-2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19:23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17 6917,'-8'-9'797,"6"1"-212,-6 8-435,8 0 1,2 0 78,4 0-16,-4 0-147,13 0 0,-5 0-1,7 0 0,-5 0 49,-1 0 1,1 0-37,5 0 1,0 0-289,1 0 0,-1 0-352,0 0 98,0 0 1,1 0-17,-1 0 167,0 0 1,1 0 312,-1 0 0,0 0 0,1 0 0</inkml:trace>
  <inkml:trace contextRef="#ctx0" brushRef="#br0" timeOffset="233">70 190 7569,'-17'0'539,"7"0"-232,-5 0 0,11 0 420,-8 0-378,9 0-324,-5 0 0,10 0 342,4 0-172,3 8 0,9-6-307,-1 4 0,6-3-125,0 3 0,6-4-242,-6 4 0,8-4 168,-3-2 1,5-6 13,2 0 1,-3-5-73,-3 5 0,4 0 369,-4 6 0,11-7 0,4-3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36.8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0 10539,'-5'17'327,"0"4"0,-6 2-184,6 8 0,-7 1-323,2 4 0,2 3 143,-3 7 1,8-1-221,-2-4 0,-2 6-104,2-6 1,0 10-358,5-10 1,0 5 397,0-10 1,1 5 51,5-5 1,0-7-587,5-9 854,2-3 0,-4-8 0,6-2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37.4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77 7569,'0'-8'0,"2"-6"0,3 4 0,-4 1 218,5-1 1,-5 5-192,-1-5 542,0 6-89,0-3-322,0 7 0,0 2 1,0 3 0,0 4 23,0 6 0,-5 7 1,0 4 1,-2 3-14,2 2 1,3 6-128,-3 4 1,-2 3-211,2 2 0,0 0-110,5 0 1,0-1 167,0-5 0,7-7-119,3-8 1,6-8 84,4-1 1,-1-3 91,6-7 1,1-3-26,5-8 1,-1-5-28,1-11 1,-2-3 138,-3-6 1,1-1 58,-7 0 1,1-5-25,-6 1 1,0-8-84,1 2 0,-8 2 162,-3-2 0,-3 5-75,-2-5 0,-7 9-38,-3 1 1,-4 4-11,-1 12 0,-2-2 12,-3 12 0,-3-1-6,-2 6 1,-4 2-33,3 3 0,2 6-261,-1 9 0,1-3 92,-2 3 1,4 3-379,7-3 0,0 1 132,-1-6 1,3 0-305,2 1 718,5-1 0,6 0 0,0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39.1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93 168 7569,'15'0'843,"-7"7"-883,-1-6 0,-7 10 174,0-1 1,-1 2 48,-5 13 1,3 1-58,-7 4 0,6 3-154,-1 3 1,-2-4-80,2 4 1,0-4 112,5-1 1,0-7-18,0-4 0,7-8-69,3-2 1,4-6 95,1 1 0,1-3 46,-1-2 0,2-7-9,3-3 0,-3-6 3,4-4 0,1 1 16,-1-7 0,-1 1-112,-5-6 1,1 1 78,-1-1 0,-1 0-80,-4 0 1,2 1 38,-7-1 1,0-1-7,-5-4 1,0 9 22,0-4 0,-2 5-18,-3 1 0,-3 4-16,-8 11 1,-4-2 8,-1 7 0,-6 2-27,2 8 1,-6 10 36,-5 11 1,7 3-115,-7 1 0,13 1-84,-8 0 0,10-1-178,1 1 0,8-7 194,2-4 1,6 3 181,-1-3 0,4 1 0,1-6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39.7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307 199 7569,'0'-15'722,"0"0"0,0-2-461,0-4 1,0 4-225,0-3 1,0 1-24,0-1 1,-5 8 145,0-4 0,-7 6-143,2 0 0,-4 3-30,-1 7 1,-6 7-128,1 3 0,-6 5 173,6 6 1,-7 4 93,1 11 1,4-2-517,2 7 0,2-5-29,3 5 0,2-5 158,2 5 1,4-9 110,7-1 1,4-7 40,6-9 0,2-7 46,14-3 0,-6-3 108,6-2 1,-1-8-148,6-8 0,0-1-5,-1-8 1,1 4 260,0-4 1,-6 4 69,1-4 0,-8 6-42,3-2 1,-9 6-29,-2 5 293,-7-4-220,11 13 0,-12-5-92,3 12 0,-3 4-31,-2 10 0,-6-1 25,1 7 1,-7-1-178,2 6 1,2 1-57,-3 4 1,6-2 127,-5 7 0,5-5 19,-5 5 1,6-6-397,-1 6 0,-2-1 17,2 0 0,0 0-103,5-5 1,0-4 229,0 0 0,0-1-145,0-4 353,0-4 0,7 7 0,2-5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40.0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7569,'15'-8'291,"-6"-6"0,-1 13 256,-2-5-134,-5 5-77,6 1-134,-7 7 0,0 6 23,0 8 0,0 1-42,0-2 1,0 4 11,0 7 0,0 0-230,0-1 1,0 6 20,0 0 1,0-2 5,0-9 0,7 3 85,3-8 1,5-1 14,6-9 1,-2-3 22,6-7 1,1 0 6,4 0 0,1-2-24,0-3 0,5-5 29,-1-11 1,6 3-468,-5-8 0,0 6-213,-5-6 1,-6 6-307,1-6 0,-9 7 406,-2-1 0,-1 3-442,-9 2 895,0-1 0,-5 1 0,0-1 0</inkml:trace>
  <inkml:trace contextRef="#ctx0" brushRef="#br0" timeOffset="200">353 47 7569,'0'15'1404,"0"-6"-1083,0-3 1,0-4-97,0 3 0,0-1 46,0 6 1,0 2-60,0 8 1,0 6-31,0 10 1,0-2 0,0 7 1,0 0 11,0 5 0,0-6-837,0 1 1,0-1-1158,0 0 1799,0-2 0,-7-7 0,-2-1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41.8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154 138 7569,'8'-7'966,"-1"6"-684,-7-6-288,0 7 0,0 1 21,0 5 118,0 9 1,-7 9 44,-3 6 0,2 3 11,-3 3 1,3-2-162,-2 7 1,-2-2-101,7 2 1,-1-4-10,6-6 1,0-6 13,0 1-54,0-7 107,7 3 1,7-14-37,6-2 0,2-12 68,-1-4 0,-2-5-14,6-6 0,-1-2-68,2-8 0,-3-2 21,-2-2 0,-4 1-60,3-7 1,-4 0 56,-6-5 0,2 0-106,-7 0 1,0 7 105,-5 3 1,-2 5 34,-3 6 0,-5 4-39,-10 11 0,-4 3-12,-7 7 0,0 9 126,1 6 0,-3 7-44,-2 9 0,4-2-255,0-4 0,2 6 77,9 0 1,-1-6-605,6 6 762,7-4 0,-6-3 0,5-2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43.8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200 826 7569,'0'8'761,"0"6"-681,0-12-97,0 4 0,0-4-139,0 3 1,0 4 191,0 6 1,-2 9 251,-3 7 0,-3 6-188,-8 9 1,-4 5-93,-1 0 0,-4 6 72,4-6 1,1-2-61,5-8 0,1-5-81,4-10 143,-4-4 36,12-14 0,-4-4-36,6-15 0,6-7 65,5-18 0,4-5-111,5-10 0,-1 1 34,7-6 0,-6 5 108,6-5 1,-7 6 49,1-1 1,-1 5-131,1 5 1,-3 11 4,4 9 0,-9 11 100,-2 5-36,-7 3 1,9 11 111,-7 6 1,0 12-150,-5 9 0,-1 8 26,-4 2 0,3 2-474,-3 8 1,3-11-145,2 1 1,2-12 238,3-4 0,5-6 75,11-8 1,-3-8 43,8-3 0,-6-3 123,6-2 0,-6-2 224,6-3 0,-6-8-187,6-8 1,-7-6-55,1 1 0,-3-3 310,-1-1 1,-1-6-132,0 0 1,-5-5-463,1 5 0,-8 1 142,2 4 1,-3 7 118,-2 4 1,0 2-622,0 3-964,0 7 1047,0-6 558,0 12 0,0-11 0,0 4 0</inkml:trace>
  <inkml:trace contextRef="#ctx0" brushRef="#br0" timeOffset="267">1136 105 7569,'0'-24'531,"0"-5"0,1 14-286,4-1-245,-3 1 444,5 13 0,-7-1 221,0 13 1,-7 9-212,-3 17 0,1 6-154,-1 15 0,0 1-261,-5 13 1,-2 1-73,-4 4 0,4 6 59,-3 0 1,3 7-116,1-3 0,3 3 295,2-2 1,-2-3-1545,3-8 1,3-6-115,2-3 0,5-11 540,5-5 0,3-12 912,8-8 0,6-7 0,-17-11 0,0-6 0,-20-17 0,-2 0 0</inkml:trace>
  <inkml:trace contextRef="#ctx0" brushRef="#br0" timeOffset="1075">1335 918 7569,'-7'-16'1754,"6"8"-1147,-6-6-89,7 13 1,0-4-168,0 10 0,0 3-318,0 7 0,-2 3 80,-3 2 1,3-1-59,-3 6 1,-2 1 127,2 5 1,-2-6 22,2 1 1,4-8-738,-5 3 1,5-4-184,1-2 0,1-6 431,5-4 0,2-3 67,7-2 1,1-12 363,-1-4 1,7-11-101,4-4 0,-2-3-146,1-12 0,-1 4 138,2-9 0,3 1 213,-4-1 0,2 2-79,-1-8 0,1 10-82,-6 1 1,1 8 134,-2 13 0,-8 7-118,4 8 0,-6 9 36,0 1 0,-3 10-64,-7 15 0,0 3 3,0 13 1,-7 1-27,-3 9 0,0-3 27,-6 3 1,9-3-556,-8-2 0,5-9-147,0-6 1,3-7 308,7-9 75,0-6 559,0-2 0,7-11-199,3-6 0,4-2-145,1-14 0,5 6 112,1-6 0,1-1 246,-2-9 1,-1 4-125,7-4 0,-6 4 24,6 1-280,-8 7 1,5 4 79,-8 10-103,-7 3 1,-1 20 56,-7 8 1,-1 8 11,-5 7 0,-2 3-35,-7 7 1,-1-5-79,1 0 1,5-2-203,-1 2 1,3 0-204,-2-11 1,3 3-540,7-13 735,0 1 1,2-13-46,3-3 1,3-5-6,8-5 1,6-5 15,3-11 0,4-2 350,2-8 0,6-1 0,4-4 0,-1-5 0,0-10 0,1-4 0,5-6 0,0-2-135,0-4 0,-1 3 135,-4-8 0,1 5 206,-6-4 1,0 13 190,-6 2 0,-6 8 313,-3 7 1,-4 5-98,-2 11 33,-6-4 178,-3 12-166,-6 1-452,0 10 1,0 7 111,0 4 1,6 9-578,-1 6 0,5 8 244,-5-3 0,7 11-61,-2 5 0,-3 3 60,-2 2 1,-3 5 80,-2 1 0,0-3 164,0-8 0,0-4 292,0-6 0,0-7 126,0-4 0,3-9-238,7-6 0,2-4-33,14-1 0,1-8-307,9-7 0,3-8-304,7-7 1,0-8 15,0-3 1,0-3-199,0-2 1,0 0-286,0 0 0,0 0-2097,0 0 2572,0 0 0,7 0 0,2 0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28T04:37:42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230 53 8360,'-8'7'590,"-4"1"-644,7 8 0,-2-4 33,2 3 1,-2-1 144,-3 11 1,-4 1-147,4 4 1,1 3 115,-1 3 0,5-2 1,-5 7 1,6-7-132,-1 2 0,4-4 9,1-1 0,0-8 57,0-2 0,6-6-160,5-5 0,4-3 13,5-7 1,-1-1 83,7-5 1,-2-9 103,1-10 0,2 1-50,-6-2 1,4-5 7,-4-4 0,-1-8-6,-4 2 0,-3-1 15,-2 1 1,-5-2-31,-6 7 0,-1-5-26,-4 6 0,-4 6-79,-6 8 0,-7 9 98,-4 2 0,-3 8-19,-2 2 0,1 7-26,-1 8 0,-3 2-75,3 4 0,-3 3 103,9 6 1,2 1-1,3 0 0,3-1-175,2 1 0,6-5-591,4-1 782,3-6 0,2 10 0,0-5 0</inkml:trace>
  <inkml:trace contextRef="#ctx0" brushRef="#br0" timeOffset="434">767 222 7569,'9'15'535,"-2"-6"358,-7 4-668,0-11 0,-2 12-142,-3-4 0,-4 4 74,-6 1 1,0 7-147,-1 4 1,3-3 15,2 3 1,-2-2-121,2 1 0,5-2 182,1-8 0,3 0 56,2 1 0,2-8-305,3-3 0,5-3 30,10-2 0,-1-12 93,7-3 0,-3-9 62,3 3 1,3-6-76,-3 2 1,-3-4 84,3-2 1,-7 0-2,1 1 1,-10 1-27,-4 3 0,-5 4-14,-1 6 0,-1 1 70,-5 0 1,-7 1-136,-8 4 1,-6 3 0,2 7 1,-6 2 80,-5 3 0,4 5-185,-4 11 0,3-4-123,3 3 1,6-1-131,4 1 0,8-8-47,1 4 210,8-4 264,-4-4 0,14 6 0,1-6 0</inkml:trace>
  <inkml:trace contextRef="#ctx0" brushRef="#br0" timeOffset="742">1365 130 7569,'0'24'0,"-6"-2"880,-5-7-525,-2 0 1,-3 1-42,1-1 0,0 6-108,-1-1 1,-4 7-783,-1-1 0,6 3 344,5 2 1,6-2 213,-1-4 0,4 2 93,1-6 0,1-1 151,4-4 1,4-8-59,6-3 1,7-3-118,4-2 1,3-12 61,2-3 1,-1-11 102,1 1 0,0-4-293,-1-2 1,-1-5-78,-3 0 1,-4-1 20,-7 1 0,-6 4 81,-4-4 0,-3 9-22,-2 1 0,-9 9-29,-6 2 1,-7 6-100,-9 9 0,-1 0 122,-4 0 0,2 12 21,-7 3 0,9 6-480,1-1 539,0-3 0,7 12 0,-6-5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.png"/><Relationship Id="rId21" Type="http://schemas.openxmlformats.org/officeDocument/2006/relationships/customXml" Target="../ink/ink15.xml"/><Relationship Id="rId42" Type="http://schemas.openxmlformats.org/officeDocument/2006/relationships/image" Target="../media/image25.png"/><Relationship Id="rId47" Type="http://schemas.openxmlformats.org/officeDocument/2006/relationships/customXml" Target="../ink/ink28.xml"/><Relationship Id="rId63" Type="http://schemas.openxmlformats.org/officeDocument/2006/relationships/customXml" Target="../ink/ink36.xml"/><Relationship Id="rId68" Type="http://schemas.openxmlformats.org/officeDocument/2006/relationships/image" Target="../media/image38.png"/><Relationship Id="rId16" Type="http://schemas.openxmlformats.org/officeDocument/2006/relationships/image" Target="../media/image12.png"/><Relationship Id="rId11" Type="http://schemas.openxmlformats.org/officeDocument/2006/relationships/customXml" Target="../ink/ink10.xml"/><Relationship Id="rId32" Type="http://schemas.openxmlformats.org/officeDocument/2006/relationships/image" Target="../media/image20.png"/><Relationship Id="rId37" Type="http://schemas.openxmlformats.org/officeDocument/2006/relationships/customXml" Target="../ink/ink23.xml"/><Relationship Id="rId53" Type="http://schemas.openxmlformats.org/officeDocument/2006/relationships/customXml" Target="../ink/ink31.xml"/><Relationship Id="rId58" Type="http://schemas.openxmlformats.org/officeDocument/2006/relationships/image" Target="../media/image33.png"/><Relationship Id="rId74" Type="http://schemas.openxmlformats.org/officeDocument/2006/relationships/image" Target="../media/image41.png"/><Relationship Id="rId79" Type="http://schemas.openxmlformats.org/officeDocument/2006/relationships/customXml" Target="../ink/ink44.xml"/><Relationship Id="rId5" Type="http://schemas.openxmlformats.org/officeDocument/2006/relationships/customXml" Target="../ink/ink7.xml"/><Relationship Id="rId61" Type="http://schemas.openxmlformats.org/officeDocument/2006/relationships/customXml" Target="../ink/ink35.xml"/><Relationship Id="rId82" Type="http://schemas.openxmlformats.org/officeDocument/2006/relationships/image" Target="../media/image45.png"/><Relationship Id="rId19" Type="http://schemas.openxmlformats.org/officeDocument/2006/relationships/customXml" Target="../ink/ink1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8.xml"/><Relationship Id="rId30" Type="http://schemas.openxmlformats.org/officeDocument/2006/relationships/image" Target="../media/image19.png"/><Relationship Id="rId35" Type="http://schemas.openxmlformats.org/officeDocument/2006/relationships/customXml" Target="../ink/ink22.xml"/><Relationship Id="rId43" Type="http://schemas.openxmlformats.org/officeDocument/2006/relationships/customXml" Target="../ink/ink26.xml"/><Relationship Id="rId48" Type="http://schemas.openxmlformats.org/officeDocument/2006/relationships/image" Target="../media/image28.png"/><Relationship Id="rId56" Type="http://schemas.openxmlformats.org/officeDocument/2006/relationships/image" Target="../media/image32.png"/><Relationship Id="rId64" Type="http://schemas.openxmlformats.org/officeDocument/2006/relationships/image" Target="../media/image36.png"/><Relationship Id="rId69" Type="http://schemas.openxmlformats.org/officeDocument/2006/relationships/customXml" Target="../ink/ink39.xml"/><Relationship Id="rId77" Type="http://schemas.openxmlformats.org/officeDocument/2006/relationships/customXml" Target="../ink/ink43.xml"/><Relationship Id="rId8" Type="http://schemas.openxmlformats.org/officeDocument/2006/relationships/image" Target="../media/image8.png"/><Relationship Id="rId51" Type="http://schemas.openxmlformats.org/officeDocument/2006/relationships/customXml" Target="../ink/ink30.xml"/><Relationship Id="rId72" Type="http://schemas.openxmlformats.org/officeDocument/2006/relationships/image" Target="../media/image40.png"/><Relationship Id="rId80" Type="http://schemas.openxmlformats.org/officeDocument/2006/relationships/image" Target="../media/image44.png"/><Relationship Id="rId3" Type="http://schemas.openxmlformats.org/officeDocument/2006/relationships/customXml" Target="../ink/ink6.xml"/><Relationship Id="rId12" Type="http://schemas.openxmlformats.org/officeDocument/2006/relationships/image" Target="../media/image10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3.png"/><Relationship Id="rId46" Type="http://schemas.openxmlformats.org/officeDocument/2006/relationships/image" Target="../media/image27.png"/><Relationship Id="rId59" Type="http://schemas.openxmlformats.org/officeDocument/2006/relationships/customXml" Target="../ink/ink34.xml"/><Relationship Id="rId67" Type="http://schemas.openxmlformats.org/officeDocument/2006/relationships/customXml" Target="../ink/ink38.xml"/><Relationship Id="rId20" Type="http://schemas.openxmlformats.org/officeDocument/2006/relationships/image" Target="../media/image14.png"/><Relationship Id="rId41" Type="http://schemas.openxmlformats.org/officeDocument/2006/relationships/customXml" Target="../ink/ink25.xml"/><Relationship Id="rId54" Type="http://schemas.openxmlformats.org/officeDocument/2006/relationships/image" Target="../media/image31.png"/><Relationship Id="rId62" Type="http://schemas.openxmlformats.org/officeDocument/2006/relationships/image" Target="../media/image35.png"/><Relationship Id="rId70" Type="http://schemas.openxmlformats.org/officeDocument/2006/relationships/image" Target="../media/image39.png"/><Relationship Id="rId75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49" Type="http://schemas.openxmlformats.org/officeDocument/2006/relationships/customXml" Target="../ink/ink29.xml"/><Relationship Id="rId57" Type="http://schemas.openxmlformats.org/officeDocument/2006/relationships/customXml" Target="../ink/ink33.xml"/><Relationship Id="rId10" Type="http://schemas.openxmlformats.org/officeDocument/2006/relationships/image" Target="../media/image9.png"/><Relationship Id="rId31" Type="http://schemas.openxmlformats.org/officeDocument/2006/relationships/customXml" Target="../ink/ink20.xml"/><Relationship Id="rId44" Type="http://schemas.openxmlformats.org/officeDocument/2006/relationships/image" Target="../media/image26.png"/><Relationship Id="rId52" Type="http://schemas.openxmlformats.org/officeDocument/2006/relationships/image" Target="../media/image30.png"/><Relationship Id="rId60" Type="http://schemas.openxmlformats.org/officeDocument/2006/relationships/image" Target="../media/image34.png"/><Relationship Id="rId65" Type="http://schemas.openxmlformats.org/officeDocument/2006/relationships/customXml" Target="../ink/ink37.xml"/><Relationship Id="rId73" Type="http://schemas.openxmlformats.org/officeDocument/2006/relationships/customXml" Target="../ink/ink41.xml"/><Relationship Id="rId78" Type="http://schemas.openxmlformats.org/officeDocument/2006/relationships/image" Target="../media/image43.png"/><Relationship Id="rId81" Type="http://schemas.openxmlformats.org/officeDocument/2006/relationships/customXml" Target="../ink/ink45.xml"/><Relationship Id="rId4" Type="http://schemas.openxmlformats.org/officeDocument/2006/relationships/image" Target="../media/image6.png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13.png"/><Relationship Id="rId39" Type="http://schemas.openxmlformats.org/officeDocument/2006/relationships/customXml" Target="../ink/ink24.xml"/><Relationship Id="rId34" Type="http://schemas.openxmlformats.org/officeDocument/2006/relationships/image" Target="../media/image21.png"/><Relationship Id="rId50" Type="http://schemas.openxmlformats.org/officeDocument/2006/relationships/image" Target="../media/image29.png"/><Relationship Id="rId55" Type="http://schemas.openxmlformats.org/officeDocument/2006/relationships/customXml" Target="../ink/ink32.xml"/><Relationship Id="rId76" Type="http://schemas.openxmlformats.org/officeDocument/2006/relationships/image" Target="../media/image42.png"/><Relationship Id="rId7" Type="http://schemas.openxmlformats.org/officeDocument/2006/relationships/customXml" Target="../ink/ink8.xml"/><Relationship Id="rId71" Type="http://schemas.openxmlformats.org/officeDocument/2006/relationships/customXml" Target="../ink/ink40.xml"/><Relationship Id="rId2" Type="http://schemas.openxmlformats.org/officeDocument/2006/relationships/image" Target="../media/image210.png"/><Relationship Id="rId29" Type="http://schemas.openxmlformats.org/officeDocument/2006/relationships/customXml" Target="../ink/ink19.xml"/><Relationship Id="rId24" Type="http://schemas.openxmlformats.org/officeDocument/2006/relationships/image" Target="../media/image16.png"/><Relationship Id="rId40" Type="http://schemas.openxmlformats.org/officeDocument/2006/relationships/image" Target="../media/image24.png"/><Relationship Id="rId45" Type="http://schemas.openxmlformats.org/officeDocument/2006/relationships/customXml" Target="../ink/ink27.xml"/><Relationship Id="rId66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.xml"/><Relationship Id="rId18" Type="http://schemas.openxmlformats.org/officeDocument/2006/relationships/image" Target="../media/image53.png"/><Relationship Id="rId26" Type="http://schemas.openxmlformats.org/officeDocument/2006/relationships/image" Target="../media/image57.png"/><Relationship Id="rId39" Type="http://schemas.openxmlformats.org/officeDocument/2006/relationships/customXml" Target="../ink/ink64.xml"/><Relationship Id="rId21" Type="http://schemas.openxmlformats.org/officeDocument/2006/relationships/customXml" Target="../ink/ink55.xml"/><Relationship Id="rId34" Type="http://schemas.openxmlformats.org/officeDocument/2006/relationships/image" Target="../media/image61.png"/><Relationship Id="rId42" Type="http://schemas.openxmlformats.org/officeDocument/2006/relationships/image" Target="../media/image65.png"/><Relationship Id="rId7" Type="http://schemas.openxmlformats.org/officeDocument/2006/relationships/customXml" Target="../ink/ink48.xml"/><Relationship Id="rId2" Type="http://schemas.openxmlformats.org/officeDocument/2006/relationships/image" Target="../media/image410.png"/><Relationship Id="rId16" Type="http://schemas.openxmlformats.org/officeDocument/2006/relationships/image" Target="../media/image52.png"/><Relationship Id="rId29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50.xml"/><Relationship Id="rId24" Type="http://schemas.openxmlformats.org/officeDocument/2006/relationships/image" Target="../media/image56.png"/><Relationship Id="rId32" Type="http://schemas.openxmlformats.org/officeDocument/2006/relationships/image" Target="../media/image60.png"/><Relationship Id="rId37" Type="http://schemas.openxmlformats.org/officeDocument/2006/relationships/customXml" Target="../ink/ink63.xml"/><Relationship Id="rId40" Type="http://schemas.openxmlformats.org/officeDocument/2006/relationships/image" Target="../media/image64.png"/><Relationship Id="rId45" Type="http://schemas.openxmlformats.org/officeDocument/2006/relationships/customXml" Target="../ink/ink67.xml"/><Relationship Id="rId5" Type="http://schemas.openxmlformats.org/officeDocument/2006/relationships/customXml" Target="../ink/ink47.xml"/><Relationship Id="rId15" Type="http://schemas.openxmlformats.org/officeDocument/2006/relationships/customXml" Target="../ink/ink52.xml"/><Relationship Id="rId23" Type="http://schemas.openxmlformats.org/officeDocument/2006/relationships/customXml" Target="../ink/ink56.xml"/><Relationship Id="rId28" Type="http://schemas.openxmlformats.org/officeDocument/2006/relationships/image" Target="../media/image58.png"/><Relationship Id="rId36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customXml" Target="../ink/ink54.xml"/><Relationship Id="rId31" Type="http://schemas.openxmlformats.org/officeDocument/2006/relationships/customXml" Target="../ink/ink60.xml"/><Relationship Id="rId44" Type="http://schemas.openxmlformats.org/officeDocument/2006/relationships/image" Target="../media/image66.png"/><Relationship Id="rId4" Type="http://schemas.openxmlformats.org/officeDocument/2006/relationships/image" Target="../media/image46.png"/><Relationship Id="rId9" Type="http://schemas.openxmlformats.org/officeDocument/2006/relationships/customXml" Target="../ink/ink49.xml"/><Relationship Id="rId14" Type="http://schemas.openxmlformats.org/officeDocument/2006/relationships/image" Target="../media/image51.png"/><Relationship Id="rId22" Type="http://schemas.openxmlformats.org/officeDocument/2006/relationships/image" Target="../media/image55.png"/><Relationship Id="rId27" Type="http://schemas.openxmlformats.org/officeDocument/2006/relationships/customXml" Target="../ink/ink58.xml"/><Relationship Id="rId30" Type="http://schemas.openxmlformats.org/officeDocument/2006/relationships/image" Target="../media/image59.png"/><Relationship Id="rId35" Type="http://schemas.openxmlformats.org/officeDocument/2006/relationships/customXml" Target="../ink/ink62.xml"/><Relationship Id="rId43" Type="http://schemas.openxmlformats.org/officeDocument/2006/relationships/customXml" Target="../ink/ink66.xml"/><Relationship Id="rId8" Type="http://schemas.openxmlformats.org/officeDocument/2006/relationships/image" Target="../media/image48.png"/><Relationship Id="rId3" Type="http://schemas.openxmlformats.org/officeDocument/2006/relationships/customXml" Target="../ink/ink46.xml"/><Relationship Id="rId12" Type="http://schemas.openxmlformats.org/officeDocument/2006/relationships/image" Target="../media/image50.png"/><Relationship Id="rId17" Type="http://schemas.openxmlformats.org/officeDocument/2006/relationships/customXml" Target="../ink/ink53.xml"/><Relationship Id="rId25" Type="http://schemas.openxmlformats.org/officeDocument/2006/relationships/customXml" Target="../ink/ink57.xml"/><Relationship Id="rId33" Type="http://schemas.openxmlformats.org/officeDocument/2006/relationships/customXml" Target="../ink/ink61.xml"/><Relationship Id="rId38" Type="http://schemas.openxmlformats.org/officeDocument/2006/relationships/image" Target="../media/image63.png"/><Relationship Id="rId46" Type="http://schemas.openxmlformats.org/officeDocument/2006/relationships/image" Target="../media/image67.png"/><Relationship Id="rId20" Type="http://schemas.openxmlformats.org/officeDocument/2006/relationships/image" Target="../media/image54.png"/><Relationship Id="rId41" Type="http://schemas.openxmlformats.org/officeDocument/2006/relationships/customXml" Target="../ink/ink6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73.xml"/><Relationship Id="rId18" Type="http://schemas.openxmlformats.org/officeDocument/2006/relationships/image" Target="../media/image75.png"/><Relationship Id="rId3" Type="http://schemas.openxmlformats.org/officeDocument/2006/relationships/customXml" Target="../ink/ink68.xml"/><Relationship Id="rId7" Type="http://schemas.openxmlformats.org/officeDocument/2006/relationships/customXml" Target="../ink/ink70.xml"/><Relationship Id="rId12" Type="http://schemas.openxmlformats.org/officeDocument/2006/relationships/image" Target="../media/image72.png"/><Relationship Id="rId17" Type="http://schemas.openxmlformats.org/officeDocument/2006/relationships/customXml" Target="../ink/ink75.xml"/><Relationship Id="rId2" Type="http://schemas.openxmlformats.org/officeDocument/2006/relationships/image" Target="../media/image31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72.xml"/><Relationship Id="rId5" Type="http://schemas.openxmlformats.org/officeDocument/2006/relationships/customXml" Target="../ink/ink69.xml"/><Relationship Id="rId15" Type="http://schemas.openxmlformats.org/officeDocument/2006/relationships/customXml" Target="../ink/ink74.xml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customXml" Target="../ink/ink71.xml"/><Relationship Id="rId14" Type="http://schemas.openxmlformats.org/officeDocument/2006/relationships/image" Target="../media/image7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1.xml"/><Relationship Id="rId18" Type="http://schemas.openxmlformats.org/officeDocument/2006/relationships/image" Target="../media/image84.png"/><Relationship Id="rId26" Type="http://schemas.openxmlformats.org/officeDocument/2006/relationships/image" Target="../media/image88.png"/><Relationship Id="rId39" Type="http://schemas.openxmlformats.org/officeDocument/2006/relationships/customXml" Target="../ink/ink94.xml"/><Relationship Id="rId21" Type="http://schemas.openxmlformats.org/officeDocument/2006/relationships/customXml" Target="../ink/ink85.xml"/><Relationship Id="rId34" Type="http://schemas.openxmlformats.org/officeDocument/2006/relationships/image" Target="../media/image92.png"/><Relationship Id="rId42" Type="http://schemas.openxmlformats.org/officeDocument/2006/relationships/image" Target="../media/image96.png"/><Relationship Id="rId47" Type="http://schemas.openxmlformats.org/officeDocument/2006/relationships/customXml" Target="../ink/ink98.xml"/><Relationship Id="rId50" Type="http://schemas.openxmlformats.org/officeDocument/2006/relationships/image" Target="../media/image100.png"/><Relationship Id="rId55" Type="http://schemas.openxmlformats.org/officeDocument/2006/relationships/customXml" Target="../ink/ink102.xml"/><Relationship Id="rId7" Type="http://schemas.openxmlformats.org/officeDocument/2006/relationships/customXml" Target="../ink/ink78.xml"/><Relationship Id="rId2" Type="http://schemas.openxmlformats.org/officeDocument/2006/relationships/image" Target="../media/image76.png"/><Relationship Id="rId16" Type="http://schemas.openxmlformats.org/officeDocument/2006/relationships/image" Target="../media/image83.png"/><Relationship Id="rId29" Type="http://schemas.openxmlformats.org/officeDocument/2006/relationships/customXml" Target="../ink/ink89.xml"/><Relationship Id="rId11" Type="http://schemas.openxmlformats.org/officeDocument/2006/relationships/customXml" Target="../ink/ink80.xml"/><Relationship Id="rId24" Type="http://schemas.openxmlformats.org/officeDocument/2006/relationships/image" Target="../media/image87.png"/><Relationship Id="rId32" Type="http://schemas.openxmlformats.org/officeDocument/2006/relationships/image" Target="../media/image91.png"/><Relationship Id="rId37" Type="http://schemas.openxmlformats.org/officeDocument/2006/relationships/customXml" Target="../ink/ink93.xml"/><Relationship Id="rId40" Type="http://schemas.openxmlformats.org/officeDocument/2006/relationships/image" Target="../media/image95.png"/><Relationship Id="rId45" Type="http://schemas.openxmlformats.org/officeDocument/2006/relationships/customXml" Target="../ink/ink97.xml"/><Relationship Id="rId53" Type="http://schemas.openxmlformats.org/officeDocument/2006/relationships/customXml" Target="../ink/ink101.xml"/><Relationship Id="rId58" Type="http://schemas.openxmlformats.org/officeDocument/2006/relationships/image" Target="../media/image104.png"/><Relationship Id="rId5" Type="http://schemas.openxmlformats.org/officeDocument/2006/relationships/customXml" Target="../ink/ink77.xml"/><Relationship Id="rId61" Type="http://schemas.openxmlformats.org/officeDocument/2006/relationships/customXml" Target="../ink/ink105.xml"/><Relationship Id="rId19" Type="http://schemas.openxmlformats.org/officeDocument/2006/relationships/customXml" Target="../ink/ink84.xml"/><Relationship Id="rId14" Type="http://schemas.openxmlformats.org/officeDocument/2006/relationships/image" Target="../media/image82.png"/><Relationship Id="rId22" Type="http://schemas.openxmlformats.org/officeDocument/2006/relationships/image" Target="../media/image86.png"/><Relationship Id="rId27" Type="http://schemas.openxmlformats.org/officeDocument/2006/relationships/customXml" Target="../ink/ink88.xml"/><Relationship Id="rId30" Type="http://schemas.openxmlformats.org/officeDocument/2006/relationships/image" Target="../media/image90.png"/><Relationship Id="rId35" Type="http://schemas.openxmlformats.org/officeDocument/2006/relationships/customXml" Target="../ink/ink92.xml"/><Relationship Id="rId43" Type="http://schemas.openxmlformats.org/officeDocument/2006/relationships/customXml" Target="../ink/ink96.xml"/><Relationship Id="rId48" Type="http://schemas.openxmlformats.org/officeDocument/2006/relationships/image" Target="../media/image99.png"/><Relationship Id="rId56" Type="http://schemas.openxmlformats.org/officeDocument/2006/relationships/image" Target="../media/image103.png"/><Relationship Id="rId8" Type="http://schemas.openxmlformats.org/officeDocument/2006/relationships/image" Target="../media/image79.png"/><Relationship Id="rId51" Type="http://schemas.openxmlformats.org/officeDocument/2006/relationships/customXml" Target="../ink/ink100.xml"/><Relationship Id="rId3" Type="http://schemas.openxmlformats.org/officeDocument/2006/relationships/customXml" Target="../ink/ink76.xml"/><Relationship Id="rId12" Type="http://schemas.openxmlformats.org/officeDocument/2006/relationships/image" Target="../media/image81.png"/><Relationship Id="rId17" Type="http://schemas.openxmlformats.org/officeDocument/2006/relationships/customXml" Target="../ink/ink83.xml"/><Relationship Id="rId25" Type="http://schemas.openxmlformats.org/officeDocument/2006/relationships/customXml" Target="../ink/ink87.xml"/><Relationship Id="rId33" Type="http://schemas.openxmlformats.org/officeDocument/2006/relationships/customXml" Target="../ink/ink91.xml"/><Relationship Id="rId38" Type="http://schemas.openxmlformats.org/officeDocument/2006/relationships/image" Target="../media/image94.png"/><Relationship Id="rId46" Type="http://schemas.openxmlformats.org/officeDocument/2006/relationships/image" Target="../media/image98.png"/><Relationship Id="rId59" Type="http://schemas.openxmlformats.org/officeDocument/2006/relationships/customXml" Target="../ink/ink104.xml"/><Relationship Id="rId20" Type="http://schemas.openxmlformats.org/officeDocument/2006/relationships/image" Target="../media/image85.png"/><Relationship Id="rId41" Type="http://schemas.openxmlformats.org/officeDocument/2006/relationships/customXml" Target="../ink/ink95.xml"/><Relationship Id="rId54" Type="http://schemas.openxmlformats.org/officeDocument/2006/relationships/image" Target="../media/image102.png"/><Relationship Id="rId6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5" Type="http://schemas.openxmlformats.org/officeDocument/2006/relationships/customXml" Target="../ink/ink82.xml"/><Relationship Id="rId23" Type="http://schemas.openxmlformats.org/officeDocument/2006/relationships/customXml" Target="../ink/ink86.xml"/><Relationship Id="rId28" Type="http://schemas.openxmlformats.org/officeDocument/2006/relationships/image" Target="../media/image89.png"/><Relationship Id="rId36" Type="http://schemas.openxmlformats.org/officeDocument/2006/relationships/image" Target="../media/image93.png"/><Relationship Id="rId49" Type="http://schemas.openxmlformats.org/officeDocument/2006/relationships/customXml" Target="../ink/ink99.xml"/><Relationship Id="rId57" Type="http://schemas.openxmlformats.org/officeDocument/2006/relationships/customXml" Target="../ink/ink103.xml"/><Relationship Id="rId10" Type="http://schemas.openxmlformats.org/officeDocument/2006/relationships/image" Target="../media/image80.png"/><Relationship Id="rId31" Type="http://schemas.openxmlformats.org/officeDocument/2006/relationships/customXml" Target="../ink/ink90.xml"/><Relationship Id="rId44" Type="http://schemas.openxmlformats.org/officeDocument/2006/relationships/image" Target="../media/image97.png"/><Relationship Id="rId52" Type="http://schemas.openxmlformats.org/officeDocument/2006/relationships/image" Target="../media/image101.png"/><Relationship Id="rId60" Type="http://schemas.openxmlformats.org/officeDocument/2006/relationships/image" Target="../media/image105.png"/><Relationship Id="rId4" Type="http://schemas.openxmlformats.org/officeDocument/2006/relationships/image" Target="../media/image77.png"/><Relationship Id="rId9" Type="http://schemas.openxmlformats.org/officeDocument/2006/relationships/customXml" Target="../ink/ink79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9.png"/><Relationship Id="rId21" Type="http://schemas.openxmlformats.org/officeDocument/2006/relationships/customXml" Target="../ink/ink115.xml"/><Relationship Id="rId42" Type="http://schemas.openxmlformats.org/officeDocument/2006/relationships/image" Target="../media/image127.png"/><Relationship Id="rId47" Type="http://schemas.openxmlformats.org/officeDocument/2006/relationships/customXml" Target="../ink/ink128.xml"/><Relationship Id="rId63" Type="http://schemas.openxmlformats.org/officeDocument/2006/relationships/customXml" Target="../ink/ink136.xml"/><Relationship Id="rId68" Type="http://schemas.openxmlformats.org/officeDocument/2006/relationships/image" Target="../media/image141.png"/><Relationship Id="rId16" Type="http://schemas.openxmlformats.org/officeDocument/2006/relationships/image" Target="../media/image114.png"/><Relationship Id="rId11" Type="http://schemas.openxmlformats.org/officeDocument/2006/relationships/customXml" Target="../ink/ink110.xml"/><Relationship Id="rId24" Type="http://schemas.openxmlformats.org/officeDocument/2006/relationships/image" Target="../media/image118.png"/><Relationship Id="rId32" Type="http://schemas.openxmlformats.org/officeDocument/2006/relationships/image" Target="../media/image122.png"/><Relationship Id="rId37" Type="http://schemas.openxmlformats.org/officeDocument/2006/relationships/customXml" Target="../ink/ink123.xml"/><Relationship Id="rId40" Type="http://schemas.openxmlformats.org/officeDocument/2006/relationships/image" Target="../media/image126.png"/><Relationship Id="rId45" Type="http://schemas.openxmlformats.org/officeDocument/2006/relationships/customXml" Target="../ink/ink127.xml"/><Relationship Id="rId53" Type="http://schemas.openxmlformats.org/officeDocument/2006/relationships/customXml" Target="../ink/ink131.xml"/><Relationship Id="rId58" Type="http://schemas.openxmlformats.org/officeDocument/2006/relationships/image" Target="../media/image135.png"/><Relationship Id="rId66" Type="http://schemas.openxmlformats.org/officeDocument/2006/relationships/image" Target="../media/image140.png"/><Relationship Id="rId74" Type="http://schemas.openxmlformats.org/officeDocument/2006/relationships/image" Target="../media/image144.png"/><Relationship Id="rId5" Type="http://schemas.openxmlformats.org/officeDocument/2006/relationships/customXml" Target="../ink/ink107.xml"/><Relationship Id="rId61" Type="http://schemas.openxmlformats.org/officeDocument/2006/relationships/customXml" Target="../ink/ink135.xml"/><Relationship Id="rId19" Type="http://schemas.openxmlformats.org/officeDocument/2006/relationships/customXml" Target="../ink/ink114.xml"/><Relationship Id="rId14" Type="http://schemas.openxmlformats.org/officeDocument/2006/relationships/image" Target="../media/image113.png"/><Relationship Id="rId22" Type="http://schemas.openxmlformats.org/officeDocument/2006/relationships/image" Target="../media/image117.png"/><Relationship Id="rId27" Type="http://schemas.openxmlformats.org/officeDocument/2006/relationships/customXml" Target="../ink/ink118.xml"/><Relationship Id="rId30" Type="http://schemas.openxmlformats.org/officeDocument/2006/relationships/image" Target="../media/image121.png"/><Relationship Id="rId35" Type="http://schemas.openxmlformats.org/officeDocument/2006/relationships/customXml" Target="../ink/ink122.xml"/><Relationship Id="rId43" Type="http://schemas.openxmlformats.org/officeDocument/2006/relationships/customXml" Target="../ink/ink126.xml"/><Relationship Id="rId48" Type="http://schemas.openxmlformats.org/officeDocument/2006/relationships/image" Target="../media/image130.png"/><Relationship Id="rId56" Type="http://schemas.openxmlformats.org/officeDocument/2006/relationships/image" Target="../media/image134.png"/><Relationship Id="rId64" Type="http://schemas.openxmlformats.org/officeDocument/2006/relationships/image" Target="../media/image139.png"/><Relationship Id="rId69" Type="http://schemas.openxmlformats.org/officeDocument/2006/relationships/customXml" Target="../ink/ink139.xml"/><Relationship Id="rId77" Type="http://schemas.openxmlformats.org/officeDocument/2006/relationships/customXml" Target="../ink/ink143.xml"/><Relationship Id="rId8" Type="http://schemas.openxmlformats.org/officeDocument/2006/relationships/image" Target="../media/image110.png"/><Relationship Id="rId51" Type="http://schemas.openxmlformats.org/officeDocument/2006/relationships/customXml" Target="../ink/ink130.xml"/><Relationship Id="rId72" Type="http://schemas.openxmlformats.org/officeDocument/2006/relationships/image" Target="../media/image143.png"/><Relationship Id="rId3" Type="http://schemas.openxmlformats.org/officeDocument/2006/relationships/customXml" Target="../ink/ink106.xml"/><Relationship Id="rId12" Type="http://schemas.openxmlformats.org/officeDocument/2006/relationships/image" Target="../media/image112.png"/><Relationship Id="rId17" Type="http://schemas.openxmlformats.org/officeDocument/2006/relationships/customXml" Target="../ink/ink113.xml"/><Relationship Id="rId25" Type="http://schemas.openxmlformats.org/officeDocument/2006/relationships/customXml" Target="../ink/ink117.xml"/><Relationship Id="rId33" Type="http://schemas.openxmlformats.org/officeDocument/2006/relationships/customXml" Target="../ink/ink121.xml"/><Relationship Id="rId38" Type="http://schemas.openxmlformats.org/officeDocument/2006/relationships/image" Target="../media/image125.png"/><Relationship Id="rId46" Type="http://schemas.openxmlformats.org/officeDocument/2006/relationships/image" Target="../media/image129.png"/><Relationship Id="rId59" Type="http://schemas.openxmlformats.org/officeDocument/2006/relationships/customXml" Target="../ink/ink134.xml"/><Relationship Id="rId67" Type="http://schemas.openxmlformats.org/officeDocument/2006/relationships/customXml" Target="../ink/ink138.xml"/><Relationship Id="rId20" Type="http://schemas.openxmlformats.org/officeDocument/2006/relationships/image" Target="../media/image116.png"/><Relationship Id="rId41" Type="http://schemas.openxmlformats.org/officeDocument/2006/relationships/customXml" Target="../ink/ink125.xml"/><Relationship Id="rId54" Type="http://schemas.openxmlformats.org/officeDocument/2006/relationships/image" Target="../media/image133.png"/><Relationship Id="rId62" Type="http://schemas.openxmlformats.org/officeDocument/2006/relationships/image" Target="../media/image137.png"/><Relationship Id="rId70" Type="http://schemas.openxmlformats.org/officeDocument/2006/relationships/image" Target="../media/image142.png"/><Relationship Id="rId75" Type="http://schemas.openxmlformats.org/officeDocument/2006/relationships/customXml" Target="../ink/ink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5" Type="http://schemas.openxmlformats.org/officeDocument/2006/relationships/customXml" Target="../ink/ink112.xml"/><Relationship Id="rId23" Type="http://schemas.openxmlformats.org/officeDocument/2006/relationships/customXml" Target="../ink/ink116.xml"/><Relationship Id="rId28" Type="http://schemas.openxmlformats.org/officeDocument/2006/relationships/image" Target="../media/image120.png"/><Relationship Id="rId36" Type="http://schemas.openxmlformats.org/officeDocument/2006/relationships/image" Target="../media/image124.png"/><Relationship Id="rId49" Type="http://schemas.openxmlformats.org/officeDocument/2006/relationships/customXml" Target="../ink/ink129.xml"/><Relationship Id="rId57" Type="http://schemas.openxmlformats.org/officeDocument/2006/relationships/customXml" Target="../ink/ink133.xml"/><Relationship Id="rId10" Type="http://schemas.openxmlformats.org/officeDocument/2006/relationships/image" Target="../media/image111.png"/><Relationship Id="rId31" Type="http://schemas.openxmlformats.org/officeDocument/2006/relationships/customXml" Target="../ink/ink120.xml"/><Relationship Id="rId44" Type="http://schemas.openxmlformats.org/officeDocument/2006/relationships/image" Target="../media/image128.png"/><Relationship Id="rId52" Type="http://schemas.openxmlformats.org/officeDocument/2006/relationships/image" Target="../media/image132.png"/><Relationship Id="rId60" Type="http://schemas.openxmlformats.org/officeDocument/2006/relationships/image" Target="../media/image136.png"/><Relationship Id="rId65" Type="http://schemas.openxmlformats.org/officeDocument/2006/relationships/customXml" Target="../ink/ink137.xml"/><Relationship Id="rId73" Type="http://schemas.openxmlformats.org/officeDocument/2006/relationships/customXml" Target="../ink/ink141.xml"/><Relationship Id="rId78" Type="http://schemas.openxmlformats.org/officeDocument/2006/relationships/image" Target="../media/image146.png"/><Relationship Id="rId4" Type="http://schemas.openxmlformats.org/officeDocument/2006/relationships/image" Target="../media/image108.png"/><Relationship Id="rId9" Type="http://schemas.openxmlformats.org/officeDocument/2006/relationships/customXml" Target="../ink/ink109.xml"/><Relationship Id="rId13" Type="http://schemas.openxmlformats.org/officeDocument/2006/relationships/customXml" Target="../ink/ink111.xml"/><Relationship Id="rId18" Type="http://schemas.openxmlformats.org/officeDocument/2006/relationships/image" Target="../media/image115.png"/><Relationship Id="rId39" Type="http://schemas.openxmlformats.org/officeDocument/2006/relationships/customXml" Target="../ink/ink124.xml"/><Relationship Id="rId34" Type="http://schemas.openxmlformats.org/officeDocument/2006/relationships/image" Target="../media/image123.png"/><Relationship Id="rId50" Type="http://schemas.openxmlformats.org/officeDocument/2006/relationships/image" Target="../media/image131.png"/><Relationship Id="rId55" Type="http://schemas.openxmlformats.org/officeDocument/2006/relationships/customXml" Target="../ink/ink132.xml"/><Relationship Id="rId76" Type="http://schemas.openxmlformats.org/officeDocument/2006/relationships/image" Target="../media/image145.png"/><Relationship Id="rId7" Type="http://schemas.openxmlformats.org/officeDocument/2006/relationships/customXml" Target="../ink/ink108.xml"/><Relationship Id="rId71" Type="http://schemas.openxmlformats.org/officeDocument/2006/relationships/customXml" Target="../ink/ink140.xml"/><Relationship Id="rId2" Type="http://schemas.openxmlformats.org/officeDocument/2006/relationships/image" Target="../media/image107.png"/><Relationship Id="rId29" Type="http://schemas.openxmlformats.org/officeDocument/2006/relationships/customXml" Target="../ink/ink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3024-C19F-8148-8BDA-A29B18111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5F922-8DF0-1443-9643-62C4B39E3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0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2054087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6788" y="1859075"/>
            <a:ext cx="7250598" cy="15059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98174" y="4094922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Pronumeral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symbol or letter which takes the place of a number or a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74" y="4655853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quantity which can represent different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174" y="5777715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Term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number and one (or more) pronumeral multiplied together or just a number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174" y="6338646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Constant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term with no pronumeral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5879" y="569843"/>
            <a:ext cx="5304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ALGEBRIC EXPRESSION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74" y="5216784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Coefficient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the number which appears before a pronumeral within the same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" y="2054087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2060"/>
                </a:solidFill>
              </a:rPr>
              <a:t>a</a:t>
            </a:r>
            <a:r>
              <a:rPr lang="en-US" sz="6600" dirty="0"/>
              <a:t> + 4</a:t>
            </a:r>
            <a:r>
              <a:rPr lang="en-US" sz="6600" dirty="0">
                <a:solidFill>
                  <a:srgbClr val="002060"/>
                </a:solidFill>
              </a:rPr>
              <a:t>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3</a:t>
            </a:r>
            <a:r>
              <a:rPr lang="en-US" sz="6600" dirty="0">
                <a:solidFill>
                  <a:srgbClr val="002060"/>
                </a:solidFill>
              </a:rPr>
              <a:t>c</a:t>
            </a:r>
            <a:r>
              <a:rPr lang="en-US" sz="6600" dirty="0"/>
              <a:t> + 7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3171" y="2058074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2"/>
                </a:solidFill>
              </a:rPr>
              <a:t>a</a:t>
            </a:r>
            <a:r>
              <a:rPr lang="en-US" sz="6600" dirty="0"/>
              <a:t> + 4</a:t>
            </a:r>
            <a:r>
              <a:rPr lang="en-US" sz="6600" dirty="0">
                <a:solidFill>
                  <a:schemeClr val="accent2"/>
                </a:solidFill>
              </a:rPr>
              <a:t>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3</a:t>
            </a:r>
            <a:r>
              <a:rPr lang="en-US" sz="6600" dirty="0">
                <a:solidFill>
                  <a:schemeClr val="accent2"/>
                </a:solidFill>
              </a:rPr>
              <a:t>c</a:t>
            </a:r>
            <a:r>
              <a:rPr lang="en-US" sz="6600" dirty="0"/>
              <a:t> + 7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1" y="2054956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</a:t>
            </a:r>
            <a:r>
              <a:rPr lang="en-US" sz="6600" dirty="0">
                <a:solidFill>
                  <a:srgbClr val="FF0000"/>
                </a:solidFill>
              </a:rPr>
              <a:t>4</a:t>
            </a:r>
            <a:r>
              <a:rPr lang="en-US" sz="6600" dirty="0"/>
              <a:t>ab </a:t>
            </a:r>
            <a:r>
              <a:rPr lang="mr-IN" sz="6600" dirty="0"/>
              <a:t>–</a:t>
            </a:r>
            <a:r>
              <a:rPr lang="en-US" sz="6600" dirty="0"/>
              <a:t> </a:t>
            </a:r>
            <a:r>
              <a:rPr lang="en-US" sz="6600" dirty="0">
                <a:solidFill>
                  <a:srgbClr val="FF0000"/>
                </a:solidFill>
              </a:rPr>
              <a:t>3</a:t>
            </a:r>
            <a:r>
              <a:rPr lang="en-US" sz="6600" dirty="0"/>
              <a:t>c + 7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2341" y="2050009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7030A0"/>
                </a:solidFill>
              </a:rPr>
              <a:t>a</a:t>
            </a:r>
            <a:r>
              <a:rPr lang="en-US" sz="6600" dirty="0"/>
              <a:t> + </a:t>
            </a:r>
            <a:r>
              <a:rPr lang="en-US" sz="6600" dirty="0">
                <a:solidFill>
                  <a:srgbClr val="7030A0"/>
                </a:solidFill>
              </a:rPr>
              <a:t>4ab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</a:t>
            </a:r>
            <a:r>
              <a:rPr lang="en-US" sz="6600" dirty="0">
                <a:solidFill>
                  <a:srgbClr val="7030A0"/>
                </a:solidFill>
              </a:rPr>
              <a:t>3c</a:t>
            </a:r>
            <a:r>
              <a:rPr lang="en-US" sz="6600" dirty="0"/>
              <a:t> + </a:t>
            </a:r>
            <a:r>
              <a:rPr lang="en-US" sz="6600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0628" y="2060715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</a:t>
            </a:r>
            <a:r>
              <a:rPr lang="en-US" sz="6600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0627" y="2060715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1">
                <a:extLst>
                  <a:ext uri="{FF2B5EF4-FFF2-40B4-BE49-F238E27FC236}">
                    <a16:creationId xmlns:a16="http://schemas.microsoft.com/office/drawing/2014/main" id="{1ABDEED0-D2D9-3A47-95F2-A31F455CFAD4}"/>
                  </a:ext>
                </a:extLst>
              </p14:cNvPr>
              <p14:cNvContentPartPr/>
              <p14:nvPr/>
            </p14:nvContentPartPr>
            <p14:xfrm>
              <a:off x="5089631" y="5003871"/>
              <a:ext cx="1563120" cy="573120"/>
            </p14:xfrm>
          </p:contentPart>
        </mc:Choice>
        <mc:Fallback xmlns="">
          <p:pic>
            <p:nvPicPr>
              <p:cNvPr id="11" name="Ink 11">
                <a:extLst>
                  <a:ext uri="{FF2B5EF4-FFF2-40B4-BE49-F238E27FC236}">
                    <a16:creationId xmlns:a16="http://schemas.microsoft.com/office/drawing/2014/main" id="{1ABDEED0-D2D9-3A47-95F2-A31F455CFA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4511" y="4988751"/>
                <a:ext cx="159336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A95FCB-D705-3B48-A0C1-AA1E4A59C11B}"/>
                  </a:ext>
                </a:extLst>
              </p14:cNvPr>
              <p14:cNvContentPartPr/>
              <p14:nvPr/>
            </p14:nvContentPartPr>
            <p14:xfrm>
              <a:off x="7449071" y="5041311"/>
              <a:ext cx="174600" cy="193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A95FCB-D705-3B48-A0C1-AA1E4A59C1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33951" y="5025831"/>
                <a:ext cx="2052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37">
                <a:extLst>
                  <a:ext uri="{FF2B5EF4-FFF2-40B4-BE49-F238E27FC236}">
                    <a16:creationId xmlns:a16="http://schemas.microsoft.com/office/drawing/2014/main" id="{BECD65FC-85AB-6A4A-BE61-7405A2111394}"/>
                  </a:ext>
                </a:extLst>
              </p14:cNvPr>
              <p14:cNvContentPartPr/>
              <p14:nvPr/>
            </p14:nvContentPartPr>
            <p14:xfrm>
              <a:off x="8364551" y="4972911"/>
              <a:ext cx="441720" cy="293040"/>
            </p14:xfrm>
          </p:contentPart>
        </mc:Choice>
        <mc:Fallback xmlns="">
          <p:pic>
            <p:nvPicPr>
              <p:cNvPr id="26" name="Ink 37">
                <a:extLst>
                  <a:ext uri="{FF2B5EF4-FFF2-40B4-BE49-F238E27FC236}">
                    <a16:creationId xmlns:a16="http://schemas.microsoft.com/office/drawing/2014/main" id="{BECD65FC-85AB-6A4A-BE61-7405A21113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49071" y="4957431"/>
                <a:ext cx="4723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8">
                <a:extLst>
                  <a:ext uri="{FF2B5EF4-FFF2-40B4-BE49-F238E27FC236}">
                    <a16:creationId xmlns:a16="http://schemas.microsoft.com/office/drawing/2014/main" id="{E333999A-125A-394D-A7BF-32B620A4742F}"/>
                  </a:ext>
                </a:extLst>
              </p14:cNvPr>
              <p14:cNvContentPartPr/>
              <p14:nvPr/>
            </p14:nvContentPartPr>
            <p14:xfrm>
              <a:off x="7953431" y="4966431"/>
              <a:ext cx="243360" cy="274320"/>
            </p14:xfrm>
          </p:contentPart>
        </mc:Choice>
        <mc:Fallback xmlns="">
          <p:pic>
            <p:nvPicPr>
              <p:cNvPr id="36" name="Ink 38">
                <a:extLst>
                  <a:ext uri="{FF2B5EF4-FFF2-40B4-BE49-F238E27FC236}">
                    <a16:creationId xmlns:a16="http://schemas.microsoft.com/office/drawing/2014/main" id="{E333999A-125A-394D-A7BF-32B620A474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8289" y="4951311"/>
                <a:ext cx="274005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9">
                <a:extLst>
                  <a:ext uri="{FF2B5EF4-FFF2-40B4-BE49-F238E27FC236}">
                    <a16:creationId xmlns:a16="http://schemas.microsoft.com/office/drawing/2014/main" id="{407DC3E7-AD2E-0F49-9526-017950D01B96}"/>
                  </a:ext>
                </a:extLst>
              </p14:cNvPr>
              <p14:cNvContentPartPr/>
              <p14:nvPr/>
            </p14:nvContentPartPr>
            <p14:xfrm>
              <a:off x="6908351" y="4929711"/>
              <a:ext cx="304560" cy="453960"/>
            </p14:xfrm>
          </p:contentPart>
        </mc:Choice>
        <mc:Fallback xmlns="">
          <p:pic>
            <p:nvPicPr>
              <p:cNvPr id="37" name="Ink 39">
                <a:extLst>
                  <a:ext uri="{FF2B5EF4-FFF2-40B4-BE49-F238E27FC236}">
                    <a16:creationId xmlns:a16="http://schemas.microsoft.com/office/drawing/2014/main" id="{407DC3E7-AD2E-0F49-9526-017950D01B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3231" y="4914591"/>
                <a:ext cx="335160" cy="48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9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/>
      <p:bldP spid="25" grpId="0"/>
      <p:bldP spid="27" grpId="0"/>
      <p:bldP spid="28" grpId="0"/>
      <p:bldP spid="29" grpId="0"/>
      <p:bldP spid="30" grpId="0"/>
      <p:bldP spid="32" grpId="0"/>
      <p:bldP spid="31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Solving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8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s = </a:t>
                </a:r>
                <a:r>
                  <a:rPr lang="en-US" sz="3600" dirty="0" err="1"/>
                  <a:t>ut</a:t>
                </a:r>
                <a:r>
                  <a:rPr lang="en-US" sz="36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600" dirty="0"/>
                  <a:t> at</a:t>
                </a:r>
                <a:r>
                  <a:rPr lang="en-US" sz="3600" baseline="30000" dirty="0"/>
                  <a:t>2</a:t>
                </a:r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endParaRPr lang="en-US" sz="3600" i="1" dirty="0">
                  <a:latin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r-IN" sz="3600" i="1" smtClean="0">
                          <a:latin typeface="Cambria Math" charset="0"/>
                        </a:rPr>
                        <m:t>𝐴</m:t>
                      </m:r>
                      <m:r>
                        <a:rPr lang="mr-IN" sz="3600" i="1" smtClean="0">
                          <a:latin typeface="Cambria Math" charset="0"/>
                        </a:rPr>
                        <m:t>=</m:t>
                      </m:r>
                      <m:r>
                        <a:rPr lang="mr-IN" sz="3600" i="1" smtClean="0">
                          <a:latin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mr-IN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mr-IN" sz="3600" i="1" smtClean="0"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mr-IN" sz="360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I = PRT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1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4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 = </a:t>
                </a:r>
                <a:r>
                  <a:rPr lang="en-US" dirty="0" err="1"/>
                  <a:t>ut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at</a:t>
                </a:r>
                <a:r>
                  <a:rPr lang="en-US" baseline="30000" dirty="0"/>
                  <a:t>2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s = 62, t </a:t>
            </a:r>
            <a:r>
              <a:rPr lang="en-AU" dirty="0"/>
              <a:t>= 3 and a = 10, find u.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F39CB6-6A0C-4D44-8C99-146AF8BD0646}"/>
                  </a:ext>
                </a:extLst>
              </p14:cNvPr>
              <p14:cNvContentPartPr/>
              <p14:nvPr/>
            </p14:nvContentPartPr>
            <p14:xfrm>
              <a:off x="1808951" y="2308191"/>
              <a:ext cx="149760" cy="36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F39CB6-6A0C-4D44-8C99-146AF8BD06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3831" y="2293071"/>
                <a:ext cx="1803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2137C4-696E-3546-934D-0A20F2363390}"/>
                  </a:ext>
                </a:extLst>
              </p14:cNvPr>
              <p14:cNvContentPartPr/>
              <p14:nvPr/>
            </p14:nvContentPartPr>
            <p14:xfrm>
              <a:off x="2139431" y="2401791"/>
              <a:ext cx="230040" cy="22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2137C4-696E-3546-934D-0A20F23633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4311" y="2386311"/>
                <a:ext cx="2606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12C57B-0803-FD41-A1D7-3446EAAACCC2}"/>
                  </a:ext>
                </a:extLst>
              </p14:cNvPr>
              <p14:cNvContentPartPr/>
              <p14:nvPr/>
            </p14:nvContentPartPr>
            <p14:xfrm>
              <a:off x="2624351" y="2495031"/>
              <a:ext cx="149760" cy="1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12C57B-0803-FD41-A1D7-3446EAAACC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09231" y="2479911"/>
                <a:ext cx="1803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6C9397-785B-0E42-8693-4BE0A011919A}"/>
                  </a:ext>
                </a:extLst>
              </p14:cNvPr>
              <p14:cNvContentPartPr/>
              <p14:nvPr/>
            </p14:nvContentPartPr>
            <p14:xfrm>
              <a:off x="2649551" y="2588271"/>
              <a:ext cx="124920" cy="31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6C9397-785B-0E42-8693-4BE0A01191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34071" y="2573151"/>
                <a:ext cx="155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567A12-AE1C-6548-B2D6-A16A0F00014C}"/>
                  </a:ext>
                </a:extLst>
              </p14:cNvPr>
              <p14:cNvContentPartPr/>
              <p14:nvPr/>
            </p14:nvContentPartPr>
            <p14:xfrm>
              <a:off x="3054191" y="2396031"/>
              <a:ext cx="236880" cy="279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567A12-AE1C-6548-B2D6-A16A0F0001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38711" y="2380911"/>
                <a:ext cx="2674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20">
                <a:extLst>
                  <a:ext uri="{FF2B5EF4-FFF2-40B4-BE49-F238E27FC236}">
                    <a16:creationId xmlns:a16="http://schemas.microsoft.com/office/drawing/2014/main" id="{C00A1161-CFA3-7C48-A31E-6B4DA9991046}"/>
                  </a:ext>
                </a:extLst>
              </p14:cNvPr>
              <p14:cNvContentPartPr/>
              <p14:nvPr/>
            </p14:nvContentPartPr>
            <p14:xfrm>
              <a:off x="3988031" y="2334471"/>
              <a:ext cx="168480" cy="229320"/>
            </p14:xfrm>
          </p:contentPart>
        </mc:Choice>
        <mc:Fallback xmlns="">
          <p:pic>
            <p:nvPicPr>
              <p:cNvPr id="18" name="Ink 20">
                <a:extLst>
                  <a:ext uri="{FF2B5EF4-FFF2-40B4-BE49-F238E27FC236}">
                    <a16:creationId xmlns:a16="http://schemas.microsoft.com/office/drawing/2014/main" id="{C00A1161-CFA3-7C48-A31E-6B4DA99910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72551" y="2319351"/>
                <a:ext cx="1990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21">
                <a:extLst>
                  <a:ext uri="{FF2B5EF4-FFF2-40B4-BE49-F238E27FC236}">
                    <a16:creationId xmlns:a16="http://schemas.microsoft.com/office/drawing/2014/main" id="{C83F80C9-96D0-564A-92C1-A848F6DF3F6F}"/>
                  </a:ext>
                </a:extLst>
              </p14:cNvPr>
              <p14:cNvContentPartPr/>
              <p14:nvPr/>
            </p14:nvContentPartPr>
            <p14:xfrm>
              <a:off x="3402671" y="2333031"/>
              <a:ext cx="448560" cy="311760"/>
            </p14:xfrm>
          </p:contentPart>
        </mc:Choice>
        <mc:Fallback xmlns="">
          <p:pic>
            <p:nvPicPr>
              <p:cNvPr id="19" name="Ink 21">
                <a:extLst>
                  <a:ext uri="{FF2B5EF4-FFF2-40B4-BE49-F238E27FC236}">
                    <a16:creationId xmlns:a16="http://schemas.microsoft.com/office/drawing/2014/main" id="{C83F80C9-96D0-564A-92C1-A848F6DF3F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87551" y="2317911"/>
                <a:ext cx="4791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324C253-02AE-1B4B-9524-237306E0F71A}"/>
                  </a:ext>
                </a:extLst>
              </p14:cNvPr>
              <p14:cNvContentPartPr/>
              <p14:nvPr/>
            </p14:nvContentPartPr>
            <p14:xfrm>
              <a:off x="6017351" y="2277231"/>
              <a:ext cx="143640" cy="118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324C253-02AE-1B4B-9524-237306E0F7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02231" y="2261751"/>
                <a:ext cx="1738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CEC3D2-28D2-224B-9E46-00B9D775FC8A}"/>
                  </a:ext>
                </a:extLst>
              </p14:cNvPr>
              <p14:cNvContentPartPr/>
              <p14:nvPr/>
            </p14:nvContentPartPr>
            <p14:xfrm>
              <a:off x="2095151" y="3098751"/>
              <a:ext cx="112320" cy="342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CEC3D2-28D2-224B-9E46-00B9D775FC8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80031" y="3083631"/>
                <a:ext cx="1429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D48DE8C-D5D8-6B49-B375-B1B5155600DB}"/>
                  </a:ext>
                </a:extLst>
              </p14:cNvPr>
              <p14:cNvContentPartPr/>
              <p14:nvPr/>
            </p14:nvContentPartPr>
            <p14:xfrm>
              <a:off x="2406551" y="3223311"/>
              <a:ext cx="205920" cy="187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D48DE8C-D5D8-6B49-B375-B1B5155600D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91431" y="3208191"/>
                <a:ext cx="2361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83C337E-CAB4-F64C-97CC-C5A0B2076AF4}"/>
                  </a:ext>
                </a:extLst>
              </p14:cNvPr>
              <p14:cNvContentPartPr/>
              <p14:nvPr/>
            </p14:nvContentPartPr>
            <p14:xfrm>
              <a:off x="2917031" y="3260751"/>
              <a:ext cx="100080" cy="12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83C337E-CAB4-F64C-97CC-C5A0B2076AF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01911" y="3245631"/>
                <a:ext cx="1303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2BE05F9-80AF-D64B-A99A-4DC26BC55804}"/>
                  </a:ext>
                </a:extLst>
              </p14:cNvPr>
              <p14:cNvContentPartPr/>
              <p14:nvPr/>
            </p14:nvContentPartPr>
            <p14:xfrm>
              <a:off x="2923151" y="3353991"/>
              <a:ext cx="68760" cy="37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2BE05F9-80AF-D64B-A99A-4DC26BC558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08031" y="3338871"/>
                <a:ext cx="993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3">
                <a:extLst>
                  <a:ext uri="{FF2B5EF4-FFF2-40B4-BE49-F238E27FC236}">
                    <a16:creationId xmlns:a16="http://schemas.microsoft.com/office/drawing/2014/main" id="{9BCE8A4F-D0B6-CF4C-A7EF-918A612D65EC}"/>
                  </a:ext>
                </a:extLst>
              </p14:cNvPr>
              <p14:cNvContentPartPr/>
              <p14:nvPr/>
            </p14:nvContentPartPr>
            <p14:xfrm>
              <a:off x="3428231" y="3130071"/>
              <a:ext cx="566280" cy="311760"/>
            </p14:xfrm>
          </p:contentPart>
        </mc:Choice>
        <mc:Fallback xmlns="">
          <p:pic>
            <p:nvPicPr>
              <p:cNvPr id="43" name="Ink 43">
                <a:extLst>
                  <a:ext uri="{FF2B5EF4-FFF2-40B4-BE49-F238E27FC236}">
                    <a16:creationId xmlns:a16="http://schemas.microsoft.com/office/drawing/2014/main" id="{9BCE8A4F-D0B6-CF4C-A7EF-918A612D65E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13111" y="3114591"/>
                <a:ext cx="59652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0" name="Ink 60">
                <a:extLst>
                  <a:ext uri="{FF2B5EF4-FFF2-40B4-BE49-F238E27FC236}">
                    <a16:creationId xmlns:a16="http://schemas.microsoft.com/office/drawing/2014/main" id="{A8501520-7B77-134D-93A0-360D6D36E571}"/>
                  </a:ext>
                </a:extLst>
              </p14:cNvPr>
              <p14:cNvContentPartPr/>
              <p14:nvPr/>
            </p14:nvContentPartPr>
            <p14:xfrm>
              <a:off x="4255511" y="2295951"/>
              <a:ext cx="1662840" cy="1046160"/>
            </p14:xfrm>
          </p:contentPart>
        </mc:Choice>
        <mc:Fallback xmlns="">
          <p:pic>
            <p:nvPicPr>
              <p:cNvPr id="60" name="Ink 60">
                <a:extLst>
                  <a:ext uri="{FF2B5EF4-FFF2-40B4-BE49-F238E27FC236}">
                    <a16:creationId xmlns:a16="http://schemas.microsoft.com/office/drawing/2014/main" id="{A8501520-7B77-134D-93A0-360D6D36E57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40388" y="2280471"/>
                <a:ext cx="1693447" cy="10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871209A-F5EA-1F4F-A6C4-D08BC129DFFB}"/>
                  </a:ext>
                </a:extLst>
              </p14:cNvPr>
              <p14:cNvContentPartPr/>
              <p14:nvPr/>
            </p14:nvContentPartPr>
            <p14:xfrm>
              <a:off x="2362991" y="3732351"/>
              <a:ext cx="143640" cy="331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871209A-F5EA-1F4F-A6C4-D08BC129DFF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347871" y="3717231"/>
                <a:ext cx="1738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1AA8499-19DA-4349-94F3-B3003448046F}"/>
                  </a:ext>
                </a:extLst>
              </p14:cNvPr>
              <p14:cNvContentPartPr/>
              <p14:nvPr/>
            </p14:nvContentPartPr>
            <p14:xfrm>
              <a:off x="2618231" y="3808671"/>
              <a:ext cx="243000" cy="162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1AA8499-19DA-4349-94F3-B3003448046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603111" y="3793191"/>
                <a:ext cx="2736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E40B349-9BCE-D948-8AF9-3708BCF406A3}"/>
                  </a:ext>
                </a:extLst>
              </p14:cNvPr>
              <p14:cNvContentPartPr/>
              <p14:nvPr/>
            </p14:nvContentPartPr>
            <p14:xfrm>
              <a:off x="3134831" y="3833511"/>
              <a:ext cx="118800" cy="25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E40B349-9BCE-D948-8AF9-3708BCF406A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19711" y="3818391"/>
                <a:ext cx="149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90115EC-B970-E444-A834-7948908D4D0B}"/>
                  </a:ext>
                </a:extLst>
              </p14:cNvPr>
              <p14:cNvContentPartPr/>
              <p14:nvPr/>
            </p14:nvContentPartPr>
            <p14:xfrm>
              <a:off x="3147431" y="3926751"/>
              <a:ext cx="149760" cy="25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90115EC-B970-E444-A834-7948908D4D0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32311" y="3911631"/>
                <a:ext cx="180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C0788B-A10A-514E-885A-4F0713DC913A}"/>
                  </a:ext>
                </a:extLst>
              </p14:cNvPr>
              <p14:cNvContentPartPr/>
              <p14:nvPr/>
            </p14:nvContentPartPr>
            <p14:xfrm>
              <a:off x="3639911" y="3677991"/>
              <a:ext cx="142920" cy="293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C0788B-A10A-514E-885A-4F0713DC913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24791" y="3662511"/>
                <a:ext cx="1735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0253E76-3DF9-9942-B5DD-1D95BCF060CC}"/>
                  </a:ext>
                </a:extLst>
              </p14:cNvPr>
              <p14:cNvContentPartPr/>
              <p14:nvPr/>
            </p14:nvContentPartPr>
            <p14:xfrm>
              <a:off x="3907031" y="3728391"/>
              <a:ext cx="274320" cy="180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0253E76-3DF9-9942-B5DD-1D95BCF060C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91551" y="3712911"/>
                <a:ext cx="3049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1F1FFA8-BB07-D749-A72A-9640181586D3}"/>
                  </a:ext>
                </a:extLst>
              </p14:cNvPr>
              <p14:cNvContentPartPr/>
              <p14:nvPr/>
            </p14:nvContentPartPr>
            <p14:xfrm>
              <a:off x="3446231" y="4393671"/>
              <a:ext cx="112320" cy="378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1F1FFA8-BB07-D749-A72A-9640181586D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431111" y="4378551"/>
                <a:ext cx="1429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EF2FDAF-25D1-8C49-B8EA-DEA9E52855A7}"/>
                  </a:ext>
                </a:extLst>
              </p14:cNvPr>
              <p14:cNvContentPartPr/>
              <p14:nvPr/>
            </p14:nvContentPartPr>
            <p14:xfrm>
              <a:off x="3452351" y="4493391"/>
              <a:ext cx="155880" cy="19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EF2FDAF-25D1-8C49-B8EA-DEA9E52855A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437231" y="4478271"/>
                <a:ext cx="186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8" name="Ink 81">
                <a:extLst>
                  <a:ext uri="{FF2B5EF4-FFF2-40B4-BE49-F238E27FC236}">
                    <a16:creationId xmlns:a16="http://schemas.microsoft.com/office/drawing/2014/main" id="{8B01D7E8-BAA9-7944-8D02-73D9970152E3}"/>
                  </a:ext>
                </a:extLst>
              </p14:cNvPr>
              <p14:cNvContentPartPr/>
              <p14:nvPr/>
            </p14:nvContentPartPr>
            <p14:xfrm>
              <a:off x="2643071" y="4321671"/>
              <a:ext cx="635400" cy="284040"/>
            </p14:xfrm>
          </p:contentPart>
        </mc:Choice>
        <mc:Fallback xmlns="">
          <p:pic>
            <p:nvPicPr>
              <p:cNvPr id="78" name="Ink 81">
                <a:extLst>
                  <a:ext uri="{FF2B5EF4-FFF2-40B4-BE49-F238E27FC236}">
                    <a16:creationId xmlns:a16="http://schemas.microsoft.com/office/drawing/2014/main" id="{8B01D7E8-BAA9-7944-8D02-73D9970152E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627951" y="4306551"/>
                <a:ext cx="6660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9" name="Ink 82">
                <a:extLst>
                  <a:ext uri="{FF2B5EF4-FFF2-40B4-BE49-F238E27FC236}">
                    <a16:creationId xmlns:a16="http://schemas.microsoft.com/office/drawing/2014/main" id="{DD0F8DFD-4BDE-FA4C-B8B0-8C5710427D35}"/>
                  </a:ext>
                </a:extLst>
              </p14:cNvPr>
              <p14:cNvContentPartPr/>
              <p14:nvPr/>
            </p14:nvContentPartPr>
            <p14:xfrm>
              <a:off x="4965431" y="3627951"/>
              <a:ext cx="236880" cy="212040"/>
            </p14:xfrm>
          </p:contentPart>
        </mc:Choice>
        <mc:Fallback xmlns="">
          <p:pic>
            <p:nvPicPr>
              <p:cNvPr id="79" name="Ink 82">
                <a:extLst>
                  <a:ext uri="{FF2B5EF4-FFF2-40B4-BE49-F238E27FC236}">
                    <a16:creationId xmlns:a16="http://schemas.microsoft.com/office/drawing/2014/main" id="{DD0F8DFD-4BDE-FA4C-B8B0-8C5710427D3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49951" y="3612831"/>
                <a:ext cx="2674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0" name="Ink 83">
                <a:extLst>
                  <a:ext uri="{FF2B5EF4-FFF2-40B4-BE49-F238E27FC236}">
                    <a16:creationId xmlns:a16="http://schemas.microsoft.com/office/drawing/2014/main" id="{00FE1865-0A2F-F04F-AF2F-661F4F67AEEE}"/>
                  </a:ext>
                </a:extLst>
              </p14:cNvPr>
              <p14:cNvContentPartPr/>
              <p14:nvPr/>
            </p14:nvContentPartPr>
            <p14:xfrm>
              <a:off x="4672751" y="3627951"/>
              <a:ext cx="190440" cy="236880"/>
            </p14:xfrm>
          </p:contentPart>
        </mc:Choice>
        <mc:Fallback xmlns="">
          <p:pic>
            <p:nvPicPr>
              <p:cNvPr id="80" name="Ink 83">
                <a:extLst>
                  <a:ext uri="{FF2B5EF4-FFF2-40B4-BE49-F238E27FC236}">
                    <a16:creationId xmlns:a16="http://schemas.microsoft.com/office/drawing/2014/main" id="{00FE1865-0A2F-F04F-AF2F-661F4F67AEE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657271" y="3612831"/>
                <a:ext cx="2210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1" name="Ink 84">
                <a:extLst>
                  <a:ext uri="{FF2B5EF4-FFF2-40B4-BE49-F238E27FC236}">
                    <a16:creationId xmlns:a16="http://schemas.microsoft.com/office/drawing/2014/main" id="{B7740C49-6394-AE40-B114-D0791FA32932}"/>
                  </a:ext>
                </a:extLst>
              </p14:cNvPr>
              <p14:cNvContentPartPr/>
              <p14:nvPr/>
            </p14:nvContentPartPr>
            <p14:xfrm>
              <a:off x="4355231" y="3615711"/>
              <a:ext cx="149760" cy="218160"/>
            </p14:xfrm>
          </p:contentPart>
        </mc:Choice>
        <mc:Fallback xmlns="">
          <p:pic>
            <p:nvPicPr>
              <p:cNvPr id="81" name="Ink 84">
                <a:extLst>
                  <a:ext uri="{FF2B5EF4-FFF2-40B4-BE49-F238E27FC236}">
                    <a16:creationId xmlns:a16="http://schemas.microsoft.com/office/drawing/2014/main" id="{B7740C49-6394-AE40-B114-D0791FA3293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39751" y="3600231"/>
                <a:ext cx="1803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9F3674F-4862-894F-AFF2-3471BCB52178}"/>
                  </a:ext>
                </a:extLst>
              </p14:cNvPr>
              <p14:cNvContentPartPr/>
              <p14:nvPr/>
            </p14:nvContentPartPr>
            <p14:xfrm>
              <a:off x="3060311" y="4960311"/>
              <a:ext cx="311760" cy="236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9F3674F-4862-894F-AFF2-3471BCB5217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45191" y="4945191"/>
                <a:ext cx="3420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EB54894-1E22-394A-BB19-FBBB54B5A1B4}"/>
                  </a:ext>
                </a:extLst>
              </p14:cNvPr>
              <p14:cNvContentPartPr/>
              <p14:nvPr/>
            </p14:nvContentPartPr>
            <p14:xfrm>
              <a:off x="3540191" y="4954191"/>
              <a:ext cx="118080" cy="19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EB54894-1E22-394A-BB19-FBBB54B5A1B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525071" y="4938711"/>
                <a:ext cx="1483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3782EB4-B5B0-F445-9C2A-A4C5E22C5C0B}"/>
                  </a:ext>
                </a:extLst>
              </p14:cNvPr>
              <p14:cNvContentPartPr/>
              <p14:nvPr/>
            </p14:nvContentPartPr>
            <p14:xfrm>
              <a:off x="3589511" y="5028711"/>
              <a:ext cx="118800" cy="12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3782EB4-B5B0-F445-9C2A-A4C5E22C5C0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74031" y="5013591"/>
                <a:ext cx="1490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1" name="Ink 91">
                <a:extLst>
                  <a:ext uri="{FF2B5EF4-FFF2-40B4-BE49-F238E27FC236}">
                    <a16:creationId xmlns:a16="http://schemas.microsoft.com/office/drawing/2014/main" id="{7941ED20-18D3-574B-91B6-701889738A59}"/>
                  </a:ext>
                </a:extLst>
              </p14:cNvPr>
              <p14:cNvContentPartPr/>
              <p14:nvPr/>
            </p14:nvContentPartPr>
            <p14:xfrm>
              <a:off x="3913151" y="4200711"/>
              <a:ext cx="330120" cy="286920"/>
            </p14:xfrm>
          </p:contentPart>
        </mc:Choice>
        <mc:Fallback xmlns="">
          <p:pic>
            <p:nvPicPr>
              <p:cNvPr id="91" name="Ink 91">
                <a:extLst>
                  <a:ext uri="{FF2B5EF4-FFF2-40B4-BE49-F238E27FC236}">
                    <a16:creationId xmlns:a16="http://schemas.microsoft.com/office/drawing/2014/main" id="{7941ED20-18D3-574B-91B6-701889738A5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898047" y="4185572"/>
                <a:ext cx="360327" cy="317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DFEAED1-FBA8-2544-B3F0-B8B6BEF0A1D1}"/>
                  </a:ext>
                </a:extLst>
              </p14:cNvPr>
              <p14:cNvContentPartPr/>
              <p14:nvPr/>
            </p14:nvContentPartPr>
            <p14:xfrm>
              <a:off x="4093871" y="4773471"/>
              <a:ext cx="43920" cy="199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DFEAED1-FBA8-2544-B3F0-B8B6BEF0A1D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078391" y="4758351"/>
                <a:ext cx="745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8" name="Ink 99">
                <a:extLst>
                  <a:ext uri="{FF2B5EF4-FFF2-40B4-BE49-F238E27FC236}">
                    <a16:creationId xmlns:a16="http://schemas.microsoft.com/office/drawing/2014/main" id="{D6E66F15-DF18-7348-96D5-F473A3E4DCDC}"/>
                  </a:ext>
                </a:extLst>
              </p14:cNvPr>
              <p14:cNvContentPartPr/>
              <p14:nvPr/>
            </p14:nvContentPartPr>
            <p14:xfrm>
              <a:off x="3962831" y="5028711"/>
              <a:ext cx="604080" cy="112320"/>
            </p14:xfrm>
          </p:contentPart>
        </mc:Choice>
        <mc:Fallback xmlns="">
          <p:pic>
            <p:nvPicPr>
              <p:cNvPr id="98" name="Ink 99">
                <a:extLst>
                  <a:ext uri="{FF2B5EF4-FFF2-40B4-BE49-F238E27FC236}">
                    <a16:creationId xmlns:a16="http://schemas.microsoft.com/office/drawing/2014/main" id="{D6E66F15-DF18-7348-96D5-F473A3E4DCD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47711" y="5013591"/>
                <a:ext cx="6346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99" name="Ink 100">
                <a:extLst>
                  <a:ext uri="{FF2B5EF4-FFF2-40B4-BE49-F238E27FC236}">
                    <a16:creationId xmlns:a16="http://schemas.microsoft.com/office/drawing/2014/main" id="{158155B5-1F60-F04F-9D32-7D8F725A9556}"/>
                  </a:ext>
                </a:extLst>
              </p14:cNvPr>
              <p14:cNvContentPartPr/>
              <p14:nvPr/>
            </p14:nvContentPartPr>
            <p14:xfrm>
              <a:off x="4268111" y="4717671"/>
              <a:ext cx="118800" cy="255240"/>
            </p14:xfrm>
          </p:contentPart>
        </mc:Choice>
        <mc:Fallback xmlns="">
          <p:pic>
            <p:nvPicPr>
              <p:cNvPr id="99" name="Ink 100">
                <a:extLst>
                  <a:ext uri="{FF2B5EF4-FFF2-40B4-BE49-F238E27FC236}">
                    <a16:creationId xmlns:a16="http://schemas.microsoft.com/office/drawing/2014/main" id="{158155B5-1F60-F04F-9D32-7D8F725A955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252631" y="4702213"/>
                <a:ext cx="149040" cy="285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E56BDD1-8493-B740-93D8-291551632B7B}"/>
                  </a:ext>
                </a:extLst>
              </p14:cNvPr>
              <p14:cNvContentPartPr/>
              <p14:nvPr/>
            </p14:nvContentPartPr>
            <p14:xfrm>
              <a:off x="4174511" y="5228151"/>
              <a:ext cx="280440" cy="3297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E56BDD1-8493-B740-93D8-291551632B7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159391" y="5212671"/>
                <a:ext cx="311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CFEB9A7-C321-344E-B72A-E5813B894CE2}"/>
                  </a:ext>
                </a:extLst>
              </p14:cNvPr>
              <p14:cNvContentPartPr/>
              <p14:nvPr/>
            </p14:nvContentPartPr>
            <p14:xfrm>
              <a:off x="2901191" y="4888311"/>
              <a:ext cx="172080" cy="891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CFEB9A7-C321-344E-B72A-E5813B894CE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847191" y="4780671"/>
                <a:ext cx="279720" cy="11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728B346-243A-744E-AF0B-0EE1FA0FF32C}"/>
                  </a:ext>
                </a:extLst>
              </p14:cNvPr>
              <p14:cNvContentPartPr/>
              <p14:nvPr/>
            </p14:nvContentPartPr>
            <p14:xfrm>
              <a:off x="2923151" y="4530831"/>
              <a:ext cx="1973880" cy="13636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728B346-243A-744E-AF0B-0EE1FA0FF32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869511" y="4422831"/>
                <a:ext cx="2081520" cy="15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2" name="Ink 142">
                <a:extLst>
                  <a:ext uri="{FF2B5EF4-FFF2-40B4-BE49-F238E27FC236}">
                    <a16:creationId xmlns:a16="http://schemas.microsoft.com/office/drawing/2014/main" id="{2A30D2D6-CC9B-8846-96AE-DF8F50AD043A}"/>
                  </a:ext>
                </a:extLst>
              </p14:cNvPr>
              <p14:cNvContentPartPr/>
              <p14:nvPr/>
            </p14:nvContentPartPr>
            <p14:xfrm>
              <a:off x="5569151" y="4433991"/>
              <a:ext cx="3524040" cy="1924200"/>
            </p14:xfrm>
          </p:contentPart>
        </mc:Choice>
        <mc:Fallback xmlns="">
          <p:pic>
            <p:nvPicPr>
              <p:cNvPr id="142" name="Ink 142">
                <a:extLst>
                  <a:ext uri="{FF2B5EF4-FFF2-40B4-BE49-F238E27FC236}">
                    <a16:creationId xmlns:a16="http://schemas.microsoft.com/office/drawing/2014/main" id="{2A30D2D6-CC9B-8846-96AE-DF8F50AD043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554031" y="4418511"/>
                <a:ext cx="3554640" cy="19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39D7B42-1C85-0248-B692-A850D2D059F2}"/>
                  </a:ext>
                </a:extLst>
              </p14:cNvPr>
              <p14:cNvContentPartPr/>
              <p14:nvPr/>
            </p14:nvContentPartPr>
            <p14:xfrm>
              <a:off x="7250711" y="621231"/>
              <a:ext cx="167760" cy="439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39D7B42-1C85-0248-B692-A850D2D059F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235591" y="605751"/>
                <a:ext cx="1983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0" name="Ink 151">
                <a:extLst>
                  <a:ext uri="{FF2B5EF4-FFF2-40B4-BE49-F238E27FC236}">
                    <a16:creationId xmlns:a16="http://schemas.microsoft.com/office/drawing/2014/main" id="{03B2D875-797B-1345-BC61-F84A5C96D98C}"/>
                  </a:ext>
                </a:extLst>
              </p14:cNvPr>
              <p14:cNvContentPartPr/>
              <p14:nvPr/>
            </p14:nvContentPartPr>
            <p14:xfrm>
              <a:off x="7698911" y="185991"/>
              <a:ext cx="1238760" cy="646560"/>
            </p14:xfrm>
          </p:contentPart>
        </mc:Choice>
        <mc:Fallback xmlns="">
          <p:pic>
            <p:nvPicPr>
              <p:cNvPr id="150" name="Ink 151">
                <a:extLst>
                  <a:ext uri="{FF2B5EF4-FFF2-40B4-BE49-F238E27FC236}">
                    <a16:creationId xmlns:a16="http://schemas.microsoft.com/office/drawing/2014/main" id="{03B2D875-797B-1345-BC61-F84A5C96D98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683787" y="170871"/>
                <a:ext cx="1269369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51" name="Ink 152">
                <a:extLst>
                  <a:ext uri="{FF2B5EF4-FFF2-40B4-BE49-F238E27FC236}">
                    <a16:creationId xmlns:a16="http://schemas.microsoft.com/office/drawing/2014/main" id="{FE26A23D-497D-FF42-863D-557773ACEFE2}"/>
                  </a:ext>
                </a:extLst>
              </p14:cNvPr>
              <p14:cNvContentPartPr/>
              <p14:nvPr/>
            </p14:nvContentPartPr>
            <p14:xfrm>
              <a:off x="6110591" y="291831"/>
              <a:ext cx="946800" cy="613080"/>
            </p14:xfrm>
          </p:contentPart>
        </mc:Choice>
        <mc:Fallback xmlns="">
          <p:pic>
            <p:nvPicPr>
              <p:cNvPr id="151" name="Ink 152">
                <a:extLst>
                  <a:ext uri="{FF2B5EF4-FFF2-40B4-BE49-F238E27FC236}">
                    <a16:creationId xmlns:a16="http://schemas.microsoft.com/office/drawing/2014/main" id="{FE26A23D-497D-FF42-863D-557773ACEFE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095471" y="276711"/>
                <a:ext cx="977040" cy="6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493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𝑢</m:t>
                            </m:r>
                            <m:r>
                              <a:rPr lang="en-AU" b="0" i="1" smtClean="0">
                                <a:latin typeface="Cambria Math" charset="0"/>
                              </a:rPr>
                              <m:t>+</m:t>
                            </m:r>
                            <m:r>
                              <a:rPr lang="en-AU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926" b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 given s = 35, u = 10, v =4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3A439F-DCE7-8E4F-8203-5EE70AE5FBEE}"/>
                  </a:ext>
                </a:extLst>
              </p14:cNvPr>
              <p14:cNvContentPartPr/>
              <p14:nvPr/>
            </p14:nvContentPartPr>
            <p14:xfrm>
              <a:off x="2251751" y="2924511"/>
              <a:ext cx="161640" cy="1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3A439F-DCE7-8E4F-8203-5EE70AE5FB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6271" y="2909391"/>
                <a:ext cx="1918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D4516C2-44BB-254C-972A-ED95BC90C443}"/>
                  </a:ext>
                </a:extLst>
              </p14:cNvPr>
              <p14:cNvContentPartPr/>
              <p14:nvPr/>
            </p14:nvContentPartPr>
            <p14:xfrm>
              <a:off x="2300711" y="3024231"/>
              <a:ext cx="174600" cy="3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D4516C2-44BB-254C-972A-ED95BC90C4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5591" y="3008751"/>
                <a:ext cx="2052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9">
                <a:extLst>
                  <a:ext uri="{FF2B5EF4-FFF2-40B4-BE49-F238E27FC236}">
                    <a16:creationId xmlns:a16="http://schemas.microsoft.com/office/drawing/2014/main" id="{AE5139EF-7487-2045-A1ED-BAF44DBAC99D}"/>
                  </a:ext>
                </a:extLst>
              </p14:cNvPr>
              <p14:cNvContentPartPr/>
              <p14:nvPr/>
            </p14:nvContentPartPr>
            <p14:xfrm>
              <a:off x="1217471" y="2744151"/>
              <a:ext cx="697680" cy="405000"/>
            </p14:xfrm>
          </p:contentPart>
        </mc:Choice>
        <mc:Fallback xmlns="">
          <p:pic>
            <p:nvPicPr>
              <p:cNvPr id="9" name="Ink 9">
                <a:extLst>
                  <a:ext uri="{FF2B5EF4-FFF2-40B4-BE49-F238E27FC236}">
                    <a16:creationId xmlns:a16="http://schemas.microsoft.com/office/drawing/2014/main" id="{AE5139EF-7487-2045-A1ED-BAF44DBAC9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2351" y="2728671"/>
                <a:ext cx="72828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6EE2F08-AA28-6840-8B29-25786988D9CB}"/>
                  </a:ext>
                </a:extLst>
              </p14:cNvPr>
              <p14:cNvContentPartPr/>
              <p14:nvPr/>
            </p14:nvContentPartPr>
            <p14:xfrm>
              <a:off x="3466391" y="3067791"/>
              <a:ext cx="285480" cy="187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6EE2F08-AA28-6840-8B29-25786988D9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50911" y="3052671"/>
                <a:ext cx="3157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184BA5CF-48C3-2F43-9EF6-2E54F0277E03}"/>
                  </a:ext>
                </a:extLst>
              </p14:cNvPr>
              <p14:cNvContentPartPr/>
              <p14:nvPr/>
            </p14:nvContentPartPr>
            <p14:xfrm>
              <a:off x="2861231" y="2426631"/>
              <a:ext cx="1201320" cy="56052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184BA5CF-48C3-2F43-9EF6-2E54F0277E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45751" y="2411151"/>
                <a:ext cx="123156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F0936C0-4CF6-944F-953B-0D9ABD19EE5B}"/>
                  </a:ext>
                </a:extLst>
              </p14:cNvPr>
              <p14:cNvContentPartPr/>
              <p14:nvPr/>
            </p14:nvContentPartPr>
            <p14:xfrm>
              <a:off x="2468831" y="3727671"/>
              <a:ext cx="162360" cy="25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F0936C0-4CF6-944F-953B-0D9ABD19EE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53711" y="3712551"/>
                <a:ext cx="192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0CB84FF-AB27-E241-B277-32121C8F97CF}"/>
                  </a:ext>
                </a:extLst>
              </p14:cNvPr>
              <p14:cNvContentPartPr/>
              <p14:nvPr/>
            </p14:nvContentPartPr>
            <p14:xfrm>
              <a:off x="2493671" y="3827391"/>
              <a:ext cx="199440" cy="25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0CB84FF-AB27-E241-B277-32121C8F97C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78551" y="3811911"/>
                <a:ext cx="230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Ink 39">
                <a:extLst>
                  <a:ext uri="{FF2B5EF4-FFF2-40B4-BE49-F238E27FC236}">
                    <a16:creationId xmlns:a16="http://schemas.microsoft.com/office/drawing/2014/main" id="{859C9D64-ABCD-7243-8A6C-83C789ABC485}"/>
                  </a:ext>
                </a:extLst>
              </p14:cNvPr>
              <p14:cNvContentPartPr/>
              <p14:nvPr/>
            </p14:nvContentPartPr>
            <p14:xfrm>
              <a:off x="3056711" y="3484671"/>
              <a:ext cx="1031040" cy="535320"/>
            </p14:xfrm>
          </p:contentPart>
        </mc:Choice>
        <mc:Fallback xmlns="">
          <p:pic>
            <p:nvPicPr>
              <p:cNvPr id="37" name="Ink 39">
                <a:extLst>
                  <a:ext uri="{FF2B5EF4-FFF2-40B4-BE49-F238E27FC236}">
                    <a16:creationId xmlns:a16="http://schemas.microsoft.com/office/drawing/2014/main" id="{859C9D64-ABCD-7243-8A6C-83C789ABC4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41591" y="3469541"/>
                <a:ext cx="1061640" cy="565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Ink 40">
                <a:extLst>
                  <a:ext uri="{FF2B5EF4-FFF2-40B4-BE49-F238E27FC236}">
                    <a16:creationId xmlns:a16="http://schemas.microsoft.com/office/drawing/2014/main" id="{84AFD97B-4123-D248-9585-FC76FA61C753}"/>
                  </a:ext>
                </a:extLst>
              </p14:cNvPr>
              <p14:cNvContentPartPr/>
              <p14:nvPr/>
            </p14:nvContentPartPr>
            <p14:xfrm>
              <a:off x="1578551" y="3721551"/>
              <a:ext cx="597960" cy="324000"/>
            </p14:xfrm>
          </p:contentPart>
        </mc:Choice>
        <mc:Fallback xmlns="">
          <p:pic>
            <p:nvPicPr>
              <p:cNvPr id="38" name="Ink 40">
                <a:extLst>
                  <a:ext uri="{FF2B5EF4-FFF2-40B4-BE49-F238E27FC236}">
                    <a16:creationId xmlns:a16="http://schemas.microsoft.com/office/drawing/2014/main" id="{84AFD97B-4123-D248-9585-FC76FA61C75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63431" y="3706071"/>
                <a:ext cx="6285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Ink 41">
                <a:extLst>
                  <a:ext uri="{FF2B5EF4-FFF2-40B4-BE49-F238E27FC236}">
                    <a16:creationId xmlns:a16="http://schemas.microsoft.com/office/drawing/2014/main" id="{E1096BC4-97FE-0245-83E2-92A385A7E0FC}"/>
                  </a:ext>
                </a:extLst>
              </p14:cNvPr>
              <p14:cNvContentPartPr/>
              <p14:nvPr/>
            </p14:nvContentPartPr>
            <p14:xfrm>
              <a:off x="4249391" y="2718951"/>
              <a:ext cx="541800" cy="386280"/>
            </p14:xfrm>
          </p:contentPart>
        </mc:Choice>
        <mc:Fallback xmlns="">
          <p:pic>
            <p:nvPicPr>
              <p:cNvPr id="39" name="Ink 41">
                <a:extLst>
                  <a:ext uri="{FF2B5EF4-FFF2-40B4-BE49-F238E27FC236}">
                    <a16:creationId xmlns:a16="http://schemas.microsoft.com/office/drawing/2014/main" id="{E1096BC4-97FE-0245-83E2-92A385A7E0F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33911" y="2703831"/>
                <a:ext cx="5724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7" name="Ink 47">
                <a:extLst>
                  <a:ext uri="{FF2B5EF4-FFF2-40B4-BE49-F238E27FC236}">
                    <a16:creationId xmlns:a16="http://schemas.microsoft.com/office/drawing/2014/main" id="{D26F6154-9EAD-7140-822B-6E7BCE8DEE80}"/>
                  </a:ext>
                </a:extLst>
              </p14:cNvPr>
              <p14:cNvContentPartPr/>
              <p14:nvPr/>
            </p14:nvContentPartPr>
            <p14:xfrm>
              <a:off x="5594711" y="2858991"/>
              <a:ext cx="1431720" cy="875520"/>
            </p14:xfrm>
          </p:contentPart>
        </mc:Choice>
        <mc:Fallback xmlns="">
          <p:pic>
            <p:nvPicPr>
              <p:cNvPr id="47" name="Ink 47">
                <a:extLst>
                  <a:ext uri="{FF2B5EF4-FFF2-40B4-BE49-F238E27FC236}">
                    <a16:creationId xmlns:a16="http://schemas.microsoft.com/office/drawing/2014/main" id="{D26F6154-9EAD-7140-822B-6E7BCE8DEE8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79587" y="2843511"/>
                <a:ext cx="1462328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4" name="Ink 55">
                <a:extLst>
                  <a:ext uri="{FF2B5EF4-FFF2-40B4-BE49-F238E27FC236}">
                    <a16:creationId xmlns:a16="http://schemas.microsoft.com/office/drawing/2014/main" id="{4AF7709A-464E-934E-B5C1-EF672C46A1B2}"/>
                  </a:ext>
                </a:extLst>
              </p14:cNvPr>
              <p14:cNvContentPartPr/>
              <p14:nvPr/>
            </p14:nvContentPartPr>
            <p14:xfrm>
              <a:off x="7243871" y="3341751"/>
              <a:ext cx="554400" cy="317520"/>
            </p14:xfrm>
          </p:contentPart>
        </mc:Choice>
        <mc:Fallback xmlns="">
          <p:pic>
            <p:nvPicPr>
              <p:cNvPr id="54" name="Ink 55">
                <a:extLst>
                  <a:ext uri="{FF2B5EF4-FFF2-40B4-BE49-F238E27FC236}">
                    <a16:creationId xmlns:a16="http://schemas.microsoft.com/office/drawing/2014/main" id="{4AF7709A-464E-934E-B5C1-EF672C46A1B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28391" y="3326289"/>
                <a:ext cx="585000" cy="348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5" name="Ink 56">
                <a:extLst>
                  <a:ext uri="{FF2B5EF4-FFF2-40B4-BE49-F238E27FC236}">
                    <a16:creationId xmlns:a16="http://schemas.microsoft.com/office/drawing/2014/main" id="{6DB96F86-E95A-EE46-B65B-D2AFC4E9E408}"/>
                  </a:ext>
                </a:extLst>
              </p14:cNvPr>
              <p14:cNvContentPartPr/>
              <p14:nvPr/>
            </p14:nvContentPartPr>
            <p14:xfrm>
              <a:off x="7361951" y="2955831"/>
              <a:ext cx="349200" cy="249480"/>
            </p14:xfrm>
          </p:contentPart>
        </mc:Choice>
        <mc:Fallback xmlns="">
          <p:pic>
            <p:nvPicPr>
              <p:cNvPr id="55" name="Ink 56">
                <a:extLst>
                  <a:ext uri="{FF2B5EF4-FFF2-40B4-BE49-F238E27FC236}">
                    <a16:creationId xmlns:a16="http://schemas.microsoft.com/office/drawing/2014/main" id="{6DB96F86-E95A-EE46-B65B-D2AFC4E9E40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46815" y="2940351"/>
                <a:ext cx="379832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5" name="Ink 65">
                <a:extLst>
                  <a:ext uri="{FF2B5EF4-FFF2-40B4-BE49-F238E27FC236}">
                    <a16:creationId xmlns:a16="http://schemas.microsoft.com/office/drawing/2014/main" id="{AEA7E466-2403-1F48-BD05-02E4B399C3BB}"/>
                  </a:ext>
                </a:extLst>
              </p14:cNvPr>
              <p14:cNvContentPartPr/>
              <p14:nvPr/>
            </p14:nvContentPartPr>
            <p14:xfrm>
              <a:off x="8065391" y="2961951"/>
              <a:ext cx="1027800" cy="691560"/>
            </p14:xfrm>
          </p:contentPart>
        </mc:Choice>
        <mc:Fallback xmlns="">
          <p:pic>
            <p:nvPicPr>
              <p:cNvPr id="65" name="Ink 65">
                <a:extLst>
                  <a:ext uri="{FF2B5EF4-FFF2-40B4-BE49-F238E27FC236}">
                    <a16:creationId xmlns:a16="http://schemas.microsoft.com/office/drawing/2014/main" id="{AEA7E466-2403-1F48-BD05-02E4B399C3B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50266" y="2946831"/>
                <a:ext cx="1058411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D2A26B4-223E-8D40-A62E-5D9CDFA5FC9A}"/>
                  </a:ext>
                </a:extLst>
              </p14:cNvPr>
              <p14:cNvContentPartPr/>
              <p14:nvPr/>
            </p14:nvContentPartPr>
            <p14:xfrm>
              <a:off x="2680511" y="4512111"/>
              <a:ext cx="124920" cy="12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D2A26B4-223E-8D40-A62E-5D9CDFA5FC9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665391" y="4496631"/>
                <a:ext cx="155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32D990F-13DD-1447-AC8F-81C8890428AD}"/>
                  </a:ext>
                </a:extLst>
              </p14:cNvPr>
              <p14:cNvContentPartPr/>
              <p14:nvPr/>
            </p14:nvContentPartPr>
            <p14:xfrm>
              <a:off x="2655671" y="4605351"/>
              <a:ext cx="137160" cy="25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32D990F-13DD-1447-AC8F-81C8890428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640191" y="4590231"/>
                <a:ext cx="167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6BE2035-EF8A-724B-A223-BE77B50DBA25}"/>
                  </a:ext>
                </a:extLst>
              </p14:cNvPr>
              <p14:cNvContentPartPr/>
              <p14:nvPr/>
            </p14:nvContentPartPr>
            <p14:xfrm>
              <a:off x="3172271" y="4387551"/>
              <a:ext cx="218160" cy="3366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6BE2035-EF8A-724B-A223-BE77B50DBA2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57151" y="4372431"/>
                <a:ext cx="24876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3" name="Ink 73">
                <a:extLst>
                  <a:ext uri="{FF2B5EF4-FFF2-40B4-BE49-F238E27FC236}">
                    <a16:creationId xmlns:a16="http://schemas.microsoft.com/office/drawing/2014/main" id="{3515711B-CA23-A34B-977C-DB1B81DAF216}"/>
                  </a:ext>
                </a:extLst>
              </p14:cNvPr>
              <p14:cNvContentPartPr/>
              <p14:nvPr/>
            </p14:nvContentPartPr>
            <p14:xfrm>
              <a:off x="1833791" y="4474671"/>
              <a:ext cx="529560" cy="286560"/>
            </p14:xfrm>
          </p:contentPart>
        </mc:Choice>
        <mc:Fallback xmlns="">
          <p:pic>
            <p:nvPicPr>
              <p:cNvPr id="73" name="Ink 73">
                <a:extLst>
                  <a:ext uri="{FF2B5EF4-FFF2-40B4-BE49-F238E27FC236}">
                    <a16:creationId xmlns:a16="http://schemas.microsoft.com/office/drawing/2014/main" id="{3515711B-CA23-A34B-977C-DB1B81DAF21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818671" y="4459551"/>
                <a:ext cx="5601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1" name="Ink 83">
                <a:extLst>
                  <a:ext uri="{FF2B5EF4-FFF2-40B4-BE49-F238E27FC236}">
                    <a16:creationId xmlns:a16="http://schemas.microsoft.com/office/drawing/2014/main" id="{4136ABD5-825A-DF4E-98C3-C98BCA95EC74}"/>
                  </a:ext>
                </a:extLst>
              </p14:cNvPr>
              <p14:cNvContentPartPr/>
              <p14:nvPr/>
            </p14:nvContentPartPr>
            <p14:xfrm>
              <a:off x="2730911" y="5277831"/>
              <a:ext cx="198720" cy="137160"/>
            </p14:xfrm>
          </p:contentPart>
        </mc:Choice>
        <mc:Fallback xmlns="">
          <p:pic>
            <p:nvPicPr>
              <p:cNvPr id="81" name="Ink 83">
                <a:extLst>
                  <a:ext uri="{FF2B5EF4-FFF2-40B4-BE49-F238E27FC236}">
                    <a16:creationId xmlns:a16="http://schemas.microsoft.com/office/drawing/2014/main" id="{4136ABD5-825A-DF4E-98C3-C98BCA95EC7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15791" y="5262711"/>
                <a:ext cx="2293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2" name="Ink 84">
                <a:extLst>
                  <a:ext uri="{FF2B5EF4-FFF2-40B4-BE49-F238E27FC236}">
                    <a16:creationId xmlns:a16="http://schemas.microsoft.com/office/drawing/2014/main" id="{0B9AF171-EB47-E942-B38C-4B2ECB8966F8}"/>
                  </a:ext>
                </a:extLst>
              </p14:cNvPr>
              <p14:cNvContentPartPr/>
              <p14:nvPr/>
            </p14:nvContentPartPr>
            <p14:xfrm>
              <a:off x="2182631" y="5103591"/>
              <a:ext cx="386280" cy="436320"/>
            </p14:xfrm>
          </p:contentPart>
        </mc:Choice>
        <mc:Fallback xmlns="">
          <p:pic>
            <p:nvPicPr>
              <p:cNvPr id="82" name="Ink 84">
                <a:extLst>
                  <a:ext uri="{FF2B5EF4-FFF2-40B4-BE49-F238E27FC236}">
                    <a16:creationId xmlns:a16="http://schemas.microsoft.com/office/drawing/2014/main" id="{0B9AF171-EB47-E942-B38C-4B2ECB8966F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67151" y="5088111"/>
                <a:ext cx="41688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3" name="Ink 85">
                <a:extLst>
                  <a:ext uri="{FF2B5EF4-FFF2-40B4-BE49-F238E27FC236}">
                    <a16:creationId xmlns:a16="http://schemas.microsoft.com/office/drawing/2014/main" id="{6CE173C4-384F-E344-9BA9-E38C6D516A9A}"/>
                  </a:ext>
                </a:extLst>
              </p14:cNvPr>
              <p14:cNvContentPartPr/>
              <p14:nvPr/>
            </p14:nvContentPartPr>
            <p14:xfrm>
              <a:off x="3533351" y="4350111"/>
              <a:ext cx="342720" cy="304560"/>
            </p14:xfrm>
          </p:contentPart>
        </mc:Choice>
        <mc:Fallback xmlns="">
          <p:pic>
            <p:nvPicPr>
              <p:cNvPr id="83" name="Ink 85">
                <a:extLst>
                  <a:ext uri="{FF2B5EF4-FFF2-40B4-BE49-F238E27FC236}">
                    <a16:creationId xmlns:a16="http://schemas.microsoft.com/office/drawing/2014/main" id="{6CE173C4-384F-E344-9BA9-E38C6D516A9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518231" y="4334991"/>
                <a:ext cx="37332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9" name="Ink 89">
                <a:extLst>
                  <a:ext uri="{FF2B5EF4-FFF2-40B4-BE49-F238E27FC236}">
                    <a16:creationId xmlns:a16="http://schemas.microsoft.com/office/drawing/2014/main" id="{775B075B-3476-8A4B-8A3D-6493A747C8AE}"/>
                  </a:ext>
                </a:extLst>
              </p14:cNvPr>
              <p14:cNvContentPartPr/>
              <p14:nvPr/>
            </p14:nvContentPartPr>
            <p14:xfrm>
              <a:off x="3247151" y="5072271"/>
              <a:ext cx="473400" cy="342720"/>
            </p14:xfrm>
          </p:contentPart>
        </mc:Choice>
        <mc:Fallback xmlns="">
          <p:pic>
            <p:nvPicPr>
              <p:cNvPr id="89" name="Ink 89">
                <a:extLst>
                  <a:ext uri="{FF2B5EF4-FFF2-40B4-BE49-F238E27FC236}">
                    <a16:creationId xmlns:a16="http://schemas.microsoft.com/office/drawing/2014/main" id="{775B075B-3476-8A4B-8A3D-6493A747C8A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231671" y="5057151"/>
                <a:ext cx="504000" cy="37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313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C81EFA-49C7-F346-A3EA-2240029B71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r-IN" i="1">
                          <a:latin typeface="Cambria Math" charset="0"/>
                        </a:rPr>
                        <m:t>𝐴</m:t>
                      </m:r>
                      <m:r>
                        <a:rPr lang="mr-IN" i="1">
                          <a:latin typeface="Cambria Math" charset="0"/>
                        </a:rPr>
                        <m:t>=</m:t>
                      </m:r>
                      <m:r>
                        <a:rPr lang="mr-IN" i="1">
                          <a:latin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mr-IN" i="1"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mr-IN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C81EFA-49C7-F346-A3EA-2240029B7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844C-0A91-D044-A786-84398AFA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Find A when r = 4.1 m</a:t>
            </a:r>
          </a:p>
          <a:p>
            <a:r>
              <a:rPr lang="en-AU" dirty="0"/>
              <a:t>Find r when A </a:t>
            </a:r>
            <a:r>
              <a:rPr lang="en-AU"/>
              <a:t>= 64 cm</a:t>
            </a:r>
            <a:r>
              <a:rPr lang="en-AU" baseline="30000"/>
              <a:t>2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27F488D-9ECE-2747-8013-DCA8A466B53A}"/>
                  </a:ext>
                </a:extLst>
              </p14:cNvPr>
              <p14:cNvContentPartPr/>
              <p14:nvPr/>
            </p14:nvContentPartPr>
            <p14:xfrm>
              <a:off x="3888311" y="1903551"/>
              <a:ext cx="280440" cy="2865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27F488D-9ECE-2747-8013-DCA8A466B5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4311" y="1795911"/>
                <a:ext cx="38808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DF0FCD0-26D8-E841-97BD-8FFB0D0F2E1F}"/>
                  </a:ext>
                </a:extLst>
              </p14:cNvPr>
              <p14:cNvContentPartPr/>
              <p14:nvPr/>
            </p14:nvContentPartPr>
            <p14:xfrm>
              <a:off x="3859871" y="2426631"/>
              <a:ext cx="474120" cy="3214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DF0FCD0-26D8-E841-97BD-8FFB0D0F2E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6231" y="2318631"/>
                <a:ext cx="58176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779E4D2-0111-4540-B96E-FD641BE14A55}"/>
                  </a:ext>
                </a:extLst>
              </p14:cNvPr>
              <p14:cNvContentPartPr/>
              <p14:nvPr/>
            </p14:nvContentPartPr>
            <p14:xfrm>
              <a:off x="1662431" y="2980671"/>
              <a:ext cx="362160" cy="3614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779E4D2-0111-4540-B96E-FD641BE14A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8431" y="2872671"/>
                <a:ext cx="46980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1EDAFCF-D614-1445-B693-2699ED698198}"/>
                  </a:ext>
                </a:extLst>
              </p14:cNvPr>
              <p14:cNvContentPartPr/>
              <p14:nvPr/>
            </p14:nvContentPartPr>
            <p14:xfrm>
              <a:off x="1307471" y="3665391"/>
              <a:ext cx="2142720" cy="268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1EDAFCF-D614-1445-B693-2699ED69819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3471" y="3557391"/>
                <a:ext cx="225036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0" name="Ink 164">
                <a:extLst>
                  <a:ext uri="{FF2B5EF4-FFF2-40B4-BE49-F238E27FC236}">
                    <a16:creationId xmlns:a16="http://schemas.microsoft.com/office/drawing/2014/main" id="{1859912A-9B8D-A146-A6F8-0221119F5267}"/>
                  </a:ext>
                </a:extLst>
              </p14:cNvPr>
              <p14:cNvContentPartPr/>
              <p14:nvPr/>
            </p14:nvContentPartPr>
            <p14:xfrm>
              <a:off x="9086711" y="2407911"/>
              <a:ext cx="411120" cy="610560"/>
            </p14:xfrm>
          </p:contentPart>
        </mc:Choice>
        <mc:Fallback xmlns="">
          <p:pic>
            <p:nvPicPr>
              <p:cNvPr id="160" name="Ink 164">
                <a:extLst>
                  <a:ext uri="{FF2B5EF4-FFF2-40B4-BE49-F238E27FC236}">
                    <a16:creationId xmlns:a16="http://schemas.microsoft.com/office/drawing/2014/main" id="{1859912A-9B8D-A146-A6F8-0221119F52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71231" y="2392431"/>
                <a:ext cx="44172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1" name="Ink 211">
                <a:extLst>
                  <a:ext uri="{FF2B5EF4-FFF2-40B4-BE49-F238E27FC236}">
                    <a16:creationId xmlns:a16="http://schemas.microsoft.com/office/drawing/2014/main" id="{D2C92C0E-40C9-D348-93B3-FF276F7388BD}"/>
                  </a:ext>
                </a:extLst>
              </p14:cNvPr>
              <p14:cNvContentPartPr/>
              <p14:nvPr/>
            </p14:nvContentPartPr>
            <p14:xfrm>
              <a:off x="657311" y="403071"/>
              <a:ext cx="8299080" cy="6256800"/>
            </p14:xfrm>
          </p:contentPart>
        </mc:Choice>
        <mc:Fallback xmlns="">
          <p:pic>
            <p:nvPicPr>
              <p:cNvPr id="211" name="Ink 211">
                <a:extLst>
                  <a:ext uri="{FF2B5EF4-FFF2-40B4-BE49-F238E27FC236}">
                    <a16:creationId xmlns:a16="http://schemas.microsoft.com/office/drawing/2014/main" id="{D2C92C0E-40C9-D348-93B3-FF276F7388B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1831" y="387951"/>
                <a:ext cx="8329320" cy="62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FEA8505-D082-E248-85FB-D6D5E4B8AABB}"/>
                  </a:ext>
                </a:extLst>
              </p14:cNvPr>
              <p14:cNvContentPartPr/>
              <p14:nvPr/>
            </p14:nvContentPartPr>
            <p14:xfrm>
              <a:off x="3256151" y="5782191"/>
              <a:ext cx="505440" cy="3524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FEA8505-D082-E248-85FB-D6D5E4B8AAB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02151" y="5674191"/>
                <a:ext cx="61308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BA5A323F-A63C-6642-A890-52B1B2C10813}"/>
                  </a:ext>
                </a:extLst>
              </p14:cNvPr>
              <p14:cNvContentPartPr/>
              <p14:nvPr/>
            </p14:nvContentPartPr>
            <p14:xfrm>
              <a:off x="8258711" y="4586631"/>
              <a:ext cx="529560" cy="2473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BA5A323F-A63C-6642-A890-52B1B2C1081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04711" y="4478991"/>
                <a:ext cx="637200" cy="46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69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36E58E-8A94-9B4D-9F9A-1A134D573B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1"/>
          <a:stretch/>
        </p:blipFill>
        <p:spPr>
          <a:xfrm>
            <a:off x="228600" y="430304"/>
            <a:ext cx="9677400" cy="19374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EF9C36-F7C2-C340-9F1F-2347574C97E8}"/>
                  </a:ext>
                </a:extLst>
              </p14:cNvPr>
              <p14:cNvContentPartPr/>
              <p14:nvPr/>
            </p14:nvContentPartPr>
            <p14:xfrm>
              <a:off x="3626951" y="764151"/>
              <a:ext cx="2353680" cy="8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EF9C36-F7C2-C340-9F1F-2347574C97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2951" y="656511"/>
                <a:ext cx="2461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8CC3AC-CDD1-2040-97DD-51A4C77AE470}"/>
                  </a:ext>
                </a:extLst>
              </p14:cNvPr>
              <p14:cNvContentPartPr/>
              <p14:nvPr/>
            </p14:nvContentPartPr>
            <p14:xfrm>
              <a:off x="7299671" y="764151"/>
              <a:ext cx="934200" cy="68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8CC3AC-CDD1-2040-97DD-51A4C77AE4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46031" y="656511"/>
                <a:ext cx="104184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E86704-AC5B-A94B-A38F-6B821BD7B99E}"/>
                  </a:ext>
                </a:extLst>
              </p14:cNvPr>
              <p14:cNvContentPartPr/>
              <p14:nvPr/>
            </p14:nvContentPartPr>
            <p14:xfrm>
              <a:off x="1435271" y="1038111"/>
              <a:ext cx="243000" cy="11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E86704-AC5B-A94B-A38F-6B821BD7B9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81631" y="930471"/>
                <a:ext cx="3506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07AEC4-F1D8-3C41-9287-D8ED1C8E2F72}"/>
                  </a:ext>
                </a:extLst>
              </p14:cNvPr>
              <p14:cNvContentPartPr/>
              <p14:nvPr/>
            </p14:nvContentPartPr>
            <p14:xfrm>
              <a:off x="3160031" y="1013271"/>
              <a:ext cx="1902600" cy="131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07AEC4-F1D8-3C41-9287-D8ED1C8E2F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6031" y="905631"/>
                <a:ext cx="20102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1">
                <a:extLst>
                  <a:ext uri="{FF2B5EF4-FFF2-40B4-BE49-F238E27FC236}">
                    <a16:creationId xmlns:a16="http://schemas.microsoft.com/office/drawing/2014/main" id="{9EF80E30-3C06-EF42-A9C0-21027C4DDF71}"/>
                  </a:ext>
                </a:extLst>
              </p14:cNvPr>
              <p14:cNvContentPartPr/>
              <p14:nvPr/>
            </p14:nvContentPartPr>
            <p14:xfrm>
              <a:off x="744431" y="2420151"/>
              <a:ext cx="809640" cy="461160"/>
            </p14:xfrm>
          </p:contentPart>
        </mc:Choice>
        <mc:Fallback xmlns="">
          <p:pic>
            <p:nvPicPr>
              <p:cNvPr id="11" name="Ink 11">
                <a:extLst>
                  <a:ext uri="{FF2B5EF4-FFF2-40B4-BE49-F238E27FC236}">
                    <a16:creationId xmlns:a16="http://schemas.microsoft.com/office/drawing/2014/main" id="{9EF80E30-3C06-EF42-A9C0-21027C4DDF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9311" y="2405031"/>
                <a:ext cx="84024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5">
                <a:extLst>
                  <a:ext uri="{FF2B5EF4-FFF2-40B4-BE49-F238E27FC236}">
                    <a16:creationId xmlns:a16="http://schemas.microsoft.com/office/drawing/2014/main" id="{6BBF29BC-E462-4442-9398-74647CE2C1D8}"/>
                  </a:ext>
                </a:extLst>
              </p14:cNvPr>
              <p14:cNvContentPartPr/>
              <p14:nvPr/>
            </p14:nvContentPartPr>
            <p14:xfrm>
              <a:off x="2076791" y="2482431"/>
              <a:ext cx="243000" cy="424080"/>
            </p14:xfrm>
          </p:contentPart>
        </mc:Choice>
        <mc:Fallback xmlns="">
          <p:pic>
            <p:nvPicPr>
              <p:cNvPr id="15" name="Ink 15">
                <a:extLst>
                  <a:ext uri="{FF2B5EF4-FFF2-40B4-BE49-F238E27FC236}">
                    <a16:creationId xmlns:a16="http://schemas.microsoft.com/office/drawing/2014/main" id="{6BBF29BC-E462-4442-9398-74647CE2C1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61311" y="2467298"/>
                <a:ext cx="273600" cy="454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4B710C1-655C-E44A-99FF-7B1915E94F09}"/>
                  </a:ext>
                </a:extLst>
              </p14:cNvPr>
              <p14:cNvContentPartPr/>
              <p14:nvPr/>
            </p14:nvContentPartPr>
            <p14:xfrm>
              <a:off x="2717951" y="2569551"/>
              <a:ext cx="342720" cy="50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4B710C1-655C-E44A-99FF-7B1915E94F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2471" y="2554431"/>
                <a:ext cx="3733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4">
                <a:extLst>
                  <a:ext uri="{FF2B5EF4-FFF2-40B4-BE49-F238E27FC236}">
                    <a16:creationId xmlns:a16="http://schemas.microsoft.com/office/drawing/2014/main" id="{6016539D-553F-8941-A8F8-64F14F74E0AB}"/>
                  </a:ext>
                </a:extLst>
              </p14:cNvPr>
              <p14:cNvContentPartPr/>
              <p14:nvPr/>
            </p14:nvContentPartPr>
            <p14:xfrm>
              <a:off x="4560791" y="2327631"/>
              <a:ext cx="534960" cy="528840"/>
            </p14:xfrm>
          </p:contentPart>
        </mc:Choice>
        <mc:Fallback xmlns="">
          <p:pic>
            <p:nvPicPr>
              <p:cNvPr id="23" name="Ink 24">
                <a:extLst>
                  <a:ext uri="{FF2B5EF4-FFF2-40B4-BE49-F238E27FC236}">
                    <a16:creationId xmlns:a16="http://schemas.microsoft.com/office/drawing/2014/main" id="{6016539D-553F-8941-A8F8-64F14F74E0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45311" y="2312511"/>
                <a:ext cx="56556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Ink 25">
                <a:extLst>
                  <a:ext uri="{FF2B5EF4-FFF2-40B4-BE49-F238E27FC236}">
                    <a16:creationId xmlns:a16="http://schemas.microsoft.com/office/drawing/2014/main" id="{F70F4E45-3F3F-B842-8290-9BE8784394A6}"/>
                  </a:ext>
                </a:extLst>
              </p14:cNvPr>
              <p14:cNvContentPartPr/>
              <p14:nvPr/>
            </p14:nvContentPartPr>
            <p14:xfrm>
              <a:off x="3782471" y="2335911"/>
              <a:ext cx="436320" cy="352440"/>
            </p14:xfrm>
          </p:contentPart>
        </mc:Choice>
        <mc:Fallback xmlns="">
          <p:pic>
            <p:nvPicPr>
              <p:cNvPr id="24" name="Ink 25">
                <a:extLst>
                  <a:ext uri="{FF2B5EF4-FFF2-40B4-BE49-F238E27FC236}">
                    <a16:creationId xmlns:a16="http://schemas.microsoft.com/office/drawing/2014/main" id="{F70F4E45-3F3F-B842-8290-9BE8784394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67351" y="2320791"/>
                <a:ext cx="4665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17D7F2E-6DCD-4A40-90D5-891EC331F60C}"/>
                  </a:ext>
                </a:extLst>
              </p14:cNvPr>
              <p14:cNvContentPartPr/>
              <p14:nvPr/>
            </p14:nvContentPartPr>
            <p14:xfrm>
              <a:off x="1839911" y="4132311"/>
              <a:ext cx="131040" cy="25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17D7F2E-6DCD-4A40-90D5-891EC331F6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24791" y="4117191"/>
                <a:ext cx="161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50FEFC0-6F2F-B344-A073-7D7C0FD6C680}"/>
                  </a:ext>
                </a:extLst>
              </p14:cNvPr>
              <p14:cNvContentPartPr/>
              <p14:nvPr/>
            </p14:nvContentPartPr>
            <p14:xfrm>
              <a:off x="1839911" y="4262991"/>
              <a:ext cx="168480" cy="30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50FEFC0-6F2F-B344-A073-7D7C0FD6C68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24791" y="4247871"/>
                <a:ext cx="1990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Ink 57">
                <a:extLst>
                  <a:ext uri="{FF2B5EF4-FFF2-40B4-BE49-F238E27FC236}">
                    <a16:creationId xmlns:a16="http://schemas.microsoft.com/office/drawing/2014/main" id="{4E0EC583-49BE-A041-97A8-5E08093FB33E}"/>
                  </a:ext>
                </a:extLst>
              </p14:cNvPr>
              <p14:cNvContentPartPr/>
              <p14:nvPr/>
            </p14:nvContentPartPr>
            <p14:xfrm>
              <a:off x="3166151" y="3185871"/>
              <a:ext cx="149760" cy="249480"/>
            </p14:xfrm>
          </p:contentPart>
        </mc:Choice>
        <mc:Fallback xmlns="">
          <p:pic>
            <p:nvPicPr>
              <p:cNvPr id="53" name="Ink 57">
                <a:extLst>
                  <a:ext uri="{FF2B5EF4-FFF2-40B4-BE49-F238E27FC236}">
                    <a16:creationId xmlns:a16="http://schemas.microsoft.com/office/drawing/2014/main" id="{4E0EC583-49BE-A041-97A8-5E08093FB33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51031" y="3170751"/>
                <a:ext cx="1803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4" name="Ink 58">
                <a:extLst>
                  <a:ext uri="{FF2B5EF4-FFF2-40B4-BE49-F238E27FC236}">
                    <a16:creationId xmlns:a16="http://schemas.microsoft.com/office/drawing/2014/main" id="{65B0A18D-907D-F64D-86D7-3559B2BACE29}"/>
                  </a:ext>
                </a:extLst>
              </p14:cNvPr>
              <p14:cNvContentPartPr/>
              <p14:nvPr/>
            </p14:nvContentPartPr>
            <p14:xfrm>
              <a:off x="2419151" y="3204591"/>
              <a:ext cx="510840" cy="280080"/>
            </p14:xfrm>
          </p:contentPart>
        </mc:Choice>
        <mc:Fallback xmlns="">
          <p:pic>
            <p:nvPicPr>
              <p:cNvPr id="54" name="Ink 58">
                <a:extLst>
                  <a:ext uri="{FF2B5EF4-FFF2-40B4-BE49-F238E27FC236}">
                    <a16:creationId xmlns:a16="http://schemas.microsoft.com/office/drawing/2014/main" id="{65B0A18D-907D-F64D-86D7-3559B2BACE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03671" y="3189452"/>
                <a:ext cx="541440" cy="310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5" name="Ink 59">
                <a:extLst>
                  <a:ext uri="{FF2B5EF4-FFF2-40B4-BE49-F238E27FC236}">
                    <a16:creationId xmlns:a16="http://schemas.microsoft.com/office/drawing/2014/main" id="{2DA9989F-14A8-BF4A-9C05-4165C0F4FA3A}"/>
                  </a:ext>
                </a:extLst>
              </p14:cNvPr>
              <p14:cNvContentPartPr/>
              <p14:nvPr/>
            </p14:nvContentPartPr>
            <p14:xfrm>
              <a:off x="1380191" y="3385311"/>
              <a:ext cx="497520" cy="330480"/>
            </p14:xfrm>
          </p:contentPart>
        </mc:Choice>
        <mc:Fallback xmlns="">
          <p:pic>
            <p:nvPicPr>
              <p:cNvPr id="55" name="Ink 59">
                <a:extLst>
                  <a:ext uri="{FF2B5EF4-FFF2-40B4-BE49-F238E27FC236}">
                    <a16:creationId xmlns:a16="http://schemas.microsoft.com/office/drawing/2014/main" id="{2DA9989F-14A8-BF4A-9C05-4165C0F4FA3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64722" y="3369831"/>
                <a:ext cx="527738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6" name="Ink 60">
                <a:extLst>
                  <a:ext uri="{FF2B5EF4-FFF2-40B4-BE49-F238E27FC236}">
                    <a16:creationId xmlns:a16="http://schemas.microsoft.com/office/drawing/2014/main" id="{D029B8EC-DDEF-A547-9BE0-347CA1837B87}"/>
                  </a:ext>
                </a:extLst>
              </p14:cNvPr>
              <p14:cNvContentPartPr/>
              <p14:nvPr/>
            </p14:nvContentPartPr>
            <p14:xfrm>
              <a:off x="557591" y="3397551"/>
              <a:ext cx="355320" cy="380160"/>
            </p14:xfrm>
          </p:contentPart>
        </mc:Choice>
        <mc:Fallback xmlns="">
          <p:pic>
            <p:nvPicPr>
              <p:cNvPr id="56" name="Ink 60">
                <a:extLst>
                  <a:ext uri="{FF2B5EF4-FFF2-40B4-BE49-F238E27FC236}">
                    <a16:creationId xmlns:a16="http://schemas.microsoft.com/office/drawing/2014/main" id="{D029B8EC-DDEF-A547-9BE0-347CA1837B8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42471" y="3382431"/>
                <a:ext cx="3855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7" name="Ink 68">
                <a:extLst>
                  <a:ext uri="{FF2B5EF4-FFF2-40B4-BE49-F238E27FC236}">
                    <a16:creationId xmlns:a16="http://schemas.microsoft.com/office/drawing/2014/main" id="{A7955FA3-6BE8-9943-9591-77DF2E2B0A1D}"/>
                  </a:ext>
                </a:extLst>
              </p14:cNvPr>
              <p14:cNvContentPartPr/>
              <p14:nvPr/>
            </p14:nvContentPartPr>
            <p14:xfrm>
              <a:off x="2674391" y="4007751"/>
              <a:ext cx="324000" cy="286920"/>
            </p14:xfrm>
          </p:contentPart>
        </mc:Choice>
        <mc:Fallback xmlns="">
          <p:pic>
            <p:nvPicPr>
              <p:cNvPr id="67" name="Ink 68">
                <a:extLst>
                  <a:ext uri="{FF2B5EF4-FFF2-40B4-BE49-F238E27FC236}">
                    <a16:creationId xmlns:a16="http://schemas.microsoft.com/office/drawing/2014/main" id="{A7955FA3-6BE8-9943-9591-77DF2E2B0A1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658911" y="3992612"/>
                <a:ext cx="354600" cy="317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8" name="Ink 69">
                <a:extLst>
                  <a:ext uri="{FF2B5EF4-FFF2-40B4-BE49-F238E27FC236}">
                    <a16:creationId xmlns:a16="http://schemas.microsoft.com/office/drawing/2014/main" id="{665631A3-058C-1143-90CF-0F6EA58E1107}"/>
                  </a:ext>
                </a:extLst>
              </p14:cNvPr>
              <p14:cNvContentPartPr/>
              <p14:nvPr/>
            </p14:nvContentPartPr>
            <p14:xfrm>
              <a:off x="2400431" y="3964191"/>
              <a:ext cx="124920" cy="330480"/>
            </p14:xfrm>
          </p:contentPart>
        </mc:Choice>
        <mc:Fallback xmlns="">
          <p:pic>
            <p:nvPicPr>
              <p:cNvPr id="68" name="Ink 69">
                <a:extLst>
                  <a:ext uri="{FF2B5EF4-FFF2-40B4-BE49-F238E27FC236}">
                    <a16:creationId xmlns:a16="http://schemas.microsoft.com/office/drawing/2014/main" id="{665631A3-058C-1143-90CF-0F6EA58E110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384951" y="3949071"/>
                <a:ext cx="1555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89CFD32C-F342-9449-B08C-D9E76FF31D8A}"/>
                  </a:ext>
                </a:extLst>
              </p14:cNvPr>
              <p14:cNvContentPartPr/>
              <p14:nvPr/>
            </p14:nvContentPartPr>
            <p14:xfrm>
              <a:off x="3166151" y="4027191"/>
              <a:ext cx="660240" cy="242280"/>
            </p14:xfrm>
          </p:contentPart>
        </mc:Choice>
        <mc:Fallback xmlns=""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89CFD32C-F342-9449-B08C-D9E76FF31D8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51031" y="4012093"/>
                <a:ext cx="690840" cy="27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8" name="Ink 78">
                <a:extLst>
                  <a:ext uri="{FF2B5EF4-FFF2-40B4-BE49-F238E27FC236}">
                    <a16:creationId xmlns:a16="http://schemas.microsoft.com/office/drawing/2014/main" id="{25FAF833-4CF7-1C4D-BDDA-DFA6DD5F991F}"/>
                  </a:ext>
                </a:extLst>
              </p14:cNvPr>
              <p14:cNvContentPartPr/>
              <p14:nvPr/>
            </p14:nvContentPartPr>
            <p14:xfrm>
              <a:off x="532751" y="4712631"/>
              <a:ext cx="473040" cy="480960"/>
            </p14:xfrm>
          </p:contentPart>
        </mc:Choice>
        <mc:Fallback xmlns="">
          <p:pic>
            <p:nvPicPr>
              <p:cNvPr id="78" name="Ink 78">
                <a:extLst>
                  <a:ext uri="{FF2B5EF4-FFF2-40B4-BE49-F238E27FC236}">
                    <a16:creationId xmlns:a16="http://schemas.microsoft.com/office/drawing/2014/main" id="{25FAF833-4CF7-1C4D-BDDA-DFA6DD5F991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7619" y="4697511"/>
                <a:ext cx="503663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9CB9CB2-5F07-8A4E-B093-2C18FE3DAC9D}"/>
                  </a:ext>
                </a:extLst>
              </p14:cNvPr>
              <p14:cNvContentPartPr/>
              <p14:nvPr/>
            </p14:nvContentPartPr>
            <p14:xfrm>
              <a:off x="1572431" y="4801911"/>
              <a:ext cx="143640" cy="2336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9CB9CB2-5F07-8A4E-B093-2C18FE3DAC9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556951" y="4786791"/>
                <a:ext cx="1738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621F52A-725D-1F4B-9857-C4ED5C5843F7}"/>
                  </a:ext>
                </a:extLst>
              </p14:cNvPr>
              <p14:cNvContentPartPr/>
              <p14:nvPr/>
            </p14:nvContentPartPr>
            <p14:xfrm>
              <a:off x="1964471" y="4860591"/>
              <a:ext cx="118800" cy="12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621F52A-725D-1F4B-9857-C4ED5C5843F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49351" y="4845471"/>
                <a:ext cx="1490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3D78811-8B8F-9D4F-BB30-22132B334CC8}"/>
                  </a:ext>
                </a:extLst>
              </p14:cNvPr>
              <p14:cNvContentPartPr/>
              <p14:nvPr/>
            </p14:nvContentPartPr>
            <p14:xfrm>
              <a:off x="1945751" y="4947711"/>
              <a:ext cx="149760" cy="19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3D78811-8B8F-9D4F-BB30-22132B334CC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930631" y="4932591"/>
                <a:ext cx="1803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9" name="Ink 101">
                <a:extLst>
                  <a:ext uri="{FF2B5EF4-FFF2-40B4-BE49-F238E27FC236}">
                    <a16:creationId xmlns:a16="http://schemas.microsoft.com/office/drawing/2014/main" id="{DDC8C09D-029A-2145-BC4B-DABBCAD8A62F}"/>
                  </a:ext>
                </a:extLst>
              </p14:cNvPr>
              <p14:cNvContentPartPr/>
              <p14:nvPr/>
            </p14:nvContentPartPr>
            <p14:xfrm>
              <a:off x="3271991" y="4729911"/>
              <a:ext cx="168480" cy="299160"/>
            </p14:xfrm>
          </p:contentPart>
        </mc:Choice>
        <mc:Fallback xmlns="">
          <p:pic>
            <p:nvPicPr>
              <p:cNvPr id="99" name="Ink 101">
                <a:extLst>
                  <a:ext uri="{FF2B5EF4-FFF2-40B4-BE49-F238E27FC236}">
                    <a16:creationId xmlns:a16="http://schemas.microsoft.com/office/drawing/2014/main" id="{DDC8C09D-029A-2145-BC4B-DABBCAD8A62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56511" y="4714791"/>
                <a:ext cx="19908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0" name="Ink 102">
                <a:extLst>
                  <a:ext uri="{FF2B5EF4-FFF2-40B4-BE49-F238E27FC236}">
                    <a16:creationId xmlns:a16="http://schemas.microsoft.com/office/drawing/2014/main" id="{AE87EB25-023E-B649-A017-41885B0A0974}"/>
                  </a:ext>
                </a:extLst>
              </p14:cNvPr>
              <p14:cNvContentPartPr/>
              <p14:nvPr/>
            </p14:nvContentPartPr>
            <p14:xfrm>
              <a:off x="2568551" y="4751511"/>
              <a:ext cx="591480" cy="306000"/>
            </p14:xfrm>
          </p:contentPart>
        </mc:Choice>
        <mc:Fallback xmlns="">
          <p:pic>
            <p:nvPicPr>
              <p:cNvPr id="100" name="Ink 102">
                <a:extLst>
                  <a:ext uri="{FF2B5EF4-FFF2-40B4-BE49-F238E27FC236}">
                    <a16:creationId xmlns:a16="http://schemas.microsoft.com/office/drawing/2014/main" id="{AE87EB25-023E-B649-A017-41885B0A097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53080" y="4736031"/>
                <a:ext cx="622061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6" name="Ink 106">
                <a:extLst>
                  <a:ext uri="{FF2B5EF4-FFF2-40B4-BE49-F238E27FC236}">
                    <a16:creationId xmlns:a16="http://schemas.microsoft.com/office/drawing/2014/main" id="{7627BF7A-9B9D-F34E-BC93-85B050E2D773}"/>
                  </a:ext>
                </a:extLst>
              </p14:cNvPr>
              <p14:cNvContentPartPr/>
              <p14:nvPr/>
            </p14:nvContentPartPr>
            <p14:xfrm>
              <a:off x="3769871" y="4468551"/>
              <a:ext cx="1226880" cy="878040"/>
            </p14:xfrm>
          </p:contentPart>
        </mc:Choice>
        <mc:Fallback xmlns="">
          <p:pic>
            <p:nvPicPr>
              <p:cNvPr id="106" name="Ink 106">
                <a:extLst>
                  <a:ext uri="{FF2B5EF4-FFF2-40B4-BE49-F238E27FC236}">
                    <a16:creationId xmlns:a16="http://schemas.microsoft.com/office/drawing/2014/main" id="{7627BF7A-9B9D-F34E-BC93-85B050E2D77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54751" y="4453071"/>
                <a:ext cx="1257120" cy="9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0" name="Ink 110">
                <a:extLst>
                  <a:ext uri="{FF2B5EF4-FFF2-40B4-BE49-F238E27FC236}">
                    <a16:creationId xmlns:a16="http://schemas.microsoft.com/office/drawing/2014/main" id="{8EDFEF29-5702-8349-A30F-CA798104C2C0}"/>
                  </a:ext>
                </a:extLst>
              </p14:cNvPr>
              <p14:cNvContentPartPr/>
              <p14:nvPr/>
            </p14:nvContentPartPr>
            <p14:xfrm>
              <a:off x="3545951" y="3024231"/>
              <a:ext cx="1630800" cy="654120"/>
            </p14:xfrm>
          </p:contentPart>
        </mc:Choice>
        <mc:Fallback xmlns="">
          <p:pic>
            <p:nvPicPr>
              <p:cNvPr id="110" name="Ink 110">
                <a:extLst>
                  <a:ext uri="{FF2B5EF4-FFF2-40B4-BE49-F238E27FC236}">
                    <a16:creationId xmlns:a16="http://schemas.microsoft.com/office/drawing/2014/main" id="{8EDFEF29-5702-8349-A30F-CA798104C2C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530471" y="3008751"/>
                <a:ext cx="166140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841F8F0-3F83-264E-832D-86D244453964}"/>
                  </a:ext>
                </a:extLst>
              </p14:cNvPr>
              <p14:cNvContentPartPr/>
              <p14:nvPr/>
            </p14:nvContentPartPr>
            <p14:xfrm>
              <a:off x="2107751" y="5937711"/>
              <a:ext cx="155880" cy="19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841F8F0-3F83-264E-832D-86D24445396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092631" y="5922591"/>
                <a:ext cx="186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4018142-39A8-4644-B665-9F287AB25E47}"/>
                  </a:ext>
                </a:extLst>
              </p14:cNvPr>
              <p14:cNvContentPartPr/>
              <p14:nvPr/>
            </p14:nvContentPartPr>
            <p14:xfrm>
              <a:off x="2145191" y="6074511"/>
              <a:ext cx="149760" cy="31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4018142-39A8-4644-B665-9F287AB25E4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129711" y="6059391"/>
                <a:ext cx="180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6" name="Ink 116">
                <a:extLst>
                  <a:ext uri="{FF2B5EF4-FFF2-40B4-BE49-F238E27FC236}">
                    <a16:creationId xmlns:a16="http://schemas.microsoft.com/office/drawing/2014/main" id="{75B8B87A-A4FD-CB40-A9DD-8A05314AB97C}"/>
                  </a:ext>
                </a:extLst>
              </p14:cNvPr>
              <p14:cNvContentPartPr/>
              <p14:nvPr/>
            </p14:nvContentPartPr>
            <p14:xfrm>
              <a:off x="2624351" y="5696151"/>
              <a:ext cx="224640" cy="509400"/>
            </p14:xfrm>
          </p:contentPart>
        </mc:Choice>
        <mc:Fallback xmlns="">
          <p:pic>
            <p:nvPicPr>
              <p:cNvPr id="116" name="Ink 116">
                <a:extLst>
                  <a:ext uri="{FF2B5EF4-FFF2-40B4-BE49-F238E27FC236}">
                    <a16:creationId xmlns:a16="http://schemas.microsoft.com/office/drawing/2014/main" id="{75B8B87A-A4FD-CB40-A9DD-8A05314AB97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09231" y="5681031"/>
                <a:ext cx="25488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6" name="Ink 126">
                <a:extLst>
                  <a:ext uri="{FF2B5EF4-FFF2-40B4-BE49-F238E27FC236}">
                    <a16:creationId xmlns:a16="http://schemas.microsoft.com/office/drawing/2014/main" id="{CA1B6FA6-4CF4-BE44-84B4-A8B575774397}"/>
                  </a:ext>
                </a:extLst>
              </p14:cNvPr>
              <p14:cNvContentPartPr/>
              <p14:nvPr/>
            </p14:nvContentPartPr>
            <p14:xfrm>
              <a:off x="3085151" y="5769591"/>
              <a:ext cx="1276560" cy="311760"/>
            </p14:xfrm>
          </p:contentPart>
        </mc:Choice>
        <mc:Fallback xmlns="">
          <p:pic>
            <p:nvPicPr>
              <p:cNvPr id="126" name="Ink 126">
                <a:extLst>
                  <a:ext uri="{FF2B5EF4-FFF2-40B4-BE49-F238E27FC236}">
                    <a16:creationId xmlns:a16="http://schemas.microsoft.com/office/drawing/2014/main" id="{CA1B6FA6-4CF4-BE44-84B4-A8B57577439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070031" y="5754471"/>
                <a:ext cx="1307160" cy="34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44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83AE4D-1A7A-0A49-B3ED-A8989A06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26" y="122891"/>
            <a:ext cx="8572500" cy="3492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087428-DD24-CC4C-99F1-6BD4B3956781}"/>
                  </a:ext>
                </a:extLst>
              </p14:cNvPr>
              <p14:cNvContentPartPr/>
              <p14:nvPr/>
            </p14:nvContentPartPr>
            <p14:xfrm>
              <a:off x="1217471" y="3578991"/>
              <a:ext cx="137160" cy="38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087428-DD24-CC4C-99F1-6BD4B39567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351" y="3563511"/>
                <a:ext cx="1677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36BCB8-D9CD-AF43-94BA-29EA2A3AC4F3}"/>
                  </a:ext>
                </a:extLst>
              </p14:cNvPr>
              <p14:cNvContentPartPr/>
              <p14:nvPr/>
            </p14:nvContentPartPr>
            <p14:xfrm>
              <a:off x="1504031" y="3771231"/>
              <a:ext cx="118800" cy="1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36BCB8-D9CD-AF43-94BA-29EA2A3AC4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8551" y="3756111"/>
                <a:ext cx="149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BB0284-4A51-E44E-938F-C22484BE0600}"/>
                  </a:ext>
                </a:extLst>
              </p14:cNvPr>
              <p14:cNvContentPartPr/>
              <p14:nvPr/>
            </p14:nvContentPartPr>
            <p14:xfrm>
              <a:off x="1516271" y="3858351"/>
              <a:ext cx="143640" cy="31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BB0284-4A51-E44E-938F-C22484BE06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1151" y="3843231"/>
                <a:ext cx="1738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8">
                <a:extLst>
                  <a:ext uri="{FF2B5EF4-FFF2-40B4-BE49-F238E27FC236}">
                    <a16:creationId xmlns:a16="http://schemas.microsoft.com/office/drawing/2014/main" id="{1EE81395-6148-E04B-88C1-FC505711A8E2}"/>
                  </a:ext>
                </a:extLst>
              </p14:cNvPr>
              <p14:cNvContentPartPr/>
              <p14:nvPr/>
            </p14:nvContentPartPr>
            <p14:xfrm>
              <a:off x="551471" y="3578271"/>
              <a:ext cx="355320" cy="361440"/>
            </p14:xfrm>
          </p:contentPart>
        </mc:Choice>
        <mc:Fallback xmlns="">
          <p:pic>
            <p:nvPicPr>
              <p:cNvPr id="8" name="Ink 8">
                <a:extLst>
                  <a:ext uri="{FF2B5EF4-FFF2-40B4-BE49-F238E27FC236}">
                    <a16:creationId xmlns:a16="http://schemas.microsoft.com/office/drawing/2014/main" id="{1EE81395-6148-E04B-88C1-FC505711A8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991" y="3563151"/>
                <a:ext cx="38556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431EC1C-57BE-F848-9AFB-918DA425B531}"/>
                  </a:ext>
                </a:extLst>
              </p14:cNvPr>
              <p14:cNvContentPartPr/>
              <p14:nvPr/>
            </p14:nvContentPartPr>
            <p14:xfrm>
              <a:off x="1423031" y="2133951"/>
              <a:ext cx="607680" cy="13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431EC1C-57BE-F848-9AFB-918DA425B5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69031" y="2025951"/>
                <a:ext cx="7153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08CA7A-69D8-8841-888F-45392FBF0B5C}"/>
                  </a:ext>
                </a:extLst>
              </p14:cNvPr>
              <p14:cNvContentPartPr/>
              <p14:nvPr/>
            </p14:nvContentPartPr>
            <p14:xfrm>
              <a:off x="7355111" y="639591"/>
              <a:ext cx="1149480" cy="12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08CA7A-69D8-8841-888F-45392FBF0B5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01471" y="531951"/>
                <a:ext cx="125712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D0AF4D5-FC1C-684F-8963-215D7D0D3CFD}"/>
                  </a:ext>
                </a:extLst>
              </p14:cNvPr>
              <p14:cNvContentPartPr/>
              <p14:nvPr/>
            </p14:nvContentPartPr>
            <p14:xfrm>
              <a:off x="1485311" y="1274631"/>
              <a:ext cx="1021320" cy="93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D0AF4D5-FC1C-684F-8963-215D7D0D3CF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31311" y="1166991"/>
                <a:ext cx="11289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4EC752D-B927-0649-B085-1FB470A4B75B}"/>
                  </a:ext>
                </a:extLst>
              </p14:cNvPr>
              <p14:cNvContentPartPr/>
              <p14:nvPr/>
            </p14:nvContentPartPr>
            <p14:xfrm>
              <a:off x="4299071" y="1312071"/>
              <a:ext cx="983880" cy="62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4EC752D-B927-0649-B085-1FB470A4B75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45431" y="1204431"/>
                <a:ext cx="1091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E876F7-DB25-074E-91D6-1005D65532CC}"/>
                  </a:ext>
                </a:extLst>
              </p14:cNvPr>
              <p14:cNvContentPartPr/>
              <p14:nvPr/>
            </p14:nvContentPartPr>
            <p14:xfrm>
              <a:off x="4065431" y="1835151"/>
              <a:ext cx="947160" cy="118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E876F7-DB25-074E-91D6-1005D65532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11431" y="1727151"/>
                <a:ext cx="10548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CBB95DD-FC5B-514D-8966-932E171ABD0D}"/>
                  </a:ext>
                </a:extLst>
              </p14:cNvPr>
              <p14:cNvContentPartPr/>
              <p14:nvPr/>
            </p14:nvContentPartPr>
            <p14:xfrm>
              <a:off x="1927391" y="3622551"/>
              <a:ext cx="162360" cy="323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CBB95DD-FC5B-514D-8966-932E171ABD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11911" y="3607431"/>
                <a:ext cx="1926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20">
                <a:extLst>
                  <a:ext uri="{FF2B5EF4-FFF2-40B4-BE49-F238E27FC236}">
                    <a16:creationId xmlns:a16="http://schemas.microsoft.com/office/drawing/2014/main" id="{C9D22B4B-13C9-6549-B31C-1A9F0A93D239}"/>
                  </a:ext>
                </a:extLst>
              </p14:cNvPr>
              <p14:cNvContentPartPr/>
              <p14:nvPr/>
            </p14:nvContentPartPr>
            <p14:xfrm>
              <a:off x="2207471" y="3634431"/>
              <a:ext cx="329400" cy="299160"/>
            </p14:xfrm>
          </p:contentPart>
        </mc:Choice>
        <mc:Fallback xmlns="">
          <p:pic>
            <p:nvPicPr>
              <p:cNvPr id="20" name="Ink 20">
                <a:extLst>
                  <a:ext uri="{FF2B5EF4-FFF2-40B4-BE49-F238E27FC236}">
                    <a16:creationId xmlns:a16="http://schemas.microsoft.com/office/drawing/2014/main" id="{C9D22B4B-13C9-6549-B31C-1A9F0A93D23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92008" y="3618951"/>
                <a:ext cx="359607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550796-2AA9-E54A-B69C-1B97CAC729EB}"/>
                  </a:ext>
                </a:extLst>
              </p14:cNvPr>
              <p14:cNvContentPartPr/>
              <p14:nvPr/>
            </p14:nvContentPartPr>
            <p14:xfrm>
              <a:off x="1615991" y="4206831"/>
              <a:ext cx="112320" cy="37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550796-2AA9-E54A-B69C-1B97CAC729E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00871" y="4191711"/>
                <a:ext cx="1429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47E9D86-E38A-5941-864B-39002896C2E3}"/>
                  </a:ext>
                </a:extLst>
              </p14:cNvPr>
              <p14:cNvContentPartPr/>
              <p14:nvPr/>
            </p14:nvContentPartPr>
            <p14:xfrm>
              <a:off x="1609871" y="4319151"/>
              <a:ext cx="149760" cy="56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47E9D86-E38A-5941-864B-39002896C2E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94391" y="4303671"/>
                <a:ext cx="180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22582DE-9F38-CD4E-8774-8F2254002328}"/>
                  </a:ext>
                </a:extLst>
              </p14:cNvPr>
              <p14:cNvContentPartPr/>
              <p14:nvPr/>
            </p14:nvContentPartPr>
            <p14:xfrm>
              <a:off x="2419151" y="4175871"/>
              <a:ext cx="100080" cy="243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22582DE-9F38-CD4E-8774-8F225400232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03671" y="4160751"/>
                <a:ext cx="1303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9">
                <a:extLst>
                  <a:ext uri="{FF2B5EF4-FFF2-40B4-BE49-F238E27FC236}">
                    <a16:creationId xmlns:a16="http://schemas.microsoft.com/office/drawing/2014/main" id="{99434293-DF4C-AE47-8713-517BBF103D66}"/>
                  </a:ext>
                </a:extLst>
              </p14:cNvPr>
              <p14:cNvContentPartPr/>
              <p14:nvPr/>
            </p14:nvContentPartPr>
            <p14:xfrm>
              <a:off x="2070311" y="4157151"/>
              <a:ext cx="193320" cy="280440"/>
            </p14:xfrm>
          </p:contentPart>
        </mc:Choice>
        <mc:Fallback xmlns="">
          <p:pic>
            <p:nvPicPr>
              <p:cNvPr id="39" name="Ink 39">
                <a:extLst>
                  <a:ext uri="{FF2B5EF4-FFF2-40B4-BE49-F238E27FC236}">
                    <a16:creationId xmlns:a16="http://schemas.microsoft.com/office/drawing/2014/main" id="{99434293-DF4C-AE47-8713-517BBF103D6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055191" y="4142031"/>
                <a:ext cx="2239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8C36D7B-C366-184C-84CC-7C96FEB96AF1}"/>
                  </a:ext>
                </a:extLst>
              </p14:cNvPr>
              <p14:cNvContentPartPr/>
              <p14:nvPr/>
            </p14:nvContentPartPr>
            <p14:xfrm>
              <a:off x="4803431" y="3958071"/>
              <a:ext cx="162360" cy="155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8C36D7B-C366-184C-84CC-7C96FEB96AF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788311" y="3942591"/>
                <a:ext cx="1926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1" name="Ink 51">
                <a:extLst>
                  <a:ext uri="{FF2B5EF4-FFF2-40B4-BE49-F238E27FC236}">
                    <a16:creationId xmlns:a16="http://schemas.microsoft.com/office/drawing/2014/main" id="{1BEAB1E9-DE79-5145-9DC7-1F8981DBCA2A}"/>
                  </a:ext>
                </a:extLst>
              </p14:cNvPr>
              <p14:cNvContentPartPr/>
              <p14:nvPr/>
            </p14:nvContentPartPr>
            <p14:xfrm>
              <a:off x="2724071" y="3472431"/>
              <a:ext cx="1967760" cy="977760"/>
            </p14:xfrm>
          </p:contentPart>
        </mc:Choice>
        <mc:Fallback xmlns="">
          <p:pic>
            <p:nvPicPr>
              <p:cNvPr id="51" name="Ink 51">
                <a:extLst>
                  <a:ext uri="{FF2B5EF4-FFF2-40B4-BE49-F238E27FC236}">
                    <a16:creationId xmlns:a16="http://schemas.microsoft.com/office/drawing/2014/main" id="{1BEAB1E9-DE79-5145-9DC7-1F8981DBCA2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708951" y="3457311"/>
                <a:ext cx="1998000" cy="10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1D4CD11-98F7-9447-8EE6-598E2082CBFA}"/>
                  </a:ext>
                </a:extLst>
              </p14:cNvPr>
              <p14:cNvContentPartPr/>
              <p14:nvPr/>
            </p14:nvContentPartPr>
            <p14:xfrm>
              <a:off x="1597271" y="4730631"/>
              <a:ext cx="162360" cy="438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1D4CD11-98F7-9447-8EE6-598E2082CBF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82151" y="4715511"/>
                <a:ext cx="19260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76A6418-7CE2-FD47-B779-9D6692EF698E}"/>
                  </a:ext>
                </a:extLst>
              </p14:cNvPr>
              <p14:cNvContentPartPr/>
              <p14:nvPr/>
            </p14:nvContentPartPr>
            <p14:xfrm>
              <a:off x="1846391" y="4904151"/>
              <a:ext cx="124920" cy="62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76A6418-7CE2-FD47-B779-9D6692EF698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30911" y="4889031"/>
                <a:ext cx="155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CFB2DFD-7ED1-0A40-A1CC-27A92672D63B}"/>
                  </a:ext>
                </a:extLst>
              </p14:cNvPr>
              <p14:cNvContentPartPr/>
              <p14:nvPr/>
            </p14:nvContentPartPr>
            <p14:xfrm>
              <a:off x="1896071" y="5041311"/>
              <a:ext cx="118800" cy="500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CFB2DFD-7ED1-0A40-A1CC-27A92672D63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80951" y="5025831"/>
                <a:ext cx="1490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6F68B7F-8942-2242-96B0-DB8A418E8757}"/>
                  </a:ext>
                </a:extLst>
              </p14:cNvPr>
              <p14:cNvContentPartPr/>
              <p14:nvPr/>
            </p14:nvContentPartPr>
            <p14:xfrm>
              <a:off x="2356871" y="4711191"/>
              <a:ext cx="187200" cy="336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6F68B7F-8942-2242-96B0-DB8A418E875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41391" y="4696071"/>
                <a:ext cx="21780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B64B2AB-C26A-8D4C-9E41-6E73D4A1C2C2}"/>
                  </a:ext>
                </a:extLst>
              </p14:cNvPr>
              <p14:cNvContentPartPr/>
              <p14:nvPr/>
            </p14:nvContentPartPr>
            <p14:xfrm>
              <a:off x="2636951" y="4891911"/>
              <a:ext cx="38520" cy="19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B64B2AB-C26A-8D4C-9E41-6E73D4A1C2C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21831" y="4876431"/>
                <a:ext cx="68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6CD2539-1BBA-0D4E-B23A-FA017DF1385A}"/>
                  </a:ext>
                </a:extLst>
              </p14:cNvPr>
              <p14:cNvContentPartPr/>
              <p14:nvPr/>
            </p14:nvContentPartPr>
            <p14:xfrm>
              <a:off x="2792471" y="4705071"/>
              <a:ext cx="174600" cy="274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6CD2539-1BBA-0D4E-B23A-FA017DF1385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777351" y="4689951"/>
                <a:ext cx="2052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14248A8-4F89-6F4C-83C3-0D2A1AE1D4E1}"/>
                  </a:ext>
                </a:extLst>
              </p14:cNvPr>
              <p14:cNvContentPartPr/>
              <p14:nvPr/>
            </p14:nvContentPartPr>
            <p14:xfrm>
              <a:off x="4068671" y="4692471"/>
              <a:ext cx="25200" cy="2556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14248A8-4F89-6F4C-83C3-0D2A1AE1D4E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053551" y="4677351"/>
                <a:ext cx="558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17952DA-D553-6543-A4A6-B02E33BA2A76}"/>
                  </a:ext>
                </a:extLst>
              </p14:cNvPr>
              <p14:cNvContentPartPr/>
              <p14:nvPr/>
            </p14:nvContentPartPr>
            <p14:xfrm>
              <a:off x="4180991" y="4699671"/>
              <a:ext cx="93600" cy="1490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17952DA-D553-6543-A4A6-B02E33BA2A7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165511" y="4684191"/>
                <a:ext cx="124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1" name="Ink 74">
                <a:extLst>
                  <a:ext uri="{FF2B5EF4-FFF2-40B4-BE49-F238E27FC236}">
                    <a16:creationId xmlns:a16="http://schemas.microsoft.com/office/drawing/2014/main" id="{3D0E0732-C215-C545-B028-A91EEA0FE538}"/>
                  </a:ext>
                </a:extLst>
              </p14:cNvPr>
              <p14:cNvContentPartPr/>
              <p14:nvPr/>
            </p14:nvContentPartPr>
            <p14:xfrm>
              <a:off x="4367471" y="4605351"/>
              <a:ext cx="455040" cy="355320"/>
            </p14:xfrm>
          </p:contentPart>
        </mc:Choice>
        <mc:Fallback xmlns="">
          <p:pic>
            <p:nvPicPr>
              <p:cNvPr id="71" name="Ink 74">
                <a:extLst>
                  <a:ext uri="{FF2B5EF4-FFF2-40B4-BE49-F238E27FC236}">
                    <a16:creationId xmlns:a16="http://schemas.microsoft.com/office/drawing/2014/main" id="{3D0E0732-C215-C545-B028-A91EEA0FE53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52339" y="4590231"/>
                <a:ext cx="485664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2" name="Ink 75">
                <a:extLst>
                  <a:ext uri="{FF2B5EF4-FFF2-40B4-BE49-F238E27FC236}">
                    <a16:creationId xmlns:a16="http://schemas.microsoft.com/office/drawing/2014/main" id="{D37F9265-BB86-9747-AAA0-D375B4108CF9}"/>
                  </a:ext>
                </a:extLst>
              </p14:cNvPr>
              <p14:cNvContentPartPr/>
              <p14:nvPr/>
            </p14:nvContentPartPr>
            <p14:xfrm>
              <a:off x="3533351" y="4555671"/>
              <a:ext cx="423720" cy="448560"/>
            </p14:xfrm>
          </p:contentPart>
        </mc:Choice>
        <mc:Fallback xmlns="">
          <p:pic>
            <p:nvPicPr>
              <p:cNvPr id="72" name="Ink 75">
                <a:extLst>
                  <a:ext uri="{FF2B5EF4-FFF2-40B4-BE49-F238E27FC236}">
                    <a16:creationId xmlns:a16="http://schemas.microsoft.com/office/drawing/2014/main" id="{D37F9265-BB86-9747-AAA0-D375B4108CF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518231" y="4540551"/>
                <a:ext cx="45432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3" name="Ink 76">
                <a:extLst>
                  <a:ext uri="{FF2B5EF4-FFF2-40B4-BE49-F238E27FC236}">
                    <a16:creationId xmlns:a16="http://schemas.microsoft.com/office/drawing/2014/main" id="{DFDA3529-8094-BC4A-B441-C85B76866701}"/>
                  </a:ext>
                </a:extLst>
              </p14:cNvPr>
              <p14:cNvContentPartPr/>
              <p14:nvPr/>
            </p14:nvContentPartPr>
            <p14:xfrm>
              <a:off x="3141311" y="4624071"/>
              <a:ext cx="280440" cy="473400"/>
            </p14:xfrm>
          </p:contentPart>
        </mc:Choice>
        <mc:Fallback xmlns="">
          <p:pic>
            <p:nvPicPr>
              <p:cNvPr id="73" name="Ink 76">
                <a:extLst>
                  <a:ext uri="{FF2B5EF4-FFF2-40B4-BE49-F238E27FC236}">
                    <a16:creationId xmlns:a16="http://schemas.microsoft.com/office/drawing/2014/main" id="{DFDA3529-8094-BC4A-B441-C85B7686670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125831" y="4608951"/>
                <a:ext cx="31104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4" name="Ink 77">
                <a:extLst>
                  <a:ext uri="{FF2B5EF4-FFF2-40B4-BE49-F238E27FC236}">
                    <a16:creationId xmlns:a16="http://schemas.microsoft.com/office/drawing/2014/main" id="{DA953E8A-AEA7-E04B-8E67-9FD9A03D5375}"/>
                  </a:ext>
                </a:extLst>
              </p14:cNvPr>
              <p14:cNvContentPartPr/>
              <p14:nvPr/>
            </p14:nvContentPartPr>
            <p14:xfrm>
              <a:off x="669551" y="4657911"/>
              <a:ext cx="430200" cy="551880"/>
            </p14:xfrm>
          </p:contentPart>
        </mc:Choice>
        <mc:Fallback xmlns="">
          <p:pic>
            <p:nvPicPr>
              <p:cNvPr id="74" name="Ink 77">
                <a:extLst>
                  <a:ext uri="{FF2B5EF4-FFF2-40B4-BE49-F238E27FC236}">
                    <a16:creationId xmlns:a16="http://schemas.microsoft.com/office/drawing/2014/main" id="{DA953E8A-AEA7-E04B-8E67-9FD9A03D537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4418" y="4642781"/>
                <a:ext cx="460826" cy="58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1" name="Ink 81">
                <a:extLst>
                  <a:ext uri="{FF2B5EF4-FFF2-40B4-BE49-F238E27FC236}">
                    <a16:creationId xmlns:a16="http://schemas.microsoft.com/office/drawing/2014/main" id="{16495A7C-2A99-7B46-AE85-D33CDE9D1132}"/>
                  </a:ext>
                </a:extLst>
              </p14:cNvPr>
              <p14:cNvContentPartPr/>
              <p14:nvPr/>
            </p14:nvContentPartPr>
            <p14:xfrm>
              <a:off x="1945751" y="5439831"/>
              <a:ext cx="174600" cy="81000"/>
            </p14:xfrm>
          </p:contentPart>
        </mc:Choice>
        <mc:Fallback xmlns="">
          <p:pic>
            <p:nvPicPr>
              <p:cNvPr id="81" name="Ink 81">
                <a:extLst>
                  <a:ext uri="{FF2B5EF4-FFF2-40B4-BE49-F238E27FC236}">
                    <a16:creationId xmlns:a16="http://schemas.microsoft.com/office/drawing/2014/main" id="{16495A7C-2A99-7B46-AE85-D33CDE9D113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930631" y="5424419"/>
                <a:ext cx="205200" cy="111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83AA62-9696-0A46-B91F-CADEFB2904D3}"/>
                  </a:ext>
                </a:extLst>
              </p14:cNvPr>
              <p14:cNvContentPartPr/>
              <p14:nvPr/>
            </p14:nvContentPartPr>
            <p14:xfrm>
              <a:off x="2534210" y="5389191"/>
              <a:ext cx="33480" cy="271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83AA62-9696-0A46-B91F-CADEFB2904D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19090" y="5373711"/>
                <a:ext cx="640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0EAB60-9A3C-714E-9688-338E8E566856}"/>
                  </a:ext>
                </a:extLst>
              </p14:cNvPr>
              <p14:cNvContentPartPr/>
              <p14:nvPr/>
            </p14:nvContentPartPr>
            <p14:xfrm>
              <a:off x="2755250" y="5460831"/>
              <a:ext cx="144000" cy="214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0EAB60-9A3C-714E-9688-338E8E5668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739770" y="5445711"/>
                <a:ext cx="174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A508045-A700-D64A-81BB-CDB0EB9B46CD}"/>
                  </a:ext>
                </a:extLst>
              </p14:cNvPr>
              <p14:cNvContentPartPr/>
              <p14:nvPr/>
            </p14:nvContentPartPr>
            <p14:xfrm>
              <a:off x="3069890" y="5389551"/>
              <a:ext cx="138240" cy="204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A508045-A700-D64A-81BB-CDB0EB9B46C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054770" y="5374431"/>
                <a:ext cx="1688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DF5D29-48AC-6243-8F93-DA6A60D33CE6}"/>
                  </a:ext>
                </a:extLst>
              </p14:cNvPr>
              <p14:cNvContentPartPr/>
              <p14:nvPr/>
            </p14:nvContentPartPr>
            <p14:xfrm>
              <a:off x="3362570" y="5356071"/>
              <a:ext cx="149400" cy="359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9DF5D29-48AC-6243-8F93-DA6A60D33CE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347450" y="5340591"/>
                <a:ext cx="1800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2" name="Ink 22">
                <a:extLst>
                  <a:ext uri="{FF2B5EF4-FFF2-40B4-BE49-F238E27FC236}">
                    <a16:creationId xmlns:a16="http://schemas.microsoft.com/office/drawing/2014/main" id="{05FE0AFA-D46C-D341-99A9-8CA0FB8AACB0}"/>
                  </a:ext>
                </a:extLst>
              </p14:cNvPr>
              <p14:cNvContentPartPr/>
              <p14:nvPr/>
            </p14:nvContentPartPr>
            <p14:xfrm>
              <a:off x="3616730" y="5449671"/>
              <a:ext cx="210240" cy="221400"/>
            </p14:xfrm>
          </p:contentPart>
        </mc:Choice>
        <mc:Fallback>
          <p:pic>
            <p:nvPicPr>
              <p:cNvPr id="22" name="Ink 22">
                <a:extLst>
                  <a:ext uri="{FF2B5EF4-FFF2-40B4-BE49-F238E27FC236}">
                    <a16:creationId xmlns:a16="http://schemas.microsoft.com/office/drawing/2014/main" id="{05FE0AFA-D46C-D341-99A9-8CA0FB8AACB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601250" y="5434551"/>
                <a:ext cx="2408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0D76F02-9F22-CB4F-982E-82F1DE42339A}"/>
                  </a:ext>
                </a:extLst>
              </p14:cNvPr>
              <p14:cNvContentPartPr/>
              <p14:nvPr/>
            </p14:nvContentPartPr>
            <p14:xfrm>
              <a:off x="3997610" y="5372631"/>
              <a:ext cx="144000" cy="214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0D76F02-9F22-CB4F-982E-82F1DE42339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982490" y="5357151"/>
                <a:ext cx="174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3" name="Ink 34">
                <a:extLst>
                  <a:ext uri="{FF2B5EF4-FFF2-40B4-BE49-F238E27FC236}">
                    <a16:creationId xmlns:a16="http://schemas.microsoft.com/office/drawing/2014/main" id="{CADCA1F8-5124-674C-A123-0945A38D46CF}"/>
                  </a:ext>
                </a:extLst>
              </p14:cNvPr>
              <p14:cNvContentPartPr/>
              <p14:nvPr/>
            </p14:nvContentPartPr>
            <p14:xfrm>
              <a:off x="5096330" y="5169231"/>
              <a:ext cx="1226160" cy="531000"/>
            </p14:xfrm>
          </p:contentPart>
        </mc:Choice>
        <mc:Fallback>
          <p:pic>
            <p:nvPicPr>
              <p:cNvPr id="33" name="Ink 34">
                <a:extLst>
                  <a:ext uri="{FF2B5EF4-FFF2-40B4-BE49-F238E27FC236}">
                    <a16:creationId xmlns:a16="http://schemas.microsoft.com/office/drawing/2014/main" id="{CADCA1F8-5124-674C-A123-0945A38D46C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081210" y="5154111"/>
                <a:ext cx="125676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34" name="Ink 35">
                <a:extLst>
                  <a:ext uri="{FF2B5EF4-FFF2-40B4-BE49-F238E27FC236}">
                    <a16:creationId xmlns:a16="http://schemas.microsoft.com/office/drawing/2014/main" id="{D37EA6FF-E4F5-4D48-86C2-6A9F554DD35F}"/>
                  </a:ext>
                </a:extLst>
              </p14:cNvPr>
              <p14:cNvContentPartPr/>
              <p14:nvPr/>
            </p14:nvContentPartPr>
            <p14:xfrm>
              <a:off x="4290290" y="5419791"/>
              <a:ext cx="563400" cy="201600"/>
            </p14:xfrm>
          </p:contentPart>
        </mc:Choice>
        <mc:Fallback>
          <p:pic>
            <p:nvPicPr>
              <p:cNvPr id="34" name="Ink 35">
                <a:extLst>
                  <a:ext uri="{FF2B5EF4-FFF2-40B4-BE49-F238E27FC236}">
                    <a16:creationId xmlns:a16="http://schemas.microsoft.com/office/drawing/2014/main" id="{D37EA6FF-E4F5-4D48-86C2-6A9F554DD35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274810" y="5404311"/>
                <a:ext cx="594000" cy="2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71691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2084</TotalTime>
  <Words>188</Words>
  <Application>Microsoft Office PowerPoint</Application>
  <PresentationFormat>A4 Paper (210x297 mm)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A4 Presentation</vt:lpstr>
      <vt:lpstr>Introduction</vt:lpstr>
      <vt:lpstr>PowerPoint Presentation</vt:lpstr>
      <vt:lpstr>Solving Equations</vt:lpstr>
      <vt:lpstr>Equations</vt:lpstr>
      <vt:lpstr>s = ut + 1/2 at2</vt:lpstr>
      <vt:lpstr>s = ((u+v))/2 t</vt:lpstr>
      <vt:lpstr>A=πr^2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Michael Loh</dc:creator>
  <cp:lastModifiedBy>LOH Michael [Shenton College]</cp:lastModifiedBy>
  <cp:revision>16</cp:revision>
  <dcterms:created xsi:type="dcterms:W3CDTF">2017-06-13T06:34:12Z</dcterms:created>
  <dcterms:modified xsi:type="dcterms:W3CDTF">2019-02-28T04:38:26Z</dcterms:modified>
</cp:coreProperties>
</file>