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4" r:id="rId9"/>
    <p:sldId id="265" r:id="rId10"/>
    <p:sldId id="266" r:id="rId11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64"/>
  </p:normalViewPr>
  <p:slideViewPr>
    <p:cSldViewPr snapToGrid="0" snapToObjects="1">
      <p:cViewPr varScale="1">
        <p:scale>
          <a:sx n="93" d="100"/>
          <a:sy n="93" d="100"/>
        </p:scale>
        <p:origin x="1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82466-87B4-064D-9291-113122DF9AF9}" type="datetimeFigureOut">
              <a:rPr lang="en-US" smtClean="0"/>
              <a:t>8/27/19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A6034-75B2-7B45-B165-719A9056C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0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BA6034-75B2-7B45-B165-719A9056C6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0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8/27/19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Describing a distribution of a score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5" y="1126670"/>
            <a:ext cx="9505530" cy="38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</a:t>
            </a:r>
            <a:r>
              <a:rPr lang="mr-IN" dirty="0"/>
              <a:t>–</a:t>
            </a:r>
            <a:r>
              <a:rPr lang="en-US" dirty="0"/>
              <a:t> mean and median</a:t>
            </a:r>
          </a:p>
          <a:p>
            <a:r>
              <a:rPr lang="en-US" dirty="0"/>
              <a:t>Spread </a:t>
            </a:r>
            <a:r>
              <a:rPr lang="mr-IN" dirty="0"/>
              <a:t>–</a:t>
            </a:r>
            <a:r>
              <a:rPr lang="en-US" dirty="0"/>
              <a:t> Range of scores gives information about their spread</a:t>
            </a:r>
          </a:p>
          <a:p>
            <a:r>
              <a:rPr lang="en-US" dirty="0"/>
              <a:t>Shape </a:t>
            </a:r>
            <a:r>
              <a:rPr lang="mr-IN" dirty="0"/>
              <a:t>–</a:t>
            </a:r>
            <a:r>
              <a:rPr lang="en-US" dirty="0"/>
              <a:t> symmetry, gaps, more/less dense regions, outliers, modality, convey </a:t>
            </a:r>
            <a:r>
              <a:rPr lang="en-US"/>
              <a:t>information about </a:t>
            </a:r>
            <a:r>
              <a:rPr lang="en-US" dirty="0"/>
              <a:t>the shape of a distribution</a:t>
            </a:r>
          </a:p>
          <a:p>
            <a:r>
              <a:rPr lang="en-US" dirty="0"/>
              <a:t>Anything else of relevance</a:t>
            </a:r>
          </a:p>
        </p:txBody>
      </p:sp>
    </p:spTree>
    <p:extLst>
      <p:ext uri="{BB962C8B-B14F-4D97-AF65-F5344CB8AC3E}">
        <p14:creationId xmlns:p14="http://schemas.microsoft.com/office/powerpoint/2010/main" val="57988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words such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Lowest score</a:t>
            </a:r>
          </a:p>
          <a:p>
            <a:r>
              <a:rPr lang="en-US" dirty="0"/>
              <a:t>Highest score</a:t>
            </a:r>
          </a:p>
          <a:p>
            <a:r>
              <a:rPr lang="en-US" dirty="0"/>
              <a:t>Gaps</a:t>
            </a:r>
          </a:p>
          <a:p>
            <a:r>
              <a:rPr lang="en-US" dirty="0"/>
              <a:t>Tightly packed</a:t>
            </a:r>
          </a:p>
          <a:p>
            <a:r>
              <a:rPr lang="en-US" dirty="0"/>
              <a:t>Spread out</a:t>
            </a:r>
          </a:p>
          <a:p>
            <a:r>
              <a:rPr lang="en-US" dirty="0"/>
              <a:t>Clusters</a:t>
            </a:r>
          </a:p>
          <a:p>
            <a:r>
              <a:rPr lang="en-US" dirty="0"/>
              <a:t>Groups</a:t>
            </a:r>
          </a:p>
          <a:p>
            <a:r>
              <a:rPr lang="en-US" dirty="0"/>
              <a:t>Symmetrical</a:t>
            </a:r>
          </a:p>
          <a:p>
            <a:r>
              <a:rPr lang="en-US" dirty="0"/>
              <a:t>Outliers</a:t>
            </a:r>
          </a:p>
          <a:p>
            <a:r>
              <a:rPr lang="en-US" dirty="0"/>
              <a:t>Uniform</a:t>
            </a:r>
          </a:p>
        </p:txBody>
      </p:sp>
    </p:spTree>
    <p:extLst>
      <p:ext uri="{BB962C8B-B14F-4D97-AF65-F5344CB8AC3E}">
        <p14:creationId xmlns:p14="http://schemas.microsoft.com/office/powerpoint/2010/main" val="94458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54894"/>
            <a:ext cx="8543925" cy="1325563"/>
          </a:xfrm>
        </p:spPr>
        <p:txBody>
          <a:bodyPr/>
          <a:lstStyle/>
          <a:p>
            <a:r>
              <a:rPr lang="en-US" dirty="0"/>
              <a:t>Relevant information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9"/>
          <a:stretch/>
        </p:blipFill>
        <p:spPr>
          <a:xfrm>
            <a:off x="477838" y="1364342"/>
            <a:ext cx="8543925" cy="29071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2114" y="4702629"/>
            <a:ext cx="6981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One hundred and nine (109) students from the school sat the examination.</a:t>
            </a:r>
          </a:p>
        </p:txBody>
      </p:sp>
    </p:spTree>
    <p:extLst>
      <p:ext uri="{BB962C8B-B14F-4D97-AF65-F5344CB8AC3E}">
        <p14:creationId xmlns:p14="http://schemas.microsoft.com/office/powerpoint/2010/main" val="13164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54894"/>
            <a:ext cx="8543925" cy="1325563"/>
          </a:xfrm>
        </p:spPr>
        <p:txBody>
          <a:bodyPr/>
          <a:lstStyle/>
          <a:p>
            <a:r>
              <a:rPr lang="en-US" dirty="0"/>
              <a:t>Location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9"/>
          <a:stretch/>
        </p:blipFill>
        <p:spPr>
          <a:xfrm>
            <a:off x="477838" y="1175656"/>
            <a:ext cx="8543925" cy="29071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259114" y="4731657"/>
                <a:ext cx="6981372" cy="1355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charset="0"/>
                          </a:rPr>
                          <m:t>2</m:t>
                        </m:r>
                        <m:r>
                          <a:rPr lang="en-AU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×10+11×20+ …+11×90</m:t>
                        </m:r>
                      </m:num>
                      <m:den>
                        <m:r>
                          <a:rPr lang="en-AU" sz="2400" b="0" i="1" smtClean="0">
                            <a:latin typeface="Cambria Math" charset="0"/>
                          </a:rPr>
                          <m:t>109</m:t>
                        </m:r>
                      </m:den>
                    </m:f>
                    <m:r>
                      <a:rPr lang="en-AU" sz="2400" b="0" i="1" smtClean="0">
                        <a:latin typeface="Cambria Math" charset="0"/>
                      </a:rPr>
                      <m:t>=55.3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Median </a:t>
                </a:r>
                <a:r>
                  <a:rPr lang="mr-IN" sz="2400" dirty="0"/>
                  <a:t>–</a:t>
                </a:r>
                <a:r>
                  <a:rPr lang="en-US" sz="2400" dirty="0"/>
                  <a:t> 55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student, scored between 55 and 65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14" y="4731657"/>
                <a:ext cx="6981372" cy="1355628"/>
              </a:xfrm>
              <a:prstGeom prst="rect">
                <a:avLst/>
              </a:prstGeom>
              <a:blipFill>
                <a:blip r:embed="rId3"/>
                <a:stretch>
                  <a:fillRect l="-1270" b="-9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5167086" y="1698171"/>
            <a:ext cx="29028" cy="18868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392056" y="1705429"/>
            <a:ext cx="29028" cy="1886858"/>
          </a:xfrm>
          <a:prstGeom prst="straightConnector1">
            <a:avLst/>
          </a:prstGeom>
          <a:ln w="28575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10743" y="1360322"/>
            <a:ext cx="13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1" y="1359989"/>
            <a:ext cx="13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B050"/>
                </a:solidFill>
              </a:rPr>
              <a:t>Median</a:t>
            </a:r>
          </a:p>
        </p:txBody>
      </p:sp>
    </p:spTree>
    <p:extLst>
      <p:ext uri="{BB962C8B-B14F-4D97-AF65-F5344CB8AC3E}">
        <p14:creationId xmlns:p14="http://schemas.microsoft.com/office/powerpoint/2010/main" val="59648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154894"/>
            <a:ext cx="8543925" cy="1325563"/>
          </a:xfrm>
        </p:spPr>
        <p:txBody>
          <a:bodyPr/>
          <a:lstStyle/>
          <a:p>
            <a:r>
              <a:rPr lang="en-US" dirty="0"/>
              <a:t>Spread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9"/>
          <a:stretch/>
        </p:blipFill>
        <p:spPr>
          <a:xfrm>
            <a:off x="477838" y="1364342"/>
            <a:ext cx="8543925" cy="29071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2114" y="4702629"/>
            <a:ext cx="698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Range: </a:t>
            </a:r>
            <a:r>
              <a:rPr lang="en-US" sz="2400" dirty="0"/>
              <a:t>95 </a:t>
            </a:r>
            <a:r>
              <a:rPr lang="mr-IN" sz="2400" dirty="0"/>
              <a:t>–</a:t>
            </a:r>
            <a:r>
              <a:rPr lang="en-US" sz="2400" dirty="0"/>
              <a:t> 5 = 90</a:t>
            </a:r>
          </a:p>
        </p:txBody>
      </p:sp>
    </p:spTree>
    <p:extLst>
      <p:ext uri="{BB962C8B-B14F-4D97-AF65-F5344CB8AC3E}">
        <p14:creationId xmlns:p14="http://schemas.microsoft.com/office/powerpoint/2010/main" val="418416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4" y="154894"/>
            <a:ext cx="8571820" cy="1325563"/>
          </a:xfrm>
        </p:spPr>
        <p:txBody>
          <a:bodyPr/>
          <a:lstStyle/>
          <a:p>
            <a:r>
              <a:rPr lang="en-US" dirty="0"/>
              <a:t>Shape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9"/>
          <a:stretch/>
        </p:blipFill>
        <p:spPr>
          <a:xfrm>
            <a:off x="477838" y="1364342"/>
            <a:ext cx="8543925" cy="29071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2114" y="4702629"/>
            <a:ext cx="6981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Spread reasonably symmetrical</a:t>
            </a:r>
          </a:p>
          <a:p>
            <a:endParaRPr lang="en-AU" sz="2400" dirty="0"/>
          </a:p>
          <a:p>
            <a:r>
              <a:rPr lang="en-AU" sz="2400" dirty="0"/>
              <a:t>Bi-modal, peak around 30 and again at 80</a:t>
            </a:r>
            <a:endParaRPr lang="en-US" sz="2400" dirty="0"/>
          </a:p>
        </p:txBody>
      </p:sp>
      <p:sp>
        <p:nvSpPr>
          <p:cNvPr id="3" name="Oval 2"/>
          <p:cNvSpPr/>
          <p:nvPr/>
        </p:nvSpPr>
        <p:spPr>
          <a:xfrm>
            <a:off x="3323771" y="1582057"/>
            <a:ext cx="943429" cy="87085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045200" y="1480457"/>
            <a:ext cx="943429" cy="87085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5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14" y="668069"/>
            <a:ext cx="9771607" cy="497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5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83"/>
          <a:stretch/>
        </p:blipFill>
        <p:spPr>
          <a:xfrm>
            <a:off x="0" y="915203"/>
            <a:ext cx="5747423" cy="49779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7719F1-D146-594B-B7A7-787313803E9F}"/>
              </a:ext>
            </a:extLst>
          </p:cNvPr>
          <p:cNvSpPr txBox="1"/>
          <p:nvPr/>
        </p:nvSpPr>
        <p:spPr>
          <a:xfrm>
            <a:off x="6178378" y="1593039"/>
            <a:ext cx="3447535" cy="31393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109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= 55.3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= between 55 an 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Range 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Symmetrical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Bimodal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52EF1B-EB9A-E44A-B16B-BEE55FCC0429}"/>
              </a:ext>
            </a:extLst>
          </p:cNvPr>
          <p:cNvCxnSpPr>
            <a:cxnSpLocks/>
          </p:cNvCxnSpPr>
          <p:nvPr/>
        </p:nvCxnSpPr>
        <p:spPr>
          <a:xfrm>
            <a:off x="6289589" y="915203"/>
            <a:ext cx="2990335" cy="4435274"/>
          </a:xfrm>
          <a:prstGeom prst="straightConnector1">
            <a:avLst/>
          </a:prstGeom>
          <a:ln w="152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F1DBEE-BE85-954D-8DB7-C4698FAC78E2}"/>
              </a:ext>
            </a:extLst>
          </p:cNvPr>
          <p:cNvCxnSpPr>
            <a:cxnSpLocks/>
          </p:cNvCxnSpPr>
          <p:nvPr/>
        </p:nvCxnSpPr>
        <p:spPr>
          <a:xfrm flipV="1">
            <a:off x="6462584" y="915203"/>
            <a:ext cx="2669059" cy="4435274"/>
          </a:xfrm>
          <a:prstGeom prst="straightConnector1">
            <a:avLst/>
          </a:prstGeom>
          <a:ln w="152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44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954</TotalTime>
  <Words>140</Words>
  <Application>Microsoft Macintosh PowerPoint</Application>
  <PresentationFormat>A4 Paper (210x297 mm)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A4</vt:lpstr>
      <vt:lpstr>Describing a distribution of a score</vt:lpstr>
      <vt:lpstr>PowerPoint Presentation</vt:lpstr>
      <vt:lpstr>Description</vt:lpstr>
      <vt:lpstr>Use words such as</vt:lpstr>
      <vt:lpstr>Relevant information</vt:lpstr>
      <vt:lpstr>Location</vt:lpstr>
      <vt:lpstr>Spread</vt:lpstr>
      <vt:lpstr>Shape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Describing a distribution of a score</dc:title>
  <dc:creator>LOH Michael [Shenton College]</dc:creator>
  <cp:lastModifiedBy>LOH Michael [Shenton College]</cp:lastModifiedBy>
  <cp:revision>8</cp:revision>
  <dcterms:created xsi:type="dcterms:W3CDTF">2017-08-03T12:51:03Z</dcterms:created>
  <dcterms:modified xsi:type="dcterms:W3CDTF">2019-08-27T03:56:42Z</dcterms:modified>
</cp:coreProperties>
</file>