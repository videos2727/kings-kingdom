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63" r:id="rId2"/>
    <p:sldId id="260" r:id="rId3"/>
    <p:sldId id="259" r:id="rId4"/>
    <p:sldId id="261" r:id="rId5"/>
    <p:sldId id="279" r:id="rId6"/>
    <p:sldId id="280" r:id="rId7"/>
    <p:sldId id="281" r:id="rId8"/>
    <p:sldId id="282" r:id="rId9"/>
    <p:sldId id="256" r:id="rId10"/>
    <p:sldId id="278" r:id="rId11"/>
    <p:sldId id="275" r:id="rId12"/>
    <p:sldId id="276" r:id="rId13"/>
    <p:sldId id="277" r:id="rId1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27"/>
  </p:normalViewPr>
  <p:slideViewPr>
    <p:cSldViewPr snapToGrid="0" snapToObjects="1">
      <p:cViewPr varScale="1">
        <p:scale>
          <a:sx n="116" d="100"/>
          <a:sy n="116" d="100"/>
        </p:scale>
        <p:origin x="1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5:56.57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99 715 8196,'-8'9'0,"-2"-3"119,-5-4 1,4-2 381,0 0 1,5 0 897,-4 0-475,6 0 597,-11 0-555,13 0 1104,-5 0-1825,22 0 1,3 0 8,15 0 0,0 0-19,0 0 0,12-8-62,5-3 1,5-3-124,-1-3 0,-1 1-48,8 0 0,-3-1-124,2 1 1,-3-1 132,-8 1 0,4 5-110,-3 0 0,1 2 125,-13-2 1,-1 3-2,-10 8 0,3-5-209,-9-1 0,1 1-60,-5 5 1,-6 0-293,0 0 274,-8 0 0,7 0-383,-5 0-43,-3 0-451,5 0 0,1 7 1,1 2-1</inkml:trace>
  <inkml:trace contextRef="#ctx0" brushRef="#br0" timeOffset="2800">576 271 7909,'0'-18'0,"-2"-2"-150,-4-2 0,5 0 231,-5 6 1,4-1 167,2 1-88,0-8 1,0 6 80,0-4 1,0 9-29,0 2 1,0 0 302,0-5 16,0 6-268,0 3-271,0 0 0,0 7 171,0 0 1,0 7-4,0 10 0,0 8 13,0 8 1,-5 9 5,-1 13 0,-6 5-106,1 11 0,-4-1 19,-1 7 0,5-2-64,0 1 0,5-3 53,-5-7 0,7-2-4,-1-4 0,5 3 54,5-9 0,-1-4-25,7-6 0,0-8-8,6 3 0,-1-5 3,0-1 1,3-5-48,3-1 0,-4-7 11,4 2 1,3-4-126,3-1 1,-3-3 87,3-3 1,-1-3-104,6-8 1,-2 0 16,-3 0 0,8-8-80,-3-3 1,4-5 137,-4-6 0,-1-4-19,1-6 0,-5-1-341,-1 0 1,-7-2 63,2-3 0,-5 3-10,-6-3 0,1-3 123,-6 3 0,-1 5 199,-5 6 0,0 7-80,0-2 1,-1 5 187,-5 6 0,-3-2-163,-8 8 0,1-1-17,0 6 1,-6 8 106,0 3 0,-8 11 90,3 5 0,1 4 132,-1 2 1,7 0-53,-2 0 0,6 5-136,5 1 1,-2-3-69,7-8 0,1 1-12,5-7 0,2 0 56,3-6 0,-1-1 14,7-4 1,-6 1-145,6-6 1,0-1-17,6-5 1,1-1 70,4-5 0,-4-8-69,4-8 0,2-8-130,-2 3 0,0 1 98,-6-1 1,1 1-57,-1-1 1,-5 0 109,0 10 0,-7-3-28,1 9 0,-1 4 305,1 1-209,-3 4 0,5 4 114,-7 4 0,0 5-94,0 11 1,0-2-18,0 7 0,0-7 135,0 2 1,0 2 106,0-2 1,8 0-135,3-6 0,1-5-21,-1 0 0,4-7-241,-4 1 147,4-3 36,1-9 0,6-2-49,0-8 1,2-7 26,-2-3 1,1-10-275,5-1 0,-3-6-9,-3 6 1,-3-2 11,2 1 1,-4 6 35,-6 0 110,3 1 1,-6 13 27,3-3 40,-4 11 0,-7 6 120,0 10 1,0 6-99,0 11 1,-2 6 494,-3 10 0,1 2-154,-7 4 0,7 2-39,-1-8 0,1 6-101,-1-6 1,3 1 9,-3-6 1,3-2-380,2-4 62,0-3 1,2-9 253,3-4-42,-3-4 0,7-14 161,-4-4 0,1-11-300,10-6 0,-3-5-184,9-5 0,-2-10 231,2-6 1,-2-1 78,8 5 1,-3 7-851,3-1 184,-5 7 136,-6 4 375,7 10-7,-6 6 82,6 8 1,-8 9 141,1 11 0,-6 11 82,0 5 1,-6 12 384,6 5 0,-2-4-355,2-2 1,4 2 4,-4-1 0,3-3 171,3-8-785,6 3 300,-4-13 1,5 4-1523,-8-11 830,0 4 517,1-14 0,1 12-1250,4-7 743,-4-1 740,-1-5 0,-3-7 0,-4-2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6:00.57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296 659 8103,'0'-11'-1187,"0"0"2329,0 7-196,-7-3-312,5 7-376,-12 0 0,10 7 14,-7 4 1,0 11-51,-5 5 1,-3 10-14,-3 1 0,2 8 39,-7-2 1,7 1 0,-2-1 1,4 0-195,1-11 0,1 4-22,-1-10 0,6-3 192,0-2 1,8-9 52,-3-3-139,4 1-17,2-1 0,2-1-91,4-4 0,5-3 124,11 4 0,-2-5-2,7-1 0,6-1-116,5-5 1,8 2-157,-2-7 1,3 6-20,3-6 1,-3 2 49,-3-2 1,4 2-85,-4 3 1,-4 4 58,-2-3 0,-5 3-482,-6 2 489,5 0 1,-14 0-120,4 0-1110,-11 0 168,3 0-40,-12 7 599,5 3-234,-7-1 363,-7-2 0,-2-7 479,-7 0 0,-1 0 0,1 0 0</inkml:trace>
  <inkml:trace contextRef="#ctx0" brushRef="#br0" timeOffset="223">543 872 8054,'0'-16'0,"0"0"0,0-1 248,0 1 642,0 6-114,0 3-100,0 7-253,0 22 0,0-2-241,0 19 1,0-5-143,0-1 1,0 6 205,0-1 1,0 8-1,0-3 1,0 0-153,0 0 0,0-1-208,0 2 1,2 2-2216,4-8 1140,3 1 464,0-6 0,5-6-829,-3 0 1554,4-14 0,9 9 0,1-13 0</inkml:trace>
  <inkml:trace contextRef="#ctx0" brushRef="#br0" timeOffset="572">1053 955 9002,'-7'16'360,"5"1"1,-13 4-118,4 1 1,2 13 118,-2-2 1,6 9 162,-6-4 0,7 8-220,-1-2 0,5-4-59,5-1 0,4-5-171,8-1 0,5-7-15,0-4 1,7-6 27,-2-5 1,4-4 39,2-7 0,-2-1-163,-3-5 0,3-10 10,-4-12 1,-3 1-103,-2-6 1,-4 4 147,-1-10 0,-8-1 41,-4 2 1,-3-6-544,-2 5 1,-7-4-1,-4 4 0,-6 3 268,-5 8 0,-1 1 64,-5 10 0,-1-1 200,7 13 0,-5-1-117,5 6 0,-6 2-21,6 3 1,2 5-87,9 6 89,4 1-855,7 6 1,2-4-894,3 2 1832,4-10 0,8 4 0,-1-6 0</inkml:trace>
  <inkml:trace contextRef="#ctx0" brushRef="#br0" timeOffset="880">1563 724 8017,'0'-16'220,"0"-1"555,0 8-533,-7-5 1,3 14-1,-7 0 1,7 7 101,-1 9 1,3 3 81,2 3 0,0-4-250,0 4 1,7-6 6,4-5 1,4 2 14,1-7 0,8-1-19,4-5 1,3-7-142,2-4 0,-6-4 194,0-1 0,-5-6-54,6 0 1,-10-7-487,-2 1 1,-1-3 15,-9-2 1,-3 0-16,-8 0 0,-10 1 108,-7-1 0,-7 5 154,2 1 0,-5 9 65,0 1 0,-1 8 102,0 9 1,2 0-164,3 0 0,-1 7 3,7 4 0,2 4-111,9 1 1,4 1-456,7-1 1,0 6-1489,0 0 2092,7 7 0,2-3 0,8 7 0</inkml:trace>
  <inkml:trace contextRef="#ctx0" brushRef="#br0" timeOffset="1174">2369 1004 8337,'-9'-9'1914,"1"2"1,10 7-1482,4 0 0,3 0-255,7 0 0,6 0-132,0 0 1,6 0 189,-6 0 1,7 1 0,-2 5 0,-1-4-1368,1 3 0,-7 2-404,2-1 0,-3 5 1535,-3-6 0,0 8 0,1-4 0</inkml:trace>
  <inkml:trace contextRef="#ctx0" brushRef="#br0" timeOffset="1349">2468 1284 7961,'-17'9'0,"8"-2"708,-6 0 169,14-5 0,-5 5-256,12-7 0,3 0-147,7 0 0,6 0-670,0 0 1,7-5-346,-1 0 0,1-8-571,-2 2 1,4 3 1111,-3 3 0,3-4 0,2 0 0</inkml:trace>
  <inkml:trace contextRef="#ctx0" brushRef="#br0" timeOffset="1925">3849 280 7051,'-9'-16'453,"-6"-1"0,14 6 150,-5 0 0,4 0-363,2-5 0,0 5 70,0 0 1,8 6-199,3-6 1,3 5 81,3-5 1,5 8-21,0-3 1,1 4 13,-1 2 1,2 6-2,3-1 0,4 13-45,-3-1 1,-3 9 32,3-5 1,-6 9 1,5-3 0,-5 4-88,6 2 1,-8-6 56,2 1 1,-2-6-163,2 5 1,-4-7-52,4 2 1,-4-3-136,-1-3 64,-1 0 1,0-1-563,1-4 268,-1-4 1,1-7-256,-1 0 0,-1-7 10,-4-4 1,3-5 189,-3-6 0,-3 2 487,-3-8 0,4-7 0,0-7 0</inkml:trace>
  <inkml:trace contextRef="#ctx0" brushRef="#br0" timeOffset="2106">4491 17 7992,'-9'-7'356,"-6"5"0,6-5-47,-8 7 0,6 5 123,0 1 0,0 12-192,-5-2 0,0 12 0,-1-1 0,-5 10 105,0 1 1,0 8-106,6-2 0,-6 3-1025,0 3 435,0 6-112,-2-5 0,1 8-536,-5-4 0,3-4 441,3 4 557,-4-4 0,0-2 0,3 1 0</inkml:trace>
  <inkml:trace contextRef="#ctx0" brushRef="#br0" timeOffset="2408">3487 955 7992,'-9'0'952,"2"0"-371,7 0-305,7-8 0,10 5-36,10-8 0,4 5-1,2-5 1,13 0 377,3-5 1,6 5-30,0 0 1,3 7-370,8-1 1,3-3-95,-3 3 0,9 0-138,-9 5 0,3-6 91,-3 1 1,0-1-131,0 6 0,-2 0-18,-4 0 1,2 0-225,-7 0 0,3 0-310,-8 0 1,3 0 264,-9 0 0,-6 2 157,-5 3 0,-2-3-99,-9 4 0,5 1-771,-5-2 0,-5 3 320,-6-3 0,-8-1 732,3 7 0,-4 0 0,-2 5 0</inkml:trace>
  <inkml:trace contextRef="#ctx0" brushRef="#br0" timeOffset="2888">4112 1267 7999,'-9'-9'899,"-5"2"1,10 7-617,-7 0 1,6 2 76,-6 3 1,0 4-120,-6 8 1,3-1 27,3 0 1,-4 6-96,4 0 1,4 2-104,1-2 1,4-2 87,2 8 1,0-8-178,0 2 1,8-4 118,3-2 1,5 1-84,6-1 1,-2 1-41,8-1 0,-1-1 74,6-4 0,5 1 33,1-6 1,-1 5-92,-5-6 0,-6 6-119,1-5 1,-8 5 148,2-6 1,-9 6 56,-3-5-169,-6 7 1,3-4 64,-7 7 1,-1-1 19,-5-4 0,-8 3 15,-8-3 0,-8 6 6,3 5 0,-6-4-272,-5 4 1,1-4-375,-7-1 1,8-3 12,-3-3 0,5-2-299,1-3 1,2-4-597,3 3 1510,4-10 0,8-19 0,0-11 0</inkml:trace>
  <inkml:trace contextRef="#ctx0" brushRef="#br0" timeOffset="3034">4014 1415 7977,'9'-16'1949,"5"-1"-1334,-3 1 0,6 1 111,5 4-347,-4-3-1,6 12 173,0-13-233,1 13 1,8-10-101,0 6 1,0-5-134,0 6 0,0-3-217,0 3 0,5 3-508,0-3 0,8 3 640,-2 2 0,3 0 0,3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6:06.54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17 102 8486,'-9'0'1435,"1"0"-1113,8-8 0,0 6 243,0-5-444,8 7-109,1 0 6,8 0-38,0 0 55,0 0 19,-8 0-14,6 0-12,-5 0 10,-1 0-24,6 0 0,-6 0 23,8 0 1,-6 0 8,1 0 0,-1 0-107,6 0 88,0 0-3,0 0 1,-1 0-103,1 0 98,8-8-6,-7 7 0,7-7-73,-8 8 67,-1 0 5,1 0-51,0 0 42,0-7 1,-6 5-5,1-4 0,-1 4-5,6 2 1,-6 0 83,0 0-33,0 0 1,6 0 60,0 0-91,-7 0-4,5 0 0,-6 0-43,8 0 52,0 0-4,0 0-71,-1 0 66,1 0 0,0 0-7,0 0 0,0 0-6,0 0 0,0 0-9,-1 0 1,1 0-8,0 0 1,0 0 1,0 0 10,0 0 5,0 0 75,0 0-75,-1 0 1,7-5-1,-1-1 107,1 0-103,-6 6 1,5 0 16,1 0 1,7-2 4,-2-3 1,-2 3 38,2-4-45,-7 4-3,11 2 1,-12 0 56,8 0-48,-7 0-2,3 0-57,1 0 53,-7 0 0,14 0 15,-4 0-70,-3 0 51,7 0 1,-8 0-9,4 0 1,4 0-5,-4 0 0,-2 0-27,2 0 0,-5 0 32,5 0 0,-2 0 143,2 0-144,4 0 3,-5 0 1,1 0 15,0 0-12,0-7-1,-2 5-59,6-5 57,-6 7 0,8 0-4,0 0 1,-1 0-1,1 0 1,-6 0-56,0 0 61,0 0-7,-1 0 1,5 0-33,-4 0 25,4 0 5,1 0-16,1 0 12,-8 0 0,6 0 0,-4 0-3,12 0 0,-5 0 3,5 0 1,1 0-1,-2 0 1,2 0-56,-1 0 1,-5 5-54,5 1 1,1-1 101,-2-5 0,6 0-3,-5 0 0,5 0 22,-6 0 1,2 0-35,-1 0 0,-3 0-35,8 0 0,-6 0 33,6 0 0,-5 2 5,5 4 0,-8-4 9,3 3 25,3-3-4,-8-2-23,7 0 1,-3 0 45,0 0-48,1 0 51,1 0 1,-6 0 3,5 0 1,1 0-30,-2 0 1,6 0 6,-5 0 0,7 0 9,-2 0 0,1 0-2,-1 0 1,8 0 1,-8 0 0,7-2-8,-7-3 0,4 3-26,2-4 0,-1 4 5,1 2 1,-1 0-5,1 0 0,5-5 33,1-1 1,-1 1 3,-6 5 0,-5 0 16,0 0 1,-7 0 77,1 0 0,2 0-102,-1 0 1,-3 0 5,-9 0 0,2 0 198,-7 0 1,5 5-82,-6 1 1,1-1-107,-6-5 31,0 0-65,0 0 0,-1 0-223,1 0-35,0 8-541,0-6 618,0 5 0,-2-5 0,-4 4 172,4-4 0,-13 13 0,5-6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6:11.99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85 7989,'0'-25'550,"0"12"0,1-2 0,5 4 0,5 4 0,4-1 1931,2 4-2199,0 2-705,0 2 0,5 0 163,1 0-109,7 8 1,-4-6-383,8 3 0,-6-1 286,0 2 1,0-4 464,6 3 0,-8 5 0,-2-1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6:12.14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51 51 7904,'-17'-17'6406,"0"0"-4869,8 8-1044,1 1 1,12 8-216,7 0-116,8 0 1,20 0 54,1 0 0,12 2 27,-1 4 1,11-3-876,-1 9 1,5-7-2442,1 7 2885,-7-1 1,-1 13 0,-9 2-1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6:07.67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17 794 7976,'-9'-8'73,"3"-3"1,4-4 325,2-2 1,0 6-64,0 0-240,0-1 0,2-3-40,4 4 0,3-4 144,8 4 0,2 2 22,3-3 0,-1 7-247,7-7 0,-5 9 10,5-3 1,-6 4 68,6 2 0,-5 8-15,5 3 1,-7 4 174,1 2 0,-3 7 3,-2 4 0,0 4-22,-1 2 1,1 0-12,0-1 1,6 1 86,-1 0 1,3-2-162,-3-4 0,-1 2 78,7-8 1,-6 6-251,6-5 0,-7-1-45,1-5 1,3 0-85,-3 0 1,1-2 205,-6-4 0,-6 2 22,0-7 1,-5 1-732,5-1-1068,-7-4 933,3 5 0,-7-8 337,0-5 0,0-3-624,0-8 1116,0-8 0,8-8 0,1-11 0</inkml:trace>
  <inkml:trace contextRef="#ctx0" brushRef="#br0" timeOffset="202">776 473 7976,'0'-17'7,"0"0"431,0 1-102,-7 6-30,5 3 1,-11 11 137,7 7 0,-7 4-116,2 18 1,-4-1-56,-2 13 0,-5 0-10,-1 6 0,-7 0-25,2-1 0,-2 3-218,2 3 1,-4-4-152,4 5 0,4-5-204,1-1 0,4-3-27,2-3 1,2-3-331,4-9 0,2-1 310,3-4 1,4-3-167,-3-8 0,10-8 548,7-4 0,3-3 0,1-2 0</inkml:trace>
  <inkml:trace contextRef="#ctx0" brushRef="#br0" timeOffset="402">1097 642 7976,'9'-8'0,"4"5"0,-7-9 253,7 9 1,-3-7 414,6 5 1,-4 3-441,-1-4 1,2 4 9,9 2 1,-3 6-347,4 0 0,3 1-203,2-1 0,2-3-281,-2 9 0,4-9 162,-4 3 0,4 3 430,2 3 0,-8 3 0,-2 2 0</inkml:trace>
  <inkml:trace contextRef="#ctx0" brushRef="#br0" timeOffset="578">1299 979 7945,'-17'0'1597,"8"-7"170,2 5-881,7-6-706,0 8 1,1-5-164,5-1 1,9 1-287,8 5 0,7-2 271,-2-4 1,9 2 127,3-7 0,6 7-130,-1-1 0,12-5 0,3 1 0</inkml:trace>
  <inkml:trace contextRef="#ctx0" brushRef="#br0" timeOffset="1062">2514 558 7891,'-2'-17'0,"-4"0"769,4 7-277,-13-5-334,14 14 0,-9-7-132,5 8 131,3 0-164,-13 8 0,7 3 118,-3 11 0,2-3 2,3 4 0,4 1 60,-4-2 1,5 7 0,1-7 1,0 2-36,0-1 0,7-4-134,4 3 0,4 2 10,2-1 0,6 5 45,-1-5 1,6 1-4,-5-2 0,1-1-2,-1 7 1,-5-5-148,5 5 1,1-8 76,-1 3 0,-6-3 62,-6 3 1,-2-4 16,2 3 1,-3-3 46,-8-2 0,-2-6 135,-4 0 1,-5-1-130,-11 1 1,-5 2-20,-6-7 0,-1-1-119,0-5 0,-1 0-200,-5 0 0,5 0-569,-5 0 1,10-7 427,2-4 1,8-1-231,-3-5 1,6 4-44,6-9 0,-2 1 635,7-1 0,1-12 0,5-9 0</inkml:trace>
  <inkml:trace contextRef="#ctx0" brushRef="#br0" timeOffset="1216">2379 693 7891,'0'-17'0,"0"0"730,0 0-257,0 0-1,0 8 110,0-6-184,0 13-118,7-13 1,-5 11-52,4-7-67,3 7 0,1-3-280,6 7 1,9 0 173,3 0 0,4 0 125,2 0 0,7 0-89,4 0 0,3 0-2454,3 0 2362,0 0 0,7 0 0,2 0 0</inkml:trace>
  <inkml:trace contextRef="#ctx0" brushRef="#br0" timeOffset="1712">3408 642 8055,'-2'-17'513,"-2"0"996,-1 0-1085,-1 8-274,6 1 17,0 1 1,7 5-166,5-4 0,8 5 50,3 1 0,7-6 177,-2 0 1,4-1-26,1 1 0,3 4-293,3-3 0,-3-3-415,3 3 0,3-1 54,-3 6 0,0-6-264,-5 1 1,-6-3-1136,0 3 1849,-7 3 0,3-21 0,-7 4 0</inkml:trace>
  <inkml:trace contextRef="#ctx0" brushRef="#br0" timeOffset="2704">3846 35 7977,'-9'-8'131,"0"6"270,3-3 27,4-5-293,-13 8 31,13-5 1,-11 14 44,8 5 1,-7 5 27,7 5 0,-7 6 4,7 12 1,-6 3-1,5 7 1,-2 8-114,3 4 0,1 6 25,-7 5 0,5-2-309,-5 8 1,7-14 220,-1 3 0,3-5-108,2 5 0,0-8 173,0-4 1,5-3-11,1-3 1,7-7-84,-2-3 0,4-7-131,2-4 1,0 1 35,0-8 1,-6 1 108,0-7 1,1 1-140,5 0 0,-1-2 188,1-4 1,0-3-259,0-8 0,5 0 160,1 0 1,1-8-20,-1-3 1,1-6-218,4-5 1,4-1-297,-4-10 0,-1 3 91,1-10 0,-8 3 118,3-3 0,-5 5 239,-1-5 0,-5 1 23,-1 5 0,-7-1 161,1 12 1,-3 1-58,-2 5 1,0 6 159,0-1 0,-2 9-109,-3-3 1,1 4 56,-7 2 0,5 0 61,-5 0 1,1 2-90,-1 4 1,-4 3 120,4 8 1,-4 0-114,-2 0 0,2 5-54,4 1 0,-4 7-33,4-2 0,3-2-109,2 2 1,5-6 102,1 7 0,0-9-98,0 3 0,0-10-77,0-2 0,0-5 49,0 5-43,0-7 107,7 3 1,1-9-19,3-3 0,2 1-36,-7-7 0,5-1-79,-6-4 0,7-1 134,-7 0 1,7 0-1,-7 0 1,1 6 93,-6 0-144,0 7 248,7-4-73,-5 8 0,6 8 120,-8 3 1,5 4-127,1 2 1,1 0 61,-1 0 1,-2 0-119,7-1 1,-5-1 10,5-3 1,0 1-25,6-8 0,-6 1 49,0-6 0,1 0 58,5 0 0,-1-7-96,1-5 0,0-5-108,0-5 0,0-4 60,0-8 1,0 0-128,0 0 1,-6 1 133,0-1 1,-5 2-10,5 4 1,-7-2 93,1 8 0,-3 5-90,-2 5 184,0 9-123,0-5 1,0 10 112,0 4 0,0 5-98,0 11 1,0 3 104,0 3 1,-6 4-99,1-4 0,-1 2 14,6-2 1,0 2-102,0-8-91,0 1 63,0-6 0,2-2-204,4-4 276,-4 4 22,13-13 0,-6-2-151,8-11 1,0-12-120,0-5 0,5-4 107,1-2 0,1-5 31,-2 0 0,-3-1 62,4 7 0,-5-1-32,-1 0 0,-5 10 230,-1 7-337,0 0 22,6 15 132,0-5 1,-2 16 11,-4 8 0,2 2-150,-7 9 1,5-6-231,-5 6 1,7-5-99,-2 5 0,-2-7 192,3 1 0,-1 3-734,6-3 0,1 0 1005,5-5 0,-4 0 0,5 0 0</inkml:trace>
  <inkml:trace contextRef="#ctx0" brushRef="#br0" timeOffset="3077">5432 524 7850,'9'-17'-1719,"-1"0"3425,-8 8-372,0 1-505,0 8 0,0 15-562,0 8 0,0 7 111,0 3 0,-6 1-107,1 0 0,-1 5-60,6 1 1,0-1-132,0-5 0,0-1 5,0 1 0,0-2-174,0-4 1,0 2 306,0-7-177,7-1 0,3-5 19,7 0 0,0-8 2,-1-3 0,7-4-86,-1-2 0,8 0 50,-1 0 1,2 0-40,3 0 1,0 0-14,0 0 0,-1-2-192,1-4 0,-2 4 26,-4-3 0,4 1-194,-4-2 1,-4 5-52,-1-5 1,-4 4-190,-3 2 0,-4 0-1086,-1 0 1210,-7 0 1,5 0-392,-3 0 893,-4 0 0,-2-7 0,-10-3 0</inkml:trace>
  <inkml:trace contextRef="#ctx0" brushRef="#br0" timeOffset="3295">5803 709 7850,'-9'-16'259,"1"-1"1,3 0 214,-1 0 1,0 0 354,6 8-511,0 1 0,0 10-107,0 4 1,0 11 70,0 11 0,2 4-27,4 1 1,-4 8-147,3 4 1,-3 4-126,-2 2 0,0-4-144,0 3 0,0-5-402,0 6 0,6-2-579,-1-10 0,9 6 567,-3-6 0,-2-1 574,2-10 0,8 4 0,7-6 0</inkml:trace>
  <inkml:trace contextRef="#ctx0" brushRef="#br0" timeOffset="3616">6309 811 7948,'-17'0'950,"8"0"0,-4 7-482,7 4 0,-7 12-188,2 5 1,1 4 61,-1 2 0,7 5-142,-1 0 0,3 6-110,2-5 1,7-7-19,5-5 0,5-7-150,5 2 1,-1-12 34,7-6 1,0-3-88,6-2 1,-1-7 56,1-4 0,-6-10 12,0-2 1,-7-7-110,1 2 1,-10-4 135,-7-1 1,-3 5 222,-2 0 1,-2-1-38,-3-4 1,-7 6 255,-10 5 1,1 3-182,-7 2 0,2 8-109,-2 3 0,-2 4-523,7 2 1,-1 6 249,1 0 1,12 7-933,0-2 1,2 4 530,3 2 1,2-2 138,10-4 417,3 4 0,16-5 0,1 6 0</inkml:trace>
  <inkml:trace contextRef="#ctx0" brushRef="#br0" timeOffset="3861">6832 456 7896,'0'-9'1967,"0"-6"-1195,0 13-556,-7 10 0,5 3-39,-4 11 1,6 3-18,6-3 1,3-1-152,8-10 0,2 2 128,3-7 0,4-2-8,8-10 0,0-3 33,0-8 1,-3-8-166,-2-3 1,1-4 211,-8-1 0,-7-1-97,-9 0 0,-4 0-91,-2 1 1,-2-1-103,-4 0 0,-11 8-298,-11 3 1,-4 7 101,-2 4 1,-7 5-135,-4 7 0,-11 15 411,-6 7 0,-3 23 0,-3 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6:43.79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220 135 7975,'9'-17'229,"-1"1"0,-8-1 177,0 0 1,6 0-225,-1 0 1,1 6 198,-6 0-191,0 7 258,0-4 28,-8 8-378,-1 0 0,-8 10 59,0 7 1,6 1-66,0 10 0,-1 2 54,-4 10 1,1 1-178,3 4 1,-3 2 192,4-8 1,-4 6-5,-2-5 0,0-1 29,0-5 1,6-1 15,0 1 0,7-8 39,-1-3 1,3-4 58,2-3-128,0-6 0,9 3 2,8-7 1,2-1 27,9-5 0,2-5-39,9-1 0,4-7-2,8 2 1,1 1-35,5-1 0,-3 0-91,8-6 0,-8 6-298,2-1 0,-5 9 158,-6-3 1,2 2-492,-8-1 0,1 3 311,-7-4 0,-6 4-675,-5 2 0,-3 6-682,-2-1-160,-1 9 984,-6-5 541,-3 8 0,-14-2-585,-4-4 860,-4-3 0,-17-1 0,-4 2 0</inkml:trace>
  <inkml:trace contextRef="#ctx0" brushRef="#br0" timeOffset="233">490 220 7975,'7'-25'0,"-5"6"97,4-3 1,1 3 432,-1 2-342,0 1-123,-6 6 1,2 3 334,3 7-187,-3 0 0,7 7 141,-3 4 0,-4 12-130,4 5 0,-3 6 61,3 5 1,-4-1-145,3 7 0,-3 0-189,-2 5 0,6 1-73,0-1 1,-1 1-361,-5 0 1,0-1 105,0 1 0,0-6-366,0 0 1,6-6 414,-1 6 1,7-7-119,-7 1 444,8-11 0,-3 4 0,7-6 0</inkml:trace>
  <inkml:trace contextRef="#ctx0" brushRef="#br0" timeOffset="470">1232 810 7879,'-2'-15'3464,"-3"4"-3469,3 3-52,-6 8-178,8 0-292,-7 0-952,5 0 1083,-6 0 1,23 8 0,4 1 0</inkml:trace>
  <inkml:trace contextRef="#ctx0" brushRef="#br0" timeOffset="909">1721 135 6257,'0'-9'1610,"0"1"93,0 8-1442,0 15 1,0-3 107,0 10 0,0-1-129,0 1 1,0 4-14,0 8 1,0 0 0,0 0 0,0-1-119,0 1 1,0 0-269,0 0 1,0-1 2,0 1 1,0-2-140,0-4 1,0 4-10,0-4 0,0-2-328,0 2 0,0-7 97,0 1 0,0-3-894,0-2 1429,0 0 0,0 0 0,0 0 0</inkml:trace>
  <inkml:trace contextRef="#ctx0" brushRef="#br0" timeOffset="2326">2548 321 7883,'9'-2'164,"-3"-4"1,-2 4-12,1-3-241,-3-5 0,11 7-173,-7-9 188,-1 9 467,3-12-285,-6 5 1,5-1-7,-7 0 1,0 5 67,0-5 0,0 5 103,0-5 0,0 5-154,0-5 0,0 6 84,0-7 0,0 7-161,0-7 1,0 7-89,0-6 0,0 5 40,0-5 0,-5 5 103,-1-5 0,-5 5 32,5-5-118,-7 7-248,4-11 206,-8 13-19,0-5 169,0-1-77,0 7 14,0-7 0,6 8-33,0 0 0,5 0-57,-5 0 48,7 0 0,-5 0 16,3 0-26,4 0 1,-7 0-4,3 0 84,5 0-64,-7 0 5,1 0-42,5 0 33,-6 0 0,1 0-7,5 0 1,-8 0 7,5 0 192,3 8-198,-6-7 0,7 7 181,-5-8-132,4 0 1320,-5 0-1723,-1 0 205,6 0 50,-5 0 300,7 7-224,-8-5 99,6 6 12,-5-8-62,7 0 21,-8 0-45,6 0-50,-5 0-29,-1 0 6,7 0 58,-7 0-23,1 7 23,5-5 0,-8 6 1,5-8 7,3 7 1,-8 1 2,5 3 0,3-2 190,-4-3-190,4 3 0,2 8 82,0 0 0,0 0-69,0 0 1,0 1 29,0 5 0,2-4-24,4 3 0,-2-3 2,7-2 1,-5 0-8,5 0 0,0-2 0,6-4 1,0 2-16,0-7 0,-6 5-10,0-6 1,2 1-65,10-6 1,-4 0 91,3 0-245,-3 0 106,-2-7 0,-1-1 57,1-3 1,0-4-107,0 4 1,-2-4 86,-4-2 1,2 0-21,-7 0 0,0 0 29,-6 0 1,2 2-78,3 4 220,-3-4-138,6 6 243,-8-1-153,0-5-51,0 13 380,0-5-1,0 20-138,0 4 1,0 3-51,0-3 1,0 6-134,0-1 1,0 8-72,0-2 1,0 4 69,0 2 0,5-2-85,1-4 0,-1 4 68,-5-4 1,0-4-15,0-1 0,2 1-26,4-1 0,-4-1-24,3-5 1,-3 0-272,-2 0 1,0 0 100,0-1 1,0-4-619,0-1 398,0 0 1,0 0-147,0 1 1,0-7-280,0 7-69,0-9 484,0 12 444,0-13 0,0 13 0,0-5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6:49.29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85 235 7848,'9'-32'357,"-3"4"0,-4 3 1435,-2 9-1618,7-1-24,-5 7-266,13-5 100,-13 13 1,6 2-23,-8 12 0,0 3 158,0 2 0,0 1 41,0 5 0,-8-4-21,-3 3 1,2 2-243,-3-1 0,3 5 286,-2-5 1,-4 5-17,3-6 1,3 6 41,-2-5 1,5-1-100,-5-5 0,7 0 59,-1 0-52,3 0-175,2 0 0,2-2 148,3-4 0,5 2-11,6-7 0,3-1-181,4-5 1,-3 0 34,8 0 0,1 0-27,4 0 0,3-2-94,3-3 1,-1-3-153,7-3 1,-8-4-58,3 4 1,-5-2-226,-1 1 1,-2 3-120,-4 3 0,2 4 262,-8-3 1,-5-3-332,-6 3 809,-7-1 0,4 6 0,-8 0 0</inkml:trace>
  <inkml:trace contextRef="#ctx0" brushRef="#br0" timeOffset="251">321 83 7991,'0'-24'687,"8"5"-585,-6-5-141,13 14 1,-14 5 61,5 10 1,-2 5 183,1 6 1,-3 7 44,4-1 1,1 8 181,-1-2 1,5 4-199,-5 2 0,1 0 48,-1 0 0,-2-1-318,7 1 0,-5 2 94,5 3 1,-7-3-171,1 3 1,3 2 100,-3-1 0,3-1-740,-2-5 1,-3-3 45,8-2 1,-5 1-887,5-8 1589,1 1 0,4 1 0,1 2 0</inkml:trace>
  <inkml:trace contextRef="#ctx0" brushRef="#br0" timeOffset="404">1148 589 7742,'0'-17'0,"0"6"1359,0 0-847,-8 7 0,4-2-346,-7 12 0,7-2-386,-1 7 0,-3-5-521,3 5 1,-1-6 98,6 7-90,0-9 138,0 5 340,0-8 0,8 0 87,3 0 167,4-8 0,2-1 0,0-8 0</inkml:trace>
  <inkml:trace contextRef="#ctx0" brushRef="#br0" timeOffset="791">1401 201 7742,'0'-17'208,"5"-5"129,1-1 0,0 1-199,-6 5 1,5 6-113,1-1 0,5 7 22,-5-7 1,7 9 97,-2-3 0,4 2-67,2-1 1,0 3 127,0-4 0,5 6 20,1 6 0,1 3-28,-1 8 0,1 6-37,4-1 0,2 14-159,-8-3 0,7 7 132,-7-1 1,1 2-137,-7 4 1,-1 4 41,-3-4 1,-5 4-37,-7 1 1,0-5-6,0 0 1,-7-7-93,-5 1 1,-4-9 116,-7-2 1,-1-13 120,-4 2 1,-10-11-146,4-1 0,-3-3 45,3-2 1,2-2 145,4-3 1,-2-5-91,8-6 0,-1-1 121,6 0 1,2 6 13,4-1 1,4 7 24,7-7 0,0 7-189,0-6 1,13 7-129,4-2 0,9 4-100,-4 2 0,14 0 99,-2 0 1,5 6-427,0 0 0,-1 7 226,7-2 1,-2 4 72,2 2 1,2-6-416,-8 0 0,6 1-643,-5 4 1,4-4 1240,-4-1 0,7 0 0,-4 6 0</inkml:trace>
  <inkml:trace contextRef="#ctx0" brushRef="#br0" timeOffset="1375">2548 488 7721,'-11'-17'1157,"-1"0"-291,9 8-566,-12-6 1,11 13 122,-7-4-325,7 4 0,-4 4 63,8 4 0,0 3-51,0 8 0,0 2 88,0 3 1,6 3 20,0 3 1,7-2-82,-2-3 0,-2 1-139,3 4 1,-1-4-260,6-7 1,-2 0 203,-4 0 0,2-6-337,-7 0 279,7-7 1,-6 2 31,4-12 1,3-9 24,-9-7 0,3-8-34,-3 2 0,-1-4-23,7-2 1,-5-5-101,5-1 1,0-1 245,6 2 1,0 3-61,0-3 1,-6 11 349,1 5-177,-1 4 0,0 8-4,0 0 1,-5 7-79,5-1 1,-7 10 154,2 6 1,1 4-59,-1 2 1,1 6 179,-1-1 1,-4 8-102,3-2 0,3 4-87,-3 2 0,7-2-185,-7-4 0,6 2-69,-5-8 0,7 1-88,-2-6 0,-1-2 173,1-4 0,0-4-81,6-7 1,0-9-54,0-8 0,0-7-242,0-10 1,1-7-169,5-4 0,-4 2 215,3-2 1,3 2 498,-3-2 0,6 0 243,-5 11 0,-1-2 433,-5 14 1,0 5-636,0 6 1,-6 7-62,0-2 0,0 14 359,6 9 0,0 2 573,0 9 1,-4 0-600,4 6 1,-9-1-152,8 1 0,3 5-1043,4 1 0,-1 1-258,-5-2 1,0-3-740,0 3 0,0 3 1725,-1-3 0,1 8 0,0-4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6:48.45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1 338 8985,'0'-17'926,"0"8"-1386,0-6 0,5 6 213,1-8 1,7 4-54,-2-4 0,-1 4 211,1-10 1,0-1 93,6 1 0,0-5 319,0 6 1,0-3-174,0 3 0,-1 9 23,1-4 0,0 6 12,0-1 1,5 5-106,1 7 0,-1 0 39,-5 0 1,0 0 1,0 0 0,0 7 11,0 5 1,0 3 2,0 1 0,-1-4-78,1-1 1,0-2 19,0 3 1,0 1-114,0-8 1,0 1-43,-1-6 0,1 0-145,0 0 1,-6 0-269,1 0-54,-1 0 0,6-6-158,0 1-81,-8-1-204,-1 6 987,-8 0 0,-2 9 0,-4 8 0,-11 0 0,-9 8 0</inkml:trace>
  <inkml:trace contextRef="#ctx0" brushRef="#br0" timeOffset="375">136 811 9727,'2'-15'-285,"3"3"0,-1-3 18,7 4 0,-1-4 224,1-2 1,4 0 110,-4 0 0,4 6 151,2 0 1,2 2-183,3-3 1,-3-1 37,3 8 1,-3-1 5,-2 6 1,0 0-84,0 0 1,5 7 52,1 5 0,-1 3-2,-5 2 1,0-1 23,0 1 0,0 0-14,-1 0 1,-4 0 97,-1 0 0,0-2-77,6-4 0,-6 2 42,1-7 1,-7-1 24,6-5-181,1 0 1,-1 0-103,0 0 0,-5-1-218,5-5 0,-5 2 224,5-7 0,-5 0 93,5-6 0,-6 6-768,7-1 0,-9 7 119,3-7 0,-2 9 686,1-3 0,-3-3 0,6-1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6:47.65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220 17 6280,'0'-9'703,"0"1"783,0 8-1394,-8 8 1,4-4 0,-7 7 1,6-6 10,-7 7 0,3-1-27,-2 6 0,-2-6-37,7 0 1,0 1 8,6 4 0,0 1 26,0 0 0,0 0 0,0 0 1,8 0-55,3 0 0,6 0 37,5-1 1,5-4-4,6-1 1,1 0-6,0 6 1,0 0-6,-1 0 0,1 0 19,0-1 0,0 1 17,-1 0 0,-5 0-126,1 0 1,-9 0-15,3 0 1,-6 0 129,-6-1-52,-4 1 56,-7 0 1,-2-2 4,-3-4 1,-12 4 114,-11-3 0,-4-3-205,-2 2 0,-5-5-130,-1 5 0,-6-7-277,1 1 0,2-1 183,-2 2 0,5-4-321,-5 3 0,13-5 237,-1-5 0,4 1-82,1-7 400,4-1 0,0-12 0,-3-2 0</inkml:trace>
  <inkml:trace contextRef="#ctx0" brushRef="#br0" timeOffset="168">304 85 7860,'24'-8'222,"-5"-1"0,5-2 397,-7-1 1,0 9-762,0-3 0,0-2 156,0 3 1,0-1-368,0 6 0,-1 0 231,1 0 1,0 0-226,0 0 0,0 0 81,0 0 1,0 6 45,0-1 1,-6 3 219,0-2 0,-7-5 0,3 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7:13.13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1 422 7820,'0'-24'-495,"2"-1"445,3-3 1,-1 4 49,7 7 0,1 0 305,4 0 0,-2 0 479,2 0 0,-2 6-672,8 0 1,-3 2 27,-2-3 1,1-1 222,5 8 0,-2-7-100,7 7 1,-2-1-27,2 6 1,4 0-39,-4 0 0,4 8 3,2 3 1,5 6 4,0 5 0,-5 4-154,-6 8 1,0 0-181,6 0 1,-6-1 95,0 1 0,-7 5-69,1 1 1,-3 5-104,-2-6 0,-6 1-78,0-7 1,-1 1 210,1 0 1,-2-6 35,-3 0 0,-2-6-698,7 7 0,-7-9-67,1 3 0,-3-5 170,-2-1 0,6-5 629,0-1 0,-1-7 0,-5 3 0</inkml:trace>
  <inkml:trace contextRef="#ctx0" brushRef="#br0" timeOffset="241">1148 0 8116,'-26'34'0,"-12"-8"39,4-3 55,-11 3 0,2 2 259,-7 11 1,-8 5 135,-4 6 1,-4 6-2546,-1 1 2264,-1 6 1,1-5 29,-1 4 0,3 0 224,3-11 0,6 3-488,11-9 1,5-2-144,12 2 1,4-5-291,7 5 0,2-8 278,4 2 0,3-9-870,8-2 1,13-7 1403,4 2 0,11-12 1,-1-4-1</inkml:trace>
  <inkml:trace contextRef="#ctx0" brushRef="#br0" timeOffset="466">1485 405 7996,'8'-17'327,"-5"-5"167,9-1 1,-7 6 104,7 6-325,-9 7 0,12-9-48,-3 8 0,4-7 0,7 7 1,-2-1-168,7 6 0,2 0-272,9 0 0,-3 0 292,3 0 1,-3 8 174,-3 3 1,1 10-1593,0 1 0,-8 8 1338,-3-2 0,-5 4 0,-1 2 0</inkml:trace>
  <inkml:trace contextRef="#ctx0" brushRef="#br0" timeOffset="621">1553 793 7996,'-34'9'0,"8"-3"1784,3-12-414,5 5-900,8-14 0,3 5-196,7-7 1,9 8-308,8 3 1,15 3-429,13-3 0,5 4-269,7-4 1,3 3 354,7-3 0,0 4-90,1-3 1,-4 1-964,3-2 1428,-3 4 0,11-5 0,-8 7 0</inkml:trace>
  <inkml:trace contextRef="#ctx0" brushRef="#br0" timeOffset="862">2632 354 8030,'0'-26'17,"0"2"356,0 7 730,0 0-776,8 8-197,-6 1 60,5 8 0,-1 10 11,-1 7 1,1 1-151,-6 10 1,6 2 57,-1 10 0,1-3-386,-6 8 1,0-5 194,0 5 1,0-2-260,0 2 0,0 1-79,0-6 0,5 5-294,1-6 1,2 1 235,-3-7 478,-3-6 0,13 4 0,-6-4 0</inkml:trace>
  <inkml:trace contextRef="#ctx0" brushRef="#br0" timeOffset="1170">3189 135 8092,'17'0'-122,"0"0"85,0 15 1,-6-4-13,0 12 1,-5 3-4,5 2 1,-2 4 790,2 2 1,-3 2-200,-8 3 0,6-7-373,-1 7 1,1-13-7,-6 8 0,-2-6-212,-4 0 1,3 2 24,-9-7 0,1-3 99,-6-8 1,0 1 5,1-8 1,-3 7-34,-4-7 0,10 3 523,-4-3 145,4-3-375,4 6-189,1-8 0,23 5-136,8 1 1,9 0-60,7-6 1,4 0-162,8 0 0,5 1 188,0 5 1,8-4 140,-2 4-227,3 3 0,-5 0 1,-2 8-1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7:08.33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439 270 8312,'11'-17'-194,"0"0"227,-7 1 30,4-1 0,-3 0 194,1 0 0,1-4 168,-1 5-352,-4-13 1,5 18 109,-7-11 0,0 9-27,0 1 0,0 7 65,0-7 1,0 7 248,0-6-334,-7 7 0,-3-4-51,-6 8 1,-3 0 29,-4 0 1,3 13 134,-8 4 0,-1 6 152,-4-1 0,-1 6-196,0 12 0,1 5-5,-1 11 0,0 4 345,0 7 1,2 1-80,4-1 1,4-3-457,7-8 0,8 1 41,3-12 0,4 1 9,2-1 0,8-5 125,3-12 0,4-2-41,2-3 0,5-5-84,1 5 1,7-10-136,-2-2 1,4-1 99,2 1 1,-1-4 61,1-7 0,2-2-835,3-3 1,-2-6 189,8-12 0,-5-3-42,5-8 1,-10-5 150,-1-1 0,-2-5-143,-9 6 0,5-8 96,-6 2 1,-5 4 192,-6 2 0,-5 5 47,5 6 1,-7 3-16,1 8 0,-3 6 687,-2 0 1,-2 7-50,-3-1 0,-5 10 163,-6 6 1,-1 6-179,0 6 0,0 3 243,0 8 1,2 0-328,4-1 0,-2 1-84,7 0 1,1-2 47,5-4 1,1 2 31,5-8 0,3 1-635,8-6 0,0-6 173,0 0 0,0-7 43,0 1 1,5-10-78,1-6 1,5-4-175,-6-2 1,1-8 29,-6-3 0,0-4-111,-1-1 1,-4-3-49,-1-3 1,-7-3 136,1-3 1,-3 2 103,-2 4 1,2 9 142,4-4 1,-4 12 239,3-1 0,-3 10-507,-2 2-82,0 7 940,0-3 1,8 9 17,3 3 1,0 5 11,6 6 1,-4 1-212,9 0 0,5 8-12,1 3 1,4 3-114,1 3 1,-1 2-7,-4 3 1,2-1-30,-7 7 0,5-8-101,-6 3 1,-1 1 171,-10-2 1,-1-7-15,-5-10 0,-3-3 201,4-2 1,-12-6-153,-5 1 1,-6-9-145,-5 3 0,-5-4-145,-6-2 0,-1 0-304,0 0 1,-3-8-17,3-3 0,-4-4-337,10-2 0,10 0 242,1 0 1,5 1-247,1-1 1,6 5 118,10 1 0,6 7 625,12-1 0,3 3 0,15-6 0,3-1 0</inkml:trace>
  <inkml:trace contextRef="#ctx0" brushRef="#br0" timeOffset="591">1873 523 8204,'0'-26'-198,"0"-4"32,0 8 1,-6 5 384,0 5 1,1 7-57,5-6 1,5 5-132,1-5 0,13 7 48,-2-2 0,5-1 7,1 1 0,3-1-49,8 1 1,-1 4-3,1-3 0,0-3 80,0 2 0,5 1 170,0 5 1,1 0-335,-7 0 1,-5 7 86,1 5 0,-11 3-95,-1 1 0,-2 1 33,-9 0 1,-1 6 19,-5-1 0,-7 2 3,-4-1 1,-4-4-23,-2 3 0,-8-1 199,-3 1 1,2-9-92,-2 4 0,2-5 82,-2-1 1,3-4 28,8-7 38,1 8-231,6-6 5,3 5 1,9-7 10,3 0 0,10 6-140,8-1 0,8 3 100,3-2 0,2-3-144,9 9 1,-8-7 12,3 6 0,1 1 65,-2 5 1,1-1 91,-7 1 1,-1 0-30,-4 0 0,-3 0 2,-8 0 1,-2 0-23,-4-1 0,-4 1 3,-7 0 1,-2 0 452,-3 0 0,-12 0 122,-11 0 0,-6-2-174,-5-4 1,1 4-80,-7-4 1,6 2-328,-6-1 0,7 1-71,-1-8 0,9 3-300,2-3 504,7-3-14,-3 6-1241,7-8 1,10-6 27,7 0 1,9-7-104,13 2 1242,5-4 0,6-9 0,1-2 0</inkml:trace>
  <inkml:trace contextRef="#ctx0" brushRef="#br0" timeOffset="945">2969 540 8204,'-17'-6'0,"0"1"0,6-1 109,0 6 0,0 0 185,-6 0 1,5 0-257,1 0 1,2 8 134,-2 3 1,-3-2-43,9 3 0,-6-1 69,5 6 0,0 0 12,6-1 1,0 1-55,0 0 0,2 0-180,4 0 1,3 0-22,8 0 1,6 0 120,-1-1 1,6 1 54,-5 0 1,7 0-13,-2 0 1,2 0 47,-2 0 0,4-1-102,-4 1 1,-4 0 7,-1 0 1,-5 0 47,-1 0 1,-2 0 0,-3 0 0,1-1-157,-8 1 1,1-5 11,-6-1 1,-2 0 7,-4 6 0,-3-6 78,-8 0 0,-5-5-368,-1 5 0,-7-5-160,2 5 1,-9-5-188,-3 5 1,1-7 210,5 1 1,0-3-38,1-2 1,5-2 475,-1-3 0,1-12 0,-5-9 0</inkml:trace>
  <inkml:trace contextRef="#ctx0" brushRef="#br0" timeOffset="1107">2952 557 8317,'8'-17'339,"1"0"-453,8 0 1,0 6-220,0 0 1,0 7 143,-1-2 103,1 5 1,0 1-26,0 0 0,0 0-98,0 0 19,0 0 1,-1 0-149,1 0 338,-7 7 0,5-5 0,-6 5 0</inkml:trace>
  <inkml:trace contextRef="#ctx0" brushRef="#br0" timeOffset="1411">3374 422 8204,'-10'0'13,"-3"2"204,8 4 1,-6-3 29,5 9 0,0-1 29,6 6 0,0-6-16,0 0 1,2 0 9,4 6 0,5-2-8,11-4 1,5 3-61,6-9 1,1 1-82,0-6 0,5-6-201,1 1 1,-1-9 233,-5 3 0,-1-6 47,1-5 0,-2 3-373,-4-3 1,-11-5-518,-11-1 0,-4-2 148,-2 2 1,-8-4 258,-3 4 1,-12 4 44,-5 1 1,-9 5 206,-3 1 0,-5 7 161,6 5 0,5 3-205,6 2 1,8 7-14,-3 5 1,6 3-195,6 1 1,3 1-76,8 0 0,0 6 356,0-1 0,15 8 0,4-4 0</inkml:trace>
  <inkml:trace contextRef="#ctx0" brushRef="#br0" timeOffset="1716">4217 793 8985,'-9'-7'860,"1"5"1,8-8-315,0 5-472,0 3 1,2-6 128,4 8 1,-2-5-153,7-1 0,2 1-79,10 5 1,-3 0-99,8 0 0,-5 0 187,5 0 0,-8 0-18,3 0 1,1 0-930,-1 0 0,-1 7 121,-5 4 1,0-1-709,0 1 1473,-8 0 0,6 13 0,-5 3 0</inkml:trace>
  <inkml:trace contextRef="#ctx0" brushRef="#br0" timeOffset="1882">4099 1181 8186,'0'-17'1690,"0"0"1,2 6-1167,4 0 0,11 0-226,11-6 0,11 7-83,6 5 0,2 1-91,-2-2 0,7 4-1209,-7-3 0,8 3 575,-8 2 1,-4 2-1534,-2 3 2043,-11 5 0,4 7 0,-5 0 0</inkml:trace>
  <inkml:trace contextRef="#ctx0" brushRef="#br0" timeOffset="2879">5955 186 7267,'-8'-10'182,"6"-5"2,-5 14 348,7-7-438,0 1 0,0 3 93,0-7-112,0 7 1,0-5 35,0 3 50,7 4 0,3-5-57,7 7 0,-6-6-21,0 0 1,0 1 12,6 5 0,0 0 6,0 0 1,0 0 0,0 0 1,5 5 14,1 1 0,5 5 16,-6-5 0,3 7-24,-3-2 0,-3 4 87,3 2 1,3 0-75,-3 0 0,3 0 49,-3-1 1,-3 1-6,3 0 1,3 0 23,-3 0 0,2-6-59,-1 0 1,-4-1-2,3 1 0,-3 2-57,-2-7 1,0 1-186,0-1 0,-1-4-361,1 3 0,-5-3 42,-1-2 22,0 0 0,0 0-756,0 0-641,-7 8 1805,4-6 0,-8 5 0,0-7 0</inkml:trace>
  <inkml:trace contextRef="#ctx0" brushRef="#br0" timeOffset="3132">6714 0 8289,'9'0'0,"-1"0"566,-8 0 0,-14 4-281,-2 7 0,-7 2 2,1 16 0,-6-7-156,-12 6 0,5 2 13,-5 9 0,-1-3-70,2 3 0,-3 5 138,3 1 0,2 3-36,-8 3 0,5-6-1294,-5 0 0,8 0-984,-3 5 2102,5-6 0,1-3 0,0-7 0</inkml:trace>
  <inkml:trace contextRef="#ctx0" brushRef="#br0" timeOffset="3566">5128 962 8212,'-11'4'393,"0"-4"1,7-6 101,-2 0-247,4 4 0,12-5 84,7 7 0,3 0-8,14 0 1,5-2 135,18-4 0,4 3-111,13-9 1,12 7-398,-36-1 1,1 1 0,4 0 0,1 0 192,5 0 0,1-1 0,-1-2 0,0 1-6,4 1 0,-1 1 1,-2-2-1,0-1-45,3-1 0,-1 1 0,-3 2 0,0 1 0,1-1 0,0 0 0,-3 2 0,0-1-251,-2-1 1,-2 1-1,-1 0 1,-1 2-627,43 3 1,-8-5-150,-15-1 1,-2 0 468,-15 6 0,-7 0-297,-9 0 0,-12 0-238,-6 0 121,-11 8 548,4-6 0,-20 7 713,-14-1-384,-7 5 0,0-8 0,1-1 0,-3-2 0,-2-2 0</inkml:trace>
  <inkml:trace contextRef="#ctx0" brushRef="#br0" timeOffset="4062">5651 1265 8128,'0'-16'0,"0"-1"859,0 7-113,0 3-255,0 7-222,8 15 0,-7-2 71,5 15 1,2 0-173,-3 6 1,3-6 29,-3 0 1,-3 0 40,4 6 1,1 0-1,-1-1 1,5 1-515,-5 0 0,1 5-133,-1 1 1,-2-3-547,7-9 1,-7 2 449,1-7 0,3-1-435,-3-5 1,8-8 938,-1-3 0,10-4 0,4-2 0</inkml:trace>
  <inkml:trace contextRef="#ctx0" brushRef="#br0" timeOffset="4332">6157 1282 7530,'17'-7'-1347,"2"-1"1347,3-3 0,-3 4 333,3 7 1,-3 0 1329,-2 0-1247,0 0 0,0 7-315,0 4 0,-6 10 106,0 1 1,-7 8-104,2-2 0,-5 4 1,-1 2 1,-7 0 48,-4 0 0,-6-1 40,-6 1 1,5-6-77,-5 0 0,4-7 45,2 1 1,2-9 388,4-1-124,4-9 0,9 5-29,3-8 0,8 0-20,15 0 1,2-2-294,15-4 0,6 5-288,5-5 0,6 2 283,-6-1 0,6 3 156,-6-4 0,-1 10-1892,-10 1 1,-4 9-667,-7-3 2321,-8 4 0,-2 9 0,-7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7:17.44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1 135 7920,'0'-22'566,"0"-1"0,0 2 0,2 5 2018,3 4-2525,5 5 1,6 7 124,1 0 0,2 0 62,3 0 0,5 0-353,6 0 0,1 0 57,0 0 1,2-6-96,3 1 0,-3-1 133,3 6 0,-2 0-869,3 0 0,-5-6 357,5 1 1,-5-1 327,-1 6 0,-6 0 196,0 0 0,-7 8 0,3 1 0</inkml:trace>
  <inkml:trace contextRef="#ctx0" brushRef="#br0" timeOffset="154">85 371 7920,'-26'10'0,"3"-5"0,6-5 3742,6-5-2477,4 3 0,7-8-823,0 5 1,15 3-225,7-4 1,10 4-843,7 2 1,4 0 489,8 0 1,2 6 225,3 0 1,-2-1 235,8-5-535,0 8 0,5-6 1,1 5-1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7:15.73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0 777 7940,'8'-34'-897,"-6"0"1,7 1 1628,-3-1 0,-4 8-187,3 3 0,-3 4-143,-2 3 0,2 1 13,4 3-344,-5 5 149,7 7 1,-8 13 13,0 4 1,0 17 186,0-1 0,-6 18-12,1 0 1,-7 9-305,7-4 0,-1 6 86,6-6 1,-5 6-319,-1-6 0,0-5-31,6-7 0,6-6-27,0 1 0,5-5 179,-6-6 1,9-3 49,-3-9 0,4-6-219,2-5 1,-4-5-65,4-5 1,-2-5-285,13-6 0,-2-14 201,2-4 1,2-11-267,-7 0 0,5-4 268,-6-1 0,-5 1 124,-6 4 1,-7 4-265,2 7-24,3 8 875,-7 1 1,4 18 249,-12 7 1,2 9-95,-7 14 0,2 3-267,-3 8 1,5-1 56,7 1 1,0 4-117,0-5 0,7 3-223,5-14 0,-1 6 132,6-5 1,-4-2-1,9-10 0,3 2-309,-3-7 0,2-1-77,-1-5 1,1-7-29,4-5 1,2-8 92,-7-3 1,-1-7-131,-5 2 1,0-9 9,0-3 0,-8-1-11,-3 2 1,-4 3 189,-2-3 1,-2 3-38,-4 2 0,3 8 468,-9 4 377,1 3-274,-6 2-124,8 8-400,1 1 0,10 8 99,4 0 0,5 0 48,12 0 0,-3 0-5,8 0 1,0 0-24,6 0 0,0 0-165,0 0 1,5 0 1,0 0 0,1 2 185,-7 4 1,1-2-65,0 7 0,-8 2 203,-3 9 0,-5-1 50,-1 7 0,-7-2 66,-5 2 0,-3 10-182,-2-4 1,-2 3-14,-3-3 1,-5-6 336,-7 0 0,1-7 9,-1 1 1,-6-3-26,1-2 1,-3-8-115,3-3 1,3 1-528,-3-1 0,9 0-503,1-6-737,1 0 1037,2 0 293,1-8 1,10 1 150,4-5 0,3-10 0,8 3 0</inkml:trace>
  <inkml:trace contextRef="#ctx0" brushRef="#br0" timeOffset="495">1687 355 7985,'0'-17'0,"0"0"0,0 1 252,0 6 0,2 3 442,4 7 1,3 0-424,8 0 0,5 0-299,1 0 1,7 2-101,-2 3 122,11 5 0,-3 6 127,3 1 0,-5 0 53,-6 0 0,2 0-332,-7 0 1,-1 5-158,-5 1 0,-8-1 141,-3-5 0,-4 2 138,-2 3 0,-8-3-20,-3 4 0,-10-7 128,-1-4 1,-6 3 136,5-4 1,-5-2-188,6 3 0,-1-9-39,6 3 0,6-2 266,0 1-479,7-3 177,-3 6 0,14-3 102,4 1 0,6 7-146,6-2 0,-3 4-10,8 2 0,-1 0-70,1 0 1,4 0 91,-4 0 1,-4 5-29,-1 1 1,-5 1 299,-1-2 1,-6-3 128,1 4 1,-9 1-38,3-1 0,-4-1-118,-2-5 1,-9 2 350,-8 3 0,-2-3-106,-9 3 0,0-8-8,-6-3 1,-2 0-94,-3 6 0,3-6-39,-3 0 0,3-1-29,3 1 1,1-4-15,4-7 1,3 6-2963,9 0 1395,-1-1 90,7-12 1,5-3 2,10-6 1251,12-9 0,9-1 0,8-8 0</inkml:trace>
  <inkml:trace contextRef="#ctx0" brushRef="#br0" timeOffset="823">2682 541 7964,'10'-8'665,"-3"4"982,-7-7-915,0 8-510,0-5 0,-2 8 417,-3 0-341,3 0 1,-8 8 142,5 3 1,3 6-178,-4 5 0,4-1-27,2 7 0,0-2 13,0 2 1,2 4-98,4-4 1,9 10-164,7 1 0,3 0 98,-3-5 1,-1 0-14,7 0 1,-7-1 47,1 1 1,-3-6 42,-2 0 0,-2-5-96,-4 5 0,2-8-26,-7 3 0,-1-4 82,-5-2 0,-2-1-219,-3 1 0,-6 0-417,-12 0 1,2 0 268,-7 0 0,-2-8-295,-9-3 0,3 1-178,-3-1 1,3 0-477,3-6 0,-1-8 692,0-3 1,8-8 55,3-9 442,5-8 0,1-22 0,0-2 0</inkml:trace>
  <inkml:trace contextRef="#ctx0" brushRef="#br0" timeOffset="957">2649 524 7944,'24'-17'0,"-5"2"0,3 4 0,-1-4 467,1 4 0,-1 1 1864,7-1-1798,0 7 0,6-3-598,0 7 1,-3 0 112,-2 0 0,2 0-189,-2 0 0,2 0-315,3 0 1,-8 5-473,-3 1 1,1 0 927,-1-6 0,-1 7 0,-5 2 0</inkml:trace>
  <inkml:trace contextRef="#ctx0" brushRef="#br0" timeOffset="1205">3424 170 7868,'-16'-8'1807,"-1"6"0,5 2-1444,1 12 1,8 8-85,-3 3 1,4 5-34,2-6 0,8 6-33,3-5 1,6 3 12,5-9 1,4 2-118,8-14 1,5 1-9,1-6 0,-1-8-231,-5-3 0,-2-9 88,-4-3 1,-4-1 160,-7 1 0,-8-3-447,-3-8 0,-6-5-544,-6 0 1,-5 1 588,-11 10 0,-10-2 24,-7 7 1,-10 8-1271,-2 10 1529,-7 3 0,-17 24 0,-2 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7:25.12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203 389 7992,'0'-17'-120,"0"0"1,0 6 551,0 0 0,0 5-240,0-5 1,6 5-198,0-5 1,-1 5 82,-5-5 1,2 2 49,4-3 1,-4-3 16,3 4 1,-1-4-31,2-2 1,-5-5-82,5-1 1,-4 1 17,-2 5 1,0-6-133,0 1 0,0-1 122,0 7 0,-8 4-132,-3 1 0,2 7-18,-2-1 0,-3 3 86,-8 2 0,3 0-100,-3 0 0,1 9 100,-1 8 1,3 2-229,-4 9 227,12-7-52,-4 18 1,8-11-8,-5 11 0,5-9 21,7-2 0,2-7-5,3 2 0,5-5 98,7-1 1,1-2 25,5-4 1,-3-3-32,9-8 1,-1-2-50,5-4 1,1-5 71,0-11 1,-6 3 19,0-4 1,-7 3 6,1-3 1,-5 10 24,-6-4 0,-1 10 370,-5-4-407,-3 7 1,6-2-29,-8 12 0,0 3 34,0 8 1,-6 7 20,0 5 1,-5 2 109,6 3 1,-7 2-116,7 3 0,-7-1-48,7 7 1,-1-8 1,6 2 0,0-3-17,0-2 1,0-2-26,0-4 0,0 2 3,0-8 1,0 1 49,0-6 1,0-1-107,0 1 1,0-5-277,0-1 0,0-6-353,0 7-118,8-9 433,-6 12 1,7-11-95,-3 7 1,1-5 88,4 5 1,-3-5 372,-8 5 0,7-7 0,-5 11 0,6-6 0</inkml:trace>
  <inkml:trace contextRef="#ctx0" brushRef="#br0" timeOffset="237">1266 743 7954,'0'-24'825,"-2"-3"103,-4-6 0,3 12 560,-9 4-991,9 12 1,-7-3-547,5 8 0,1 0-2044,-7 0-109,7 0 981,-11 0 217,13 8 1004,-5-7 0,14 14 0,2-5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7:29.51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437 355 7901,'9'0'278,"-1"-8"1003,-16 6-815,6-5-6,-5 7-165,7 0-78,0-8 0,5 5 13,1-9 0,5 1-60,-5-6 0,5 0-134,-5 0 1,5-1 22,-5-5 1,-1 4-298,-5-3 1,-2-2-121,-3 1 0,-5 1 201,-7 5 1,-7 6-69,-4-1 1,-10 9 64,-1-3 1,-6 17 45,6 6 1,-6 11 82,5 0 1,1 4 157,5 2 0,6 0-116,0-1 1,13 1 84,-2 0 1,12-6-222,-1 0 0,6-7 121,6 1 1,11-9 19,11-2 0,5-7-10,7 2 0,-3-12-7,8-5 1,6-6-12,5-5 0,0 1-6,-5-7 0,-2 7 78,-4-1 1,-4 5-68,-7 6 1,-8 3 210,-4 8 0,-3 0-54,-2 0 0,-8 10 65,-3 6 1,-4 7-51,-2 5 1,0 10 77,0-5 1,-8 10-154,-3-3 1,2 1 17,-3-2 1,7-3-175,-6 3 0,1-3 107,-1-2 1,2-1-408,3 1 0,4 0 173,-4 0 1,5-6-437,1 0 0,0-8 39,0 3 0,9 1-254,8-1 0,-6-3 844,6-8 0,3 3 0,7-6 0</inkml:trace>
  <inkml:trace contextRef="#ctx0" brushRef="#br0" timeOffset="150">1280 861 7924,'0'-17'1758,"0"0"-1729,-7 0 0,3 8-1043,-7 3-165,7 4 334,-4 2 845,8 0 0,-7 0 0,-2 0 0</inkml:trace>
  <inkml:trace contextRef="#ctx0" brushRef="#br0" timeOffset="805">1854 304 7355,'0'-17'-1216,"0"0"1567,0 0 1,0 1 660,0-1 1,5 0-597,1 0-227,-1 0 0,-5 0 27,0 0 0,0 0 0,0 1 0,-1-1-367,-5 0 1,2 0-9,-7 0 0,0 6 189,-6 0 0,0 7 113,0-2 0,0 4-111,0 2 0,1 2-30,-1 4 43,0 3 1,2 8 34,4 0 1,3 6 28,8-1 0,0 8 21,0-2 1,8 6-14,3 5 1,6 4 14,5 8 0,3-2-41,3-4 0,4 3-122,-4-3 0,3 4 114,3 2 0,0-6 46,0 0 0,-2-6 13,-4 6 1,-4-8 1,-7 3 0,-8-5-139,-3-1 0,-4-6 75,-2 0 1,-8-13-51,-3 2 1,-11-6 69,-7 1 0,-2 1-189,-3-8 0,-6 1 48,1-6 0,-6-7-57,6-5 0,-1-3 138,7-2 1,6-1 1,5-5 1,11 3-49,5-8 0,4 1 16,2-1 0,4-4-250,7 4 0,4 2 73,19-2 0,-2 2 61,13-2 0,-6-4 63,6 4 0,0 1-24,6-1 1,-1 6 49,1-6 0,-8 1 179,-4-1 0,1 2-48,-7 3 1,3 5-127,-13-5 0,-3 10 138,-9 2 0,-3 0-46,-8-6-84,0 0 1,-4 0-60,-7 0 0,0 0-164,-12 0 0,-3 6 55,-2 0 0,2 7-156,-3-1 1,7-3 11,-6 2 0,7 1 80,-1 5 1,9 0-1090,1 0 305,9 0-15,-5 0 1035,8 7 0,8 3 0,1 7 0</inkml:trace>
  <inkml:trace contextRef="#ctx0" brushRef="#br0" timeOffset="1652">3119 490 7790,'0'-17'2415,"-8"0"-1586,6 7-587,-5 3 0,1 16-327,1 8 1,-1 8 112,6 8 1,0 3 6,0 3 1,0-3 42,0 3 0,0-3 46,0-2 0,0-1-49,0 1 0,2-6-8,3 0 1,-3-7-50,4 1 111,-4-10 63,5 3 1,-5-15-99,4 0 1,1-15-213,-1-13 0,1-4-50,-1-2 0,-4-13-67,4-4 0,1 1 185,-1-1 1,7-1 31,-2-10 1,2 6-187,-2 11 1,4 4 185,-3 7 1,1 2 234,-2 4-270,4 11 218,-6 9 1,6 10 31,-3 4 1,1 5 108,-8 12 0,9 3-82,-3 8 0,-2 5 35,2 0 1,-1 8-217,1-2 1,4-4 41,-4-1 0,-1-5 41,1-1 1,-2-2-27,2-4 0,4-4-339,-3-7 1,-3-7 81,2-5 1,1-3 48,4-2 0,1-9-87,0-8 1,8-13-229,3-9 1,3-10-185,3-2 1,-6-3 240,0-14 0,1 12 136,4-6 0,-1 14-21,-4 3 0,-3 15 1204,-8 2 1,-6 13-279,0 3 1,-5 10 92,5 2 0,-6 10-226,7 12 0,-7 12 253,7 11 0,-7 4-557,6 1 0,1-5-33,5 0 1,-1-2-761,1 2 1,0 2 443,0-7 1,6-1-399,-1-5 0,6-1-353,-5 1 1,5-2-764,-6-4 0,6 2 1625,-5-7 0,7 7 0,-4-4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7:28.40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102 439 8039,'-23'0'0,"1"0"101,1 0 773,10 0-504,-4 0 0,13-1-357,-3-5 64,3 4 1,2-13-165,0 4 1,2-10 63,3-1 0,-1-10 75,7-2 1,0-5 78,6-6 0,0-2 5,0 8 0,0 1-51,0 10 1,0 4-10,-1 7 0,1 7-124,0 5 0,0 3 125,0 2 1,2 7-123,3 5 0,-3 5 72,3 5 1,-1 4-50,1 8 1,-1-2 1,7-4 1,-5 4-22,5-4 0,-8-4 26,3-1 1,3-6-2,2-6 0,-1 2-107,1-7 0,-8-1 116,3-5 0,1-5-427,-1-1 0,-1-9 169,-5-2 0,-6 0-111,0-5 0,-5-3-385,5 3-90,-7-1 316,4 7 535,-8 6 0,-2 12 0,-4 15 0,-3 7 0,-8 10 0</inkml:trace>
  <inkml:trace contextRef="#ctx0" brushRef="#br0" timeOffset="295">439 979 7937,'-7'17'525,"-3"0"0,-7-2-29,1-4-56,6 4-617,-5-13 154,13 6 57,-5-8 0,7-2-176,0-4 1,7-5 36,5-12 1,3 3 117,1-8 0,7 5-30,-1-5 0,7 6 42,-7-7 0,6 14-54,-5-1 1,5 10 113,-6 0 0,6 4 30,-5 2 0,5 8-50,-6 3 1,3 10 1,-3 1 1,-3 6-30,4-5 1,-5 5-6,-1-6 1,6 1 4,-1-6 1,1-2 11,-6-4 1,-1 2-5,1-7 0,0-1-177,0-5 0,5-7-235,1-4 0,5-6-71,-5-6 1,7-1-837,-2-4 1273,-4-11 0,8 3 0,-6-15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7:27.34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152 675 8109,'0'-17'0,"0"0"0,0 0 882,0 0-714,0 1 1,2-9-229,4-3 1,-3 2 127,9-2 0,-3 0-164,2-6 0,-3-5 49,-8-1 0,0-1 153,0 2 0,0 3 20,0-3 0,-8 3-7,-3 2 0,2 6-20,-3 0 0,1 13 27,-6-2 0,2 10-26,4-5 1,-4 9 138,4-3-307,-4 4 114,-2 10 0,6 7 40,-1 7 1,9 10 43,-3 2 1,4 7 109,2 10 1,8 7-181,3 4 0,6-2-2,5 1 1,4 7-187,8 5 0,-6-6 149,0-5 1,-1-7-134,1 1 0,-4-6 165,-7-5 1,-2-3 191,-4-9 1,2-1-57,-7-4 69,0-3 1,-8-10-76,-4-4 1,-3-4-78,-8-7 1,-8-1-163,-3-5 1,-4-11 147,-1-11 0,-1-4-113,0-2 0,6-1 118,0-5 0,9 5 139,2-5 1,2 7-262,10 5 0,-1 3-321,6 8 199,0-7 0,2 5-150,4-3 1,9 9-439,7 1 1,10 3 329,2-2 0,1-2-381,10 7 0,0-1 158,6 1 0,0 4 22,-1-4 1,-1 3 605,-4-3 0,4 4 0,-6-5 0</inkml:trace>
  <inkml:trace contextRef="#ctx0" brushRef="#br0" timeOffset="378">877 321 7978,'0'-25'0,"-7"7"0,-4-5 0,1 4 833,-1 2 1239,7 1-1298,-3-1-687,7 0 0,7 8-106,4 3 67,4 4 1,8 2 72,-1 0 1,8 0-124,-1 0 0,-3 8 206,2 3 0,-2 6-289,2 5 0,-3 2-324,-9 5 1,-6 2 231,-5-2 1,-3-3-127,-2 2 1,-7-6 134,-4 7 1,-6-9 140,-6 3 1,3-5-7,-8-1 1,-1-6 162,-4 1 0,6-1-61,5 6 0,5-6-53,6 0-230,3-7 241,8 11 0,10-6 5,7 8 1,9 0 34,13 0 0,-1 0 113,7 0 0,0 0-107,5 0 0,5-1 143,-5 1 1,-3 0-246,-13 0 1,-2 0 82,-4 0 0,-10 3-48,-6-3 1,-9 4 80,3-10 0,-13 10-208,-10 1 1,-8 1-298,-8-6 0,-9 5-376,-3 1 0,-11 7 302,-6-2 492,-11 3 0,-19 3 0,41-17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23.42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46 32 9136,'0'-16'1307,"0"8"1,6 1-1134,5 7 1,3 7 181,1 3-697,7-3 330,3 7 1,6-11-272,0 8 1,1-8-441,4 2 0,-3-1 348,3 1 1,2-3 373,-2 3 0,1-4 0,-6-1 0</inkml:trace>
  <inkml:trace contextRef="#ctx0" brushRef="#br0" timeOffset="139">30 435 7873,'-15'-16'2019,"6"8"1,4 1-1987,10 7-46,4 0 1,15 5-512,7 0 0,8 0-1812,13-5 2336,10 0 0,15-13 0,10-5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19.34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171 851 7975,'-22'0'164,"5"0"-63,-13 0 0,13-5 217,-4 0 1,9-2 93,2 2 401,0 3-409,-6-11-214,8 4 0,1-7-123,7 1 0,5 5 120,0-1 0,7 3-128,-2-3 0,4-2 82,2 2 0,1 4-192,4 2 1,-4 3-6,3 2 1,5 0 24,0 0 1,5 2 100,1 3 0,-2 6-15,-3 9 0,3 4-1,-3 7 1,3 6-9,2-1 1,0 10-37,0-4 0,-5 6 47,0-7 0,-2 2-138,2-1 1,-2 1 7,-3-7 1,-4 0-82,3-5 0,-2-7 118,-3-3 1,-1-4 5,-4-2 1,-1-1-896,-4-3 482,-3-5 1,6-6-201,-2 0 0,-5-3 25,4-7 1,-3-4 617,-2-17 0,7-4 0,2-11 0</inkml:trace>
  <inkml:trace contextRef="#ctx0" brushRef="#br0" timeOffset="198">745 541 7975,'-9'-6'0,"-5"4"0,11-5 94,-8 7 0,6 2 143,-5 3 1,0 10 402,-6 11 1,-6 9 56,-4 1 0,-3 12-306,-2-1 1,-2 4-116,-3 1 1,3 1-39,-3 4 0,3 2-319,2-8 0,0 1-390,0-6 1,7-1 483,3-3 0,6 1 98,5-7 1,-3 3-2029,8-8 1917,0 4 0,19-18 0,3 5 0</inkml:trace>
  <inkml:trace contextRef="#ctx0" brushRef="#br0" timeOffset="405">1148 867 7980,'0'-16'0,"0"8"0,1-4 1530,5 7-735,2-1-434,8 6 1,-1 0-210,1 0 0,6 0-102,4 0 0,8 0-135,2 0 0,6 0-182,-6 0 1,7 0-424,-2 0 1,-3 0 480,-2 0 209,-3 0 0,-9 7 0,-1 2 0</inkml:trace>
  <inkml:trace contextRef="#ctx0" brushRef="#br0" timeOffset="559">1396 1146 7980,'-16'0'1060,"1"0"1486,6 0-2034,2-7 0,7 4-225,0-8 1,9 6-311,6-5 1,9 5-144,13-6 0,-3 1-135,7-6 1,1 1 359,4-1 0,7 1-59,4-1 0,4 1 0,1-1 0</inkml:trace>
  <inkml:trace contextRef="#ctx0" brushRef="#br0" timeOffset="1200">2961 696 7960,'-15'-22'0,"6"-2"0,-5-2 255,4 0 0,1 0 399,-1-5 1,0-5-74,-6 0 1,6 2-170,-1 8 0,1-2-188,-5 8 0,-1-1-58,1 5 1,-1 1-85,1 0 1,4 6 139,1 4 1,0 3-1,-6 2 1,1 0-234,-1 0 1,6 2-61,-1 3 0,6 4-4,-5 6 0,6 7 110,-1 4 1,4 5 51,1 5 0,1 4-93,4 6 1,4 6-106,7 0 0,-1 5 125,1-6 1,4 6 37,1-5 1,0 1-249,-6-1 0,1-9 18,-1 3 0,-6-9 374,-4-1 0,-3-5-137,-2-5 1,0-4-65,0-7 1,-7-1 195,-4-3 0,-9-5 303,-6-6 0,-3 0-210,-2 0 0,0-1-140,0-4 0,0-9 25,0-7 0,6-1 49,5 1 0,8 2-362,1-7 1,10 2 106,1-2 1,8-3 129,13 3 0,5 2-386,10-2 0,4 0-541,6-5 0,6 0 539,-1 0 1,6 0 89,-5 0 0,1 6-423,-1-1-251,-11 7 710,11-10 1,-19 11 106,3-2 1,-10 2-3,-6 3 1,-8-1 153,-1 1 0,-8-1-124,2 1 1,-12-1 50,-8 1 1,-2-1-73,-9 1 0,0 5 259,-5-1 1,-5 3-131,0-3 0,0 4-112,5 7 0,1-5-620,4 0 1,4 0-896,7 5 1553,6 0 0,2 7 0,7 1 0</inkml:trace>
  <inkml:trace contextRef="#ctx0" brushRef="#br0" timeOffset="2173">3876 479 7967,'8'-31'0,"-1"0"279,0 0 1,-5 7 447,3 4 0,-3 8 55,-2 1-494,0 8 0,-2-4-304,-3 7 1,-4 0 95,-6 0 1,-3 7 170,-2 3 0,1 4 5,-7 1 1,7 3-1,-2 2 1,4 4-9,2 7 1,6 0-186,4 0 0,3 0-111,2 0 0,2 6 68,3-1-196,4 0 162,6 2 0,2-4 33,4 8 1,3-8-131,7 2 0,-5-3 156,0-2 1,-7-5-45,1 0 1,-9-7-215,-6 1 163,-3-3 1,-6-3 156,-6-3 0,-6 1-93,-10-7-202,-10 0 193,10-5 0,-17-2 49,7-3 0,2-9 2,8-6 1,-2-3-47,8 3 1,4 1 0,6-7 1,6 5 81,-1-5 0,12 7-274,9-1 1,6-3-165,9 3 0,7-3 101,3 3 1,6 2 64,4-2 1,-2 2-12,2 3 241,-2 6-141,-10-4 1,4 11-46,-7-3 1,-5 3-196,-5 2 384,-7 0 1,2 7 134,-11 3 1,-3 6 335,-7 4 1,0 3-140,0 3 0,-7 3 37,-3-3 0,1-2-237,-1 2 1,6-7 46,-1 1 133,4-3-148,1-1 1,1-7-171,4-4 0,6-4-75,9-1 0,5-8-303,6-8 0,0-8 205,0-12 0,1 3-355,4-3 0,-3-2 191,3 2 1,-3-5 0,-2 5 1,-5 1 166,0 9 1,-7-1-217,1 6 284,-2 0 200,-3 6 134,-6 6-124,-2 2 75,-7 14 1,0 2 211,0 6 1,0 6-178,0 0 0,0 8 9,0 2 1,-2 2-109,-3 8 0,3-6 8,-3 1 0,3-4-99,2-1 1,2-5-164,3 0 0,-2-12-39,8 1 1,-6-9 90,5-1 1,-5-4-47,6-1 0,-3-1-68,3-4 0,2-6-191,-2-9 0,3 1 244,1-7 0,-5 7 39,1-2 0,-1 4-205,6 1 1,-6 1-42,0-1 0,-5 3-419,6 2 422,-1-2 0,6 11-160,-1-3 339,1 3 0,-1 4 128,1 3 0,-6 3-173,0 8 0,-5 1 7,6 4 1,-8-2-141,2 7 0,2-6-32,-2 6 1,6-7-273,-6 2 1,5-4-95,-5-2 696,1 1 0,-6-1 0,0 1 0</inkml:trace>
  <inkml:trace contextRef="#ctx0" brushRef="#br0" timeOffset="2347">4015 170 7918,'-24'-16'0,"3"1"577,11-1-493,3 7 1,9 3-129,3 6 0,10 0-202,11 0 1,7 1-15,8 4 1,8-3-90,13 3 0,6-1-540,5 1 604,9-3 1,11 11 0,-42-8 0,0-1 0</inkml:trace>
  <inkml:trace contextRef="#ctx0" brushRef="#br0" timeOffset="2730">5596 309 7910,'-21'-21'0,"1"1"0,-1 1 554,5 8 657,8-2-989,-6 11 0,12-7-68,-3 4 0,10 3-90,6-3 1,4 4-5,6 1 0,3 0-24,7 0 1,2 0 7,3 0 1,2 0 6,3 0 0,2 0-1,-7 0 1,0 1-243,-5 4 0,-6 2 19,-5 4 1,-3 8 336,-1-4 0,-7 6 78,-4-1 1,-4-1 220,-1 7 1,-1 2-80,-4 8 0,-4-3 155,-7 3 0,6 2-215,0-2 0,-1 7 17,-4-2 1,6-1-215,4 1 0,-2-6-205,2 1 0,0 2-129,5-2 0,0 0-205,0-5 1,5-7-573,0-3 0,7 1 216,-1-1 0,-3-6-480,3-4 1,-1-8 460,5 2 787,8-3 0,1-16 0,7-3 0</inkml:trace>
  <inkml:trace contextRef="#ctx0" brushRef="#br0" timeOffset="3001">6293 526 7910,'-1'10'1167,"-4"1"-707,-4-1 1,-1 12-66,-1 4 1,1 3-63,-6 2 0,8 0 186,3 0 1,3 4-249,2-4 0,7 2-215,3-13 1,6 6-19,4-5 0,10-7-140,6-9 1,2-4 27,-2-1 1,-3-3-312,3-7 0,-4-2 270,-1-14 0,-6 5-37,-5-5 0,-9 0-185,-6-5 194,-4 0 1,-1 6 229,0-1 1,-12 2-77,-3-2 59,-11 3 0,2 10 201,-7 2 1,0 4-186,0 7 0,2 0-4,3 0 1,3 2-1873,8 3 1241,-1 4 1,8 6 0,3 1 548,3-1 0,2 1 0,0-1 0</inkml:trace>
  <inkml:trace contextRef="#ctx0" brushRef="#br0" timeOffset="3600">6898 185 8028,'0'-15'1491,"0"-1"-882,0 7 6,0 3 23,0 6-343,-7 6 0,5 3-44,-3 7 1,3-1 83,2 1 1,6-1-234,-1 1 0,7-1 63,-2 1 0,4-8-138,1-3 0,6-3 148,0-2 0,-1 0 31,-4 0 0,5-7-235,-1-3 1,-4-6-328,-6-4 0,-1 1 67,1-7 0,-3 5-106,-7-5 0,-7 2 23,-3-2 0,-6 4-145,-4 7 0,1-1-148,-7 1 1,7 6-72,-2 4 1,-1 10 735,1 5 0,-6 11 0,2 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14.86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479 760 7998,'0'-15'1598,"0"-1"-972,0 1 1,0 4 82,0 1 0,0 0-285,0-6 1,0 1 7,0-1 1,0 1-203,0-1 0,0 1-131,0-1 0,-5 1 156,0-1 0,-7 1-29,1-1 1,-9 6-298,-6-1 0,2 8 27,-2-2 0,0 3-76,-5 2 1,0 7 60,0 3 1,0 9 151,0 2 1,5 6-26,1-1 1,6-2 19,-2 2 1,5-5-6,6 5 1,3-6 9,7 6 0,2 0-11,3 5 1,4-5-91,6 0 1,2 0-99,4 5 0,1 0 91,4 0 1,4-6-133,-5 1 1,-1 5-14,2 5 0,-5 1 99,5-6 1,-7-2 29,1-3 1,-4 1-14,-6-6 0,-1 0 71,-4-6 1,-3 1 159,3-1 0,-10 1 760,-6-1 0,-9-5-431,-6 1 1,-2-8-71,3 2 1,-5-3-215,4-2 1,-3 0-268,-2 0 1,2-2 242,3-3 0,2 2 245,3-8-2392,4 1-364,-5-5 511,6-1 892,8 1 0,2 6-241,12 4 0,2-2 377,8 2 1,6 0-938,4 5 1701,3 0 0,2-7 0,0-2 0</inkml:trace>
  <inkml:trace contextRef="#ctx0" brushRef="#br0" timeOffset="233">758 1024 7998,'0'-11'1658,"0"1"-1030,0 6-263,-7-2 0,-1 7 237,-8 4 0,6 4-199,-1 7 1,6 6 91,-5 4 0,7 3-187,-3 2 1,5 0-83,1 0 1,1 0-251,5 0 1,2-2-117,8-3 0,1 2-35,4-8 1,-3 1-147,8-5 0,-5-8-421,5-3 1,-6-3 88,6-2 0,-5-2-438,5-3 1,-7-3 210,1-8 880,-2-6 0,-3-2 0,1-7 0</inkml:trace>
  <inkml:trace contextRef="#ctx0" brushRef="#br0" timeOffset="610">836 807 7998,'-9'-9'0,"2"-5"23,7 4 0,0 1 14,0-1 1,0 5-121,0-6 0,7 6 260,3-5 0,6 6 1040,5-1-803,-4-3-203,12 6 0,-5-3 60,7 10 1,-2 4-110,-3 6 0,2 2-18,-8 4 0,1 3 25,-5 7 0,-3 2 35,-2 3 1,1 4-267,-7 6 1,0 6 67,-5-1 0,0-6 5,0-9 0,0-5 146,0-5 0,0-3 588,0-8-412,0 1-229,7-8 1,0-3 446,3-10-649,4-3 248,-5-8 1,11-12 20,1-3 1,5-10-480,-6 0 0,8-4-1673,-2-1 1419,3-1 349,2 7 0,-7 4-21,-3 10 1,-4 9-199,-1 7 1,-1 6-68,1-1 0,-6 10-43,0 6 2139,-6 9-1153,3 5 0,-7 6-253,0 0 0,0 5 104,0 0 0,1 2 609,5-2-502,-5-3-167,13 5 0,-11-9 42,8-3 0,-1 1 295,6-6-572,-1 0 0,8-6 0,1 1 0</inkml:trace>
  <inkml:trace contextRef="#ctx0" brushRef="#br0" timeOffset="1196">2184 636 8056,'-15'-5'282,"-3"-2"1,-1-2 405,-1-3 1,4 5-164,6 2-187,0-3 0,-1 6 787,1-3-798,7 3 1,-3-3-96,12 0 1,2-2-168,8 2-384,6 3 306,2-12 0,14 11-161,3-8 0,4 3 43,2-3 0,4-2-127,1 2 74,-7 4 174,-1-6 0,-6 11-40,4-3 0,-6 3 18,-10 2 1,1 0-2,-6 0 0,-2 7 121,-9 3 0,2 6 94,-7 4 1,1 5 234,-6 6 1,0 6-154,0 5 0,-7 8 82,-4 1 1,-2 8-132,-3-2 1,1 3-82,-1 2 1,1-2 102,-1-3 0,7-9 17,4-6 1,4-3-755,1 3 0,0-4-184,0-7 1,0-7-853,0-4 747,0-2 468,6-3 0,-2-1-693,6-4 1,2-3 424,9-7 1,-2-9 588,7-6 0,0-14 0,5-11 0</inkml:trace>
  <inkml:trace contextRef="#ctx0" brushRef="#br0" timeOffset="1486">3006 791 8029,'0'16'596,"-6"1"175,1 3 0,-7-1-307,2 7 1,1 5 112,-1 5 1,6 2 159,-1-2-507,4-3-58,1 5 0,0-7-72,0 0 1,6-7 23,5-3 1,4-6-55,6-4 1,-2 1 187,7-7 1,-6 0-30,6-5 1,-5-7-92,5-3-567,-7-11 362,3 4 1,-8-12-194,-4 3 1,2-5-67,-7-5 0,1 1-97,-6-6 1,-2 6 103,-3-1-28,-4 4 285,-6 1 1,-1 6-70,1 5 0,-6 4-35,0 6 0,-5 3 36,6 7 1,-3 5-76,3 0 0,8 7-366,-4-1 1,11 3-20,0 1-612,3 1 697,2-1 0,0-5 505,0 1 0,7-1 0,2 6 0</inkml:trace>
  <inkml:trace contextRef="#ctx0" brushRef="#br0" timeOffset="1786">3471 388 8458,'-16'7'1062,"1"3"1,1 9-502,3 2-231,5 6-129,-1-9 0,5 9-11,-3-6 0,5 0 0,5-6 0,4-1 68,6-4 0,2-3-29,4-7 1,1 0-142,4 0 1,3-7-54,-3-3 1,-3-11-207,-3-5 0,-2 2 29,-3-2 0,-6 1-14,-4-6 1,-3 0 95,-2 0 1,-9 1-116,-7 4 0,1 1 108,-6 9 1,-1-3 38,1 9 0,-5 3-9,6 2 48,-1 3-68,6 2-576,-1 0 1,2 9-69,4 6 1,3 2-355,7 9 0,0 0 1055,0 5 0,7 0 0,2 0 0</inkml:trace>
  <inkml:trace contextRef="#ctx0" brushRef="#br0" timeOffset="2042">3998 760 9006,'0'-15'687,"0"6"0,0 0 7,0 4-125,0 3 0,6-4-426,5 6 0,-3-6-166,3 1 1,-1 0-170,6 5 1,-1 2-140,1 3 1,-1 2-398,1 3 0,4 4 464,1-4 0,0 4-98,-6 2 362,-6-1 0,4 1 0,-4-1 0</inkml:trace>
  <inkml:trace contextRef="#ctx0" brushRef="#br0" timeOffset="2195">4029 1101 8011,'6'-14'1514,"5"4"-960,-4-4 1,6 11 81,-2-8-466,9 8 1,-1-9 85,7 7 0,-5-6-28,5 6 0,0 0-228,5 5 0,0-7 0,0-1 0</inkml:trace>
  <inkml:trace contextRef="#ctx0" brushRef="#br0" timeOffset="2670">5548 264 7976,'8'-12'146,"-3"-3"0,-3-3 918,-2 1-1009,7 2 28,-5 6 0,11-3 39,-2 7 0,3-6 0,1 6 177,1 2 0,-1-4-75,1 2 0,1 0 1,3 5 1,-1 8-21,7 8 1,-5-1 18,5 6 1,-6 3-140,6 2 0,-2-2-117,2 2 0,2-2 47,-8 2 0,6-2-82,-5-4 0,-1-2 214,-4 2-75,6-2 1,-4-5-691,2-2 0,-8-3-203,-1-3 1,-6-3 491,5 3 0,-6-5 329,1-5 0,3-3 0,1-8 0</inkml:trace>
  <inkml:trace contextRef="#ctx0" brushRef="#br0" timeOffset="2841">6214 1 7976,'-9'0'-5,"-4"6"0,-1 8 5,-7 7 0,-1 8 999,1 2 0,2 0-431,-7 5 0,2 2-696,-2-2 0,-1 7-77,6-1 0,-5 1-176,6-2 0,-6 9 198,5-3 183,0 3 0,-1-4 0,-2 1 0</inkml:trace>
  <inkml:trace contextRef="#ctx0" brushRef="#br0" timeOffset="3141">5052 822 7898,'-23'0'0,"6"0"1111,-4 0-228,11 0-265,3-7-85,7 5-303,0-4 0,7 6-14,3 0 0,18 0 545,8 0 0,7 0-90,4 0 0,13 0-516,7 0 1,7 0-95,4 0 1,1 0 168,3 0 0,6-2-515,10-3 1,-8 1 74,3-6 1,-10 5 241,-1-6 1,-6 8-21,-9-2 1,-1 3-960,-15 2 1,-1 0-39,-8 0 0,-1 0-78,-10 0 0,-2 0 162,-8 0 556,-4 0 1,4 7 641,-11 3-297,-8 7 0,-11 1 0,7-8 0</inkml:trace>
  <inkml:trace contextRef="#ctx0" brushRef="#br0" timeOffset="3717">5749 1365 7990,'10'-16'-212,"1"-1"1,-1-2 47,-1-2 1,3 1 163,-7 4 0,7 1 456,-2-1 1,-3-5 650,-2 1 1,2-1-1,-2 6-814,0-8 1,-6 6-267,-4-4 0,-4 6 96,-7 4 1,-1 5-63,-3 6 0,1 0 177,-7 0 1,0 6-15,-5 5 1,7 3-444,3 1 0,4 1 56,2-1 1,-1 6 54,1-1 1,6 8 181,4-2-226,3-4 188,2 7 1,2 1 16,3 6 1,5 0 15,11-5 0,3 0-48,7 0 1,0 3-26,0-3 0,-5 4-280,0-9 1,-7 3 35,1 2 0,-3-5 226,-1 0 1,-7-7 136,-4 1 1,-4-2 212,-1-3 0,-1-1-217,-4-4 0,-6 2-90,-9-7 1,-3 1 161,-3-6 0,-3 0 241,3 0 0,-1-7 22,1-4 1,4 1 41,6-6 0,2 4-225,4-8 0,3-3-21,7 3 1,7-3-423,3 3 0,11 1-18,5-7 0,8 7-158,2-2 1,6-1 268,-6 1 0,7-5 95,-2 6 0,-3-1-799,-2 6 0,0-1-406,-5 1 0,2-1-1652,-12 1 2849,-1 6 0,3-12 0,1 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30.41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94 264 7980,'-11'-15'0,"1"1"323,-2 4 1,0-4 1329,1 4-375,-2 3 97,4-7-696,0 12-476,3-5 1,7 6-262,4-4 1,13 3-52,13-3 0,1-4-3,10-1 1,-1-2 89,6 1 0,-6-2-136,0 2 1,-6 3-47,1-3 1,-5 8-513,-5-2 419,-4 3 194,-6 2 1,-8 2 595,-3 3 0,-5 3-56,-5 8 0,-5 6 137,-11 4 0,4 9-233,-4 1 1,-1 7 35,1-2 1,1 4-104,4 1 0,2-1-1,4-3 0,-2 6-305,7-7 0,0 7 116,5-6 1,0-3-353,0 3 1,0-8-119,0 2 0,5-3-316,0-2 1,5-7 282,-5-3 0,2 1-849,-2-1 555,-3-1 1,12-6-392,-4-3 1,-1-5-554,1-6 1657,1 0 0,11 0 0,2 0 0</inkml:trace>
  <inkml:trace contextRef="#ctx0" brushRef="#br0" timeOffset="195">931 776 10166,'-7'-16'664,"-4"1"0,3 1 161,-3 4 0,6 1-235,-5 4 0,0 3-16,-6-3 0,6 3-629,-1 2 192,8 0-1091,-11 0 1,12 2 8,-3 3 1,5-1-424,5 6 0,2-5 878,4 6 0,6-6 490,-7 5 0,14 0 0,-6 6 0</inkml:trace>
  <inkml:trace contextRef="#ctx0" brushRef="#br0" timeOffset="736">1504 218 8070,'0'-16'-447,"0"1"0,0-1 3170,0 1-1101,0 6-913,-7-4 1,-1 11 50,-8-3-525,1 10 0,-1 3-58,1 8 0,6-1-157,4 1 0,-2-1 180,2 1 0,0 5-97,5-1 0,0 1-205,0-6 0,5 1 74,0-1 0,7 1 63,-2-1 1,4-4-80,2-1 1,1-1-117,3 1 1,-2 4 143,2-4 1,-2-1 34,-3 1 1,6-1 13,-1 1 1,3 2 4,-3-7 0,-2 7 8,2-1 1,-1-3-6,2 3 0,-4-6 60,4 5 0,-9-1-15,-2 1 0,1 4 96,4-4 1,-5 2-73,1-1 1,-6 2 336,5-2-312,-6 2 1,3 3 175,-7-1 216,6 1-332,-4-1 0,3 1-27,-10-1 1,2-4 345,-8-1-96,1 0 0,-5 4-261,-1-3 1,1 1-206,-1-7 0,6 2 128,-1-2 0,1-2-107,-5 8 0,-1-8-437,1 2 1,-3-3 261,-2-2 0,2 5-643,-2 0 0,1 0 63,-2-5 1,4 0-230,-4 0 1,4 0-534,2 0 531,-8 0 0,6 0-194,-4 0 1207,4 0 0,2 0 0,-1 0 0</inkml:trace>
  <inkml:trace contextRef="#ctx0" brushRef="#br0" timeOffset="1037">1706 202 7982,'-6'-24'1054,"1"4"-109,0 2 1040,-2 3-604,5-1 360,-4 1-1014,6 6-502,6-4-43,-4 11 1,12-5-197,-4 7 49,11-7-266,3 5 0,2-5-217,0 7 0,0-1-55,5-4 1,0 3-748,0-3 1,5 1 231,0-1 0,0 3 1018,-5-3 0,7-3 0,2-1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33.95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16 388 8102,'0'-15'-395,"-1"-1"563,-4 1 0,3 5 690,-3-1 0,3 6 274,2-5-572,0 6 23,0-3 15,0 7-324,7 0 0,-5 7 0,3 4 0,2 9-71,-2 6 1,0 9-30,-5 1 0,0 12-221,0-2 1,5-2 138,0-8 1,0-4-318,-5-1 0,6-1 131,-1-4 1,0-4-52,-5-7 311,0-6 0,2 3 153,3-7 0,-3-1-183,3-9 0,-4-4-39,-1-7 1,2-8 7,3-7 1,4-3 67,6-13 1,1 8-1022,-1-13 1,1 2 317,-1-7 0,3 2 108,2 4 1,-2 9 254,2 1 0,3 13-7,-3 8-49,1 2 0,-6 5-13,1 2 1,-6 6 416,1 10 0,-8 6-84,2 9 0,-3 4 398,-2 7 0,0 6-193,0-1 0,0 7-19,0-2 0,0-1-221,0 1 1,0-12-8,0 2 211,0-10 34,0 1 15,7-13 1,-5-4-140,3-10 1,3-5-379,3-11 1,4-8-108,6-7 0,-2-13-92,7 3 0,-1-8 168,6-2 0,0 6-34,0-7 0,0 9 208,0 6 0,-6 11 211,-5 11 1,-3 4-14,-1 6 0,-1 3-162,1 7 1,-2 14 654,-4 6 1,4 8-49,-4 3 1,-1 7 151,1 3 1,-5-1-427,6 1 0,-8-5-254,2 6 1,2-8-184,-2 2 1,6-8-549,-6-2 1,5-7-745,-5 1 797,7-3-1182,-3-1 0,6-7 1804,1-4 0,-1-4 0,1-1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37.33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47 698 8122,'-15'-9'762,"1"3"887,4-1-1056,3 5-204,7-5 28,0 7-196,0-7 1,7 5-16,3-3 0,6-3-85,4-3 0,9-2 88,8-3 1,11 1-115,-2-1 0,9 1-77,-3-1 1,5 1-111,-5-1 0,4-1 8,-4-4 0,0 6-119,-6-1 0,-6 1-55,-4 4 1,0 3-237,-5-3 0,4 6-353,-10-5 0,-2 6 343,-2-1 0,-4 4 194,-2 1 1,-4 0-222,-1 0 531,-7 0 0,4 0 0,-7 0 0</inkml:trace>
  <inkml:trace contextRef="#ctx0" brushRef="#br0" timeOffset="1003">636 1 8084,'-15'0'-86,"6"0"42,-5 0 1,11 0 561,-7 0-169,6 6-160,-10 3 0,11 15 195,-7 7 0,-1 9-45,-4 11 0,4 1-55,1 10 1,0-2-48,-6 13 0,6 1-132,0 8 1,1 3 22,-1 3 0,1-4-180,4-6 0,3-4-9,-3-7 1,8-2 157,3-13 1,6 3-195,-2-9 63,11 4-26,-4-17 1,7-2 61,-3-10 0,1-1 3,4-4 1,3 1-93,-3-12 1,3 1 151,2-6 0,0-2-356,0-3 0,0-6-154,0-9 1,5-4 146,1-7 0,0-7 3,0-4 0,-10 3 72,4-3 1,-5 1 19,0-5 1,-5 1 65,-11 3 0,2 5 105,-7 6 1,0 1-34,-5 4 1,0 4 216,0 7 0,-1 6 206,-5 4 1,-2 3-182,-8 2 1,-6 3 289,-4 8 0,-2 1-149,3 14 1,-8 1 43,7 9 0,-10 4-101,10 7 1,-5-6-3,10 0 0,1 1-134,4 4 0,6-5-161,0 1 0,6-13-238,-1 2 228,3-10 26,9 1 0,-3-8-152,6-4 112,0-3 0,6-7 55,-1 0 1,6-12-166,0-4 0,4-9-208,-4-1 1,1-9 134,-1-1 1,-4-5-32,4 5 0,-5 0 321,-6 5-190,4 0 52,-13 6 1,11 3 303,-6 7-121,-1 6-62,-5 2-212,0 7 404,0 21 0,0-2 439,0 17 1,-5-3-355,-1-2 1,1 5 19,5 0 0,2 0-288,3-5-118,-3-7 196,12-1 1,-1-8-242,8 1 71,0-8 49,-6-1 1,6-7 73,0 0 0,1-7-96,-1-3 0,-2-11-175,6-5 0,-6-5 131,2-5 0,-2 2-154,2-8 0,-9 3-63,3-3 240,-3-2 17,-3 11 0,3-3 81,-7 10-103,0-3 9,2 11 171,-5-4-195,5 13 45,-7 3 16,0 6 137,0 13 1,0 5 235,0 13 0,-2 0 55,-3 0-47,3 6-305,-5-4 1,7 10-132,0-7 177,0 1-18,0-6-185,0-7 27,0 5 136,0-12-55,0 6 1,2-15 117,3-3 0,-1-5-22,6-5 0,0-9-531,6-6 219,-1-8 96,-6 4 0,6-9-416,1-3 233,-1 3-4,8-11 1,-6 11-111,4-3 1,-2 3 186,6 2 0,-6 7-80,2 3 0,-2 6 159,2 4 0,-9 5-10,3 6 1,-3 1 333,4 4-147,-8 4-28,6 13 0,-12 4 277,3 10-145,-3-3 0,-2 5-722,7 0 347,-6-5 1,13 5 131,-4-7 0,4-2 54,2-3 38,6 3 0,2-5 0,7 7 0</inkml:trace>
  <inkml:trace contextRef="#ctx0" brushRef="#br0" timeOffset="1526">2837 388 8126,'9'-21'53,"-4"1"235,4-1-102,-8 6 1,8 1 423,-4 3-251,-3 5-120,5 6 0,-9 6 15,-3 5 1,-4 16 110,-6 9 0,-3 16 151,-2 10 0,1 7-31,-7 9 0,5 1-412,-4 3 1,6-2-18,-2 2 0,5-9 32,6-6 0,3-10-148,7-6 1,4-9 238,6-6 1,2-9 55,14-1 1,-5-14-240,4-1 1,1-8-363,5-3 0,-3-3-187,3-8 0,-9-3 528,9-17 1,-5 2-549,0-12 0,-11 5 209,-10-6 1,-3 6 56,-2-5 1,-2 6 103,-3-1 1,-10 10-76,-11 6 1,-3 9 322,-2 6 0,0 4 442,0 1 0,0 6-72,0 5 1,1 9-230,5 6 0,2-2-387,8 2 0,6-5-171,4 5 1,3-6-362,2 6 1,2-2 463,3 2 1,11-3 27,9-8 241,5 1 0,1-8 0,0-1 0</inkml:trace>
  <inkml:trace contextRef="#ctx0" brushRef="#br0" timeOffset="1825">3395 698 8126,'7'-24'700,"-5"2"-436,5 6 1,-7 6 937,0-1-543,-7 8-383,5-4 0,-7 12 22,4 0 0,4 14 30,-5 2 0,5 7-89,1 3 1,0 6-1,0 5 0,5 3-186,0 1 0,7-5 56,-2 1 1,9-1-58,2 6 1,0-6 124,-6 0 0,1-6 31,-1 1 0,-4-3-33,-1-2 0,-7-2 25,2-3 1,-3 1-39,-2-6 0,-2 0 24,-3-6 0,-3 1-284,-8-1 0,-4-5 85,-1 1 0,-7-8-947,2 2 0,-1-3-12,1-2 0,-3-7-401,3-3 1,2-13 482,-2-8 1,7-6-814,-2-10 1703,11-6 0,-4-16 0,6-10 0</inkml:trace>
  <inkml:trace contextRef="#ctx0" brushRef="#br0" timeOffset="1927">3271 652 8118,'11'-21'4,"-1"0"0,0 1 187,6 4-160,-8 7 0,11-3-121,-3 7 0,4-5-223,1 5 1,1 0-54,4 5 0,4-6 366,-5 1 0,12 0 0,2 5 0</inkml:trace>
  <inkml:trace contextRef="#ctx0" brushRef="#br0" timeOffset="2211">3860 357 8491,'-10'5'643,"0"0"0,1 7-351,-1-1 0,-2 3-22,6 1 0,1 1 302,5-1 1,0 2-382,0 4 0,4-6 42,6 1 0,7-2-268,14-9 1,5-2-77,1-8 0,6 0-138,-2-11 0,-1 3 82,1-13 1,-12 0-128,2-5 0,-15 0 97,-1 0 0,-10 0 98,0 0 1,-5 5-9,-5 0 1,-5 2-34,-11-2 0,-3 6 279,-7 9 1,-5 5-11,0 6 1,0 1 58,5 4 0,1 6-364,5 9 0,2-2-285,8 2 1,4 4-110,1 2 1,7 4 569,-3 1 0,12 0 0,2 0 0</inkml:trace>
  <inkml:trace contextRef="#ctx0" brushRef="#br0" timeOffset="2483">4620 822 7979,'-16'-7'2451,"1"-1"-1642,6-8-235,2 7-275,7 3-262,0 6 0,7 0-232,3 0 0,6 0 214,5 0 1,-3 5-388,8 0 1,0 7-192,5-2 0,-5-1-1447,0 1 2006,-7 1 0,3 4 0,-6 1 0</inkml:trace>
  <inkml:trace contextRef="#ctx0" brushRef="#br0" timeOffset="2636">4635 1086 8038,'7'-14'1983,"3"3"1,6-1-1389,5 7 1,1 0-242,4 5 0,3-7-305,-3-3 1,5 1-280,5-1 1,-2 5-581,8-6 0,-6 8 810,5-2 0,1 3 0,4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42.13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838 278 8055,'-9'-7'36,"2"4"156,7-8 0,-5 1 74,0-5 0,0 4 14,5 1 0,0 0-77,0-6 0,1 6 29,4-1 0,-1 3 40,6-3-25,1-2 0,4 11-160,1-3 1,4 3 63,1 2 1,5 0-7,-6 0 1,6 7 72,-5 3 1,6 9 90,-1 2 0,4 6-14,1-1 1,-2 4-98,-3 1 1,1 0 46,-6 0 0,5-6-94,-6 1 1,1-5-165,-5 5 0,4-7 16,1 1 0,0-2-208,-6-3 1,-1 1-143,-4-1 1,-1-5-1034,-4 1 39,-3-8 538,5 11-166,-7-12 1,0 3 731,0-10 0,6-11 0,3-8 0</inkml:trace>
  <inkml:trace contextRef="#ctx0" brushRef="#br0" timeOffset="193">1489 77 8055,'0'-16'241,"0"1"348,0-1 25,0 1-181,0 6 1,-7 4-150,-4 10 0,-2 10-52,-3 11 0,-1 10 319,-4 6 1,-1-1-220,-4 6 1,-3-4-344,3 8 1,2-1-172,-2 2 1,0-2-481,-5 7 1,2-7 91,3 1 1,-2 3-565,8-3 1,-6-1 1133,5-8 0,-13 9 0,1-2 0</inkml:trace>
  <inkml:trace contextRef="#ctx0" brushRef="#br0" timeOffset="481">63 1069 8058,'-16'0'1093,"-6"-7"-395,11-2-64,-2 0 1,25 3-14,3 6 0,18 0-184,3 0 1,11 0-35,9 0 1,8 0-105,14 0 1,13 0-413,7 0 0,-46 0 0,1 0 179,1 0 1,1 0-1,-2 0 1,0 0-86,-1 0 0,0 0 0,0 0 0,1 0-14,45 0 0,-7-6-311,-8 1 0,-7 0-299,-9 5 0,-2 0 347,-13 0 1,-6 0-182,-4 0 1,-15 0-50,-1 0 1,-7 0-856,-3 0 380,-8 0 691,-1 0-159,-21 0 469,-3 7 0,-14 0 0,0 7 0,0-2 0,0 0 0,0-2 0</inkml:trace>
  <inkml:trace contextRef="#ctx0" brushRef="#br0" timeOffset="710">450 1518 7998,'-10'0'1679,"-1"0"-1042,8 14 1,-9-2-157,7 14 0,-2 5-205,2 5 0,3 5-36,-3-5 1,3 6-179,2-6 0,0 5-259,0-5 1,0 6-157,0-6 1,7 5-443,3-5 1,4 1 181,2-7 1,-1-4 612,1 0 0,6-7 0,2 3 0</inkml:trace>
  <inkml:trace contextRef="#ctx0" brushRef="#br0" timeOffset="1023">776 1611 7984,'0'-9'756,"0"-4"0,0 9-575,0-6 1,6 6 46,5-1 1,8 4 13,1 1 1,8 0-174,-2 0 0,10 0 99,5 0 1,2 0-121,-1 0 1,2-6 80,-2 1 0,1 0-37,-2 5 0,2 0-77,-7 0 0,-5 0 80,-5 0 1,-7 2 107,2 3 1,-9-2 157,-2 8 0,-6-1 315,1 6 0,-3 4-239,-2 1 1,-2 6 136,-3-1 0,-4 9-171,-6 1 0,4 7-184,1-2 1,1 4-144,-1 2 0,-2-1-204,7 1 1,-6 4-460,6 1 0,0-6-823,5-4 1,5-3-2730,0 3 4139,7 2 0,4-11 0,8 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44.07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155 293 8037,'-31'-6'295,"0"-5"1,7 3 499,3-3 0,6 6 54,5-5-532,-4-1 1,12-4-25,-3-1 0,3 1-49,2-1 1,7-1-84,4-3 0,4 1-124,6-7 0,3 7 200,7-2 1,0 4-8,0 1 1,1 8-156,5 3 0,-5 5-23,5 5 0,0 10 9,0 11 1,4 5 106,-5 5 1,0 6 11,-5 9 0,-5 4-70,0 7 1,-7 2-24,2 3 1,-4-3-151,-2 3 0,1-3 108,-1-2 1,1-7-206,-1-3 1,1-4-122,-1-2 1,-1-6-154,-4-4 1,2-8 247,-6-2 0,4-7 97,-5 1 0,0-8-1005,-5-1-89,7-8 0,-5 2 290,3-10 1,-3-7 119,-2-14 773,0 0 0,7-32 0,1 1 0</inkml:trace>
  <inkml:trace contextRef="#ctx0" brushRef="#br0" timeOffset="194">806 107 7474,'-8'-15'-1267,"-6"-1"1543,4 1 1,1 6 951,-1 4 0,4 3-122,-4 2-729,0 0 0,-6 14-65,1 7 1,-8 13-68,-2 8 0,-3 11 105,2 9 0,-3 0 194,3 5 0,-3 2-479,-2-2 0,-5 7-180,-1-1 1,3 1-353,8-2 0,-1-8-81,6-7 1,2-4-360,9-1 0,-2-1 612,6-9 1,1-4-45,5-2 1,5-4 338,1-1 0,4-5 0,-5-3 0,-1-6 0,-3-5 0</inkml:trace>
  <inkml:trace contextRef="#ctx0" brushRef="#br0" timeOffset="411">1256 557 8074,'0'-16'1182,"0"1"-458,7 6-362,1 2 0,8 7-165,-1 0 1,8 0-287,2 0 1,5 0-120,1 0 0,0 0-340,0 0 1,0 2-28,0 3 1,0-1 574,0 6 0,0 0 0,0 6 0</inkml:trace>
  <inkml:trace contextRef="#ctx0" brushRef="#br0" timeOffset="586">1473 882 7950,'-16'-6'3078,"1"-3"-1873,-1 0 691,8-4-1465,1 11-265,7-5 1,1 7-178,5 0 0,4 0-341,11 0 0,4 0 318,12 0 0,-3-2 171,7-3 0,1 2-137,4-8 0,1 1 0,-1-6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48.79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31 47 8591,'-7'-16'2078,"-3"1"-1570,3 6-289,0 2 22,7 7 0,12 0-41,4 0 0,10 6-773,-1-1 0,5 0 25,1-5 1,1 0-209,5 0 1,-1 0 366,10 0 0,-10 0 389,6 0 0,-1 0 0,-1 0 0</inkml:trace>
  <inkml:trace contextRef="#ctx0" brushRef="#br0" timeOffset="146">78 310 7975,'0'-15'0,"1"1"659,5 4 0,4 3 877,11 7-1422,10 0 1,8 0-1334,8 0 1,6 0 33,4 0 1185,3 0 0,2 7 0,0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47.64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202 340 8008,'-6'-10'984,"1"-1"1,-7 8-596,2-2 0,-4 10-133,-1 5 0,-1 11 343,1 5-114,-1 10-315,1 10 1,-3 8 462,-2 3-171,9 3-344,-9-5 0,18 5-48,-3-3 1,3-2-53,2-3 0,9-11-327,6 0 0,8-8 354,8-7 0,1-5 101,4-11 1,-3-3-978,3-7 1,-3-4 348,-2-6 1,-2-2 62,-3-14 0,-3-1 156,-8-9 1,-6 3 100,-4-3 1,-3-2 193,-2 2 0,-4 5 382,-6 5 0,-2 9-92,-14 1 1,0 7 295,-5 9 0,-2 2-213,-3 3 1,9 4-105,-4 6 0,10 6-424,0 0 1,6 5-207,4-6 0,5 3-325,6-3 1,0-2 146,0 2 1,6 3-484,5-3 1,8 1 243,1-6 746,8-6 0,-4 5 0,7-6 0</inkml:trace>
  <inkml:trace contextRef="#ctx0" brushRef="#br0" timeOffset="283">682 665 7996,'9'-25'317,"-4"-1"0,2 7 1308,-2-2-324,0 4-564,-5 1-398,0 8-92,0 1 1,5 14-29,0 3 0,2 6 8,-2 4 0,-1 4 28,6 7 1,-5 7-140,6 4 0,-6 2 73,5 3 1,-6-1-219,1 1 1,-2-1 19,2 1 0,-3-1 155,3 1 1,-3-7 15,-2-4 0,0-4-54,0-1 0,-5-5 35,0 0 0,-2-7-69,2 2 1,-2-9-172,-4-2 0,-2-6 95,2 1 133,-2-4 0,-3-1-955,1 0 0,-1-6-1333,1-5 1,-1-9 877,1-6 1279,6-10 0,-5-11 0,6-8 0</inkml:trace>
  <inkml:trace contextRef="#ctx0" brushRef="#br0" timeOffset="407">682 572 7960,'0'-15'688,"7"-1"1,2 3-466,6 2 0,1-1 165,-1 7 1,1 0-207,-1 5 0,2 0 40,4 0 1,-2 0 13,7 0 1,0 0-2515,5 0 2278,0 0 0,0 0 0,0 0 0</inkml:trace>
  <inkml:trace contextRef="#ctx0" brushRef="#br0" timeOffset="674">1349 231 7889,'-16'0'0,"6"0"1771,-1 0-1140,8 0 0,-9 7 80,7 4 0,-6 9-282,6 6 1,0 2-332,5-2 1,2 3 60,3-3 0,9-4 70,6-1 0,8-11-132,-2-5 1,8-3-211,2-2 0,2-3-293,-2-8 0,-8-6-99,3-14 1,-5 0 426,0 0 1,-9-5 29,-7 0 1,-6-6 57,1 6 1,-10-5-59,-6 5 0,-4 1 14,-6 9 0,-5 4-124,-10 6 0,-3 8-227,-8 3 0,-1 12 125,-4 8 260,-3 14 0,-7 11 0,0 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45.82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125 264 8013,'0'-9'0,"-5"-4"0,-1 2 680,-6 4 184,4 0 0,-8 9-367,1 3 0,1 18-241,4 13 0,-2 9-112,6 6 0,-4 4-98,5 7 0,0-1-538,5-4 1,0 3 359,0-3 0,7-4 212,3-1 0,4-9-721,1-2 0,2-6-1690,4 1 2331,-4-4 0,13-7 0,-6-3 0</inkml:trace>
  <inkml:trace contextRef="#ctx0" brushRef="#br0" timeOffset="279">404 264 8176,'-7'-16'1420,"5"6"-1392,-3 0 0,5 6-509,5-1 0,4 3 162,6 2 206,1 0 1,6 6 109,4-1 1,3 2 93,2-2 0,2-3 15,3 3 0,-3 2 222,3-2 1,-3 9-45,-2 1 1,-2 2-166,-3 9 0,-4 0 79,-6 5 1,-3 7-83,-2 3 0,-4 4 16,-7 1 0,-2 1-24,-3-1 0,1 1-34,-6-1 1,0-1-98,-6-3 1,6 1-219,0-7 1,6 0-613,-1-5 0,3-2 450,2-3 0,2 2 403,3-8 0,4 1 0,6-6 0</inkml:trace>
  <inkml:trace contextRef="#ctx0" brushRef="#br0" timeOffset="504">1303 465 8024,'-11'-10'1949,"1"0"-1574,7 6-338,3-9 1,10 11-521,11-3 268,-4 3 0,14 2 53,0 0 0,5 0 43,5 0 0,4-5-305,-4 0 0,2-1 113,-1 6 1,-3-5 310,-2 0 0,-5-7 0,6 3 0</inkml:trace>
  <inkml:trace contextRef="#ctx0" brushRef="#br0" timeOffset="1392">1675 0 8112,'-9'0'2188,"-5"4"-1190,4 6-625,3 1 1,-7 25-24,4 0 1,-4 12-95,-1 4 0,-1 6-32,1-1 1,4 3 28,1 2 1,7 0-269,-3 0 0,5-5 96,1 0 0,1-5-361,5 5 1,2-13-57,8 3 0,-1-11-177,1 0 1,3-10 251,-4-5 0,9-4-25,-8-2 1,3-6 108,-4-4 1,2-3-165,4-2 1,-4-7-2,4-3 0,1-6 140,-1-4 0,5-5 77,-6-6 0,1 0 0,-5 0 1,-1-5 140,1 0 0,-1 0-191,1 5 0,-6 2 20,0 3 1,-6-2 186,1 8 0,2 4 547,-2 6 175,0 6-549,-5-3 0,-7 11 190,-3 6 1,-4 1-69,-1 9 1,-1 4-4,1 2 0,-1 3-143,1 2 0,4-5 19,1 0 0,5-2-210,-6 2 0,8 2-40,-2-8 1,3 1-59,2-6 1,0-4 22,0-1-96,0-6 22,7 2 0,2-12-76,6-5 0,1-4 157,-1-6 0,1-3 29,-1-7 0,-1 0-52,-4 0 0,2 2 55,-7 3 1,6-2 177,-6 8 0,0 4-64,-5 6 0,2 6 194,3-1-172,-3-3 0,5 8 59,-7 0 1,0 6-78,0 10 0,0-1-10,0 1 0,0 5 108,0-1 1,0 6-114,0-5 0,0 5-105,0-6 1,5 1 64,0-6 1,5-4-182,-5-1 145,8-6-2,-5 9 0,8-11 29,-1 3 1,1-10-26,-1-5 0,1-4-105,-1-2 1,1-4-168,-1-1 1,1-1 69,-1 1 0,-1-1 112,-4-4 0,4 3 136,-4 8 0,-1 1-44,1 4 5,-6-4-148,3 12 42,-7-5 356,0 21 1,-2 2 18,-3 10 1,1 3 17,-6-3 1,7-2-77,-3 2 0,5-6-158,1 6 0,0-7-5,0 2 1,0-9-126,0-2 296,0-6-127,7 2 0,3-12-161,11-5 1,-4-9-229,3-6 1,3-4-56,-3-1 0,6 0 114,-5 0 1,0 6 341,-6-1 0,-5 9-55,1 1 1,-6 2-59,5 9 1,-5 0-58,6 5 0,-8 9 16,2 6 0,-1 2-127,1 9 0,-3 0-99,3 5 1,4-5-1242,1 0 1527,4-7 0,8 10 0,2-5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55.28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94 200 7905,'-16'-10'546,"2"0"0,2-1 1,2 3 306,-2 3 1,3 1-420,-1-1-112,7 3-780,-4-5 428,14 7 0,-4-1 196,7-4 0,8 1 47,7-6 1,5 1-126,1-1 1,7-2 20,3 7 0,-1-1-173,1 6 0,-5 0 212,5 0 0,-6 7 35,1 4 0,-9 2-532,-1 3 0,-8-1 24,-3 1 1,-6 5 182,-9-1 0,-2 3 107,-3-3 1,-11 3 138,-10 3 0,-8 1-16,-2-6 1,-2 1-27,2-1 0,1-4-29,-6 4 1,12-4 46,-2-2 1,15-6 462,1-4-154,10 4-472,-2-7 0,20 4 104,8-6 1,8 2-29,8 3 0,2-1 30,8 6 0,-1 0-18,1 6 1,-1-1 6,1 1 0,-3 5-24,-2-1 0,-4 6 33,-7-5 1,-7 5 202,-4-6 0,-9 8 220,-6-2 1,-3-2-161,-2 2 1,-14-6 188,-7 6 1,-8-2-99,-7 2 1,-2-4-126,-3-6 0,-9 3 54,3-4 1,2 4-14,4-8 0,7-5-239,-3 0 0,5-5-141,1-1 0,7 0-1482,3 0 1253,4 0 0,8-1-941,4-5 0,3 3 552,2-7 0,7 1 285,3-1 0,11-4-286,5 4 1,8 1 707,3-1 0,6-8 0,-4-6 0</inkml:trace>
  <inkml:trace contextRef="#ctx0" brushRef="#br0" timeOffset="363">1303 123 7964,'0'-40'1337,"-2"9"1866,-3 11-2322,-4 2-622,-6 10 0,-1 3-36,1 10 1,-8 5 13,-3 11 0,-3 10-64,-2 10 0,0 4 98,0 1 0,2 6 276,3 0 1,4 6-125,6-1 1,8 3-357,2 2 1,5-5-65,1 0 1,7-9-176,3-1 0,11-2 259,4-9 0,12-7 150,4-8 0,4-11-410,1-5 0,6-5-176,-1-5 1,-4-5-260,-6-11 0,-8-3 277,-2-7 1,-7-2 9,-8-3 0,-8 3 196,-3-3 0,-5 5 169,-5 5 1,-10 4-141,-11 6 0,-10 8-59,-6 3 0,-2 5 106,-3 5 1,2 9-63,4 6 1,5 6-679,10-5 0,4 1 311,6-1 0,8-2-585,2 7 1,13-6 271,9 6 1,6-5-418,9 5 1208,14-8 0,-4 5 0,13-8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19:56.50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124 930 7897,'-5'-24'0,"0"4"0,-6 8 1184,6 1 1,-2 8 4334,2-2-4638,-3 3 1,-8 2-468,1 0 1,4 0-962,1 0 1,5 5-358,-6 0 284,8 0 1,-4-3 312,7 3 293,0-3-1845,0 5-428,7 0 2287,2 1 0,6 1 0,1-2 0</inkml:trace>
  <inkml:trace contextRef="#ctx0" brushRef="#br0" timeOffset="962">837 124 7912,'9'-31'1699,"4"7"-1264,-11 2 165,5 6 0,-9 8-257,-3 3 1,-3 6-289,-8 10 1,-1 1 162,-4 14 0,2-1 27,-7 6 0,2 0 38,-2 0 1,-1 0-64,6 0 1,2 0-235,9 0 1,-2-5 28,7 0 1,0-7-13,5 2 0,1-4 55,4-2 0,11-1-48,10-3 1,3 2 97,2-2 0,7-3-107,3 3 0,6-1 138,4 5 0,3 1-45,3-1 0,1 1-10,-6-1 1,0 3 1,-6 2 1,-6-3-64,-4 4 0,-7 2 30,-8-3 1,-2 1-28,-14-6 0,0 3 26,-5 2 1,-9-3-21,-6 4 1,-9-4 57,-12-1 1,-4-1-94,-6 1 1,-8-1-445,-3 1 1,-3-2 215,-2-4 0,2 2-224,3-7 0,-2 0-141,8-5 1,4 0-344,6 0 1,6 0 480,-1 0 1,9-1 157,1-5 1,12-4 299,-1-11 0,9-3 0,0-7 0</inkml:trace>
  <inkml:trace contextRef="#ctx0" brushRef="#br0" timeOffset="1149">822 155 7900,'6'-31'2080,"-4"0"0,5 7-1541,-7 4 1,2 2 19,3 3-435,4 6-76,13 2 0,-3 7 168,7 0 1,-4 0 27,9 0 0,-2 0-907,13 0 0,-1 0 42,6 0 1,4 6-373,1-1 1,5 5 454,-6-5 1,8 7-195,-2-1 571,-4 2 0,7 3 0,-4-1 0</inkml:trace>
  <inkml:trace contextRef="#ctx0" brushRef="#br0" timeOffset="1803">1907 496 7840,'0'-15'342,"-7"6"1,5-4-245,-3 2-98,-4 4 1469,7-6-377,-4 11-817,6-5 325,0 7 1,5 2-229,0 3 1,2 3-146,-2 8 0,-3 5-17,3-1 1,2 8 26,-2-2 0,0-2-203,-5 2 1,0-1-78,0 6 1,0-7-64,0-3 1,0-4 83,0-1-138,0-1 222,0 1-14,0-8 1,0-2-36,0-12 0,0-4-1,0-11 0,2-3-369,3-7 0,4-7-69,6-3 0,-1 2 94,-4-3 0,4 6 93,-4-5 0,4 8 494,2 2 1,-6 2-109,0 8 1,-5 2 46,6 9 0,-8 1-187,2 4-12,4 3 1,-6 1 408,8 6 1,-6 7 43,5-2 1,-5 9-50,6 2 1,-6 6-102,5-1 0,-5 3-315,6 2 1,-6-1 82,5-5 1,-1 3-67,1-7 1,2-1 279,-7-4 45,7-1-647,-3-6 1,7-2 39,-1-7 1,6-9-248,-1-6 1,8-9 254,-2-13 1,5-2-292,5-8 1,-3 1 220,3-1 0,-2 6 148,2 0 0,-8 6-38,3-1 1,-10 10-44,-1 6 0,-2 4 2980,-3 6-1300,1 3 1,-1 14-168,1 3 0,-6 11-625,0 5 0,-1 8-250,1 2 1,2 7-90,-7-1 1,2-3-63,-2 3 1,-1-1-136,6 5 0,-5-6-144,6-4 1,-1 2-2254,6-2 0,1 0-394,3-5 1,-1-1 2715,7-5 0,-7 5 0,4-6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0:15.92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31 7841,'2'-9'1958,"3"4"-1228,-4 3 1,8-3-516,-4 0 1,-2 0-5,8 5 0,-1 2-153,5 3 0,2-2-43,4 8 0,-3-6-25,8 5 1,0-7-44,4 2 0,3-3-311,2-2 1,-2 0 268,3 0 1,1 0-59,-1 0 1,0 0-1260,-6 0 1,-1-2 1411,-3-3 0,3 4 0,-5-6 0</inkml:trace>
  <inkml:trace contextRef="#ctx0" brushRef="#br0" timeOffset="147">170 276 7855,'-31'0'0,"7"0"2731,4 0-871,9 0-788,-2 0-419,11 0-446,-5 0-424,28-7 1,-3 6 285,18-4 0,3 3 169,2 2 1,4 0-3594,1 0 3355,6 0 0,-4 0 0,5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0:11.84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937 184 7917,'8'-3'542,"-5"-6"0,-6-4 226,-7 1 0,0 10-950,-6 12 154,4 4 1,-12 5 89,4 6 1,1 1 155,-6 9 1,6-4-84,-1-5 0,2 1 27,3-7 0,7 6-38,3-6 0,3 1-8,2-6 0,2 1-16,3-1 1,5 0-10,10 1 0,2-1-2,4 0 1,3 2-108,-3 4 1,8-4 26,1 3 0,0-1-50,-10 1 1,2-3 108,-6 4 0,-1-4-24,-4-2 0,-3 1 5,-3-1 1,-3 0-7,-7 1 1,-1-6 52,-5 0 0,-4 0 19,-10 6 1,-6-6-302,-10 0 1,1-6 86,-11 1 1,8 1-469,-8 0 1,4-3-15,-5-8 0,8 1-230,4-6 1,2-5 222,2-6 0,8-6-775,2 2 1363,4-11 0,9-3 0,1-7 0</inkml:trace>
  <inkml:trace contextRef="#ctx0" brushRef="#br0" timeOffset="153">737 230 7917,'15'-15'639,"1"-1"0,-1-2 85,1 2-321,-1-2 63,0 9-179,7 1 1,-5 1-90,4 7 0,-2-5 20,1 0 1,-1-1-263,6 6 0,-4 0-147,4 0 0,-1 0-229,2 0 0,1 0-6,-7 0 0,6 2-573,-5 3 1,6-1 998,-2 6 0,4 0 0,2 5 0</inkml:trace>
  <inkml:trace contextRef="#ctx0" brushRef="#br0" timeOffset="341">1535 568 9745,'-7'-16'461,"-3"1"0,1 6-80,-1 4-140,7 4-264,-11 1-1536,12 0 1272,-5 0 0,19 0-1146,4 0 1433,2-7 0,11-2 0,4-6 0</inkml:trace>
  <inkml:trace contextRef="#ctx0" brushRef="#br0" timeOffset="766">1980 31 7823,'-9'-16'1120,"2"8"-237,7 1-613,0 7-235,7 14 0,-4-4 64,8 10 1,-3-3-101,2-1 1,4 4 34,-4 1 0,-1 4-112,1-4 0,-7 4 105,3-4 1,-5-1-92,-1-5 0,-1 1-77,-5-1 1,3-1 57,-7-4 0,5 2 60,-6-7 1,8 2-71,-2-2 0,2-3-154,-3 3 1,5-2-34,-4 2 159,3-3 0,9 10 53,3-7 1,4 5-3,1-5 0,7 6-173,4-6 1,-3 7 79,3-2 0,0-2 241,4 3 1,1-1 12,0 5 0,-6 2 81,1 4 1,-7-4-41,1 3 0,-10-3 137,-5-1 0,-3-1-51,-2 0 1,-2 1 149,-3-1 1,-8 0-128,-8 1 0,-11-6-83,1 0 0,-5 0-201,0 6 1,-1-3-127,-4-3 0,-2 2-207,8-6 1,-6 4-16,5-5 0,0 5-262,6-5 0,-1 2 231,0-2 0,7-1-403,4 6 825,-4-7 0,7 11 0,-5-6 0</inkml:trace>
  <inkml:trace contextRef="#ctx0" brushRef="#br0" timeOffset="1195">170 1104 8085,'-29'-1'239,"3"-4"-95,-3 3 0,12-5 261,-3 7 1,3-2 168,1-3 265,8 4-747,1-6 0,9 7 75,3 0 0,7 0 111,13 0 1,4 0-94,17 0 1,5 0-87,16 0 0,6 0 38,14 0 1,3 0-381,-37 0 1,2 0 0,-1-1 0,1 0 249,8-1 0,2-1 0,-2 1 1,1 1-60,7-4 1,2-1-1,-2 4 1,1-1 81,-3-2 1,0 0 0,5 3 0,0 1 15,-2-2 1,-1 0-1,-2 0 1,-1 0-236,-2 0 1,0 1 0,-2-1 0,-1 0 68,-2 3 0,0 0 1,-2 0-1,-2 0-18,0 1 1,-1-2-1,41-4-86,-5 0 1,-10 0 166,-1 5 1,-11 0-57,-8 0 1,-8 0-97,-8 0 1,-12 0 66,-3 0 39,-11 0-385,3 0 1,-17 0 534,-6 0 0,-13 2-521,-13 3 0,-4-2 211,-6 8 1,-10-1 262,-11 5 0,-9 0 0,-4 1 0</inkml:trace>
  <inkml:trace contextRef="#ctx0" brushRef="#br0" timeOffset="1501">47 1779 7940,'-15'-15'0,"6"-7"1815,2 5-797,7-5-728,0 13 0,9 1-278,6 2 0,9 3 72,12-7 0,5 5-81,10-6 1,8 1-66,8-5 0,11 1 106,-1 4 1,3-4-293,-3 4 0,-2 3-175,-4 2 1,1-2-530,-11 2 0,2 0 383,-12 5 0,-1-1-516,-9-5 1085,-4 5 0,-13-13 0,-2 6 0</inkml:trace>
  <inkml:trace contextRef="#ctx0" brushRef="#br0" timeOffset="2467">553 1227 7884,'0'-24'146,"-5"2"76,0 7-507,-7 6-121,10-4 590,-11 11 1,9 2 575,-6 10 0,7 5 0,-3 6 0,-2 10-336,-2 10 0,1 5-20,-1 5 1,5-2-118,-5 7 1,6 1-44,-1 4 1,2 0-93,-2 1 0,3-8-137,-3-3 1,5 2 41,5-2 0,-2-1-134,7-9 0,1 1-88,4-6 0,2 0 122,4-6 0,-3-6 40,8-3 0,-2-4-188,1-2 1,4-5-185,-3 1 0,8-8 45,2 2 0,-1-10-61,-4-5 1,5-9 24,0-1 1,5-8-124,-6 3 0,-4-4 90,-5-2 0,-8-5 142,3 0 0,-6 1 28,-5 4 1,-3 0 157,-7 1 1,0 6 351,0 3-178,-7 4 0,-3 9 202,-10 3 0,3 3-101,-4 2 1,-1 7 170,2 3 0,-2 4 38,1 1 1,4 2-141,-3 3 1,3-1-50,1 7 1,3-1-64,2 6 1,-1-2-175,7-3 1,0 3 79,5-4 0,0-3-151,0-1 1,0-4 176,0-2 26,7 0-390,2-6 1,6-2 96,0-7 0,-5-2 153,1-3 1,-1-4-11,5-6 0,-5-2-4,1-3 1,-3 1-100,2-7 0,-3 8-167,-7-3 0,5 9 309,0 2 486,1 0 20,-6 1-362,0 2 1,-6 9 82,1 3 0,0 4-10,5 6 0,-5 2-74,0 4 1,0-4-64,5 3 0,2-5-103,3-4 0,2 2 71,3-3 0,3-3-148,-2-2 1,2-3 20,3-2 1,-1-2 70,0-3 1,6-3-162,-1-8 1,1-4 4,-6 0 1,5-8-23,1 3 1,-1-3 94,-4 3 1,-6-2-108,0 6 1,-1 1 178,1 4 1,2 1-35,-7 0 156,0 6-149,-5 2 555,0 7-269,0 14 0,0-2-9,0 13 0,-2-4-51,-3 4 1,3 1 116,-3 5 0,4-1-192,1 1 1,0-5-17,0-1 0,1-6-168,4 1 1,-3-3 59,3-1-188,4-8 9,-1-1 77,8-7 0,-1-8-52,0-8 0,1-4-226,-1-6 0,0-3 127,1 4 1,-6-3-46,0 3 0,-1-2 23,1 6 1,4-4 76,-4 4 1,-2 1 153,2 4 1,-4 3-105,4 2 55,0-2 1,0 11 33,0-3 1,-4 5 167,4 5 1,-5-1-83,5 6 1,-5 0 103,6 5 0,-6 6-361,5-1 0,0 1 89,5-6 1,-3 5-489,4 1 0,-10-1 152,10-4 1,1-1 128,3 0 1,-4-1 358,-6-4 0,0-3 0,12-7 0,2 0 0</inkml:trace>
  <inkml:trace contextRef="#ctx0" brushRef="#br0" timeOffset="2812">1903 1534 7890,'0'-9'387,"-7"3"0,5 7 557,-3 4 0,-2 4-370,2 6 1,-2 7-198,2 4 0,4 3-231,-4 2 0,-2-2 73,2-4 1,-1 4-14,6-3 1,6 1-174,-1-2 0,7 3-258,-2-8 1,5 1 187,6-6 0,-3-1 104,8-4 0,0-2-86,4-3 0,1-3 76,0 3 1,-1-3-164,1-2 1,-6 0-71,1 0 0,-2 0-190,1 0 1,3 0 111,-8 0 1,1 0-69,-6 0 1,-1-2-198,-4-3 1,3 3-1336,-2-3 172,-4 4 1682,-1-6 0,-7 0 0,-4-3 0,-11-11 0,-8 4 0</inkml:trace>
  <inkml:trace contextRef="#ctx0" brushRef="#br0" timeOffset="3020">2102 1595 7890,'0'-15'0,"2"6"0,3 4 1116,-3 4-235,5 1 0,-7 6-450,0 5 1,0 9 48,0 6 0,0 4-138,0 6 0,0 3-306,0 7 1,0-5-213,0 0 0,0-2-263,0 2 1,0 2 254,0-7 1,1 4-238,4-4 1,4-2-107,6-8 0,1 1-591,-1-6 0,0-3 1118,1-7 0,6 2 0,2-4 0</inkml:trace>
  <inkml:trace contextRef="#ctx0" brushRef="#br0" timeOffset="3316">2532 1764 7890,'0'-9'1732,"-7"3"-1493,-2 12 0,-1 8 56,0 7 0,7 4 174,-3-4 0,5 6-223,1-2 1,1 3-21,5-3 1,2 2-292,7-6 1,2-1 86,4-4 0,-2-6-180,6 0 0,-6-6-1,1 1 0,-3-10-21,-1-6 1,3-4 158,-4-5 0,2 1-31,-12-7 1,0 1-168,-5-6 0,-2-5-202,-3 0 0,-8 1 354,-8 4 0,-4 5-39,4 1 0,-1 11 121,2-1 0,-3 10-194,-2 0 1,1 3-229,4 2 0,8 2 64,-4 3 238,11 3 1,-2 8-263,7-1 0,7-1-820,3-4 1187,4-3 0,8-1 0,2 3 0</inkml:trace>
  <inkml:trace contextRef="#ctx0" brushRef="#br0" timeOffset="3574">2854 1565 10366,'-9'0'915,"-3"6"-787,7 5 0,0 2 0,5 3 0,2-1-46,3 0 1,5 1 11,11-1 0,1-7-163,3-2 1,9-5 55,-3-1-1,-2-1 113,-3-5 0,-8-4-168,3-10 0,-6 1-251,-5-7 0,-3 6 188,-7-6 0,-1 6 76,-5-6 0,-9 3-132,-10-3 0,-4 6-179,-2 9 0,0-1 152,1 7 1,-5 2 78,5 8 0,-4 5-883,8 11 0,-1 3 32,1 6 987,-3-6 0,5 19 0,-6-2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0:10.64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124 169 7931,'-7'8'283,"-3"-3"323,-4-3-222,5-9 131,-4 6-295,4-6-103,1 0 1,-4 4 93,7-8-8,-7 8 1,8-6 203,-6 4 56,7 4-244,-4-13 1,7 11-238,0-8 0,2 3 19,3-2 1,5-4 93,10 4 1,-1 1-14,7-1 1,1 7-105,9-3 1,3 5 88,7 1 1,0 3-123,0 7 0,0 2 3,0 14 0,-2 1 41,-3 9 20,4 3 0,-13 7 1,4 0 10,-4 0 1,-8 2-1,-4 3 1,-2-3 3,-3 3 1,0-9 0,1-1 0,-3-1 4,-3 0 1,-1-2 2,-4-7 0,-3-2-127,3-4 0,-3 2 116,-2-6 0,0-1-420,0-4 0,0-1-256,0 0 281,0-6 0,-2-2-509,-3-7 141,3 0 0,-10-2 742,7-3 0,-7-10 0,4-9 0</inkml:trace>
  <inkml:trace contextRef="#ctx0" brushRef="#br0" timeOffset="234">753 31 7931,'6'-16'1658,"-4"8"-1284,5 1 0,-14 26-69,-3 6 0,-6 15 155,-4 0 1,1 6-141,-6 6 0,1 0-43,-2 5 1,-1 1-233,7-7 0,-8 0 107,3-5 0,3 0-606,1 0 0,4 0 355,2 0 1,1-5 102,4 0 0,3-7-618,7 2 0,7-11-1053,3-4 1,11-11 984,4-5 0,-1-5 682,2-5 0,-1-24 0,6-12 0</inkml:trace>
  <inkml:trace contextRef="#ctx0" brushRef="#br0" timeOffset="417">1228 261 7930,'9'-22'2475,"4"-2"-2113,-4 0 0,6 9-169,0 9 0,-4 5-366,-1 1 122,7 0 0,2 1-27,6 5 0,1-3-161,4 7 0,1 0-376,0 6 0,1-1 299,4 0 1,-4 3-553,4 2 1,-4-3 867,-1 3 0,0 4 0,-1 0 0</inkml:trace>
  <inkml:trace contextRef="#ctx0" brushRef="#br0" timeOffset="596">1550 614 9881,'-15'0'1026,"-1"0"-460,1 0 1,5-6 175,0 1-387,6 0 0,-3 4-367,7-5 0,4 5 72,6-4 0,2 1-477,14-1 1,1-2-170,9-3 0,-1-2-464,11 7 1,-1-5 482,11 5 0,-5-6-753,5 6 1320,-6-7 0,9-3 0,-4-9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0:04.37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430 568 8094,'0'-15'408,"-2"1"491,-3 4-270,3-4-277,-11 12 1,9 2-103,-6 11 1,7 11 321,-2 9-301,-4 6 0,7 9-37,-3 0 0,-1 7 30,0 3 0,1 4-239,5 1 0,0 4 84,0-4 1,0 2 155,0-12 1,0-5-168,0-5 0,7-12-213,3 2 1,-1-9 122,1 4 0,-5-9-35,5-2 1,-6 0-146,1-4 227,3-5-190,-6 1 30,5-7-1071,-7 0-87,0-7 88,0-1 1,0-7 17,0-1 1157,0 8 0,7-13 0,1 4 0</inkml:trace>
  <inkml:trace contextRef="#ctx0" brushRef="#br0" timeOffset="469">62 997 8041,'-10'9'-125,"-1"-4"205,1-3 162,2-2 0,-1 0 497,4 0-442,3 0 1,-4-2 785,6-3-285,0 3-148,0-5-379,6 7 1,3 0-41,6 0 0,7-1-17,4-4 0,5 1-120,4-6 0,-1 0-125,7-6 1,0 3-307,5 3 1,0-4-925,0 4 0,-6-2 225,-5 2 0,3 3 1036,-2 7 0,-1-7 0,-4-2 0</inkml:trace>
  <inkml:trace contextRef="#ctx0" brushRef="#br0" timeOffset="1259">982 1105 7977,'0'-15'157,"0"-1"1,0 1 663,0 0-619,0-1 0,-7 8 28,-3 3 1,2 3-107,-3 2 1,-4 7 127,-5 3 1,-1 5-59,6 6 1,-6 3-21,1 6 0,-4 6-73,9 0 0,-4 1 25,9-1 1,1-4-172,-1 4 0,7-9 146,-3-1 0,5-7-45,1 1-76,7-10 0,1 2 129,7-6 0,1-1-191,-1-5 0,0-9 81,1-6-546,-1-1 389,0-13 0,1 6 49,-1-8 1,0 0 90,1 1 0,-3-1-116,-2 0 0,1 7-212,-7 4 1,0 3 401,-5 2-173,0 6 312,0 2 0,0 9 48,0 3 1,0 5 36,0 11 0,0-3-136,0 8 1,0-6-67,0 6 1,0-6-22,0 6 0,2-7-1,3 1 1,3-10 53,8-4 1,-1 0 3,0-1 1,1 1-358,-1-6 1,0-7 20,1-3 1,-1-9 15,0-2 0,1-6 124,-1 2 0,-5-4-143,0-2 0,-5 2 115,6 3 1,-8-1-133,2 7 336,4-8-285,-8 11 318,6 2 86,-7 8 58,0 21 0,0-2-139,0 13 1,-5 1 102,0 5 0,0 3-116,5-4 0,0 4-13,0-8 1,0-2-145,0 1 150,0-6 0,2 2-58,3-11 1,-2-3-21,7-7-23,1 0 1,4-12-133,0-4 0,2-9-256,4-1 1,-4-8 176,3-2 1,-3-5-29,-1 6 1,4-1-20,1 5 1,-1 6 60,-5-1 0,1 12 209,-1-1 0,0 10-47,1 0 1,-6 5 44,0 5 0,-5 5-194,5 11 0,-4-3 28,4 8 1,0-6 80,5 6 1,1 0-3,-1 4 66,7-6 0,2 5 0,7-5 0</inkml:trace>
  <inkml:trace contextRef="#ctx0" brushRef="#br0" timeOffset="1642">2378 706 7994,'-7'-15'78,"5"6"0,-6 2 109,3 7 0,3 2 88,-3 3 1,-2 9 353,2 6 0,-7 9-206,2 2 0,1 5 4,-1 5 0,0 3-261,-5-3 0,4-2 88,1 2 0,7-7-302,-2 2 1,3-6 24,2-4 0,0-4 173,0-6 0,0-6 83,0 0 0,7-7-26,3 3 0,10-5-31,6-1 1,3-7 4,2-3 1,4 2-82,1-3 0,5 6 90,-5-5 1,5 7-237,-5-2 0,-1 3-158,-4 2 0,0-5-222,-1 0 1,-4 0-39,0 5 1,-8 0-1385,3 0 1109,-4 6 1,-7-2-288,0 6 1,-6-5 331,1 5 694,-4-6 0,-7 9 0,-3-4 0</inkml:trace>
  <inkml:trace contextRef="#ctx0" brushRef="#br0" timeOffset="1837">2685 798 7994,'-9'7'185,"2"-5"0,2 11 363,0-3 1,-2 6-117,2 4 0,4 4 77,-5 7 1,0 6-228,0 4 1,1-2-29,5 2 1,0-2-284,0 2 0,2 4-311,3-4 0,4-2-365,6 2 0,0-6 140,1 6 1,4-7 564,1 2 0,6-10 0,-3-4 0</inkml:trace>
  <inkml:trace contextRef="#ctx0" brushRef="#br0" timeOffset="2125">3114 1059 9089,'-7'15'458,"6"1"0,-13 4 0,6 2 108,-1 2 1,2 7-150,7 4 0,0 1-134,0-5 1,2-6-161,3 1 1,5-2-154,11 1 0,3-2 82,6-8 1,1-7-221,0-2 1,-1-5-135,1-1 0,0-7 216,-1-3 1,-6-10-111,-3-6 1,-6 2-44,-5-1 0,2-1-60,-7-4 1,-7-1 57,-8 0 1,-5 1-72,-6-1 0,-2 5 183,-8 1 1,0 11 176,1-1 0,4 10-280,0 0 1,3 3 91,-3 2 0,4 7-184,7 3 1,6 4-144,4 1 0,3-5-579,2 0 1046,0 1 0,7-3 0,2-1 0</inkml:trace>
  <inkml:trace contextRef="#ctx0" brushRef="#br0" timeOffset="2409">3590 767 8288,'8'0'2085,"-6"12"-1834,-7 4 0,-2 9 114,2 1 1,3-2-194,-3 1 0,8-6 0,3 1 0,11 3-27,-2-3 1,10-6-108,1-9 0,3-4 49,2-1 1,-1-6-142,1-5 0,-5-4-108,-1-5 0,-8 1 110,-1-7 0,-3 1 80,-8-6 1,0 0-18,-5 1 0,-6-1-63,-5 0 0,-9-3 36,-6 4 1,-3-3 2,-1 13 0,4-1-25,1 6 1,1 6-119,-2 4 0,-1 4-690,6 1 0,3 6 397,7 5 1,0 2-35,5 3 483,-5 6 0,9 2 0,-5 6 0</inkml:trace>
  <inkml:trace contextRef="#ctx0" brushRef="#br0" timeOffset="2667">4403 951 7029,'-11'-6'-1018,"1"-5"2083,7 5 1726,-4-8-1679,7 12-447,0-5 1,7 7-430,3 0 0,4 0-496,1 0 1,5 0 63,1 0 0,4 2-122,-4 3 1,4 2-189,-4 3 1,4 4-1589,-4-4 2094,-1 4 0,2 8 0,2 2 0</inkml:trace>
  <inkml:trace contextRef="#ctx0" brushRef="#br0" timeOffset="2820">4387 1243 7955,'-8'0'1690,"1"-7"0,9 4-1037,3-8 0,3 8-247,8-2 0,4-2-155,0 2 0,8-5-447,-3 5 0,4 0-546,2 5 0,-2 0 742,-3 0 0,9 0 0,-2 0 0</inkml:trace>
  <inkml:trace contextRef="#ctx0" brushRef="#br0" timeOffset="3462">5967 215 7945,'-15'-15'410,"-1"1"1193,1 4-893,7-4-397,-6 13-220,5-6 0,-4 9-48,3 3-21,-4 3 0,0 9 88,-6 4 0,-1-3 33,6 8 1,0-7-19,-1 1 0,6-3-98,0-1 0,6-1-73,-1 0 92,4 1 0,9-1-27,8 0 0,1-4 26,8-1 1,1 0-82,4 5 0,6-3 59,0 4 1,1-4-14,-1 8 0,-3-3-29,2-2 1,-7 1-13,-3-1 1,-6 5 32,1 1 1,-9-1 11,-6-4 0,-4-1 169,-1 0 0,-3 1-44,-7-1 0,-2 0-39,-14 1 1,1-1-45,-6 0 0,-5-4 22,1-1 0,-6-5-218,5 5 1,-5-6-310,5 1 1,5-5-434,6-5 1,6-4 415,-1-6 1,4-6-556,6 1 0,3-9 1019,7-2 0,0-6 0,0-9 0</inkml:trace>
  <inkml:trace contextRef="#ctx0" brushRef="#br0" timeOffset="3612">5829 215 7945,'0'-10'-551,"0"0"1,0 5 2604,0-6-1395,0 8 0,2-4-237,3 7 0,-2-5-209,7 0 1,1 0 13,4 5 0,0 0-75,1 0 0,6 0-138,3 0 0,6 0-584,5 0 0,-2 0 421,7 0 1,-5 2-964,5 3 1,-6 3 1111,6 8 0,0-1 0,5 0 0</inkml:trace>
  <inkml:trace contextRef="#ctx0" brushRef="#br0" timeOffset="3808">6504 568 8007,'-9'-7'2351,"-4"5"-1896,11-4-502,-5 6 0,7-2 386,0-3 144,0 3-817,0-5 1,7 7-1724,3 0 2057,11 0 0,3-6 0,6-3 0</inkml:trace>
  <inkml:trace contextRef="#ctx0" brushRef="#br0" timeOffset="4192">6949 31 8866,'0'-15'-906,"0"6"797,7 3 0,1 6 404,7 0 28,1 6 1,4 3-136,1 6 1,-1 1-131,-5-1 0,-1 0-75,-4 1 1,2 4-113,-7 0 0,0 6 105,-5-6 0,-1 3-1,-4-3 0,-4-3 68,-6 4 1,-7-4-26,-4-2 0,4-5 90,1 0 1,1-5-44,5 6-15,-4-8 1,17 6-96,-3-4-48,3-4 1,11 6 71,6-7 0,7 2-95,9 3 0,0-1 88,-1 6 1,6-5-22,0 5 0,5 0 16,-5 6 1,-2-1-17,-9 0 1,-2 6 213,-8-1 0,-2 2-42,-2-1 1,-4-4 73,-7 3 0,-12 2-159,-4-1 0,-9 1-16,-1-1 1,-8-3-72,-2 8 0,-6-6-155,1 6 0,-4-6-1186,-1 6 1390,0-1 0,-13-1 0,-4-2 0</inkml:trace>
  <inkml:trace contextRef="#ctx0" brushRef="#br0" timeOffset="4550">5308 1304 8308,'-38'-7'1491,"7"-3"-818,14 3-529,4-6 1,13 11 131,0-3 0,13-2 86,13 2 0,6-7-48,9 2 0,3-4 155,18-1 0,3 5-193,11-1 0,8 6-377,3-5 0,8 7 29,2-2 0,-46 3 1,1 0 90,45-3 0,-47 4 0,0 0-322,42-4 1,-1 4 41,-10 1 0,-9-2 78,0-3 1,-3 3 57,-2-3 1,-1 3 45,-4 2 0,-8 0 20,-3 0 0,-3-5-16,-2 0 0,-8 0-143,-8 5 0,-1 0 113,-8 0 0,-1 0 115,-5 0 1,1 0-417,-1 0 0,-5 0-17,1 0 1,-6 0-537,5 0 329,-7 0 0,2 2 8,-10 3 622,-10 3 0,-16 8 0,-8-1 0</inkml:trace>
  <inkml:trace contextRef="#ctx0" brushRef="#br0" timeOffset="4850">6105 1626 9154,'-5'-10'801,"0"0"1,0 5-677,5-5 1,0 4 167,0-4 1,1 5 95,5-5 1,2 6-21,7-1 0,3 2-87,2-2 0,4 3 15,6-3 0,1 10-94,0 5 0,5 4-71,-1 1 0,8 2 48,-2 4 0,-2-2-76,2 6 1,-5-1 21,5 2 1,-5 3-211,4-4 0,-11 2-49,2-1 0,-4 1 81,4-6 1,-7-1-627,-4-5 1,-3 1-9,-1-1 1,-3-5-1161,-2 1 527,2-8-318,-11 4 887,5-7 750,-7 0 0,-14-7 0,-3-2 0</inkml:trace>
  <inkml:trace contextRef="#ctx0" brushRef="#br0" timeOffset="5017">6765 1519 9440,'-16'2'1285,"1"3"0,-7 10-594,-4 11 1,-8 4-283,-2 6 0,-11 3-139,1 7 1,-9 6-481,4-1 0,-7 7-850,2-2 1,3 3-612,2 3 1535,10 6 0,-3-12 1,4 4-1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0:27.01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292 108 7518,'11'-15'-102,"-1"-1"1,-7 1 101,2 0 0,2-1 724,-2 1 1113,0 6-1555,-5 3-217,0 6 95,-6 0 0,-3 0-115,-6 0 1,-1 6 201,1 5 1,0-1 131,-1 5 1,1-1-195,0 11 0,-1 1-17,1 5 0,-5 5 197,-1-1 1,-1 10-85,2 1 1,2 1-35,-2 10 0,3-3 23,2 2 1,4 2-240,1-7 43,7 7-59,-4-17 0,9 9-25,3-15 0,5 1 123,10-5 1,3-7 19,2-4 1,9-3-240,-3-1 0,3-8-16,-3-3 1,6-5-316,4-5 1,-3-3 200,-3-8 0,-4-6-646,-5-3 432,-11-4 302,-1-2 0,-13 0 26,4 1 0,-10 1 113,-5 3 0,-10 4 215,-6 7 0,-3 6-227,-2 4 1,-6 5 79,-4 5 1,-2 4 172,3 6 0,2 5-17,7 1 0,6-1-317,-1-4 0,9-1-159,2 0 1,6-5-860,9 1 637,0-1 1,7 4-244,3-4 0,11 3 208,4-2 0,6-3-451,5 2 969,-4-6 0,19 9 0,-3-4 0</inkml:trace>
  <inkml:trace contextRef="#ctx0" brushRef="#br0" timeOffset="211">1182 737 8002,'-7'-22'0,"-1"5"0,-8-4 0,-4 6 592,-1 5 1,-1 3 708,2 7 0,-4 7-1332,-7 3 1,2-2-726,4 3 0,1-6 16,3 5 174,11-7 112,-10 4-28,18-7 482,-5 0 0,14 7 0,2 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0:28.52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16 93 8022,'0'-16'946,"0"1"0,-2 1-1004,-3 4 1,3 2-157,-3 3 163,3 3 119,2-5-30,0 0 1,9 5-46,6-3 0,7 4 294,9 1 0,1 0-160,4 0 1,-3 0-67,2 0 0,3 0-63,-2 0 1,5 6 21,-6 5 0,1 2-143,-5 3 0,-7 4 152,-4 1 0,-4 1 14,-6-2 1,2-3-141,-7 4 1,-2-3 71,-8 3 0,-3-2 226,-8 6 0,-6-6-75,-4 1 0,3-3 44,-3-1 0,2-1 19,-1 0 1,2-4 366,8-1-281,0-7-61,6 11 1,4-12-276,10 3 1,6 2-53,9-2 0,4 5 18,7-5 1,6 7 115,4-2 1,3 4-59,2 1 1,-5 0 27,0 1 1,-5-1 5,5 1 0,-9-1 7,-1 0 0,-7 2 7,-9 4 1,-1-4 315,-4 3 1,-3-3 119,-7-1 1,-12-1-47,-4 0 1,-9 1-123,-1-1 0,-4 0-251,-6 1 1,3-6-3,-2 0 0,-3-1-310,2 1 0,1 2 280,4-7 1,7 0 84,4-5 0,3 0-1512,1 0-419,8 0 0,4 0 600,14 0 0,2 0 257,14 0 993,6 0 0,1-7 0,4-1 0</inkml:trace>
  <inkml:trace contextRef="#ctx0" brushRef="#br0" timeOffset="1069">1427 369 7980,'8'-7'1020,"-3"-3"-158,-3-4-710,-2 6-177,0-6 149,0 12 1,0-3 15,0 10 0,0 5 236,0 11 1,0-2 23,0 6 1,0 1-4,0 4 0,0 1-187,0 0 0,0 1-242,0 4 0,0-5 53,0-1 0,5-1-6,0-8 1,6-1 156,-6-4 0,5-6 132,-5 0-220,0-7-308,-5 4 21,0-20 1,0-4 110,0-14 0,0-1-256,0-4 0,5 2 95,0-7 1,1 0-53,-6-5 1,5 5 171,0 0 1,5 12-186,-5-2 200,7 11 335,-3-2-184,6 13 0,-1 4 193,-4 10 1,3 11 338,-2 9 1,-3 1-260,2 4 0,-1-2-56,1 7 0,4 3-21,-4-2 1,-2 0 118,3-6 0,-1 1-217,5 0 1,1-8-337,-1-2 0,-5-6 79,0-5 1,-4-3 91,4-7 1,-5-1-40,5-5 0,-5-4 60,5-10 1,1-6 0,4-10 0,0-3-100,1-7 0,-1 0-162,0 0 1,6-5-27,-1 0 1,6 1-281,-6 10 0,6 4 1087,-6 10 1,1 6-261,-6 10 1,0-2 407,1 6 1,-1 3-322,0 8 1,1 5-72,-1 11 0,0 3 290,1 6 0,-1 1 336,0 0 1,1 5-614,-1-1 1,0 1-276,1-5 0,-1 5-1026,0-1 1,6 1 625,-1-5 0,3-2-1430,-3-4 1,-3-1 167,3-3 1661,-2-4 0,4 5 0,2-7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0:46.02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285 415 8038,'-22'0'0,"-2"-7"371,-7 5 1,1-11-85,-1 3 0,6-4 159,-1-1 1,7-1-57,-1 1 0,3 5 425,1-1-733,8 1 293,-6 2-1,13-6-509,1 12 171,8-11 0,13 11 70,-1-3 1,9 3-129,2 2 0,1 7 110,9 3 0,0 6-116,5 4 1,0 4-8,0 7-2,-7-1 1,4 1 145,-8 0-59,8-1 0,-11 1 18,4 0 1,-5 1 1,-6 4 1,-1-9 25,-3 4-180,-4-11 1,0 9 169,-7-3-98,-6-4 0,7 0-98,-5-7 0,-1 1-681,-5-1 517,6 0 0,-4-4-940,3-1 388,-3-7-265,-2 4 408,0-7 1,2-14 218,3-6 0,2-14 464,3-7 0,3-31 0,-4 6 0,6-24 0</inkml:trace>
  <inkml:trace contextRef="#ctx0" brushRef="#br0" timeOffset="178">899 1 8038,'-16'1'690,"1"5"0,-7-1-346,-4 10 1,-3 0 82,-1 16 0,-3 3-113,-3 12 1,-1 7 124,-4 3 1,-3 4-219,3 1 1,3-6-149,3-4 1,-3 14-461,2 1 1,1 6 81,4-6 1,7-10-494,4 1 0,9-5 455,6-5 0,3 0-320,2-11 1,7 3 6,4-8 0,4-6 656,5-14 0,4-5 0,7-6 0</inkml:trace>
  <inkml:trace contextRef="#ctx0" brushRef="#br0" timeOffset="509">1696 492 8046,'0'-16'0,"0"-4"1506,0-1-304,0 1-730,0 5 1,2 1-188,3 4 0,-1 1-276,6 4 16,7 3 0,2-4 157,6 6 0,1 0 78,4 0 0,8-6-648,3 1 0,3 0-62,2 5 0,0 5-678,0 0 0,-5 2 255,0-2 0,-2 4-468,2 6 1341,-10-6 0,-9 11 0,-7-3 0</inkml:trace>
  <inkml:trace contextRef="#ctx0" brushRef="#br0" timeOffset="653">1850 829 8046,'-24'-17'826,"3"-3"1,11 3 3095,5-4-3259,3 4 1,11 3-260,6 4 1,9 3-726,12 7 0,10-5-91,10 0 1,11-5-1083,4 5 0,13-7 18,8 2 0,0 1 1476,5-1 0,-47 2 0,0-1 0,1-3 0,-1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0:41.78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476 1013 8630,'7'-16'518,"-5"1"-426,3 0 1,2-1 117,-2 1 0,5 0 170,-5-1-191,0 1 0,1 0 17,-1-1 0,0-1-182,-5-3 1,0 3 82,0-4 1,-7-1 53,-3 2 1,-4-1 0,-1 6 1,-2 1 18,-4 4 0,-3 1-3,-6 4 0,-3 4 4,-2-4 0,0 10-4,-5 5 0,5 5 30,0 6 1,1-3 22,-2 8 1,9-6-197,-4 6 0,12-7 106,4 1 0,1-1-150,9 1 1,0-3 127,5 4 1,2-4 0,3-2 1,10 2-2,11 4 0,3-4-19,1 3 0,6 2-163,0-1 1,6 6-79,-1-1 0,-1 1-4,0-1 1,-5 8 148,0-4 0,-9 4-107,-6-3 0,-3 5 102,-1 0 1,-8-1-16,-3-4 0,-3 0-6,-2-1 0,-7-1-3,-3-3 1,-9-2 541,-1-4 0,-9-3 77,-2 4 0,0-9-260,-4-2 1,1-7-196,-2 2 1,9-3-207,-4-2 0,9 0 247,-4 0 0,13-2 29,-3-3 0,11-3-447,0-8 0,3-1-612,2-3 1,12 1-31,4-6 1,11 4 401,3-4 0,3 4 33,8-4 0,0 4 174,5-4 0,-5 4 221,-1-4 1,0 6-210,1-2 1,-2 4-30,-3 2 1,-4 0 249,4-1 1,-9 6 322,-1 0 1,-8 6-93,3-1 0,-9 4 429,-2 1-95,-7 6 0,9 8-126,-7 7 1,0 1 55,-5-2 1,0 2-175,0 4 0,0 3-50,0-4 0,-1-1-103,-4 2 0,3-7-157,-3 1-74,3-3 0,4-3 85,3-4 0,-2-3-66,8-7 1,-1-2-100,5-3 1,1-4-261,-1-6 0,2-7 38,3-4 1,-1-9-189,7-6 1,-6 2 220,6-2 0,-2 1-37,1-1 1,2 4 375,-6 6 1,-6 7-350,-5 4 708,1 10-51,4 3 1,-7 14 370,-2 3 0,-5 5-318,-1 6 0,0 3 200,0 6 1,-5 1-184,0 0 0,0-1-66,5 1 0,0-2-280,0-3-298,0-4-139,7-7 160,1-6 0,8-4-171,-1-10 0,0-6-47,1-9 0,1-1-307,3-9 0,-1 1 405,6-12 1,-4 7 85,4-2 0,-4 5-17,4 6 1,-11 8 289,1 7 133,-3 6 0,2-1 53,-4 10 0,-3 9 165,-7 6 0,0 6-224,0-6 0,0 6-3,0-6 1,0 8-191,0-3 0,0-1-154,0 2 0,0-8-118,0 3 0,0-4 375,0-2 0,-7 0 0,-1 1 0</inkml:trace>
  <inkml:trace contextRef="#ctx0" brushRef="#br0" timeOffset="171">614 905 8363,'-6'-29'-25,"4"11"21,-3-8 1,5 9 470,5 7 1,-2 3 699,8 7 0,0-5-1039,10 0 0,4-2-32,11 2 1,7 1-990,13-6 0,0 7 253,11-2 419,-4 3 0,5 2 0,2 0 0</inkml:trace>
  <inkml:trace contextRef="#ctx0" brushRef="#br0" timeOffset="613">2179 767 6949,'-5'-30'-58,"0"-1"2823,0 7-2218,5 2 1,0 12 52,0-1-377,6 8 1,3-4-270,6 7 1,6 7-30,-1 3 155,1 11-93,1 3 0,-5 13-128,3 4 1,-4 8 100,-6 2 1,2 7-175,-7-1 1,0 2 79,-5 3 0,-7-8 121,-3-3 1,1-12 99,-1-8 1,0-2 289,-5-8 1,-2-1 393,-4-5 1,2-6-273,-6-4 1,-1-3-56,-4-2 1,4-7-275,0-3 1,8-4-166,-3-1 0,6-6 104,5 1 1,-2-6-80,7 6 0,1-1-350,9 6 1,4 1 226,6 4 1,7 3-147,4 7 0,3 0 34,2 0 1,4 0 116,1 0 1,5 7-101,-5 3 0,1 2-226,-1-1 0,-3 2 146,2-3 0,-4 2-140,-5-1 0,1 0-583,-7-5 0,1 6 441,-6-2 0,2-3-706,4-2 1256,-11-4 0,17-1 0,-10 0 0</inkml:trace>
  <inkml:trace contextRef="#ctx0" brushRef="#br0" timeOffset="899">2838 905 8116,'-6'-15'1583,"4"0"-459,-5 6-316,7-5-453,-7 13 1,4-6-118,-7 7 0,6 8 263,-1 8 1,2 1-65,-2 8 1,3 6-312,-3 5 0,5 6-32,5-1 1,-2-1-164,8 0 1,0-4 131,10 5 0,-4-5-129,3 5 1,-1-7 100,2 2 1,-4-4 1,3-1 0,-5-6 418,-4 1-84,2-7-332,-11 10 0,5-17 208,-7 3 1,0-3-87,0 3 1,-12-5-146,-3 1 1,-11-3-253,0 2 1,-3-3-562,-1-7 1,-1 0 52,0 0 1,-4 0-650,-1 0 1,-5-8 339,5-8 0,6-8 1053,4-11 0,0-18 0,-4-10 0</inkml:trace>
  <inkml:trace contextRef="#ctx0" brushRef="#br0" timeOffset="1026">2731 798 8116,'15'-7'132,"1"-3"1,1 1 323,3-1 0,-3 7-344,4-2 0,-2 3-225,1 2 1,2-5-112,4 0 0,3 0-402,-4 5 1,-1 0 625,2 0 0,-1-7 0,6-2 0</inkml:trace>
  <inkml:trace contextRef="#ctx0" brushRef="#br0" timeOffset="1296">3345 598 8116,'-16'7'0,"6"2"1173,0 6-468,6 7-318,-2-5 1,6 11 37,0-8 0,1 6-269,4-6 0,6 1-94,9-6 0,4-7-64,7-2 0,-1-5-247,1-1 1,0-8 284,-1-8 0,1-6-28,0-8 1,-2-1-592,-4 0 1,-9-5 279,-11 1 1,-4-8 65,-1 2 1,-6-2 211,-5 3 1,-4 2 176,-5 7 0,1 8-12,-7 2 1,1 9 240,-6 2 0,5 7-193,1-3 1,6 12-63,-1 4 1,8 5-850,2 6 0,6 2 174,-1 8 549,3 0 0,-5 6 0,-1 2 0</inkml:trace>
  <inkml:trace contextRef="#ctx0" brushRef="#br0" timeOffset="1513">4035 905 8138,'0'-22'0,"-5"-2"2206,0-6-1412,0 6 1,6 7-370,4 6 0,-1 6-337,6-5 0,0 5-76,6-5 0,-1 6-287,0-1 1,6 4-871,-1 1 1,2 0 660,-1 0 0,-4 6-711,3 5 1195,-3 9 0,-1 4 0,-1 7 0</inkml:trace>
  <inkml:trace contextRef="#ctx0" brushRef="#br0" timeOffset="1662">4020 1212 8138,'8'-7'1578,"6"-1"0,-6-3-1100,8 1 1,1 0-86,3-5 1,-1-1-927,6 1 1,-1 1 418,2 4 0,8-2-1238,-3 7 1352,3 0 0,3-9 0,2-3 0</inkml:trace>
  <inkml:trace contextRef="#ctx0" brushRef="#br0" timeOffset="2500">5599 476 8133,'0'-22'0,"0"-2"0,0-7 46,0 0 1,0 6 0,0-1 534,0-1 0,0-2-242,0-2 1,0 2-183,0 4 1,0-4 14,0 3 0,-5 2 184,0-1-138,-7 6 0,9-3 136,-7 7 30,6 6-163,-9 2-431,11 7 1,-5 7 107,7 3 0,0 6 162,0 4 1,0 4 90,0 7 0,5 1-5,0 4 1,7-2-68,-2 7 1,6 0 0,4 5 1,-3 0-118,4 0 0,-6 1 113,-5 5 0,4-5 4,-4 4 0,-3-3-50,-2-2 1,2-2-25,-2-3 0,-2-5 92,-8-10 1,-3 1-1,-8-7 1,-1-1 80,-3-9 0,-4 2-117,-7-7 1,1 1-208,-1-6 1,0-2 85,1-3 0,1-9-49,3-6 0,4-8-7,7 3 0,1-8-117,4 3 0,3-9 89,7 8 0,7-3-124,3 3 1,5 2 40,6 4 1,8-4-124,7 3 1,4-1 142,-4 1 1,7-1 39,-2 7 1,3-8 91,2 3 1,-2 1-44,-3-2 1,-3 8 106,-8-3 0,-1-1-68,-3 1 1,-4-4 150,-7 4 1,-6-6 40,-4 2 0,-5 1-103,-5-2 1,-5 6 400,-11-6 0,-3 7-180,-6-1 1,-8 5 36,-3 4 0,2 3-66,-2 3 1,5 3-68,-4-3 1,7 3-110,3 2 0,1 7-174,8 3 1,1-1-515,4 1 0,8 5 367,3 6 0,3 1-599,2-2 0,0-1 359,0 7 1,8-1 533,8 6 0,6 7 0,9 1 0</inkml:trace>
  <inkml:trace contextRef="#ctx0" brushRef="#br0" timeOffset="2679">6504 691 8072,'-5'-26'2509,"0"0"-2122,-7 14 1,9-6 555,-8 13-812,1-7 0,-3 8-494,2-6-466,5 7-1176,-1-4 1877,5 7 1,9 0 0,10 0 0</inkml:trace>
  <inkml:trace contextRef="#ctx0" brushRef="#br0" timeOffset="2999">6734 261 8187,'7'-24'1325,"-3"9"-1033,6 10 0,0 3-47,5 2 1,-3 2-346,4 3 85,-4 3 1,11 8 113,-2-1 1,1 0-93,4 1 1,1 6-98,-7 3 0,6 4 81,-6 2 1,1 0-57,-6-1 0,-1-4 1,-4 0 0,-3-1 120,-7 6 0,-2-6 184,-3 1 1,-5-7 248,-11 1 1,3 1-151,-8-6 0,7 4 90,-1-9 0,3-3 128,1-2-41,8 3-224,1-6 1,16 5-202,6-7 0,14-2-318,12-3 0,3 3-263,2-3 1,5-3-591,0-3 0,-1 5 402,-9 1 1,-4 3-309,-6 2 1,-7 0 56,-4 0 0,-4 2 929,-6 3 0,-3 3 0,-7 8 0</inkml:trace>
  <inkml:trace contextRef="#ctx0" brushRef="#br0" timeOffset="3321">4817 1565 8066,'-32'0'0,"-2"-5"876,13 0 1299,8-7-1435,6 10 1,8-10-225,5 7 1,9 0-10,10 5 0,13-7-166,8-3 0,15 1 21,16-1 1,13 0-277,-39 2 1,1 0 0,4 1-1,2-1-192,3 0 1,0 1 0,3 1-1,0 2 62,2-2 0,1 1 0,7 0 0,0 0-247,1-2 1,-1-1 0,1 1 0,0 0 173,-1 2 0,0 0 0,-5-1 1,0 0 73,-2 3 1,-1 1-1,-1-1 1,-1 1-87,-4 1 0,-2 2 0,-6-1 0,-2 0-63,47 0 1,-20 0-379,-5 0 0,-9 5 97,-7 0 0,-10 7 192,-10-2 1,-5-1-740,-6 1 1,-3-5 1062,-6 5 0,-8-5-1018,-3 6 0,-5-1 704,-5 5 271,-10 0 0,-23 8 0,-9 0 0</inkml:trace>
  <inkml:trace contextRef="#ctx0" brushRef="#br0" timeOffset="3571">5661 1810 7972,'0'-22'1580,"0"5"-1271,0-5 1,7 13-232,3 4 0,8 4 120,3 1 1,6 0 54,-1 0 1,10 0 47,4 0 0,5 6-1,1 5 1,7 7-93,3 3 0,3 1 14,3-2 0,-3 4-291,-2 7 0,1 0 75,-7-1 0,-2 1-713,-8 0 0,-3 1 113,-8 4 0,-6-6-220,-3 1 0,-6-2 488,-5-8 1,-1 4-146,-4-4 471,-3-1 0,-2-5 0,-9 1 0</inkml:trace>
  <inkml:trace contextRef="#ctx0" brushRef="#br0" timeOffset="3729">6428 1872 8493,'-23'0'718,"0"0"0,-6 1-835,3 4 0,-3 11-56,4 9 0,-11 11-74,-5 5 0,-3 3 144,-3 2 0,-5 2 0,-5 3 0,-2-1-1903,-3 6 2006,-6 7 0,30-29 0,0 2 0,-5 2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0:47.68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1074 506 8144,'9'-1'50,"-4"-4"1,-3-4-273,-2-6 194,7-1 0,-6 1 45,4 0 0,-3-7 118,-2-4 1,5 2-136,0-1 0,0-6 7,-5-5 0,0-1 144,0 1 1,-5 2-135,0-7 1,-7 14 469,2 1 0,-4 4-117,-1 6 0,0-1 44,-1 12 0,-1 0-236,-3 5 1,-2 7-181,-4 3 1,-3 4-47,4 1 1,1 7 87,-2 4 0,8 5-13,-3 4 1,9-2 26,2 3 0,7 1-162,-3-1 1,6 5 44,6-5 0,4 1 133,10-1 0,2-2-20,4 7 1,3-5 23,-4 5 1,4-6 6,2 6 0,-5-5-6,-1 5-29,-6-7 84,10 3 1,-14-6-62,1 0 0,-8-6 137,-8 1 1,0-7-64,0 1 1,-3-5 95,-8-4 1,0 1-137,-15-7 0,6 0 34,-6-5 1,0-2-198,-4-3 0,-1-9-49,0-6 0,2-7 40,4 1 1,3-5 124,6-4 0,3 2-205,3-2 0,3 2-8,7 2 1,7 1-86,3-1 1,3 2 62,3 4 1,6 2 33,3 8 1,4-5 147,2-1 0,1 1-84,4 4 1,-2 6-27,7 0 0,-10 7 13,5-3 1,-7 0-329,6 0 0,-2 1-162,-2 5 1,-6 2-166,1 3 0,-6-1 166,6 6 583,-8 0 0,11 5 0,-5 1 0</inkml:trace>
  <inkml:trace contextRef="#ctx0" brushRef="#br0" timeOffset="178">1504 644 8099,'-14'-22'0,"6"0"2810,-8-3-817,1 9-767,7 9-869,-8 7 0,8 2-3679,3 3 2114,3-3 0,2 6 229,0-2 0,7-5 471,3 4 0,10-3 508,6-2 0,3-7 0,2-1 0</inkml:trace>
  <inkml:trace contextRef="#ctx0" brushRef="#br0" timeOffset="478">1933 184 8083,'0'-24'2232,"0"-5"-1833,0 12-427,0 2-115,0 8 47,7 7 0,2 2 203,6 3 0,6 5-86,-1 11 0,0-3-49,-4 8 0,-1-5 95,0 4 1,-4 6 177,-1 5 0,-7-1-179,2-4 1,-10 5-36,-5 0 1,-4-1 96,-1-4 0,-5-5 411,-1-1-246,1-6 1,6 3-64,4-7 0,3-4-109,7-1 0,7-7-39,3 2 0,12 2-142,9-2 0,6 0-18,9-5 1,6 0-238,-1 0 0,7 0-42,-2 0 1,-3 0-304,-2 0 1,-5 0-472,-5 0 0,-9 0 486,-6 0 0,-8 7 645,3 3 0,-11 4 0,-3 1 0</inkml:trace>
  <inkml:trace contextRef="#ctx0" brushRef="#br0" timeOffset="858">1 1473 8570,'0'-16'918,"0"1"1,0 5-448,0 0 0,12 6-55,3-1 0,17-2-190,4 2 0,15-2-36,11 2 0,14 2-46,16-7 0,-41 5 1,1 1-303,6-1 0,1 0 0,1-2 1,1 0 240,8 2 0,0 0 0,2-4 1,1-1-368,7 0 1,1 0-1,4-1 1,2 1 289,6 3 1,0-1 0,3-2-1,1-1-270,-29 5 1,-1-1-1,1 0 1,30-6-1,0 0 241,0 3 0,0 0 1,-3 0-1,0 0 15,1 2 1,-1 0-1,-5 1 1,-1 1-269,-3 0 0,-1 1 0,-5-1 0,-1 0 93,-8 4 1,-2-1 0,-6 0 0,-3 1-282,38 2 1,-17 2-41,-8 3 1,-21-2 121,-10 8 1,-9-6-900,-6 5 1684,-11-7 1,-12 9-1302,-13-7 898,-7 7 0,-19-5 0,0 3 0,2-4 0,2-5 0</inkml:trace>
  <inkml:trace contextRef="#ctx0" brushRef="#br0" timeOffset="1447">1105 1718 8071,'0'-31'994,"0"1"-600,0 6 1,0 7 335,0 7-482,0 6 1,-7-4-1450,-3 3 763,-4 3 1,-8-5 217,-3 7 1,-4 2 146,-2 3 1,0 3 448,1 8 0,-6-1-178,0 0 1,0 2 29,6 4 1,1-2-132,3 6 0,4-6-6,7 1 0,1 3-27,4-3 1,3 0-128,7-4 0,0-1 121,0 0 0,12 3-124,3 2 1,11-3 196,-1 3 0,4-4-104,2-6 1,5 4-59,0-4 1,-1 7 64,-4-2 1,-2 4-73,-3-9 0,-4 4 143,-7 1-6,0 1 137,-6-1 1,-2-5 276,-7 0 0,-14-5-215,-6 6 1,-8-6-115,-2 5 1,-6-5-89,0 5 0,-5-6 83,5 1 1,-4 2-421,4-2 0,2 0 26,8-5 1,4 0-537,7 0-436,-1 0 35,8 7 0,4-6 113,15 5 0,2-5 1039,18-1 0,3 0 0,12 0 0</inkml:trace>
  <inkml:trace contextRef="#ctx0" brushRef="#br0" timeOffset="1649">1427 1902 9297,'-15'-5'1696,"0"0"-1521,-1 0 1,1 7-15,0 3 1,-1 3 29,1 7 0,6 6-242,4-1 1,-2 3 113,2-3 0,2-1-228,8 6 0,4-6 161,6 2 1,5 1-660,1-2 1,6-1 141,-1-9 1,-3 2-21,3-7 0,-2 5-7,1-5 548,4 1 0,-12-6 0,6 0 0</inkml:trace>
  <inkml:trace contextRef="#ctx0" brushRef="#br0" timeOffset="2266">1381 1641 7974,'0'-10'255,"0"0"0,0 5-79,0-5-394,7 6 28,2-3 142,6 1 0,0 4 46,1-3 1,4 3-210,0 2 1,3 0 105,-3 0 1,-1-2 125,6-3 1,-6 4 101,2-5 1,1 5-136,-2 1 0,1-5 144,-6-1 1,0 1-56,1 5 0,-6 0-30,0 0 1,-1 2 48,1 3 1,-2-3 109,-3 3 2,-3 4 0,7-1-79,-4 7 0,-3-4 146,3-1 0,-4 0-61,-1 5 0,0 6 63,0-1 0,0 8-73,0-3 1,0 4-25,0 2 1,-1-6-94,-4 1 1,3-1-181,-3 6 1,3-2-34,2-3 0,0-4 83,0-7-266,0 7 81,0-5 86,0-1 0,2-4 117,3-7 0,-2-2-19,7-8 1,-4-3-74,4-8 0,-2-4-117,3-1 1,4-6-29,0 1 1,1-4 118,4-6 0,2 4 97,-1-4 0,4 3-60,-4 3 1,4 4 187,-4 1 0,-1 8-16,-5 1 1,6 3 291,-1 8-294,1-1 0,-6 8 127,0 3 0,-4 5 165,-1 11 0,-5 1-77,5 4 1,-6 3-36,1-4 1,2 4-101,-2 2 1,5-1-265,-5 1 0,5-2-182,-5-3 0,6 3-236,-6-4 0,5 2 195,-5-1 1,7 1-76,-2-6 0,-1-1-1037,1-4 1455,0-1 0,6 0 0,-1 1 0</inkml:trace>
  <inkml:trace contextRef="#ctx0" brushRef="#br0" timeOffset="3063">2685 1733 7950,'-9'-15'343,"-4"-7"1,11 5 1061,-3-4-475,3 4-640,2 2-302,0 0 1,7 6-272,3 4 1,4 3 216,1 2 0,6 0 110,-1 0 0,6 6 105,-6-1 1,6 8-78,-6 3 1,6 1-134,-6 8 0,1 1 37,-6 4 1,-6 1-44,-4 0 0,-4 5 100,-1-1 0,-1 6 9,-4-5 1,-4 5-9,-6-5 1,-7 0-20,-4-6 1,2-4 53,-1-1 0,-1-6-42,-5 2 1,7-10 53,4 0 1,3-8-46,2 2 1,4-3 296,1-2-327,7 0-108,-4-7 1,14 0 146,3-3 0,9-4-5,1 4 0,7 2-220,-1-3 0,1 8-10,-1-2 1,3 2-263,-4-3 0,4 5 180,2-4 1,-5 3-526,-1 2 1,-1 0 180,2 0 0,1 0 616,-7 0 0,8 0 0,-5 0 0</inkml:trace>
  <inkml:trace contextRef="#ctx0" brushRef="#br0" timeOffset="3349">3298 1795 7950,'0'-16'2342,"-6"1"-1918,4 7 1,-7 1-163,4 7 0,4 1-152,-4 5 1,-2 2 110,2 7 0,-1 6-14,6-1 0,0 8-40,0-3 1,0 6-138,0 5 1,7-4-4,4 4 1,-3-2 61,2 2 1,-6-4-175,1 4 0,2-4 41,-2-1 1,0-6-5,-5 1 0,0-7 71,0 1 1,-2-3 41,-3-1 0,-4-1-107,-6 0 0,0-6-131,-1-4 0,1 2-94,0-2 0,-1 0 96,1-5 0,-5 0-734,-1 0 1,1-7 379,4-3 0,1-5-1100,0-6 1625,-1-3 0,8-20 0,1-4 0</inkml:trace>
  <inkml:trace contextRef="#ctx0" brushRef="#br0" timeOffset="3478">3145 1795 7950,'15'-16'-276,"1"1"0,-3 0 479,-2-1 1,2 1 467,-3 0 0,6-1-477,4 1-35,-3 0 0,7 5-192,-3-1 1,-3 8-372,8-2 1,-6-2 40,6 2 0,-6 0 177,6 5 0,-7-5 186,1 0 0,-3-1 0,-1 6 0</inkml:trace>
  <inkml:trace contextRef="#ctx0" brushRef="#br0" timeOffset="3753">3575 1565 9646,'0'15'1628,"0"6"-1407,0-1 1,0 0 13,0-4 1,1 4-287,4 1 1,6-1 100,9-5 1,-1 1-108,6-1 0,1-6-90,5-4 1,-2-5-209,-4-5 1,2-4 165,-6-6 1,-6-6-121,-5 1 1,-6-13 162,1 3 0,-10-4 39,-5 3 0,-6 5-96,-4 1 1,-2 6 89,-4-1 1,-8 4 161,3 6 1,-3 3-207,4 7 1,-1 7-205,0 3 0,-5 11-37,1 4 0,4 4 398,5 2 0,1 0 0,-6-1 0</inkml:trace>
  <inkml:trace contextRef="#ctx0" brushRef="#br0" timeOffset="5364">1519 644 8155,'-8'0'-830,"1"7"284,7-5 197,0 12 304,0-13 147,0 13-76,0-12 1,2 4 197,3-6-61,-4 0 370,6 0-533,-7-6 77,0 4 0,-1-5 60,-5 7 1,3 0-72,-7 0 0,5 0 54,-6 0 1,6 0 125,-5 0-113,0 0 1,0 0 170,-1 0-151,8 0 0,-5 0 350,2 0-122,5 0-222,-6 0-80,21 0-289,-11 0 208,17 0-28,-18 0 152,12 0 0,-13 2-7,5 3 67,-5-3 0,-6 6-2,0-3 228,-7-3-363,4 5 1,-3-7 46,1 0-379,7 0 290,-4 0 1,7-2-281,0-3 0,7-2 84,3-3 0,-2-4-57,3 4 180,-1 3-30,5 0 63,-6 7 47,-2 0-346,-7 0 284,0 7 0,0 2-733,0 6 1,-6-5 784,1 1 0,0-1 0,5 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0:52.11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92 78 8015,'-25'-7'0,"3"-3"0,5-4 0,-2-1 1172,17 6 1627,-5-5-2894,7 13 1,14-6 111,6 7 0,8 0-74,2 0 1,8 0 127,3 0 1,3 2-720,2 3 0,-2-4 97,-3 5 0,4 0-317,-4-1 0,-2 2 312,2-2 0,-9-3 556,-1 3 0,-7 4 0,-9-1 0</inkml:trace>
  <inkml:trace contextRef="#ctx0" brushRef="#br0" timeOffset="142">230 216 8301,'-23'0'1156,"-6"0"0,13-2-635,1-3 0,6 1-223,9-6 0,4 7-135,6-2 0,11-2-475,19 2 0,8-6-195,13 6 0,14-1-556,7 0 1,7 0 678,3-5 1,0-9-1,0 3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1:01.12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1 308 8061,'0'-16'-29,"0"1"0,0 0 30,0-1 1,0 1 158,0 0 0,0-2 123,0-4 1,5 4 48,0-3 1,7 3 111,-2 1 0,-1 1-110,1 0 0,-5 1 182,5 4 1,-5-2-3,6 7-308,-8 0 1,4 6 67,-7 4 1,0 11-43,0 9 1,0 11 0,0 5 0,0 8-10,0 2 1,0 7-499,0-1 0,0 2-174,0 3 0,0-6-442,0 0 0,2-5 227,3 6 0,3-8-403,8 2 0,-1-10-512,0-5 1579,1-4 0,6-1 0,2-1 0</inkml:trace>
  <inkml:trace contextRef="#ctx0" brushRef="#br0" timeOffset="437">798 262 8008,'16'-31'0,"-6"2"278,0 3 0,-5-1 1173,6 7-1297,-8-1 0,4 6 21,-7 0 1,0 4-493,0 1 328,-7 0 1,-1-5-51,-8-1 1,-4 8 249,-1 3 1,-6 3 0,1 2 0,-3 2-82,-1 3 1,-6 8-46,0 8 0,0 6-82,6-1 0,-1 3 113,0 1 0,8 1-225,2 0 1,11-2 28,5-4 0,3-3 87,2-6 1,7-3-12,3-3 0,12 2-56,9-6 1,1-3-25,9-8 0,0-4-127,5-6 0,5-2 145,0-4 1,-6 8 17,-10-8 1,-2 15 954,-2-5-642,-8 1 1,-2 10-21,-11 0 0,-3 9-193,-7 11 0,-7 4 97,-3 7 0,-6 6 48,-4 4 0,3-4 135,-3-1 0,3-2-483,1 2 0,3-3 95,2 2 0,3-2-417,3-3 0,3-4 99,-3 0 1,3-8-64,2 3 0,5-4-98,0-2 1,6 0-355,-6 1 0,7-6 321,-2 0 1,4 0 567,1 6 0,0-1 0,1 0 0</inkml:trace>
  <inkml:trace contextRef="#ctx0" brushRef="#br0" timeOffset="726">1473 798 7992,'-6'-30'4432,"2"1"-3511,-6 3 0,7 9 482,-3 7 1,3 7-1507,-2-3 111,-4 5 0,-6 1-1613,0 0 1,4 0-366,1 0 1338,7 7 0,-9-4 18,7 7 1,1-6-789,9 1 1402,-3 3 0,12 1 0,-6 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1:03.29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183 93 7986,'0'-16'967,"0"1"-165,7 0-445,-5-1 1,5 6 134,-7 0-3,0 6-264,0-2 1,0 7 27,0 4 0,-9 9-28,-6 6 1,-1 13 379,-4-3-289,-4 5 1,7 0-201,-3 1 1,3 0 108,1-5 0,3-1-121,2 1 0,3-5 144,3-1 0,3-6-17,-3 1 0,5-4-3,5-6 1,4 3-34,6-2 0,2-3-15,3 2 0,4-4-3,7 4 1,5-7-167,-1 2 0,8-3 65,-2-2 1,-2 0-307,2 0 1,-7 0-226,2 0 1,-4 0-426,-1 0 1,-5 0 603,-1 0 0,-6 0-272,1 0-938,-3 0-1567,-1 0 3053,-8 0 0,-8 0 0,-8 0 0</inkml:trace>
  <inkml:trace contextRef="#ctx0" brushRef="#br0" timeOffset="212">260 123 7986,'0'-24'1903,"7"2"-1210,-6 7 1,8 0 309,-4-1-712,-3 8 1,5 3-5,-7 10 1,5 10 137,0 11 0,0 9-284,-5 6 0,0 4 84,0 1 0,-5 5-451,0 0 1,0 2-177,5-2 1,0-2-469,0 7 1,6-1 598,5 1 1,-3 2 71,2-7 0,6 6-52,4-6 251,1 0 0,-6 2 0,0 1 0</inkml:trace>
  <inkml:trace contextRef="#ctx0" brushRef="#br0" timeOffset="838">1104 491 7870,'0'-24'4048,"0"9"-3208,0 8 0,0 31-597,0 7 1,-2 6-31,-3-6 1,3 1-258,-3 4 0,3-3 15,2 2 1,0-4-5,0-5 0,0 1 93,0-7 0,0 1-125,0-6 67,7-6 0,-4-3 67,8-6 1,-6-1-210,5-4 0,-5-11 36,5-9 1,1-6-365,4-5 1,-5-3 64,0-7 1,1-7-89,4-3 1,2-4 330,3-1 0,-3 8 328,4 7 0,-6 7-262,-5 8 1,2 13-410,-6 2 1219,5 11 1,-4 0-347,3 10 0,-3 7 56,-7 14 1,0 1-101,0 14 0,0 0-7,0 5 1,0 0-168,0 0 1,0 0-173,0 0 0,0-5 149,0 0 0,0-9-10,0-1 1,5-8-299,1-7 0,0-3 77,-1-2 1,-1-5 18,6-6 1,0-8-169,6-7 0,1-4-251,3-12 0,4-3 84,7-12 1,-1-7-250,1-3 1,0-5 326,-1-6 0,6 6 16,0-1 0,0 11 728,-6 16 1,-6 2-306,-3 18 1,-4-2 819,-2 12 0,0 3-204,1 12 0,-6 9 179,0 17 1,0 3-425,6 7 0,-3 5-218,-2 0 0,7 2-572,-2-2 1,8-3-653,-4 3 0,7-3-167,-1-2 0,3 0 144,2 0 995,6 0 0,-5 0 0,6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1:40.32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691 1151 8231,'0'-15'46,"-6"0"1,0-1-1,-3 1 1,-1 0 632,1-1 0,-8 1 0,4 0 332,-4-1-824,3 8 1,-13-6-131,6 4-124,-6 3 249,3 0 1,-12 2-158,1 0 1,-1 0 36,5 5 0,2 0-75,4 0 1,-3 2 136,8 3 1,-1 3-59,6 8 1,5-6-36,0 0 1,6 5-136,-1 6 1,3 1 45,2-2 1,7-1 113,3 7 0,9-1-85,2 6 1,6 5 22,-2-1 0,4 1-7,2-5 0,3 5-12,-3 0 1,3 1-13,-9-1 0,-1-4 0,2 4 0,-9-4-95,-2-1 0,-1 3 385,-9-3 0,0 1-101,-5-11 0,-2 1 633,-3-2 1,-10-4-214,-11-1 0,-3 0 5,-1-5 1,-11-3-194,0-2 1,-10-3-123,10-2 0,-5 0-103,10 0 0,-5-2-160,5-3 1,1-5-639,4-10 1,7 1 458,4-7 0,8 8-965,2-3 1,6 4 84,-1 2 0,3-1-312,2 1 1,12 5 716,4 0 0,14 6 48,1-1 1,10 3 90,0 2 516,3 0 0,2 0 0,0 0 0</inkml:trace>
  <inkml:trace contextRef="#ctx0" brushRef="#br0" timeOffset="250">997 1504 8539,'-10'-7'593,"0"-3"-326,6 3 131,-9-6 20,11 11 0,-5 2-32,7 10 1,0 4-178,0 1 1,0 5-128,0 1 0,2 6-25,3-1 0,4 1-211,6-1 1,5 1 145,1-7 0,1 1-129,-2-6 1,-1 0-90,7 1 0,-6-6-363,6 0 0,-7-6-359,1 1 0,2-4 76,-1-1 872,-1 0 0,-5-13 0,1-4 0</inkml:trace>
  <inkml:trace contextRef="#ctx0" brushRef="#br0" timeOffset="676">921 1182 8156,'-14'-21'0,"4"1"142,3 0 1,9 6 314,3 4 1,-2-2-318,7 7 0,2-2 117,9 2 0,3 3-240,6-3 0,1 3 10,0 2 1,1 0-91,4 0 0,-4 7 181,4 3 1,-4 6 35,-1 4 0,-7-1-148,-4 6 1,-3 6-266,-1 5 0,-3 1 355,-2-1 0,-5-4-57,-6 4 0,0-3 106,0-3 0,0-1-16,0-3 0,0-4 479,0-7-398,0 1 41,0-8 3,0 6 0,2-12 192,3 3 0,-1-10-643,6-6 1,0-2 149,5-3 1,2-6-705,4-3 1,3-4 240,6-2 0,-4-3-33,0 3 1,-1-1 196,6 11 0,-7 3 96,-4 7 0,-3 5 110,-2 6 0,-1 1 364,-4 4 0,2 4 461,-7 6 1,2 6-399,-2-1 0,-3 6 127,3-6 0,2 7-460,-2-1 1,7-2-474,-2 1 1,-1-1 435,1 2 0,0 3 159,6-4 1,-6-2 94,0-3-171,-7-3 0,11-15 0,-5-4 0</inkml:trace>
  <inkml:trace contextRef="#ctx0" brushRef="#br0" timeOffset="1075">2301 1197 8016,'0'-30'0,"0"-1"0,0 0 173,0 7 0,7 2 291,3 7 0,9 1-188,1 4-167,1-4-21,1 13 1,-3-6 224,6 7 1,-4 0-51,4 0 0,-4 12 93,4 3 0,-1 11-179,2-1 0,8 11-11,-4 5 0,6 3 52,0 2 0,-4 5 112,4 1 0,0-1-281,-5-5 0,3 0 76,-9 0 1,3 0-130,-3 0 0,-3-7-73,-6-3 0,-1-6-128,0-4 0,-5-4 161,1-7 51,-8 1 19,11-1-68,-13-6 1,6-4-1579,-7-10 0,0-9-869,0-6 2489,0-8 0,-7-2 0,-1-10 0</inkml:trace>
  <inkml:trace contextRef="#ctx0" brushRef="#br0" timeOffset="1259">3037 1029 8126,'-8'-16'0,"-6"1"0,6 6 478,-8 4-239,1 4 123,0 7 0,-2 10 302,-4 9 0,-3 4-274,-6 2 1,-6 6-152,0 4 1,0 9 81,5 1 1,1 0 134,-1-5 0,6 7-217,-1 3 0,0 4 15,-4 1 0,8 4-1511,6-4 0,3-3 345,8-12 1,-1-12-162,6-3 1,4-16 187,6 1 885,0-11 0,26-12 0,-4-10 0</inkml:trace>
  <inkml:trace contextRef="#ctx0" brushRef="#br0" timeOffset="1537">3252 798 8101,'7'14'553,"-7"-4"0,-2 4-247,-8-4 1,6 11 50,-1 4 0,4 2-13,1-1-152,0 3 1,0-12 58,0 3 1,8-4-15,8-6 0,7-3 30,13-7 0,3-9 0,7-6 0,-1-7-617,-4-9 0,1 1 292,-6-1 1,-7-5-376,-9 0 1,-9-5 133,-6 6 1,-4-8 17,-1 2 1,-11 4 91,-5 1 1,-9 5 123,-1 6 0,-8 9-49,-2 11 0,-5 3-39,5 2 1,-3 12 322,9 4 1,-4 9-67,8 1 0,6 8-954,4 2 0,3 6 850,7-1 0,1 3 0,5 2 0</inkml:trace>
  <inkml:trace contextRef="#ctx0" brushRef="#br0" timeOffset="1874">4142 1335 8101,'0'-15'847,"0"0"-640,6 6 0,-2-3 29,6 7 1,0 0 68,6 5 0,-4-5-39,3 0 1,-3 0-288,8 5 0,-3 0-113,-1 0 1,6 0-117,3 0 0,-2 5-94,-3 0 1,2 7-368,-1-2 1,-1 4 228,-5 1 482,-6 7 0,5-5 0,-6 5 0</inkml:trace>
  <inkml:trace contextRef="#ctx0" brushRef="#br0" timeOffset="2033">4126 1688 8123,'-7'-15'865,"6"-1"-576,-6 1 671,7 0 0,8 1-452,8 4 0,1-4-369,8 4 0,3 1-153,7-1 0,0 2-355,5-2 0,3-2-191,8 6 0,-1 0-1518,6 1 2078,-7 3 0,11-5 0,-6 7 0</inkml:trace>
  <inkml:trace contextRef="#ctx0" brushRef="#br0" timeOffset="2633">5952 323 8109,'5'-26'-141,"0"3"0,-2 0 0,-1 5 712,-2 1 317,0 8-498,0 2 1,-2 7 69,-3 0-463,3 0 0,-10 2 272,7 3 0,-7 5-27,2 11 1,-2-2-61,2 6 1,-4-1 36,4 1 0,3 3-184,2-8 1,3 6 56,2-6 0,0 1 16,0-6 0,0 0 0,0 1 0,7-1-144,4 0 1,7-1 113,3-4 0,8 2-150,1-7 0,3 6 37,8-6 1,-2 0 99,2-5 1,3 0-186,-3 0 0,-2 0-105,2 0 1,-9 0-205,-1 0 0,-2 0-536,-8 0-533,-1 0 358,-5 0-41,-6 0 1181,-2 0 0,-21 0 0,-3 0 0</inkml:trace>
  <inkml:trace contextRef="#ctx0" brushRef="#br0" timeOffset="2828">6151 170 8109,'0'8'148,"0"-1"1,0-5 132,0 3 1,0 5 40,0 10 1,0 4 344,0 7 0,0 1-272,0 4 1,0 3-174,0 7 1,0-3 14,0 3 1,0-9-26,0 9 0,2-3-840,3 3 1,3 0 17,8 0 1,-1-5-381,0 0 1,2-7 989,4 2 0,3-4 0,6-1 0</inkml:trace>
  <inkml:trace contextRef="#ctx0" brushRef="#br0" timeOffset="3017">6795 568 8101,'-7'-22'931,"-1"5"-404,-1 2-40,2 1-291,1 13 0,4-5-261,-3 12 1,3-3-661,2 7 386,0 0 1,2 6-210,3-1 1,-2 0 105,8 1 442,-1-1 0,12 0 0,2 1 0</inkml:trace>
  <inkml:trace contextRef="#ctx0" brushRef="#br0" timeOffset="3309">7117 292 8050,'0'-15'280,"0"0"1,0 4 25,0 1 0,-1 7 530,-5-2-472,5 3 0,-8 4-66,4 3 0,3 5 107,-3 10 0,4-1-87,1 7 1,0 4-93,0 6 0,5 2-31,0-3 0,7-2-44,-2 3 0,9-4 15,1-1 1,2-1-130,-1 1 1,-6-2 139,0-3 0,1-4-198,-6-7-83,-3 7 1,0-5 100,-7 4 0,0-9-13,0-2 1,-12-5-145,-4 5 1,-4-6-198,-1 1 0,1-4-186,-11-1 0,9-1-423,-9-4 0,4 0 196,-3-11 0,1 3-1043,3-13 1813,4-6 0,6-14 0,1-9 0</inkml:trace>
  <inkml:trace contextRef="#ctx0" brushRef="#br0" timeOffset="3460">7071 108 8050,'24'-17'485,"-3"-3"0,4 3-122,6-4 1,1 9-104,9 2 1,0 7-145,5-2 0,0 3 9,0 2 0,0 0-130,0 0 0,-5 0-22,0 0 1,-7 2-230,2 3 0,-6 3-103,-4 8 1,-1 1-1084,-9 3 1442,-4-3 0,-5 12 0,1-5 0</inkml:trace>
  <inkml:trace contextRef="#ctx0" brushRef="#br0" timeOffset="3837">5246 1351 8078,'12'-14'536,"3"-6"0,6-6-174,14 0 1,11 4 277,11 7 1,11 5-372,9-1 1,9 1-666,-35 3 1,1-1 0,5 0 0,2 1 634,6-1 0,3 0-104,3-3 0,1 0 0,1 2 0,0-1-18,4-2 1,0-1-1,2 3 1,0 1-994,0-1 0,1 0 928,-1 1 1,0 1 0,-2 0 0,0 2 39,0 1 1,-1 0 0,-5-2 0,-1 2-240,0 2 1,-2 1 0,-4-1 0,-1 1 49,-2 1 0,0 2 0,-4-1 0,-1 0-114,41 0 0,-9 0-240,-16 0 1,-7 0 9,-14 0 0,-7 0 517,-13 0 0,-7 0-608,-4 0 2635,-3 0-2069,-8 0 0,-9 0 195,-10 0 0,-11 0-659,-4 0 0,-11 0 147,-5 0 0,-10 6-273,-6 5 1,-9 4 555,-6 5 0,-9 11 0,-5 8 0</inkml:trace>
  <inkml:trace contextRef="#ctx0" brushRef="#br0" timeOffset="4095">6274 1611 8086,'0'-15'1681,"0"0"-1788,0 6 167,0 2 1,0 19 278,0 4 1,0 4 386,0 1 1,-2-3-337,-3 8 0,1 5-143,-6 4 0,5 1-187,-5-5 1,6 5-298,-1-1 0,4 6-666,1-5 0,0 2 539,0-3 1,0-6-613,0 7 0,6-12 300,5 7 0,4-13 676,5-2 0,11-8 0,8-8 0</inkml:trace>
  <inkml:trace contextRef="#ctx0" brushRef="#br0" timeOffset="4387">6872 1734 8002,'-9'0'226,"-4"0"169,2 0 1,5 3-421,0 8 0,-2 1 129,-2 13 1,1-4 198,-1 4 0,5 1-22,-5 4 1,6-1 28,-1-3 1,9 1-14,1-6 1,13-1-1,3-4 1,8-3-106,7-3 0,5-3-156,10-7 1,-2-2-212,7-3 0,-5-5 201,6-10 1,-13 1-322,2-7 0,-10-4 165,0-6 0,-13 0-40,-7 5 1,-8-1 126,-8-4 1,-3 4-29,-7-4 1,-7 5 58,-14 6 0,-7 3 124,-2 6 0,-3 8-267,2 3 1,-2 3 98,8 2 1,-1 7-1129,5 3 1,7 9 1183,4 1 0,10 14 0,3-1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1:48.862"/>
    </inkml:context>
    <inkml:brush xml:id="br0">
      <inkml:brushProperty name="width" value="0.22857" units="cm"/>
      <inkml:brushProperty name="height" value="0.22857" units="cm"/>
      <inkml:brushProperty name="color" value="#004F8B"/>
    </inkml:brush>
    <inkml:brush xml:id="br1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599 1227 15403,'0'-31'1357,"0"1"-2681,0 6 1,-7 3 193,-3 11 1,-6 2 1067,-4 3 1,-6 3 209,-10-3 0,1 10 347,-11 5 0,3 2-357,-8-2 0,5 9-271,5-4 0,-2 4 1736,8-4 0,-1 2-215,5 4 0,7-4-498,4 3 1,4 3-148,6-3-620,3 0-425,7 3 0,9 0-171,6 8 1,9-5-283,12-1 0,3-4 187,7 4 1,0-6 15,0 2 0,5-4-139,0-2 0,1 5 81,-6 1 0,-2-1 208,-3-4 1,-9-1 33,-6 0 378,-14 7 65,8-5 1,-18 0 61,3-6 0,-12-1 182,-8 5 1,-9 1-206,-12-1 0,-3 0-58,-7 1 1,-5-1-79,0 0 1,0-4-21,5-1 1,5-5-453,0 5 1,12-6 246,-2 1 0,11-4-750,-1-1 531,4 0-1327,9 0 731,1 0 612,20 0 0,4-1-350,14-4 496,7-11 304,1-1 0,14-19 0,1 4 0</inkml:trace>
  <inkml:trace contextRef="#ctx0" brushRef="#br1" timeOffset="513">844 1534 7454,'-7'2'2888,"6"3"-2621,-13-12 0,10 12-64,-6 0 1,7 7-188,-2-2 213,3 4-57,2 8 0,0-5 86,0 4 0,2-4-233,3-2 0,8 0-276,8 1 0,1-3-123,-1-3 0,-1-3 139,11-7 0,-9 0-17,8 0 0,-2-7 34,2-3 0,1-9-141,0-1 0,-2-7 180,-4 1 1,-3-3-4,-6-1 0,-1-1-20,0 0 0,1 1 176,-1-1 1,-6 7 538,-4 4 1,-2 4-36,2 6-238,-3-4 0,3 13-25,-10-4 0,2 5 39,-8 5 0,6 10-49,-5 11 0,5 3 130,-5 1 0,6 6-59,-1 0 0,3 1-225,2-1 1,0-4-122,0 4 0,6-9 55,-1-1 1,5-7 7,-5 1 1,5-8 64,-5-2-11,7-6 1,-3 1-20,6-10 0,1-4-74,-1-6 0,-2-7-346,-2-4 1,2-8-162,-2-2 1,2-5 182,3 6 1,-1-3 125,0 2 0,-5 9 78,1-4 0,-6 11 62,5 0 1,-5 4 311,5 6 1,-5 3-311,6 7 0,-6 2 6,5 3 0,-5 5 251,5 11 1,-5-3-41,6 8 0,-6 0-407,5 4 0,-5-4 86,5-1 0,-4-1 147,4 2 1,-2 1-340,2-7 0,-1-4-879,-4-6 1277,-3-7 0,-2 4 0,-9-7 0</inkml:trace>
  <inkml:trace contextRef="#ctx0" brushRef="#br1" timeOffset="667">737 966 7694,'-40'-24'15,"10"-8"1266,9 7-352,4-1-1434,9 11 39,1 6 391,7 2 19,7 7 1,5 0-197,13 0 1,9 0-578,17 0 595,4 0 1,11 5 233,1 1 0,13 12 0,-2-1 0</inkml:trace>
  <inkml:trace contextRef="#ctx0" brushRef="#br1" timeOffset="904">1841 920 7809,'-8'-24'2086,"1"2"-1932,7 7 0,7 6 0,3 4-73,3 4 1,4-4-270,4-1 0,3 1 99,6 5 0,3-5-102,3 0 0,1 0 222,4 5 1,3 0 218,-3 0-107,-3 0-143,-1 7 0,-6-6 0,0 6 0</inkml:trace>
  <inkml:trace contextRef="#ctx0" brushRef="#br1" timeOffset="1104">2439 506 7809,'-8'7'518,"1"2"155,7 6 1,0 9-452,0 6 0,0 5-15,0 11 1,-5-2-773,0 12 0,0-5 236,5 5-657,0 1 837,0-3 1,0 6-1,0-6 1</inkml:trace>
  <inkml:trace contextRef="#ctx0" brushRef="#br1" timeOffset="1547">3313 522 7809,'0'-23'0,"0"6"0,0 2 0,0 1 0,0 13 0,-6 1-298,-3 8 161,-6 14 1,-2 12 694,-4 18 1,-8 4-258,-6 15 0,-1 3 651,5 7-691,0-2 1,6 8 0,1-7-26,2 0 1,6-15-50,6 6 0,7-6 244,-2 2 1,10-1-584,5-10 0,9-3-398,1-2 0,13-5-471,-3-5 1,6-3 514,0-8 0,-2-1-277,7-3 0,-2-11 783,2-10 0,3-3 0,-4-2 0</inkml:trace>
  <inkml:trace contextRef="#ctx0" brushRef="#br1" timeOffset="1845">3743 199 7812,'-10'0'0,"0"0"361,6 0 518,-10 0-414,6 7-447,-1 9 1,-3 1 55,7 3 0,-1 2 35,0-1 0,5 4 123,-4-4 1,8-1 66,2-4 0,12-3-74,-1-3 0,9 4-95,1-4 0,3 4-65,1 1 1,6-1 112,0-4 0,5 4-296,-5-4 0,6-3-174,-1-2 1,-3 2-830,-3-2 557,-2 0 373,-3 2 0,-1-6-1330,-3 5 680,-4-5 841,-13-1 0,4 7 0,-4 2 0</inkml:trace>
  <inkml:trace contextRef="#ctx0" brushRef="#br1" timeOffset="2053">3958 138 8000,'-9'0'799,"2"7"-698,7 3 1,0 11 167,0 4-109,0 11 0,0 3 52,0 7 1,0 5 26,0 0 1,0 2-331,0-2 0,7-3-420,3 3 1,4-1-372,1 1 1,1-9 881,-1 4 0,0-3 0,1 3 0</inkml:trace>
  <inkml:trace contextRef="#ctx0" brushRef="#br1" timeOffset="2237">4525 690 7706,'-8'-7'0,"-6"-1"1384,4-7-342,3 6-1191,-7 2 1,11 2 80,-7 0-707,6 0 0,-8 7 218,7 3 1,0-2-515,5 7 1071,7-6 0,8 9 0,9-4 0</inkml:trace>
  <inkml:trace contextRef="#ctx0" brushRef="#br1" timeOffset="2520">4801 322 7784,'0'-15'1439,"-7"-1"-1208,-1 8 0,-2 1-224,0 7 0,6 2 373,-1 3-254,-4 3 0,8 15 52,-4 2 1,3 4-1,2 2 1,7 5-34,3-1 1,10 6 7,6-5 0,-2 0-148,1-5 0,1-1 18,5 1 0,-7-2-65,-4-4 0,0-2 72,-4-8 1,1 0-207,-12 1 240,0-1 0,-7-1-27,-3-4 1,-3-3-296,-8-7 0,-6 0-83,-3 0 1,-6-2-480,-5-3 1,2-5 369,-7-11 1,7 2-313,-2-6 1,11-8 761,4-7 0,-3-18 0,1-5 0</inkml:trace>
  <inkml:trace contextRef="#ctx0" brushRef="#br1" timeOffset="2661">4725 46 7784,'15'-7'0,"7"4"397,4-7-122,-4 6 1,12-8-138,-3 7 15,9 0 1,-5 5 64,5 0 0,0 5-1,1 0 1,6 6-550,-6-6 1,5 7 48,-10-2 0,3 3-237,-8 3 0,6-1 263,-11 0 0,-1 1 257,-9-1 0,-1 7 0,0 2 0</inkml:trace>
  <inkml:trace contextRef="#ctx0" brushRef="#br1" timeOffset="2970">3467 1288 7835,'7'-15'193,"3"0"1,12 5 280,9-1 0,6 6-54,9-5 0,14 0-127,6-6 0,8 3-538,2 3 0,8-4 298,3 4 0,8 1-237,2-1 0,0 5 302,-4-5 0,-7 6 0,1-1 1,-7 3-338,2 2 0,-15 0 58,-6 0 0,-12 6-558,-2-1 0,-10 7 27,-11-2-13,-4 3 0,-14 8 705,-3-1 0,-3 2 0,-2-4 0,0-3 0,0-3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1:47.42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62 706 8105,'-15'-8'0,"1"-6"144,4-5 0,2 1 342,2 7-296,5-2-11,-6 4 139,7 1-87,0-6-264,0 12 1,8-4 208,8 6 0,1 0 133,8 0 0,3 6-165,7 5 1,5 4-29,6 5 0,0 4 145,0 7 0,0 1 257,0 4 1,3 2-364,-3 2 0,4 5 87,-10-4 1,3-4-337,-2-1 0,2 7-7,-8-3 1,-4 1-28,-5-10 0,-3 3 148,3-3 1,-6 1 24,-9-11-189,2 6 1,-11-10-129,3 3 1,-5-3-565,-5-1 0,-3-6 67,-8 0 282,-6-6 0,3 2 0,-6-6-439,-3 0 1,-6-8 925,-1-7 0,-1-21 0,-2-12 0,-1-13 0</inkml:trace>
  <inkml:trace contextRef="#ctx0" brushRef="#br0" timeOffset="171">492 584 8057,'0'-16'1804,"0"8"-1437,0 1 0,5 9-120,0 3 0,0 5-41,-5 10 1,0 9-96,0 7 0,-7 12-89,-3-2 1,-4 3 122,-1-3 1,0 2-409,-1 3 1,8-3-86,3 3 1,-2-5-279,2-5 0,0 2 411,5-8 0,7 1 74,3-5 1,3-9 140,3-7 0,6 1 0,2-8 0</inkml:trace>
  <inkml:trace contextRef="#ctx0" brushRef="#br0" timeOffset="472">1075 231 8064,'0'-9'714,"0"2"1,-2 7-1253,-3 0 0,-4 7 247,-6 3 0,0 11 43,-1 4 1,1 6 1174,0 5 1,1-4-251,4 4 0,3-10-382,7-6 1,2-3-148,3-1 0,5-8 80,10-3 0,4-5-122,7-5 1,1-5-114,4-11 1,-4-8 0,4-6 0,-5-6-249,-6 5 0,-4-7 104,-11 2 1,-3-3-30,-7-2 0,-7 7 145,-3 3 1,-9 11-19,-1 4 0,-2 6 91,1 5 1,-1 3-259,-4 7 0,4 7-179,7 3 1,0 8 271,-1 3 0,8 11 76,3-1 1,5 3 50,5-3 0,10 6 0,9 2 0</inkml:trace>
  <inkml:trace contextRef="#ctx0" brushRef="#br0" timeOffset="720">1642 706 8029,'-15'-15'1296,"-1"0"0,8 4 191,3 1-878,3 7-357,2-4-303,0 7 0,9 0 221,6 0 1,7 0 87,9 0 0,1 0-1097,4 0 1,1 0-306,4 0 0,4 0 273,-4 0 1,-2 7 870,2 3 0,-7 4 0,3 1 0</inkml:trace>
  <inkml:trace contextRef="#ctx0" brushRef="#br0" timeOffset="880">1749 967 7987,'-15'-20'2479,"0"-1"-811,6 7-739,2 1-405,7 11-1681,0-5 116,14 7 1,3 0 598,14 0 0,8 0 213,7 0 1,7 0 228,8 0 0,7-7 0,2-1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1:57.59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553 1 8418,'15'13'965,"1"9"-557,-1 24 0,7 7 591,4 24 0,-2 10-657,-11-37 0,-1 2 0,0 5 0,0 2-410,1 4 1,0 2 0,-2-1 0,0 1 149,-3 4 0,-1 0 0,1 5 0,-1 1-289,1-4 1,0 1 0,-1 4-1,-1-1 149,0-3 0,-1 0 0,-1-4 0,-2 0 128,-1-4 1,-2 0 0,1-5 0,0-1-119,1-1 0,-2-1 1,-1-2-1,-2-1-405,-1-1 0,-1-2 0,-14 48 30,-6-12 1,7-38 0,-4 0-77,-2-2 0,-1 0 0,-6 5 0,-3 0 27,-2 1 1,-3-2 0,-4 3 0,-4-2 471,-4 1 0,-3-1 0,-4 2 0,-3-2 0,-8-3 0,-3-3 0,-7-1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1:58.08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246 47 9177,'-16'-14'1460,"1"4"-1167,-1-4-169,1 12 0,7-4 1091,1 6-180,7 0-888,20 6 0,-4-2-208,19 6 0,-4-7-332,10 3 1,-2-3-423,2 2 1,3-3 568,-3 3 0,2-3-140,-2-2 386,3 0 0,-12 6 0,6 3 0</inkml:trace>
  <inkml:trace contextRef="#ctx0" brushRef="#br0" timeOffset="150">92 384 7914,'-31'-14'2125,"8"4"360,2-10 1,11 8-1177,5 2-1328,3 6 1,11-3-1871,6 7 1403,14 0 1,17 0 309,10 0 129,11 0-864,3 0 911,13 0 0,2 0 0,7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1:56.82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47 16 7907,'-9'7'-122,"2"1"545,1 8 1,4 6-319,-3 3 0,3 6 59,2 5 0,-2 3-258,-3 7 1,3-3-12,-3 3 0,4-9 17,1 9 1,0-5 161,0 0 0,0 1 25,0-6 0,1 2-460,4-2 1,-1-9 360,6 4 0,0-4 0,6 3 0</inkml:trace>
  <inkml:trace contextRef="#ctx0" brushRef="#br0" timeOffset="351">491 123 8465,'-6'16'896,"2"-1"-820,-6 0 0,1 7 33,-1 4 0,3 3-46,7 2 0,0-1 180,0 1 0,2-2-28,3-3 1,4 1-143,6-7 0,7 1-31,4-6 0,3-6-7,1-4 0,3-4 32,3-1 1,-4-6-169,4-5 1,-4-7-67,-1-3 0,-7-8-74,-4-2 0,-4-4 181,-6-6 0,-3-4 69,-7 5 1,-7-3-253,-3 2 0,-11 4-64,-4 6 1,-4 7 416,-2 4 1,2 9-51,3 6 0,-1 4-133,7 1 0,1 1-249,9 4 0,3 4-358,7 6 1,3 1 679,7-1 0,14 0 0,16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2:20.76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1 384 7905,'0'-16'0,"0"1"470,0 0-181,0-1 0,1 1-233,4 0-1,4-1 0,3 3 120,3 3 1,-1-4-84,11 4 1,1 3-27,5 2 1,-1-2 73,1 2 1,0 0-82,-1 5 1,3 1 70,2 5 1,-2 4-34,3 10 1,-4 4-57,-1 7 1,-7 6 45,-4 4 1,-3 5 3,-2 5 0,-6 2-6,-4 3 1,-3 4-96,-2-4 1,-7-3 56,-3-2 1,-11 0 80,-4-5 0,-3 2 18,3-12 0,-9-5-7,3-6 1,-5-6 1,1 1 1,2-9 30,-3-6 0,4-5-50,1-5 1,2-1 7,4-9 1,3 3 131,6-8 0,8 3-121,3 1 1,3 1-236,2 0 0,7 1-14,3 4 0,5 1-67,6 4 0,3 3-11,6-3 0,1 5-245,0 5 0,1 4 35,4 6 0,1 1-167,4-1 0,-2 0-192,-3 1 0,-2-1 296,7 0 0,-2 1-220,2-1 0,2-1 679,-7-4 0,-1 4 0,-4-6 0</inkml:trace>
  <inkml:trace contextRef="#ctx0" brushRef="#br0" timeOffset="1526">1151 461 7610,'5'-16'-737,"0"1"0,0 0 737,-5-1 0,5 6 0,0 0 0,1-1 0,-6-4 0,5-2 0,0-3 0,2 3 0,-2-4 0,2-1-68,3 2 1,-2-6 2,-3 6 1,2-6 192,3 6 0,2-6 207,-6 6 0,4-1 67,-5 6 0,2-1-130,-2 1 0,-4 5 316,5 0-278,-5 6-197,-1-3 1,-7 11 90,-3 6 1,2 2 8,-2 14 0,-1-1 32,-4 6 0,0 8 101,-1 7 0,1 12 50,0 8 0,-1 8-122,1-3 0,0 4-279,-1 2 0,6 0 83,0-1 1,6 1-140,-1 0 0,4-13 222,1-2 0,6-11 29,5 0 0,9-10-202,6-5 1,-3-11-263,3-4 1,5-11 113,5-5 1,1-3 63,-1-2 1,-4-14-326,4-6 0,-5-8 108,-6-2 1,1-8-282,-11-3 1,-3-3 273,-12-2 0,-2 7 115,-3 3 0,-3 5 94,-8 6 0,-6 4 118,-3 11 0,-4 3 76,-2 7 0,0 7-107,1 3 1,-1 9-202,0 2 1,7 4-5,4-4 1,3 4-128,2-4 0,6 4 193,4-4 1,3-1 162,2-5 0,14 8 0,3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2:24.96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138 829 7758,'-20'0'143,"-1"0"0,3-2 0,1-1 355,1-2 0,6-2-569,0 2 0,5 3-77,-6-3-234,8 3 278,-4-4 1,7-5-122,0-9 1,5-4 305,0-7 0,7-1-56,-1-4 0,7 4 17,3-4 0,6 4 51,-1 1 1,-3 2 168,3 3 0,0 9-108,4 7 1,-1 7 4,-3-2 0,3 5-123,-4 5 0,3 5-11,-3 10 0,4-1-58,-3 7 0,1-1 96,-1 6 0,2 0-74,-2-1 0,-2-1-8,1-3 0,-1-2-15,2-4 1,1-8-4,-6 3 1,4-4-67,-4-1 0,-1-3-14,-5-7 0,1-2-188,-1-3 1,0-4-306,1-6 1,-8 0 255,-3-1 1,2-6-188,-2-3 541,0 2 0,-5-6 0,0 6 0</inkml:trace>
  <inkml:trace contextRef="#ctx0" brushRef="#br0" timeOffset="309">261 1519 7817,'-15'0'1855,"6"-7"-1712,-5-1-31,13-7-116,-6-1 1,14 1-264,3 0 1,5-1 153,6 1 0,-3 0-96,8-1 1,-7 3 554,1 2 0,2 4-104,-1 7 1,6 2-9,-1 3 1,1 6-217,-1 9 1,2-1 96,-2 6 0,3-4 37,2 4 0,-2-4-32,-4 4 1,4-8 12,-3-1 1,1-3-21,-1-8 0,4-3-282,1-12 0,1-7 106,9-14 0,0-8 85,5-7 1,5-7 20,0-8-407,7-1 0,-3-13 1,6-3-1</inkml:trace>
  <inkml:trace contextRef="#ctx0" brushRef="#br0" timeOffset="1612">2117 722 7764,'-10'-23'419,"-1"0"1,-1-3 0,1 2 1374,0 2-1472,4 8-834,1 1 515,4 4 0,-5 1-944,14 1 703,1 7 1,10 0 20,2 0 80,-3 0 171,12 0 76,-5 0 1,1 7-1,1 5 5,1 6 0,2 6-270,2 7 1,-7 6 212,-4 4 0,-3 5 188,-1 5 1,-8-3-179,-3 3 1,-3-3-112,-2-2 1,-7-5 144,-3 0 0,-5-12-67,-6 2 0,-1-13 194,-4-2 0,-1-8-73,7-8 1,-3 0-87,3 0-1,3 0 102,2-7 0,3-1 199,7-8 1,0 1 28,5 0-591,0-1 194,13 8 1,-1-6-403,14 4 1,-1-4 225,6-1 0,5 7-339,-1 2 0,8 0 248,-2 1 0,5-1 36,5 6 1,-5 0-141,0 0 1,0 2-258,-5 3 1,-2-3 625,2 3 0,-7 4 0,4-1 0</inkml:trace>
  <inkml:trace contextRef="#ctx0" brushRef="#br0" timeOffset="1950">2730 522 7764,'-15'-8'294,"5"-6"149,0 4 0,6 1-88,-1-1-310,3 7 0,4-9-176,3 7 1,5 0 148,11 5 1,3-2-105,6-3 1,1 1 85,0-6 0,6 7 129,4-2 0,3-2-52,2 2 0,-5 0-78,0 5 1,-2 0-33,2 0 1,2 1 64,-7 4 1,-6 4-55,-4 6 1,-7 7 77,1 4 1,-4 3 138,-6 2 0,2 6-44,-7 4 0,0 3-39,-5 2 1,-7 5-79,-3 1 0,-4 0 2,-1 0 0,1-6-109,4 0 0,-2 0-201,7-6 1,-5-2-387,5-2 1,0-9 324,5-1 0,0-6-867,0 6 1202,0-14 0,0 8 0,0-12 0</inkml:trace>
  <inkml:trace contextRef="#ctx0" brushRef="#br0" timeOffset="2295">3758 246 7766,'0'-15'1527,"0"5"-835,0-1-489,-7 8 1,5-2-105,-3 10 1,4 3 77,1 8 0,0 4-166,0 1 0,0 4 57,0-4 1,10-1 172,0-4 1,14-1-85,-4 0 1,6-1-2,0-4 1,3-3 10,-4-7 1,4-2-21,2-3 0,-1-5-173,1-11 1,-7 3-240,-4-8 0,-9-5-160,-6-4 1,-5-8 220,-5 2 0,-6 2 7,-9-2 0,-4 9 185,-7 1 0,1 9 150,-1 12 1,-1 3-193,-4 7 1,9 3-39,-4 7 0,9 6-331,-4 9 0,14 9 423,2-3 0,0 10 0,1-2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2:22.99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108 1103 7800,'-2'-17'503,"-3"-3"1,1 8 719,-6-4 1,5 11-812,-5 0-968,0 3-275,-6 2 636,1 0 0,1 2 133,4 3 360,3-3-721,7 5-1027,0-7 1450,7 0 0,2 7 0,6 1 0</inkml:trace>
  <inkml:trace contextRef="#ctx0" brushRef="#br0" timeOffset="856">384 244 7343,'-7'-15'-77,"3"5"1146,-6-1-701,7 8 1,-9-6 242,7 4-238,0 4 21,5-6 1,6 7-301,5 0 0,4 0-141,5 0 0,-1 0 71,7 0 1,1-2 47,9-3 0,-2 2-255,7-8 1,-5 6-3,5-5 1,-2 7-116,2-3 1,1 0 140,-6 1 1,-5-1-55,-6 6 0,-6 0 171,1 0 1,-3 9 119,-1 6 1,-6 7 87,0 9 0,-6 7-82,1 3 0,-3 10 534,-2 5 0,-2 4-152,-3 1 1,1 7-11,-6 4 0,5-2-237,-5 1 1,6-6-195,-1 1 0,3-3-58,2-1 1,0-6-353,0 0 0,0-6-89,0 1 1,0-5 248,0-5 0,6 1-791,-1-6 0,7 3-52,-2-8 1068,-3 3 0,6-10 0,-4 7 0</inkml:trace>
  <inkml:trace contextRef="#ctx0" brushRef="#br0" timeOffset="1196">1442 198 7826,'0'-15'2834,"0"-1"-2575,0 8 39,0 1-125,7 28 1,-5-3 63,3 18 1,-4 3 9,-1 2 0,0 5 11,0 5 1,2-5 8,3 0 0,4-1-113,6-10 1,7 6-100,4-5 1,3-2 16,1-8 0,8 3 112,3-4 1,3-3-365,2-1 0,0-6-146,0-4 1,0 0-299,0-5 0,-5-1 97,0-5 0,-9 0-379,-1 0 0,-2 0 224,-9 0 0,1-7-789,-6-3 1471,-6-4 0,-2-1 0,-7-1 0</inkml:trace>
  <inkml:trace contextRef="#ctx0" brushRef="#br0" timeOffset="1362">1841 367 7826,'-7'-24'0,"5"2"0,-3 6 1991,-3 8-1251,6 1 0,-5 9 95,7 3-567,7 17 1,-4 7-79,8 17 0,-3 7-142,2 8 1,2 13-229,-7-3 1,6 4-594,-6 7 0,5-2 672,-5 2 0,5 8-1378,-5 7 1479,0 0 0,2-11 0,2-3 0</inkml:trace>
  <inkml:trace contextRef="#ctx0" brushRef="#br0" timeOffset="2948">2776 121 7836,'-15'-10'64,"0"2"0,1-1 465,4 1-475,-4 4 1,6-3-276,-8 7 1,1 0 207,0 0 54,-1 0 1,1 0 462,0 0 0,4 6-204,1-1 0,7 7 226,-2-2 1,3 9-189,2 1 1,0 7-120,0-1 0,2 5-42,3 4 0,3-7-170,8 2 1,1-9 48,3-1 1,-1-5-127,6-4 1,-4-4-74,5-7 0,-6-2 114,6-3 1,-8-6-312,3-9 0,-4 0 79,-2-11 1,-6 2-38,-4-12 1,-4 7 29,-1-2 0,-6-1-160,-5 1 0,-2 5 221,-3 6 0,-4 11 36,0-1 0,-3 10 3,3-1 0,3 6-22,-4 6 0,4 9-759,2 10 949,0-2 0,-7 12 0,-2-2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2:32.74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15 768 8029,'-6'-24'-52,"1"4"-13,2 2 1,3 10 333,5 3 1,-2 3-132,8 2 1,1-2 55,8-3 1,-1 4 167,6-4 0,1-4-135,5-1 1,11-4-169,4-1 1,10-7 129,1-4 0,7-3 236,3-2 0,6 1-381,-1-1 1,-2 0-102,1 1 1,-11 6-12,1 3 1,-10 4-384,0 2 1,-5 5-282,-5 0 0,-5 6 13,-10-1 494,3 3 1,-12 2-244,3 0 0,-10 2-653,-4 3 1505,-5 4-384,-8 6 0,-8 0 0,-9 1 0</inkml:trace>
  <inkml:trace contextRef="#ctx0" brushRef="#br0" timeOffset="939">766 93 7975,'-10'-14'-411,"0"4"1,5 3 213,-6 7 1,1 2 70,-5 3 0,-1 5 77,1 11 0,-5 8 446,-1 7 1,-4 13-41,4 2 1,-4 9 37,4 6 1,-1 4-182,2 7 1,4 5-172,1-1 0,1 8-21,9-2 1,-5 0 145,5-5 0,5 1 9,5-16 1,12 1-42,-2-17 1,11-5-211,-1-5 0,4-9 105,2-1 1,1-7 18,4-9 0,2-1-10,3-4 0,8-5-87,-3-10 1,3-4 15,-3-6 1,-5-7-152,0-4 0,-2-9 203,2-6 1,-5-4-212,-10-1 0,-4-1-446,-7-5 1,-5 3 253,1-7 1,-8 8-68,2 2 1,-8 3 281,-2 13 1,-7 4 254,2 16 0,-11-2 198,-4 7 0,-4 7-216,-2 8 1,-5 10-142,0 6 1,1 8 285,4 2 1,0 6 467,0-1 0,3 4-359,2 1 0,4-5-93,6-1 0,6-5-140,0 0 0,7-9-218,-3-6 25,12-3 1,4-3 123,10-4 0,-1-5 10,7-10 0,1-5-67,9-10 0,-4-3-225,4-2 1,-4-9 7,-1 3 1,0-8-49,-1 3 0,-6 2 186,-3 8 1,-4-1 29,-2 7 1,0 1 121,1 9 0,-6 1-144,0 4 8,-7 3 0,4 2 122,-7 11 1,0 7 344,0 3 0,0 6-108,0-1 0,0-2-4,0 1 0,0-6-192,0 1 1,2-3 2,3-1 1,-2-8-79,8-3 1,-6-3 95,5-2 0,0 0-9,6 0 0,-1-7-43,0-3 0,6-10-263,-1-6 1,6-5-76,-6-5 1,6 2-110,-6-7 0,1 7 176,-6-1 0,-1 4-53,-4 5 529,4-3-200,-6 12-170,1 2 0,2 12 171,-5 13 1,-1 2 566,-5 13 1,0 3-215,0 7 1,0 3 69,0 3 0,0 1-231,0-6 0,0 5-127,0-5 1,7-5-154,3-6 0,3-6 95,3 1 88,-1-9 0,0-5-45,1-6 1,4-6-159,1-5 1,-1-11-250,-5-9 0,1-6-263,-1-9 1,0 0 147,1 0 0,-1-5-86,0 0 0,1 1 428,-1 9 1,0 6-76,1 9 0,-6 6-337,0 9 193,0-2 1,4 18 611,-4 0 1,4 9-77,-4 6 1,-1 4 87,1 7 0,5-1-295,6 1 0,1 0-314,-2-1 0,4 1-161,7 0 1,1-2 454,4-4 0,3-3 0,7-6 0</inkml:trace>
  <inkml:trace contextRef="#ctx0" brushRef="#br0" timeOffset="1234">2561 538 7958,'-16'-16'0,"1"-4"-607,0 0 296,6 6 1,-3 5 806,7 4-235,0 4-289,5-6 0,7 7 108,3 0 0,5 7 709,6 3 0,8 10-347,7 6 0,6 3-51,-1 1 1,3 8-138,2 3 0,7 5 113,3 5 0,4-2-502,1 8 1,1-3 226,-1 2 1,-1 2 136,-4-7 1,2 4-174,-7-9 0,-1 2-891,-10-12 0,-2-1 386,-7-4 1,-2-2 28,-4-3 1,-4-4-63,-11-7 1,2-5-885,-7 0 443,0 1 923,-5-22 0</inkml:trace>
  <inkml:trace contextRef="#ctx0" brushRef="#br0" timeOffset="1442">3312 461 8281,'-7'15'121,"6"8"1,-13 0 106,4 8 0,-5 8-15,-6 7 1,-1 0-159,-4 5 0,-3 2 118,4-2 1,-9 6 45,-2-6 1,-2 0-126,3-5 1,4 0-724,0 0 1,2-2 285,9-3 0,5-5-35,4-10 0,8-4-734,-2-7 1112,3-6 0,9-3 0,1-6 0</inkml:trace>
  <inkml:trace contextRef="#ctx0" brushRef="#br0" timeOffset="1734">3496 415 8515,'-8'17'-560,"3"4"1,3 1 683,2 3 1,0 3 46,0-8 0,7 0-108,3-4 1,5-3 342,6-2 1,4-6-183,11-10 0,-2-6-158,7-9 0,0-4 21,5-7 0,-7-6-219,-3-4 0,-5 2-37,-6-2 0,-9-5-35,-11-5 0,-5 0-155,-5 5 0,-6 1 114,-9 4 1,1 9 359,-6 6 1,-6 15-120,-5 0 1,0 8-154,6 3 1,-1 2 118,0 3 1,7 5-102,4 10 1,3 4-54,2 7 1,6 0-345,4-1 536,3 8 0,9 1 0,2 7 0</inkml:trace>
  <inkml:trace contextRef="#ctx0" brushRef="#br0" timeOffset="1992">4309 768 8013,'0'-31'620,"0"7"-576,0 4 1,0 8-45,0 2 0,7 6 1254,3-1-1329,4 3 0,3 2 104,3 0 1,4 0 52,7 0 0,0 0-419,-1 0 0,1 0-38,0 0 1,1 7-317,4 4 0,-6 2 109,1 2 582,0 8 0,-7 0 0,6 8 0</inkml:trace>
  <inkml:trace contextRef="#ctx0" brushRef="#br0" timeOffset="2163">4432 1090 8013,'-24'0'1837,"9"-7"1,6 4-1297,4-8 0,3 6-239,-3-5 0,16 5 380,4-5-384,10 6 1,6-2-765,10 6 1,5-2 348,5-3 1,-3 3 229,3-3 1,2 3-445,-2 2 1,2 7 330,-2 3 0,-3 4 0,4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2:36.10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798 121 8004,'-9'-15'-571,"4"0"1474,3 6-712,-4 9 0,4 10-57,-3 11 0,1-4-29,-1 3 1,3 2-19,-3-1 1,4 4-3,1-4 1,0-1 44,0-4 0,0 4-32,0 1 1,6-1-34,5-5 0,2-1 58,3-4 1,6 2-4,3-7 0,4 5-65,2-4 0,7-1-70,2-5 0,0 0 24,1 0 1,-1 0-126,6 0 1,0-2-67,0-3 1,-5 1 77,0-6 0,-5 7 91,5-2 1,-9 3-329,-1 2 0,-7 0-1767,-9 0 2108,1 0 0,-1 0 0,0 0 0</inkml:trace>
  <inkml:trace contextRef="#ctx0" brushRef="#br0" timeOffset="216">1212 45 8021,'0'-16'-166,"0"1"325,0 6 0,-2 4-51,-3 10 0,3 9-192,-3 6 1,-2 9 106,2 2 1,-5 5-94,5 5 0,-2 3-40,2-3 0,3 3 134,-3 2 1,3 2 0,2 3 0,0-1 18,0 6-43,0-7 0,7 11 0,2-6 0</inkml:trace>
  <inkml:trace contextRef="#ctx0" brushRef="#br0" timeOffset="558">15 1088 8008,'-8'-7'146,"1"-2"-146,7-6 0,9 5 0,6-1 0,7 8 613,9-2-590,13 3 1,4-3-42,13 0 1,9-2-15,7 2 0,8-4-316,12-6 0,-46 7 0,0-1 359,5-1 1,1 0 0,-2 1 0,1 1-2,2-2 0,1-1 1,-1 0-1,0 0-1,1 1 0,0 0 0,-2-1 0,0 1-46,-3 2 0,-1 1 0,46-3-33,-7-1 1,-2 3-166,-8-2 0,-7 3-36,-8 7 0,-11-5-119,-5 0 1,-10-1 114,-5 6 1,-12 2-267,-9 3 541,-7 4 0,-8 1 0,0 0 0,0 0 0</inkml:trace>
  <inkml:trace contextRef="#ctx0" brushRef="#br0" timeOffset="1020">905 1287 8000,'0'-15'294,"0"-1"-124,0 8 0,0-1-248,0 4 161,0 3 75,0-4-200,0 19 1,-7 4 407,-3 14 1,0 6-66,-6 4 0,4 5-131,-8 5 1,8-1 75,2 6 0,6-5-9,-1 5 1,4-4-140,1 4 0,12-17-132,3 2 1,12-12 87,4 2 0,6-9-160,9-12 0,0-3-93,0-7 1,0-4 90,0-6 0,-5-2 106,0-13 1,-13 4-159,-3-4 1,-13-1-551,-7-5 0,-5 6 312,-5-1 1,-5 8 48,-11-3 1,-9 11 150,-11 5 1,2 3 6,-2 2 1,1 12-109,0 3 0,2 6 299,7-1 0,1 4 0,-1 7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2:43.85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0 108 8368,'0'-29'0,"0"3"1340,0 6 1,7 4-1118,3 6 0,1 3-521,4 7 1,-1 0-653,11 0 628,1 7 1,6-3-181,4 6 0,-2-2-175,7 3 0,-7 0 280,2-5 1,-5 6 190,-6-2 0,-1-2 206,-4 3 0,-8-3 0,4 2 0,-6 4 0,0-4 0,-3 4 0,-7 1 0,-7 6 0,-3-1 0,-5 2 0,-6-1 0,-3 2 0,-6 8 0</inkml:trace>
  <inkml:trace contextRef="#ctx0" brushRef="#br0" timeOffset="106">200 414 7909,'-31'7'248,"0"2"397,8-1-138,0-1 0,17-7 392,6 0-561,13 0 1,18-5-132,10 0 0,5-5-182,5 5 0,9-1-980,6 6 0,6 0 648,-6 0 0,1 7 307,-6 4 0,0 2 0,1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2:42.16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62 259 8009,'-15'-15'0,"0"-1"0,4-2 0,1 2 790,7-2-70,-4 9-624,7 1 0,0 2 29,0 12 0,0 9 103,0 10-58,0 11 1,0 5 92,0 10 1,0 7 100,0 4 0,0 4-137,0-5 1,0 2-124,0 9 1,0-7-99,0 1 0,0-3 121,0-1 0,2-1-320,3 0 0,3-4-70,8-1 1,-1-10-300,0 5 0,2-14 135,4 4 0,-2-7-300,6-3 0,1-7 353,4-4 1,1-9 10,0-6 0,-1-5 363,1-5 0,7-11 0,1-8 0</inkml:trace>
  <inkml:trace contextRef="#ctx0" brushRef="#br0" timeOffset="276">768 44 8009,'0'-15'719,"-7"0"-628,5 6 1,-4 4 90,6 10 0,-6 10 47,1 11 1,-1 5-3,0 5 1,5 8-180,-4 7 1,-2 3 12,2-7 1,0 2-71,5-8 1,6-5 139,5-6 0,4-1 43,5-8 1,4-6-160,7-5 0,12-6 100,3 1 0,3-3-127,-3-2 0,5-2 69,0-3 0,0-2-542,-5-3 1,-1-4-10,-4 4 0,-4-2-251,-6 2 1,-7-4 267,-4 4 0,-5-4 477,-4-1 0,-5-1 0,-6 1 0</inkml:trace>
  <inkml:trace contextRef="#ctx0" brushRef="#br0" timeOffset="445">1182 121 8065,'-7'-8'1246,"6"1"-957,-6 7 1,7 12-244,0 3 1,0 17-96,0 4 1,0 8-182,0 8 1,0-3 7,0 7 1,0-5-251,0 6 0,-2-6-129,-3 5 0,1-5 132,-6 5 469,7-6 0,-11 9 0,6-4 0</inkml:trace>
  <inkml:trace contextRef="#ctx0" brushRef="#br0" timeOffset="682">308 1241 7982,'-7'-24'945,"5"-5"1,-5 12-593,7-4 0,2 9-126,3 2 1,11 2-217,9-3 1,11 0 85,5 5 0,7-4-89,8 5 1,3-5 68,18 5 1,-4-7-446,9 2 0,2-2 257,-2 1 1,-1-2 3,-4 3 0,-2 1-66,-3-1 0,-4 6-46,-7-1 0,-6-1-559,-4 0 0,-5 1 340,-5 5 1,-6 0-46,-9 0 1,-4 0 482,-6 0 0,-3-5 0,-3 0 0</inkml:trace>
  <inkml:trace contextRef="#ctx0" brushRef="#br0" timeOffset="995">1121 1179 7982,'-16'9'0,"1"-2"864,0-7-496,-1 0 0,8 7-45,3 3 0,-2 5-93,2 6 1,-2 2-261,2 8 1,3 5 101,-3 0 0,3 5-2,2-6 1,7 1-113,3-5 1,6-2-116,4-4 0,4 3 128,7-8 1,-1-1-180,1-9 1,1-3 58,4-7 1,-3-2 92,2-3 1,-2-5-155,-3-11 0,-7 3 62,-8-8 0,-1 0-17,-9-4 1,-2 4 73,-8 1 1,-5 6 214,-11-2 0,-3 10 26,-6 0 0,-6 8 104,0-2 1,5 3-202,6 2 0,6 7-13,-1 3 0,4 4-536,6 1 0,3 0 240,7 1 1,7-6 4,3 0 0,13-1-69,7 1 1,8-1-499,8-4 818,0-4 0,7-1 0,1-8 0</inkml:trace>
  <inkml:trace contextRef="#ctx0" brushRef="#br0" timeOffset="1216">2133 136 7986,'15'-8'1547,"1"3"-983,6 10 1,2 12-387,6 14 1,1 13 18,0 12 1,-1 5 1,1 6-505,0 10 0,-6 13 361,-11-42 1,-2 1 0,7 48-123,1-5 1,-10-5-375,-5 0 0,-3-2 296,-2 2 0,-8-3-201,-8-8 0,-8-1 56,-11-3 1,-17 3 289,-9-3 0,21-39 0,-3-2 0,0-1 0,-1-3 0,-2-5 0,0-2 0,-48 14 0,2-3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2:38.20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61 1458 8057,'-15'-5'508,"0"0"-225,6-7 1,-3 3-170,7-6 1,0 5-212,5 0-218,0-1 0,7-6 243,3-3 1,5 3 186,6-4 0,-2 1-75,6 5 1,-1-9-217,2 8 0,3-1 267,-4 7 1,4-2 170,2 7 1,0 0-254,-1 5 1,3 7 164,2 3 0,-2 9-51,3 1 0,1 13-18,-1-3 1,1 10 54,-1-5 0,-2 8-45,7-2 1,-2 1-203,2-1 0,4 2 38,-5-7 0,5 0 39,1-6 0,-2 1-3,-3 0 1,-2-8-106,-3-2 1,-5-1-269,-1-4 0,-6 2 166,-9-7 1,1 1 122,-1-2 1,-1-2-311,-4-3 407,-3-3 0,-7 5 0,0-7 0</inkml:trace>
  <inkml:trace contextRef="#ctx0" brushRef="#br0" timeOffset="250">859 1105 8111,'9'0'0,"-3"-6"-172,-6 4 38,0-5 0,-5 19 174,0 3 0,-5 11 211,5-1 0,-7 11-138,2 5 0,-4 5 23,-1 5 0,-1-3 13,1 3 1,-2 2-59,-3-2 0,1 0 6,-7-5 0,1 0-55,-6 0 0,0 0-273,1 0 1,1-1-88,3-5 0,-1 0-190,6-5 1,-1-4 507,2 0 0,3-1 0,-5-6 0</inkml:trace>
  <inkml:trace contextRef="#ctx0" brushRef="#br0" timeOffset="920">1871 1366 8063,'-13'-7'0,"2"-3"0,0 2 720,5-3-48,1 8-386,5-11 1,0 11-40,0-7 1,2 6-515,3-1 1,5 3 224,11 2 0,-2-5 210,6 0 1,2 0-134,9 5 0,-3 0-894,2 0 1,-2 2 393,-3 3 1,1-2-336,0 8 800,-1-1 0,-6 12 0,-2 2 0</inkml:trace>
  <inkml:trace contextRef="#ctx0" brushRef="#br0" timeOffset="1075">1963 1658 7976,'0'-16'753,"0"-1"191,0-3 1,2 4-521,3 1 0,4 1-132,6 9 1,7 0-442,4 5-870,3 0 0,8 0 347,4 0 1,3 0 66,2 0 0,2 2 605,3 3 0,4-3 0,6 4 0</inkml:trace>
  <inkml:trace contextRef="#ctx0" brushRef="#br0" timeOffset="1421">2899 1136 8092,'9'-15'0,"-4"-1"0,-2 1 290,2 0 1,4 4-47,6 1 0,2 5-219,4-5 0,2 6-24,8-1 1,7-1-65,2 0 1,6-4-206,6 5 0,-3-5 14,7 5 0,-6-5 160,1 4 1,0-4 55,-5 5 1,2 0-21,-13 5 58,1 0 0,-5-7 0,0-1 0</inkml:trace>
  <inkml:trace contextRef="#ctx0" brushRef="#br0" timeOffset="2417">3374 584 7804,'-15'0'-720,"5"0"720,0 0 148,-1 0-136,-4 0 0,2 8 56,2 8 0,-2 1-50,2 8 1,3 3 0,-2 7 1,1-1 121,-1 7 0,-2 5 447,7 5 1,-2 2-287,2-2 0,3 4-129,-3 6 0,2 1 79,-2-1 1,3 0-89,-3 1 0,3-6-201,2 0 0,7-6 122,3 1 1,4-4 65,1 0 0,0-8-91,1-4 0,1-2-242,3-2 0,-1-8 117,7-2 1,-3-4 97,3-2 0,3-1-69,-3-4 1,3-3-136,1-7 0,3 0-146,2 0 1,-2-9 98,3-6 0,-4-2 158,-1-9 1,-1 1-138,1-6 1,-5 1-383,-1-1 1,-6 0 188,1 1 0,-3-1 160,-1 0 1,-6 0 129,0 1 1,-6 6 197,1 3 0,-4 4 80,-1 2 1,-6 1-111,-5 4 0,-2 3-136,-3 7 1,1 0 198,0 0 0,-1 2 347,1 3 0,-2-1-162,-4 6 1,4 5 59,-3 6 1,-2 4-207,1-4 0,1 6-17,5-1 0,-1 1-181,1-2 1,6 3 102,4-8 0,-2 6-212,2-6 1,0 1 65,5-6 1,2-7-183,3-2 161,4-5 1,6-1 22,0 0 0,6-7 22,-1-3 1,2-3-106,-1-3 1,-4-4 81,3-1 0,-4-4 27,-6 4 1,3 1-5,-2 4 0,-5 6 49,0 0 0,-3 7 415,2-2-220,-3 3-43,5 2 1,-7 7-74,0 3 0,0 3 35,0 3 0,0-1 98,0 1 1,1 4-142,4 0 0,-3-4 22,3-6 1,4-2-9,1 3-211,4 2 1,1-11 107,0 3 0,1-5-57,-1-5 1,5-3 24,1-8 1,1-4-142,-1-1 1,-4-6-155,3 1 0,-3-3 87,-2-1 0,1 1 169,-1 3 0,-5-1-36,1 7 0,-6 4 399,5 6-231,-7 7 37,4-4 0,-2 8-82,0 5 1,0 2 171,-5 7 0,0 8 234,0 2 0,-5 4-146,0 2 1,0-1-126,5 1 1,0-5 81,0-1 0,2-1-160,3 2 0,-2-4 53,8-7-210,-1 1 1,5-3 132,0-3 0,1-3-31,-1-7 0,6-12-346,-1-3 0,7-11 130,-1 1 0,-2-6 94,1-5 0,-6 2-150,1-7 1,3 2-141,-3-2 0,1 5 503,-6 11 0,-5 3 907,0 6-823,1 8 1,4 1-45,0 7 1,1 2 46,-1 3 0,0 3 9,1 8 1,-1 1 46,0 3 0,1-6-148,-1 6 0,0-8-1117,1 4 1,-3-1 261,-3-5 0,2 4 767,-7 1 0,-6 0 0,-8 1 0</inkml:trace>
  <inkml:trace contextRef="#ctx0" brushRef="#br0" timeOffset="2993">1074 461 8130,'-2'9'-674,"-3"-4"368,-4 3 1,-1 1 98,0 6 0,5 2 49,-5 4 0,6 3 853,-1 6 0,3 3-272,2 2 0,0-2-403,0 3 1,9-9 64,6-2 1,7-8 155,9-1 1,0-8-33,-1-8 1,3 0-52,3 0 1,1-13-20,4-8 0,2-6-3,-8-4 1,-6-6-410,-8-4 1,-4-2 168,-2 2 1,-6-3-167,-4 3 0,-10 4 102,-5 1 0,-9 9 161,-2 1 1,-6 14-6,1 2 1,-2 6 25,-3 4 1,0 2-134,0 3 1,6 4-128,-1 6 0,9 0-25,2 1 0,1-1 150,9 0 1,0 6 65,5-1 1,15 3 54,11-3 0,10-3 0,10 5 0</inkml:trace>
  <inkml:trace contextRef="#ctx0" brushRef="#br0" timeOffset="3355">4095 400 8079,'16'-14'-214,"-1"4"1,0-4 354,1 4 0,-1 2 102,0-3 0,2 6 83,4-5 0,-4 7-92,3-3 1,-1 0 32,2 1 1,-4-1-34,3 6 1,2 0-142,-1 0 0,6 0-5,-1 0 0,-3 0-186,3 0 1,0 0-78,4 0 1,-4 0-287,-1 0 0,-1 0-104,2 0 1,1 0 57,-7 0 507,1 7 0,-6-5 0,1 5 0</inkml:trace>
  <inkml:trace contextRef="#ctx0" brushRef="#br0" timeOffset="3525">4755 1 8935,'0'24'-242,"0"7"1,5 6 293,0 9 0,2 5-413,-2 0 1,-2 7 108,8-2 0,1-1 252,8 1 0,4 0 0,7 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2:58.78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31 1029 7933,'-7'-29'275,"-2"1"0,1 3 110,3-3 0,3-6-166,2-1 1,2-1-622,3 5 1,3 0 218,8 1 0,13-1 18,-4 0 0,6 8 207,-16 2 0,1 4 51,4 2 0,-1 4 282,1 1 1,-3 7-43,4-2 1,3 15-294,1 5 0,-1 16 145,2 0 0,-8 8-245,3-3 1,3 5 18,1-6 0,-8 1-35,-1-5 0,1-2 59,3-4 0,1-3-82,-6-6 1,5-8 149,1-3 1,-1-3 20,-4-2 0,-1-8-59,0-8 1,4-6 5,-4-9 1,4 1-648,-9-1 0,2-10 146,-1 0 0,0 0-40,-5 11 0,-1 6-118,-5 3 334,0 4 306,0 9 0,-2 8 0,-3 10 0,-4 17 0,-6 6 0</inkml:trace>
  <inkml:trace contextRef="#ctx0" brushRef="#br0" timeOffset="273">353 1565 7933,'-15'9'323,"6"-2"625,-5-7-555,13-7 0,-6-2-258,7-6 0,7 3-489,3-3 1,4 3-18,1-9 1,0-1 147,1 2 1,4-6 188,0 6 1,3-1 1,-3 6 0,-3 6 422,4 4 0,1 4-152,-2 1 1,6 1-18,-6 4 1,6 6-207,-6 9 1,6 4 2,-6 7 0,13-2-168,-3-4 1,-8 4 159,-6-3 0,-8-4 53,8-2 0,-10 1-52,10-6 1,6 4-362,3-9 0,-4-3-22,-11-2 0,5-5-112,6-5 0,1-4 484,-1-6 0,-11-14 0,3-3 0</inkml:trace>
  <inkml:trace contextRef="#ctx0" brushRef="#br0" timeOffset="760">1611 476 8001,'15'-22'0,"0"5"937,1-3-546,-8 3 1,11 3-63,-4 4 1,-1-4-280,-4 4 0,0 3-131,6 2 0,-1 2 151,0-3 1,1 5 155,-1-4 1,0 3 0,1 2 0,8 7-567,-4 3 0,4-1 159,-14 1 1,-1 5-64,1 6 1,-7 6 111,2-2 1,-5 4 103,-5 2 0,-5 0-13,-10-1 1,1 3 30,-7 3 1,1-9 3,-6 3 1,0-4 1,1 0 1,4-4 141,1-7 1,6 0-68,-2 1 1,9-6-38,2 0 1,7-5-68,-2 6 1,5-6-7,5 5 1,5-5 19,10 5 1,4-1 34,7 1 1,5 4-5,0-4 0,6 5-13,-1 6 0,2-4 147,-2 3 1,1-1-46,-6 1 0,0 2 208,-6 4 1,1 3-127,0-3 0,-7-3-46,-4 3 0,-10-7 36,-5 1 1,-3 2-48,-2-1 0,-2-1-59,-3-4 1,-10-1 48,-11 0 1,-3 1 7,-1-1 1,-1 0-26,0 1 1,-4-3-694,-1-3 0,0 2 50,5-6 1,-3 4-161,4-5 0,2 0-883,13-5 1072,0 0 0,1-2-145,4-3 660,3-10 0,21-9 0,3-7 0</inkml:trace>
  <inkml:trace contextRef="#ctx0" brushRef="#br0" timeOffset="1065">2516 507 7961,'23'-22'0,"0"5"401,-8-4 1,0 6 600,1 5 0,-6-2-274,0 7-565,-7 0 1,4 13-176,-7 8 1,-7 1 149,-3 8 1,-3 1 14,-3 4 1,1 1 13,0 0 1,1-2 20,4-4 0,3 3-96,7-8 1,0 6-162,0-6 0,2 6 142,3-6 1,8 0-149,8-4 0,6 4-6,-1 1 1,9-6 100,6-5 1,5-1-91,5 1 1,-1-1 53,6-4 1,-1-4-147,1 4 0,2-3 16,-7-2 0,-2 2-95,-8 3 0,2-8-85,-7 3 1,-6-9-300,-4 4 0,-7-2-987,1 2 541,-3-4-11,-8-6 1082,-2 0 0,-21-7 0,-3-2 0</inkml:trace>
  <inkml:trace contextRef="#ctx0" brushRef="#br0" timeOffset="1257">3144 476 7961,'0'-15'2226,"0"6"-1586,0-4-124,0 11-308,0-5 0,0 21-114,0 6 1,0 9 15,0 7 1,-1 3-165,-4 7 1,-4 6-84,-6-1 1,5 5 128,-1-5 0,1 7-454,-5-2 1,1-1 88,4 1 0,-2-5-107,7 5 1,0-8-127,5-2 0,7-2 606,3-8 0,10 0 0,4-5 0</inkml:trace>
  <inkml:trace contextRef="#ctx0" brushRef="#br0" timeOffset="1585">3819 338 7839,'0'-22'492,"0"5"799,0-3-1016,0 9-79,0 5 1,0 7-193,0 4 0,2 4 82,3 6 1,-1 2-54,6 4 0,2-9 21,8 3 0,4-5 97,7 0 0,6-3 75,4-7 1,3-3-32,2-7 0,7-2-74,3-14 0,-4-4 37,-6-6 1,-7 0-114,-9 5 1,-7 1 111,-8-1 1,-7 0 225,-8 1 0,-3 6-80,-7 3 0,-2 6-116,-14 5 0,-4 3-87,-6 7 1,0 2-166,5 3 1,2 5-352,4 10 1,4-3-677,11 4 0,-2 1-1792,7-2 2884,0 8 0,12-11 0,1 5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2:56.32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1 323 8064,'0'-16'61,"0"-4"1,0-2-1,0 0 483,0-1 1,0 3-262,0 5 0,5-1-83,0 1 0,9 0-296,1-1 40,7 1 1,9 1 92,0 4 0,1-2-11,4 7 1,1-5-56,4 5 1,2 0 91,-7 5 1,-6 5-129,-4 0 1,-7 7 53,1-2 1,-5 9-126,-4 1 0,-5 7 63,-6-1 0,-12 3 54,-3 2 1,-12-1 2,-4 1 1,-1-2-18,-9-3 1,2 1 34,-2-7 1,2 1 12,3-6 1,9 0 224,-4 1 1,10-6-71,1 0 0,5-5-78,4 6 1,6-3-76,10 2 1,1 4-14,9-4 0,5 4 61,16 1 0,-2 0 23,7 1 0,5 4-187,5 1 1,0 1 85,-5-2 0,0-1 171,0 7 0,-6-6-99,-5 6 0,-4-3 102,-5 3 1,-1 1 29,-9-6 0,-5-1 95,-11-4 0,0 4-141,0 0 0,-11 1 11,-5-6 0,-9 1 165,-1-1 0,-8-1 23,-2-4 1,-5 3-356,5-2 0,-6-3 62,1 2 1,2-6-263,-2 1 1,7 2-110,-2-2 1,4 0-287,1-5 1,7 0 119,4 0 100,3 0-861,8 0 0,2-2 523,7-3 1,9 2 723,6-8 0,14 1 0,10-5 0</inkml:trace>
  <inkml:trace contextRef="#ctx0" brushRef="#br0" timeOffset="938">1121 338 7523,'0'-9'-1186,"0"-4"1186,0 11 0,0-5 0,6 7-6,-4 0 0,7 0 5,-4 0-3,-4 0 1213,6 0-794,-7-6-100,0 4 1,-1-7 200,-5 4-171,5 3-223,-6-11 1,7 9 66,0-6 1,7 5-136,3-5 1,4 5 8,1-5 1,7 4-98,4-4 0,4 5 81,6-5 0,-3 6-141,2-1 1,-2 4 107,-3 1 0,1 1-12,0 4 0,-2 4-165,-4 6 1,-4 1 105,-11-1 1,-3 5-52,-7 1 0,0 4 151,0-4 1,-14 6 9,-6-1 0,-9-2-16,-7 1 0,7-4 126,-7 4 1,5-6-79,-9 1 1,11-3-53,-2-1 0,10-6 270,1 0-229,3-6 1,8 4-95,4-3 0,5-1 87,5 6 1,6 0-14,9 5 0,4-3 8,7 4 1,6-4-1,4 8 0,3 2-21,2-1 0,-5 4 8,0-4 1,-7 4 24,2-4 0,-4 6-21,-1-1 1,-2 1 182,-3-2 0,-9 3 3,-7-8 0,-7 1 98,2-6 0,-5-1-137,-5-4 0,-10 2-28,-11-7 1,-3 7-3,-1-2 1,-3-2 42,-2 3 1,1-6-918,-7 5 0,7-7 402,-2 3 0,8 0-1779,3-1 1110,6 7 1,-1-8-1034,9 6 2004,5-7 0,12 11 0,3-5 0</inkml:trace>
  <inkml:trace contextRef="#ctx0" brushRef="#br0" timeOffset="1100">2286 1105 7899,'-15'-31'1107,"-4"7"233,4 4 0,-4 10-1055,9 5 1,-4 3-449,-1 2 1,5 0-1806,-1 0 1370,1 7 0,0 0 23,0 3 0,6-2 575,-1-3 0,4-3 0,1 5 0</inkml:trace>
  <inkml:trace contextRef="#ctx0" brushRef="#br0" timeOffset="1495">2716 139 8132,'0'-31'365,"5"2"-55,0 3 1,0 4 1249,-5 7-859,0 6-332,0 3-129,-7 26 1,0 0-14,-3 21 1,-12 5 99,7 6 0,-11 5-141,16 0 0,-5 9-15,10 6 1,-1-4-46,6-2 0,7-3-205,3-1 0,6-8-237,4-3 1,2-5 239,4-5 1,3-3 14,-4-7 0,-2-8 45,-3-2 1,2-9-75,-1-2 1,-1-7-44,-5 3 0,-6-12-34,-4-4 0,-3-9-24,-2-1 1,-2-9-203,-3-2 1,-5-4 302,-11-6 0,-3-2-17,-6 7 0,21 0 193,4 6 1,-20 6-154,-21 3 1,0 10 111,10 0 1,10 8-320,6-2 1,3 8-346,1 2 1,8 7 112,3-2 0,5 4-170,5 1 1,32 1 334,14-1 0,-8-5 341,-12 1 0,-1-8 0,23 4 0,2-7 0</inkml:trace>
  <inkml:trace contextRef="#ctx0" brushRef="#br0" timeOffset="1833">3605 353 8010,'16'-46'0,"-8"2"218,-3 3 0,-1-3 400,1 3 0,-3 9 203,3 1-501,-4 10 1,-6-1-135,0 7 1,-8 6-208,-3 4 1,-1 5 56,-8 5 1,4 9 205,-4 6 0,-1 13-15,-5-2 1,2 8 0,4-3 0,3 6-311,6-1 1,8 3-147,3 2 1,3-1-237,2-4 0,2-6 307,3-9 1,3-4-17,8-7 1,4-6 101,1-4 0,4-5-37,-4-5 1,6-10-174,-2-11 0,4-3 80,2-2 1,0-4-110,-1-1 1,-6 0 315,-3 5 0,-6 7 701,-5 4-116,4 3-136,-12 8 0,4 18-153,-6 17 1,0 4-137,0 11 1,0 5-261,0 5 1,0 2 228,0-2 1,2-1-1099,3 6 1,4-2 134,6 3 1,-1 2 828,-4-2 0,4 2 0,-6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3:20.56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31 108 7815,'-5'-15'3105,"0"-1"1,8 3-3482,13 3 215,6-4 1,9 12-388,-1-3 0,1-2 271,0 2 1,6 0 209,4 5 0,-2-2-161,2-3 0,-7 4-2301,2-5 2529,-10 5 0,2 8 0,-4 1 0</inkml:trace>
  <inkml:trace contextRef="#ctx0" brushRef="#br0" timeOffset="138">16 400 7807,'-9'-2'3022,"4"-3"-1987,4 3 0,9-5-419,7 7 0,9 0-264,12 0 0,12 0-394,13 0 1,0-7 41,6-3 0,3-10 0,0-4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3:16.78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108 1519 7957,'-29'-24'0,"3"4"1165,6 3-721,9 8 0,-1-4-14,7 2-194,0 5 1,7-6-1,3 6 0,5-4-14,11 5 1,3-7-331,6 2 1,8 3 157,3 2 1,3 3 269,2 2 1,7 9-225,3 6 0,2 7 68,-2 9 1,4 7-232,-4 2 1,-1 5 103,1 1 0,-8 3 126,-2-3 1,-2 7-11,-8-12 1,0 5-621,-6-10 1,-6 0-321,-3-6 0,-4-6-313,-2-4 373,0 4 1,-5-8-183,1-1-171,-8-6 1080,4-9 0,-21-21 0,-3-4 0</inkml:trace>
  <inkml:trace contextRef="#ctx0" brushRef="#br0" timeOffset="188">736 1090 7957,'-15'0'290,"0"0"0,-1 8 287,1 7 1,0 16-260,-1 15 1,-6 7-50,-3 8 1,-4 7-85,-2 4 0,-6 5-381,-4 5 1,-2-4 214,2 4 0,-1-11 95,6-4 1,2-6 207,8-5 1,4-3-513,7-7 0,6-1-1688,4-5 1,5-4 1877,5-10 0,4 3 0,6-5 0</inkml:trace>
  <inkml:trace contextRef="#ctx0" brushRef="#br0" timeOffset="382">1611 1442 7949,'1'-8'1209,"5"3"0,4 1-974,10-1-187,4 4 0,2-6-72,-1 7 0,6 0-342,5 0 1,6 1-617,-1 5 1,2-5 164,-2 4 817,3 4 0,-12-1 0,6 8 0</inkml:trace>
  <inkml:trace contextRef="#ctx0" brushRef="#br0" timeOffset="538">1779 1810 7915,'-8'-8'4695,"1"1"-4663,7 0 1,9 6-410,6-4 0,2 3 222,9 2 1,1 0-697,9 0 0,5-5 392,10 0 0,3-7 459,8 1 0,6-2 0,2-3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3:14.26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30 1394 7870,'-9'-15'1262,"6"2"-653,6 2 0,6 4-517,6 7 0,0 0-70,1 0 1,6 0 147,3 0 0,-1 0 43,2 0 1,1 2-155,9 3 0,-7-1-207,7 6 0,-7-5-2142,6 5 2290,-2 0 0,-3 6 0,1-1 0</inkml:trace>
  <inkml:trace contextRef="#ctx0" brushRef="#br0" timeOffset="172">45 1778 7868,'-15'-7'1075,"4"5"1585,1-3-2144,7 4 0,-2 1-242,10 0 0,3 0-209,8 0 0,6 0 47,3 0 1,11 0-519,5 0 0,3-5-805,2-1 0,7-4 656,3 5 1,6-7 554,4 2 0,4-4 0,7-1 0</inkml:trace>
  <inkml:trace contextRef="#ctx0" brushRef="#br0" timeOffset="622">2499 321 7960,'2'-14'607,"3"4"1,5 5-335,4 3 0,1 2-37,0 0 1,6 7-73,-1 3 0,8 4-270,-3 1 1,-1 7 224,2 4 0,4 3 259,6 2 0,5 4-164,-5 1 1,5 0-35,-6-5 1,6-1-330,-5 1 1,2-2 133,-3-4 1,-4 3 231,0-8 0,-2 1-138,-9-6 0,1-1-860,-6-4 0,-5 2-527,0-7-440,-6 0 1748,3-5 0,-7-14 0,0-3 0</inkml:trace>
  <inkml:trace contextRef="#ctx0" brushRef="#br0" timeOffset="792">3266 14 8761,'-2'-8'613,"-3"2"0,-3 12-458,-8 4 1,-1 17 189,-3 9 1,1 8-146,-6 7 1,-6 4-216,-5 6 1,-7 6-396,3-1 1,-5 7-261,-1-1 0,-7 8-2754,-3 2 3424,3-7 0,-6 0 0,4-5 0</inkml:trace>
  <inkml:trace contextRef="#ctx0" brushRef="#br0" timeOffset="1066">1656 1256 8230,'0'-15'753,"1"5"-501,4 0 0,6-1 103,9-4 0,12 5-6,14 0 0,16-1-124,14-4 1,15-5-462,-41 9 0,2 1 0,4 0 1,2 0 307,3 2 0,1 0 0,3 1 0,1-1 92,6 0 0,-1 1 0,-2 0 0,0 0-64,0 2 0,0 0 0,0-1 0,-1 0-81,-4 3 0,0 1 0,-1-2 1,0 1 25,-4 0 0,-1 1 0,-2 1 0,-1 0-177,42-4 0,-1 3-193,-15 2 0,-6 0 218,-8 0 0,-11 5 110,-5 1 0,-10 0-126,-5 0 0,-16-5-2035,-4 4 1360,-11-3 1,0 3 431,-26 12 366,3-12 0,-8 7 0,-1 0 0,-2-5 0,-2-4 0</inkml:trace>
  <inkml:trace contextRef="#ctx0" brushRef="#br0" timeOffset="1406">2468 1441 8347,'-15'0'854,"0"0"1,1-2-147,4-3-533,3 3 0,7-3 44,0 10 1,-5 4 13,0 6 1,0 5 23,5 1 0,1 6 21,5-1 0,2 3 127,7 1 0,6 6-194,-1 0 1,8 5-167,-3-5 1,4 4 65,2-4 0,-1 0-184,1-5 0,0-1 8,0 1 0,-6 0 98,1-1 1,-9-4 60,-2-1 1,-1-9-150,-9 4-98,0-6 0,-7 8-32,-3-7 0,-10-4-128,-11-1 1,-11-5 191,-9 5 0,-2-6 96,-8 1 0,5-5-1767,-6-5 1,6-4 828,-5-6 1,8-9 962,2-7 0,0-6 0,7-9 0</inkml:trace>
  <inkml:trace contextRef="#ctx0" brushRef="#br0" timeOffset="1971">2361 1471 7893,'24'0'0,"5"0"1147,-4 0-668,4 0 1,2 0-463,0 0-14,6 0 0,-4 0-70,2 0 0,3 2 150,-2 3 1,5-2-178,-6 8 0,6-6 96,-5 5 0,5-5 155,-5 5 0,0-5-70,-6 6 1,-1-3-455,-3 2 1,1 4 101,-6-4 1,-6 4 159,-5 1 238,-6 1 0,1 4 241,-10 0 0,-1 3 188,-9-3 1,3-1-229,-8 6 0,3-1-135,1 2 0,3 1 103,2-6 0,0 4 205,5-4 0,1 4-239,5-4 1,7-1-280,3-5 0,9 1 77,2-1 1,4-6-147,-4-4 0,9-4-404,-4-1 1,6-1 276,-6-4 1,-2-6 129,1-9 0,-6 1-213,1-6 0,-8 1-390,-1-2 1,-8-5 195,2 1 1,-5-1-51,-5-5 1,-4-1 472,-6 1 0,0 5-44,-1 6 0,3 6 479,3-1 0,-2 3-151,6 1-253,1 8 90,5-6 0,2 12 195,3-3 1,4 4-202,6 1 1,5 1 10,1 4 0,5 6 107,-6 9 0,6-1-132,-6 6 0,6 1 108,-6 5 0,2-1-119,-1 1 0,-4 5 7,3 0 1,-1-1 73,1-4 1,-1 0 178,7-1 1,-6-6-12,6-3 0,-1-6 139,6-5 0,5-3-162,-1-7 0,1-2-31,-5-3 0,-6-8-283,1-8 0,-12-6 102,1 1 1,-10-1 143,0 1 1,-5-4-12,-5-1 0,-10 0-19,-11-4 1,1 7-945,-6 3 0,4 4-1338,-9-4 1,-2 11 2124,3-1 0,-8 10 0,4-2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3:11.98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124 812 8061,'-17'-2'89,"-2"-2"1,-2-2 0,3-1 695,1 0-842,1 2 0,8 3 1846,3-3 162,3 3-1469,2-4 1,14 4-194,6-3 1,16-4-28,10-6 0,3 0-3,13-1 0,2-6-212,13-4 1,0 3 0,-1-3 1,-2 0 183,2-4 1,-7-1-436,7 0 0,-9 6 164,-1-1 1,-10 6-395,-4-6 1,-6 8 259,-6-3 0,-2 6 53,-7 5 0,-8-2-413,-2 7-1583,-11-1 1028,-3 6 530,-7 0-410,-14 0 0,-1 7 366,-11 3 1,-4 6 601,-1 4 0,0 4 0,-6 7 0</inkml:trace>
  <inkml:trace contextRef="#ctx0" brushRef="#br0" timeOffset="954">737 106 7963,'-5'-20'371,"-2"-1"1,0 2 0,-1 2 153,-1 2 1,4 6-275,-5 4 0,7 5-28,-3 5 0,0 11 80,1 9 0,-7 13-119,1 8 1,3 10 36,-2 16 0,-1 6-131,-4 14 0,1 0-146,4 0 1,-3 2 60,2 3 1,5-8 60,0 3 1,5-12 112,1-4 1,0-6-99,0-8 0,7-3-93,3-2 0,3-10 79,3-6 0,1-7-165,3 2 1,2-4 58,4-1 1,3-7 133,-4-4 0,6-3-141,5-1 1,-4-8-117,4-3 1,2-5 137,-3-5 0,6-5-228,-5-10 0,5-6-691,-5-10 0,5-3 454,-6-7 0,1 0 115,-5 0 1,-7-2 104,-4-3 0,-4 2 18,-6-7 0,-3 6 248,-7-1 0,0 10-88,0 5 0,0 9-160,0 2 0,-2 11 251,-3-1 0,-4 9 777,-6 1 1,-5 10-366,-1 6 1,-4 7 27,4 3 1,-6 13-184,1 2 1,4 6-1,2 4 1,-3-3-200,3 3 0,5-5 68,4 5 0,8-2 64,-2-8 1,3 0-126,2-6 1,0-6-331,0-3 1,2-6-38,3-5 164,4 4 1,6-12-63,0 3 1,1-17 125,-1-9 1,0-2 38,1-8 1,1 2-16,3-12 1,-8 2-311,3-2 1,-3 3 55,4 8 0,-8 1 492,-3 3 512,4 4-419,-8 13-23,6 3 0,-7 19-81,0 8 0,2 1 214,3 3 0,-3 4-63,3 2 0,2 3-56,-2-8 1,7-2-148,-2 1 0,4-8-290,1-1 0,2-3 67,3-8 0,-2 0-15,2-5 0,2-1-20,-1-4 0,4-9 88,-4-6 1,4-8-239,-4 3 1,-1-9 75,-5-2 0,1-7 102,-1 2 1,-5 2-44,1-2 0,-3 7 85,2-2 1,-3 6 349,-7 4-150,7 4-11,-5 7-146,4 6 0,-6 9 302,0 10 0,0 11-75,0 4 0,0 11-84,0 5 1,0 3 16,0 2 1,0-5 12,0 0 0,0-2-109,0 2 0,6-8-199,-1-8 0,5-6 113,-5 1 1,7-9 90,-2-6 1,-1 2-15,1-2 1,0-7-25,5-8 0,1-7-64,-1-9 1,2-1 14,4-14 1,-4 0-615,3-5 1,2 0 307,-1 0 1,4 7 194,-4 3 0,4 5 166,-4 6 0,-1 9-194,-4 11 0,-1 4 360,0 1 0,-5 8-105,1 7 1,-6 4-117,5 12 1,-5-4 112,5 9 1,-5-4-215,6-1 0,-1 0-307,5-1 1,6-1-1407,-1-3 1852,7 3 0,4-12 0,8 5 0</inkml:trace>
  <inkml:trace contextRef="#ctx0" brushRef="#br0" timeOffset="1344">3176 459 7845,'-9'0'0,"-3"1"0,7 5 0,0 4 906,5 10-576,0 4 0,0 9 1,0 1 146,0 1 0,0 8-266,0-2 0,0 1 26,0-1 1,0 2-86,0-7 0,0 5 59,0-6 0,5-4 26,0-5 1,7-8-9,-1 3 1,2-6 17,3-5 1,-1 2-149,0-6 0,2-1 56,4-5 0,3 0 47,6 0 0,1 0 25,0 0 1,1 0-395,4 0 0,1-5 135,4-1 1,2 0 108,-7 0 0,4 3-204,-4-7 0,5 5-844,-5-5 1,-2 4-289,-8-4 0,-3 7 634,-2-2 1,-9 1-95,3-1 281,-3 3 438,-3-4 0,-3-1 0,-6-2 0</inkml:trace>
  <inkml:trace contextRef="#ctx0" brushRef="#br0" timeOffset="1575">3667 597 9862,'5'22'1176,"0"4"0,0 3-685,-5 1 1,2 8-137,3 3 1,-3 3-115,3 2 0,-4 0 21,-1 0 1,0 5-546,0 0 1,2 0-176,3-5 1,-1 0-521,6 0 1,-2-1-461,3-4 1,2-6 652,-3-9 1,4-1 784,1-9 0,8 3 0,0-11 0</inkml:trace>
  <inkml:trace contextRef="#ctx0" brushRef="#br0" timeOffset="1867">4234 305 7865,'-15'0'465,"1"7"152,4 3 0,-2 6 88,7 4-344,-7-3 54,10 12-207,-4-5 0,6 5 53,0-3 1,3-4-36,7-7 1,2-1-1,14-4 1,1-3 192,9-7-494,3 0 0,2-12 11,0-3 0,-7-11-101,2 0 0,-6-3-122,-4-1 1,-6-8 183,-9-3 1,-5 2-86,-6-2 1,-1 5 25,-4-4 1,-6 7 50,-9 3 0,1 6-3,-6 8 0,-1 3 385,-5 2 1,6 5-267,-1 6 1,6 6-335,-6 5 0,7 2-835,-1 3 1,5 4 109,4 1 1054,5 6 0,-1 4 0,-2 8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3:31.71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323 735 8099,'0'-16'-23,"-2"3"-22,-3 2 0,2 5 190,-7 6 1,-1 1-161,-4 4 0,-5 6-290,-1 9 0,-4-3 307,4 4 1,-4 2 68,4 3 0,-4-2 235,4 1-147,1-6 1,9 3-99,1-6 1,7 1-1,-2 3 0,3-8-30,2 3 0,2-3 53,3 4 0,3-1-18,8 0 0,4 1 16,1-1 0,6 0-107,-2 1 1,6 1 60,5 3 1,3-3-4,7 4 1,-5 1-6,0-2 0,-5 8-3,5-3 1,-4 4-77,-1 2 1,0-6 90,-11 1 0,-3-1-11,-1 6 0,-11-5-5,-5-1 0,2-6-139,-2 1 1,-7-3 162,-8-1 0,-10-1 3,-6 0 0,-10-4-91,-5-1 1,2-7-94,-2 2 0,-5-3-354,-5-2 0,-2 0 201,2 0 0,4-7 164,-5-3 0,6-4 122,5-1 0,-3-7 0,5-2 0</inkml:trace>
  <inkml:trace contextRef="#ctx0" brushRef="#br0" timeOffset="771">354 750 8061,'10'-15'209,"0"-1"1,-5 3 254,6 2-232,-8 5 0,11 0-332,-4 1 1,-2 0 17,3 5 1,0 0 50,10 0 1,-2 0 122,6 0 1,1-5 3,4 0 0,1 0-149,0 5 0,1-5 128,4 0 0,-4 0-53,4 5 1,-3 0 82,-3 0 0,1 0-396,0 0 0,-1 0 111,1 0 0,-5 0-6,-1 0 0,-6 0 174,1 0 0,-8 0-9,-2 0 58,-6 0 0,3 1 161,-7 4 0,0 4-160,0 6 0,-7 1-15,-3-1 0,-9 7 394,-2 4 1,1 3-129,5 1 0,-1 1-34,1 0 1,5 4-140,-1 1 1,8 0-26,-2-5 1,5-1 9,5 1 1,4 0-85,6-1 1,5-1-19,1-3 0,6-4 90,-1-7 0,3-1-91,1-4 0,6 2-9,0-7 0,1-1-146,-1-9 0,-5-4 66,0-6 1,-2-1-215,-9 1 1,-1-7-122,-9-4 1,-3-3 178,-7-1 0,-2-3-119,-3-2 0,-10-3 70,-11-3 1,-3-1 201,-2 6 0,1 0 10,-1 5 1,-3 6 240,3-1 0,-1 7-175,11-1 309,-6 3 8,10 2-275,2-1 0,10 6 47,10 0 1,10 6-52,11-1 0,4-2 15,6 2 0,3 0-31,7 5 1,6 2 39,-1 3 1,5 4 1,-5 6 1,0 7 11,-5 4 0,0 3 15,0 1 0,-7 6 15,-3 0 1,-9 6 84,-1-1 1,-7 2-77,1-2 0,-8 1 77,-2-6 1,1-2-44,4-8 0,0 1 123,1-6 0,-1-6-67,0-5 0,1-6-10,-1 1 1,5-5-216,1-5 0,-1-6 131,-4-9 1,-1-4-323,0-7 1,-1-6 110,-4-4 1,-5-8-173,-10-3 1,-7-6-30,-13 2 1,-3-3-160,-13-3 0,-5 8 304,-5 3 1,0 10 242,5 5 1,-5 12 47,0 9 1,2 6-113,8 9 1,1 0-395,5 0 1,9 12 125,1 3 1,7 6-71,8-1 0,3 9 333,7 7 0,7 7 0,2-4 0</inkml:trace>
  <inkml:trace contextRef="#ctx0" brushRef="#br0" timeOffset="1226">2562 796 8089,'-8'-15'475,"3"-1"-80,3 1-289,2 0 1,2 4 13,3 1 0,3 5-169,8-5 1,4 6-235,1-1 214,13-3 1,-9 4 90,11-6 0,2 2-52,-3-3 1,13-2-123,-2 2 1,4-2 8,-4-2 0,0 4 166,0 1 1,0 5-252,0-5 1,-7 6 227,-3-1 0,3-3 0,0-1 0</inkml:trace>
  <inkml:trace contextRef="#ctx0" brushRef="#br0" timeOffset="2164">2992 244 8068,'0'-9'-59,"0"-4"59,0 2 0,0 5-428,0-1 0,-5 25 505,0 8 0,-2 13 284,2 2 0,-4 3-141,-6 2 0,0 6 141,-1-1 1,1 12-97,0-2 0,4 4-146,1-4 1,2 1 53,-3-1 0,5-5-19,6 0 1,0-8-136,0-2 0,0-2 127,0-8 0,6 0-29,5-5 0,2-2-75,3-4 0,1-3-69,3-6 0,-1-1-91,6 0 1,-1-6 129,2-4 1,8-3-318,-3-2 0,8-2 29,-3-3 1,6-5 44,-1-11 1,-3 3 0,-3-8 1,3-1-167,-2-9 0,-1 2 13,-4-7 0,-2 5 112,-3-5 1,1 7 321,-7-2 0,-4 11-106,-6 4 1,-7 4 465,2 2-306,-3 6 1,-4 3 9,-3 6 1,-5 1 27,-10 4 1,1 9 194,-7 7 0,6 1-28,-6-2 1,2 4-75,-1 7 1,-2-1-221,6 1 0,-4-2 113,4-3 0,6 1-194,5-7 1,4 1 45,-4-6 1,7-5 79,-2 1 24,3-8-75,2 4 1,0-9-202,0-3 0,7-5 69,3-11 0,2 2-153,-2-6 0,4-1 78,-4-4 1,2 1 267,-2 3 0,2 4-21,-7 7 1,2 4 211,-2 1-237,-3 7 1,5 3 165,-7 10 0,0 5-45,0 6 0,0 3 142,0 6 1,1 1-48,5 0 0,-5-6-67,4 1 1,4-2-103,1 1 0,4-4 41,1-11 0,6 2-2,-1-7 0,6 0-68,-6-5 0,7-7-17,-1-3 0,-2-10-339,1-6 1,-1-3 162,2-2 0,1-6-276,-7-4 0,6-3 179,-6-2 1,-4 6 92,-6 5 0,-2-1 46,3 5 143,2-3-107,-11 17 251,5 2 0,-7 10 78,0 10 1,-2 5-97,-3 10 0,2 4 68,-8 7 0,6 1-30,-5 4 0,7-3-90,-2 2 0,3-2-38,2-3 1,2-1 2,3-3 1,1-4-15,5-7 0,2 1-85,-2-1 1,2-6-36,3-4 1,-1-4 66,0-1 1,6-6-300,-1-5 1,2-7 98,-1-3 1,-4-8-224,3-1 1,-1-3 112,1-8 0,-3 7-29,4-2 1,-4 4 192,-2 1 1,-1 7 143,-4 4 0,2 8 184,-7 2 0,2 6-116,-2-1 0,-3 12 204,3 8 0,2 6-117,-2 4 0,5 4 88,-5-3 0,12 3-89,-1 2 1,4-2-71,0-4 1,6 2-123,10-6 0,-2 4-223,7-4 1,-2 4-161,2-4 0,2-1-997,-8-4 1413,8-8 0,-4 6 0,7-6 0</inkml:trace>
  <inkml:trace contextRef="#ctx0" brushRef="#br0" timeOffset="2488">5216 290 8497,'-9'-7'677,"4"7"1,-1 14-499,0 11 1,-4 4-119,5 2 1,-2-1 58,2 1 0,2 5 124,-8 0 1,8 3-58,-2-8 0,3 3-138,2-9 1,0-1 255,0 2 1,9-8-164,6 3 1,7-4-145,9-2 1,3 1 186,7-1 0,0-1-194,10-4 1,4 2 113,1-7 0,3 2 75,3-2 0,-3-2-155,-2 7 0,1-6-237,-7 1 1,0-2-368,-5 2 0,-2-3 307,-3 3 1,-5-3-1703,-11-2 852,4 0-281,-12 0 1403,-1 0 0,-16-7 0,-9-1 0</inkml:trace>
  <inkml:trace contextRef="#ctx0" brushRef="#br0" timeOffset="2701">5645 305 8035,'11'7'942,"-1"3"0,-7 16-468,2 4 1,-3 16-113,-2 0 0,2 11-336,3-1 1,-3-2-58,3 3 0,-2-6-51,2 5 1,-1-7 110,6 3 0,-5 0-193,5 0 1,-1 4-662,1-5 0,5-7 391,1-8 0,1-5-428,8-6 1,1-9 861,4-11 0,8-17 0,1-5 0</inkml:trace>
  <inkml:trace contextRef="#ctx0" brushRef="#br0" timeOffset="2946">6320 274 8028,'-15'0'340,"0"7"90,-1 3 1,1 11 48,0 4-264,6 4 0,2 2 19,7 0 1,2 5-61,3-1 1,10-1-32,11-8 0,5-6 14,4-9 1,10-4-11,6-7 0,0-14-100,-5-7 1,-2-6-166,-3-4 1,-3-4 85,-8-1 0,-7-12-165,-8 2 0,-7-8-132,-8 3 0,-6-4 129,-5 9 1,-9 3 370,-6 13 1,-4 6-173,-6 3 0,2 11-470,-7 5 1,5 10 39,-5 5 431,0 11 0,-5 9 0,0 10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3:45.31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1 246 7834,'1'-15'0,"3"-1"323,1 1 0,2 5 126,-2-1 1,-2 3-330,7-2 0,1-4 63,4 4 1,0 1-209,1-1 1,6 2 129,3-3 1,6-1 41,5 7 0,-2-7-1,7 2 0,0 3 13,5 2 0,0 4-224,0 1 0,-2 1 108,-3 4 1,2 4-159,-8 6 1,-4 2 64,-5 4 1,-13-3-86,3 8 0,-11-2 9,0 1 0,-3 4 74,-2-3 0,-9 3-12,-6 2 0,-6-6-21,-4 1 1,-9-6 88,3 6 0,-3-7-48,3 1 0,2-5 215,4-4 1,-3 0-117,8-5 0,1 0 530,9-1-175,-4-3-348,13 5 0,-3 0 1,14 3 1,2-1 23,14 1 1,-1 5-116,6 6 0,5 1 71,0-2 0,5-1-100,-6 7 1,3-1 46,-2 6 1,-6-6-73,1 1 0,-2-1 77,-9 6 0,-1-5-5,-9-1 1,-3-6 26,-7 1 0,-1-3-1,-5-1 1,-9-1 168,-11 1 0,-9-1-99,-6 0 1,-10-5-341,-6 1 1,-2-3 105,-3 2 0,3 4-591,3-4 0,-1-3 173,11-2 1,-1 2-416,11-2 981,0 0 0,5-5 0,1 0 0</inkml:trace>
  <inkml:trace contextRef="#ctx0" brushRef="#br0" timeOffset="592">1458 169 8062,'-2'-15'387,"-3"0"1,2 6-328,-8 4 1,3 5 74,-2 5 1,-9 9 97,3 6 0,-2 6-52,2-6 1,3 7-139,3-1 1,-2 1 249,6-1 0,-4 1-86,5-6 1,2 4 86,8-4 1,3-1-110,8-5 1,6 1 124,3-1 0,6-5-167,5 0 0,3-6-160,7 1 1,0 2 127,0-2 1,0 0-105,0-5 1,5 0-284,0 0 1,-5 0 165,-5 0 0,-8 0-812,-3 0 1,-1 0-24,-8 0-1201,-1 0 1081,-11 0 1065,-2 7 0,-21 1 0,-3 8 0</inkml:trace>
  <inkml:trace contextRef="#ctx0" brushRef="#br0" timeOffset="818">1642 16 8036,'15'-7'106,"-6"5"0,-1-4 152,-3 6 0,-3 6 29,3 5 0,-3 9 336,-2 6-451,0 9 1,-2 6 25,-3 10 0,-4-3-1,-6 3 1,5 2-262,0-2 0,1 5 132,-1-4 0,1-1-487,4-5 0,4 5 265,-5 0 0,5 0-660,1-5 0,5-5 125,0 0 689,7 0 0,-4 5 0,8 0 0</inkml:trace>
  <inkml:trace contextRef="#ctx0" brushRef="#br0" timeOffset="1021">2133 951 8033,'0'-22'1073,"0"0"1543,0-3-2194,0 2 1,-2 15-57,-3 3-2055,3 3 1450,-12 2 0,6 7-1164,-7 3 0,6 4 1403,4 1 0,-4 0 0,1 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3:50.74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399 0 8081,'-21'0'69,"-1"0"1,0 0 444,0 0 0,-5 9-223,1 6 0,-8 16 400,-2 15-398,0 7-897,6 8 949,-1 7 1,2 2-257,4 7 0,4-6 174,11 1 1,3-7-29,7 1 0,2-4-122,3-6 0,3 2-596,8-7 1,6-2 206,3-8 1,4 2-46,2-7 1,0-6-134,-1-4 0,3-7-301,3 1 0,-4-10 292,4-5 0,-4-3 463,-1-2 0,1 5 0,-3 0 0,-5-1 0,2-3 0,1-1 0</inkml:trace>
  <inkml:trace contextRef="#ctx0" brushRef="#br0" timeOffset="316">445 415 8058,'-9'-16'0,"4"1"570,10 0-396,-3 6 1,12-3-103,-4 7 102,3-7 1,5 10 19,2-3 0,4 4-165,7 1 1,-1 6 30,1 5 1,5 4 109,-1 5 1,0 4 23,-10 7 0,2 0-48,-6-1 1,-2 6-227,-9 0 1,-3 6-12,-7-1 1,-2 4 133,-3 1 0,-5-7 0,-11-3 0,-3-6-176,-6-4 0,-3-4 73,-3-7 0,2-6 54,-7-4 1,7-3 3,-1-2 1,7-7 181,3-3 443,6-4 1,4-1 55,10-1-487,3 1 1,15 0-112,8-1 1,13 8-125,7 3 0,3 3-684,2 2 0,12 0 432,4 0 1,4 2 152,0 3 1,-3-2 141,4 7 0,-4 1 0,-2 4 0</inkml:trace>
  <inkml:trace contextRef="#ctx0" brushRef="#br0" timeOffset="766">1472 568 8027,'-1'-21'-487,"-4"1"222,3 0 1,-10 9 97,7 1 1,-7 7-11,2-2 0,-4 5 1234,-1 5-670,-1 3 0,-1 13 164,-3-1 1,3 7-221,-4-1 1,6 5-165,5 4 0,-2 0-37,7 5 1,0-5 171,5 0 0,0-2-102,0-3 1,7-4 34,3 0 1,3-13-148,3 2 0,4-9-275,1-1 1,4-4 167,-4-1 0,4-8 69,-4-7 1,6-9-77,-1-12 1,-3-3-66,3-7 1,-7-2-1065,1-3 0,-3-4 583,-1-6 0,-3-4 208,-3 4 1,2-2 82,-7 12 0,2 6-138,-2 10 0,-3 9 419,3 6 0,-3 9 0,-2 4 0,0 21 0,0 7 0,0 6 1642,0 4 0,0 6-658,0 4 0,0 2-480,0-3 1,2 5-336,3-4 0,3 3-434,8 2 1,-1 0-596,0 0 0,6-2 476,-1-3 0,6 4 139,-6-5 1,6 3 244,-6-2 0,7 3 0,-3-5 0</inkml:trace>
  <inkml:trace contextRef="#ctx0" brushRef="#br0" timeOffset="920">2193 859 7943,'-5'-20'776,"0"-1"-99,0 1-724,5 11 105,0 3 1,0 7 162,0 4 0,0-1 110,0 6-331,0 0 0,-7 6 0,-1-1 0</inkml:trace>
  <inkml:trace contextRef="#ctx0" brushRef="#br0" timeOffset="1387">2469 691 8034,'-8'0'717,"1"0"1,7 1-204,0 4 1,0 6-14,0 9 0,5 6-217,0 9 0,2 0-66,-2 5 1,2 1 14,3 5 1,4-5 10,-4 0 1,2-2-15,-2 2 0,2 2-59,-7-7 0,6-1-419,-6-4 1,0-7 32,-5-4-67,7-2 275,-6-3 1,6-8 58,-7-7 1,-2-14-456,-3-12 0,2-9 176,-7-6 1,6-12 139,-1-8 1,3-2-315,2-9 1,0-5-1344,0-5 1,12-6 753,4 1 1,9 7 989,1 8 0,-2 7-52,1 19 0,-6 6-31,1 14 0,-2 6 472,-3 9 0,0 6-376,1 10 0,-1 4-144,0 6 1,-1 6 438,-4-1 1,4 7 1092,-4-1 0,-3 3-536,-2 2 1,-3-1-407,-2 1 0,0-2-212,0-4 1,-2 4-136,-3-3 1,-5 3-307,-11 2 0,2-2 195,-6-4 1,-1 2 136,-4-6 0,1-1-375,3-4 1,0-6-1423,11 0 1,-4-6 523,9 1 1135,3-4 0,-6 6 0,4 2 0</inkml:trace>
  <inkml:trace contextRef="#ctx0" brushRef="#br0" timeOffset="1542">3190 829 8025,'16'0'0,"-6"-2"1111,0-3-158,-6-4-559,2 1 1,-6-1 63,0 4-1922,0 3 371,-6 2 1,2 7-139,-6 4 1231,7 2 0,-11-4 0,5 6 0</inkml:trace>
  <inkml:trace contextRef="#ctx0" brushRef="#br0" timeOffset="1783">3635 16 8169,'24'1'932,"-4"5"1,3 4 969,-3 10-1236,7 11 1,-10 8-181,4 7 0,-4 7-210,-2 3 0,-1 4 355,-4 1 1,-3 1-195,-7-1 1,-2 0-175,-3 1 0,-5-3-93,-11-2 1,-2 2-570,-8-3 0,-7 2-208,-3-1 1,-13 2-864,-13-3 0,-6 9 1253,28-32 1,-2 1-1,-1 2 1,-1 1 216,-7-1 0,0 0 0,0 2 0,1 0 0,-4 1 0,0 1 0,0 0 0,-1 0 0,-1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3:47.63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568 262 7927,'-10'-16'-268,"0"1"0,5 0-71,-5-1 198,6 8 0,-10-4 110,4 7 1,-5-6 102,-6 6 1,3 0-57,-8 5 0,1 0-46,-6 0 1,0 0 0,1 0 0,-1 5 1,0 0 1,1 9 903,-1 1 0,0 2-370,1 9 1,4-2-159,0 1 0,8 4-181,-3-3 0,6 3-204,5 2 0,3-6 20,7 1 0,0-8 149,0 3 1,7-9 0,3-2 1,5-6-100,6 1 0,2-4-157,8-1 1,5-6-131,0-5 0,10-2-72,-5-3 1,6 1 90,-6 0 1,2-6-70,-2 1 1,-4 1 192,-6 9 1,-5-2-16,-1 7 1,-11-2-252,1 2 129,-3 3 0,-3 2 857,-4 10 1,-4 4-168,-1 1 1,-6 7 34,-5 4 0,-2 8-228,-3 2 0,1 6 31,0-1 0,-1 2-283,1-2 0,0 3 183,-1-3 1,3 2 11,2-2 0,0 3-32,5-3 0,-4 1-1826,5-1 0,0 2 114,5-7 1551,0 0 0,0 1 0,0 2 0</inkml:trace>
  <inkml:trace contextRef="#ctx0" brushRef="#br0" timeOffset="1644">1228 47 8018,'0'-15'-67,"0"6"31,0-5-216,0 13 889,0-6-583,-7 14 0,4-1-7,-8 5 1,6-3 34,-5-3 150,7-3-177,-11 5 1,11-2 2,-8 0 1,6 2-27,-5-2 0,7-2-2,-2 8-6,-4-8 1,2 11 22,-3-4 1,-2-2-7,7 3 1,-7-1-11,2 5 0,-2 6 214,2-1 1,-4 7-44,4-1 1,-6 5 74,-4 4 0,3-1-42,-4 7 0,4 2-42,2 8 1,5-1-138,0 6 0,6-7 116,-1 2 0,3-3-19,2-2 1,2-5-44,3 0 1,4-9-103,6-1 0,7-2 86,4-9 0,8 1-9,2-6 1,-1-1-53,-4-4 0,5 2-148,0-7 0,1 0-142,-1-5 1,-4-2 108,4-3 1,-9-5 165,-1-10 0,-7 3-32,1-4 1,-10-1-459,-4 2 1,-6-8 126,-6 3 1,-4 1 142,-10-2 0,-6 2 98,-10-1 1,1 3 189,-11 6 1,8 8-305,-8 3 1,5 3 104,0 2 0,4 7 35,6 3 1,7 4 23,4 1 0,4 6-1641,6-1 1695,3 7 0,1-3 0,-3 7 0</inkml:trace>
  <inkml:trace contextRef="#ctx0" brushRef="#br0" timeOffset="2458">2041 538 7997,'0'-24'277,"0"2"-417,0 6-257,0 1 484,0 6 310,0 3 0,0 7-237,0 4 0,-2 6-20,-3 9 1,3 4 249,-3 7 0,3-1-256,2 1 0,0 5-135,0 0 0,0-2 58,0-9 1,0 3-124,0-8 1,0 0-19,0-4 1,6-6 93,-1 0 0,1-6 16,0 1 1,-3-5-46,7-5 1,-5-6-153,6-9 0,-1-4 5,5-7 1,0-1-217,1-4 1,-1-3 39,0-7 0,1 2-123,-1 3 0,1-2 492,-1 7 0,-2 7-96,-2 9 1,-3 5-353,-3 4 460,-3 5 0,10 7 615,-7 4 1,0 11-296,-5 9 1,0 11 88,0 5 0,0-2-202,0 2 0,0-2-136,0 2 1,7 2-181,3-7 1,-1-2 63,1-9 1,0-3 163,6-6-160,-1-1 0,0-6-125,1-4 1,1-5 81,3-5 1,-3-6-137,4-9 0,1-6-4,-2-9 0,1-5-245,-6-6 0,0 0 94,1 0 0,-1 0 68,0 0 0,-4 9 91,-1 6 1,-7 7-309,2 9 1766,4 0-744,-8 6 1,8 11 155,-4 13 1,-1 2-446,6 9 1,2 1-104,8 9 0,-1-4-685,6 4 1,-4-4 327,4-1 0,1 1 87,5 4 1,-6-2 53,1 7 71,-7-7 0,3 11 0,-7-6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3:58.54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292 614 8296,'0'-24'0,"0"4"0,0 3 491,0 1 0,1 1-243,4 0 1,-1-1-16,6 1 0,0-2 29,6-4 0,-6 4-151,0-3-142,-6-4 1,4 7 33,-3-4 1,-3 4-72,3 2 0,-3 5-65,-2 0 0,-7 6 85,-3-1 1,-11 7 70,-4 8 1,-6 7 23,-5 14 0,4 1-7,-4 4 1,-1 1 27,1 4 1,2 4 286,8-4 0,4-4-253,7-1 0,6-5-67,4-6 0,3 2 19,2-6 0,7-2-106,3-9 0,6 2 41,4-7 1,4 0 66,7-5 0,-4-7-35,4-3 0,-4-5-154,9-6 1,-4-4-311,-1-11 0,-1 3 185,1-2 0,-7 2-32,-4 3 1,-3 1 330,-1 3 0,-3 4-262,-2 6 226,2 8-106,-11 1 0,5 14 16,-7 3 0,0 9 132,0 1 0,0 8 228,0-3 1,1 4-144,5 2 0,-3-2-85,7-4 0,0 3-690,6-8 0,-1 1-114,0-6 1,1-1-171,-1-4 927,0 3 0,8-11 0,0 5 0</inkml:trace>
  <inkml:trace contextRef="#ctx0" brushRef="#br0" timeOffset="233">706 0 8225,'20'0'165,"1"0"1,4 2 383,-4 3 0,6 11-80,-1 9 1,8 11-169,1 5 1,11 8-34,-5 2 0,5 7 13,-10-2 1,0 13-449,-5 7 0,-14 6 134,-7 5 1,-7 2-284,-3-8 0,-8 1 89,-8-5 0,-13-9-184,-11-6 0,-13-3-87,-9-8 0,-13 6 249,33-31 1,-3-1 248,1 1 0,-2-1 0,-1-4 0,-1-3 0,-1-1 0,-1-2 0,-1-2 0,0-3 0,-48 0 0,3-7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4:01.75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353 520 8422,'-15'-15'-23,"-1"7"1,1-4 100,0 7 0,-1 1-146,1 9 1,-7 5 125,-4 11 0,2 3 321,-1 6 0,-1 3-124,-4 3 1,4 3-50,1 7 0,6 5 109,-2 0 1,11 0 150,5-5 0,3 0-327,2 0 0,2-7-131,3-3 1,5-9-61,11-1 0,1-7 170,3 1 0,10-8-161,-5-2 1,11-6 11,0 1 1,3-10 77,2-5 1,0-6-224,0-4 1,0-4-317,0-7 1,0 1 137,0-1 1,-8 0-80,-7 1 0,-2-3-71,-9-3 1,-1 6 106,-9-1 1,-1 7 403,-4 9 0,-4 5-83,4-1 0,-10 8-155,-5-2 0,-3 12 323,-3 8 0,-4 2 531,-1 9 0,1-6-327,4 6 1,3-2 133,3 1 1,3 4-271,7-3 1,0-4-25,0-2 0,2-3-185,3-1 1,5-3 91,10-3 0,-3-3 48,4-7 1,3-1-185,1-5 0,2-2-288,-1-7 0,3-8 96,-3-2 0,-4-4-76,-2-2 0,-3-1-4,-1-4 1,-8 2 108,-3-7 0,-3 5 139,-2-5 0,0 7 101,0-1 0,0 7 227,0 3 0,0 11-211,0-1 0,0 8 281,0-3-275,0 6 167,0-3 0,8 7 72,8 0 1,1 6-108,8-1 0,3 7 49,7-2 1,0 3-97,5 3 0,1 6 5,5 4 0,0 2-6,0 3 0,-5 2-9,0 2 0,-7-1-60,2 7 1,-5-7 8,-6 2 0,-4-3-56,-11-3 0,-3-6 80,-7-3 0,-2-6 189,-3-5 1,-5 2-237,-11-7 0,-9 0-241,-11-5 1,1-1 91,0-5 1,-1 3-185,-5-7 0,5 0-49,0-6 0,12 6 375,-2 0 0,11 0 0,-2-6 0</inkml:trace>
  <inkml:trace contextRef="#ctx0" brushRef="#br0" timeOffset="608">2439 382 8226,'5'-15'0,"0"0"-102,-1-1 176,-3 8 85,-1 1 33,0 7-36,0 14 0,-1 4-185,-4 18 1,1 0 409,-6 10 0,0 3-124,-6 13 0,3-3 48,3-2 1,3 1-98,7-7 0,1 0-220,5-5 0,2-7 100,7-3 1,8-5 61,2-6 0,4-4-129,2-11 0,-1-3 97,1-7 0,7 0-203,2 0 0,5-14 44,1-6 1,5-9-211,0-7 0,-2-5 89,-8-10 1,2 1-285,-7-6 0,-6-5 93,-4-6 1,-14-1-41,-2 2 1,-6-4-154,-4-7 1,-9 2 23,-6 3 0,-2 11 634,-9 10 0,-5 12-137,-4 8 0,-10 9 268,-1 12 1,-1 5-149,-10 10 1,8 5 93,-2 10 1,5 4-65,5 7 0,3 0-35,8-1 1,1 8-122,3 3 0,4-2-344,7 2 0,1 1 375,4 10 0,-4 2 0,6 7 0</inkml:trace>
  <inkml:trace contextRef="#ctx0" brushRef="#br0" timeOffset="803">2531 597 8407,'-8'-8'214,"2"-8"473,5 1-810,1 0 190,0 8 1,7 7-388,3 0 1,10 0 35,6 0 0,3 0-119,1 0 1,6 0 159,0 0 243,7 0 0,-4 7 0,7 1 0</inkml:trace>
  <inkml:trace contextRef="#ctx0" brushRef="#br0" timeOffset="1099">3482 520 8356,'0'-30'-4,"7"6"127,3 3 0,4 6 16,1 5 1,6-2 24,-1 7 1,12-2-391,-1 2 0,10 3 108,0-3 1,3 3-256,2 2 0,0 2 134,0 3 1,-7 4-176,-3 6 0,-5 0 414,-6 1 0,4 6 0,-5 2 0</inkml:trace>
  <inkml:trace contextRef="#ctx0" brushRef="#br0" timeOffset="1273">3375 919 8101,'-9'-37'480,"-3"6"556,7 0-737,0 14 0,7 11 94,3 6 1,8 0-494,8 0 0,8 0-442,2 0 1,4 0-711,6 0 830,10 0 0,-8 1-43,13 4 0,-5-1 465,6 6 0,-8 0 0,4 6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4:04.34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522 154 7684,'0'-16'-602,"5"6"475,0 0 0,12 5 212,-2-6 0,9 3-106,-3-2 0,7-4 74,3 4 1,0 1 163,5-1 0,-2 2-96,2-3 1,-4-1 4,4 7 0,-4 0-67,-1 5 0,-6 0 47,1 0 1,-7 2-168,1 3 1,-10 3 109,-5 8 0,-3 1-46,-2 3 0,-2-1 64,-3 7 1,-3-8 1,-8 3 1,-6 1 2,-3-2 0,-4 1 6,-2-6 1,0 1 21,1-1 0,1-1 101,3-4 0,-1-2-35,6-3 1,1-3 47,5 3-82,-1-3 80,8-2-283,1 7 1,9-6 51,3 5 1,8 0-70,8-1 1,6 1 14,-1-6 1,8 1-200,2 4 0,6-3-24,-1 3 0,2-1 152,-2 1 1,3-4-395,-3 5 1,-4 2-37,-1 2 574,-4-3 0,-8 7 0,-2-6 0</inkml:trace>
  <inkml:trace contextRef="#ctx0" brushRef="#br0" timeOffset="361">0 890 8377,'15'-7'190,"2"5"-336,4-3 122,3 3 0,6 1 84,1-4 0,12 1-125,3-6 0,15 0 249,0-6 0,6 6-4,-1 0 0,4 0-264,7-6 0,5 6 210,0 0 1,-1 0-161,-4-6 1,5 6 39,0 0 0,-6 7-80,-4-3 0,-9 0 39,-2 0 0,-6 1-221,-9 5 1,-9 0-703,-6 0 448,0 0 364,-14 0 1,-2 7-7,-10 3 0,-12 2 254,-8-1 0,-14 9 0,-10-3 0</inkml:trace>
  <inkml:trace contextRef="#ctx0" brushRef="#br0" timeOffset="674">644 1012 7858,'-7'9'-10,"6"5"0,-8-4 28,4 10 0,-2-3 119,-3 4 0,-2-2 168,7 1 1,-2-3-153,2 3 1,3 3 91,-3-3 0,10 1-80,6-6 1,2 0 19,3 1 1,6-6 25,3 0 1,11-5 4,5 5 0,3-6-80,2 1 1,5-3-168,1-2 0,6 0 45,-2 0 1,2-2-256,-2-3 0,0 3-520,-10-3 1,2-2 386,-12 2 1,-6 0-677,-4 5 511,-7 0 539,3 7 0,-20-6 0,-4 6 0</inkml:trace>
  <inkml:trace contextRef="#ctx0" brushRef="#br0" timeOffset="861">936 1135 8175,'8'-15'-10,"6"6"1,-6 2 130,8 7 0,-6 12-18,0 4 0,-6 11 30,1 4 1,-4 4-160,-1 6 0,0 9-164,0-4 0,0 5-120,0 0 0,0 9 310,0 6 0,-6 14 0,-3-1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4:07.19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307 338 8219,'-16'-10'59,"1"0"0,0 3 1,-1 3 18,1 4 1,0 9 54,-1 6 1,-6 9 9,-3 12 0,1-2 72,-2 7 1,6 0-1,-6 5 1,7 5 323,-1 0-265,10 0 1,3-5-76,7 0 0,0-2-154,0-3 0,7-3-65,3-8 1,5-1 176,6-3 0,3-4-155,6-6 1,3-8 80,3-3 1,-2-3 34,7-2 0,-4-7-111,9-3 1,-8-11-136,8-4 1,-4-11 47,4-5 0,-5-3-158,0-2 0,-9-2-331,-1-3 0,-7-4 252,-9-6 1,-1 1-324,-4 4 1,-5-9 292,-10 4 1,-3-7 110,-8 7 0,-1 3 66,-3 12 1,-4 6 134,-7 5 1,1 9 117,-1 6 0,0 9-58,0 6 1,-3 4-3,4 1 1,-3 6-60,13 5 1,-6 2-206,6 3 1,1 6 60,9 3 0,-2 4 180,7 2 0,-7 6 0,3 3 0</inkml:trace>
  <inkml:trace contextRef="#ctx0" brushRef="#br0" timeOffset="237">169 629 8178,'-9'-6'324,"-4"-3"1,9-1-112,-6 0 158,7 6 89,-4-3-358,7 7 1,7-1-214,3-4 1,10 3 148,6-3 0,4-2-283,6 2 1,3 0-101,7 5 1,0 0-275,0 0 1,0 0 230,0 0 388,7 0 0,-5 13 0,5 4 0</inkml:trace>
  <inkml:trace contextRef="#ctx0" brushRef="#br0" timeOffset="521">1288 522 8422,'0'-15'1002,"0"-1"-482,0 1-389,0 0 119,0 6-264,0 2 69,7 7 1,7-5 52,6 0 0,8 0-269,-3 5 1,4 0-241,2 0 1,5 5 273,-1 0 0,1 7-561,-5-2 0,-2 1 164,-4 4 524,-2-3 0,-8 17 0,0-5 0</inkml:trace>
  <inkml:trace contextRef="#ctx0" brushRef="#br0" timeOffset="675">1350 829 8218,'-29'-4'2785,"3"-6"-2316,4 0-283,7-12 0,6 12-17,4-1 0,5 8-196,5-2 0,9 3-591,6 2 1,13 0 448,-3 0 0,11 0-726,0 0 0,3 0 239,2 0 0,-5 0 656,0 0 0,-7 7 0,4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4:14.80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307 491 7910,'0'-20'0,"0"-2"-411,0-2 1,0 5 746,0-1 1,-2 8-147,-3 2 1,2 4-241,-8-4 0,6 7 182,-5-2 0,5 3 292,-5 2-279,-1 0 1,-4 0 128,0 0 0,5 7-92,-1 3 1,1 5-58,-5 6 0,-1 4 184,1 11 1,0 0-135,-1 10 1,1-2 51,0 12 1,-1-4-96,1 4 1,0-2-197,-1 3 0,8-1 119,3-10 0,3 3-135,2-8 1,0-8-13,0-3 1,12-4 157,3-1 1,6-8-138,-1-6 1,4-8 36,7 2 1,1-5-174,4-5 0,3-10-94,7-11 0,0-5-100,0-4 1,-5-4 161,0-8 0,-9 0-87,-1-4 1,-2 1 120,-9-6 0,1 7-9,-6-3 0,-1 13-322,-4 9-52,-3-1 1723,-7 14-761,0 2 0,-7 15 9,-3 10 0,-9 10-94,-1 6 0,-1-1 32,6 6 0,0-4-134,-1 9 0,6-2-12,0 2 0,6-5-259,-1-1 1,5-1 76,5-8 0,4-3-114,6-7 1,2-5 20,4-6 1,3 0 10,6 0 0,6-8 14,0-7 0,5-8-120,-5-7 1,1-3 158,-1-2 0,-9 1-2,4-7 1,-11 7-295,1-2 0,-4-2 83,-2 2 1,0 1 209,1 4 1,-6 7-26,0 4 0,-6 3 225,1 1-243,3 8 237,-6 1-222,12 7 67,-6 0 1,7 7 183,1 3 1,1 4-45,3 1 1,-3 5 40,4 1 1,3 6-63,1-1 0,-1 4-52,2 6 0,-8 3-31,3 7 0,-1-5 0,-4 0 0,1-7 28,-12 2 1,5-9-1,-5-1 0,-2-7 231,-8 1 0,-3-8-155,-8-2 0,-6-6-22,-3 1 1,-6-4-194,-5-1 1,2 0-273,-7 0 0,7-6-5,-2-5 0,6-2-274,4-3 0,1 6-203,9 0 1,-1 5 24,12-5 804,0 6 0,19-16 0,3 3 0</inkml:trace>
  <inkml:trace contextRef="#ctx0" brushRef="#br0" timeOffset="248">1718 307 8097,'-15'-15'0,"-1"0"1152,8-1-196,-6 1-626,12 6-183,-4 3 1,7 6-131,4 0 0,9-2-265,7-3 1,11 3-127,-1-3 0,9-2 166,1 2 1,4-5-131,1 5 1,0 0 115,0 5 0,0 0 222,0 0 0,-7 6 0,-2 3 0</inkml:trace>
  <inkml:trace contextRef="#ctx0" brushRef="#br0" timeOffset="425">2377 47 8321,'0'-16'625,"0"1"-655,0 6 216,0 3 0,-5 12-97,0 5 0,-5 9-198,5 6 0,-7 4-108,2 6 1,1-4-241,-1 4 1,7 3 104,-2 2 352,3 4 0,2 1 0,0 0 0</inkml:trace>
  <inkml:trace contextRef="#ctx0" brushRef="#br0" timeOffset="725">3282 62 8103,'-15'-22'0,"0"11"797,-1 1-537,1 7 1,-5 11 0,-3 9-50,0 12 0,-3 11 55,-5 11 0,1 5 245,-1 10 1,2-6-218,3 7 1,6-8-58,10 8 0,3 1 29,7-2 1,9-4-30,6-6 0,12-2-522,9 3 1,8-5-113,2-6 0,2 1-412,8-1 0,-10-6 420,5 1 233,-13-7 0,13 4 0,-12-7 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5:41.71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16 106 7921,'-5'-22'466,"0"-2"1,1 0 566,2 4 1,9 9-812,4 6 0,4 5-171,5 5 1,4-1-210,7 6 0,0 0 26,-1 6 1,6-6-263,0 0 0,6 0-108,-1 6 1,-3-6 282,-2 0 0,1 0-527,-1 6 1,0-6-34,-6 0 779,1 0 0,-7 13 0,-2 0 0</inkml:trace>
  <inkml:trace contextRef="#ctx0" brushRef="#br0" timeOffset="124">231 382 7921,'-38'9'0,"1"-8"0,-4-6 0,10-7 2541,11 2-796,2-4-181,10 6-1102,1-6 0,17 13-551,11-5 0,13 6-849,22 6 1,9 2-2319,17 7 2997,3 1 1,-36-8-1,1-1 1,0 1 0,0-1-1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5:39.74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200 1013 6051,'-9'-7'2225,"2"-1"-2079,7-1 0,2-3-252,3 7 0,4-2-338,6 2 1,0 4 246,1-5 0,-1 5 3,0 1 0,-5 0 113,1 0 0,-1 0 41,5 0 0,-5 0-23,1 0 1,-1 0-53,5 0 1,-5 0 114,1 0 0,-8 0 0,11 0 0,-6 0 0</inkml:trace>
  <inkml:trace contextRef="#ctx0" brushRef="#br0" timeOffset="530">522 215 8216,'-9'-8'0,"4"-6"282,3-4 1,2 2-83,0 6 0,0 5 322,0-5-291,0 6 1,2-8-315,3 7 0,4-5 21,6 5 1,0-2 15,1 2 1,4 2 146,1-8 0,4 8-88,-4-2 0,4 3-12,-4 2 0,4 2-140,-4 3 0,2 3 129,-7 8 1,3 1-8,-9 3 0,-3-1 8,-2 7 1,-5 4 44,-5 6 0,-6 2-50,-9-3 0,1-2 21,-6 2 1,-1-2 113,-5-2 0,6-8 37,-1-2 1,2-4 128,-1-2 1,3-6 195,6-4 272,8-3-594,-6-2 0,16 0 28,3 0 1,5-7-238,16-3 0,6 1 94,9-1 1,3 1-176,2-1 1,7-2-206,3 7 1,-1-5-212,1 5 1,-6 0 56,1 5 1,-9 0-355,-1 0 0,-7 1 138,2 4 1,-10 6 703,-6 9 0,-3 4 0,-1 7 0</inkml:trace>
  <inkml:trace contextRef="#ctx0" brushRef="#br0" timeOffset="842">0 967 8035,'9'-7'32,"-1"0"151,-3-3-158,-3-3 0,12 9 58,-4-6 0,9 5 95,1-5 1,7 6-113,-1-1 0,10 2 8,5-2 1,5 1 213,5-6 1,8 5-127,8-5 0,6 6 1,-1-1 1,3-2-141,1 2 0,6 0-339,0 5 1,0 0 177,-6 0 1,-4 0-287,0 0 1,-8 0 271,3 0 0,-13 0 108,-8 0 1,-1 2-1475,-10 3 1518,-6-3 0,-5 9 0,-7-5 0,2-3 0,0-1 0,1-2 0</inkml:trace>
  <inkml:trace contextRef="#ctx0" brushRef="#br0" timeOffset="1113">644 1059 8007,'0'-15'444,"0"6"-75,0 2-5,0 1-317,7 11 1,-5-2 105,3 18 1,-3 1-142,-2 3 1,1 9 464,4-3-341,-3 3 0,12-3 109,-4-1 1,4-4 64,1 0 1,5-3-185,1 3 0,8-2 43,2-4 0,1-3-72,9 4 1,0-6 124,5-5 1,-2 2-432,-3-7 1,2 1-201,-8-6 0,6 0-414,-5 0 1,-2 0 203,-8 0 0,1 0 619,-7 0 0,1-7 0,-6-2 0</inkml:trace>
  <inkml:trace contextRef="#ctx0" brushRef="#br0" timeOffset="1284">1058 1366 8007,'-15'0'1400,"7"0"1,-1 0-1109,4 0 0,3 2-65,-3 3 1,5 5-449,5 10 1,-1 4-90,6 7 1,5 5-288,6-1 1,1 1 307,-2-5 1,-1 0-253,7-1 0,-1-1-29,6-3 0,0 1 53,-1-6 517,-6-1 0,12-12 0,-4-1 0</inkml:trace>
  <inkml:trace contextRef="#ctx0" brushRef="#br0" timeOffset="1533">1856 62 7964,'15'-31'1001,"8"14"0,-5 4-659,8 13 1,-6 13-139,6 8 0,5 13 19,4 7 0,8 18 0,-2 13 0,1 13-210,-21-34 0,-1 1 1,0-1-1,-2 1 161,-2 7 0,-1 0 1,-3-3-1,-1 1-81,0 1 0,-1 1 1,-2-3-1,-1-1-12,-1 1 0,-2 0 0,0-3 0,-1-2-82,-2 1 1,-2-1 0,-2 44-414,-7 2 1,-9-5 314,-17-5 1,-7-3 118,-13-8 0,25-37 1,-3-1-26,-5 1 0,-3-1 1,-1 0-1,-1 0-1275,-4 1 0,-1-1 1280,-1 1 0,-1-1 0,-2-4 0,0-2 0,4-3 0,0-2 0,-38 16 0,10-9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5:48.02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367 505 8062,'-15'0'-1552,"5"0"1265,0 0 342,6 0 1,-4 0-229,3 0-64,3 0 237,-5 0 0,7 0 0</inkml:trace>
  <inkml:trace contextRef="#ctx0" brushRef="#br0" timeOffset="363">306 475 8062,'5'-11'0,"0"1"0,0 0 0,-5-5 0,5-1-760,1 1 553,-1 0 0,-5-1 375,0 1-4,0 0 16,0-1 0,0 1 471,0 0-433,0 6 1,-2-3-69,-3 7 0,-4 0 23,-6 5 0,0 7-30,-1 3 1,-4 12-56,-1 9 1,-4 3 107,4 12 1,-6 3 10,2 13 0,1-3-18,-2 8 0,7-6-99,-1 16 0,3-7-97,2-4 0,6 1 111,4-11 1,5-5 77,5-5 1,4-7-69,6-8 0,7-7-199,4-4 1,1-5 147,-2-4 1,4-4-9,-3-7 1,3-4-125,2-6 0,-2-2-79,-4-14 1,-8-1-339,-7-9 0,-6 4 224,1-4 1,-5 4 143,-5 1 1,-5 2 21,-11 4 1,2 4 279,-6 11 1,4 3-128,-4 7 0,1 9-171,-2 6 0,-1 2-14,7 9 1,1-3 56,9 3 1,3 3-507,7-3 1,2-3 232,3 3 0,10-2 162,11 1 1,9-2-73,6-8 254,-3 0 0,13-6 0,-3-2 0</inkml:trace>
  <inkml:trace contextRef="#ctx0" brushRef="#br0" timeOffset="696">935 705 8062,'0'-24'0,"-2"-2"0,-3 11 0,-3-2 653,-8 12-424,-6 0 0,-2 11 95,-6 5 0,-1 11-174,0 9 1,0 4-30,1 6-50,-1 4 0,7-6 93,4 7 0,4-2-71,6-3 0,3 2-103,7-8-10,0-6 0,12 0 146,4-3 1,9-6 5,1-4 0,8-8 31,2-8 0,6 0-85,-1 0 1,-2-13-6,2-8 1,-7-6-98,2-4 1,-10-6-509,-6-4 0,-4-4 229,-6-1 0,-3-5-32,-7 0 1,-2 5 254,-3 5 0,0 14 6,-11 1 1,4 4 48,-8 7 1,-2 3-101,1 12 0,-4 2-1,4 3 0,1 3-52,5 8 0,6-1-416,4 0 1,3 6 206,2-1 0,9 1 48,6-6 1,9-1 338,12-4 0,3-3 0,7-14 0,0-2 0</inkml:trace>
  <inkml:trace contextRef="#ctx0" brushRef="#br0" timeOffset="929">1487 490 8062,'24'-39'244,"-4"3"-70,-9 4 1,1 8 333,-7 3-240,0 11 1,-12 3-128,-3 7 1,-4 2 91,-1 3 0,-6 5 14,1 11 1,5-3-28,4 8 0,8-7-287,-2 1 0,6 1 122,10-6 0,6 2 120,13-12 0,10-1-91,6-10 0,0-4-7,5-10 1,-5-4-157,-5-7 1,-4-6 117,-6-4 1,-7 2 57,-4-2 1,-10 0-82,-5-5 0,-5 7-692,-5 3 1,-5 5 251,-10 6 0,-6 4-6,-10 11 0,-3 5 162,-7 10 0,-2 12 25,-3 14 243,4 6 0,-20 16 0,4 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5:57.37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31 292 8192,'-7'-15'312,"-1"-1"513,-1 1-457,3 0-247,6 6 1,6-4-101,5 2 1,4 3 78,5-2 0,9-1 89,7-4 1,7 0-1,-2-1 1,5 1-52,5 0 1,-2-1-209,8 1 1,-8 0 55,2-1 0,2 8-133,-2 3 1,0 1-117,-5-1 0,-7 4-383,-3-5 1,-3 5-646,-3 1 852,1 7 1,-7 1 438,-4 7 0,4 1 0,0-1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5:57.60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47 53 8192,'8'-15'937,"-1"-1"-1017,-7 1 1,0 8 145,0 7 0,-2 9 195,-3 11 0,2 4-157,-7 7 0,5 5-338,-6-1 0,8 1 141,-2-5 1,-2 5 138,2-1 0,0 6-75,5-5 0,0 5-249,0-5 1,1 5-268,5-5 0,0-2 260,5-9 1,2 2 104,-3-6 180,11-1 0,3-11 0,6-2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5:58.06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77 0 8192,'0'21'324,"0"-1"-40,0 14 1,-7-2-48,-3 14 0,-2 6-50,2-1 1,-4 2-22,4-2 1,3-9-76,2 4 1,4-10-245,1 0 1,0-4 86,0-1 1,6-7 32,5-4 0,-3-4 76,2-6 1,1-3-42,4-7 0,0-2-166,1-3 0,1-9 122,3-6 1,-3-8 46,4 3 1,-3-4-131,3-2 1,-4 1-110,3-1 0,-8 12 282,-2 4 131,1 3 0,-1 3-177,0 4 1,-6 12 101,1 8 0,3 8 149,2 7 1,-1 1-40,1 0 1,5-1-89,6 1 1,8 0-28,2-1 0,-1-6-186,6-3 0,3-11 60,2-5 0,2-3 33,-2-2 1,1-4-17,-6-6 1,3-2-25,-8-14 1,1 1-448,-11-6 0,-3 1 194,-7-1 0,-4 0 163,-7 1 0,-7-1-197,-4 0 0,-9 2-302,-6 4 1,3 4 561,-3 11 1,0 3 487,-4 7 0,-4 7-156,3 3 0,-1 9-142,11 1 1,1 8 18,4-3 0,8 4 33,3 2 1,12 5-80,8-1 0,9 1 298,12-5-400,10 0 0,15-1 0,9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5:59.27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445 62 8076,'-8'-15'0,"-6"0"0,4-1 0,-4 8 0,-3 1 406,-3 7-326,3 0 0,-11 0 37,8 0 1,-7 2 9,1 3 0,-1 5 139,1 10 0,-3-3 96,4 4 1,-2 3-86,1 1 0,4 4-44,6 2 1,1 5-100,0-1 1,6 0 83,4-10 1,3 2-401,2-6 0,2-1 61,3-4 0,4-6 31,6 0 0,0-6 54,1 1 1,1-5-109,3-5 0,-1-6-105,7-9 0,-3 1 74,3-6 0,1-3 116,-6-8 1,1 4-138,-2-4 1,-3 4-245,4 1 0,-9 2 13,-2 4 453,0 3 0,0 11-122,1 1 279,-8 7 0,6 3-6,-4 10 1,-4 5-70,5 6 1,-3-3-58,2 8 1,-3 0 157,3 4 0,2 1 101,-2 0 0,7-6-208,-2 1 1,4-8-170,1 3 0,0-4 102,1-2 1,-1-6-164,0-4 0,2-3 87,4-2 0,-4-2 42,3-3 1,-1-9-37,1-6 0,-3-8-96,4 3 1,-9-4-265,-2-2 1,-5 1 207,5-1 0,-6 0 265,1 1 0,-3 6 108,-2 3 1,0 4 16,0 2-20,0 6-145,0 3 1,-5 7 17,-1 4 0,-4 9 153,5 6 1,-5 3 207,5-3 1,0-1-179,5 6 1,0-6-250,0 2 0,1 1 64,4-2 1,-1-1-275,6-9 74,0 4 1,6-7 141,-1 3 0,0-3 15,1-7 1,-1-7-177,0-3 0,1-11-466,-1-4 0,0 1 210,1-2 1,-1 1-28,0-6 1,-4 7 292,-1 4 0,-5 3 419,5 1-520,-6 8 44,9 1 0,-9 9 317,6 3 0,-5 10 109,5 11 1,-5-3 528,6 3 0,0 0-383,10 4 0,-2-6-193,6-3 0,2-4-75,9-2 0,-3-5-176,2 0 1,3-6 165,-2 1 0,-2-8-3,-9-3 1,-1-7-233,-3-3 0,-9-1-66,3-8 1,-8 4-413,3-4 1,-7-1 276,3-4 1,-12 6 61,-4 3 0,2 4 316,-3 2 1,1 6 322,-5 4 0,-2 5-318,-4 5 0,4 11-151,-3 9 1,3 6 1303,1 5-556,8 3-398,1 7 551,7 0-18,0 7 0,0-4-237,0 7 1,2-6-247,3 1 0,-3 0-86,3-5 1,2 2-172,-2-12 1,0-2 49,-5-9 0,-7-3 119,-3-6 1,-9-3 103,-1-2 1,-8-6-237,3-10 1,-4-4-283,-2-6 0,6-6 78,-1 1 0,2-7-42,-1 1 1,2-3-35,8-2 1,7 1-234,2-1 0,5 5-430,1 1 0,7 1 376,3-2 0,15-1 185,6 7 0,8-6-137,-3 6 1,12-2-1111,-2 1 1571,3 4 0,4-12 0,2 5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5:59.65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139 30 8052,'-16'-14'-290,"1"4"0,5 5 832,0 10 1,-1 10 56,-4 11 0,0 9-79,-1 6 0,6 16-103,0 4 1,6 5 61,-1 1 1,4-2-74,1 6 1,8-6-105,7 1 1,4-4-71,12-6 0,-2 2-65,12-7 1,-5-7-261,4-8 1,6-5 36,6-6 1,-1-4-38,-5-11 0,0-3-53,0-7 0,-7-3-271,-3-8 1,-4-1-345,-1-13 0,-12-6 353,-4-5 1,-10-6 132,0 1 0,-5 2-59,-5-2 0,-9 8 200,-6 3 0,-6 8 252,6 11 0,-7-1 407,1 7 1,4 2-286,1 8 0,4 5 269,2 11 0,7-3-366,2 8 1,5 0 2,1 4 0,8 1 90,8 0 1,6-1-130,8 1 0,6 0-1719,0-1 1,12 1 1611,-2 0 0,3-1 0,-3 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0.58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1 222 8145,'5'-36'0,"0"0"661,-2 2 1,4 3-269,-2 6 0,2 3-123,-2 6 1,-3 6-138,3 0 0,-3 8-158,-2 2 0,5 9 463,0 11-290,0 4 1,0 13 113,0 4 0,2 11 58,-2 4 0,-3 5-616,3 6 0,2-3 232,-2 8 1,5-7-733,-5 1 1,7-3 444,-1-1 1,-3-8-323,2-3 0,-5-10-226,6-5 475,-8-4 1,2-10 99,-10-6 0,-5-9 324,-11-13 0,-2-9 0,-15-16 0,-1-8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1.10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176 292 7819,'-39'-24'-126,"3"-3"1236,11 7-666,3-1 0,6 6 27,1-1 1,5 8-83,0 3 1,8-2-495,2 2 0,8-2 158,13 2 1,4 2-169,11-8 1,5-4 29,10-5 1,5-1 158,11 6 1,-2 5-28,6-1 1,-1 6-60,2-5 0,-1 7-66,-9-3 0,6 5-169,-12 1 1,5 5 62,-9 0 1,-8 7 131,-8-2 0,-6 4 26,-4 1 1,-6 6 31,-9-1 1,0 2 247,-5-1 0,-1-3-68,-5 8 0,-7-6 14,-3 6 0,-4-7-65,-1 1 0,-6-3 187,1-1 0,-2-6-82,1 0 0,4-7-75,-3 2 1,3-3-221,1-2 0,6 0 129,0 0 0,6-7-331,-1-3 0,4-3 135,1-3 0,0 1 99,0 0-164,6-1 0,3 3 82,6 2 1,1 4 177,-1 7 1,2 2-81,3 3 1,-1 6 199,7 9 0,-6-3 13,6 3 1,4 3 10,6-3 1,2 1-100,-2-6 0,3 0 6,7 1 1,-5-6-74,0 0 1,-1-7-20,6 3 0,-5-5-153,0-1 1,-2-7 65,2-3 1,-5-5-370,-10-6 1,-4 3 168,-7-8 1,-1 1-257,-4-6 1,-5 0 178,-10 0 0,0 1 83,-10-1 1,3 9 243,-9 7 0,-1 1 141,2 9 0,-6 0 345,6 5 1,-6 8-312,6 8 1,1 1 131,9 8 1,-2 1-44,7 4 0,1 1-494,9 0 0,6-2-216,9-4 1,11 4-285,10-3 1,5 3 301,5 2 0,5-2 433,10-4 0,4 4 0,7-5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1.74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0 230 7883,'0'-31'1186,"0"1"-737,0 6-163,0 2 1,7 13-243,3 4 0,4 5-32,1 5 0,0 5 273,1 11-133,-8-4 0,6 12 1,-4-4 1,2 3 4,-2-3 1,4 3 23,-4-8 0,-3 6-60,-2-6 1,2 0-193,-2-4 1,2-1 94,-2 1-239,-3-8 44,5-1 1,-7-9-92,0-3 1,5-9 68,0-6 0,7-9-66,-2-2 1,9-6-87,1-9 1,2 7 36,-1 3 1,-4 5 425,3 6 0,2-1 72,-1 11-110,-1-4 0,-4 19-68,-1 0 0,-1 7 115,-4 8 1,2 7-110,-7 4 0,5 3 132,-5 1-53,7 1 1,-8 0 175,6-1 1,-5-4-165,5 0 0,0-6-45,6 6 1,4-9 75,1-2 1,4-1-64,-4-9 1,6 0-178,-2-5 161,-2 0 0,4-7 14,-7-3 0,6-11-21,-6-4 1,-6-1-467,-9-4 1,-3 2 182,-2-8 1,-7-3-199,-3-2 0,-6 4 225,-4 1 0,-4 5 110,-7 6 0,1 3 8,-1 6 0,0 8 157,1 3 0,6 3-196,3 2 1,4 0 36,2 0 0,1 7-288,4 3 0,3 4 123,7 1 0,9 2-64,6 4 0,7 1-38,9 3 352,6 4 0,3-5 0,6 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2.17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47 182 7911,'-7'-15'699,"-2"-7"393,1 12-515,-6-4-279,13 14 1,-6 2 330,7 3-346,0 3 0,0 21 29,0 7 0,0 8 108,0 8 0,1 0-25,5 5 1,2 7-165,7-2 1,1 4-126,-1 1 57,0-4 0,-4 0-233,-1-7 64,0 0 1,0-1 219,1-4-549,-8-17 269,4 2 40,-7-19 91,0-2 0,-2-11-234,-3-15 0,-2-6 25,-3-13 1,-4-15-485,4-6 0,-2-13 250,2-8 0,3-5-970,7-5 0,2-4 619,3-12 1,9 6 141,6 0 1,6 14 503,-6 11 1,1 18 466,-6 8 0,2 14-274,3 6 1,-3 11-178,4 5 1,-4 5 243,-2 5 0,-5 4-53,1 6 0,-8 2 310,2 4 0,-3 2 148,-2 8 0,0 1-428,0 4 0,-2-2-289,-3 7 0,-2-5-378,-3 5 1,-2-5 352,7 5 0,-5-7 27,5 1 133,-7-2 0,3-2 0,-6-1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2.46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61 414 7911,'8'-15'2968,"-1"6"-3062,0 2 1,1 7 110,8 0 1,-6 0-64,0 0 1,5-1 223,6-4 1,4-4 52,-4-6 0,4-2-532,-4-4 0,4 3 93,-4-8 1,-1 0-39,-4-4 1,-8-1-138,-3 0 1,-3 1-176,-2-1 1,-12 2 621,-3 4 0,-11 4-52,1 11 0,-6 3 993,-5 7 0,2 3-540,-7 8 0,9 1 136,1 13 0,2 1-96,9 4 1,6 3 44,9 3 1,5-4-317,5 4 0,12 1-238,14-1 1,6-2 263,9-8-1510,14 3 954,-4-12 1,14 5-1592,-3-7 1,-4 1 1886,3-1 0,4 7 0,0 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3.82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1 222 7934,'0'-15'255,"0"0"0,0 5 1086,0-1-1691,0 8 1,0 10 345,0 13 1,0 7 114,0 4 0,0 5-55,0 0 1,0-1 8,0-4 1,5 3-5,0-3 1,5 1-46,-5-11-61,0-1 185,2-11 1,-3-2 213,6-7 0,-7-9-265,2-6 0,-1-8-179,1-7 0,-2-8-114,8-3 1,-8-3 95,2-2 1,2-5 153,-2 0 0,2 5-151,-2 5 1,-3 12-508,3-2 576,-4 11 194,6-2 1,-3 15-175,6 7 0,-5 8-4,5 13 0,-6 3 357,1 6 0,2 8-91,-2 3 1,7 1-244,-2-1 0,-2-2 38,3-3 1,-1-8-12,5 2 0,-1-9 5,-4-1 0,4-5-4,-4-4 1,3-5 64,3-6 1,-1-6 83,0-5 0,1-4-350,-1-5 0,6-4 78,-1-7 0,1-5-210,-6 1 0,-2-6 104,-2 5 1,1-3 104,-7 8 0,5-1 137,-5 11 0,2 6 286,-2 5-292,-3 6 1,6-1-14,-3 10 0,-1 4 138,6 6 0,-5 7-29,5 4 0,-1 3-25,1 1 0,9 6-70,-4 0 0,6 0 3,-1-6 1,4-4-63,7 0 1,-1-8-140,1 3 1,5-11 85,0-5 0,6-3 21,-1-2 1,-2-7-331,2-3 1,-7-9 138,2-1 1,-10-8-162,-6 3 1,-5-9 98,-4-2 1,-5-5 122,-6 5 0,-1-5 81,-4 5 1,-1 9 102,-9 12 1,-2 1 517,-8 9 1,-4 0-332,3 5 1,-3 7 348,-2 3 0,2 9-235,4 1 1,-2 8-59,6-3 0,7 4-40,9 2 0,4-6 70,1 1 1,3-7-280,7 1 1,0-3-416,11-2 0,1-6 239,-1-4 0,6-3-128,-2-2 0,-1-12-179,2-3 1,-7-6 174,1 1 0,2 1-11,-1-7 0,-6 6 342,-5-6 1,-5 8 466,6-3-299,-8 11-57,4 3 0,-7 9-20,0 3 0,0 5 187,0 11 1,0-3-78,0 8 1,5-1-56,0 6 0,12 0-480,-2-1 1,4-4 31,-4 0 0,6-8-120,-1 3 1,8-11 157,-3-5 0,-1-3-47,2-2 0,-3-2-87,3-3 1,1-9 121,-6-6 0,-1-9 60,-4-2 1,-1-8 196,0-12 0,1-10 0,-1-9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4.47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32 60 7934,'0'-22'-28,"0"5"731,0 1 0,-2 11-228,-3 10 0,1 6-154,-6 9 0,7 11-87,-2 10 0,3 10-28,2 5 0,0 4-27,0 1 0,0 0 27,0 1 0,5-1-95,0 0 1,5-4-172,-5-1 1,7-7-204,-1 2 0,-3-10 167,2-5 1,-6-5-168,1-6 0,-2-8-128,2-6 215,-3-8 0,10 2 62,-7-10 0,7-5-152,-2-11 1,4-3-30,1-6 0,1-1-189,-1 0 1,0 1 293,1-1 0,-6 2 2,0 4 1,0-1 359,6 11 1,-6-2 28,0 11 0,-5 1 62,5 5 0,-6 2-119,1 3 0,-2 5 53,2 11 1,-3 3 75,3 6 1,-3 1 122,-2 0 0,5 1-209,0 4 0,7-4-16,-2 4 0,9-9-243,2-1 0,-1-7-5,-5 1 0,7-10-48,4-5 1,3-3 141,2-2 1,-6-2 5,1-3 0,-1-5-227,6-10 0,-5-4-57,-1-7 0,-6-1-186,1-4 1,-8 2 175,-1-7 1,-8 5-91,2-5 0,-5 7 268,-5-2 1,2 11 378,-8 4 0,1 6-294,-5 5 1,-1 3-157,1 7 0,0 7 618,-1 3 0,1 9 146,0 1 1,6 7-248,4-1 1,3 8-50,2 2 0,7 0-357,3-6 1,9-4-42,2 0 1,6-8-87,-2 3 1,-1-6 135,2-5 0,-2-3 2,1-7 0,4-2-194,-3-3 0,3-10-17,1-11 0,1-4-53,0-6 1,-4 2 157,4-7 1,-6 7 52,6-2 0,0 10 152,-6 6 1,-1 3 277,2 2 1,-6 6-46,6 4 0,-8 5 178,3 5 0,1 9-178,-1 6 1,-6 13 6,-5-3 1,-7 6 88,3 0 1,-5 1-107,-1 4 1,-1 2-422,-5-7 1,-4-2 195,-10-9 1,1 3-621,-6-8 1,-6 0-53,-5-4 1,0-3-402,6-2 1,1 1 334,3-7 683,-3 0 0,12-5 0,-5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5.24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1 231 7927,'0'-38'0,"0"6"0,0-4 1160,0 4-688,0 1 1,0 7 422,0 4-561,0 10 0,2 3-257,3 7-11,-4 14 0,11 4 153,-6 18 0,-1 5 0,-5 10 1,5 2-111,0 3 0,2-1 64,-2-4 1,-2-3-325,7 3 0,-1-9 47,1-1 1,4-12-82,-4 2 0,-1-11 142,1 1 1,-5-11 63,5-5-16,0-3 0,6-4-45,-1-3 0,0-9-548,1-6 1,-6-7 246,0 1 1,-1 2-262,1-1 0,-3 1 192,-7-2 1,5 4 507,0 7 47,0-1 136,-5 8-251,0 1 1,7 14 194,3 3 1,-1 9-84,1 1 1,2 2-37,8-1 1,-3-4 12,4 3 1,1-9-37,-2-6 0,6-4 183,-6-1 0,2-1-31,-1-4 1,-6-4-89,1-6 0,-1-7-42,-5-4 0,-3-5-2,-2-4 0,-3-5-77,-2-6 1,-2 0 97,-3 0 1,-4 2-248,-6 3 0,5 4 73,0 6 0,5 7-114,-6 4 0,8 8-619,-2 1 165,-4 8 0,9 3 135,0 10 0,2 4-268,8 1 1,2 6-177,9-1 927,2 7 0,8-3 0,0 7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5.47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76 7927,'0'-23'1218,"0"6"0,2 0-604,3 7-448,-3 7 1,5-2 20,-7 10 0,1 10 32,4 11 0,-3 9-275,3 6 0,4-2-89,1 2 1,-1-1-167,1 0 1,0 3 48,5-7 1,-1 1-180,-4-1 1,2-3 22,-7 2 1,5-7-229,-4-3 0,4-6-399,-5 1 761,7-9 0,-9-6 284,7-10 0,-6-11 0,3-8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5.67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16 123 7927,'-7'-15'576,"5"-1"-329,-3 1 0,4 0-28,1-1 0,0 1-16,0 0-235,6 6 1,3 2-315,6 7 1,-3 0 48,4 0 1,-5 0-250,10 0 0,-2 0 546,1 0 0,4 7 0,7 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6.00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28 8210,'0'-15'372,"7"6"0,-4 6 78,8 13-254,-1 7 1,0 15 331,0 4 1,-5 10-167,6 10 0,-6 6-108,5 4 0,-1 4-279,1 7 0,3 0-149,-2-1 0,-3 6-42,2 0 1,-1-7-350,1-9 0,-3-3 187,-7-1 0,0-6-316,0 0 0,0-13-35,0-2 1,-7-9 356,-3-6 0,-5-6 372,-6-10 0,-3-10 0,-6-8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6.38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62 422 7962,'-16'-46'0,"1"6"606,0 5 0,6 9 2345,4 6-2918,3 3 1,4 8-15,3 4 0,11 3-689,9 2 549,4 0 1,10 2-51,7 3 0,4-3-126,11 3 1,-1-9 49,11-1 1,-6-7 121,2 2 0,-4-5-118,-2-6 0,-5 3 3,0-8 0,-11 6 153,1-6 1,-12 7 208,-4-1 353,1 3-218,-14 1 0,-3 10 259,-14 6 0,-9 8 266,-11 13 0,1 4-317,-6 11 0,4 3-1,-4 7 1,6 5-163,-2 0 1,11-3-334,5-2 0,3-8 20,2 8 1,2-12-151,3-4 1,5-6 111,11-8 0,1-8-127,4-3 0,4-5-205,1-5 0,0-5 176,4-11 1,-4 3 81,-5-8 1,-3 7 290,-2-1 0,-7 10 429,6 5 1,-6 3-327,6 2 0,-3 7 109,-2 3 0,2 12-341,4 9 0,3 1-287,6 9 1,1-5-1064,0 5 1,5-5 712,-1 4 0,1 1-985,-5 5 1583,-7 0 0,-2 0 0,-7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7.20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47 191 8108,'0'-29'413,"0"4"1,0-13-109,0 8 1,0 6 1039,0 3-1239,0 4 0,0 10 43,0 7 1,0 14-203,0 12 0,-5 9-9,0 6 1,-6 5-43,6 5 1,-5-1 84,5 6 1,0-1-195,5 1 1,0 3-43,0-2 1,2-4-350,3-2 0,-4 0-101,5-5 0,-3 3 287,2-8 0,-3-2 418,3 2 0,-10-13 0,-4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7.75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0 614 8108,'0'-24'577,"2"-5"-348,3 3-208,3-9 1,8 2 54,-1-3 0,6 9 12,-1 2 1,9 4-189,2-4 1,1 4-246,9-4 0,-2 4 96,2-5 0,9 1 188,-4-6 0,3 1 251,-3-1 1,-2 5 7,-3 1 0,7 6 20,-7-1 0,1 4-137,-6 6 0,-3 3-20,2 7 1,-7 2 14,-3 3 0,-6 5 132,1 11 1,-4 8 111,-6 6 1,2 11-135,-7-5 0,0 12 80,-5-7 1,-7 4-188,-3-4 0,-4 0-136,-1 0 0,5-2 122,0-3 0,5-5-2,-6-11 1,8-3 186,-2-6-33,3-8-241,-5-1 1,6-10 51,-5-8 1,5 0-588,1-15 0,5 4 164,0-9 1,5 4-8,-5-9 0,7 4 215,-2 1 1,4 7 68,1 4 0,1 4 73,-1 6 1,0-2 156,1 7 1,-1 5 151,0 5 1,1 14-121,-1 1 0,7 3 157,4 2 0,3-1-41,1 2 0,3 1-150,3-7 1,8-1 9,7-9 0,2-3 12,-2-7 0,9 0-162,6 0 1,-4-12 79,-6-3 1,-7-9 21,2 3 1,-10-9-26,-5 4 0,-10-8-817,-6 3 1,0 1 242,-4-6 1,-6 4 27,-15 1 1,-4 7 188,-6 4 0,-7 9 22,-4 6 0,-8 4 446,-2 1 1,-6 12 210,1 3 0,-3 10 152,-2 1 1,6 8-306,5 2 1,9 0-418,6-6 0,9 3-76,6 2 1,5-7-274,5 2 0,12-4 189,14 0 361,7 3 0,14-12 0,3 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8.47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244 338 7910,'16'-10'-227,"-1"1"208,0 2 0,6-3 90,-1 5 14,8-7 0,-6 5 15,3-3 0,4-3 50,-3 2 1,-4-2-118,-2-3 0,3 6 35,-3 0 0,-1 0 24,-9-6 1,2 1-14,-7 0 1,0-1-9,-5 1 0,-2 0-45,-3-1 1,-8 1 22,-8 0 0,-6 1-140,1 4 1,-8-2 33,-1 7 1,-8 0 247,2 5 1,-2 6-60,3 5 0,-5 2 147,4 3 1,4 1-186,1 3 1,5-3-26,6 4 1,3 1-8,6-2 1,8 1 14,3-6 1,5 0-160,5 1 0,8-1 110,8 0 0,11 1-133,-1-1 1,10-5-49,0 0 1,5 1 94,5 4 0,-3 2 60,3 4 1,-2-3 10,2 8 1,-8 6-30,3 9 0,-5 3-1,0 2 1,-4 11 239,-6-1 1,-7 7-65,-4-7 0,-4 2 79,-6-2 0,-3 2-37,-7-7 0,-2-1 230,-3-9 1,-5-5 23,-11-11 1,2-3 121,-6-6 1,-6-8-205,-5-3 1,-5-3-138,6-2 1,-6-2-412,5-3 1,-7-10 188,2-11 1,4-3-686,1-1 1,5-8-23,6-3 0,3-5-392,6-5 1,8-3 424,3-8 0,5 6-68,5 0 0,9 6 345,6-1 0,7 12 151,-1 8 1,8 4-104,2 12 0,6-2 335,-1 12 0,4-6 0,1 6 0,6-7 0,3 4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09.87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108 490 7759,'0'-15'-376,"0"4"891,0 1 244,0 7 0,-7-4-8,-3 7-588,-4 0 1,4 7 12,0 3 0,0 9-70,-6 1 0,6 8-11,0-3 1,6-1 71,-1 2 0,4-8-359,1 3 97,0 3 1,0-7-175,0 3 125,0-10-111,0-3 100,6-7 0,3-7-154,6-3 0,1-9 12,-1-1 1,0-7 144,1 1 1,-1-3-164,0-2 0,6 1 114,-1-1 0,6 2 275,-6 4 0,2-1-71,-1 11 1,-4-2 391,3 11-353,-3 1 1,-1 5 97,-1 0 1,-5 7-57,1 3 1,-6 9 1,5 2 1,-5 4 144,5-4 1,-5 4 17,6-4 1,-3 6-124,2-2 0,4 3-77,-4-3 1,4-1-80,1-3 0,0-9 66,1 3 1,4-5-195,1 0 124,-1 4 1,-4-12 68,-1 3 1,-5-9-127,0-1 1,-6-7-40,1 2 1,-3-9-80,-2-1 1,-7-7 21,-4 1 0,-4-3-128,-5-2 1,-2-4 131,-4-1-1,-1 0 27,6 5 0,-4 2 149,4 4 1,-4 1-100,4 4 1,6 4 730,5 1-455,6-1 0,-3 13-4,7-7 1,7 6-95,3-1 1,6-1-37,4 0 0,4 1 48,7 5 1,1-1-23,4-5 1,-4 5 7,4-4 0,2 5-42,-3 5 1,3 3-56,-2 8 0,-9-1 60,4 0 1,-11 7 8,1 4 1,-4 1 96,-2-1 0,-7 3 155,-2-4 1,-3 4-81,2 2 1,-3 0 116,3-1 1,-3 1-156,-2 0 0,0-2-19,0-4 0,0 3-101,0-8 0,0 0 145,0-4-273,6-1 0,3-5 88,6 1 1,1-8-91,-1 2 0,2-10-13,3-5 1,-2-4-103,2-1 0,-3-6 128,-2 1 1,1-7 26,-1 1 0,-5-10-561,0-5 0,-6 2 224,1-2 1,2 5 87,-2-4 1,0 12 326,-5 3 608,0 6-480,0 4 1,-5 8 89,0 7 1,0 7-142,5 8 1,0 2-22,0 3 1,1-1 281,5 7 1,4-1-144,10 6 0,-3-7-234,4-4 0,3 3 10,1-3 1,-1-1-210,2-9 0,-3 2-61,3-7 0,-2 0 117,-4-5 0,-3 0 24,4 0 1,-4-3 64,-2-8 0,-5 0-81,1-15 1,-8 6-7,2-6 1,-3 0-98,-2-4 1,0-1 238,0 0 0,0 2 347,0 4-201,-7 3 1,5 11 180,-3 1 1,2 7 28,-2-2 1,3 10-123,-3 5 0,-2 4 29,2 1 1,0 5 29,5 1 0,0 10-57,0-6 1,2 8-86,3-8 1,1-1-151,5 2 1,2-6 4,-2 6 1,0-8-155,0 3 0,1-9-261,-7-2 1,7-2 227,-2 3 1,-2-5-105,3-6 0,-6 0-55,5 0 1,-5 0-172,5 0 0,1-5 24,4 0 0,0-7-196,1 2 1,-1-9 167,0-1 1,2-6 67,4 6 0,-4-6 273,3 6 1,-3-1 168,-1 6 0,-1 1 0,0 4 0,-5-2 53,1 7-1,-1 0 246,5 5 442,1 0-399,-8 0 1,1 2 768,-4 3-656,-4-3 0,11 6-99,-6-3 0,0 2-106,-1 3 1,-3 4-41,3-4 0,-1 9-24,1 1 0,-4 1 5,5-6 0,-5 2-85,-1 4 1,5-4-5,1 3 0,-1-3-133,-5-2 1,5-4-232,0-1 227,7 0 1,-5 0-122,3 1-223,3-8 74,-4 4 1,6-12 88,1 0 0,-1-7-105,0 1 1,1-9 43,-1-6 0,0-3-117,1-1 0,-1-8-23,0-3 0,-1-8 96,-4-2 1,2-7 87,-7 2 1,5-2 218,-4 1 0,0 6 291,0 10 1,-5 6 102,4 9 1,-3 4 1254,-2 7-1226,0 6 1,0 4 133,0 10 0,0 9 23,0 6 0,2 7-154,3-1 0,5 10-181,11 5 0,1-4-115,3-1 1,4 3-530,-3 2 1,8 2-60,2-2 0,-1 1-525,-4-6 0,0 1 432,-1-1 566,8-3 0,-6 11 0,6-5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10.28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1 108 7882,'24'-24'905,"-2"2"-345,-14 7-270,6-1 1,-11 6 134,8 0-88,-8 6-168,4-2 0,-7 12-61,0 5 1,1 4-250,5 5 1,-3-2-198,7 2 1,-5-1 243,6 1 0,-3-3-528,2 4 0,2-4 19,-7-2-1013,7 0 1616,-3 1 0,6-8 0,0-1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10.67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16 77 7882,'-9'-24'767,"4"4"-433,3 3 0,9 8-207,3 4 1,6 4-403,4 1 1,11 0-103,10 0 0,3 0 148,2 0 1,7 1 207,3 4 0,2-3-24,-2 3 0,2 2 0,-7-2 0,1 2 57,-6-2 1,-12-2-4,-4 8 0,-11-6-137,-4 5 1,-1 0-127,-9 6 0,-7-6 365,-8 0 0,-12-1-102,-9 1 0,-4 2 322,-6-7 0,-2 7-161,7-2 0,-3-2-129,8 3 1,-1-6 344,12 5 85,-1-7 1,13 11-196,3-4 0,6-1-92,9 1 0,14 2-158,17 8 0,5-1 75,5 7 1,6-2-161,9 1 1,-3 2 28,4-6 0,-11 6 90,-5-1 1,-5-2-71,-5 1 0,-10-6-140,-11 1 1,-10-3 373,-5-1 0,-5-6-51,-5 0 0,-10-6-43,-11 1 1,-9 3-58,-6 2 1,-4 2-602,-1-1 0,5 1-82,0-7 1,2 7-336,-2-2 0,4-2 945,6 3 0,7 6 0,2 6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11.65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244 260 7868,'0'-31'0,"0"0"392,0 0-117,0 1 1,0 1-228,0 3 1,0 4 268,0 7-7,-7-1 0,-1 3-135,-8 3 0,1 4 0,0 12 0,-1 4 181,1 10 0,0 4 147,-1 7 0,1 8-182,0 7 1,-4 2-32,4 8 0,-4 0-77,9 6 1,1-1-1,-1 0 1,7 1-371,-3-1 0,6-10 68,6 0 1,4-13-48,10 3 1,-1-9 71,7-6 0,-6-6-50,6-10 1,-1-3 69,6-7 0,-1-2 6,1-3 1,-2-10-893,-3-11 0,-4-4 414,-7-6 0,-6-3-54,-4-7 1,-5 1 399,-5 4 1,-2 1 368,-3 9 1,-6 4-105,1 11 1,-2 8 171,-9 3 1,1 5-185,-6 5 1,2 5-2,4 10 0,2 4-176,8 7 0,1-2 186,4-4 0,3 4-697,7-3 1,9 3 69,6 2 0,7-2-168,9-4 1,5-3 702,0-6 0,13-8 0,-1-1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11.92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183 78 7868,'-15'-14'1537,"0"4"0,-1 3-1119,1 7 0,-5 7-169,-1 3 0,1 10 6,4 6 0,1 3-42,0 2 1,6-1-283,4 1 1,5-5-8,5-1 0,9-6 9,6 1 1,7-4 118,-1-6 0,3-3-119,2-7 0,-1 0 25,1 0 0,-7-7-61,-4-3 1,-3-6-380,-1-4 1,-8 1 207,-3-6 1,-5-6-168,-5-5 1,-3 0 208,-8 6 1,-6-1 89,-3 0 1,-3 7 7,3 4 1,-4 10 188,3 5 1,4 3-175,2 2 1,4 2-20,6 3 0,-2 3-598,7 8 0,2-3 26,8-3 710,10 4 0,9-5 0,7 6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12.15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91 306 7868,'-23'7'1863,"6"1"1,-5 8-1344,7-1 1,6 5-220,4 1 1,5-1-853,5-4 0,6-3 278,9-3 1,4-3 466,7-7 1,1-12-55,4-3 1,-6-11-115,1 1 1,-2-6-94,-9-5 1,-1-3-220,-9-7 1,-3 7-54,-7 3 0,0-1-296,0 1 1,-13 7 163,-8 8 0,-6 6 153,-4 5 1,-1 5-712,-4 10 1029,-3 3 0,-7 15 0,0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13.00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1 860 8093,'0'15'45,"2"0"1,3 1-1,3 1 1,2 2-1,1 3 1378,1 2 0,1-4-778,3 6-505,-1-8 0,-5-1-252,0-6 0,2-8 146,9 2 1,-3-12 225,8-8 0,-2-14-29,1-12 1,9-10-1,-3-5 1,3-4-768,-3-1 1,-2 5 111,-4-1 1,-2 1-31,-8-5 0,-1 6 280,-4 4 1,2 10 152,-7 5 1,2 16 18,-2 5 156,-4 9 1,-1 8-201,-10 14 0,-3 12-15,-3 13 1,-1 4 424,-3 1 0,8-5-149,-3 0 1,4-1-129,1 6 1,3-6-22,7-5 1,0-4-130,0-5 0,2-4 76,3-7 1,-2-5 23,8 1 1,-1-8-9,5 2 0,2-5-24,4-5 1,-8-4-393,8-6 1,-8 3 46,8-3 1,-4 3-73,-2-9 0,-4-1 170,-1 2 0,-2-1-38,3 6 413,-5 0-232,1-1-235,-5 8 186,11 1 0,-9 9 22,6 3 0,0-3-72,6 3 0,-1 2-252,0-2 1,8 0 449,2-5 0,4 0 0,2 0 0</inkml:trace>
  <inkml:trace contextRef="#ctx0" brushRef="#br0" timeOffset="169">1167 246 8048,'23'-7'1534,"1"6"-937,-3-4 1,-4 5 263,3 5-530,4 10 0,-7 12-104,4 14 1,-10 0-4,0 10 1,-6 4 119,5 1 0,-7-1-253,3 1 1,-6-5-177,-6 5 1,-4-6-66,-10 1 0,-9 2-366,-7-2 0,-7 7 184,2-2 151,-10-3 0,-3 6 0,-8-4 0</inkml:trace>
  <inkml:trace contextRef="#ctx0" brushRef="#br0" timeOffset="1003">1979 338 8081,'0'-15'275,"0"0"56,0-1 0,2 6 516,3 0 1,4 0-408,6-6 0,9 6-150,7 0 1,6 0-299,9-6 1,5 3 111,0 2 1,7-2-269,-1 3 0,7 1-44,3-1 0,-2 6-27,-9-1 0,2 4-82,-7 1 1,-2 0-495,-8 0 1,2 1 233,-7 4 0,-6-1-746,-4 6 1323,-7 0 0,3 12 0,-7 2 0</inkml:trace>
  <inkml:trace contextRef="#ctx0" brushRef="#br0" timeOffset="1194">2378 400 8081,'0'-16'0,"2"8"0,3 3 893,-3-4-545,11 14 1,-11 0-180,3 21 1,2 5-372,-2 10 1,2 8-293,-2-3 0,-2 5 232,8 0 1,-3-3-283,2 3 0,6-3 220,-1-2 0,0-2 52,6-3 272,3-3 0,-7-8 0,5 1 0</inkml:trace>
  <inkml:trace contextRef="#ctx0" brushRef="#br0" timeOffset="1624">3130 1 8118,'8'0'452,"-1"8"-369,-7 8 0,0 9 372,0 16 0,0 0-302,0 10 0,-2 9-151,-3 1 0,4 4 596,-4-4-335,3-6 0,2 3-100,0-7 0,0-7-51,0-8 1,2-4-161,3-1 1,-2-7 118,7-4 0,-5-9-27,6-6 0,-1-4-106,5-1 0,0-8-209,1-7 0,-1-2 73,1-9 0,-1-5-109,0-4 0,6-1 143,-1 5 0,1 2-115,-6 4 1,0 4 532,1 11 1,4 3-150,0 7 0,3 7 163,-3 3 1,4 11-32,7 4 0,-1 4-27,1 2 1,1-6-154,4 1 0,3-7 56,7 1 1,5-5-248,1-4 0,4-6 68,-5-10 0,0-6-105,-5-9 0,-2-4 38,-3-7 0,0-1-159,-10-4 0,0-3-2,-16-7 1,2 0-2,-12 0 1,-2 7 181,-8 3 0,2 4 26,-7 1 0,-6 9 170,-4 6 1,-7 10-134,1 11 1,-3 10-132,-2 11 1,2 4 80,4 6 1,3 5 99,6 10 0,8 4 0,1 6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54.26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292 62 8199,'0'-15'-70,"-2"-1"-32,-3 1 1,2 6 180,-8 4 1,6 4-160,-5 1 0,0 0-5,-5 0 200,-1 0 0,1 0 17,0 0 0,-1 1-1,1 4 1,5-3 135,-1 3 1,1 4-134,-5 1 1,0-1 156,-1 1 1,6 0 16,0 5 1,0 6-59,-6-1 1,6 8-120,0-3 1,6-1 16,-1 2 1,3-6 55,2 6 1,0-3 1,0 3 1,2-4-415,3-7 0,4 1 135,6-1 0,2-1-65,4-4 1,-4-3-3,3-7 0,-1 0 96,1 0 1,3-9-68,2-6 1,-1-2-174,-4-9 1,-3 1 48,4-6 0,-4-5-176,-2 1 0,-5-1 176,1 5 0,-8 2 90,2 4 1,-3 2 344,-2 8 18,0 0 37,0 6 1,0 4-112,0 10 0,0 4 180,0 6 0,0 7-100,0 4 1,2 3 55,3 1 0,-4 1-104,5 0 1,0-1-22,0 1 0,5 0-249,0-1 1,2-6 98,3-3-54,-1-4 1,0-9 193,1-3 0,-1-3 2,0-2 0,-4-8-175,-1-8 0,0-6-143,5-9 1,-4-1 10,-1-4 0,-2 2 64,3-7 1,0 5-180,-5-4 1,0 7 94,0 3 1,-5 6 146,4 8 0,-1 3-80,1 2 175,-3 5 0,4 7-83,-6 4 1,0 4 180,0 6 1,2 7-78,3 4 0,-1-2-52,6 1 1,-5-1 3,5 2 1,0 1-25,6-6 0,4-1-16,1-5 1,1-1-25,-2-4 1,-1 2-97,7-7 0,-6 0 85,6-5 0,-8 0-99,3 0 0,-3 0 107,3 0 0,-4-5-14,3 0 1,-3-7 15,-1 2 1,-1-9-68,0-1 0,-4-1-84,-1 6 1,-5-2 59,5-3 1,-6 3-135,1-4 0,-2-1 245,2 1 0,-3 1-172,3 5 226,-3 6-151,-9-4 0,0 13 375,-3 0 1,-2 8 114,7 12 0,-5 4 129,5 7 1,-1 7-100,6 2 0,0 5 243,0 1 0,7 1-189,4 5 1,2-3 83,3 7 1,-3 0-213,-3 6 0,2-3-93,-7-2 1,2-6-220,-2-10 0,-3-9 248,3-6 0,-10-9 183,-5-2 1,-6-1-341,-4-9 1,1 0-162,-6-5 0,-1-2-201,-5-3 1,1-3-447,-1-8 0,0-1 542,1-3 1,6 3 111,3-4 0,10 4-1079,0 2 1,8 0 144,-2-1 1,5 3 59,5 2 0,5-1 290,11 7 0,2-7-39,8 2 0,7 0 137,3-5 522,3 3 0,2-17 0,0 5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54.61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200 53 8285,'0'-15'278,"-7"0"424,-3-1 0,-4 9-371,-1 7 0,-2 9-88,-4 11 1,4 11 593,-3 10-444,-4 3 1,8 7-42,1 0 0,1 13 22,9-3 1,0 5-88,5 1 1,9-9-33,6 3 0,7-11-327,9-4 1,0-7-126,-1-9 1,8-7-233,3-8 1,-2-7 249,2-8 1,-2-1-115,2-4 0,-4-11-66,-6-9 1,0-6-149,-1-5 0,-6-1 188,-3-4 0,-6-5 193,-5 0 1,-3 2-729,-7-2 1,0 1 517,0 9 1,-7 7 554,-3 9 1,-10 10 5,-6 5 0,-3 6 389,-2 10 0,2 7-287,4 18 0,-1 2 221,11 3 0,-2 3-210,12-3 0,0 1 42,5-1 1,12 2-804,3-7 0,16-6 52,-1-4 0,13-7-260,3 1 1,2-3 255,8-2 375,-7 1 0,18-1 0,-4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55.00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46 58 8294,'9'-24'454,"-2"2"-147,-7 14 1,2 4-180,3 14-80,-4 7 0,6 21 128,-7 3 0,0 8 32,0 2 0,-5 12-112,0-1 1,0 8-259,5-4 1,0 1 320,0-6 0,0-1 42,0-4 1,0 0-756,0-10 1,5 0 68,0-15 0,2-4-955,-2-12 1026,-3-6 0,4-4 22,-6-10 1,-8-10 391,-7-11 0,-1-10 0,-13-10 0,5-8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55.48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31 307 8273,'-5'-54'-169,"0"3"120,-7 3 0,10 14 307,-3 3 1,3 11 239,2-1 0,2 6-316,3 5 0,-2-2-231,8 7 1,4-1 241,5 6 1,8 2-18,-3 3 1,4 4-1,2 6 0,5 2-35,-1 4 0,3-3-30,-2 8 1,-4 0-17,4 4 0,-4 6-130,-1 0 0,-2 6 182,-4-1 0,3-1-9,-8 0 1,-1 0 160,-9 1 0,2 1-177,-7-6 0,5 0-19,-4-6 1,-1-6-6,-5-3 0,1-6 86,4-5-58,-3 4-213,5-12 0,-7 3-223,0-10 1,5-6 154,0-9 1,7-6-717,-2-9 1,6-5 412,4-6 1,-3 2 189,4 3 1,-4 0 150,-2 11 1,0 2 176,1 13-58,-1 6 0,0 3 218,1 6 0,-3 13-208,-2 8 1,2 6-57,-3 4 1,9-1 925,2 1 1,6 0-382,-2-1 0,6-1-142,5-3 0,-2-4-277,7-7 1,0-6-266,5-4 0,-7-3 232,-3-2 1,0-7 52,-6-3 0,3-6-564,-13-4 0,-1-4-193,-9-7 0,-3 1 401,-7-1 1,-9-7 8,-6-2 1,-2 7-506,-9 3 0,3 9 199,-3 1 0,-3 4 228,3 6 0,3 5 485,-3 10 0,7 5 553,-1 11 1,8 4-563,2 11 0,6-2-5,-1 7 1,10 0-667,5 5 1,11-2 270,5-3 1,8 4 246,1-5 0,15-2 0,-2-1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56.46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16 260 8124,'-5'-29'1219,"0"3"-833,0 4-348,5 14 0,0 8 172,0 10 1,0 10 28,0 6 0,1 5 532,4 4-407,-3 5 0,10 1-264,-7-1 0,5 0 75,-5 1 1,6 1-218,-6-6 1,5-2 51,-5-8 1,5-4-186,-5-7 213,7-6 28,-3-3 1,6-18-229,1-3 0,-3-10-273,-3-1 0,4-8 32,-4-2 1,2-6-154,-2 1 0,4-4 137,-4-1 0,4 7 91,1 3 1,1 6 62,-1 4 0,-5 9 215,0 7 457,1 6 0,2 4-300,-3 11 0,2 7 5,-6 3 0,0 6 127,-1-1 1,-1 3-51,6 1 1,-7 6-5,3 0 0,2 0-118,2-6 0,4 1-125,1 0 1,6-2 59,-1-4 0,6-8-14,-6-7 0,7-6-8,-1 1 1,1-3-14,-1-2 1,1-7-210,-6-3 0,-1-6 67,-5-4 1,-6-4-133,-4-7 0,-5 4 72,-5-4 0,-10-1-205,-11-9 0,-3 2 167,-2 3 1,1 9 312,-1-4 0,0 11-77,1-1 1,4 9 95,1 2 1,6 7 261,-2-2 1,9 3-47,2 2-338,7 0 89,16 7 0,3-6-31,20 5 0,-1-5-2,11-1 1,0 0-21,0 0 1,0-1 18,0-5 1,-1 5-31,-4-4 0,1 3 173,-6 2 1,0 7-95,-6 3 0,-4 5 373,0 6 0,-13-3-154,3 8 0,-11 1 379,0 9 0,-4 3-143,-1 7 0,0 5 8,0 1 1,0 6-188,0-2 0,0-2-83,0 3 1,-1-11-70,-4 5 1,3-9-149,-3 4 1,1-3-52,-1-12 1,4 1 46,-4-12 0,-4-4 36,-1-6 1,1-7-77,-1 2 1,0-10-274,-6-5 0,-1-12 108,-3-9 0,5-8-69,-1-12 0,3 0-457,8-10 0,-1-6 330,6-15 1,2-6-833,3-4 1,5-7 664,11 12 0,-2 2 590,6 13 1,-4 12 65,4 14 1,4 9 15,2 11 0,-2 11-166,-9 10 0,2 5 57,4 5 0,1 10 183,-6 11 1,4 5 407,-4 4 0,-2 3 402,-9 3 0,-3 10-592,-7 0 1,0 2-256,0 3 1,-4-1-60,-6 1 0,0-3-176,-11-7 1,-1-2 214,2-3 0,-3-5 39,3-11 1,3-4-435,-3-11 1,3 2-223,1-7 1,6 0-485,0-5 0,6-7 111,-1-3 856,3-10 0,-4-4 0,-3-7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56.72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1 245 8083,'8'15'764,"6"-7"0,-11 6-444,7-4 1,1 4-67,4 1 0,7 1-211,4-1 1,3-7-18,1-2 1,3-5-119,2-1 1,-2-8 77,3-8 1,-4-1-504,-1-8 0,-7-1 59,-4-4 1,-5-1-188,-4 0 1,-5 1 259,-6-1 1,-6 0 44,-5 1 1,-9 6 353,-6 3 1,-3 11-106,-1 5 1,-1 5 829,0 5 0,2 10-470,4 11 1,-1 10 233,11 5 0,-2 3-322,12 2 1,1 0-347,9 0 0,6 0-15,9 0 1,4 0-1029,7 0 1208,6-7 0,2 6 0,7-6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58.33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31 660 7923,'0'-8'1031,"-2"15"-601,-3 13 0,4 9 2,-5 7 0,5 3-283,1 7 0,-5-2 104,0-3 0,-1 2-206,6-7 0,0-1 65,0-4 1,2-2-360,3-3 199,-3-4 1,6-14 135,-2-3 0,0-5-166,5-5 1,4-12-221,0-14 1,1-6-37,4-9 0,2-2 159,-1-3 0,4-3-584,-4-8 0,4-4 325,-4-1 1,1 1 31,-2 4 1,-6 18 242,6 3 1,-11 19 356,6 2 1,-8 4-141,3 11 0,-6 7 182,1 8 0,-3 17-212,-2 9 0,0 7 32,0 3 1,-2-5 573,-3 0 0,3-2-219,-3 2 0,3-2-170,2-3 1,2-9-145,3 4 1,-2-11-175,8 1 0,-1-11 142,5-5 0,1-3-142,-1-2 1,0-2 143,1-3 0,-1-11-35,0-9 0,6-4-731,-1-2 0,-5-1 310,-4-4 1,-1 4 49,5-4 0,1 5 262,-1 6 0,-5 4 330,0 11 1,-5-2-215,6 7 1,-8 3 125,2 12 0,2 2-157,-2 14 1,2 0 33,-2 4 0,4 1 416,6 0 1,0-1-126,1 1 1,1 5-285,3-1 0,9 1-53,7-5 0,5-5-230,-5-1 1,4-8 109,-4-2 0,5-1-147,-5-9 1,0 0-242,-6-5 0,-1-6 212,-3-5 1,-4-9-83,-7-6 1,-6-3 106,-4-1 1,-3-1 270,-2 0 0,-7-3-57,-3 4 1,-9-5 56,-1 10 0,-3 8 110,3 1 1,1 10 110,-6-5 1,1 10 229,-2 1 0,2 7-198,4 8 0,8 0 0,-3 1 0,4-1-18,1 0 1,3 6-184,7-1 0,7 1 73,3-6 0,4 0-207,1 1 0,1-3 76,-1-3 0,5-3-89,1-7 0,-1 0-7,-4 0 0,-1-1-106,0-5 1,1-2 57,-1-7 0,-1-1 74,-4 1 64,4 0 54,-6-1 308,1 8-283,4 1 0,-11 9 152,3 3 0,-2 5 51,3 10 0,0 4-79,5 7 0,2-5-110,-3-1 1,4-1 40,1 1 0,1-2-159,-1-8 0,6-6 148,-1-4 1,0-4 122,-4-1 1,-1-8-189,1-8 1,-1-6-7,0-8 0,1-8-283,-1-3 1,-1-5 110,-4-5 0,3 2-106,-2-8 1,-3-4 79,2-5 1,-1-8-597,1 3 0,2-3 254,-7 3 1,5 4 111,-5 11 0,1 10 521,-6 10 1,1 13 453,4 7-89,-3 8 1,3 18-307,-10 10 1,-2 6-134,-3 15 1,-2 7 45,7 8 0,0 3 803,5 3 0,0 4-307,0 1 1,0 4-235,0-4 1,0-1-229,0-4 1,5-8-174,0-3 0,5-10 107,-5-5 0,2-11-99,-2-4 1,2-4 121,3-2 0,-1-8-24,-4-7 0,14-3-423,6-13 1,-4-2-106,-11-13 1,0-7-264,6-2 0,-1-5 405,0-1 0,1 7-19,-1 3 1,-1 4 243,-4 1 1,2 7 297,-7 4-586,0 10-118,-5 3 1145,0 27 0,-5-1-106,0 17 0,-2-4 87,2-1 1,3 5-308,-3-1 0,5 6-100,5-5 1,4 5-345,6-5 0,5-2 130,1-9 0,6-2 165,-1-8 1,1-1-15,-1-4 0,1-3-704,-7-7 1,6-7 101,-6-3 1,1-6-26,-6-4 0,-6-6 94,-4-10 1,2 2-128,-2-7 1,0 2 237,-5-2 0,-5-1 30,0 6 0,-6 7-32,6 9 0,-5 3-292,5 1 1560,-7 8 0,5 4-367,-3 14 1,3 2-83,7 14 1,0 1-242,0 9 1,7-4 34,3 4 0,4-3-337,1-3 0,2-1 140,4-3 1,1 1 54,3-6 0,3-3-81,-8-8 0,7-3-497,-1-7 1,1-7 3,-1-3 1,3-10-148,-4-6 0,-1-8 147,2-2 0,-3 1-171,3 4 1,1 0 568,-6 1 0,-2 6-265,-9 3 6,3 11 1,-11 5-21,3 10 0,-3 5 1218,-2 11 0,0 3-303,0 6 0,0 1-32,0 0 0,0-1-296,0 1 1,-2 0-83,-3-1 0,-3-4-380,-8-1 0,-6-6 148,-4 2 0,3-4 172,-3-2 0,1 0-65,-6 1 0,5-1-133,1 0 0,-1 1 0,-5-1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59.04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1 185 8182,'10'-31'504,"0"0"121,-6 8-118,3 7-254,-1 9 1,-4 21 268,3 7 1,-3 11-97,-2 4 1,0 6-167,0-1 0,2-2-15,3 2 0,-2-7-190,7 2 0,1-3 15,4-3 0,5-6-130,1-3 0,-1-6 91,-4-5 0,4 2-165,0-7 0,6-1-362,-5-10 1,1-4 255,-2-10 0,-1 1-298,6-7 0,-6 1 217,2-6 1,-4-1 105,-2-4 1,-1 4-106,-4-4 0,3 4-129,-2 1 1,-3 2 269,2 3 1,-6 9 311,1 7 0,-2 7 102,3-2 0,-5 5-166,4 5 1,-3 3 286,-2 7 0,2 8-196,3 2 0,-2 4 1,7 2 0,1-2-8,4-4 0,2 4 34,4-3 0,-4-2-151,3 1 1,2-6-13,-1 2 0,4-4-116,-4-2 0,4-5 101,-4 0 0,-1-6-181,-5 1 1,1-5 110,-1-5 0,0-5 47,1-11 0,-3 2-97,-2-6 0,1 1-161,-7-2 0,0-4 41,-5-1 1,5 0-160,0-4 0,0-3 274,-5 2 0,-5-5-34,0 6 0,-5 4 434,5 5 0,-6 8-180,6-3 0,-2 9 280,2 2-347,4 7-181,-6-4 148,14 7 1,3 5 8,10 0 1,-3 2-117,4-2 1,3-2 106,1 8 0,-1-6-280,2 5 1,-2-2 58,1 3 1,4 2-142,-3-2 1,1-3 28,-2 2 0,-2 0 329,-8 6 0,0-6 0,1 0 0,-8 0 0,6 13 0,-6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59.57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77 8153,'2'-20'502,"3"0"-28,-3-1 30,5 13 70,-7 1-219,0 7-279,0 13 0,0-1 137,0 14 0,0-6-392,0 6 1,1-2 133,4 1 0,-1 3-456,6-8 0,-5 6 284,5-6 1,-1 1 61,1-6 0,4-5-255,-4 0 1,-1-6 409,1 1 0,0-10 0,5-4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6:59.73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 8104,'15'0'-699,"-5"0"715,0 0-52,1 0 0,1 5-62,3 0 1,-3 7-85,8-2 0,4-1-352,2 1 534,-4-7 0,14 11 0,-4-6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00.26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262 16 8104,'0'-9'1257,"0"2"-657,-7 21-344,5 3 0,-10 15 5,7 4 1,0 3-31,5 7 0,0 2 6,0 3 0,0-1 30,0 6 0,0-5-544,0 5 1,0-5 252,0 6 0,0-10-551,0-1 1,-5-1 169,0-10 0,-5-6-389,4-8 555,-5-4 0,2-9 75,-6-2 1,-1-12-212,1-4 1,-5-7 34,-1-8 0,-1-3 275,2-13 0,8 4-76,-4-9 1,6 5 565,0-5 1,3 0-32,7 5 0,0 9 154,0 1 1,2 11-310,3-1 1,8 4-130,8 2 1,6 5-52,-1-1 1,8 6 52,2-5 1,1 7-65,-1-3 1,-2 5 93,7 1 1,-7 1-132,2 5 0,-4 2-13,-1 7 1,-6 6-95,1-1 0,-9 8 106,-2-3 0,-1-3 12,-9-1 0,2 1-59,-2-2 0,-3-4 114,3-6 421,-4 0-175,-1-1-495,0-3-22,-6-6 1,4-6-222,-3-5 0,8-2 213,2-3 0,7-2-191,-1 2 527,9-2 1,-3 11-274,3-3 558,-2 3 1,-3 14-238,0 3 1,-5 10 473,1 6 0,-6 3-334,5 1 1,0 1-205,6 0 1,4-6 173,0 1 1,8-2 1,-3 1 0,4-2-1194,2-8 0,6-5-1722,4 0 2622,10-6 0,11 3 0,8-7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00.54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123 38 8099,'0'-16'867,"0"1"1,0 8-573,0 7 1,0 14-340,0 11 1,0 11-10,0 5 1,0 10 150,0 5 0,0 4-526,0 1 0,0 1 212,0-1 0,2-5-283,3 1 0,-3-11 143,3 5 0,-5-12-58,-5 7 1,-4-10 159,-6-1 1,-6-9 253,1-5 0,-14-4 0,1-2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01.07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31 614 8099,'-15'-37'-154,"6"-8"-35,4-6 1,3 0 290,2 5 1,12 7 285,3 3 1,11-1-268,0 1 0,8 5-48,1 6 1,8 6-118,-2-2 1,3-1 138,2 2 1,5-1 22,1 6 0,4 0-82,-5-1 0,5 3-5,-5 2 0,0 5 44,-5 6 1,-6 0-25,-5 0 1,-4 12 62,-5 3 0,-6 9 124,-10-4 0,-3 13 321,-7-3 1,0 11-194,0 0 1,-7 3 76,-3 2 1,2 2-172,-3 3 0,3-8-258,-2 3 0,-2-10 140,7-1 0,-1-9-105,6-6-106,0-3 155,7-8 0,2-2-470,6-7 0,6-12 157,-1-3 0,7-11-568,-1 0 1,3-9 196,2-6 1,-2-4-39,-4-1 0,-3 7 248,-6 3 703,-1 11-246,0 3-213,-6 13 1,-2 6 578,-7 13 0,-2 7-234,-3 14 1,3-1 442,-3 1 1,5 5-221,5 0 0,5-1-89,11-4 1,3 0-202,6-1 1,4-4-214,7 0 1,0-13 190,10 3 1,-3-11 84,-2 0 0,-2-3-672,-3-2 1,2-12 201,-7-4 1,-6-9-316,-4-1 0,-7-5-21,1-4 1,-8-5-257,-2-6 0,-6 2 498,1 3 0,-12-1 283,-8 6 1,-6 7-166,-4 8 1,-10 11-30,5 5 0,-11 7 1516,0 8 1,4 7-679,1 14 1,5 6-229,5 4 0,4 3-354,7 2 1,6 6-427,4-1 1,4 0 90,1-5 1,1-5-1034,4 0 1378,-3-7 0,12 10 0,-6-5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01.85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0 353 8219,'0'-24'122,"0"-5"1,0 3 0,0-3 0,0 0 0,0 4 718,0 4 1,0 10-449,0 0 1,7 8-125,3-2 0,4 17 0,1 8 0,0 16 543,1 10-461,-1 7 0,-5 8-107,1 1 1,-1-1-221,5 0 0,0 4-234,1-4 0,-6 2 281,0-11 0,-1-3 86,1-8 1,2-10 12,-7-11 0,5-3-707,-5-2 235,0-6 291,-5-2-258,0-28 1,0 2-323,0-16 1,-5-11-369,0-5 1,0-11 436,5-9 1,0-3 200,0-13 0,2 6-151,3-6 0,3 13-146,8 3 1,-1 18 322,0 7 0,1 12 416,-1 3 0,6 9-91,-1 12 1,6 3 142,-6 7 0,6 7 452,-6 3 0,1 5-341,-6 6 1,-5 4 94,0 11 1,-6-3-121,1 2 0,-5-2 369,-5-3 1,0 6-308,-11 0 0,4 0-257,-8-5 0,3-6 26,2 1 1,-1-8-274,1 3 0,5-9-1365,-1-2 868,8-7 523,-4 4 0,9-7-224,3 0 381,4-13 0,13-4 0,2-14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02.45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31 668 8219,'2'-8'0,"3"2"295,-4 5 649,6 1-363,-20 7-291,9 8 1,-14 2-70,12 3 1,1 3-149,5-3 1,0 6-138,0-6 1,2-1 155,3-9 1,9 2 155,6-7 1,2 0 0,-1-5 0,-2 0-599,6 0 0,-4-7 74,4-3 0,-6-5-51,1-6 1,-3-1 102,-1-3 0,-8-4-114,-3 3 0,-3-3-137,-2-2 0,-2 1 145,-3-1 0,-5 2 171,-10 4 1,2 2-54,-2 8 1,3 1 339,2 4 1,4 3-2,1 7 0,5 2 51,-5 3 1,6-1-142,-1 6 1,5 0 110,5 5 0,1-4-49,9-1 0,-1-7-72,11 2 1,1-3 36,4-2 1,1-2-11,0-3 1,-1-8-89,1-8 1,-5-6 53,-1 1 0,-6-3 10,1-1 1,-4-6-22,-6 0 0,2-1 1,-7 1 1,0 3-176,-5-2 0,0-3 112,0 2 0,0 6 50,0 4 1,-5 13-23,0-3 436,-7 11 1,3 7-25,-6 13 0,1 16 131,4 15 0,-2 3-48,7 13 1,0-3 101,5 13 0,0 4-392,0 6 0,12-2 107,3-8 1,11-6-39,-1-9 0,11-6-1,5-10 1,3-6-754,2-9 1,0-5 234,1-11 0,-8-3 57,-4-7 0,1-2 3,-5-3 1,1-11-119,-11-9 0,-1-6-430,-4-5 0,-3-3 311,-3-7 1,-3-7 228,-7-3 0,-1 3 51,-5 2 1,-2 5-334,-7 5 1,-1 12 395,1 14 1,0 1 512,-1 9 1,1 12-265,0 8 0,1 13 143,4 2 0,3 3-329,7 8 1,2-6 74,3 6 1,5-5-721,10 5 0,4-7 153,7 2 533,-7 3 0,5-7 0,-5 6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02.79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16 8099,'0'-8'2824,"0"1"-2573,0 27 1,0-1-277,0 17 1,0-4 89,0-1 0,1-6 135,5 1 0,-3-2-432,7 1 0,-5 3-592,5-8 1,-1 2 273,1-1 0,4-6 550,-4 0 0,4 1 0,1-8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03.22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16 8179,'2'-9'-256,"3"4"252,3 4 0,8 1-137,-1 0 165,0 0 1,7 0 8,4 0 1,10 0-173,5 0 0,3 0 26,2 0 0,-2 0 129,-3 0 1,4 5-101,-4 0 0,-4 5 126,-1-5 1,-11 5-195,-4-4 1,-6 0-93,-5-1 232,-3-3 0,-9 10-16,-3-7 1,-5 2-18,-10-2 1,1-1 394,-7 6 1,1-2 152,-6 3 1,0 2-168,1-3 1,6 4-77,3 1 0,10-1-235,0-4 0,8 4 21,-2-4 0,5 2-64,5-2 1,15 9 54,11-4 1,0-1-232,-1-4 0,4-5 42,12 6 1,2-1 104,3 5 0,-3 0 8,3 1 1,-3 1 12,-2 3 1,-7-1 42,-3 7 0,-5-6 16,-6 6 0,-10-6 255,-9 6-59,-5-8 1,-9 4 305,-8-6 0,-2-1-178,-13 0 1,4-4-131,-9-1 1,-2-2-452,3 3 1,-6-3 163,5-3 1,2-3-684,8 3 0,-1-3-414,7-2 1157,-1 7 0,13 1 0,1 8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04.54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31 139 8180,'-8'-7'-68,"1"-1"654,0-1 0,5 1 99,-3 2-362,4 5 0,1-8-79,0 4 1,1 3-79,4-3 0,4 2-672,6-2 413,7 3 0,2-12-77,7 4 1,0 2 136,-1-2 1,8 6-22,3-1 1,1-2 34,-1 2 1,2 0-25,-7 5 1,-2 0 51,-9 0 0,3 2 1,-8 3 1,-5 2-205,-4 3 0,-8 3 119,2-2 1,-5 4 292,-5 5 1,-4-3-150,-6 4 0,-7 1 176,-4-1 0,-9 4 7,-6-4 0,3 4-104,2-4 0,-1-1-46,1-5 0,2-1 41,8-4 0,1-1 254,10-4-155,-4-3-360,10 4 1,2-6 72,7 0 0,7 0-225,9 0 1,6-1 46,3-4 0,11 3 24,5-3 0,-2 5 81,2 5 1,0-2 11,5 8 1,-2 0 9,-3 10 0,2-4-7,-7 3 1,-7 4 135,-9 2 0,-3 1-67,-2-1 0,-6 3 196,-4-4 0,-3 2 33,-2-1 0,-7 1 168,-3-6 0,-11-1-69,-4-4 1,-6 2 64,-5-2 0,-3 2-122,-7-7 0,2-5-33,3-1 0,-7-3-80,7-2 1,-1 0 88,6 0 0,5-2-307,0-3 0,3-1-252,7-5 0,2-2-261,9 2 0,-2-2-439,7-2 151,0-1 1,7 1 160,3-1 1,8 8 200,8 3 1,1-2 532,-2 2 0,4-7 0,7 3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05.00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183 61 8088,'-7'-15'0,"0"0"128,-3-1 1,-4 8 176,4 3 1,-3 3 143,-3 2-258,1 7 0,0 1 163,-1 8 1,1 11 141,-1 4 1,6 4-109,0 1 1,7 2-139,-2 3 1,5 3-238,5-3 1,5-4 103,10-1 0,4-4-307,7-1 0,1-9 62,4-6 0,3-3-87,7-8 1,-5 1-12,0-6 0,-7-7-100,2-4 0,-5-4 121,-6-5 0,-3-4 62,-6-7 0,-8-1-182,-3-4 0,-5-2 47,-5-2 1,-8-3 5,-8 7 0,-6-5 272,1 5 0,-3 2 229,-1 9 0,-1 3-146,0 6 1,6 8 184,-1 3-258,7 3 0,-1 4 2,10 3 1,3 3-829,7 8 1,2-1 107,3 0 708,10 1 0,9-1 0,7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05.24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77 183 9435,'-8'-7'896,"-1"7"-104,4 0 1,4 12-341,-5 9 1,5-1-192,1-5 0,8 1-171,8-1 0,2-1 119,13-4 0,-2-3-188,12-7 1,-2-7-108,2-3 1,-4-4-138,-6-1 0,-4-6 140,-6 1 1,-2-8-211,-14 3 0,0-4-6,-5-2 1,-14 6 88,-6-1 0,-8 9 57,-2 2 1,-6 1 47,0 9 1,-5 2-384,6 8 0,-3 5-48,2 10 536,4 11 0,-6 8 0,8 7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26.30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29 62 7799,'-15'0'3147,"6"-7"1,9 6-2559,11-4 1,2-2-450,3 2 0,4-2 31,1 2 1,6 3-1162,-2-3 0,6 3 593,5 2 0,-4-5-1119,4 0 1,-9 0 210,-1 5 1305,-7 0 0,3 7 0,-7 1 0</inkml:trace>
  <inkml:trace contextRef="#ctx0" brushRef="#br0" timeOffset="154">14 323 7700,'-9'0'4918,"4"0"-4014,10 0 1,11 0-439,9 0 1,1-5-192,5 0 1,-2-2-80,11 2 1,-4 3-756,5-3 0,-5-2-70,5 2 1,-7 0 628,2 5 0,-4-7 0,-1-1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25.18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77 597 7594,'-10'-5'239,"0"0"1,4 0 1150,-4 5-835,7-7 0,-9 4 652,7-8-258,-7 8-241,10-11-232,-5 13-267,7-13 1,2 11 25,3-8 0,4 6-26,6-5 1,0 7-232,1-3 1,4 3 55,1-2 0,6 3-1,-2-3 1,4 10 63,2 5 0,-2 6 67,-3 4 1,3 4 52,-4 7 0,4 1-91,2 4 0,-1 1 29,1 4 0,-5 2 4,-1-7 0,-4 5-243,4-6 0,-6 1-41,1-5 1,-3-2-99,-1-4 1,-1 3-17,0-8 1,-4 1-162,-1-6 1,-5 0-1345,5 1 1255,-6-1 1,4-1-197,-3-4 24,-3-3-399,5-7 1,-7-2 14,0-3 1045,0-4 0,-7-13 0,-1-2 0</inkml:trace>
  <inkml:trace contextRef="#ctx0" brushRef="#br0" timeOffset="212">552 444 7813,'-8'-7'1651,"-6"5"-630,6-5-657,-8 7 1,3 2 447,3 3 1,-4 5-316,4 11 1,-9 3-100,-1 6 1,-8 8-168,3 3 1,1 3-165,-2 2 1,1 2-62,-6 3 0,5-3-227,1 3 0,-1-3-811,-4-2 1,6 0 610,3 0 0,6-9-958,5-6 0,3-2 587,7-9 1,2-6 791,3-9 0,10 3 0,9 1 0</inkml:trace>
  <inkml:trace contextRef="#ctx0" brushRef="#br0" timeOffset="507">829 352 9504,'-9'0'1728,"2"0"-863,7 7-438,7 1 1,7 1-245,6-4 1,7-4-116,-1-1 0,3-6-262,2-5 0,4-4 202,1-5 0,0-3 163,-5-2 0,-8-4-16,-2 3 0,-6-8-815,-4-2 1,-5 6 275,-6 4 0,-3 2 170,-7-1 0,-2 3 167,-14 6 0,1 8 241,-6 3 1,-5 10-185,0 5 1,2 5-42,9 6 1,-3-2-1022,8 6 1,0 1 139,4 4 912,8 8 0,-6-6 0,6 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21.94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62 292 7801,'0'-15'1577,"0"-1"-994,0 8 0,0-1 69,0 4 155,0 3 257,0-4 1,0 23-572,0 3 0,-7 11-265,-3-6 0,3 3-109,2-3 0,-2 2-97,2-6 0,0-1 66,5-4 0,0-1-54,0 0 1,2-5 43,3 1 1,5-8-41,11 2 1,-3-3-76,8-2 1,0 0-61,4 0 0,1 0-322,0 0 0,-1 0 204,1 0 0,0 0-528,-1 0 1,-1-5 356,-3 0 0,-2-2-802,-4 2 1,-3 3-119,4-3 185,-11 3 1121,-3 2 0,-7-7 0,0-1 0</inkml:trace>
  <inkml:trace contextRef="#ctx0" brushRef="#br0" timeOffset="184">308 184 7801,'6'-8'1072,"-4"1"0,5 9-294,-7 3 0,0 3-323,0 8 1,0 6 175,0 4 1,0 1-231,0-2 0,5 9-158,0-3 0,0 3-122,-5-3 0,5 0-613,1-1 1,5 3-247,0 2 0,-3-2-1821,2 3 2559,-6-4 0,9-1 0,-4-1 0</inkml:trace>
  <inkml:trace contextRef="#ctx0" brushRef="#br0" timeOffset="407">844 537 7725,'-10'-5'2377,"0"0"-579,7-7-808,-4 10-345,7-4-2509,0 6 1,5 6 1863,0 5 0,7-5 0,-4 1 0</inkml:trace>
  <inkml:trace contextRef="#ctx0" brushRef="#br0" timeOffset="692">1090 215 7851,'-9'-8'585,"-4"1"0,9 7 847,-6 0 1,7 2-410,-2 3 0,-2 5-513,2 10 0,0-1 26,5 7 1,0-3-147,0 3 0,0 3-63,0-3 0,1-3-73,4 3 1,4-7-47,6 1 1,6-3-68,-1-1 0,7-6-94,-1 0 0,1-7-459,-1 3 0,3-5 292,-4-1 1,-1 0-998,2 0 1,-2 0 546,1 0 0,-3-5-973,-6 0 0,-1-7 742,0 2 1,-1-4 207,-4-1 593,-3 0 0,0-8 0,1 0 0</inkml:trace>
  <inkml:trace contextRef="#ctx0" brushRef="#br0" timeOffset="857">1397 31 7782,'-14'-10'1236,"4"0"-78,3 6 666,7-3-1343,0 28 1,-5-7 145,0 16 0,0 3-233,5 2 1,-2 8-790,-3-2 0,3 5-224,-3 5 1,2-3-475,-3 3 0,3 2 543,-7-2 1,1 2 549,-1-2 0,-4-4 0,6 6 0</inkml:trace>
  <inkml:trace contextRef="#ctx0" brushRef="#br0" timeOffset="1239">32 1105 7702,'-16'-16'2062,"8"1"-1673,1 7 1,7-1 102,0 4 1,7 3 245,3-3 0,12 2-212,9-2 1,6 3-156,9-3 0,12-2-1,4 2 1,11-5-120,4 5 0,-1-2-156,6 2 0,7 3 114,-2-3 1,5-2 13,-11 2 0,6-2-54,-5 2 1,-7 3-79,-8-3 1,-6-2 77,-5 2 1,-5 0 39,-10 5 0,-3 0-337,-8 0 0,1 0 107,0 0 0,-6 0-544,1 0 1,-6 0 323,6 0 1,-7 0-370,1 0 0,-3 0-156,-2 0 1,1 0-233,-1 0 0,-5 0-138,1 0-165,-8 0 1301,4 0 0,-7 0 0</inkml:trace>
  <inkml:trace contextRef="#ctx0" brushRef="#br0" timeOffset="2093">522 1396 7783,'7'-15'1017,"-5"5"-306,3-1-307,-3 8 0,-2-6 130,0 4 794,0 4 981,0-6-1951,-7 14 1,5-4-96,-3 7 1,-2 6-47,2 4 0,0 1-42,5-6 1,-5 7 28,0 4 1,0-3-166,5 3 1,5-12 69,0 1 0,7 2-165,-2 3 0,9 1-25,1-6 0,8 1-36,-3-1 1,2-1 9,-1-4 1,1 3 152,-6-2 0,4-3 29,-4 2-50,-1 1-85,-5 4 93,-6 0-132,-2 1 1,-14-1 114,-3 0 0,-11-4-598,-4-1 1,-9 0-533,-2 5 0,-7-1 518,2-4 1,-1 2-152,1-7 0,-2 0 292,7-5 1,1-1-598,4-4 1,7-11 1051,4-9 0,3-4 0,1-2 0</inkml:trace>
  <inkml:trace contextRef="#ctx0" brushRef="#br0" timeOffset="2217">338 1458 7743,'16'-16'920,"-1"1"-805,0 0 0,7 1 1237,4 4 1,3 1-641,2 4 1,1-2 247,4-3 0,1-2-482,4 7 0,4-5-306,-5 5 0,5-6-528,1 6 1,-5-2-672,0 2 0,-6 4 772,6-4 255,-13 3 0,7-5 0,-11-2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18.61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676 659 9773,'-10'2'1051,"-1"3"1,3 5 0,-4 10-216,2 6 1,5 3-559,-6 2 0,8 1 15,-2 4 1,3-4 146,2 4 1,2-4-625,3-1 1,3 0 10,8-1 1,-1-6-83,0-3 1,1-9 205,-1-2 1,6-7-258,-1 2 0,0-5 124,-4-5 1,-1 0-48,1-10 1,-1 3 50,0-9 1,-5-3-74,1-1 1,-3-4 12,2-2 0,2 2 86,-7 4 0,1-3 171,-6 8 1,0 0-89,0 4 1,0 1 247,0 0-138,0 6-163,0-5 117,-7 13-282,5-6 1,-7 9-461,4 3-120,4-4-1218,-6 13 2085,7-5 0,-7 6 0,-1 0 0</inkml:trace>
  <inkml:trace contextRef="#ctx0" brushRef="#br0" timeOffset="614">170 720 7875,'5'-24'-228,"0"4"1,-2 3-1,-1 1 1,-2 1 794,0 0 1,0-1 937,0 1-982,0 7 0,-2-4-150,-3 7 1,2-1-114,-7 6 0,-1 2-84,-4 3 1,0 5 5,-1 11 1,3 3-1,2 6 0,0-1-112,5-3 1,1 3 39,5-3 0,2 3-208,3 1 1,0-4 65,11-1 1,-5 1 107,10 5 1,3-2-73,1-4 1,3 4-234,-3-3 0,4-3 117,-3 3 1,-4-5 105,-2 4 1,-3-6-106,-1 1 0,-8 2 98,-3-1 1,-3-6 399,-2-5 1,-12 1-165,-3 4 1,-11-5-144,1 0 1,-6-6 22,-5 1 0,4-3-223,-4-2 1,2 0 58,-2 0 0,11-7 161,-1-3 1,9-4-1513,7-1 0,3-6 657,7 1 1,2-8 754,3 3 0,3-4 0,8-2 0</inkml:trace>
  <inkml:trace contextRef="#ctx0" brushRef="#br0" timeOffset="817">599 337 7746,'-15'-16'1813,"6"8"-878,2 1-169,7 7-313,0-7-51,0 6-287,0-6 1,7 7-1071,3 0 0,4 0 565,1 0 0,1 5 390,-1 0 0,0 7 0,1-4 0</inkml:trace>
  <inkml:trace contextRef="#ctx0" brushRef="#br0" timeOffset="1272">875 751 7837,'0'-10'1707,"0"-1"-944,0 8-317,0-4 0,-2 7-65,-3 0 1,4 7 209,-4 3 0,3 11-164,2 4 1,0 4-180,0 2 1,0 0-49,0-1 0,0-1-245,0-3 0,0 1-79,0-7 0,7 1 135,1-13 1,8-1 23,-1-7 0,2-13-341,3-8 0,4-13 75,7-7 0,-6-3-192,1-2 1,-6 0 177,6 0 0,-7 8 97,1 8 0,-4 6 208,-6 8 0,3 8 272,-2 3 0,-5 5 109,0 5 0,0 5-234,0 11 0,-1 8 348,-5 6 1,0 1-137,0-5 1,5 0-371,0-1 1,2 1-344,-2 0 1,-2-8-1280,7-2 797,1 3 1,4-7-762,0 3 1,6-10 1536,-1-4 0,7-5 0,-3-1 0</inkml:trace>
  <inkml:trace contextRef="#ctx0" brushRef="#br0" timeOffset="1856">1872 674 7757,'0'-10'534,"0"0"314,0-2 1,0 3-337,0-1 0,0 5 256,0-5-566,0 6 1,0-4 488,0 3 449,0 3-782,7-5 0,3 7-48,11 0 0,-3 7 28,8 3 1,-6 9-137,6 1 0,0 8 10,4-3 0,-1 9 15,-3 2 1,3 2-26,-4-3 0,-1-1-45,2 7 1,-6-1-219,6 0 1,-8-2-116,3-7 1,-4-1-162,-2 1 1,1 0-275,-1-1 0,-1-1 321,-4-3 0,2 1-270,-7-6 0,2-6-271,-2-5-1250,-3 0 961,4-1-1060,-6-2 2180,-6-28 0,-3-4 0,-6-21 0</inkml:trace>
  <inkml:trace contextRef="#ctx0" brushRef="#br0" timeOffset="2040">2378 383 7757,'-15'-7'1070,"0"5"1,4-3-435,1 10 0,0 5-261,-5 11 0,-6 3 188,1 6 0,-8 3-173,3 3 1,1-2 78,-2 7 0,3-2-127,-3 2 1,1 1-544,9-6 0,-3 5-217,9-5 1,-2 0-390,2-6 0,3-6-785,7-3 1,0-4 785,0-2 0,2-1 806,3-4 0,4-3 0,6-7 0</inkml:trace>
  <inkml:trace contextRef="#ctx0" brushRef="#br0" timeOffset="2339">2700 245 7793,'-6'10'1769,"-5"0"1,5 2-1242,0 9 1,0-3-215,1 8 0,-1-7-108,6 1 0,0 2 25,0-1 1,9-1 270,6-5 1,2-1-234,9-4 1,5-3-325,4-7 0,8-3 2,-2-8 0,1 0-204,-1-15 0,-3-1-207,-7-9 0,-8 2 245,-2-7 0,-6 2 98,-5-2 1,-3-2-19,-7 7 0,-7-4-256,-3 4 1,-5 7 326,-6 8 1,-2 11 398,-8 5 0,-2 5-164,-2 5 1,-3 10 40,-3 11 1,4 5-1141,6 4 0,6-2 476,-1 3 0,9 1 456,2-1 0,-8 7 0,6-4 0</inkml:trace>
  <inkml:trace contextRef="#ctx0" brushRef="#br0" timeOffset="2692">3452 582 7749,'0'-8'1810,"7"-6"1,-4 12-1102,7-3 0,1 3-320,4 2 1,2 0-34,4 0 0,1 0-142,3 0 0,9 0-177,-3 0 1,1 0-306,-6 0 0,6 0-479,-6 0 0,5 0 66,-11 0 1,2 6-2035,-1-1 2715,-11 7 0,10-4 0,-11 7 0</inkml:trace>
  <inkml:trace contextRef="#ctx0" brushRef="#br0" timeOffset="2839">3513 874 10167,'7'8'2543,"3"-3"-2274,4-3 1,6-2-56,1 0 0,8 0-44,2 0 0,1 0-164,9 0 1,0-5-286,5 0 1,0-7-459,0 1 1,0-2 736,0-2 0,0-1 0,0 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33.12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77 7741,'0'-10'1078,"0"0"1887,0-2-2555,0 5-146,0 0 1,7 2-26,3 0 0,5 0-559,6 5 0,3-5 261,6 0 1,1 0-437,0 5 0,1 0 304,4 0 1,-5 5-1994,-1 0 2184,1 7 0,-7-4 0,6 8 0</inkml:trace>
  <inkml:trace contextRef="#ctx0" brushRef="#br0" timeOffset="150">47 307 11987,'17'0'1279,"4"0"0,2-5-820,8 0 0,7-7-465,2 2 0,5-4 49,1-1 0,5 1-3077,0 4 3034,0-3 0,-5 4 0,0-6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29.12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276 1166 7794,'9'-9'0,"-4"-6"0,-3 0 802,-2-6-496,0 4 1,-7-3-258,-3-1 0,1 2 128,-1 9 1,0-3-85,-6 2 0,1 3 48,0-2 0,-1 6 69,1-1 0,0 3-107,-1 2 0,1 0 84,0 0 0,1 7-128,4 3-19,-4 4 0,13 6 34,-5 1 1,5-1 16,1-4 0,1 4-95,5 1 1,2 6-73,7-2 1,2 4 100,4 2 0,1 5-55,4 0 0,3-1 76,-4-4 0,2 0-191,-1 0 1,-4-1 42,-7 1 0,-1-7 105,-4-4 0,-3 2 366,-7-1 1,-2-6-171,-3-5 1,-10-1 46,-11 1 0,-3-3-111,-1-7 0,-1 0-19,0 0 0,1-2 24,-1-3 0,0-3-296,1-8 1,8 1-153,6 0 0,3 4-825,7 1 115,1 0 0,9-4 460,6 4 0,2 3-206,13 7 1,1-5 35,5 0 728,-1 0 0,8-2 0,1-1 0</inkml:trace>
  <inkml:trace contextRef="#ctx0" brushRef="#br0" timeOffset="535">737 1227 7791,'0'-8'1451,"0"1"-1272,0 7 0,-6 1 129,1 5 1,-5 2-91,5 7 1,-2 6-1,2-1 1,3 6-13,-3-6 0,4 8-212,1-3 1,1-3-55,4-1 0,-1-4-72,6-2 0,0 6-208,6-1 0,4-6 192,0-9 1,6-5-197,-5-5 1,4-4 147,-4-6 1,6-7 53,-2-4 1,-1 1-5,2-6 1,-7 4-69,1-9 0,2-2 109,-1 3 0,-6-6 27,-5 5 1,-6 0 54,1 5 211,3 1 0,-6 6 525,3 3-551,-3 11 0,-2 5-90,0 10 1,-2 4 3,-3 6 1,1 7 388,-6 4 0,5 8-141,-5 2 1,7 5-136,-3-6 1,3 6-229,-2-5 1,3-2 77,-3-8 1,5-4-101,5-7 1,-3 1 42,3-1 172,4-7-121,-1-1 0,7-9-242,1-3 0,-6-10-22,0-11 1,5-4-109,6-6 0,-1 2 119,-4-7 1,-1 5-91,0-5 0,4 9 262,-4 1 0,8 7-83,-13 9 0,7 7-187,-7 2 144,4 5 0,-1 13 346,-2 3 0,-3 9-59,-3-4 1,-3 11 56,3-5 0,-2 6-181,3-7 1,-5 3-147,4-3 1,-1 3-239,1-8 1,-3 0 155,3-4 0,-4-1 34,-1 1 205,0-1 0,0-7 0,0-1 0</inkml:trace>
  <inkml:trace contextRef="#ctx0" brushRef="#br0" timeOffset="696">660 874 7736,'-7'-15'953,"5"6"0,-3 3-1325,10 6 1,4-5 271,6-1 1,7 1-227,4 5 0,5 0 196,4 0 1,6-1 129,10-5 0,-3 5 0,5-6 0</inkml:trace>
  <inkml:trace contextRef="#ctx0" brushRef="#br0" timeOffset="913">1780 629 8368,'1'-10'1398,"4"-1"-1445,4 8 1,11-5 82,1 2 0,4 5 166,-4-4 1,6-2-414,-1 2 0,1 0 36,-1 5 0,2 0-805,-2 0 1,-4 0 979,-1 0 0,-4 0 0,-2 0 0</inkml:trace>
  <inkml:trace contextRef="#ctx0" brushRef="#br0" timeOffset="1080">2240 476 8188,'-2'20'-117,"-3"0"1,3 8-49,-3-3 1,3 9-199,2 2 0,-5 5 363,0-5 0,-7 6 0,4-2 0</inkml:trace>
  <inkml:trace contextRef="#ctx0" brushRef="#br0" timeOffset="1518">2823 430 7738,'0'-16'0,"0"1"916,0 6-143,-7 3-741,5 6-19,-5 0 413,0 13 1,-1 6-38,-7 17 1,-1 11 1,1 15 1,-6 1-77,1 8 0,0 8-439,4 8 1,3-2 215,2 2 0,5-7-51,6 2 1,0-11-9,0-4 0,8-6-285,7-5 0,2-3-393,9-7 1,0 0 334,4 0 1,-4-10-791,-1 0 0,1-12 73,5 6 1027,-8-9 0,-4-1 0,-7-6 0,3-2 0,3 0 0,2-2 0</inkml:trace>
  <inkml:trace contextRef="#ctx0" brushRef="#br0" timeOffset="1830">3267 276 7699,'-8'0'716,"1"0"1,7 7-730,0 3 0,0 6 397,0 4 0,0-1-25,0 6 0,0-1-78,0 2 0,0 1-85,0-7 1,5 6-78,0-6 1,7 1 19,-2-6 0,4 1 34,1-1 0,2-5-21,4 0 1,-2-5-133,6 6 1,-4-8-344,4 2 1,-4-3 236,4-2 0,-4 0-749,4 0 1,-11 0 414,1 0 1,-3-5-697,3 0 0,-6-2 1116,-4 2 0,-3-4 0,-2-6 0</inkml:trace>
  <inkml:trace contextRef="#ctx0" brushRef="#br0" timeOffset="2005">3451 230 7699,'9'0'586,"-2"2"-417,-7 3 0,0 3-124,0 8 0,0 6 563,0 4 1,-5 4-187,0 6 1,-6-2-307,6 7 1,-2 0 29,2 5 1,4 2 49,-5 3 1,5-4-885,1 5 0,0-3 688,0 2 0,0-3 0,0 5 0</inkml:trace>
  <inkml:trace contextRef="#ctx0" brushRef="#br0" timeOffset="2188">3820 552 7697,'-7'-8'959,"5"1"-1749,-5 7 33,7 0 51,0 7 706,0 1 0,0 8 0,0-1 0</inkml:trace>
  <inkml:trace contextRef="#ctx0" brushRef="#br0" timeOffset="2433">4096 199 7746,'-9'9'1928,"-3"5"-1627,7-4 1,-2 9-285,2 1 1,3 6 264,-3-6 0,-1 6 194,0-6 1,1 6 80,5-6-406,7 1 0,-2-8 39,11-3 1,-3 4-97,13-4 0,-6-3-192,6-2 1,-1-3 140,6-2 1,0 0-699,-1 0 0,-1-2 379,-3-3 0,-2 2-883,-4-8 0,-3 1 106,4-5 1053,-11 0 0,4-1 0,-6 1 0</inkml:trace>
  <inkml:trace contextRef="#ctx0" brushRef="#br0" timeOffset="2597">4341 0 7746,'-8'15'1486,"-4"2"-1162,6 4 0,1 3-123,5 6 1,-5 3-84,0 3 0,-5-2-143,5 7 1,0-1-1383,5 6 1004,-7 1 0,3 4 403,-6 0 0,-7 14 0,-7-2 0</inkml:trace>
  <inkml:trace contextRef="#ctx0" brushRef="#br0" timeOffset="2913">3313 1120 7677,'0'-9'381,"14"-4"1,3 9 339,14-6-460,6 0 0,4-6-26,10 1 0,2 0-118,3-1 0,9 3 266,-4 3 1,9-2-40,-3 6 0,-2-4-437,-9 5 0,2-2 97,-7 2 0,-2 3-249,-8-3 1,-3 4-75,-8 1 0,-6 0-240,-3 0 1,-4 0 67,-2 0 368,-6 0 1,-4 1 122,-10 4 0,-11 4 0,-8 6 0</inkml:trace>
  <inkml:trace contextRef="#ctx0" brushRef="#br0" timeOffset="3180">3820 1166 9666,'0'8'1271,"0"6"-874,0-4 0,0 4 106,0 1 1,1 6-219,4-1 0,2 7-67,3-1 1,4 3-190,-4 1 0,9-4 66,1 0 1,1-1-128,-6 6 0,1-6-16,-1 1 1,-5-7-20,0 1 1,-4 2-67,4-1-51,-7-1 0,4-4-14,-7-1 0,-9-1 74,-6-4 0,-2 2-572,-9-7 0,6 0 298,-6-5 0,1 0-804,-6 0 0,1-2 1202,-1-3 0,0-10 0,1-9 0</inkml:trace>
  <inkml:trace contextRef="#ctx0" brushRef="#br0" timeOffset="3308">3697 1242 7677,'8'0'821,"6"0"96,-4 0-565,11 0 0,-3 0 8,8 0 1,0 0-149,4 0 1,6 0-263,0 0 0,6-1 112,-1-4 0,-1 1-2031,0-6 1969,-5 7 0,9-11 0,-5 5 0</inkml:trace>
  <inkml:trace contextRef="#ctx0" brushRef="#br0" timeOffset="3583">4709 61 8530,'12'0'636,"3"0"1,-1 2-19,12 3 1,-6 4 556,6 6-780,-1 7 1,1 11 115,-1 13 1,-4 3 1,4 12 1,-6 11-386,2 15 1,-6 10-195,-9-46 1,-2 0 0,0 0-1,-3 1-119,-2 1 0,-3 1 0,0-2 1,0 0 141,-3 4 1,-2 0 0,-1-5 0,0-1-426,-11 42 1,-6-2-26,2-8 0,-11 0-269,-5-5 0,-5-8 49,-5-2 1,-6-4-965,-9-2 1677,-4 1 0,-10-10 0,0-5 0,3-10 0,2-5 0,4-1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46.07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216 292 7995,'0'-22'402,"0"5"-161,0-4 77,0 4 0,0 2 105,0 0 1,0 4 140,0 1 0,-5 5 289,0-5-373,0 6-250,5-3 10,0 7 0,-5 9 30,0 6 1,-7 9-45,1 12 0,-7 12 190,-3 13 1,-5 3-77,6 7 0,-6 1-214,6 5 1,1-7 38,9-3 1,3-11-114,7-5 1,2-10-4,3-5 1,5-3 144,11-2 0,8-8 46,6-2 0,8-11-122,-2-5 1,4-6-1173,1-10 0,0-1 420,0-13 0,-7-6-125,-3-5 0,-12-7 308,-9 2 0,-6-1-43,-9 1 1,-9 3 397,-6 7 1,-7 2-84,-9 4 0,-6 4 539,-4 11 1,-2 3-273,2 7 1,3 12 382,7 3 1,2 9-479,4-3 0,4 5-456,11-6 0,3 7 14,7-1 0,2-2-401,3 2 1,9-8 144,6 3 0,13-4 705,-3-2 0,11 1 0,-1-1 0</inkml:trace>
  <inkml:trace contextRef="#ctx0" brushRef="#br0" timeOffset="440">1000 46 7914,'0'-15'-170,"0"-1"1220,0 8-204,0 1 302,0 7-498,0 14 1,0 5-294,0 16 1,-5 6-126,0 11 0,-7 2 205,2 8 0,1 6-10,-1 4 1,2-2-449,-3 2 0,5-4-370,6-1 1,0-2-365,0-14 1,0-2 90,0-8 1,0-3-649,0-7 0,1-6 1312,4 1 0,4-7 0,6 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50.95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107 93 7892,'7'-15'0,"-6"-1"443,6 8 0,-2 4 475,0 15 0,-1 9-471,-9 21 1,-4 2-32,-6 13 1,-2 1-53,-4 4 1,4 1-150,-3-1 1,8-1-132,1-4 1,8 2 158,-2-6 0,5-3-28,5-8 1,5 0-194,11-10 1,3-4-653,6-11 1,6-8 428,0-3 1,0-6 104,-5-10 1,3-6-534,-3-13 0,1-3 233,-11-3 1,-3-3-508,-7-7 1,-4 0 344,-7 0 0,-7 5 233,-4 0 1,-4 8 108,-5 2 1,-6 9-28,-10 12 0,2 3 773,-7 7 1,7 9 1052,-2 6 1,5 5-1199,5 6 1,6 3-435,10-3 0,3 1-316,7-1 0,8 3 311,8-4 1,13-2 53,12-3 0,3 4 0,2 0 0</inkml:trace>
  <inkml:trace contextRef="#ctx0" brushRef="#br0" timeOffset="391">937 324 8272,'-7'-31'133,"4"0"-133,-7 1 0,6 0 0,-1 5 0,3 1 480,2 3 0,2 9-234,3-3 0,4 3 62,6-3 0,0 6-68,1 4 0,4 3-105,1 2 0,6 7-21,-1 3 0,-2 13-147,1 7 1,-4 8 145,5 8 0,-9 2 57,-2 3 0,-1 2-191,-9 4 1,0 2-92,-5-2 0,-2-4-129,-3-2 1,-3-5 177,-8-5 0,-1-3 246,-3-8 1,-3-6-52,-2-3 1,-4-11 214,3-5 1,-1-3-202,1-2 0,-3-2-15,3-3 1,4-9 2,2-6 1,4-2 63,6 1 1,3 4 49,7-3 0,0 8-197,0 1 0,7 3-200,3-2 1,6 3 55,4 7 1,-1 0-157,7 0 1,1 7 176,9 3 1,-4 4 89,4 1 0,2 0-955,-2 1 0,6-3 121,-1-2 0,-1 1 816,1-7 0,0 0 0,5-5 0</inkml:trace>
  <inkml:trace contextRef="#ctx0" brushRef="#br0" timeOffset="666">1875 47 7909,'-10'7'0,"0"3"0,1 4 2082,-1 1-1354,-4 7 1,12 4 392,-3 10-781,4-4 1,1 1-106,0-8 0,6-6-307,5 2 0,9-6-228,6-5 1,3-5 314,2-10 1,3-5 155,-3-10 1,1-4-131,-12-7 0,-1-5-1084,-8 0 0,0 0 520,-5 6 0,-6-1 214,-6 0 1,-7 9 80,-3 6 1,1 8 256,-5 8 0,-3 0-967,3 0 1,-6 12 937,6 3 0,-1 11 0,6-2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50.23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0 277 8344,'0'-15'793,"0"-1"0,0 1-116,0 0-508,0-1 1,0 6-136,0 0 1,0 0-306,0-6 0,5 1 191,0-1 1,7 1 130,-2 0 1,6-1-59,4 1 0,-1 5 92,7-1 1,-7 3-150,1-2 1,-1-2 62,1 7 1,-3-1 64,4 6 0,-2 2-48,1 3 0,-3 9 230,4 6 1,-4 6-113,-2-5 0,6 6-42,-1-1 0,3-3 1,-3 3 0,-1-7 19,6 1 0,-6-3-219,2-1 0,-2-8 135,1-3 0,-3-3 40,4-2 0,-4 0-225,-2 0 1,0-7-1109,1-3 0,-2-9 224,-4-1 1041,3-8 0,-11 5 0,5-8 0</inkml:trace>
  <inkml:trace contextRef="#ctx0" brushRef="#br0" timeOffset="283">138 769 7992,'-8'16'0,"-1"-8"0,4-3 524,4-3 886,-6-2-1297,7-7 0,8-1 41,8-8 1,1-4-4,8-1 0,1-6-173,5 1 0,-1 4-224,1 2 0,3 4 224,-3 6 0,3 3 60,-8 7 1,1 0-286,-1 0 0,1 9 45,-6 6 0,-1 2 294,-4 9-118,-1-1 0,0 1 68,1 0 1,-1-6-60,0 6 0,3-7-127,2 1 1,-3-3 91,4-1 1,1-6 52,-2 0 0,8-7 40,-3 3-41,-2-12 0,6-2 0,-5-7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7:46.82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32 953 7948,'0'-23'5106,"0"2"-3386,0 11 0,-2 3 150,-3 7-959,3 0-909,-12-7-1368,13 5-3493,-6-4 4247,7 6 0,0 0 0</inkml:trace>
  <inkml:trace contextRef="#ctx0" brushRef="#br0" timeOffset="2413">539 31 8227,'0'-16'525,"-7"8"1,4 1-425,-8 7 0,3 2 41,-2 3 75,-4 3 1,11 15 511,-8 2 1,8 4-306,-2 2 1,3 7-30,2 3 0,0 5-232,0 5 1,0-7 66,0 8 0,7-8-211,3 7 0,9-4 112,1-6 1,8 1 98,-3-6 0,4-5-151,2-5 0,0-8-500,0 3 1,-1-4 229,1-2 1,-2-6-1,-3-4 0,1-3-49,-6-2 0,-2-7-147,-9-3 0,-3-4-96,-7-1 0,0-8 145,0-2 1,-9-4 104,-6-2 1,-2 5 53,-9 1 1,-1 6 473,-9-2 1,8 6-219,-2 5 1,4 3-155,0 7 0,4 2 334,7 3 1,1-2-28,4 7 1,3 6-800,7 4 1,7 2 265,3-1 0,11-4 234,4 4 1,6-4 68,5-2 0,10 0 0,9 1 0</inkml:trace>
  <inkml:trace contextRef="#ctx0" brushRef="#br0" timeOffset="2725">1231 108 7980,'0'-16'799,"0"1"1194,-7 6-1428,5 3 0,-6 6-160,3 0 0,3 12-180,-3 3 0,3 11 71,2-1 0,0 9 150,0 2 0,7 2-278,3-2 0,6-4-187,4 4 0,4-5 147,7-6 1,0 3-93,-1-8 0,6 1-636,0-6 1,5-1 365,-5-4 0,0-1 71,-5-4 1,-6-4-321,1 5 1,-7-5-3129,1-1 3611,-3-7 0,-8-1 0,-2-8 0</inkml:trace>
  <inkml:trace contextRef="#ctx0" brushRef="#br0" timeOffset="2889">1492 62 7913,'-8'6'738,"1"3"201,7 6 1,0 9-512,0 7 1,0 7-172,0 8 0,-2 2-447,-3 3 0,3-2-604,-3 8 0,4-1-1323,1 6 1931,0-1 1,-7 1 0,-2-1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8:08.17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46 692 7977,'-8'-15'288,"-4"5"-288,7-1 0,0 1 0,-1 0 198,1 0-166,0 6-96,5-10 174,7 13-53,2-6 0,6 7 70,0 0 1,-4 2 181,-1 3 0,0 5-206,5 10 1,1 4-21,-1 7 1,1 0 150,-1 0 1,0 5-179,1-1 1,1 1 20,3-5 1,-3-2-58,4-3 0,1-4-187,-1-7 0,1-1 152,-2-4 1,-3-3 1,4-7 1,1-7 78,-1-3 0,-1-9-59,-5-1 0,6-9-266,0-2 1,-6-2 100,-5-8 0,0 2 149,6-2 1,-8-2-137,-3 8 1,2-1-208,-2 5 1,6 7 514,-6 3 0,0 10-91,-5 0 0,2 8 142,3-2 1,-4 6-78,5 10 1,-5 1 366,-1 13 1,0 8-128,0 8 1,5 5 22,1 5 1,0 6-34,-1 9 1,2-3-75,4 4 1,2-4-104,-3-1 0,-1-2-144,1-4 0,-6 2 5,1-7 1,-3-5 128,-2-5 0,0-6 200,0 0 1,-7-2-94,-4-2 1,-9-7-46,-6-4 0,-3-3-59,-1-1 1,-6-3 34,0-3 0,-5 2-441,5-6 1,-5-1-166,5-5 0,-5 0-300,5 0 1,-3-5 379,8-1 1,-1-4-541,11 5 1,1-7 203,4 2 0,8 1-24,3-1 1,3 0 54,2-6 0,13-1-175,8-3 1,13-4 787,7-7 0,4-6 0,1-3 0</inkml:trace>
  <inkml:trace contextRef="#ctx0" brushRef="#br0" timeOffset="188">1153 815 7977,'9'-22'853,"3"5"-575,-7-4 1,2 11 895,-2 5-455,-3-4-242,5 8-663,-7-6 137,6 7 0,3 0-156,6 0 1,2 0 140,4 0 0,3 5-471,7 0 1,6 5 268,4-4 0,-2 6-659,3-2 1,-3 3 924,2 3 0,3 6 0,-4 2 0</inkml:trace>
  <inkml:trace contextRef="#ctx0" brushRef="#br0" timeOffset="338">1292 1153 7977,'-31'0'2723,"7"-6"-1775,2-3 1,13-1-1511,4 0 0,12 6 93,9-1 0,13 3-429,12 2 0,15-5 331,5 0 0,18-7-91,3 2 0,12-4 366,3-1 1,-45 4 0,1 0 0,-3-1 0,0 0 0</inkml:trace>
  <inkml:trace contextRef="#ctx0" brushRef="#br0" timeOffset="725">2937 492 7892,'-15'-22'1842,"-1"-2"1,6 0-1013,0 4-787,7 9 107,-11 5-246,12-1 159,-12 5 21,13-5 1,-8 9-67,4 3 1,3 4-36,-3 6 0,-2 0 95,2 1 0,0-1-115,5 1 0,0 6-8,0 3 0,0-1-198,0 2 1,5-2 150,0 1 1,7 4 62,-1-3 0,2 3 32,3 2 0,1 0-2,3-1 1,-1 1 111,7 0 1,-1-2-83,6-3 0,0 3 26,0-4 0,-2 4-45,-4 2 0,-1-5-14,-3-1 1,-6-6 25,0 2 0,-4-6 6,-6-5 0,-5 4-13,0-4 1,-9-1-6,-11 1 1,-4-5-313,-7 5 0,-6-5 98,-5 6 0,-2-8-552,-2 2 1,-5-3 313,-1-2 0,-1-7-480,2-3 1,5-7 359,0-9 1,0-8 559,5-17-262,10-18 0,-5-16 1,24 35-1,0-1 1</inkml:trace>
  <inkml:trace contextRef="#ctx0" brushRef="#br0" timeOffset="830">2876 200 7892,'46'-39'853,"0"1"-505,7 7-129,-5 1 1,5 6-231,-7 3 1,5 11-239,0 5 1,6 3-135,-6 2 1,7 2 382,-2 3 0,4-3 0,2 5 0</inkml:trace>
  <inkml:trace contextRef="#ctx0" brushRef="#br0" timeOffset="1778">4905 369 7994,'-25'0'588,"-1"0"-24,-1 0 0,3 7-393,-2 3 1,1 11 54,-6 4 0,2 16 162,3 6 0,2 7-118,4-2 1,8 6-45,-4-2 0,11-5-186,0-5 1,7 1-89,8-6 1,0-6-132,11-4 0,3-3 120,1-13 0,5 2-129,0-12 1,1-1-25,0-10 0,5-4-84,0-10 1,5-6 140,-6-10 1,0-5 80,-10-10 0,3 1-306,-8-6 0,-5 5-50,-4-6 0,-6 13 615,5-2 0,-6 10-83,1 0 849,-4 10-686,-1 11 1,-1 8-45,-4 7 0,3 9-84,-3 6 0,-2 6 53,2 4 1,0 4-13,5-3 1,6 3-83,5 2 0,2-2-357,3-4 0,6 3 138,4-8 0,-3 1-188,3-6 1,0-6 45,4-4 0,0-4 11,-5-1 1,3-3 47,-8-7 1,6-2-76,-6-14 1,-4 6 48,-6-6 0,-7-1 16,2-9 1,-3 2 119,-2-7 1,-2 6-95,-3 0 1,-3 2 693,-8 2 0,1 7-174,0 4 1,1 8 36,4 2 0,-4 6-20,4-1-303,3 4 1,0 2 80,7 4 0,2-1-100,3 6 0,5-5-144,11 5 0,4-6 69,11 1 1,0-3-258,10-2 0,-3 0-15,8 0 0,-1-2-57,1-3 1,-3-4 216,3-6 0,-5 0 60,-5-1 1,2 2-3,-7 4 1,-6 3 154,-4 7 1,-5 0 355,4 0 1,-8 12-214,-1 4 0,-3 11 529,-8 4 0,1 1-354,-6 9 1,0-5 396,0 5 1,-4 0-236,-6 5 0,0-6-86,-11-5 0,-3-4-100,-1-5 1,1 1-73,-2-6 1,0-1-48,-4-4 0,-1-6 28,0 0 1,7-7-3368,4 3 1853,-4-5 1,8-2-1635,1-5 2894,7-2 0,1-14 0,-2-2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8:04.24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324 937 8378,'0'-16'-140,"0"1"1,0 5 273,0-1 1,0 1-44,0-5 0,0 5 32,0-1 139,0 1-259,-7-5 9,5-1 90,-5 8 5,7-6 1,-2 12 31,-3-3-45,4 4-158,-13 1 0,5 5 113,-6 0 0,0 7 8,-1-2 1,-1 4 172,-3 1 1,3 6-117,-4-1 1,4 7 98,2-1 1,-1-2-63,1 2 0,-1 4 2,1 6 1,0 2-3,-1-2 1,6-2 122,0 7 1,6-2-271,-1 2 1,4 2 84,1-7 0,0 1-189,0-1 1,0-8 36,0 2 1,5-4-77,0 0 1,7 1 82,-2-7 1,4 1-4,1-6 1,2-1-20,4-4 0,-4 2-183,3-7 0,4 0 21,2-5 1,1-1 105,-1-4 1,8-4-183,-3-6 0,3-2 33,-3-4 1,-2-1 99,-4-4 1,4-3 54,-3 4 0,-4-6 8,-1-5 1,-4 3 175,-2-2 0,-1 2-83,-4 2 1,-3 6 205,-7-1 1,0 7-76,0-1 1,0 8 275,0 2 43,0 6-164,-7-3 1,-1 9-135,-8 3 0,6 4 139,0 6 0,5 6-108,-6-1 0,8 2 137,-2-1 1,3-2-361,2 6 0,0-6 133,0 2 1,7-4-140,3-2 0,4-1-13,1-4 1,1-3-18,-1-7 0,5 0 106,1 0 0,1-7-145,-1-3 1,-3-9 10,8-2 1,-5-6-198,4 1 1,-6-3-30,1-1 0,-2-3 118,-3-3 0,-5 4 67,0-4 0,-4 5 140,4 6 0,-7-3 285,2 8-308,-3-1 253,-2 6 26,0 6-190,7 2 1,-4 7 24,8 0 1,-1 2-27,5 3 0,2-1 142,4 6 1,3 0-66,6 6 1,1-1 5,0 0 1,1 2-56,4 4 1,-3-4 2,3 3 0,1 4 0,-1 2 1,-5-2 17,-5 2 0,-8-6-13,3 6 1,-4-8 13,-2 3 0,-6-4 39,-4-2 1,-5-4-81,-5-1 0,-11-1 0,-9 1 1,-6-3 24,-5-7 1,-3 0-1,-7 0 1,5 0-307,0 0 0,7 0-139,-2 0 0,5 0-257,5 0 0,4 0 285,7 0 1,8-2-359,7-3 1,8 3-16,13-3 723,10-4 0,15 1 0,9-8 0</inkml:trace>
  <inkml:trace contextRef="#ctx0" brushRef="#br0" timeOffset="408">2200 906 8055,'-16'-24'-112,"2"2"231,4 6 0,-3 6 229,2 0 0,3 5 53,-2-5-169,6 6-141,-3-10 1,7 11-180,0-7 193,0 6 0,9-2-7,6 6 1,2 0 151,9 0 0,1 6-84,9 5 1,-2 4 133,7 5 0,-1 4-111,1 7 1,1 5 83,-6 0 1,5 7-162,-5-2 0,2-2-108,-2 2 0,-6 0 160,1 5 0,-2-7-5,-8-3 1,4 2-327,-4-2 1,-1 0 89,-4-6 1,-3-6-360,-2-3 1,0 1 26,-5-2 1,-1-4-701,-5-6 121,0 0 338,0-1 0,-7-2-15,-3-7 665,-4 0 0,-8-14 0,-2-3 0</inkml:trace>
  <inkml:trace contextRef="#ctx0" brushRef="#br0" timeOffset="607">2645 814 8055,'9'0'301,"-2"1"162,-7 4 1,-2 4 31,-3 6-307,-4 8 1,-11 1 2,-1 6 0,-11 8-126,1 3 0,-3-2 0,3 2 1,-5 0 120,1 5 1,-6-5-580,5 0 1,0-1 270,5 1 0,5-4-672,1-6 1,11 0-423,-1-1 104,10-6 1112,-2-8 0,14-9 0,1-7 0</inkml:trace>
  <inkml:trace contextRef="#ctx0" brushRef="#br0" timeOffset="904">3214 552 8086,'0'-15'426,"-1"1"156,-4 4 1,1 3-295,-6 7 1,5 2-212,-5 3 0,-1-2-7,-4 8 106,6-1 1,1 5 10,3 1 1,3-6-60,-3 0-68,10-6 0,9 2 115,6-6 1,6 0-187,-6 0 0,8-6-148,-3-5 0,-1-8-109,2-1 0,-7-7 80,1 1 1,-10-3-173,-5-2 1,-3 6 91,-2-1 1,-7 5 64,-3-4 0,-5 11 47,-6-1 0,-3 10-102,-6 0 1,-1 11 220,0 10 0,0 6-323,1 9 0,6 1 360,3 4 0,-3 10 0,0 9 0</inkml:trace>
  <inkml:trace contextRef="#ctx0" brushRef="#br0" timeOffset="1270">3983 1106 8132,'-8'-16'608,"3"1"-661,3 7 0,2-1-5,0 4 37,7 3 0,1-5 40,8 7 0,1-5 113,3 0 0,2 0-138,4 5 1,3 0-1,-3 0 0,3 0-54,2 0 1,4 2 66,1 3 0,0-2-622,-5 7 0,0 1 615,-1 4 0,1 7 0,0 2 0</inkml:trace>
  <inkml:trace contextRef="#ctx0" brushRef="#br0" timeOffset="1428">4014 1429 9028,'-15'-14'2252,"6"4"-1793,4-11 1,3 9 631,2 2-1784,0 7 0,14-4 229,6 7 0,16 0-587,10 0 1,14-7 267,12-3 0,15 1 510,5-1 0,-41 5 1,1 0-1,-2-3 1,1 0-1</inkml:trace>
  <inkml:trace contextRef="#ctx0" brushRef="#br0" timeOffset="2047">5967 168 9052,'0'-7'1091,"0"7"-1107,0 7 168,0 15 1,0 2 57,0 7 1,0 1-71,0 4 1,7-4-210,3 4 1,4-5-290,1-5 289,7-4 1,2-8 136,7-4 1,0-3 34,-1-7 1,1-2-182,0-3 0,0-4 66,-1-6 1,1-12-121,0-4 0,-2-3 101,-3 3 1,-1-5-221,-9 0 1,2-7 8,-7 2 1,-3 2-17,2-2 1,-6 12 456,1-2 570,4 11-522,-8 4 1,6 11 122,-7 10 0,-2 11-28,-3 9 1,4 11-76,-5 5 1,5 4 206,1 1 1,0 5-158,0 0 1,5 6-96,0-6 1,7 0-86,-2-5 1,7-1-195,-1-4 0,2 0-2,-7-10 1,-3-1 100,2-14 0,-6 3 168,1-9-145,4-3 1,-9 5-1046,0-7 1,-14 0 20,-12-5 1,-5 0-319,-4 0 0,-3 0 590,-3 0 0,-10 7 687,0 3 0,-8 4 0,-2 1 0</inkml:trace>
  <inkml:trace contextRef="#ctx0" brushRef="#br0" timeOffset="2307">5183 1183 7953,'0'-24'0,"6"-4"0,5 8 0,8-1 2042,1 6-1307,7 7 1,4-6-8,10 4-548,10-4 0,6 4-28,9-1 0,6 1-159,10-5 1,9 1-103,6 4 1,-46 3 0,1 0 195,45-3 1,-42 3 0,1 0-211,0 0 1,1-1 0,0 0 0,0 1 204,2-1 1,0 0-1,-3 1 1,-1 0-253,2 2 1,-1 0 0,1-2 0,-1 1 2,-2 0 0,-1 1 1,2-1-1,-2 0-391,39-4 0,-5 2 167,-15 2-593,-3 5 606,-15-6 1,-8 7 35,-10 0 1,-10 0 125,-6 0-547,-9 7 1,-13 1 869,-13 8-107,-8 6 0,-21 2 0,-4 7 0</inkml:trace>
  <inkml:trace contextRef="#ctx0" brushRef="#br0" timeOffset="2641">6044 1290 7953,'0'-22'1106,"0"5"1,1 0-293,5 7-342,-5 6-698,6-9 0,-5 11 184,3-3 1,-2 5 79,8 5 0,-6-2 212,5 8 1,0-1 131,6 5 1,4 1-103,1-1 0,1 7 4,-2 4 0,4 3-279,7 2 0,1-1 152,4 1 0,-3 0-59,3 0 1,-4-1-18,-1 1 1,-5 0-169,-1 0 0,-6-6 89,1 1 0,-4-7-114,-6 1 1,-3-3 67,-7-1 0,0-1 47,0 0 1,-12 1-394,-3-1 1,-11-5 178,0 1 1,-10-3-328,-5 2 1,-5 2-72,-5-6 1,3-1-341,-3-5 1,0-2 229,5-3 719,-11-4 0,16-13 0,-12-2 0</inkml:trace>
  <inkml:trace contextRef="#ctx0" brushRef="#br0" timeOffset="2791">6044 1321 7953,'46'-29'1042,"0"3"1,2-6-399,3 6 1,-3 8-235,3-3 1,2 9-363,-2 2 0,1 6 62,-6-1 0,3 4-224,-2 1 0,7 0-287,-8 0 1,-1 0-507,-4 0 0,-2 6 626,2 5 281,-3-5 0,-1 15 0,3-4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8:12.57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16 769 7935,'-2'-17'411,"-1"-2"1,-2-1 439,1 1 1,3 2-789,1 2 0,1 1 182,5 4-255,-5-4 0,13 12 65,-4-3 1,6-2-175,4 2 1,4 2 334,7 8 0,0 4-15,-1 6 0,8 2-50,3 4 0,3 2-167,2 8 1,1 2-16,-1 3 0,0-4 54,0 4 0,0 2-159,0-3 1,-1 1 83,-4-5 1,1 0-145,-6 0 1,-2-2-320,-8-4 1,1 3 232,-6-8 1,-2 1-121,-9-6 1,2 0-546,-7 1-134,0-8 1081,-5-1 0,-7-7 0,-1 0 0</inkml:trace>
  <inkml:trace contextRef="#ctx0" brushRef="#br0" timeOffset="191">524 539 7968,'-11'22'0,"1"4"0,0 6 1370,-6 9-886,-6 7 1,3 8-347,-6 1-170,6-1 1,-10 6-54,3-1 1,-3-5-237,-1 1 1,4-8 33,0 3 1,2 1-143,-1-2 0,3-5-826,6-5 1255,8-7 0,-6 4 0,5-8 0</inkml:trace>
  <inkml:trace contextRef="#ctx0" brushRef="#br0" timeOffset="508">1277 293 8001,'-2'-14'2902,"-3"4"-2493,3 3-252,-11 7 0,6 2-56,-3 3 1,-2 3-191,7 8 1,0-1-45,5 0 1,1-4 96,4-1 1,4-7 47,6 2 1,6-3 46,-1-2 0,6-8-139,-6-8 1,6-1 57,-5-8 0,-1-3-143,-5-8 0,-6 4 68,-4-4 1,-5 4-188,-5 1 0,-4 2 174,-6 3 1,0 6 32,-1 9 0,1 5-329,0 6 1,-1 1 89,1 4 1,-1 11-1110,1 9 1425,0 4 0,-1 9 0,1 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8:17.96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47 32 7966,'-5'-11'556,"-2"3"0,-2 1 1794,-3 3-1848,6 3 266,-1 1-401,7 0-419,13 0 1,3 0-369,9 0 1,6 1 361,0 5 0,0-5-828,5 4 1,1 2 368,-1-2 1,0 6 238,-5-6 0,-7 7-203,-4-2 481,4 11 0,-14 2 0,4 8 0</inkml:trace>
  <inkml:trace contextRef="#ctx0" brushRef="#br0" timeOffset="141">124 447 7966,'-16'0'2145,"8"0"1,8-2-1662,10-3 0,11 1-217,4-6 1,4 2-31,2-3 0,8-2-752,7 3 0,2-4 397,9-2 1,-1 8 222,6 3-183,-1 3 0,-6 2 0,-2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8:38.60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137 262 8017,'0'-26'400,"0"2"0,0 0 0,0 2 425,0 0 0,0 1-597,0 6 1,7 5-158,3 0 0,6 6 20,4-1 1,-1 3-51,7 2 0,-1 2 139,6 3 0,0 11 9,0 9 0,-1 11-178,1 5 1,-2 10 3,-3 6 0,-6 3 99,-9 1 1,1 6-7,-7-1 0,-7 4-441,-8-8 0,-6-2 281,-4-9 0,-4-10 239,-7 0 1,-5-9-5,0-6 1,-6-5 221,1-11 1,1-3-73,-1-7 1,7-2-117,-2-3 1,6-11-31,4-9 0,4-9 21,6-2 0,8-2-487,3 2 0,10 7 168,5-7 0,5 14-50,6-4 0,3 15 107,7 5 1,-1 5 47,1 1 0,2 1-26,2 5 1,-2 4 29,3 10 0,-4-1 1,-1 7 1,-2-6-27,-3 6 0,1-2-681,-6 1 1,-1 4-24,-5-3 0,1-2-357,-1 2 1,-1-8 231,-4 3 856,4-4 0,-6-2 0,8 1 0</inkml:trace>
  <inkml:trace contextRef="#ctx0" brushRef="#br0" timeOffset="142">722 969 8017,'15'-7'1655,"-5"1"305,1-5-1349,-8-2 1,6 9-313,-4-6 1,-4 5 257,4-5-607,4 6 0,-2-4-948,3 2-1016,4 5 2014,-6-6 0,8 0 0,-1-1 0</inkml:trace>
  <inkml:trace contextRef="#ctx0" brushRef="#br0" timeOffset="1144">1321 154 7953,'-8'0'500,"-4"-7"82,7-3-54,-7 3-186,3-6 1,-1 6-53,0-3 0,6 1 16,-1 4-84,3 3 0,2-11 27,0 2 1,2 3-116,3-3 0,4 8-146,6-2 1,6-2 67,-1 2 0,2-5-164,-1 5 1,-2-1-52,6 6 1,1 0 92,5 0 1,0 4-59,-1 6 0,-4 0 42,0 11 1,-8 1 74,3-1 1,-11 6-139,-5-1 0,2 1-183,-2-1 0,0 6 208,-5-6 0,-13 4 96,-8-9 0,-6-1 154,-4-4 0,2-3-76,3-2 0,-1 1 424,7-7-135,-8 0-284,11-5 0,2 2 172,10 3-10,3-4 1,19 11-162,3-6 1,6 5-131,-5 0 1,3 4 3,6 6 0,6 1 73,0 3 1,20 10 7,6-5 1,-24 5-39,-13-5 0,-15-1-38,-4-3 1,-5 3 84,4-3 1,2-2 181,-2 1 0,-1-6 15,-9 1 1,-4-2 290,-6-3 0,-6-1-152,1-4 1,-8 2-113,3-7 0,-4 2-326,-2-2 0,0-3 111,0 3 1,2-4-574,4-1 0,3 0 124,6 0 1,6-5-580,0 0-242,6 0-1005,-3 5 585,21 0 1657,-4 0 0,19-7 0,-5-1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8:41.31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0 168 8125,'0'-8'1486,"0"1"-999,0 7 0,7-2-294,3-3 1,4 1-273,1-6 1,8 0 106,2-5 1,6 1-259,5 4 1,-2-9 86,7 3 1,-7-1-31,2 7 1,-5 2 116,-6 2 1,-1 5 33,-3-4 1,-9 11 297,3 10 1,-10 3-111,0 11 1,-3 5 188,-2 11 1,0 0-181,0 0 1,-5 5-187,0 0 1,-5 6-222,5-6 1,-7 6-541,1-6 1,3 0 382,-2-5 1,4 5 388,-4 1 0,0 6 0,-5-4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8:42.60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1 462 8328,'0'-15'0,"0"-3"0,0 0 0,2-3 0,1 1 300,2-3 0,7 1-459,-2-3 1,-1-4 96,1 3 1,0 2 83,6-2 0,1 8 335,3-3-253,-3 11 1,11-4 15,-8 4 1,8 3-10,-3 2 1,-1 3-46,2 2 0,-1 0 71,6 0 1,-2 7-66,-3 3 0,3 4-7,-3 1 0,-4 1-148,-2-1 0,2 1 65,-1-1 0,-1-1-185,-4-4 0,-1 3-58,1-2 0,-6-4-798,0-2 606,-6 3 453,9 1 0,-18 6 0,3 1 0</inkml:trace>
  <inkml:trace contextRef="#ctx0" brushRef="#br0" timeOffset="283">47 877 7981,'7'-10'404,"3"0"-146,-3-1 1,7 1-21,-4 0 1,5 0 0,6-6 0,3 1-210,6-1 1,1 1 67,0 0 1,0-1-56,-1 1 1,1 6 61,0 4 1,0 4-93,-1 1 1,-4 1 86,0 4 0,-2 6-200,1 9 1,-3-1-16,-6 7 1,-1-2 143,1 1 0,-1-3-65,0-6 0,-4-1 16,-1 0 0,-5-4-4,5-1 0,-5-7-274,6 3-63,-1-12 0,5-2-154,1-8 0,-1-4 516,0-1 0,8-13 0,1 2 0</inkml:trace>
  <inkml:trace contextRef="#ctx0" brushRef="#br0" timeOffset="742">1416 262 7991,'-21'-26'432,"1"1"0,4 1-305,6-2-127,7 4 19,-4 7 0,7-1-3,0 1 1,1 5 115,5-1 0,9 8-71,11-2 0,3-2 145,1 2 0,6 7-105,0 8 1,5 10 182,-5 6 1,3 5-106,-8 5 0,3 5-97,-8 10 1,-9-2-47,-2 8 0,-10-3-216,1 3 0,-12-1-7,-4-10 0,-5 2 166,-6-12 0,-8-7 254,-7-8 1,-6-4-103,1-2 1,-2-6 117,2-4 1,-2-5-180,7-5 0,0-4 33,6-6 0,6-6 85,3 1 0,6-3 127,5 3 1,3 8-167,7-3 0,2 4 11,3 1 1,5 3-147,10 7 0,4 0 63,7 0 1,2 2-365,2 3 1,0 2-138,6 3 0,0 4-335,5-4 0,0-3 190,0-2 1,-5 2-327,0-2 1,-2 5 894,2-5 0,4 1 0,-6-6 0</inkml:trace>
  <inkml:trace contextRef="#ctx0" brushRef="#br0" timeOffset="950">2092 416 8171,'0'-16'1290,"0"1"-419,-7 6 0,1 1-640,-5 3 1,3 3 243,3-3-470,3 3-537,-5 9-762,7 2 832,0 6 1,2-1-345,3-4 0,-2 2 806,8-7 0,-1 7 0,5-3 0</inkml:trace>
  <inkml:trace contextRef="#ctx0" brushRef="#br0" timeOffset="1233">2384 47 7970,'0'-16'422,"0"8"677,0 1-188,0 7-362,-6 0 0,-1 7 6,-4 3 1,3 11-39,3 4 1,3-1-135,-3 2 0,3-1-119,2 6 0,2 0-84,3 0 1,4-2-114,6-4 1,7 3 52,4-8 0,3 1-142,2-6 1,4 0-23,1 1 1,5-3-314,-5-2 1,2-4-527,-2-7 1,-4 0 447,4 0 0,-5 0-262,-6 0 1,-2 0-61,-8 0 1,0 0-1101,1 0 1857,-8-7 0,-1-9 0,-7-8 0</inkml:trace>
  <inkml:trace contextRef="#ctx0" brushRef="#br0" timeOffset="1395">2661 1 8335,'9'0'1313,"-2"8"-1015,-7 8 0,0 6-75,0 8 1,0 6 9,0 0 1,0 7-226,0-2 0,1 2-336,4-2 1,4 3-1050,6-3 1377,1 4 0,-1 1 0,0 0 0</inkml:trace>
  <inkml:trace contextRef="#ctx0" brushRef="#br0" timeOffset="1967">3169 293 7894,'0'-16'570,"0"1"928,0 6-1034,0 3 0,0 9-190,0 7 1,0 2-18,0 14-68,0 0 0,0-1-87,0 1 0,0-1-179,0 6 0,5-7-161,0-3 1,2-1 158,-2-5-311,-3 4 249,11-10 1,-6-2 16,3-7 0,4-12-38,-4-9 0,4-8-184,1-2 0,2-1 58,4-9 0,-4 0-68,3-5 0,3 0 134,-3 0 1,2 1 42,-1 4 0,-6 10 1159,1 11-501,-1 3-290,-7 8 0,1 4 3,-4 10 0,-3 11 232,-2 9 1,0 4-87,0 2 1,0 5 21,0 0 0,-5 5-336,0-5 1,-1 5 88,6-5 1,0-6-365,0-4 1,0-7 155,0 1 0,2-4-23,3-6 0,-1-3 48,6-7 0,0-7-184,6-3 1,-1-6-68,0-4 1,6-6-154,-1-10 1,8 2 228,-3-7 0,-1 7 82,2-2 0,0 4 586,4 1 0,-6 12-269,-3 4 1,-4 9 192,-2 1 0,1 5 20,-1 5 1,-1 11 271,-4 9 1,2 5-236,-7 0 0,5 1 90,-5 0 0,7 0-918,-1-1 0,-3 1 319,2 0 1,-1-6-1460,1 1 0,4-7 1564,-4 1 0,-3 4 0,0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9:22.8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478 538 8256,'-9'0'-426,"0"-5"822,4 0-140,4 0-20,-13 5 476,12 0-250,-11 0 250,11 0-284,-5 0-18,7 0 623,0 0-974,7 0 0,1 0 164,8 0 1,1 0-159,3 0 0,4 0-1,7 0 1,2 0 46,2 0 1,6 0 48,11 0 0,4 0-17,11 0 1,-1-5-34,11 0 1,-3-2-158,8 2 0,3 1-18,2-6 1,2 7 116,-2-2 1,2 3-185,-7 2 1,0 0-83,-5 0 0,-2 0-90,-3 0 0,-5 0 70,-11 0 1,-5 2-174,-10 3 1,-5-2-3,-10 7 1,-4-5 142,-7 6 0,-6-6-209,-4 5 0,-5-5 68,-5 5 1,-5-1-185,-11 1 0,-3 4-143,-7-4 734,-6 4 0,1-2 0,-7 0 0,-3 3 0,-2 2 0,-3 4 0</inkml:trace>
  <inkml:trace contextRef="#ctx0" brushRef="#br0" timeOffset="364">1062 169 7945,'-9'-7'-649,"-4"6"819,2-4 0,-4 10 445,-5 5 0,-6 5-336,-10 6 1,-5 10-127,-10 10 0,-2 1-110,-4-1-218,-9 4 1,9-6 345,-9 7 0,-3-1 21,3-4 1,-1-2-30,6-3 1,6-9-9,4 4 0,5-9 284,5 4 1,10-13-47,10 3 1,6-9 428,5 3-599,3-7 1,26 4-152,6-7 1,23 2 175,9 3 1,9-2 29,11 8 0,8-1-2185,8 5 1,1 6 1481,-43-11 1,0 0-1,1 3 1,0 0 424,5-3 0,-1 0 0,0 1 0,1 1 0,1-2 0,0 0 0,-1 2 0,-1 2 0,2 0 0,0 1 0,2 0 0</inkml:trace>
  <inkml:trace contextRef="#ctx0" brushRef="#br0" timeOffset="877">2707 354 8480,'10'-26'0,"1"2"218,1 2 1,-5 2 420,-2 4-31,3 8-191,-6-6-286,12 12 1,-13 2 17,4 10 0,-3 6 119,-2 4 1,0 4-266,0 7 0,0-5-130,0-1 0,0 1-121,0 5 0,-5-1-20,0 1 0,0 0-311,5 0 1,0-2 144,0-4 1,0 3-247,0-8 0,0-4-144,0-6 824,7-7 0,-6 4 0,6-7 0</inkml:trace>
  <inkml:trace contextRef="#ctx0" brushRef="#br0" timeOffset="1159">2584 62 8401,'0'-16'123,"0"1"138,0 0 1,7 6 155,3 4-217,-3 3 0,12 2 45,-4 0 0,9 7-142,-3 3 0,6 11 51,-1 4 1,3 6-145,1 5 1,1-2 21,0 7 1,-2-2 139,-3 2 1,1 2-123,-6-7 0,-6 5-135,-5-5 1,-6 0 106,1-5 0,-5-2-8,-5-4 0,-6 3-10,-9-8 1,-4 6 22,-7-6 1,-1 1-102,-4-6 1,-2-5-98,-3 1 1,-2-8 107,8 2 0,-6 2-455,5-2 0,5 0 83,5-5 0,8 0-609,-3 0 254,11 0 342,3 0 1,14-5 447,3 0 0,11-7 0,9 3 0,10-6 0</inkml:trace>
  <inkml:trace contextRef="#ctx0" brushRef="#br0" timeOffset="1434">3230 446 8361,'31'-15'-923,"-7"1"1114,-4 4 1,-8-2 1263,-2 7-1049,-6 0 1,1 6-144,-10 4 0,-4 1 197,-6 9 0,0-3-188,-1 8 1,3 4-146,2 2 1,-1-4 34,7-1 0,0-4-239,5-2 1,7-5 150,3 1 0,6-8-114,4 2 0,1-3 102,9-2 0,-8-7-6,9-3 1,-5-6-463,-1-4 0,-4 1 3,-11-7 1,-3 6-123,-7-6 0,-2 2 171,-3-1 1,-5-3 27,-11 8 1,-2 1 169,-8 9 1,0-2 196,0 7 1,6 1-256,-1 10 1,7 2-11,-1 7 0,4 6-179,6-1 0,3 6 109,7-5 1,9 4 293,6-4 0,7-1 0,16-4 0,1-1 0</inkml:trace>
  <inkml:trace contextRef="#ctx0" brushRef="#br0" timeOffset="2043">4291 354 8037,'0'-22'-811,"5"5"1003,0-4 1,7 0 517,-1 6 0,-3-2-191,2 12 1,-5-5-172,6 5 0,-6-1-103,5 6 1,-7 2 16,3 3 1,-3 4 16,2 6 0,-3 6-57,3-1 0,-10 8-17,-5-3 1,1 4-54,-1 2 1,0 0-208,-6-1 1,1 1-132,-1 0 1,1-2 151,0-3 0,-1-6 1,1-10 0,5 2-31,-1-7 0,6 1 41,-5-6 0,7-2-63,-2-3 0,3-6-127,2-9 1,0-4-29,0-7 0,7 1-221,3-1 0,4 0 446,1 0 0,0 1-97,1-1 0,-1 2 267,0 3 1,1 6 62,-1 9 0,1 5 118,-1 6 0,-5 0-107,0 0 1,-1 8 99,1 7 1,4 3-48,-4 7 1,4-4-49,1 4 1,2-1-241,4 2 0,-2 1 184,6-6 0,-4-1-179,4-4 1,-1-3 107,2-3 1,1 2-13,-6-6 1,6-1-86,-1-5 1,-2-7-11,1-3 1,-4-6-18,4-4 1,-8-4-2,-1-7 1,-1 0-300,-5 1 0,-3-6 122,-2 0 0,-3-5 198,-2 5 0,0 0-111,0 5 0,-2 6-271,-3-1 1,2 12 47,-7-1 1,5 8 45,-6-3 0,6 6-67,-5-1 1,5 10-219,-5 6 0,6-1 44,-1 5 1,-2-3 97,2 9 1,0-2 27,5 1 0,2-3 71,3 4 0,0 1 330,10-2 0,-3 1 0,9-6 0,-4 1 0,5-1 0,2 0 0</inkml:trace>
  <inkml:trace contextRef="#ctx0" brushRef="#br0" timeOffset="2334">5045 323 7579,'13'-15'-305,"-3"-1"954,-3 1 1,-2 0 1028,1-1-1136,-1 8 0,-7 1-87,-3 7-261,-4 7 0,-1 1 84,0 8 1,5 1-1,-6 3 1,8-1-236,-2 7 1,3-3 159,2 3 0,12-4-112,3-6 1,6 4-40,-1 1 0,4-6-215,7-5 0,0-6 35,0 1 0,-1-3-158,1-2 1,0-2 78,0-3 0,-2-4-178,-4-6 1,-2-1-160,-8 1 0,-1-7 219,-4-4 0,-3-1-91,-7 1 0,-2-3 73,-3 4 1,-9-3 101,-6 3 1,-8 4 92,3 11 1,-4-2 290,-2 7 1,0 0-187,0 5 0,6 5 140,-1 0 1,7 7-413,-1-2 0,4 4 60,6 1 0,3 1-36,7-1 1,2-1 146,3-4 1,4 4 143,6-4 0,7-3 0,2-1 0,7-6 0</inkml:trace>
  <inkml:trace contextRef="#ctx0" brushRef="#br0" timeOffset="2513">5490 246 8306,'7'-15'0,"-5"-6"750,3 1 37,-3-1 220,-2 6-370,0 0 0,2 1-335,3 4 0,-2 3-274,7 7 1,1 0-110,4 0 0,7 0 181,4 0 0,3 0-30,2 0 0,-1 0-168,1 0 1,2 0-392,2 0 1,-7 0-35,3 0 0,-6 1-456,1 5 1,1 0 304,-6 5 1,-3 2 673,-7-2 0,2 2 0,-4 3 0</inkml:trace>
  <inkml:trace contextRef="#ctx0" brushRef="#br0" timeOffset="2696">5783 200 8103,'1'-14'-203,"4"4"203,-3-4 0,7 13 1766,-4-4-1074,-3 3 0,10 9-314,-7 3 0,1 10-342,0 6 1,-5-2-472,4 2 1,2-1 300,-2 6 1,1 0-572,-6 0 0,5 4 376,0 1 1,0 2 212,-5-2 1,0-2 115,0 7 0,-7 0 0,-1 5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9:26.4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16 138 8334,'0'-22'-14,"0"3"120,0-6 1,0 6 195,0-2 0,0 10 300,0 0-55,0 8-209,0-4 0,-1 14-81,-5 3 1,5 9 15,-4 1 1,3 8 60,2-3 1,2 4-16,3 2 0,-2-5-160,7-1 1,1-1-173,4 2 1,0-2-232,1-4 1,-1-3 225,1 4 1,-3-9-316,-3-2 1,4-6 161,-4 1 1,4-4 81,1-1 1,1-1-213,-1-4 1,1-9-335,-1-7 1,0-6-138,1 1 0,-3-1 262,-2 2 1,1-8 337,-7 7 1,1-4-109,0 9 0,-5 6 1241,4 5-661,-3 6-426,-9-3 1,0 16 324,-3 6 0,-2 7 596,7 9 1,-5-5-509,5-1 0,0 1-123,5 5 1,1 0-559,4-1 1,1-4 214,9 0 0,-3-3-470,8 3 0,-2-2 295,-3-3 1,5-6 353,1 0 0,6 1 0,-3-8 0</inkml:trace>
  <inkml:trace contextRef="#ctx0" brushRef="#br0" timeOffset="74">462 554 8281,'31'-16'0</inkml:trace>
  <inkml:trace contextRef="#ctx0" brushRef="#br0" timeOffset="483">816 185 8229,'7'-16'-216,"1"-4"8,8-1 0,-6 1 87,0 4 128,-6 8 0,2-6 146,-6 4-96,0 3 0,-6 0 65,-5 7 0,-2 0-2,-3 0 0,-6 0 192,-4 0 0,-3 7-66,-1 3 1,1 4 105,3 1 0,-3 1-115,3-1 1,4 0-90,2 1 1,8 4-10,1 1 1,8 1-1,-2-1 1,5-4 16,5 3 0,3-3-143,8-1 0,4 4-25,1 1 0,6-1 78,-1-5 0,3 1-142,2-1 0,-1 1 52,1-1 1,-7 0-47,-3 1 0,-4-1 81,-2 0 1,-1-4-23,-4-1-28,-3 0 0,-9 4-22,-3-4 1,-5-1-58,-11-4 0,-4-3 103,-11 3 0,3-2-295,-3 2 0,-1-3-76,1 3 0,7-3-569,8-2 258,-3 7-109,7-6 434,-5 6 1,15-7 371,7 0 0,14-7 0,10-1 0</inkml:trace>
  <inkml:trace contextRef="#ctx0" brushRef="#br0" timeOffset="733">1185 308 8738,'-15'-9'1971,"-1"4"-1615,1 3 0,5 4-23,-1 3 0,1 4-64,-5 6 1,1 0 16,4 1 1,1-1 0,4 0 1,3 3-149,-3 2 0,5-3 127,5 4 1,-1-4-238,6-2 0,2 0-159,8 1 1,-1-2-185,7-4 1,-2 3 102,1-2 0,4-3-115,-3 2 1,-2-6-207,2 1 1,-8-3-447,3-2 1,-4 0-81,-2 0 1,-4 0-220,-1 0 1277,-7-7 0,4-8 0,-7-9 0</inkml:trace>
  <inkml:trace contextRef="#ctx0" brushRef="#br0" timeOffset="879">1216 477 8269,'-16'0'-1352,"8"0"2456,1 0-937,21-7-154,-4 5 0,19-5 158,-4 7 0,-1 0-10,2 0 1,-2 0-286,2 0 1,3-1-105,-4-4 0,-1 3-240,2-3 1,-6 3 146,6 2 321,-7 0 0,3-14 0,-7-3 0</inkml:trace>
  <inkml:trace contextRef="#ctx0" brushRef="#br0" timeOffset="1042">1108 185 8269,'0'-23'-67,"2"6"67,3-3 0,10 8 0,11 2 0,3 4 695,2-4 0,1 7-469,4-2 1,3 3-858,7 2 1,-5 2 279,0 3 1,-1-4-287,1 5 1,-4 2 636,-6 2 0,0 4 0,0 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9:33.12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108 93 8268,'0'-16'0,"0"1"52,0 0 1,0 4 173,0 1 1,0 5 440,0-5-290,0 6-188,0-3 1,0 9-387,0 3 132,-7 4 1,0 13 243,-3 4 0,-4 4 60,4 6 1,-2 4 150,2 6-295,-4 7 1,7-4-143,-3 8 28,3-8 1,7 4 14,0-7 1,5-1 92,1-4 0,5-4-183,0-6 1,2-2 57,3-3 0,-1-6-66,1-10 0,-1 2 28,0-6 1,-4-1 19,-1-5 0,0-7-77,5-3 1,-4-6-222,-1-4 1,-7 1 28,2-7 1,-5 1 176,-5-6 0,-2 5-25,-3 1 1,-3 6 11,2-2 1,-1 4 387,2 2 1,-4 5 52,4-1-366,3 8-100,-6-4 1,11 14-207,-3 3 1,10 4 46,5 1 0,6 1 200,4-1 0,4-1 143,7-4 0,13 4 0,4-6 0</inkml:trace>
  <inkml:trace contextRef="#ctx0" brushRef="#br0" timeOffset="346">615 308 8262,'-24'-15'369,"7"-1"203,7 1 1,7-1-244,-2 1 1,3 5-77,2 0 0,2 6-744,3-1 1,0 3 256,10 2 0,2 0-161,9 0 0,8 7 178,-3 3 0,3 4 187,-3 1 0,1 6 68,4-1 1,-9 9 162,4 2 1,-10 0-278,-1 5 1,-4 1 28,-6-1 1,-3 5 157,-7-5 1,-2-2-87,-3-8 0,-5 1-11,-11-6 0,2-2 98,-6-9 0,-1 2-5,-5-7 1,6 0 40,-1-5 1,7 0 206,-1 0 0,8 0-98,1 0-156,8-7 1,-2 4-143,10-7 1,0 4 131,11-4 1,2 7-600,13-2 1,7-2 25,3 2 0,0 0-214,5 5 1,-3-6 202,8 1 493,-10 0 0,3-2 0,-4-1 0</inkml:trace>
  <inkml:trace contextRef="#ctx0" brushRef="#br0" timeOffset="604">1369 216 8262,'-9'0'1103,"2"0"0,2 7-1202,0 3 0,0 3-276,5 3 311,0-1 1,3 1 204,8-1 0,1-7 102,13-2 0,1-5-256,5-1 0,5-7-336,-1-3 0,1-5 43,-5-6 0,-7 3 27,-3-8 1,-6 5 256,-5-4 0,-3 1 22,-7-2 1,-7-1 9,-3 6 1,-9 3-2,-1 7 0,-6-1-1,5 7 1,1 2-418,5 8 0,-6 4 140,1 6 0,-1 7-320,6 4 589,-1 3 0,8 2 0,1-1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3T04:29:35.6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9163 16 8169,'0'-9'-1396,"-1"2"1178,-4 7 467,3 0 1,-12 7-198,4 3 1,1 13-50,-1 7 1,5 5 574,-5 11 1,5 0-174,-6 15 0,6-1-57,-5 12 0,1-6-243,-1 6 0,-2-7-79,7 2 1,-5-4-57,5-1 1,0-8 118,5-3 0,0-10 57,0-5 0,-2-3-60,-3-2 0,1-2-373,-6-4 99,0-3 0,-11-8-14,1-4 0,-1-3-13,6-7 0,-7 0-183,-4 0 0,2-7-170,-1-3 0,-1-9 212,-5-1 0,0-13 94,1 3 1,6-6 261,3 0 0,6-2 0,5-3 0,-2-1 0,7 6 0,-1 5 0,6 5 0,0 2 46,0-1 1,7 2 96,4 8 1,7 0-2,3-1 1,6 3 81,-1 2 1,8-2-59,2 3 0,7 1 21,-2-1 1,3 5-113,2-6 0,-1 6 102,-4-5 1,1 7-21,-6-3 1,5 5-23,-5 1 0,-5 0 177,-6 0-331,-6 0 0,3 1 130,-6 5 1,-8-3 158,-3 7-139,-3 0 0,-7 6-59,0-1 0,-5 1 63,5-1 1,-6 0-12,6 1 0,-5-6-26,5 0-33,0 0 0,5 1 46,0-1-194,0-7 184,6 4 0,8-7-23,7 0 0,4-7-296,-4-3 1,6-4-41,-1-1 1,1 0-24,-1-1 1,1-4 108,-6-1 1,4-4-87,-4 4 1,-3-1 279,-7 2 1,2 2-125,-2-2 0,-5 3-34,0 1 0,-3 8-6,2 3 0,-3 1 668,3-1-15,-3 4-148,-2 1 0,5 8-49,0 7 1,2 1 73,-2-1 0,3 6-125,8-1 1,4 1-114,1-6 0,-1 0-101,-4 1 1,4-1 102,1 1 0,4-8 4,-4-3 1,-1-3 34,-4-2 1,-1-2-39,0-3 1,1-3-91,-1-8 1,1-6-119,-1-4 0,-5 2-174,0-1 1,-4-1-452,4-5 0,-5 1-574,5-1 1,0 2 587,6 3 0,-6 4-146,0 7 231,1 6 581,4 2 0,0 14 0,1 2 0</inkml:trace>
  <inkml:trace contextRef="#ctx0" brushRef="#br0" timeOffset="633">10455 800 8817,'7'-9'659,"1"3"0,1 7-493,-4 4 0,-2 4-6,3 6 1,-5 7-233,4 4 0,-3 5 80,-2 5 1,0-4-74,0 4 0,0 2 54,0-2 0,-7 6 251,-3-1 1,-4-1-75,-1 1 1,0-6-23,-1 6 0,-4-1 29,-1 1 0,-6 1 169,1-6 1,-3 5-237,-1-5 1,-13 5-143,-3-5 0,-12 5-397,-4-5 0,-10 5-135,-15-5 1,-2 5 339,39-23 1,-2 0-1,-1 1 1,0-1 90,-6 1 1,0-2 0,0-2-1,-2-1 47,-5 4 0,-1 0 1,0-4-1,-1 0-263,-3 1 1,-1 0-1,-1 0 1,-1-1 359,-3-3 1,0-1 0,0 3 0,0-1 115,0-1 1,0-1 0,-2 1 0,-1 0-71,1 0 1,0-1-1,-4-2 1,0 1 108,1 1 0,0 0 0,-2-1 0,-1-1-44,-2 0 0,-1 0 0,-3 2 1,0 0-469,-4 0 0,0 1 1,-1-1-1,1 0 379,0-2 0,0 0 0,3 2 1,-1 0 0,-4 0 0,0 1 0,1 0 0,0 0-19,28-4 0,0 0 0,-1-1 1,2 0-1,0 0 0,0 1-54,0 1 1,0 1 0,1 0 0,-32 1 0,-1 0 19,33-1 1,-1 0 0,0-1 0,0-1 0,0-1 0,0 1 28,-3 2 0,0-1 1,0 1-1,0-1 1,0 1-1,1 0 69,1 0 1,-1 2-1,1-1 1,2 1 0,0-1-1,0 0-46,-2 0 1,-1 0 0,1 1 0,2-1 0,0 1 0,0 0 57,-3 1 0,1 0 0,0 0 1,-29 4-1,1-1 3,3 0 0,1 1 0,3-1 1,2 0-268,5-2 0,0 0 1,0 1-1,0-1 199,5 0 1,0 0 0,0 2 0,1-1 11,6-1 1,1 0-1,2-2 1,1 0-93,6-1 0,2 0 0,0-1 0,2 0 39,1-2 0,2 1 1,-43 7 202,4 1 0,15-6-287,0 0 0,11-1-277,-1 1 0,16 2 799,5-7 1,5 2-793,0-2 1,10-3 604,10 3 1,4-2-1014,2 2 0,5-3 152,-1 3 629,1-3 0</inkml:trace>
  <inkml:trace contextRef="#ctx0" brushRef="#br0" timeOffset="957">1306 2430 8451,'-22'-7'773,"-2"0"-644,-7-3 0,-2 3-129,-3 7 0,-3 12 1480,-7 3-914,-7 18 0,-3-1-743,-11 14 1,-3 7-133,-7 4 1,-1 4 60,37-27 1,0-1 0,1-1 0,-1-1 93,-3 2 1,1 1 0,-30 29 241,1-1 1,9-13-50,6-3 1,6-5 755,10 0 1,10-3-434,11-7 1,10-2-254,4-4 0,8 4 406,8-3 0,16 1 640,20-1 0,16 3-1410,15-3 0,8-4-11,12-2 1,-41-8 0,1-2-543,4 1 0,1-1 0,11 1 0,1-1-848,2-2 1,2-1 1655,6 1 0,3-1 0,3 0 0,1 0 0,4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CC467-810B-5342-A9EE-C0BA17396799}" type="datetimeFigureOut">
              <a:rPr lang="en-US" smtClean="0"/>
              <a:t>9/23/19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014EF-19E9-BF48-949B-CC5D6C0BF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40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http://</a:t>
            </a:r>
            <a:r>
              <a:rPr lang="en-US" dirty="0" err="1"/>
              <a:t>crystalclearmaths.com</a:t>
            </a:r>
            <a:r>
              <a:rPr lang="en-US" dirty="0"/>
              <a:t>/</a:t>
            </a:r>
            <a:r>
              <a:rPr lang="en-US" dirty="0" err="1"/>
              <a:t>wp</a:t>
            </a:r>
            <a:r>
              <a:rPr lang="en-US" dirty="0"/>
              <a:t>-content/uploads/2015/11/Icon-</a:t>
            </a:r>
            <a:r>
              <a:rPr lang="en-US" dirty="0" err="1"/>
              <a:t>Trigonometry.jpg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https://lh6.ggpht.com/CmbtkIvKgfYwxcz7FVR00NdKm1JOOomOKjZz_wP0OKVOfrOCL79w6H_aHZ0S8zYd9w=w300-rw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3391C-FDE3-6B4E-949B-BE24183C2B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07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images.tutorvista.com</a:t>
            </a:r>
            <a:r>
              <a:rPr lang="en-US" dirty="0"/>
              <a:t>/</a:t>
            </a:r>
            <a:r>
              <a:rPr lang="en-US" dirty="0" err="1"/>
              <a:t>cms</a:t>
            </a:r>
            <a:r>
              <a:rPr lang="en-US" dirty="0"/>
              <a:t>/images/67/right-</a:t>
            </a:r>
            <a:r>
              <a:rPr lang="en-US" dirty="0" err="1"/>
              <a:t>triangle.png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B52FF-0A08-6A4D-9AA0-D4573AFC19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0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www.mathwarehouse.com</a:t>
            </a:r>
            <a:r>
              <a:rPr lang="en-US" dirty="0"/>
              <a:t>/trigonometry/sine-cosine-</a:t>
            </a:r>
            <a:r>
              <a:rPr lang="en-US" dirty="0" err="1"/>
              <a:t>tangent.php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3391C-FDE3-6B4E-949B-BE24183C2B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91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9/23/19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21" Type="http://schemas.openxmlformats.org/officeDocument/2006/relationships/customXml" Target="../ink/ink10.xml"/><Relationship Id="rId34" Type="http://schemas.openxmlformats.org/officeDocument/2006/relationships/image" Target="../media/image22.png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4.png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37" Type="http://schemas.openxmlformats.org/officeDocument/2006/relationships/customXml" Target="../ink/ink18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7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3.xml"/><Relationship Id="rId30" Type="http://schemas.openxmlformats.org/officeDocument/2006/relationships/image" Target="../media/image20.png"/><Relationship Id="rId35" Type="http://schemas.openxmlformats.org/officeDocument/2006/relationships/customXml" Target="../ink/ink17.xml"/><Relationship Id="rId8" Type="http://schemas.openxmlformats.org/officeDocument/2006/relationships/image" Target="../media/image9.png"/><Relationship Id="rId3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24.xml"/><Relationship Id="rId18" Type="http://schemas.openxmlformats.org/officeDocument/2006/relationships/image" Target="../media/image33.png"/><Relationship Id="rId26" Type="http://schemas.openxmlformats.org/officeDocument/2006/relationships/image" Target="../media/image37.png"/><Relationship Id="rId3" Type="http://schemas.openxmlformats.org/officeDocument/2006/relationships/customXml" Target="../ink/ink19.xml"/><Relationship Id="rId21" Type="http://schemas.openxmlformats.org/officeDocument/2006/relationships/customXml" Target="../ink/ink28.xml"/><Relationship Id="rId7" Type="http://schemas.openxmlformats.org/officeDocument/2006/relationships/customXml" Target="../ink/ink21.xml"/><Relationship Id="rId12" Type="http://schemas.openxmlformats.org/officeDocument/2006/relationships/image" Target="../media/image30.png"/><Relationship Id="rId17" Type="http://schemas.openxmlformats.org/officeDocument/2006/relationships/customXml" Target="../ink/ink26.xml"/><Relationship Id="rId25" Type="http://schemas.openxmlformats.org/officeDocument/2006/relationships/customXml" Target="../ink/ink30.xml"/><Relationship Id="rId2" Type="http://schemas.openxmlformats.org/officeDocument/2006/relationships/image" Target="../media/image25.png"/><Relationship Id="rId16" Type="http://schemas.openxmlformats.org/officeDocument/2006/relationships/image" Target="../media/image32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23.xml"/><Relationship Id="rId24" Type="http://schemas.openxmlformats.org/officeDocument/2006/relationships/image" Target="../media/image36.png"/><Relationship Id="rId5" Type="http://schemas.openxmlformats.org/officeDocument/2006/relationships/customXml" Target="../ink/ink20.xml"/><Relationship Id="rId15" Type="http://schemas.openxmlformats.org/officeDocument/2006/relationships/customXml" Target="../ink/ink25.xml"/><Relationship Id="rId23" Type="http://schemas.openxmlformats.org/officeDocument/2006/relationships/customXml" Target="../ink/ink29.xml"/><Relationship Id="rId28" Type="http://schemas.openxmlformats.org/officeDocument/2006/relationships/image" Target="../media/image38.png"/><Relationship Id="rId10" Type="http://schemas.openxmlformats.org/officeDocument/2006/relationships/image" Target="../media/image29.png"/><Relationship Id="rId19" Type="http://schemas.openxmlformats.org/officeDocument/2006/relationships/customXml" Target="../ink/ink27.xml"/><Relationship Id="rId4" Type="http://schemas.openxmlformats.org/officeDocument/2006/relationships/image" Target="../media/image26.png"/><Relationship Id="rId9" Type="http://schemas.openxmlformats.org/officeDocument/2006/relationships/customXml" Target="../ink/ink22.xml"/><Relationship Id="rId14" Type="http://schemas.openxmlformats.org/officeDocument/2006/relationships/image" Target="../media/image31.png"/><Relationship Id="rId22" Type="http://schemas.openxmlformats.org/officeDocument/2006/relationships/image" Target="../media/image35.png"/><Relationship Id="rId27" Type="http://schemas.openxmlformats.org/officeDocument/2006/relationships/customXml" Target="../ink/ink3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customXml" Target="../ink/ink37.xml"/><Relationship Id="rId18" Type="http://schemas.openxmlformats.org/officeDocument/2006/relationships/image" Target="../media/image47.png"/><Relationship Id="rId26" Type="http://schemas.openxmlformats.org/officeDocument/2006/relationships/image" Target="../media/image51.png"/><Relationship Id="rId3" Type="http://schemas.openxmlformats.org/officeDocument/2006/relationships/customXml" Target="../ink/ink32.xml"/><Relationship Id="rId21" Type="http://schemas.openxmlformats.org/officeDocument/2006/relationships/customXml" Target="../ink/ink41.xml"/><Relationship Id="rId7" Type="http://schemas.openxmlformats.org/officeDocument/2006/relationships/customXml" Target="../ink/ink34.xml"/><Relationship Id="rId12" Type="http://schemas.openxmlformats.org/officeDocument/2006/relationships/image" Target="../media/image44.png"/><Relationship Id="rId17" Type="http://schemas.openxmlformats.org/officeDocument/2006/relationships/customXml" Target="../ink/ink39.xml"/><Relationship Id="rId25" Type="http://schemas.openxmlformats.org/officeDocument/2006/relationships/customXml" Target="../ink/ink43.xml"/><Relationship Id="rId2" Type="http://schemas.openxmlformats.org/officeDocument/2006/relationships/image" Target="../media/image39.png"/><Relationship Id="rId16" Type="http://schemas.openxmlformats.org/officeDocument/2006/relationships/image" Target="../media/image46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customXml" Target="../ink/ink36.xml"/><Relationship Id="rId24" Type="http://schemas.openxmlformats.org/officeDocument/2006/relationships/image" Target="../media/image50.png"/><Relationship Id="rId5" Type="http://schemas.openxmlformats.org/officeDocument/2006/relationships/customXml" Target="../ink/ink33.xml"/><Relationship Id="rId15" Type="http://schemas.openxmlformats.org/officeDocument/2006/relationships/customXml" Target="../ink/ink38.xml"/><Relationship Id="rId23" Type="http://schemas.openxmlformats.org/officeDocument/2006/relationships/customXml" Target="../ink/ink42.xml"/><Relationship Id="rId10" Type="http://schemas.openxmlformats.org/officeDocument/2006/relationships/image" Target="../media/image43.png"/><Relationship Id="rId19" Type="http://schemas.openxmlformats.org/officeDocument/2006/relationships/customXml" Target="../ink/ink40.xml"/><Relationship Id="rId4" Type="http://schemas.openxmlformats.org/officeDocument/2006/relationships/image" Target="../media/image40.png"/><Relationship Id="rId9" Type="http://schemas.openxmlformats.org/officeDocument/2006/relationships/customXml" Target="../ink/ink35.xml"/><Relationship Id="rId14" Type="http://schemas.openxmlformats.org/officeDocument/2006/relationships/image" Target="../media/image45.png"/><Relationship Id="rId22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9.xml"/><Relationship Id="rId18" Type="http://schemas.openxmlformats.org/officeDocument/2006/relationships/image" Target="../media/image60.png"/><Relationship Id="rId26" Type="http://schemas.openxmlformats.org/officeDocument/2006/relationships/image" Target="../media/image64.png"/><Relationship Id="rId3" Type="http://schemas.openxmlformats.org/officeDocument/2006/relationships/customXml" Target="../ink/ink44.xml"/><Relationship Id="rId21" Type="http://schemas.openxmlformats.org/officeDocument/2006/relationships/customXml" Target="../ink/ink53.xml"/><Relationship Id="rId34" Type="http://schemas.openxmlformats.org/officeDocument/2006/relationships/image" Target="../media/image68.png"/><Relationship Id="rId7" Type="http://schemas.openxmlformats.org/officeDocument/2006/relationships/customXml" Target="../ink/ink46.xml"/><Relationship Id="rId12" Type="http://schemas.openxmlformats.org/officeDocument/2006/relationships/image" Target="../media/image57.png"/><Relationship Id="rId17" Type="http://schemas.openxmlformats.org/officeDocument/2006/relationships/customXml" Target="../ink/ink51.xml"/><Relationship Id="rId25" Type="http://schemas.openxmlformats.org/officeDocument/2006/relationships/customXml" Target="../ink/ink55.xml"/><Relationship Id="rId33" Type="http://schemas.openxmlformats.org/officeDocument/2006/relationships/customXml" Target="../ink/ink59.xml"/><Relationship Id="rId2" Type="http://schemas.openxmlformats.org/officeDocument/2006/relationships/image" Target="../media/image52.png"/><Relationship Id="rId16" Type="http://schemas.openxmlformats.org/officeDocument/2006/relationships/image" Target="../media/image59.png"/><Relationship Id="rId20" Type="http://schemas.openxmlformats.org/officeDocument/2006/relationships/image" Target="../media/image61.png"/><Relationship Id="rId29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customXml" Target="../ink/ink48.xml"/><Relationship Id="rId24" Type="http://schemas.openxmlformats.org/officeDocument/2006/relationships/image" Target="../media/image63.png"/><Relationship Id="rId32" Type="http://schemas.openxmlformats.org/officeDocument/2006/relationships/image" Target="../media/image67.png"/><Relationship Id="rId5" Type="http://schemas.openxmlformats.org/officeDocument/2006/relationships/customXml" Target="../ink/ink45.xml"/><Relationship Id="rId15" Type="http://schemas.openxmlformats.org/officeDocument/2006/relationships/customXml" Target="../ink/ink50.xml"/><Relationship Id="rId23" Type="http://schemas.openxmlformats.org/officeDocument/2006/relationships/customXml" Target="../ink/ink54.xml"/><Relationship Id="rId28" Type="http://schemas.openxmlformats.org/officeDocument/2006/relationships/image" Target="../media/image65.png"/><Relationship Id="rId10" Type="http://schemas.openxmlformats.org/officeDocument/2006/relationships/image" Target="../media/image56.png"/><Relationship Id="rId19" Type="http://schemas.openxmlformats.org/officeDocument/2006/relationships/customXml" Target="../ink/ink52.xml"/><Relationship Id="rId31" Type="http://schemas.openxmlformats.org/officeDocument/2006/relationships/customXml" Target="../ink/ink58.xml"/><Relationship Id="rId4" Type="http://schemas.openxmlformats.org/officeDocument/2006/relationships/image" Target="../media/image53.png"/><Relationship Id="rId9" Type="http://schemas.openxmlformats.org/officeDocument/2006/relationships/customXml" Target="../ink/ink47.xml"/><Relationship Id="rId14" Type="http://schemas.openxmlformats.org/officeDocument/2006/relationships/image" Target="../media/image58.png"/><Relationship Id="rId22" Type="http://schemas.openxmlformats.org/officeDocument/2006/relationships/image" Target="../media/image62.png"/><Relationship Id="rId27" Type="http://schemas.openxmlformats.org/officeDocument/2006/relationships/customXml" Target="../ink/ink56.xml"/><Relationship Id="rId30" Type="http://schemas.openxmlformats.org/officeDocument/2006/relationships/image" Target="../media/image66.png"/><Relationship Id="rId8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NULL"/><Relationship Id="rId7" Type="http://schemas.openxmlformats.org/officeDocument/2006/relationships/image" Target="../media/image72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.xml"/><Relationship Id="rId13" Type="http://schemas.openxmlformats.org/officeDocument/2006/relationships/image" Target="../media/image83.png"/><Relationship Id="rId18" Type="http://schemas.openxmlformats.org/officeDocument/2006/relationships/customXml" Target="../ink/ink67.xml"/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12" Type="http://schemas.openxmlformats.org/officeDocument/2006/relationships/customXml" Target="../ink/ink64.xml"/><Relationship Id="rId17" Type="http://schemas.openxmlformats.org/officeDocument/2006/relationships/image" Target="../media/image85.png"/><Relationship Id="rId2" Type="http://schemas.openxmlformats.org/officeDocument/2006/relationships/image" Target="../media/image77.png"/><Relationship Id="rId16" Type="http://schemas.openxmlformats.org/officeDocument/2006/relationships/customXml" Target="../ink/ink6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1" Type="http://schemas.openxmlformats.org/officeDocument/2006/relationships/image" Target="../media/image82.png"/><Relationship Id="rId5" Type="http://schemas.openxmlformats.org/officeDocument/2006/relationships/image" Target="../media/image79.png"/><Relationship Id="rId15" Type="http://schemas.openxmlformats.org/officeDocument/2006/relationships/image" Target="../media/image84.png"/><Relationship Id="rId10" Type="http://schemas.openxmlformats.org/officeDocument/2006/relationships/customXml" Target="../ink/ink63.xml"/><Relationship Id="rId19" Type="http://schemas.openxmlformats.org/officeDocument/2006/relationships/image" Target="../media/image86.png"/><Relationship Id="rId4" Type="http://schemas.openxmlformats.org/officeDocument/2006/relationships/customXml" Target="../ink/ink60.xml"/><Relationship Id="rId9" Type="http://schemas.openxmlformats.org/officeDocument/2006/relationships/image" Target="../media/image81.png"/><Relationship Id="rId14" Type="http://schemas.openxmlformats.org/officeDocument/2006/relationships/customXml" Target="../ink/ink65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9.xml"/><Relationship Id="rId21" Type="http://schemas.openxmlformats.org/officeDocument/2006/relationships/image" Target="../media/image97.png"/><Relationship Id="rId42" Type="http://schemas.openxmlformats.org/officeDocument/2006/relationships/customXml" Target="../ink/ink87.xml"/><Relationship Id="rId47" Type="http://schemas.openxmlformats.org/officeDocument/2006/relationships/image" Target="../media/image110.png"/><Relationship Id="rId63" Type="http://schemas.openxmlformats.org/officeDocument/2006/relationships/image" Target="../media/image118.png"/><Relationship Id="rId68" Type="http://schemas.openxmlformats.org/officeDocument/2006/relationships/customXml" Target="../ink/ink100.xml"/><Relationship Id="rId84" Type="http://schemas.openxmlformats.org/officeDocument/2006/relationships/customXml" Target="../ink/ink108.xml"/><Relationship Id="rId89" Type="http://schemas.openxmlformats.org/officeDocument/2006/relationships/image" Target="../media/image131.png"/><Relationship Id="rId112" Type="http://schemas.openxmlformats.org/officeDocument/2006/relationships/customXml" Target="../ink/ink122.xml"/><Relationship Id="rId16" Type="http://schemas.openxmlformats.org/officeDocument/2006/relationships/customXml" Target="../ink/ink74.xml"/><Relationship Id="rId107" Type="http://schemas.openxmlformats.org/officeDocument/2006/relationships/image" Target="../media/image140.png"/><Relationship Id="rId11" Type="http://schemas.openxmlformats.org/officeDocument/2006/relationships/image" Target="../media/image92.png"/><Relationship Id="rId32" Type="http://schemas.openxmlformats.org/officeDocument/2006/relationships/customXml" Target="../ink/ink82.xml"/><Relationship Id="rId37" Type="http://schemas.openxmlformats.org/officeDocument/2006/relationships/image" Target="../media/image105.png"/><Relationship Id="rId53" Type="http://schemas.openxmlformats.org/officeDocument/2006/relationships/image" Target="../media/image113.png"/><Relationship Id="rId58" Type="http://schemas.openxmlformats.org/officeDocument/2006/relationships/customXml" Target="../ink/ink95.xml"/><Relationship Id="rId74" Type="http://schemas.openxmlformats.org/officeDocument/2006/relationships/customXml" Target="../ink/ink103.xml"/><Relationship Id="rId79" Type="http://schemas.openxmlformats.org/officeDocument/2006/relationships/image" Target="../media/image126.png"/><Relationship Id="rId102" Type="http://schemas.openxmlformats.org/officeDocument/2006/relationships/customXml" Target="../ink/ink117.xml"/><Relationship Id="rId5" Type="http://schemas.openxmlformats.org/officeDocument/2006/relationships/image" Target="../media/image89.png"/><Relationship Id="rId90" Type="http://schemas.openxmlformats.org/officeDocument/2006/relationships/customXml" Target="../ink/ink111.xml"/><Relationship Id="rId95" Type="http://schemas.openxmlformats.org/officeDocument/2006/relationships/image" Target="../media/image134.png"/><Relationship Id="rId22" Type="http://schemas.openxmlformats.org/officeDocument/2006/relationships/customXml" Target="../ink/ink77.xml"/><Relationship Id="rId27" Type="http://schemas.openxmlformats.org/officeDocument/2006/relationships/image" Target="../media/image100.png"/><Relationship Id="rId43" Type="http://schemas.openxmlformats.org/officeDocument/2006/relationships/image" Target="../media/image108.png"/><Relationship Id="rId48" Type="http://schemas.openxmlformats.org/officeDocument/2006/relationships/customXml" Target="../ink/ink90.xml"/><Relationship Id="rId64" Type="http://schemas.openxmlformats.org/officeDocument/2006/relationships/customXml" Target="../ink/ink98.xml"/><Relationship Id="rId69" Type="http://schemas.openxmlformats.org/officeDocument/2006/relationships/image" Target="../media/image121.png"/><Relationship Id="rId113" Type="http://schemas.openxmlformats.org/officeDocument/2006/relationships/image" Target="../media/image143.png"/><Relationship Id="rId80" Type="http://schemas.openxmlformats.org/officeDocument/2006/relationships/customXml" Target="../ink/ink106.xml"/><Relationship Id="rId85" Type="http://schemas.openxmlformats.org/officeDocument/2006/relationships/image" Target="../media/image129.png"/><Relationship Id="rId12" Type="http://schemas.openxmlformats.org/officeDocument/2006/relationships/customXml" Target="../ink/ink72.xml"/><Relationship Id="rId17" Type="http://schemas.openxmlformats.org/officeDocument/2006/relationships/image" Target="../media/image95.png"/><Relationship Id="rId33" Type="http://schemas.openxmlformats.org/officeDocument/2006/relationships/image" Target="../media/image103.png"/><Relationship Id="rId38" Type="http://schemas.openxmlformats.org/officeDocument/2006/relationships/customXml" Target="../ink/ink85.xml"/><Relationship Id="rId59" Type="http://schemas.openxmlformats.org/officeDocument/2006/relationships/image" Target="../media/image116.png"/><Relationship Id="rId103" Type="http://schemas.openxmlformats.org/officeDocument/2006/relationships/image" Target="../media/image138.png"/><Relationship Id="rId108" Type="http://schemas.openxmlformats.org/officeDocument/2006/relationships/customXml" Target="../ink/ink120.xml"/><Relationship Id="rId54" Type="http://schemas.openxmlformats.org/officeDocument/2006/relationships/customXml" Target="../ink/ink93.xml"/><Relationship Id="rId70" Type="http://schemas.openxmlformats.org/officeDocument/2006/relationships/customXml" Target="../ink/ink101.xml"/><Relationship Id="rId75" Type="http://schemas.openxmlformats.org/officeDocument/2006/relationships/image" Target="../media/image124.png"/><Relationship Id="rId91" Type="http://schemas.openxmlformats.org/officeDocument/2006/relationships/image" Target="../media/image132.png"/><Relationship Id="rId96" Type="http://schemas.openxmlformats.org/officeDocument/2006/relationships/customXml" Target="../ink/ink1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9.xml"/><Relationship Id="rId15" Type="http://schemas.openxmlformats.org/officeDocument/2006/relationships/image" Target="../media/image94.png"/><Relationship Id="rId23" Type="http://schemas.openxmlformats.org/officeDocument/2006/relationships/image" Target="../media/image98.png"/><Relationship Id="rId28" Type="http://schemas.openxmlformats.org/officeDocument/2006/relationships/customXml" Target="../ink/ink80.xml"/><Relationship Id="rId36" Type="http://schemas.openxmlformats.org/officeDocument/2006/relationships/customXml" Target="../ink/ink84.xml"/><Relationship Id="rId49" Type="http://schemas.openxmlformats.org/officeDocument/2006/relationships/image" Target="../media/image111.png"/><Relationship Id="rId57" Type="http://schemas.openxmlformats.org/officeDocument/2006/relationships/image" Target="../media/image115.png"/><Relationship Id="rId106" Type="http://schemas.openxmlformats.org/officeDocument/2006/relationships/customXml" Target="../ink/ink119.xml"/><Relationship Id="rId10" Type="http://schemas.openxmlformats.org/officeDocument/2006/relationships/customXml" Target="../ink/ink71.xml"/><Relationship Id="rId31" Type="http://schemas.openxmlformats.org/officeDocument/2006/relationships/image" Target="../media/image102.png"/><Relationship Id="rId44" Type="http://schemas.openxmlformats.org/officeDocument/2006/relationships/customXml" Target="../ink/ink88.xml"/><Relationship Id="rId52" Type="http://schemas.openxmlformats.org/officeDocument/2006/relationships/customXml" Target="../ink/ink92.xml"/><Relationship Id="rId60" Type="http://schemas.openxmlformats.org/officeDocument/2006/relationships/customXml" Target="../ink/ink96.xml"/><Relationship Id="rId65" Type="http://schemas.openxmlformats.org/officeDocument/2006/relationships/image" Target="../media/image119.png"/><Relationship Id="rId73" Type="http://schemas.openxmlformats.org/officeDocument/2006/relationships/image" Target="../media/image123.png"/><Relationship Id="rId78" Type="http://schemas.openxmlformats.org/officeDocument/2006/relationships/customXml" Target="../ink/ink105.xml"/><Relationship Id="rId81" Type="http://schemas.openxmlformats.org/officeDocument/2006/relationships/image" Target="../media/image127.png"/><Relationship Id="rId86" Type="http://schemas.openxmlformats.org/officeDocument/2006/relationships/customXml" Target="../ink/ink109.xml"/><Relationship Id="rId94" Type="http://schemas.openxmlformats.org/officeDocument/2006/relationships/customXml" Target="../ink/ink113.xml"/><Relationship Id="rId99" Type="http://schemas.openxmlformats.org/officeDocument/2006/relationships/image" Target="../media/image136.png"/><Relationship Id="rId101" Type="http://schemas.openxmlformats.org/officeDocument/2006/relationships/image" Target="../media/image137.png"/><Relationship Id="rId4" Type="http://schemas.openxmlformats.org/officeDocument/2006/relationships/customXml" Target="../ink/ink68.xml"/><Relationship Id="rId9" Type="http://schemas.openxmlformats.org/officeDocument/2006/relationships/image" Target="../media/image91.png"/><Relationship Id="rId13" Type="http://schemas.openxmlformats.org/officeDocument/2006/relationships/image" Target="../media/image93.png"/><Relationship Id="rId18" Type="http://schemas.openxmlformats.org/officeDocument/2006/relationships/customXml" Target="../ink/ink75.xml"/><Relationship Id="rId39" Type="http://schemas.openxmlformats.org/officeDocument/2006/relationships/image" Target="../media/image106.png"/><Relationship Id="rId109" Type="http://schemas.openxmlformats.org/officeDocument/2006/relationships/image" Target="../media/image141.png"/><Relationship Id="rId34" Type="http://schemas.openxmlformats.org/officeDocument/2006/relationships/customXml" Target="../ink/ink83.xml"/><Relationship Id="rId50" Type="http://schemas.openxmlformats.org/officeDocument/2006/relationships/customXml" Target="../ink/ink91.xml"/><Relationship Id="rId55" Type="http://schemas.openxmlformats.org/officeDocument/2006/relationships/image" Target="../media/image114.png"/><Relationship Id="rId76" Type="http://schemas.openxmlformats.org/officeDocument/2006/relationships/customXml" Target="../ink/ink104.xml"/><Relationship Id="rId97" Type="http://schemas.openxmlformats.org/officeDocument/2006/relationships/image" Target="../media/image135.png"/><Relationship Id="rId104" Type="http://schemas.openxmlformats.org/officeDocument/2006/relationships/customXml" Target="../ink/ink118.xml"/><Relationship Id="rId7" Type="http://schemas.openxmlformats.org/officeDocument/2006/relationships/image" Target="../media/image90.png"/><Relationship Id="rId71" Type="http://schemas.openxmlformats.org/officeDocument/2006/relationships/image" Target="../media/image122.png"/><Relationship Id="rId92" Type="http://schemas.openxmlformats.org/officeDocument/2006/relationships/customXml" Target="../ink/ink112.xml"/><Relationship Id="rId2" Type="http://schemas.openxmlformats.org/officeDocument/2006/relationships/image" Target="../media/image87.png"/><Relationship Id="rId29" Type="http://schemas.openxmlformats.org/officeDocument/2006/relationships/image" Target="../media/image101.png"/><Relationship Id="rId24" Type="http://schemas.openxmlformats.org/officeDocument/2006/relationships/customXml" Target="../ink/ink78.xml"/><Relationship Id="rId40" Type="http://schemas.openxmlformats.org/officeDocument/2006/relationships/customXml" Target="../ink/ink86.xml"/><Relationship Id="rId45" Type="http://schemas.openxmlformats.org/officeDocument/2006/relationships/image" Target="../media/image109.png"/><Relationship Id="rId66" Type="http://schemas.openxmlformats.org/officeDocument/2006/relationships/customXml" Target="../ink/ink99.xml"/><Relationship Id="rId87" Type="http://schemas.openxmlformats.org/officeDocument/2006/relationships/image" Target="../media/image130.png"/><Relationship Id="rId110" Type="http://schemas.openxmlformats.org/officeDocument/2006/relationships/customXml" Target="../ink/ink121.xml"/><Relationship Id="rId61" Type="http://schemas.openxmlformats.org/officeDocument/2006/relationships/image" Target="../media/image117.png"/><Relationship Id="rId82" Type="http://schemas.openxmlformats.org/officeDocument/2006/relationships/customXml" Target="../ink/ink107.xml"/><Relationship Id="rId19" Type="http://schemas.openxmlformats.org/officeDocument/2006/relationships/image" Target="../media/image96.png"/><Relationship Id="rId14" Type="http://schemas.openxmlformats.org/officeDocument/2006/relationships/customXml" Target="../ink/ink73.xml"/><Relationship Id="rId30" Type="http://schemas.openxmlformats.org/officeDocument/2006/relationships/customXml" Target="../ink/ink81.xml"/><Relationship Id="rId35" Type="http://schemas.openxmlformats.org/officeDocument/2006/relationships/image" Target="../media/image104.png"/><Relationship Id="rId56" Type="http://schemas.openxmlformats.org/officeDocument/2006/relationships/customXml" Target="../ink/ink94.xml"/><Relationship Id="rId77" Type="http://schemas.openxmlformats.org/officeDocument/2006/relationships/image" Target="../media/image125.png"/><Relationship Id="rId100" Type="http://schemas.openxmlformats.org/officeDocument/2006/relationships/customXml" Target="../ink/ink116.xml"/><Relationship Id="rId105" Type="http://schemas.openxmlformats.org/officeDocument/2006/relationships/image" Target="../media/image139.png"/><Relationship Id="rId8" Type="http://schemas.openxmlformats.org/officeDocument/2006/relationships/customXml" Target="../ink/ink70.xml"/><Relationship Id="rId51" Type="http://schemas.openxmlformats.org/officeDocument/2006/relationships/image" Target="../media/image112.png"/><Relationship Id="rId72" Type="http://schemas.openxmlformats.org/officeDocument/2006/relationships/customXml" Target="../ink/ink102.xml"/><Relationship Id="rId93" Type="http://schemas.openxmlformats.org/officeDocument/2006/relationships/image" Target="../media/image133.png"/><Relationship Id="rId98" Type="http://schemas.openxmlformats.org/officeDocument/2006/relationships/customXml" Target="../ink/ink115.xml"/><Relationship Id="rId3" Type="http://schemas.openxmlformats.org/officeDocument/2006/relationships/image" Target="../media/image88.png"/><Relationship Id="rId25" Type="http://schemas.openxmlformats.org/officeDocument/2006/relationships/image" Target="../media/image99.png"/><Relationship Id="rId46" Type="http://schemas.openxmlformats.org/officeDocument/2006/relationships/customXml" Target="../ink/ink89.xml"/><Relationship Id="rId67" Type="http://schemas.openxmlformats.org/officeDocument/2006/relationships/image" Target="../media/image120.png"/><Relationship Id="rId20" Type="http://schemas.openxmlformats.org/officeDocument/2006/relationships/customXml" Target="../ink/ink76.xml"/><Relationship Id="rId41" Type="http://schemas.openxmlformats.org/officeDocument/2006/relationships/image" Target="../media/image107.png"/><Relationship Id="rId62" Type="http://schemas.openxmlformats.org/officeDocument/2006/relationships/customXml" Target="../ink/ink97.xml"/><Relationship Id="rId83" Type="http://schemas.openxmlformats.org/officeDocument/2006/relationships/image" Target="../media/image128.png"/><Relationship Id="rId88" Type="http://schemas.openxmlformats.org/officeDocument/2006/relationships/customXml" Target="../ink/ink110.xml"/><Relationship Id="rId111" Type="http://schemas.openxmlformats.org/officeDocument/2006/relationships/image" Target="../media/image142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0.png"/><Relationship Id="rId18" Type="http://schemas.openxmlformats.org/officeDocument/2006/relationships/customXml" Target="../ink/ink130.xml"/><Relationship Id="rId26" Type="http://schemas.openxmlformats.org/officeDocument/2006/relationships/customXml" Target="../ink/ink134.xml"/><Relationship Id="rId39" Type="http://schemas.openxmlformats.org/officeDocument/2006/relationships/image" Target="../media/image163.png"/><Relationship Id="rId21" Type="http://schemas.openxmlformats.org/officeDocument/2006/relationships/image" Target="../media/image154.png"/><Relationship Id="rId34" Type="http://schemas.openxmlformats.org/officeDocument/2006/relationships/customXml" Target="../ink/ink138.xml"/><Relationship Id="rId42" Type="http://schemas.openxmlformats.org/officeDocument/2006/relationships/customXml" Target="../ink/ink142.xml"/><Relationship Id="rId7" Type="http://schemas.openxmlformats.org/officeDocument/2006/relationships/image" Target="../media/image147.png"/><Relationship Id="rId2" Type="http://schemas.openxmlformats.org/officeDocument/2006/relationships/image" Target="../media/image144.png"/><Relationship Id="rId16" Type="http://schemas.openxmlformats.org/officeDocument/2006/relationships/customXml" Target="../ink/ink129.xml"/><Relationship Id="rId29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4.xml"/><Relationship Id="rId11" Type="http://schemas.openxmlformats.org/officeDocument/2006/relationships/image" Target="../media/image149.png"/><Relationship Id="rId24" Type="http://schemas.openxmlformats.org/officeDocument/2006/relationships/customXml" Target="../ink/ink133.xml"/><Relationship Id="rId32" Type="http://schemas.openxmlformats.org/officeDocument/2006/relationships/customXml" Target="../ink/ink137.xml"/><Relationship Id="rId37" Type="http://schemas.openxmlformats.org/officeDocument/2006/relationships/image" Target="../media/image162.png"/><Relationship Id="rId40" Type="http://schemas.openxmlformats.org/officeDocument/2006/relationships/customXml" Target="../ink/ink141.xml"/><Relationship Id="rId45" Type="http://schemas.openxmlformats.org/officeDocument/2006/relationships/image" Target="../media/image166.png"/><Relationship Id="rId5" Type="http://schemas.openxmlformats.org/officeDocument/2006/relationships/image" Target="../media/image146.png"/><Relationship Id="rId15" Type="http://schemas.openxmlformats.org/officeDocument/2006/relationships/image" Target="../media/image151.png"/><Relationship Id="rId23" Type="http://schemas.openxmlformats.org/officeDocument/2006/relationships/image" Target="../media/image155.png"/><Relationship Id="rId28" Type="http://schemas.openxmlformats.org/officeDocument/2006/relationships/customXml" Target="../ink/ink135.xml"/><Relationship Id="rId36" Type="http://schemas.openxmlformats.org/officeDocument/2006/relationships/customXml" Target="../ink/ink139.xml"/><Relationship Id="rId10" Type="http://schemas.openxmlformats.org/officeDocument/2006/relationships/customXml" Target="../ink/ink126.xml"/><Relationship Id="rId19" Type="http://schemas.openxmlformats.org/officeDocument/2006/relationships/image" Target="../media/image153.png"/><Relationship Id="rId31" Type="http://schemas.openxmlformats.org/officeDocument/2006/relationships/image" Target="../media/image159.png"/><Relationship Id="rId44" Type="http://schemas.openxmlformats.org/officeDocument/2006/relationships/customXml" Target="../ink/ink143.xml"/><Relationship Id="rId4" Type="http://schemas.openxmlformats.org/officeDocument/2006/relationships/customXml" Target="../ink/ink123.xml"/><Relationship Id="rId9" Type="http://schemas.openxmlformats.org/officeDocument/2006/relationships/image" Target="../media/image148.png"/><Relationship Id="rId14" Type="http://schemas.openxmlformats.org/officeDocument/2006/relationships/customXml" Target="../ink/ink128.xml"/><Relationship Id="rId22" Type="http://schemas.openxmlformats.org/officeDocument/2006/relationships/customXml" Target="../ink/ink132.xml"/><Relationship Id="rId27" Type="http://schemas.openxmlformats.org/officeDocument/2006/relationships/image" Target="../media/image157.png"/><Relationship Id="rId30" Type="http://schemas.openxmlformats.org/officeDocument/2006/relationships/customXml" Target="../ink/ink136.xml"/><Relationship Id="rId35" Type="http://schemas.openxmlformats.org/officeDocument/2006/relationships/image" Target="../media/image161.png"/><Relationship Id="rId43" Type="http://schemas.openxmlformats.org/officeDocument/2006/relationships/image" Target="../media/image165.png"/><Relationship Id="rId8" Type="http://schemas.openxmlformats.org/officeDocument/2006/relationships/customXml" Target="../ink/ink125.xml"/><Relationship Id="rId3" Type="http://schemas.openxmlformats.org/officeDocument/2006/relationships/image" Target="../media/image145.png"/><Relationship Id="rId12" Type="http://schemas.openxmlformats.org/officeDocument/2006/relationships/customXml" Target="../ink/ink127.xml"/><Relationship Id="rId17" Type="http://schemas.openxmlformats.org/officeDocument/2006/relationships/image" Target="../media/image152.png"/><Relationship Id="rId25" Type="http://schemas.openxmlformats.org/officeDocument/2006/relationships/image" Target="../media/image156.png"/><Relationship Id="rId33" Type="http://schemas.openxmlformats.org/officeDocument/2006/relationships/image" Target="../media/image160.png"/><Relationship Id="rId38" Type="http://schemas.openxmlformats.org/officeDocument/2006/relationships/customXml" Target="../ink/ink140.xml"/><Relationship Id="rId20" Type="http://schemas.openxmlformats.org/officeDocument/2006/relationships/customXml" Target="../ink/ink131.xml"/><Relationship Id="rId41" Type="http://schemas.openxmlformats.org/officeDocument/2006/relationships/image" Target="../media/image1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281" t="5300" r="6761" b="8528"/>
          <a:stretch/>
        </p:blipFill>
        <p:spPr>
          <a:xfrm>
            <a:off x="120889" y="730088"/>
            <a:ext cx="1918659" cy="19013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843" y="2133918"/>
            <a:ext cx="7429500" cy="1939925"/>
          </a:xfrm>
        </p:spPr>
        <p:txBody>
          <a:bodyPr/>
          <a:lstStyle/>
          <a:p>
            <a:r>
              <a:rPr lang="en-US"/>
              <a:t>Trigonometric Ratios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6281" t="5300" r="6761" b="8528"/>
          <a:stretch/>
        </p:blipFill>
        <p:spPr>
          <a:xfrm>
            <a:off x="8128747" y="4453858"/>
            <a:ext cx="1777253" cy="17612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4315890"/>
            <a:ext cx="1810948" cy="18109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638" y="730088"/>
            <a:ext cx="1787472" cy="178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1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Sides of a Right Angled Triangle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792" y="1853737"/>
            <a:ext cx="5334864" cy="418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Trigonometric ratios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950" y="1690690"/>
            <a:ext cx="5110867" cy="40129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FE1972-E8E9-5343-BD8F-D99402525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97" y="1690690"/>
            <a:ext cx="4201926" cy="414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2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/>
          <a:srcRect t="59239" b="22236"/>
          <a:stretch/>
        </p:blipFill>
        <p:spPr>
          <a:xfrm>
            <a:off x="1645841" y="1330952"/>
            <a:ext cx="6428581" cy="6881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88320"/>
          <a:stretch/>
        </p:blipFill>
        <p:spPr>
          <a:xfrm>
            <a:off x="1645841" y="788874"/>
            <a:ext cx="6428581" cy="4338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76778" y="2022700"/>
            <a:ext cx="1167493" cy="44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75">
                <a:solidFill>
                  <a:srgbClr val="0070C0"/>
                </a:solidFill>
              </a:rPr>
              <a:t>SOH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0250" y="2022700"/>
            <a:ext cx="1167493" cy="44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75" dirty="0">
                <a:solidFill>
                  <a:srgbClr val="0070C0"/>
                </a:solidFill>
              </a:rPr>
              <a:t>CAH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721" y="2022700"/>
            <a:ext cx="1167493" cy="44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75" dirty="0">
                <a:solidFill>
                  <a:srgbClr val="0070C0"/>
                </a:solidFill>
              </a:rPr>
              <a:t>TOA</a:t>
            </a:r>
          </a:p>
        </p:txBody>
      </p:sp>
      <p:sp>
        <p:nvSpPr>
          <p:cNvPr id="8" name="Oval 7"/>
          <p:cNvSpPr/>
          <p:nvPr/>
        </p:nvSpPr>
        <p:spPr>
          <a:xfrm>
            <a:off x="2215585" y="680527"/>
            <a:ext cx="384742" cy="57048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9" name="Oval 8"/>
          <p:cNvSpPr/>
          <p:nvPr/>
        </p:nvSpPr>
        <p:spPr>
          <a:xfrm>
            <a:off x="6016940" y="680527"/>
            <a:ext cx="384742" cy="57048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0" name="Oval 9"/>
          <p:cNvSpPr/>
          <p:nvPr/>
        </p:nvSpPr>
        <p:spPr>
          <a:xfrm>
            <a:off x="4148142" y="680527"/>
            <a:ext cx="384742" cy="57048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1" name="Oval 10"/>
          <p:cNvSpPr/>
          <p:nvPr/>
        </p:nvSpPr>
        <p:spPr>
          <a:xfrm>
            <a:off x="2082913" y="1385891"/>
            <a:ext cx="199004" cy="331672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2" name="Oval 11"/>
          <p:cNvSpPr/>
          <p:nvPr/>
        </p:nvSpPr>
        <p:spPr>
          <a:xfrm>
            <a:off x="1897179" y="1724198"/>
            <a:ext cx="185734" cy="28524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3" name="Oval 12"/>
          <p:cNvSpPr/>
          <p:nvPr/>
        </p:nvSpPr>
        <p:spPr>
          <a:xfrm>
            <a:off x="4302922" y="1390308"/>
            <a:ext cx="199004" cy="331672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4" name="Oval 13"/>
          <p:cNvSpPr/>
          <p:nvPr/>
        </p:nvSpPr>
        <p:spPr>
          <a:xfrm>
            <a:off x="4117188" y="1728615"/>
            <a:ext cx="185734" cy="28524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5" name="Oval 14"/>
          <p:cNvSpPr/>
          <p:nvPr/>
        </p:nvSpPr>
        <p:spPr>
          <a:xfrm>
            <a:off x="6425635" y="1416838"/>
            <a:ext cx="243231" cy="263127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6" name="Oval 15"/>
          <p:cNvSpPr/>
          <p:nvPr/>
        </p:nvSpPr>
        <p:spPr>
          <a:xfrm>
            <a:off x="6452169" y="1757359"/>
            <a:ext cx="190158" cy="225538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7" name="TextBox 16"/>
          <p:cNvSpPr txBox="1"/>
          <p:nvPr/>
        </p:nvSpPr>
        <p:spPr>
          <a:xfrm>
            <a:off x="3051401" y="2526843"/>
            <a:ext cx="35909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FF0000"/>
                </a:solidFill>
              </a:rPr>
              <a:t>SOH CAH TOA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0327" y="3041537"/>
            <a:ext cx="4930887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50" b="1" dirty="0">
                <a:solidFill>
                  <a:srgbClr val="FF0000"/>
                </a:solidFill>
              </a:rPr>
              <a:t>S</a:t>
            </a:r>
            <a:r>
              <a:rPr lang="en-US" sz="1950" b="1" dirty="0"/>
              <a:t>ome </a:t>
            </a:r>
            <a:r>
              <a:rPr lang="en-US" sz="1950" b="1" dirty="0">
                <a:solidFill>
                  <a:srgbClr val="FF0000"/>
                </a:solidFill>
              </a:rPr>
              <a:t>O</a:t>
            </a:r>
            <a:r>
              <a:rPr lang="en-US" sz="1950" b="1" dirty="0"/>
              <a:t>ld </a:t>
            </a:r>
            <a:r>
              <a:rPr lang="en-US" sz="1950" b="1" dirty="0">
                <a:solidFill>
                  <a:srgbClr val="FF0000"/>
                </a:solidFill>
              </a:rPr>
              <a:t>H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ags </a:t>
            </a:r>
            <a:r>
              <a:rPr lang="en-US" sz="1950" b="1" dirty="0">
                <a:solidFill>
                  <a:srgbClr val="FF0000"/>
                </a:solidFill>
              </a:rPr>
              <a:t>C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 </a:t>
            </a:r>
            <a:r>
              <a:rPr lang="en-US" sz="1950" b="1" dirty="0">
                <a:solidFill>
                  <a:srgbClr val="FF0000"/>
                </a:solidFill>
              </a:rPr>
              <a:t>A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lways </a:t>
            </a:r>
            <a:r>
              <a:rPr lang="en-US" sz="1950" b="1" dirty="0">
                <a:solidFill>
                  <a:srgbClr val="FF0000"/>
                </a:solidFill>
              </a:rPr>
              <a:t>H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 </a:t>
            </a:r>
            <a:r>
              <a:rPr lang="en-US" sz="1950" b="1" dirty="0">
                <a:solidFill>
                  <a:srgbClr val="FF0000"/>
                </a:solidFill>
              </a:rPr>
              <a:t>T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heir </a:t>
            </a:r>
            <a:r>
              <a:rPr lang="en-US" sz="1950" b="1" dirty="0">
                <a:solidFill>
                  <a:srgbClr val="FF0000"/>
                </a:solidFill>
              </a:rPr>
              <a:t>O</a:t>
            </a:r>
            <a:r>
              <a:rPr lang="en-US" sz="1950" b="1" dirty="0"/>
              <a:t>ld </a:t>
            </a:r>
            <a:r>
              <a:rPr lang="en-US" sz="1950" b="1" dirty="0">
                <a:solidFill>
                  <a:srgbClr val="FF0000"/>
                </a:solidFill>
              </a:rPr>
              <a:t>A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 </a:t>
            </a:r>
            <a:endParaRPr lang="en-US" sz="195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10446" y="3437364"/>
            <a:ext cx="1331691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25" b="1" dirty="0">
                <a:solidFill>
                  <a:srgbClr val="FF0000"/>
                </a:solidFill>
              </a:rPr>
              <a:t>S</a:t>
            </a:r>
            <a:r>
              <a:rPr lang="en-US" sz="1625" b="1" dirty="0"/>
              <a:t>on </a:t>
            </a:r>
            <a:r>
              <a:rPr lang="en-US" sz="1625" b="1" dirty="0">
                <a:solidFill>
                  <a:srgbClr val="FF0000"/>
                </a:solidFill>
              </a:rPr>
              <a:t>O</a:t>
            </a:r>
            <a:r>
              <a:rPr lang="en-US" sz="162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  <a:r>
              <a:rPr lang="en-US" sz="1625" b="1" dirty="0"/>
              <a:t> </a:t>
            </a:r>
            <a:r>
              <a:rPr lang="en-US" sz="1625" b="1" dirty="0">
                <a:solidFill>
                  <a:srgbClr val="FF0000"/>
                </a:solidFill>
              </a:rPr>
              <a:t>H</a:t>
            </a:r>
            <a:r>
              <a:rPr lang="en-US" sz="1625" b="1" dirty="0"/>
              <a:t>elen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6030" y="3437364"/>
            <a:ext cx="1684900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25" b="1" dirty="0">
                <a:solidFill>
                  <a:srgbClr val="FF0000"/>
                </a:solidFill>
              </a:rPr>
              <a:t>C</a:t>
            </a:r>
            <a:r>
              <a:rPr lang="en-US" sz="1625" b="1" dirty="0"/>
              <a:t>an </a:t>
            </a:r>
            <a:r>
              <a:rPr lang="en-US" sz="1625" b="1" dirty="0">
                <a:solidFill>
                  <a:srgbClr val="FF0000"/>
                </a:solidFill>
              </a:rPr>
              <a:t>A</a:t>
            </a:r>
            <a:r>
              <a:rPr lang="en-US" sz="1625" b="1" dirty="0"/>
              <a:t>nyone </a:t>
            </a:r>
            <a:r>
              <a:rPr lang="en-US" sz="1625" b="1" dirty="0">
                <a:solidFill>
                  <a:srgbClr val="FF0000"/>
                </a:solidFill>
              </a:rPr>
              <a:t>H</a:t>
            </a:r>
            <a:r>
              <a:rPr lang="en-US" sz="1625" b="1" dirty="0"/>
              <a:t>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3721" y="3437364"/>
            <a:ext cx="1684900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25" b="1" dirty="0">
                <a:solidFill>
                  <a:srgbClr val="FF0000"/>
                </a:solidFill>
              </a:rPr>
              <a:t>T</a:t>
            </a:r>
            <a:r>
              <a:rPr lang="en-US" sz="1625" b="1" dirty="0"/>
              <a:t>ry </a:t>
            </a:r>
            <a:r>
              <a:rPr lang="en-US" sz="1625" b="1" dirty="0">
                <a:solidFill>
                  <a:srgbClr val="FF0000"/>
                </a:solidFill>
              </a:rPr>
              <a:t>O</a:t>
            </a:r>
            <a:r>
              <a:rPr lang="en-US" sz="1625" b="1" dirty="0"/>
              <a:t>nce </a:t>
            </a:r>
            <a:r>
              <a:rPr lang="en-US" sz="1625" b="1" dirty="0">
                <a:solidFill>
                  <a:srgbClr val="FF0000"/>
                </a:solidFill>
              </a:rPr>
              <a:t>A</a:t>
            </a:r>
            <a:r>
              <a:rPr lang="en-US" sz="1625" b="1" dirty="0"/>
              <a:t>gain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411" y="3744323"/>
            <a:ext cx="3180491" cy="249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9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B6F3DB-5E4E-8F40-8BD1-F49987C58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07" y="125535"/>
            <a:ext cx="8318500" cy="25273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9">
                <a:extLst>
                  <a:ext uri="{FF2B5EF4-FFF2-40B4-BE49-F238E27FC236}">
                    <a16:creationId xmlns:a16="http://schemas.microsoft.com/office/drawing/2014/main" id="{2C43EE8B-B2F4-F24E-804B-AD06489E3E72}"/>
                  </a:ext>
                </a:extLst>
              </p14:cNvPr>
              <p14:cNvContentPartPr/>
              <p14:nvPr/>
            </p14:nvContentPartPr>
            <p14:xfrm>
              <a:off x="594962" y="2455019"/>
              <a:ext cx="799920" cy="500400"/>
            </p14:xfrm>
          </p:contentPart>
        </mc:Choice>
        <mc:Fallback>
          <p:pic>
            <p:nvPicPr>
              <p:cNvPr id="9" name="Ink 9">
                <a:extLst>
                  <a:ext uri="{FF2B5EF4-FFF2-40B4-BE49-F238E27FC236}">
                    <a16:creationId xmlns:a16="http://schemas.microsoft.com/office/drawing/2014/main" id="{2C43EE8B-B2F4-F24E-804B-AD06489E3E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988" y="2424419"/>
                <a:ext cx="861508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Ink 22">
                <a:extLst>
                  <a:ext uri="{FF2B5EF4-FFF2-40B4-BE49-F238E27FC236}">
                    <a16:creationId xmlns:a16="http://schemas.microsoft.com/office/drawing/2014/main" id="{3DEA614E-D78B-B34C-9EE4-4CF79E9D71A7}"/>
                  </a:ext>
                </a:extLst>
              </p14:cNvPr>
              <p14:cNvContentPartPr/>
              <p14:nvPr/>
            </p14:nvContentPartPr>
            <p14:xfrm>
              <a:off x="1577762" y="2333339"/>
              <a:ext cx="1841760" cy="704160"/>
            </p14:xfrm>
          </p:contentPart>
        </mc:Choice>
        <mc:Fallback>
          <p:pic>
            <p:nvPicPr>
              <p:cNvPr id="22" name="Ink 22">
                <a:extLst>
                  <a:ext uri="{FF2B5EF4-FFF2-40B4-BE49-F238E27FC236}">
                    <a16:creationId xmlns:a16="http://schemas.microsoft.com/office/drawing/2014/main" id="{3DEA614E-D78B-B34C-9EE4-4CF79E9D71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47162" y="2302739"/>
                <a:ext cx="1903320" cy="76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791F93C-E263-8841-A8EB-1595EC623710}"/>
                  </a:ext>
                </a:extLst>
              </p14:cNvPr>
              <p14:cNvContentPartPr/>
              <p14:nvPr/>
            </p14:nvContentPartPr>
            <p14:xfrm>
              <a:off x="5930529" y="811560"/>
              <a:ext cx="1973880" cy="36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791F93C-E263-8841-A8EB-1595EC62371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99929" y="780960"/>
                <a:ext cx="20354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2688ECC-C360-FD41-B93A-D0BEFB0EFF4C}"/>
                  </a:ext>
                </a:extLst>
              </p14:cNvPr>
              <p14:cNvContentPartPr/>
              <p14:nvPr/>
            </p14:nvContentPartPr>
            <p14:xfrm>
              <a:off x="1691889" y="4266840"/>
              <a:ext cx="140040" cy="30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2688ECC-C360-FD41-B93A-D0BEFB0EFF4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61289" y="4236240"/>
                <a:ext cx="2012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DED368C-EFCC-6941-B34D-7A11F8FDDD81}"/>
                  </a:ext>
                </a:extLst>
              </p14:cNvPr>
              <p14:cNvContentPartPr/>
              <p14:nvPr/>
            </p14:nvContentPartPr>
            <p14:xfrm>
              <a:off x="1661649" y="4418760"/>
              <a:ext cx="231120" cy="367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DED368C-EFCC-6941-B34D-7A11F8FDDD8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30689" y="4387800"/>
                <a:ext cx="29232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9" name="Ink 39">
                <a:extLst>
                  <a:ext uri="{FF2B5EF4-FFF2-40B4-BE49-F238E27FC236}">
                    <a16:creationId xmlns:a16="http://schemas.microsoft.com/office/drawing/2014/main" id="{6861ECC7-A1CD-3046-A572-5B14B65DC878}"/>
                  </a:ext>
                </a:extLst>
              </p14:cNvPr>
              <p14:cNvContentPartPr/>
              <p14:nvPr/>
            </p14:nvContentPartPr>
            <p14:xfrm>
              <a:off x="1187889" y="3416520"/>
              <a:ext cx="2575080" cy="510480"/>
            </p14:xfrm>
          </p:contentPart>
        </mc:Choice>
        <mc:Fallback>
          <p:pic>
            <p:nvPicPr>
              <p:cNvPr id="39" name="Ink 39">
                <a:extLst>
                  <a:ext uri="{FF2B5EF4-FFF2-40B4-BE49-F238E27FC236}">
                    <a16:creationId xmlns:a16="http://schemas.microsoft.com/office/drawing/2014/main" id="{6861ECC7-A1CD-3046-A572-5B14B65DC87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7289" y="3385920"/>
                <a:ext cx="2636280" cy="5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6" name="Ink 46">
                <a:extLst>
                  <a:ext uri="{FF2B5EF4-FFF2-40B4-BE49-F238E27FC236}">
                    <a16:creationId xmlns:a16="http://schemas.microsoft.com/office/drawing/2014/main" id="{9624E7AF-D89E-FD4E-BB33-17D68EE402AF}"/>
                  </a:ext>
                </a:extLst>
              </p14:cNvPr>
              <p14:cNvContentPartPr/>
              <p14:nvPr/>
            </p14:nvContentPartPr>
            <p14:xfrm>
              <a:off x="2141169" y="4181880"/>
              <a:ext cx="941760" cy="376560"/>
            </p14:xfrm>
          </p:contentPart>
        </mc:Choice>
        <mc:Fallback>
          <p:pic>
            <p:nvPicPr>
              <p:cNvPr id="46" name="Ink 46">
                <a:extLst>
                  <a:ext uri="{FF2B5EF4-FFF2-40B4-BE49-F238E27FC236}">
                    <a16:creationId xmlns:a16="http://schemas.microsoft.com/office/drawing/2014/main" id="{9624E7AF-D89E-FD4E-BB33-17D68EE402A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10569" y="4151309"/>
                <a:ext cx="1002960" cy="4377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7" name="Ink 59">
                <a:extLst>
                  <a:ext uri="{FF2B5EF4-FFF2-40B4-BE49-F238E27FC236}">
                    <a16:creationId xmlns:a16="http://schemas.microsoft.com/office/drawing/2014/main" id="{46965668-B23F-6A44-B05D-39B1331F9F7A}"/>
                  </a:ext>
                </a:extLst>
              </p14:cNvPr>
              <p14:cNvContentPartPr/>
              <p14:nvPr/>
            </p14:nvContentPartPr>
            <p14:xfrm>
              <a:off x="2189769" y="4856520"/>
              <a:ext cx="1312200" cy="303480"/>
            </p14:xfrm>
          </p:contentPart>
        </mc:Choice>
        <mc:Fallback>
          <p:pic>
            <p:nvPicPr>
              <p:cNvPr id="57" name="Ink 59">
                <a:extLst>
                  <a:ext uri="{FF2B5EF4-FFF2-40B4-BE49-F238E27FC236}">
                    <a16:creationId xmlns:a16="http://schemas.microsoft.com/office/drawing/2014/main" id="{46965668-B23F-6A44-B05D-39B1331F9F7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59161" y="4825920"/>
                <a:ext cx="1373777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8" name="Ink 60">
                <a:extLst>
                  <a:ext uri="{FF2B5EF4-FFF2-40B4-BE49-F238E27FC236}">
                    <a16:creationId xmlns:a16="http://schemas.microsoft.com/office/drawing/2014/main" id="{4A857251-6BBE-4E4B-97BF-62D4CD8070F1}"/>
                  </a:ext>
                </a:extLst>
              </p14:cNvPr>
              <p14:cNvContentPartPr/>
              <p14:nvPr/>
            </p14:nvContentPartPr>
            <p14:xfrm>
              <a:off x="1637169" y="4892160"/>
              <a:ext cx="273600" cy="297720"/>
            </p14:xfrm>
          </p:contentPart>
        </mc:Choice>
        <mc:Fallback>
          <p:pic>
            <p:nvPicPr>
              <p:cNvPr id="58" name="Ink 60">
                <a:extLst>
                  <a:ext uri="{FF2B5EF4-FFF2-40B4-BE49-F238E27FC236}">
                    <a16:creationId xmlns:a16="http://schemas.microsoft.com/office/drawing/2014/main" id="{4A857251-6BBE-4E4B-97BF-62D4CD8070F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06569" y="4861597"/>
                <a:ext cx="334800" cy="358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9" name="Ink 61">
                <a:extLst>
                  <a:ext uri="{FF2B5EF4-FFF2-40B4-BE49-F238E27FC236}">
                    <a16:creationId xmlns:a16="http://schemas.microsoft.com/office/drawing/2014/main" id="{66ACA481-072C-6D45-886E-B5B7A6EE2614}"/>
                  </a:ext>
                </a:extLst>
              </p14:cNvPr>
              <p14:cNvContentPartPr/>
              <p14:nvPr/>
            </p14:nvContentPartPr>
            <p14:xfrm>
              <a:off x="3216129" y="4224360"/>
              <a:ext cx="237240" cy="236520"/>
            </p14:xfrm>
          </p:contentPart>
        </mc:Choice>
        <mc:Fallback>
          <p:pic>
            <p:nvPicPr>
              <p:cNvPr id="59" name="Ink 61">
                <a:extLst>
                  <a:ext uri="{FF2B5EF4-FFF2-40B4-BE49-F238E27FC236}">
                    <a16:creationId xmlns:a16="http://schemas.microsoft.com/office/drawing/2014/main" id="{66ACA481-072C-6D45-886E-B5B7A6EE261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85529" y="4193760"/>
                <a:ext cx="2984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81" name="Ink 82">
                <a:extLst>
                  <a:ext uri="{FF2B5EF4-FFF2-40B4-BE49-F238E27FC236}">
                    <a16:creationId xmlns:a16="http://schemas.microsoft.com/office/drawing/2014/main" id="{F1C5C1FE-CFF4-7948-805D-8AF7263DDEFE}"/>
                  </a:ext>
                </a:extLst>
              </p14:cNvPr>
              <p14:cNvContentPartPr/>
              <p14:nvPr/>
            </p14:nvContentPartPr>
            <p14:xfrm>
              <a:off x="5954649" y="3447120"/>
              <a:ext cx="1354680" cy="413280"/>
            </p14:xfrm>
          </p:contentPart>
        </mc:Choice>
        <mc:Fallback>
          <p:pic>
            <p:nvPicPr>
              <p:cNvPr id="81" name="Ink 82">
                <a:extLst>
                  <a:ext uri="{FF2B5EF4-FFF2-40B4-BE49-F238E27FC236}">
                    <a16:creationId xmlns:a16="http://schemas.microsoft.com/office/drawing/2014/main" id="{F1C5C1FE-CFF4-7948-805D-8AF7263DDEF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24049" y="3416520"/>
                <a:ext cx="141588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82" name="Ink 83">
                <a:extLst>
                  <a:ext uri="{FF2B5EF4-FFF2-40B4-BE49-F238E27FC236}">
                    <a16:creationId xmlns:a16="http://schemas.microsoft.com/office/drawing/2014/main" id="{05C9D391-780E-7646-A8EA-724473D3E5C7}"/>
                  </a:ext>
                </a:extLst>
              </p14:cNvPr>
              <p14:cNvContentPartPr/>
              <p14:nvPr/>
            </p14:nvContentPartPr>
            <p14:xfrm>
              <a:off x="5384049" y="2433000"/>
              <a:ext cx="2687040" cy="662040"/>
            </p14:xfrm>
          </p:contentPart>
        </mc:Choice>
        <mc:Fallback>
          <p:pic>
            <p:nvPicPr>
              <p:cNvPr id="82" name="Ink 83">
                <a:extLst>
                  <a:ext uri="{FF2B5EF4-FFF2-40B4-BE49-F238E27FC236}">
                    <a16:creationId xmlns:a16="http://schemas.microsoft.com/office/drawing/2014/main" id="{05C9D391-780E-7646-A8EA-724473D3E5C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353449" y="2402417"/>
                <a:ext cx="2748600" cy="7232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92" name="Ink 93">
                <a:extLst>
                  <a:ext uri="{FF2B5EF4-FFF2-40B4-BE49-F238E27FC236}">
                    <a16:creationId xmlns:a16="http://schemas.microsoft.com/office/drawing/2014/main" id="{CA424290-E25D-6045-AD9B-00A175AB4972}"/>
                  </a:ext>
                </a:extLst>
              </p14:cNvPr>
              <p14:cNvContentPartPr/>
              <p14:nvPr/>
            </p14:nvContentPartPr>
            <p14:xfrm>
              <a:off x="6470889" y="4096920"/>
              <a:ext cx="249480" cy="140040"/>
            </p14:xfrm>
          </p:contentPart>
        </mc:Choice>
        <mc:Fallback>
          <p:pic>
            <p:nvPicPr>
              <p:cNvPr id="92" name="Ink 93">
                <a:extLst>
                  <a:ext uri="{FF2B5EF4-FFF2-40B4-BE49-F238E27FC236}">
                    <a16:creationId xmlns:a16="http://schemas.microsoft.com/office/drawing/2014/main" id="{CA424290-E25D-6045-AD9B-00A175AB497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440289" y="4065960"/>
                <a:ext cx="3106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93" name="Ink 94">
                <a:extLst>
                  <a:ext uri="{FF2B5EF4-FFF2-40B4-BE49-F238E27FC236}">
                    <a16:creationId xmlns:a16="http://schemas.microsoft.com/office/drawing/2014/main" id="{C46F3FBF-BA0B-F04A-9A3D-AF7C178E3AAE}"/>
                  </a:ext>
                </a:extLst>
              </p14:cNvPr>
              <p14:cNvContentPartPr/>
              <p14:nvPr/>
            </p14:nvContentPartPr>
            <p14:xfrm>
              <a:off x="7545849" y="3276840"/>
              <a:ext cx="1347840" cy="491760"/>
            </p14:xfrm>
          </p:contentPart>
        </mc:Choice>
        <mc:Fallback>
          <p:pic>
            <p:nvPicPr>
              <p:cNvPr id="93" name="Ink 94">
                <a:extLst>
                  <a:ext uri="{FF2B5EF4-FFF2-40B4-BE49-F238E27FC236}">
                    <a16:creationId xmlns:a16="http://schemas.microsoft.com/office/drawing/2014/main" id="{C46F3FBF-BA0B-F04A-9A3D-AF7C178E3AA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515249" y="3246218"/>
                <a:ext cx="1409040" cy="553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98" name="Ink 98">
                <a:extLst>
                  <a:ext uri="{FF2B5EF4-FFF2-40B4-BE49-F238E27FC236}">
                    <a16:creationId xmlns:a16="http://schemas.microsoft.com/office/drawing/2014/main" id="{55E98F71-57A7-C24F-9C5E-C7D79680B2AA}"/>
                  </a:ext>
                </a:extLst>
              </p14:cNvPr>
              <p14:cNvContentPartPr/>
              <p14:nvPr/>
            </p14:nvContentPartPr>
            <p14:xfrm>
              <a:off x="7150929" y="4066320"/>
              <a:ext cx="455760" cy="346320"/>
            </p14:xfrm>
          </p:contentPart>
        </mc:Choice>
        <mc:Fallback>
          <p:pic>
            <p:nvPicPr>
              <p:cNvPr id="98" name="Ink 98">
                <a:extLst>
                  <a:ext uri="{FF2B5EF4-FFF2-40B4-BE49-F238E27FC236}">
                    <a16:creationId xmlns:a16="http://schemas.microsoft.com/office/drawing/2014/main" id="{55E98F71-57A7-C24F-9C5E-C7D79680B2A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120329" y="4035720"/>
                <a:ext cx="51732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08" name="Ink 110">
                <a:extLst>
                  <a:ext uri="{FF2B5EF4-FFF2-40B4-BE49-F238E27FC236}">
                    <a16:creationId xmlns:a16="http://schemas.microsoft.com/office/drawing/2014/main" id="{3BA7EBC1-53D1-5440-AE29-0AF8797D593D}"/>
                  </a:ext>
                </a:extLst>
              </p14:cNvPr>
              <p14:cNvContentPartPr/>
              <p14:nvPr/>
            </p14:nvContentPartPr>
            <p14:xfrm>
              <a:off x="7230849" y="4728360"/>
              <a:ext cx="1566000" cy="388800"/>
            </p14:xfrm>
          </p:contentPart>
        </mc:Choice>
        <mc:Fallback>
          <p:pic>
            <p:nvPicPr>
              <p:cNvPr id="108" name="Ink 110">
                <a:extLst>
                  <a:ext uri="{FF2B5EF4-FFF2-40B4-BE49-F238E27FC236}">
                    <a16:creationId xmlns:a16="http://schemas.microsoft.com/office/drawing/2014/main" id="{3BA7EBC1-53D1-5440-AE29-0AF8797D593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199896" y="4697788"/>
                <a:ext cx="1627186" cy="449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09" name="Ink 111">
                <a:extLst>
                  <a:ext uri="{FF2B5EF4-FFF2-40B4-BE49-F238E27FC236}">
                    <a16:creationId xmlns:a16="http://schemas.microsoft.com/office/drawing/2014/main" id="{B8108DB3-E25E-9E42-BFF1-CDAE450C1F4A}"/>
                  </a:ext>
                </a:extLst>
              </p14:cNvPr>
              <p14:cNvContentPartPr/>
              <p14:nvPr/>
            </p14:nvContentPartPr>
            <p14:xfrm>
              <a:off x="6470889" y="4752480"/>
              <a:ext cx="437400" cy="389160"/>
            </p14:xfrm>
          </p:contentPart>
        </mc:Choice>
        <mc:Fallback>
          <p:pic>
            <p:nvPicPr>
              <p:cNvPr id="109" name="Ink 111">
                <a:extLst>
                  <a:ext uri="{FF2B5EF4-FFF2-40B4-BE49-F238E27FC236}">
                    <a16:creationId xmlns:a16="http://schemas.microsoft.com/office/drawing/2014/main" id="{B8108DB3-E25E-9E42-BFF1-CDAE450C1F4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440289" y="4721880"/>
                <a:ext cx="49896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10" name="Ink 112">
                <a:extLst>
                  <a:ext uri="{FF2B5EF4-FFF2-40B4-BE49-F238E27FC236}">
                    <a16:creationId xmlns:a16="http://schemas.microsoft.com/office/drawing/2014/main" id="{8D802AA6-7F25-4E41-AC68-DA1978CEA7CC}"/>
                  </a:ext>
                </a:extLst>
              </p14:cNvPr>
              <p14:cNvContentPartPr/>
              <p14:nvPr/>
            </p14:nvContentPartPr>
            <p14:xfrm>
              <a:off x="7825209" y="4048320"/>
              <a:ext cx="515520" cy="425520"/>
            </p14:xfrm>
          </p:contentPart>
        </mc:Choice>
        <mc:Fallback>
          <p:pic>
            <p:nvPicPr>
              <p:cNvPr id="110" name="Ink 112">
                <a:extLst>
                  <a:ext uri="{FF2B5EF4-FFF2-40B4-BE49-F238E27FC236}">
                    <a16:creationId xmlns:a16="http://schemas.microsoft.com/office/drawing/2014/main" id="{8D802AA6-7F25-4E41-AC68-DA1978CEA7C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794271" y="4017360"/>
                <a:ext cx="576677" cy="48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6617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DF9CFA-1D64-5B4C-8F09-57E9D8623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97" y="358648"/>
            <a:ext cx="8077200" cy="2184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9">
                <a:extLst>
                  <a:ext uri="{FF2B5EF4-FFF2-40B4-BE49-F238E27FC236}">
                    <a16:creationId xmlns:a16="http://schemas.microsoft.com/office/drawing/2014/main" id="{A7EA141F-4B8F-1A42-AED7-55D32A04AE7C}"/>
                  </a:ext>
                </a:extLst>
              </p14:cNvPr>
              <p14:cNvContentPartPr/>
              <p14:nvPr/>
            </p14:nvContentPartPr>
            <p14:xfrm>
              <a:off x="1566362" y="4142883"/>
              <a:ext cx="172800" cy="156600"/>
            </p14:xfrm>
          </p:contentPart>
        </mc:Choice>
        <mc:Fallback>
          <p:pic>
            <p:nvPicPr>
              <p:cNvPr id="27" name="Ink 29">
                <a:extLst>
                  <a:ext uri="{FF2B5EF4-FFF2-40B4-BE49-F238E27FC236}">
                    <a16:creationId xmlns:a16="http://schemas.microsoft.com/office/drawing/2014/main" id="{A7EA141F-4B8F-1A42-AED7-55D32A04AE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5762" y="4112283"/>
                <a:ext cx="23400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Ink 30">
                <a:extLst>
                  <a:ext uri="{FF2B5EF4-FFF2-40B4-BE49-F238E27FC236}">
                    <a16:creationId xmlns:a16="http://schemas.microsoft.com/office/drawing/2014/main" id="{B3D5BFB5-C230-AD46-801E-D16581413FC1}"/>
                  </a:ext>
                </a:extLst>
              </p14:cNvPr>
              <p14:cNvContentPartPr/>
              <p14:nvPr/>
            </p14:nvContentPartPr>
            <p14:xfrm>
              <a:off x="1013402" y="3228483"/>
              <a:ext cx="2561400" cy="529560"/>
            </p14:xfrm>
          </p:contentPart>
        </mc:Choice>
        <mc:Fallback>
          <p:pic>
            <p:nvPicPr>
              <p:cNvPr id="28" name="Ink 30">
                <a:extLst>
                  <a:ext uri="{FF2B5EF4-FFF2-40B4-BE49-F238E27FC236}">
                    <a16:creationId xmlns:a16="http://schemas.microsoft.com/office/drawing/2014/main" id="{B3D5BFB5-C230-AD46-801E-D16581413F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2802" y="3197904"/>
                <a:ext cx="2622960" cy="590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9" name="Ink 31">
                <a:extLst>
                  <a:ext uri="{FF2B5EF4-FFF2-40B4-BE49-F238E27FC236}">
                    <a16:creationId xmlns:a16="http://schemas.microsoft.com/office/drawing/2014/main" id="{8BA5FDD2-3201-784D-87E2-EC4F5EB5D3E7}"/>
                  </a:ext>
                </a:extLst>
              </p14:cNvPr>
              <p14:cNvContentPartPr/>
              <p14:nvPr/>
            </p14:nvContentPartPr>
            <p14:xfrm>
              <a:off x="813242" y="2441163"/>
              <a:ext cx="2391840" cy="658800"/>
            </p14:xfrm>
          </p:contentPart>
        </mc:Choice>
        <mc:Fallback>
          <p:pic>
            <p:nvPicPr>
              <p:cNvPr id="29" name="Ink 31">
                <a:extLst>
                  <a:ext uri="{FF2B5EF4-FFF2-40B4-BE49-F238E27FC236}">
                    <a16:creationId xmlns:a16="http://schemas.microsoft.com/office/drawing/2014/main" id="{8BA5FDD2-3201-784D-87E2-EC4F5EB5D3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2637" y="2410563"/>
                <a:ext cx="2453409" cy="72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7" name="Ink 37">
                <a:extLst>
                  <a:ext uri="{FF2B5EF4-FFF2-40B4-BE49-F238E27FC236}">
                    <a16:creationId xmlns:a16="http://schemas.microsoft.com/office/drawing/2014/main" id="{ADC68144-5A19-EB44-916D-FE78BAE07867}"/>
                  </a:ext>
                </a:extLst>
              </p14:cNvPr>
              <p14:cNvContentPartPr/>
              <p14:nvPr/>
            </p14:nvContentPartPr>
            <p14:xfrm>
              <a:off x="2118242" y="3997803"/>
              <a:ext cx="770400" cy="362880"/>
            </p14:xfrm>
          </p:contentPart>
        </mc:Choice>
        <mc:Fallback>
          <p:pic>
            <p:nvPicPr>
              <p:cNvPr id="37" name="Ink 37">
                <a:extLst>
                  <a:ext uri="{FF2B5EF4-FFF2-40B4-BE49-F238E27FC236}">
                    <a16:creationId xmlns:a16="http://schemas.microsoft.com/office/drawing/2014/main" id="{ADC68144-5A19-EB44-916D-FE78BAE078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87642" y="3967203"/>
                <a:ext cx="83160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66A3EAA-16F4-0348-A5DB-56D9775D22A1}"/>
                  </a:ext>
                </a:extLst>
              </p14:cNvPr>
              <p14:cNvContentPartPr/>
              <p14:nvPr/>
            </p14:nvContentPartPr>
            <p14:xfrm>
              <a:off x="3150362" y="4031283"/>
              <a:ext cx="357480" cy="284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66A3EAA-16F4-0348-A5DB-56D9775D22A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19762" y="4000683"/>
                <a:ext cx="41868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8" name="Ink 48">
                <a:extLst>
                  <a:ext uri="{FF2B5EF4-FFF2-40B4-BE49-F238E27FC236}">
                    <a16:creationId xmlns:a16="http://schemas.microsoft.com/office/drawing/2014/main" id="{6F03785F-8FD6-C147-86F6-5D8CF8D1FBB6}"/>
                  </a:ext>
                </a:extLst>
              </p14:cNvPr>
              <p14:cNvContentPartPr/>
              <p14:nvPr/>
            </p14:nvContentPartPr>
            <p14:xfrm>
              <a:off x="5415842" y="2653203"/>
              <a:ext cx="1836360" cy="530640"/>
            </p14:xfrm>
          </p:contentPart>
        </mc:Choice>
        <mc:Fallback>
          <p:pic>
            <p:nvPicPr>
              <p:cNvPr id="48" name="Ink 48">
                <a:extLst>
                  <a:ext uri="{FF2B5EF4-FFF2-40B4-BE49-F238E27FC236}">
                    <a16:creationId xmlns:a16="http://schemas.microsoft.com/office/drawing/2014/main" id="{6F03785F-8FD6-C147-86F6-5D8CF8D1FBB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85236" y="2622582"/>
                <a:ext cx="1897932" cy="592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5" name="Ink 55">
                <a:extLst>
                  <a:ext uri="{FF2B5EF4-FFF2-40B4-BE49-F238E27FC236}">
                    <a16:creationId xmlns:a16="http://schemas.microsoft.com/office/drawing/2014/main" id="{CEC3EC6B-EAC6-524C-A0E7-43AA99F98635}"/>
                  </a:ext>
                </a:extLst>
              </p14:cNvPr>
              <p14:cNvContentPartPr/>
              <p14:nvPr/>
            </p14:nvContentPartPr>
            <p14:xfrm>
              <a:off x="7513922" y="2592363"/>
              <a:ext cx="641880" cy="870480"/>
            </p14:xfrm>
          </p:contentPart>
        </mc:Choice>
        <mc:Fallback>
          <p:pic>
            <p:nvPicPr>
              <p:cNvPr id="55" name="Ink 55">
                <a:extLst>
                  <a:ext uri="{FF2B5EF4-FFF2-40B4-BE49-F238E27FC236}">
                    <a16:creationId xmlns:a16="http://schemas.microsoft.com/office/drawing/2014/main" id="{CEC3EC6B-EAC6-524C-A0E7-43AA99F986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83322" y="2561750"/>
                <a:ext cx="703440" cy="9320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1" name="Ink 61">
                <a:extLst>
                  <a:ext uri="{FF2B5EF4-FFF2-40B4-BE49-F238E27FC236}">
                    <a16:creationId xmlns:a16="http://schemas.microsoft.com/office/drawing/2014/main" id="{5F74F1C3-BD49-4546-BE7C-B253D6F03CA8}"/>
                  </a:ext>
                </a:extLst>
              </p14:cNvPr>
              <p14:cNvContentPartPr/>
              <p14:nvPr/>
            </p14:nvContentPartPr>
            <p14:xfrm>
              <a:off x="5566682" y="3775323"/>
              <a:ext cx="636120" cy="490680"/>
            </p14:xfrm>
          </p:contentPart>
        </mc:Choice>
        <mc:Fallback>
          <p:pic>
            <p:nvPicPr>
              <p:cNvPr id="61" name="Ink 61">
                <a:extLst>
                  <a:ext uri="{FF2B5EF4-FFF2-40B4-BE49-F238E27FC236}">
                    <a16:creationId xmlns:a16="http://schemas.microsoft.com/office/drawing/2014/main" id="{5F74F1C3-BD49-4546-BE7C-B253D6F03CA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36099" y="3744723"/>
                <a:ext cx="697285" cy="55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73" name="Ink 75">
                <a:extLst>
                  <a:ext uri="{FF2B5EF4-FFF2-40B4-BE49-F238E27FC236}">
                    <a16:creationId xmlns:a16="http://schemas.microsoft.com/office/drawing/2014/main" id="{F61FBAFF-1D00-6D46-9299-DCD333A323AC}"/>
                  </a:ext>
                </a:extLst>
              </p14:cNvPr>
              <p14:cNvContentPartPr/>
              <p14:nvPr/>
            </p14:nvContentPartPr>
            <p14:xfrm>
              <a:off x="6180482" y="4628523"/>
              <a:ext cx="189720" cy="111600"/>
            </p14:xfrm>
          </p:contentPart>
        </mc:Choice>
        <mc:Fallback>
          <p:pic>
            <p:nvPicPr>
              <p:cNvPr id="73" name="Ink 75">
                <a:extLst>
                  <a:ext uri="{FF2B5EF4-FFF2-40B4-BE49-F238E27FC236}">
                    <a16:creationId xmlns:a16="http://schemas.microsoft.com/office/drawing/2014/main" id="{F61FBAFF-1D00-6D46-9299-DCD333A323A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49940" y="4598021"/>
                <a:ext cx="250804" cy="1726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4" name="Ink 76">
                <a:extLst>
                  <a:ext uri="{FF2B5EF4-FFF2-40B4-BE49-F238E27FC236}">
                    <a16:creationId xmlns:a16="http://schemas.microsoft.com/office/drawing/2014/main" id="{2D6EC75A-1B59-6D44-9DB4-B23BE25EBC20}"/>
                  </a:ext>
                </a:extLst>
              </p14:cNvPr>
              <p14:cNvContentPartPr/>
              <p14:nvPr/>
            </p14:nvContentPartPr>
            <p14:xfrm>
              <a:off x="7776362" y="3741843"/>
              <a:ext cx="596880" cy="484920"/>
            </p14:xfrm>
          </p:contentPart>
        </mc:Choice>
        <mc:Fallback>
          <p:pic>
            <p:nvPicPr>
              <p:cNvPr id="74" name="Ink 76">
                <a:extLst>
                  <a:ext uri="{FF2B5EF4-FFF2-40B4-BE49-F238E27FC236}">
                    <a16:creationId xmlns:a16="http://schemas.microsoft.com/office/drawing/2014/main" id="{2D6EC75A-1B59-6D44-9DB4-B23BE25EBC2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45402" y="3711266"/>
                <a:ext cx="658080" cy="546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5" name="Ink 77">
                <a:extLst>
                  <a:ext uri="{FF2B5EF4-FFF2-40B4-BE49-F238E27FC236}">
                    <a16:creationId xmlns:a16="http://schemas.microsoft.com/office/drawing/2014/main" id="{541F1517-70E7-444E-B553-3AE4C81CF5D8}"/>
                  </a:ext>
                </a:extLst>
              </p14:cNvPr>
              <p14:cNvContentPartPr/>
              <p14:nvPr/>
            </p14:nvContentPartPr>
            <p14:xfrm>
              <a:off x="6598802" y="3813843"/>
              <a:ext cx="943200" cy="402120"/>
            </p14:xfrm>
          </p:contentPart>
        </mc:Choice>
        <mc:Fallback>
          <p:pic>
            <p:nvPicPr>
              <p:cNvPr id="75" name="Ink 77">
                <a:extLst>
                  <a:ext uri="{FF2B5EF4-FFF2-40B4-BE49-F238E27FC236}">
                    <a16:creationId xmlns:a16="http://schemas.microsoft.com/office/drawing/2014/main" id="{541F1517-70E7-444E-B553-3AE4C81CF5D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568202" y="3783243"/>
                <a:ext cx="100476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81" name="Ink 81">
                <a:extLst>
                  <a:ext uri="{FF2B5EF4-FFF2-40B4-BE49-F238E27FC236}">
                    <a16:creationId xmlns:a16="http://schemas.microsoft.com/office/drawing/2014/main" id="{6601C8DB-7F62-214A-98B7-5200AFB1858F}"/>
                  </a:ext>
                </a:extLst>
              </p14:cNvPr>
              <p14:cNvContentPartPr/>
              <p14:nvPr/>
            </p14:nvContentPartPr>
            <p14:xfrm>
              <a:off x="6755042" y="4478403"/>
              <a:ext cx="541080" cy="362520"/>
            </p14:xfrm>
          </p:contentPart>
        </mc:Choice>
        <mc:Fallback>
          <p:pic>
            <p:nvPicPr>
              <p:cNvPr id="81" name="Ink 81">
                <a:extLst>
                  <a:ext uri="{FF2B5EF4-FFF2-40B4-BE49-F238E27FC236}">
                    <a16:creationId xmlns:a16="http://schemas.microsoft.com/office/drawing/2014/main" id="{6601C8DB-7F62-214A-98B7-5200AFB1858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724442" y="4447803"/>
                <a:ext cx="60228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87" name="Ink 87">
                <a:extLst>
                  <a:ext uri="{FF2B5EF4-FFF2-40B4-BE49-F238E27FC236}">
                    <a16:creationId xmlns:a16="http://schemas.microsoft.com/office/drawing/2014/main" id="{87AA98B9-8C0A-3948-8006-026819FAA59B}"/>
                  </a:ext>
                </a:extLst>
              </p14:cNvPr>
              <p14:cNvContentPartPr/>
              <p14:nvPr/>
            </p14:nvContentPartPr>
            <p14:xfrm>
              <a:off x="7542002" y="4505763"/>
              <a:ext cx="1077120" cy="346320"/>
            </p14:xfrm>
          </p:contentPart>
        </mc:Choice>
        <mc:Fallback>
          <p:pic>
            <p:nvPicPr>
              <p:cNvPr id="87" name="Ink 87">
                <a:extLst>
                  <a:ext uri="{FF2B5EF4-FFF2-40B4-BE49-F238E27FC236}">
                    <a16:creationId xmlns:a16="http://schemas.microsoft.com/office/drawing/2014/main" id="{87AA98B9-8C0A-3948-8006-026819FAA59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511042" y="4475163"/>
                <a:ext cx="1138680" cy="40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572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B86FD3-C9DA-2B41-92F3-E077E25E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89" y="190878"/>
            <a:ext cx="8318500" cy="2349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6" name="Ink 39">
                <a:extLst>
                  <a:ext uri="{FF2B5EF4-FFF2-40B4-BE49-F238E27FC236}">
                    <a16:creationId xmlns:a16="http://schemas.microsoft.com/office/drawing/2014/main" id="{C4B2BDEC-7BBB-C34F-B9C5-1F401307FE86}"/>
                  </a:ext>
                </a:extLst>
              </p14:cNvPr>
              <p14:cNvContentPartPr/>
              <p14:nvPr/>
            </p14:nvContentPartPr>
            <p14:xfrm>
              <a:off x="1081970" y="4682384"/>
              <a:ext cx="210240" cy="99360"/>
            </p14:xfrm>
          </p:contentPart>
        </mc:Choice>
        <mc:Fallback>
          <p:pic>
            <p:nvPicPr>
              <p:cNvPr id="36" name="Ink 39">
                <a:extLst>
                  <a:ext uri="{FF2B5EF4-FFF2-40B4-BE49-F238E27FC236}">
                    <a16:creationId xmlns:a16="http://schemas.microsoft.com/office/drawing/2014/main" id="{C4B2BDEC-7BBB-C34F-B9C5-1F401307FE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370" y="4651536"/>
                <a:ext cx="271440" cy="1606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7" name="Ink 40">
                <a:extLst>
                  <a:ext uri="{FF2B5EF4-FFF2-40B4-BE49-F238E27FC236}">
                    <a16:creationId xmlns:a16="http://schemas.microsoft.com/office/drawing/2014/main" id="{FED0E8EA-F321-8142-A0AA-03663F9DE34F}"/>
                  </a:ext>
                </a:extLst>
              </p14:cNvPr>
              <p14:cNvContentPartPr/>
              <p14:nvPr/>
            </p14:nvContentPartPr>
            <p14:xfrm>
              <a:off x="1589930" y="3456584"/>
              <a:ext cx="1123560" cy="811800"/>
            </p14:xfrm>
          </p:contentPart>
        </mc:Choice>
        <mc:Fallback>
          <p:pic>
            <p:nvPicPr>
              <p:cNvPr id="37" name="Ink 40">
                <a:extLst>
                  <a:ext uri="{FF2B5EF4-FFF2-40B4-BE49-F238E27FC236}">
                    <a16:creationId xmlns:a16="http://schemas.microsoft.com/office/drawing/2014/main" id="{FED0E8EA-F321-8142-A0AA-03663F9DE3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9330" y="3425638"/>
                <a:ext cx="1185120" cy="8729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8" name="Ink 41">
                <a:extLst>
                  <a:ext uri="{FF2B5EF4-FFF2-40B4-BE49-F238E27FC236}">
                    <a16:creationId xmlns:a16="http://schemas.microsoft.com/office/drawing/2014/main" id="{36C17227-E42A-C74B-A602-CCF2FCE355AB}"/>
                  </a:ext>
                </a:extLst>
              </p14:cNvPr>
              <p14:cNvContentPartPr/>
              <p14:nvPr/>
            </p14:nvContentPartPr>
            <p14:xfrm>
              <a:off x="480050" y="3832064"/>
              <a:ext cx="735120" cy="336960"/>
            </p14:xfrm>
          </p:contentPart>
        </mc:Choice>
        <mc:Fallback>
          <p:pic>
            <p:nvPicPr>
              <p:cNvPr id="38" name="Ink 41">
                <a:extLst>
                  <a:ext uri="{FF2B5EF4-FFF2-40B4-BE49-F238E27FC236}">
                    <a16:creationId xmlns:a16="http://schemas.microsoft.com/office/drawing/2014/main" id="{36C17227-E42A-C74B-A602-CCF2FCE355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9435" y="3801137"/>
                <a:ext cx="796350" cy="398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9" name="Ink 42">
                <a:extLst>
                  <a:ext uri="{FF2B5EF4-FFF2-40B4-BE49-F238E27FC236}">
                    <a16:creationId xmlns:a16="http://schemas.microsoft.com/office/drawing/2014/main" id="{161DBD56-7B43-9445-BBE4-21E51A0CD271}"/>
                  </a:ext>
                </a:extLst>
              </p14:cNvPr>
              <p14:cNvContentPartPr/>
              <p14:nvPr/>
            </p14:nvContentPartPr>
            <p14:xfrm>
              <a:off x="391850" y="2434904"/>
              <a:ext cx="2645280" cy="806400"/>
            </p14:xfrm>
          </p:contentPart>
        </mc:Choice>
        <mc:Fallback>
          <p:pic>
            <p:nvPicPr>
              <p:cNvPr id="39" name="Ink 42">
                <a:extLst>
                  <a:ext uri="{FF2B5EF4-FFF2-40B4-BE49-F238E27FC236}">
                    <a16:creationId xmlns:a16="http://schemas.microsoft.com/office/drawing/2014/main" id="{161DBD56-7B43-9445-BBE4-21E51A0CD27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1250" y="2404304"/>
                <a:ext cx="2706480" cy="86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6" name="Ink 46">
                <a:extLst>
                  <a:ext uri="{FF2B5EF4-FFF2-40B4-BE49-F238E27FC236}">
                    <a16:creationId xmlns:a16="http://schemas.microsoft.com/office/drawing/2014/main" id="{E10E3246-B447-F44E-A474-EE2F51EF85D4}"/>
                  </a:ext>
                </a:extLst>
              </p14:cNvPr>
              <p14:cNvContentPartPr/>
              <p14:nvPr/>
            </p14:nvContentPartPr>
            <p14:xfrm>
              <a:off x="1672730" y="4527584"/>
              <a:ext cx="425880" cy="347760"/>
            </p14:xfrm>
          </p:contentPart>
        </mc:Choice>
        <mc:Fallback>
          <p:pic>
            <p:nvPicPr>
              <p:cNvPr id="46" name="Ink 46">
                <a:extLst>
                  <a:ext uri="{FF2B5EF4-FFF2-40B4-BE49-F238E27FC236}">
                    <a16:creationId xmlns:a16="http://schemas.microsoft.com/office/drawing/2014/main" id="{E10E3246-B447-F44E-A474-EE2F51EF85D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42104" y="4496984"/>
                <a:ext cx="487132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0" name="Ink 50">
                <a:extLst>
                  <a:ext uri="{FF2B5EF4-FFF2-40B4-BE49-F238E27FC236}">
                    <a16:creationId xmlns:a16="http://schemas.microsoft.com/office/drawing/2014/main" id="{DF850098-132D-C846-9095-B4AFDD5E037A}"/>
                  </a:ext>
                </a:extLst>
              </p14:cNvPr>
              <p14:cNvContentPartPr/>
              <p14:nvPr/>
            </p14:nvContentPartPr>
            <p14:xfrm>
              <a:off x="2136770" y="4527584"/>
              <a:ext cx="900360" cy="298440"/>
            </p14:xfrm>
          </p:contentPart>
        </mc:Choice>
        <mc:Fallback>
          <p:pic>
            <p:nvPicPr>
              <p:cNvPr id="50" name="Ink 50">
                <a:extLst>
                  <a:ext uri="{FF2B5EF4-FFF2-40B4-BE49-F238E27FC236}">
                    <a16:creationId xmlns:a16="http://schemas.microsoft.com/office/drawing/2014/main" id="{DF850098-132D-C846-9095-B4AFDD5E03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06170" y="4496984"/>
                <a:ext cx="96192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0" name="Ink 71">
                <a:extLst>
                  <a:ext uri="{FF2B5EF4-FFF2-40B4-BE49-F238E27FC236}">
                    <a16:creationId xmlns:a16="http://schemas.microsoft.com/office/drawing/2014/main" id="{427E152A-DC05-214B-B120-AF9F2A4B7D31}"/>
                  </a:ext>
                </a:extLst>
              </p14:cNvPr>
              <p14:cNvContentPartPr/>
              <p14:nvPr/>
            </p14:nvContentPartPr>
            <p14:xfrm>
              <a:off x="5590250" y="3517064"/>
              <a:ext cx="964440" cy="420120"/>
            </p14:xfrm>
          </p:contentPart>
        </mc:Choice>
        <mc:Fallback>
          <p:pic>
            <p:nvPicPr>
              <p:cNvPr id="70" name="Ink 71">
                <a:extLst>
                  <a:ext uri="{FF2B5EF4-FFF2-40B4-BE49-F238E27FC236}">
                    <a16:creationId xmlns:a16="http://schemas.microsoft.com/office/drawing/2014/main" id="{427E152A-DC05-214B-B120-AF9F2A4B7D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59639" y="3486464"/>
                <a:ext cx="1026023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71" name="Ink 72">
                <a:extLst>
                  <a:ext uri="{FF2B5EF4-FFF2-40B4-BE49-F238E27FC236}">
                    <a16:creationId xmlns:a16="http://schemas.microsoft.com/office/drawing/2014/main" id="{C126E955-B75B-A34B-A683-BF9EEAF7C3C7}"/>
                  </a:ext>
                </a:extLst>
              </p14:cNvPr>
              <p14:cNvContentPartPr/>
              <p14:nvPr/>
            </p14:nvContentPartPr>
            <p14:xfrm>
              <a:off x="5002370" y="2186504"/>
              <a:ext cx="2677680" cy="900360"/>
            </p14:xfrm>
          </p:contentPart>
        </mc:Choice>
        <mc:Fallback>
          <p:pic>
            <p:nvPicPr>
              <p:cNvPr id="71" name="Ink 72">
                <a:extLst>
                  <a:ext uri="{FF2B5EF4-FFF2-40B4-BE49-F238E27FC236}">
                    <a16:creationId xmlns:a16="http://schemas.microsoft.com/office/drawing/2014/main" id="{C126E955-B75B-A34B-A683-BF9EEAF7C3C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71770" y="2155904"/>
                <a:ext cx="2739240" cy="9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88" name="Ink 89">
                <a:extLst>
                  <a:ext uri="{FF2B5EF4-FFF2-40B4-BE49-F238E27FC236}">
                    <a16:creationId xmlns:a16="http://schemas.microsoft.com/office/drawing/2014/main" id="{F0BA652C-2981-DC44-962B-B91410D8A7FC}"/>
                  </a:ext>
                </a:extLst>
              </p14:cNvPr>
              <p14:cNvContentPartPr/>
              <p14:nvPr/>
            </p14:nvContentPartPr>
            <p14:xfrm>
              <a:off x="6763850" y="3246704"/>
              <a:ext cx="1386000" cy="861480"/>
            </p14:xfrm>
          </p:contentPart>
        </mc:Choice>
        <mc:Fallback>
          <p:pic>
            <p:nvPicPr>
              <p:cNvPr id="88" name="Ink 89">
                <a:extLst>
                  <a:ext uri="{FF2B5EF4-FFF2-40B4-BE49-F238E27FC236}">
                    <a16:creationId xmlns:a16="http://schemas.microsoft.com/office/drawing/2014/main" id="{F0BA652C-2981-DC44-962B-B91410D8A7F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33242" y="3216117"/>
                <a:ext cx="1447576" cy="922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89" name="Ink 90">
                <a:extLst>
                  <a:ext uri="{FF2B5EF4-FFF2-40B4-BE49-F238E27FC236}">
                    <a16:creationId xmlns:a16="http://schemas.microsoft.com/office/drawing/2014/main" id="{732AD137-BAD1-354B-82DD-7170BDFFC650}"/>
                  </a:ext>
                </a:extLst>
              </p14:cNvPr>
              <p14:cNvContentPartPr/>
              <p14:nvPr/>
            </p14:nvContentPartPr>
            <p14:xfrm>
              <a:off x="6316730" y="4383944"/>
              <a:ext cx="304200" cy="77760"/>
            </p14:xfrm>
          </p:contentPart>
        </mc:Choice>
        <mc:Fallback>
          <p:pic>
            <p:nvPicPr>
              <p:cNvPr id="89" name="Ink 90">
                <a:extLst>
                  <a:ext uri="{FF2B5EF4-FFF2-40B4-BE49-F238E27FC236}">
                    <a16:creationId xmlns:a16="http://schemas.microsoft.com/office/drawing/2014/main" id="{732AD137-BAD1-354B-82DD-7170BDFFC65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286130" y="4353344"/>
                <a:ext cx="3654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95" name="Ink 95">
                <a:extLst>
                  <a:ext uri="{FF2B5EF4-FFF2-40B4-BE49-F238E27FC236}">
                    <a16:creationId xmlns:a16="http://schemas.microsoft.com/office/drawing/2014/main" id="{D84E53E6-731C-6243-BD67-298FCE99B735}"/>
                  </a:ext>
                </a:extLst>
              </p14:cNvPr>
              <p14:cNvContentPartPr/>
              <p14:nvPr/>
            </p14:nvContentPartPr>
            <p14:xfrm>
              <a:off x="6912890" y="4334264"/>
              <a:ext cx="530640" cy="353880"/>
            </p14:xfrm>
          </p:contentPart>
        </mc:Choice>
        <mc:Fallback>
          <p:pic>
            <p:nvPicPr>
              <p:cNvPr id="95" name="Ink 95">
                <a:extLst>
                  <a:ext uri="{FF2B5EF4-FFF2-40B4-BE49-F238E27FC236}">
                    <a16:creationId xmlns:a16="http://schemas.microsoft.com/office/drawing/2014/main" id="{D84E53E6-731C-6243-BD67-298FCE99B73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882269" y="4303664"/>
                <a:ext cx="592242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00" name="Ink 100">
                <a:extLst>
                  <a:ext uri="{FF2B5EF4-FFF2-40B4-BE49-F238E27FC236}">
                    <a16:creationId xmlns:a16="http://schemas.microsoft.com/office/drawing/2014/main" id="{3613DCCD-06FE-C248-8607-26714BDB7B4E}"/>
                  </a:ext>
                </a:extLst>
              </p14:cNvPr>
              <p14:cNvContentPartPr/>
              <p14:nvPr/>
            </p14:nvContentPartPr>
            <p14:xfrm>
              <a:off x="7636850" y="4345424"/>
              <a:ext cx="811800" cy="370440"/>
            </p14:xfrm>
          </p:contentPart>
        </mc:Choice>
        <mc:Fallback>
          <p:pic>
            <p:nvPicPr>
              <p:cNvPr id="100" name="Ink 100">
                <a:extLst>
                  <a:ext uri="{FF2B5EF4-FFF2-40B4-BE49-F238E27FC236}">
                    <a16:creationId xmlns:a16="http://schemas.microsoft.com/office/drawing/2014/main" id="{3613DCCD-06FE-C248-8607-26714BDB7B4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606236" y="4314824"/>
                <a:ext cx="873027" cy="43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295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0F7D7AA-1CBE-A142-8716-8220D4E87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508"/>
            <a:ext cx="8077200" cy="2565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Ink 19">
                <a:extLst>
                  <a:ext uri="{FF2B5EF4-FFF2-40B4-BE49-F238E27FC236}">
                    <a16:creationId xmlns:a16="http://schemas.microsoft.com/office/drawing/2014/main" id="{05502B50-5481-674E-8F1E-E7CBC72B4742}"/>
                  </a:ext>
                </a:extLst>
              </p14:cNvPr>
              <p14:cNvContentPartPr/>
              <p14:nvPr/>
            </p14:nvContentPartPr>
            <p14:xfrm>
              <a:off x="502370" y="2473424"/>
              <a:ext cx="3023640" cy="790200"/>
            </p14:xfrm>
          </p:contentPart>
        </mc:Choice>
        <mc:Fallback>
          <p:pic>
            <p:nvPicPr>
              <p:cNvPr id="19" name="Ink 19">
                <a:extLst>
                  <a:ext uri="{FF2B5EF4-FFF2-40B4-BE49-F238E27FC236}">
                    <a16:creationId xmlns:a16="http://schemas.microsoft.com/office/drawing/2014/main" id="{05502B50-5481-674E-8F1E-E7CBC72B47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770" y="2442810"/>
                <a:ext cx="3085200" cy="8517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0" name="Ink 41">
                <a:extLst>
                  <a:ext uri="{FF2B5EF4-FFF2-40B4-BE49-F238E27FC236}">
                    <a16:creationId xmlns:a16="http://schemas.microsoft.com/office/drawing/2014/main" id="{0D3579CD-67E1-404E-BCEA-9F89E5879C5F}"/>
                  </a:ext>
                </a:extLst>
              </p14:cNvPr>
              <p14:cNvContentPartPr/>
              <p14:nvPr/>
            </p14:nvContentPartPr>
            <p14:xfrm>
              <a:off x="1810970" y="3440024"/>
              <a:ext cx="1960560" cy="690480"/>
            </p14:xfrm>
          </p:contentPart>
        </mc:Choice>
        <mc:Fallback>
          <p:pic>
            <p:nvPicPr>
              <p:cNvPr id="40" name="Ink 41">
                <a:extLst>
                  <a:ext uri="{FF2B5EF4-FFF2-40B4-BE49-F238E27FC236}">
                    <a16:creationId xmlns:a16="http://schemas.microsoft.com/office/drawing/2014/main" id="{0D3579CD-67E1-404E-BCEA-9F89E5879C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69930" y="3409064"/>
                <a:ext cx="2032200" cy="7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1" name="Ink 42">
                <a:extLst>
                  <a:ext uri="{FF2B5EF4-FFF2-40B4-BE49-F238E27FC236}">
                    <a16:creationId xmlns:a16="http://schemas.microsoft.com/office/drawing/2014/main" id="{B1A4781D-0BBC-E240-9AC4-04091645566F}"/>
                  </a:ext>
                </a:extLst>
              </p14:cNvPr>
              <p14:cNvContentPartPr/>
              <p14:nvPr/>
            </p14:nvContentPartPr>
            <p14:xfrm>
              <a:off x="805850" y="3793184"/>
              <a:ext cx="757080" cy="502920"/>
            </p14:xfrm>
          </p:contentPart>
        </mc:Choice>
        <mc:Fallback>
          <p:pic>
            <p:nvPicPr>
              <p:cNvPr id="41" name="Ink 42">
                <a:extLst>
                  <a:ext uri="{FF2B5EF4-FFF2-40B4-BE49-F238E27FC236}">
                    <a16:creationId xmlns:a16="http://schemas.microsoft.com/office/drawing/2014/main" id="{B1A4781D-0BBC-E240-9AC4-0409164556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5235" y="3762584"/>
                <a:ext cx="818669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5DA677D-3013-7845-9C36-D3FFF6768464}"/>
                  </a:ext>
                </a:extLst>
              </p14:cNvPr>
              <p14:cNvContentPartPr/>
              <p14:nvPr/>
            </p14:nvContentPartPr>
            <p14:xfrm>
              <a:off x="3743450" y="3218984"/>
              <a:ext cx="304200" cy="1161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5DA677D-3013-7845-9C36-D3FFF676846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12850" y="3188384"/>
                <a:ext cx="365760" cy="12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9" name="Ink 50">
                <a:extLst>
                  <a:ext uri="{FF2B5EF4-FFF2-40B4-BE49-F238E27FC236}">
                    <a16:creationId xmlns:a16="http://schemas.microsoft.com/office/drawing/2014/main" id="{6714D8EB-1AEB-5E45-8D0E-825D7D5944DC}"/>
                  </a:ext>
                </a:extLst>
              </p14:cNvPr>
              <p14:cNvContentPartPr/>
              <p14:nvPr/>
            </p14:nvContentPartPr>
            <p14:xfrm>
              <a:off x="1413530" y="4787144"/>
              <a:ext cx="243000" cy="138600"/>
            </p14:xfrm>
          </p:contentPart>
        </mc:Choice>
        <mc:Fallback>
          <p:pic>
            <p:nvPicPr>
              <p:cNvPr id="49" name="Ink 50">
                <a:extLst>
                  <a:ext uri="{FF2B5EF4-FFF2-40B4-BE49-F238E27FC236}">
                    <a16:creationId xmlns:a16="http://schemas.microsoft.com/office/drawing/2014/main" id="{6714D8EB-1AEB-5E45-8D0E-825D7D5944D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82616" y="4756464"/>
                <a:ext cx="304109" cy="2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0" name="Ink 51">
                <a:extLst>
                  <a:ext uri="{FF2B5EF4-FFF2-40B4-BE49-F238E27FC236}">
                    <a16:creationId xmlns:a16="http://schemas.microsoft.com/office/drawing/2014/main" id="{4754F173-A71D-9749-8587-BA166C3163A6}"/>
                  </a:ext>
                </a:extLst>
              </p14:cNvPr>
              <p14:cNvContentPartPr/>
              <p14:nvPr/>
            </p14:nvContentPartPr>
            <p14:xfrm>
              <a:off x="3185810" y="4003064"/>
              <a:ext cx="309600" cy="276480"/>
            </p14:xfrm>
          </p:contentPart>
        </mc:Choice>
        <mc:Fallback>
          <p:pic>
            <p:nvPicPr>
              <p:cNvPr id="50" name="Ink 51">
                <a:extLst>
                  <a:ext uri="{FF2B5EF4-FFF2-40B4-BE49-F238E27FC236}">
                    <a16:creationId xmlns:a16="http://schemas.microsoft.com/office/drawing/2014/main" id="{4754F173-A71D-9749-8587-BA166C3163A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55210" y="3972464"/>
                <a:ext cx="37080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5" name="Ink 55">
                <a:extLst>
                  <a:ext uri="{FF2B5EF4-FFF2-40B4-BE49-F238E27FC236}">
                    <a16:creationId xmlns:a16="http://schemas.microsoft.com/office/drawing/2014/main" id="{1A827458-6B51-FF4B-8C55-5A4E370DA0DC}"/>
                  </a:ext>
                </a:extLst>
              </p14:cNvPr>
              <p14:cNvContentPartPr/>
              <p14:nvPr/>
            </p14:nvContentPartPr>
            <p14:xfrm>
              <a:off x="1943450" y="4571864"/>
              <a:ext cx="546840" cy="464040"/>
            </p14:xfrm>
          </p:contentPart>
        </mc:Choice>
        <mc:Fallback>
          <p:pic>
            <p:nvPicPr>
              <p:cNvPr id="55" name="Ink 55">
                <a:extLst>
                  <a:ext uri="{FF2B5EF4-FFF2-40B4-BE49-F238E27FC236}">
                    <a16:creationId xmlns:a16="http://schemas.microsoft.com/office/drawing/2014/main" id="{1A827458-6B51-FF4B-8C55-5A4E370DA0D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12850" y="4541264"/>
                <a:ext cx="608400" cy="5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7" name="Ink 68">
                <a:extLst>
                  <a:ext uri="{FF2B5EF4-FFF2-40B4-BE49-F238E27FC236}">
                    <a16:creationId xmlns:a16="http://schemas.microsoft.com/office/drawing/2014/main" id="{B2018243-5679-B641-8253-BFC451862A76}"/>
                  </a:ext>
                </a:extLst>
              </p14:cNvPr>
              <p14:cNvContentPartPr/>
              <p14:nvPr/>
            </p14:nvContentPartPr>
            <p14:xfrm>
              <a:off x="1496330" y="5361344"/>
              <a:ext cx="1473840" cy="568080"/>
            </p14:xfrm>
          </p:contentPart>
        </mc:Choice>
        <mc:Fallback>
          <p:pic>
            <p:nvPicPr>
              <p:cNvPr id="67" name="Ink 68">
                <a:extLst>
                  <a:ext uri="{FF2B5EF4-FFF2-40B4-BE49-F238E27FC236}">
                    <a16:creationId xmlns:a16="http://schemas.microsoft.com/office/drawing/2014/main" id="{B2018243-5679-B641-8253-BFC451862A7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65378" y="5330725"/>
                <a:ext cx="1535025" cy="6296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8" name="Ink 69">
                <a:extLst>
                  <a:ext uri="{FF2B5EF4-FFF2-40B4-BE49-F238E27FC236}">
                    <a16:creationId xmlns:a16="http://schemas.microsoft.com/office/drawing/2014/main" id="{E7C43C2F-0BE0-B145-A69F-8C308757B4C1}"/>
                  </a:ext>
                </a:extLst>
              </p14:cNvPr>
              <p14:cNvContentPartPr/>
              <p14:nvPr/>
            </p14:nvContentPartPr>
            <p14:xfrm>
              <a:off x="2672450" y="4594544"/>
              <a:ext cx="1032840" cy="568440"/>
            </p14:xfrm>
          </p:contentPart>
        </mc:Choice>
        <mc:Fallback>
          <p:pic>
            <p:nvPicPr>
              <p:cNvPr id="68" name="Ink 69">
                <a:extLst>
                  <a:ext uri="{FF2B5EF4-FFF2-40B4-BE49-F238E27FC236}">
                    <a16:creationId xmlns:a16="http://schemas.microsoft.com/office/drawing/2014/main" id="{E7C43C2F-0BE0-B145-A69F-8C308757B4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41490" y="4563944"/>
                <a:ext cx="109440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8" name="Ink 78">
                <a:extLst>
                  <a:ext uri="{FF2B5EF4-FFF2-40B4-BE49-F238E27FC236}">
                    <a16:creationId xmlns:a16="http://schemas.microsoft.com/office/drawing/2014/main" id="{D71F44E9-2CF7-5240-AAB2-C86018E194D5}"/>
                  </a:ext>
                </a:extLst>
              </p14:cNvPr>
              <p14:cNvContentPartPr/>
              <p14:nvPr/>
            </p14:nvContentPartPr>
            <p14:xfrm>
              <a:off x="5350850" y="2915144"/>
              <a:ext cx="1800000" cy="552240"/>
            </p14:xfrm>
          </p:contentPart>
        </mc:Choice>
        <mc:Fallback>
          <p:pic>
            <p:nvPicPr>
              <p:cNvPr id="78" name="Ink 78">
                <a:extLst>
                  <a:ext uri="{FF2B5EF4-FFF2-40B4-BE49-F238E27FC236}">
                    <a16:creationId xmlns:a16="http://schemas.microsoft.com/office/drawing/2014/main" id="{D71F44E9-2CF7-5240-AAB2-C86018E194D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320250" y="2884524"/>
                <a:ext cx="1861200" cy="6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84" name="Ink 84">
                <a:extLst>
                  <a:ext uri="{FF2B5EF4-FFF2-40B4-BE49-F238E27FC236}">
                    <a16:creationId xmlns:a16="http://schemas.microsoft.com/office/drawing/2014/main" id="{D9513FDB-70AB-2C47-96E1-3F7BE6F319C1}"/>
                  </a:ext>
                </a:extLst>
              </p14:cNvPr>
              <p14:cNvContentPartPr/>
              <p14:nvPr/>
            </p14:nvContentPartPr>
            <p14:xfrm>
              <a:off x="7487450" y="2827664"/>
              <a:ext cx="789840" cy="706320"/>
            </p14:xfrm>
          </p:contentPart>
        </mc:Choice>
        <mc:Fallback>
          <p:pic>
            <p:nvPicPr>
              <p:cNvPr id="84" name="Ink 84">
                <a:extLst>
                  <a:ext uri="{FF2B5EF4-FFF2-40B4-BE49-F238E27FC236}">
                    <a16:creationId xmlns:a16="http://schemas.microsoft.com/office/drawing/2014/main" id="{D9513FDB-70AB-2C47-96E1-3F7BE6F319C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56490" y="2797080"/>
                <a:ext cx="851400" cy="7674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03" name="Ink 105">
                <a:extLst>
                  <a:ext uri="{FF2B5EF4-FFF2-40B4-BE49-F238E27FC236}">
                    <a16:creationId xmlns:a16="http://schemas.microsoft.com/office/drawing/2014/main" id="{0C0A546B-05CE-3140-9016-00F1369F4EA0}"/>
                  </a:ext>
                </a:extLst>
              </p14:cNvPr>
              <p14:cNvContentPartPr/>
              <p14:nvPr/>
            </p14:nvContentPartPr>
            <p14:xfrm>
              <a:off x="6366410" y="4930784"/>
              <a:ext cx="281880" cy="165960"/>
            </p14:xfrm>
          </p:contentPart>
        </mc:Choice>
        <mc:Fallback>
          <p:pic>
            <p:nvPicPr>
              <p:cNvPr id="103" name="Ink 105">
                <a:extLst>
                  <a:ext uri="{FF2B5EF4-FFF2-40B4-BE49-F238E27FC236}">
                    <a16:creationId xmlns:a16="http://schemas.microsoft.com/office/drawing/2014/main" id="{0C0A546B-05CE-3140-9016-00F1369F4EA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35810" y="4900184"/>
                <a:ext cx="3434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04" name="Ink 106">
                <a:extLst>
                  <a:ext uri="{FF2B5EF4-FFF2-40B4-BE49-F238E27FC236}">
                    <a16:creationId xmlns:a16="http://schemas.microsoft.com/office/drawing/2014/main" id="{0885D592-47FE-1F4A-A180-E4E042CAC2B5}"/>
                  </a:ext>
                </a:extLst>
              </p14:cNvPr>
              <p14:cNvContentPartPr/>
              <p14:nvPr/>
            </p14:nvContentPartPr>
            <p14:xfrm>
              <a:off x="7763210" y="3755384"/>
              <a:ext cx="900360" cy="678600"/>
            </p14:xfrm>
          </p:contentPart>
        </mc:Choice>
        <mc:Fallback>
          <p:pic>
            <p:nvPicPr>
              <p:cNvPr id="104" name="Ink 106">
                <a:extLst>
                  <a:ext uri="{FF2B5EF4-FFF2-40B4-BE49-F238E27FC236}">
                    <a16:creationId xmlns:a16="http://schemas.microsoft.com/office/drawing/2014/main" id="{0885D592-47FE-1F4A-A180-E4E042CAC2B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732610" y="3724440"/>
                <a:ext cx="961920" cy="7397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05" name="Ink 107">
                <a:extLst>
                  <a:ext uri="{FF2B5EF4-FFF2-40B4-BE49-F238E27FC236}">
                    <a16:creationId xmlns:a16="http://schemas.microsoft.com/office/drawing/2014/main" id="{2550D779-530E-ED45-B5B2-60F1AE8EDC42}"/>
                  </a:ext>
                </a:extLst>
              </p14:cNvPr>
              <p14:cNvContentPartPr/>
              <p14:nvPr/>
            </p14:nvContentPartPr>
            <p14:xfrm>
              <a:off x="5610050" y="3748904"/>
              <a:ext cx="1756080" cy="757080"/>
            </p14:xfrm>
          </p:contentPart>
        </mc:Choice>
        <mc:Fallback>
          <p:pic>
            <p:nvPicPr>
              <p:cNvPr id="105" name="Ink 107">
                <a:extLst>
                  <a:ext uri="{FF2B5EF4-FFF2-40B4-BE49-F238E27FC236}">
                    <a16:creationId xmlns:a16="http://schemas.microsoft.com/office/drawing/2014/main" id="{2550D779-530E-ED45-B5B2-60F1AE8EDC4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579096" y="3718289"/>
                <a:ext cx="1817267" cy="818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20" name="Ink 121">
                <a:extLst>
                  <a:ext uri="{FF2B5EF4-FFF2-40B4-BE49-F238E27FC236}">
                    <a16:creationId xmlns:a16="http://schemas.microsoft.com/office/drawing/2014/main" id="{39FC3CC0-8573-B843-9AA9-E591304862D4}"/>
                  </a:ext>
                </a:extLst>
              </p14:cNvPr>
              <p14:cNvContentPartPr/>
              <p14:nvPr/>
            </p14:nvContentPartPr>
            <p14:xfrm>
              <a:off x="6361010" y="5493824"/>
              <a:ext cx="1590480" cy="601560"/>
            </p14:xfrm>
          </p:contentPart>
        </mc:Choice>
        <mc:Fallback>
          <p:pic>
            <p:nvPicPr>
              <p:cNvPr id="120" name="Ink 121">
                <a:extLst>
                  <a:ext uri="{FF2B5EF4-FFF2-40B4-BE49-F238E27FC236}">
                    <a16:creationId xmlns:a16="http://schemas.microsoft.com/office/drawing/2014/main" id="{39FC3CC0-8573-B843-9AA9-E591304862D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330050" y="5463224"/>
                <a:ext cx="1652040" cy="6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21" name="Ink 122">
                <a:extLst>
                  <a:ext uri="{FF2B5EF4-FFF2-40B4-BE49-F238E27FC236}">
                    <a16:creationId xmlns:a16="http://schemas.microsoft.com/office/drawing/2014/main" id="{58B92AAB-1254-A84E-B574-0B7988325DDA}"/>
                  </a:ext>
                </a:extLst>
              </p14:cNvPr>
              <p14:cNvContentPartPr/>
              <p14:nvPr/>
            </p14:nvContentPartPr>
            <p14:xfrm>
              <a:off x="6912890" y="4803704"/>
              <a:ext cx="1375200" cy="425520"/>
            </p14:xfrm>
          </p:contentPart>
        </mc:Choice>
        <mc:Fallback>
          <p:pic>
            <p:nvPicPr>
              <p:cNvPr id="121" name="Ink 122">
                <a:extLst>
                  <a:ext uri="{FF2B5EF4-FFF2-40B4-BE49-F238E27FC236}">
                    <a16:creationId xmlns:a16="http://schemas.microsoft.com/office/drawing/2014/main" id="{58B92AAB-1254-A84E-B574-0B7988325DD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882290" y="4773104"/>
                <a:ext cx="1436760" cy="48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6021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597" y="70379"/>
            <a:ext cx="2144783" cy="16840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7028" y="296330"/>
                <a:ext cx="1596572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angle,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28" y="296330"/>
                <a:ext cx="1596572" cy="369332"/>
              </a:xfrm>
              <a:prstGeom prst="rect">
                <a:avLst/>
              </a:prstGeom>
              <a:blipFill>
                <a:blip r:embed="rId3"/>
                <a:stretch>
                  <a:fillRect l="-1550" b="-218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37028" y="762381"/>
            <a:ext cx="2452914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Determine the sides </a:t>
            </a:r>
            <a:r>
              <a:rPr lang="mr-IN" dirty="0"/>
              <a:t>–</a:t>
            </a:r>
            <a:r>
              <a:rPr lang="en-US" dirty="0"/>
              <a:t> opposite, adjacent and hypotenuse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314" y="2280186"/>
            <a:ext cx="1219201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OPPOSITE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314" y="3922712"/>
            <a:ext cx="1233715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ADJACENT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known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314" y="5565238"/>
            <a:ext cx="150948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HYPOTENUSE</a:t>
            </a:r>
            <a:r>
              <a:rPr lang="en-US" dirty="0"/>
              <a:t> known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3026" y="1763043"/>
            <a:ext cx="116114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FF0000"/>
                </a:solidFill>
              </a:rPr>
              <a:t>ADJACENT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3026" y="2596341"/>
            <a:ext cx="148045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00B050"/>
                </a:solidFill>
              </a:rPr>
              <a:t>HYPOTENUSE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3026" y="3429639"/>
            <a:ext cx="116114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0070C0"/>
                </a:solidFill>
              </a:rPr>
              <a:t>OPPOSITE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3026" y="4262937"/>
            <a:ext cx="148045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00B050"/>
                </a:solidFill>
              </a:rPr>
              <a:t>HYPOTENUSE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3026" y="5096235"/>
            <a:ext cx="116114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FF0000"/>
                </a:solidFill>
              </a:rPr>
              <a:t>ADJACENT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3026" y="5929531"/>
            <a:ext cx="148045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0070C0"/>
                </a:solidFill>
              </a:rPr>
              <a:t>OPPOSITE</a:t>
            </a:r>
          </a:p>
        </p:txBody>
      </p:sp>
      <p:cxnSp>
        <p:nvCxnSpPr>
          <p:cNvPr id="25" name="Straight Arrow Connector 24"/>
          <p:cNvCxnSpPr>
            <a:stCxn id="7" idx="3"/>
            <a:endCxn id="10" idx="1"/>
          </p:cNvCxnSpPr>
          <p:nvPr/>
        </p:nvCxnSpPr>
        <p:spPr>
          <a:xfrm flipV="1">
            <a:off x="2046515" y="2086209"/>
            <a:ext cx="776511" cy="517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7" idx="3"/>
            <a:endCxn id="11" idx="1"/>
          </p:cNvCxnSpPr>
          <p:nvPr/>
        </p:nvCxnSpPr>
        <p:spPr>
          <a:xfrm>
            <a:off x="2046515" y="2603352"/>
            <a:ext cx="776511" cy="316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8" idx="3"/>
            <a:endCxn id="12" idx="1"/>
          </p:cNvCxnSpPr>
          <p:nvPr/>
        </p:nvCxnSpPr>
        <p:spPr>
          <a:xfrm flipV="1">
            <a:off x="2061029" y="3752805"/>
            <a:ext cx="761997" cy="49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8" idx="3"/>
            <a:endCxn id="13" idx="1"/>
          </p:cNvCxnSpPr>
          <p:nvPr/>
        </p:nvCxnSpPr>
        <p:spPr>
          <a:xfrm>
            <a:off x="2061029" y="4245878"/>
            <a:ext cx="761997" cy="340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3"/>
            <a:endCxn id="14" idx="1"/>
          </p:cNvCxnSpPr>
          <p:nvPr/>
        </p:nvCxnSpPr>
        <p:spPr>
          <a:xfrm flipV="1">
            <a:off x="2336801" y="5419401"/>
            <a:ext cx="486225" cy="46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3"/>
            <a:endCxn id="15" idx="1"/>
          </p:cNvCxnSpPr>
          <p:nvPr/>
        </p:nvCxnSpPr>
        <p:spPr>
          <a:xfrm>
            <a:off x="2336801" y="5888404"/>
            <a:ext cx="486225" cy="36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stCxn id="10" idx="3"/>
          </p:cNvCxnSpPr>
          <p:nvPr/>
        </p:nvCxnSpPr>
        <p:spPr>
          <a:xfrm>
            <a:off x="3984169" y="2086209"/>
            <a:ext cx="1246299" cy="2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  <a:stCxn id="11" idx="3"/>
          </p:cNvCxnSpPr>
          <p:nvPr/>
        </p:nvCxnSpPr>
        <p:spPr>
          <a:xfrm flipV="1">
            <a:off x="4303485" y="2919506"/>
            <a:ext cx="9269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  <a:stCxn id="12" idx="3"/>
          </p:cNvCxnSpPr>
          <p:nvPr/>
        </p:nvCxnSpPr>
        <p:spPr>
          <a:xfrm flipV="1">
            <a:off x="3984169" y="3743092"/>
            <a:ext cx="1246297" cy="9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cxnSpLocks/>
            <a:stCxn id="13" idx="3"/>
          </p:cNvCxnSpPr>
          <p:nvPr/>
        </p:nvCxnSpPr>
        <p:spPr>
          <a:xfrm flipV="1">
            <a:off x="4303485" y="4586102"/>
            <a:ext cx="9269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  <a:stCxn id="14" idx="3"/>
          </p:cNvCxnSpPr>
          <p:nvPr/>
        </p:nvCxnSpPr>
        <p:spPr>
          <a:xfrm flipV="1">
            <a:off x="3984169" y="5409600"/>
            <a:ext cx="1246297" cy="9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  <a:stCxn id="15" idx="3"/>
          </p:cNvCxnSpPr>
          <p:nvPr/>
        </p:nvCxnSpPr>
        <p:spPr>
          <a:xfrm>
            <a:off x="4303485" y="6252697"/>
            <a:ext cx="926980" cy="3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7035AAE-320E-D243-854C-ABD48D99A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715" y="25934"/>
            <a:ext cx="2171700" cy="1625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5023AF-3347-974F-B8C5-3C10CA738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410" y="1724894"/>
            <a:ext cx="2717800" cy="7747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1825499-491E-BE48-96C8-A87CFE24C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2965" y="2569143"/>
            <a:ext cx="2743200" cy="7366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2B71746-9A65-ED40-8840-9860685764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8590" y="3438204"/>
            <a:ext cx="3390900" cy="60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A44FD73-D7FE-0044-A1B3-23F3EC127F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8014" y="4222327"/>
            <a:ext cx="2743200" cy="7239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A8D061-6E56-AB43-85F8-7E19109FD0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1985" y="5119385"/>
            <a:ext cx="3606800" cy="6223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1DE349A-9AD0-C149-A01E-0BF27A0512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6700" y="5995576"/>
            <a:ext cx="37719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0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F23B-341E-674D-A3AD-46D26128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Angles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F428E-2B27-4A4E-8427-46B5A9C07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0467"/>
            <a:ext cx="9906000" cy="514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08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59" y="270715"/>
            <a:ext cx="9638681" cy="90011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59" y="1498052"/>
            <a:ext cx="3683000" cy="2082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" name="Ink 33">
                <a:extLst>
                  <a:ext uri="{FF2B5EF4-FFF2-40B4-BE49-F238E27FC236}">
                    <a16:creationId xmlns:a16="http://schemas.microsoft.com/office/drawing/2014/main" id="{056F6C2C-7D9F-9F41-970A-5713B3A7394D}"/>
                  </a:ext>
                </a:extLst>
              </p14:cNvPr>
              <p14:cNvContentPartPr/>
              <p14:nvPr/>
            </p14:nvContentPartPr>
            <p14:xfrm>
              <a:off x="5322770" y="3809744"/>
              <a:ext cx="176760" cy="144000"/>
            </p14:xfrm>
          </p:contentPart>
        </mc:Choice>
        <mc:Fallback>
          <p:pic>
            <p:nvPicPr>
              <p:cNvPr id="30" name="Ink 33">
                <a:extLst>
                  <a:ext uri="{FF2B5EF4-FFF2-40B4-BE49-F238E27FC236}">
                    <a16:creationId xmlns:a16="http://schemas.microsoft.com/office/drawing/2014/main" id="{056F6C2C-7D9F-9F41-970A-5713B3A739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2232" y="3779144"/>
                <a:ext cx="237836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1" name="Ink 34">
                <a:extLst>
                  <a:ext uri="{FF2B5EF4-FFF2-40B4-BE49-F238E27FC236}">
                    <a16:creationId xmlns:a16="http://schemas.microsoft.com/office/drawing/2014/main" id="{BBEF3ADB-8C80-CE41-95A2-1CC949EACBBB}"/>
                  </a:ext>
                </a:extLst>
              </p14:cNvPr>
              <p14:cNvContentPartPr/>
              <p14:nvPr/>
            </p14:nvContentPartPr>
            <p14:xfrm>
              <a:off x="4632650" y="2909744"/>
              <a:ext cx="806400" cy="442080"/>
            </p14:xfrm>
          </p:contentPart>
        </mc:Choice>
        <mc:Fallback>
          <p:pic>
            <p:nvPicPr>
              <p:cNvPr id="31" name="Ink 34">
                <a:extLst>
                  <a:ext uri="{FF2B5EF4-FFF2-40B4-BE49-F238E27FC236}">
                    <a16:creationId xmlns:a16="http://schemas.microsoft.com/office/drawing/2014/main" id="{BBEF3ADB-8C80-CE41-95A2-1CC949EACB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02050" y="2879144"/>
                <a:ext cx="86796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2" name="Ink 35">
                <a:extLst>
                  <a:ext uri="{FF2B5EF4-FFF2-40B4-BE49-F238E27FC236}">
                    <a16:creationId xmlns:a16="http://schemas.microsoft.com/office/drawing/2014/main" id="{70EC0FD2-8F9C-3742-B549-72D199D2FFD4}"/>
                  </a:ext>
                </a:extLst>
              </p14:cNvPr>
              <p14:cNvContentPartPr/>
              <p14:nvPr/>
            </p14:nvContentPartPr>
            <p14:xfrm>
              <a:off x="6262010" y="1541024"/>
              <a:ext cx="1495440" cy="794160"/>
            </p14:xfrm>
          </p:contentPart>
        </mc:Choice>
        <mc:Fallback>
          <p:pic>
            <p:nvPicPr>
              <p:cNvPr id="32" name="Ink 35">
                <a:extLst>
                  <a:ext uri="{FF2B5EF4-FFF2-40B4-BE49-F238E27FC236}">
                    <a16:creationId xmlns:a16="http://schemas.microsoft.com/office/drawing/2014/main" id="{70EC0FD2-8F9C-3742-B549-72D199D2FFD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31410" y="1510424"/>
                <a:ext cx="1557000" cy="85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3" name="Ink 36">
                <a:extLst>
                  <a:ext uri="{FF2B5EF4-FFF2-40B4-BE49-F238E27FC236}">
                    <a16:creationId xmlns:a16="http://schemas.microsoft.com/office/drawing/2014/main" id="{C337EE81-DDE5-E544-9110-4CFC7B70F0D1}"/>
                  </a:ext>
                </a:extLst>
              </p14:cNvPr>
              <p14:cNvContentPartPr/>
              <p14:nvPr/>
            </p14:nvContentPartPr>
            <p14:xfrm>
              <a:off x="4234850" y="1817144"/>
              <a:ext cx="1640520" cy="612000"/>
            </p14:xfrm>
          </p:contentPart>
        </mc:Choice>
        <mc:Fallback>
          <p:pic>
            <p:nvPicPr>
              <p:cNvPr id="33" name="Ink 36">
                <a:extLst>
                  <a:ext uri="{FF2B5EF4-FFF2-40B4-BE49-F238E27FC236}">
                    <a16:creationId xmlns:a16="http://schemas.microsoft.com/office/drawing/2014/main" id="{C337EE81-DDE5-E544-9110-4CFC7B70F0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04243" y="1786544"/>
                <a:ext cx="1702094" cy="6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5" name="Ink 45">
                <a:extLst>
                  <a:ext uri="{FF2B5EF4-FFF2-40B4-BE49-F238E27FC236}">
                    <a16:creationId xmlns:a16="http://schemas.microsoft.com/office/drawing/2014/main" id="{E335D359-A069-F149-B2AE-683ADAB88371}"/>
                  </a:ext>
                </a:extLst>
              </p14:cNvPr>
              <p14:cNvContentPartPr/>
              <p14:nvPr/>
            </p14:nvContentPartPr>
            <p14:xfrm>
              <a:off x="5852690" y="2612384"/>
              <a:ext cx="2424600" cy="585000"/>
            </p14:xfrm>
          </p:contentPart>
        </mc:Choice>
        <mc:Fallback>
          <p:pic>
            <p:nvPicPr>
              <p:cNvPr id="45" name="Ink 45">
                <a:extLst>
                  <a:ext uri="{FF2B5EF4-FFF2-40B4-BE49-F238E27FC236}">
                    <a16:creationId xmlns:a16="http://schemas.microsoft.com/office/drawing/2014/main" id="{E335D359-A069-F149-B2AE-683ADAB883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22085" y="2581424"/>
                <a:ext cx="2486169" cy="6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1" name="Ink 51">
                <a:extLst>
                  <a:ext uri="{FF2B5EF4-FFF2-40B4-BE49-F238E27FC236}">
                    <a16:creationId xmlns:a16="http://schemas.microsoft.com/office/drawing/2014/main" id="{92CDC17C-A98A-9A4C-8C72-A2A1585E5E88}"/>
                  </a:ext>
                </a:extLst>
              </p14:cNvPr>
              <p14:cNvContentPartPr/>
              <p14:nvPr/>
            </p14:nvContentPartPr>
            <p14:xfrm>
              <a:off x="5814170" y="3594464"/>
              <a:ext cx="767880" cy="403560"/>
            </p14:xfrm>
          </p:contentPart>
        </mc:Choice>
        <mc:Fallback>
          <p:pic>
            <p:nvPicPr>
              <p:cNvPr id="51" name="Ink 51">
                <a:extLst>
                  <a:ext uri="{FF2B5EF4-FFF2-40B4-BE49-F238E27FC236}">
                    <a16:creationId xmlns:a16="http://schemas.microsoft.com/office/drawing/2014/main" id="{92CDC17C-A98A-9A4C-8C72-A2A1585E5E8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83570" y="3563864"/>
                <a:ext cx="82908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3" name="Ink 64">
                <a:extLst>
                  <a:ext uri="{FF2B5EF4-FFF2-40B4-BE49-F238E27FC236}">
                    <a16:creationId xmlns:a16="http://schemas.microsoft.com/office/drawing/2014/main" id="{4C9DD20D-1A2C-5643-BC8C-7CA5546F638C}"/>
                  </a:ext>
                </a:extLst>
              </p14:cNvPr>
              <p14:cNvContentPartPr/>
              <p14:nvPr/>
            </p14:nvContentPartPr>
            <p14:xfrm>
              <a:off x="8172170" y="3495104"/>
              <a:ext cx="1386000" cy="596880"/>
            </p14:xfrm>
          </p:contentPart>
        </mc:Choice>
        <mc:Fallback>
          <p:pic>
            <p:nvPicPr>
              <p:cNvPr id="63" name="Ink 64">
                <a:extLst>
                  <a:ext uri="{FF2B5EF4-FFF2-40B4-BE49-F238E27FC236}">
                    <a16:creationId xmlns:a16="http://schemas.microsoft.com/office/drawing/2014/main" id="{4C9DD20D-1A2C-5643-BC8C-7CA5546F638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41218" y="3464504"/>
                <a:ext cx="1447184" cy="6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4" name="Ink 65">
                <a:extLst>
                  <a:ext uri="{FF2B5EF4-FFF2-40B4-BE49-F238E27FC236}">
                    <a16:creationId xmlns:a16="http://schemas.microsoft.com/office/drawing/2014/main" id="{6A9C3210-C33A-0E4F-8D94-A8F2C5F5DDF5}"/>
                  </a:ext>
                </a:extLst>
              </p14:cNvPr>
              <p14:cNvContentPartPr/>
              <p14:nvPr/>
            </p14:nvContentPartPr>
            <p14:xfrm>
              <a:off x="6796970" y="3566744"/>
              <a:ext cx="1066320" cy="431280"/>
            </p14:xfrm>
          </p:contentPart>
        </mc:Choice>
        <mc:Fallback>
          <p:pic>
            <p:nvPicPr>
              <p:cNvPr id="64" name="Ink 65">
                <a:extLst>
                  <a:ext uri="{FF2B5EF4-FFF2-40B4-BE49-F238E27FC236}">
                    <a16:creationId xmlns:a16="http://schemas.microsoft.com/office/drawing/2014/main" id="{6A9C3210-C33A-0E4F-8D94-A8F2C5F5DDF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66360" y="3536118"/>
                <a:ext cx="1127901" cy="49289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182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924"/>
            <a:ext cx="9906000" cy="1787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4"/>
          <a:stretch/>
        </p:blipFill>
        <p:spPr>
          <a:xfrm>
            <a:off x="111316" y="2347599"/>
            <a:ext cx="2654300" cy="27720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6">
                <a:extLst>
                  <a:ext uri="{FF2B5EF4-FFF2-40B4-BE49-F238E27FC236}">
                    <a16:creationId xmlns:a16="http://schemas.microsoft.com/office/drawing/2014/main" id="{CB524892-CE69-024F-ACE7-041D59493154}"/>
                  </a:ext>
                </a:extLst>
              </p14:cNvPr>
              <p14:cNvContentPartPr/>
              <p14:nvPr/>
            </p14:nvContentPartPr>
            <p14:xfrm>
              <a:off x="3114170" y="2252744"/>
              <a:ext cx="425520" cy="536040"/>
            </p14:xfrm>
          </p:contentPart>
        </mc:Choice>
        <mc:Fallback>
          <p:pic>
            <p:nvPicPr>
              <p:cNvPr id="6" name="Ink 6">
                <a:extLst>
                  <a:ext uri="{FF2B5EF4-FFF2-40B4-BE49-F238E27FC236}">
                    <a16:creationId xmlns:a16="http://schemas.microsoft.com/office/drawing/2014/main" id="{CB524892-CE69-024F-ACE7-041D59493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83570" y="2222144"/>
                <a:ext cx="486720" cy="5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3">
                <a:extLst>
                  <a:ext uri="{FF2B5EF4-FFF2-40B4-BE49-F238E27FC236}">
                    <a16:creationId xmlns:a16="http://schemas.microsoft.com/office/drawing/2014/main" id="{936E4F68-ECBC-A14A-827E-1496DC21293D}"/>
                  </a:ext>
                </a:extLst>
              </p14:cNvPr>
              <p14:cNvContentPartPr/>
              <p14:nvPr/>
            </p14:nvContentPartPr>
            <p14:xfrm>
              <a:off x="3898250" y="2148344"/>
              <a:ext cx="1469160" cy="435600"/>
            </p14:xfrm>
          </p:contentPart>
        </mc:Choice>
        <mc:Fallback>
          <p:pic>
            <p:nvPicPr>
              <p:cNvPr id="13" name="Ink 13">
                <a:extLst>
                  <a:ext uri="{FF2B5EF4-FFF2-40B4-BE49-F238E27FC236}">
                    <a16:creationId xmlns:a16="http://schemas.microsoft.com/office/drawing/2014/main" id="{936E4F68-ECBC-A14A-827E-1496DC2129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67650" y="2117719"/>
                <a:ext cx="1530360" cy="4972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9">
                <a:extLst>
                  <a:ext uri="{FF2B5EF4-FFF2-40B4-BE49-F238E27FC236}">
                    <a16:creationId xmlns:a16="http://schemas.microsoft.com/office/drawing/2014/main" id="{4C6AD36A-6E8A-DF4C-BB32-FAE3FAD0EE6F}"/>
                  </a:ext>
                </a:extLst>
              </p14:cNvPr>
              <p14:cNvContentPartPr/>
              <p14:nvPr/>
            </p14:nvContentPartPr>
            <p14:xfrm>
              <a:off x="5610050" y="2020904"/>
              <a:ext cx="585000" cy="629640"/>
            </p14:xfrm>
          </p:contentPart>
        </mc:Choice>
        <mc:Fallback>
          <p:pic>
            <p:nvPicPr>
              <p:cNvPr id="19" name="Ink 19">
                <a:extLst>
                  <a:ext uri="{FF2B5EF4-FFF2-40B4-BE49-F238E27FC236}">
                    <a16:creationId xmlns:a16="http://schemas.microsoft.com/office/drawing/2014/main" id="{4C6AD36A-6E8A-DF4C-BB32-FAE3FAD0EE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79090" y="1989962"/>
                <a:ext cx="646560" cy="6908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6" name="Ink 26">
                <a:extLst>
                  <a:ext uri="{FF2B5EF4-FFF2-40B4-BE49-F238E27FC236}">
                    <a16:creationId xmlns:a16="http://schemas.microsoft.com/office/drawing/2014/main" id="{7A4B67B3-15A8-CE48-B634-5392A772B360}"/>
                  </a:ext>
                </a:extLst>
              </p14:cNvPr>
              <p14:cNvContentPartPr/>
              <p14:nvPr/>
            </p14:nvContentPartPr>
            <p14:xfrm>
              <a:off x="4351130" y="2843504"/>
              <a:ext cx="607680" cy="381240"/>
            </p14:xfrm>
          </p:contentPart>
        </mc:Choice>
        <mc:Fallback>
          <p:pic>
            <p:nvPicPr>
              <p:cNvPr id="26" name="Ink 26">
                <a:extLst>
                  <a:ext uri="{FF2B5EF4-FFF2-40B4-BE49-F238E27FC236}">
                    <a16:creationId xmlns:a16="http://schemas.microsoft.com/office/drawing/2014/main" id="{7A4B67B3-15A8-CE48-B634-5392A772B36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20170" y="2812904"/>
                <a:ext cx="66924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2" name="Ink 32">
                <a:extLst>
                  <a:ext uri="{FF2B5EF4-FFF2-40B4-BE49-F238E27FC236}">
                    <a16:creationId xmlns:a16="http://schemas.microsoft.com/office/drawing/2014/main" id="{E910704E-CD88-0A4B-A998-272A16250149}"/>
                  </a:ext>
                </a:extLst>
              </p14:cNvPr>
              <p14:cNvContentPartPr/>
              <p14:nvPr/>
            </p14:nvContentPartPr>
            <p14:xfrm>
              <a:off x="5201450" y="2826944"/>
              <a:ext cx="1242720" cy="458640"/>
            </p14:xfrm>
          </p:contentPart>
        </mc:Choice>
        <mc:Fallback>
          <p:pic>
            <p:nvPicPr>
              <p:cNvPr id="32" name="Ink 32">
                <a:extLst>
                  <a:ext uri="{FF2B5EF4-FFF2-40B4-BE49-F238E27FC236}">
                    <a16:creationId xmlns:a16="http://schemas.microsoft.com/office/drawing/2014/main" id="{E910704E-CD88-0A4B-A998-272A162501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70490" y="2796344"/>
                <a:ext cx="130428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2" name="Ink 43">
                <a:extLst>
                  <a:ext uri="{FF2B5EF4-FFF2-40B4-BE49-F238E27FC236}">
                    <a16:creationId xmlns:a16="http://schemas.microsoft.com/office/drawing/2014/main" id="{017FBEC9-8FE9-DF46-8A19-AEEFBE89A907}"/>
                  </a:ext>
                </a:extLst>
              </p14:cNvPr>
              <p14:cNvContentPartPr/>
              <p14:nvPr/>
            </p14:nvContentPartPr>
            <p14:xfrm>
              <a:off x="4881050" y="3744224"/>
              <a:ext cx="221400" cy="143280"/>
            </p14:xfrm>
          </p:contentPart>
        </mc:Choice>
        <mc:Fallback>
          <p:pic>
            <p:nvPicPr>
              <p:cNvPr id="42" name="Ink 43">
                <a:extLst>
                  <a:ext uri="{FF2B5EF4-FFF2-40B4-BE49-F238E27FC236}">
                    <a16:creationId xmlns:a16="http://schemas.microsoft.com/office/drawing/2014/main" id="{017FBEC9-8FE9-DF46-8A19-AEEFBE89A9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50450" y="3713624"/>
                <a:ext cx="2826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3" name="Ink 44">
                <a:extLst>
                  <a:ext uri="{FF2B5EF4-FFF2-40B4-BE49-F238E27FC236}">
                    <a16:creationId xmlns:a16="http://schemas.microsoft.com/office/drawing/2014/main" id="{0D1DC26A-6861-A249-9C37-3934FD64FFFE}"/>
                  </a:ext>
                </a:extLst>
              </p14:cNvPr>
              <p14:cNvContentPartPr/>
              <p14:nvPr/>
            </p14:nvContentPartPr>
            <p14:xfrm>
              <a:off x="6394130" y="2699864"/>
              <a:ext cx="850680" cy="872640"/>
            </p14:xfrm>
          </p:contentPart>
        </mc:Choice>
        <mc:Fallback>
          <p:pic>
            <p:nvPicPr>
              <p:cNvPr id="43" name="Ink 44">
                <a:extLst>
                  <a:ext uri="{FF2B5EF4-FFF2-40B4-BE49-F238E27FC236}">
                    <a16:creationId xmlns:a16="http://schemas.microsoft.com/office/drawing/2014/main" id="{0D1DC26A-6861-A249-9C37-3934FD64FFF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63183" y="2669264"/>
                <a:ext cx="911854" cy="9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3" name="Ink 54">
                <a:extLst>
                  <a:ext uri="{FF2B5EF4-FFF2-40B4-BE49-F238E27FC236}">
                    <a16:creationId xmlns:a16="http://schemas.microsoft.com/office/drawing/2014/main" id="{08A424FF-BE2F-B147-8B37-F3981C7E7506}"/>
                  </a:ext>
                </a:extLst>
              </p14:cNvPr>
              <p14:cNvContentPartPr/>
              <p14:nvPr/>
            </p14:nvContentPartPr>
            <p14:xfrm>
              <a:off x="5417090" y="3506624"/>
              <a:ext cx="684000" cy="463680"/>
            </p14:xfrm>
          </p:contentPart>
        </mc:Choice>
        <mc:Fallback>
          <p:pic>
            <p:nvPicPr>
              <p:cNvPr id="53" name="Ink 54">
                <a:extLst>
                  <a:ext uri="{FF2B5EF4-FFF2-40B4-BE49-F238E27FC236}">
                    <a16:creationId xmlns:a16="http://schemas.microsoft.com/office/drawing/2014/main" id="{08A424FF-BE2F-B147-8B37-F3981C7E750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86490" y="3476024"/>
                <a:ext cx="74520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A8028CD-DAB2-B048-BF18-31F703F8F736}"/>
                  </a:ext>
                </a:extLst>
              </p14:cNvPr>
              <p14:cNvContentPartPr/>
              <p14:nvPr/>
            </p14:nvContentPartPr>
            <p14:xfrm>
              <a:off x="3136130" y="4234904"/>
              <a:ext cx="348120" cy="1051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A8028CD-DAB2-B048-BF18-31F703F8F73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05530" y="4204304"/>
                <a:ext cx="4096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B57F2EE-B63F-DA48-A88A-DD48698D61A4}"/>
                  </a:ext>
                </a:extLst>
              </p14:cNvPr>
              <p14:cNvContentPartPr/>
              <p14:nvPr/>
            </p14:nvContentPartPr>
            <p14:xfrm>
              <a:off x="3334850" y="4271264"/>
              <a:ext cx="44640" cy="2401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B57F2EE-B63F-DA48-A88A-DD48698D61A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04250" y="4240664"/>
                <a:ext cx="10584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F1AAF25-4507-1647-ABCB-3EA119B5ABDD}"/>
                  </a:ext>
                </a:extLst>
              </p14:cNvPr>
              <p14:cNvContentPartPr/>
              <p14:nvPr/>
            </p14:nvContentPartPr>
            <p14:xfrm>
              <a:off x="3478490" y="4207544"/>
              <a:ext cx="326160" cy="2599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F1AAF25-4507-1647-ABCB-3EA119B5ABD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47890" y="4176584"/>
                <a:ext cx="38736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EEE3DC1-DFA0-384D-9ADC-D59BAE2D3F57}"/>
                  </a:ext>
                </a:extLst>
              </p14:cNvPr>
              <p14:cNvContentPartPr/>
              <p14:nvPr/>
            </p14:nvContentPartPr>
            <p14:xfrm>
              <a:off x="4080410" y="4350824"/>
              <a:ext cx="518760" cy="3034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EEE3DC1-DFA0-384D-9ADC-D59BAE2D3F5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49810" y="4320224"/>
                <a:ext cx="5803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24872E8-33C5-384C-8508-AC666DBDAC8A}"/>
                  </a:ext>
                </a:extLst>
              </p14:cNvPr>
              <p14:cNvContentPartPr/>
              <p14:nvPr/>
            </p14:nvContentPartPr>
            <p14:xfrm>
              <a:off x="4654610" y="4091984"/>
              <a:ext cx="287640" cy="3916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24872E8-33C5-384C-8508-AC666DBDAC8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24010" y="4061384"/>
                <a:ext cx="34884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DD91DC0-6377-DD4C-8AF8-3D056DA9587D}"/>
                  </a:ext>
                </a:extLst>
              </p14:cNvPr>
              <p14:cNvContentPartPr/>
              <p14:nvPr/>
            </p14:nvContentPartPr>
            <p14:xfrm>
              <a:off x="5278490" y="4122224"/>
              <a:ext cx="65880" cy="3664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DD91DC0-6377-DD4C-8AF8-3D056DA9587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47890" y="4091264"/>
                <a:ext cx="12744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D5AF8C1-2C85-D046-996D-3118CFED6324}"/>
                  </a:ext>
                </a:extLst>
              </p14:cNvPr>
              <p14:cNvContentPartPr/>
              <p14:nvPr/>
            </p14:nvContentPartPr>
            <p14:xfrm>
              <a:off x="5126930" y="4251464"/>
              <a:ext cx="726120" cy="1990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D5AF8C1-2C85-D046-996D-3118CFED632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96330" y="4220864"/>
                <a:ext cx="7876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1165180-BF80-2E42-9CEA-CF9164B9E8E1}"/>
                  </a:ext>
                </a:extLst>
              </p14:cNvPr>
              <p14:cNvContentPartPr/>
              <p14:nvPr/>
            </p14:nvContentPartPr>
            <p14:xfrm>
              <a:off x="6018650" y="4190984"/>
              <a:ext cx="304200" cy="1605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1165180-BF80-2E42-9CEA-CF9164B9E8E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87690" y="4160024"/>
                <a:ext cx="3654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1E9C2CE-8998-F945-8C5D-E6ED07CE181C}"/>
                  </a:ext>
                </a:extLst>
              </p14:cNvPr>
              <p14:cNvContentPartPr/>
              <p14:nvPr/>
            </p14:nvContentPartPr>
            <p14:xfrm>
              <a:off x="6388370" y="4197104"/>
              <a:ext cx="116280" cy="4017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1E9C2CE-8998-F945-8C5D-E6ED07CE181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57770" y="4166144"/>
                <a:ext cx="17784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925A642-2252-7E40-AE84-C6FA013AAC09}"/>
                  </a:ext>
                </a:extLst>
              </p14:cNvPr>
              <p14:cNvContentPartPr/>
              <p14:nvPr/>
            </p14:nvContentPartPr>
            <p14:xfrm>
              <a:off x="6560090" y="4190984"/>
              <a:ext cx="237240" cy="1936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925A642-2252-7E40-AE84-C6FA013AAC0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29490" y="4160024"/>
                <a:ext cx="2984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366022F-E220-814A-9D3B-8CEB4DD1D5FA}"/>
                  </a:ext>
                </a:extLst>
              </p14:cNvPr>
              <p14:cNvContentPartPr/>
              <p14:nvPr/>
            </p14:nvContentPartPr>
            <p14:xfrm>
              <a:off x="7056530" y="4149584"/>
              <a:ext cx="574560" cy="1962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366022F-E220-814A-9D3B-8CEB4DD1D5F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025930" y="4118984"/>
                <a:ext cx="6361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A224435-9680-1F4C-A3D8-5DCAAFD87C3D}"/>
                  </a:ext>
                </a:extLst>
              </p14:cNvPr>
              <p14:cNvContentPartPr/>
              <p14:nvPr/>
            </p14:nvContentPartPr>
            <p14:xfrm>
              <a:off x="7630730" y="3920984"/>
              <a:ext cx="497160" cy="3974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A224435-9680-1F4C-A3D8-5DCAAFD87C3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00130" y="3890024"/>
                <a:ext cx="55872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1D16BE2-66D2-594C-AE7A-0DC74B858E3C}"/>
                  </a:ext>
                </a:extLst>
              </p14:cNvPr>
              <p14:cNvContentPartPr/>
              <p14:nvPr/>
            </p14:nvContentPartPr>
            <p14:xfrm>
              <a:off x="8481050" y="4008464"/>
              <a:ext cx="226800" cy="2433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1D16BE2-66D2-594C-AE7A-0DC74B858E3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450450" y="3977864"/>
                <a:ext cx="28800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3D21195-6B3D-B04E-BAB2-51F6AE62B326}"/>
                  </a:ext>
                </a:extLst>
              </p14:cNvPr>
              <p14:cNvContentPartPr/>
              <p14:nvPr/>
            </p14:nvContentPartPr>
            <p14:xfrm>
              <a:off x="8878850" y="4009184"/>
              <a:ext cx="72000" cy="2199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3D21195-6B3D-B04E-BAB2-51F6AE62B32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848250" y="3978584"/>
                <a:ext cx="13356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5AE636C-D8BC-354D-BE14-55B7CB4910D4}"/>
                  </a:ext>
                </a:extLst>
              </p14:cNvPr>
              <p14:cNvContentPartPr/>
              <p14:nvPr/>
            </p14:nvContentPartPr>
            <p14:xfrm>
              <a:off x="8867690" y="3870584"/>
              <a:ext cx="66600" cy="446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5AE636C-D8BC-354D-BE14-55B7CB4910D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837090" y="3839984"/>
                <a:ext cx="1278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88C2D15-AE58-824B-8F40-FC1BB2CB13BE}"/>
                  </a:ext>
                </a:extLst>
              </p14:cNvPr>
              <p14:cNvContentPartPr/>
              <p14:nvPr/>
            </p14:nvContentPartPr>
            <p14:xfrm>
              <a:off x="9138410" y="3755744"/>
              <a:ext cx="61200" cy="4827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88C2D15-AE58-824B-8F40-FC1BB2CB13B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107450" y="3725144"/>
                <a:ext cx="122400" cy="54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C74A64D-2FD1-AD48-A3E0-FEA9368C77A4}"/>
                  </a:ext>
                </a:extLst>
              </p14:cNvPr>
              <p14:cNvContentPartPr/>
              <p14:nvPr/>
            </p14:nvContentPartPr>
            <p14:xfrm>
              <a:off x="8978210" y="3884624"/>
              <a:ext cx="569160" cy="3452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C74A64D-2FD1-AD48-A3E0-FEA9368C77A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947610" y="3854024"/>
                <a:ext cx="63036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2AED1A8-82F1-4E47-A425-F9F00A3A313D}"/>
                  </a:ext>
                </a:extLst>
              </p14:cNvPr>
              <p14:cNvContentPartPr/>
              <p14:nvPr/>
            </p14:nvContentPartPr>
            <p14:xfrm>
              <a:off x="3500450" y="4712984"/>
              <a:ext cx="16920" cy="3506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2AED1A8-82F1-4E47-A425-F9F00A3A313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469850" y="4682384"/>
                <a:ext cx="7812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F546C0E-43CE-804A-8841-DC5F1AB96128}"/>
                  </a:ext>
                </a:extLst>
              </p14:cNvPr>
              <p14:cNvContentPartPr/>
              <p14:nvPr/>
            </p14:nvContentPartPr>
            <p14:xfrm>
              <a:off x="3357170" y="4748624"/>
              <a:ext cx="695520" cy="2433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F546C0E-43CE-804A-8841-DC5F1AB9612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326210" y="4717664"/>
                <a:ext cx="75672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B70A8F1-F346-AD49-A8CF-7B3FE0BDF8E2}"/>
                  </a:ext>
                </a:extLst>
              </p14:cNvPr>
              <p14:cNvContentPartPr/>
              <p14:nvPr/>
            </p14:nvContentPartPr>
            <p14:xfrm>
              <a:off x="4368050" y="4836824"/>
              <a:ext cx="286920" cy="4474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B70A8F1-F346-AD49-A8CF-7B3FE0BDF8E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337450" y="4806224"/>
                <a:ext cx="34812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7BED01D-59BF-C04F-A9A9-7D61907A2DD1}"/>
                  </a:ext>
                </a:extLst>
              </p14:cNvPr>
              <p14:cNvContentPartPr/>
              <p14:nvPr/>
            </p14:nvContentPartPr>
            <p14:xfrm>
              <a:off x="4737410" y="4782104"/>
              <a:ext cx="983160" cy="2862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7BED01D-59BF-C04F-A9A9-7D61907A2DD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706810" y="4751504"/>
                <a:ext cx="10447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E906A97-FD1C-0749-A70F-C76D01C723F0}"/>
                  </a:ext>
                </a:extLst>
              </p14:cNvPr>
              <p14:cNvContentPartPr/>
              <p14:nvPr/>
            </p14:nvContentPartPr>
            <p14:xfrm>
              <a:off x="5963210" y="4903064"/>
              <a:ext cx="77760" cy="885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E906A97-FD1C-0749-A70F-C76D01C723F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932610" y="4872464"/>
                <a:ext cx="1389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01E7A3E-BF05-C042-8396-3B3DDCC86682}"/>
                  </a:ext>
                </a:extLst>
              </p14:cNvPr>
              <p14:cNvContentPartPr/>
              <p14:nvPr/>
            </p14:nvContentPartPr>
            <p14:xfrm>
              <a:off x="5908130" y="4770584"/>
              <a:ext cx="386280" cy="2764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01E7A3E-BF05-C042-8396-3B3DDCC8668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877530" y="4739984"/>
                <a:ext cx="44748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E3D8DDE-8F5C-DE4F-B750-866C786445B4}"/>
                  </a:ext>
                </a:extLst>
              </p14:cNvPr>
              <p14:cNvContentPartPr/>
              <p14:nvPr/>
            </p14:nvContentPartPr>
            <p14:xfrm>
              <a:off x="6748010" y="4644224"/>
              <a:ext cx="126000" cy="3312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E3D8DDE-8F5C-DE4F-B750-866C786445B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717410" y="4613624"/>
                <a:ext cx="18756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4AD839A-CBA3-8447-91ED-511D4047E423}"/>
                  </a:ext>
                </a:extLst>
              </p14:cNvPr>
              <p14:cNvContentPartPr/>
              <p14:nvPr/>
            </p14:nvContentPartPr>
            <p14:xfrm>
              <a:off x="6968690" y="4792544"/>
              <a:ext cx="109440" cy="1274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4AD839A-CBA3-8447-91ED-511D4047E42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38090" y="4761944"/>
                <a:ext cx="17100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791DF35-2184-D546-9CC1-F214CE66BCC0}"/>
                  </a:ext>
                </a:extLst>
              </p14:cNvPr>
              <p14:cNvContentPartPr/>
              <p14:nvPr/>
            </p14:nvContentPartPr>
            <p14:xfrm>
              <a:off x="7217450" y="4616504"/>
              <a:ext cx="110160" cy="1652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791DF35-2184-D546-9CC1-F214CE66BCC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186490" y="4585904"/>
                <a:ext cx="1713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93" name="Ink 93">
                <a:extLst>
                  <a:ext uri="{FF2B5EF4-FFF2-40B4-BE49-F238E27FC236}">
                    <a16:creationId xmlns:a16="http://schemas.microsoft.com/office/drawing/2014/main" id="{30FBFCBC-8DB3-5149-A068-AEA65A27DC65}"/>
                  </a:ext>
                </a:extLst>
              </p14:cNvPr>
              <p14:cNvContentPartPr/>
              <p14:nvPr/>
            </p14:nvContentPartPr>
            <p14:xfrm>
              <a:off x="331010" y="5526944"/>
              <a:ext cx="1540440" cy="442080"/>
            </p14:xfrm>
          </p:contentPart>
        </mc:Choice>
        <mc:Fallback>
          <p:pic>
            <p:nvPicPr>
              <p:cNvPr id="93" name="Ink 93">
                <a:extLst>
                  <a:ext uri="{FF2B5EF4-FFF2-40B4-BE49-F238E27FC236}">
                    <a16:creationId xmlns:a16="http://schemas.microsoft.com/office/drawing/2014/main" id="{30FBFCBC-8DB3-5149-A068-AEA65A27DC6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00410" y="5496344"/>
                <a:ext cx="160164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E063E96E-650C-FB4A-8DF5-907BA7C5B891}"/>
                  </a:ext>
                </a:extLst>
              </p14:cNvPr>
              <p14:cNvContentPartPr/>
              <p14:nvPr/>
            </p14:nvContentPartPr>
            <p14:xfrm>
              <a:off x="2252690" y="5654024"/>
              <a:ext cx="414000" cy="3315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E063E96E-650C-FB4A-8DF5-907BA7C5B89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22090" y="5623424"/>
                <a:ext cx="47520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D0E6FCD-02A1-6348-BF56-FC1DC8AC4D5D}"/>
                  </a:ext>
                </a:extLst>
              </p14:cNvPr>
              <p14:cNvContentPartPr/>
              <p14:nvPr/>
            </p14:nvContentPartPr>
            <p14:xfrm>
              <a:off x="2755250" y="5480504"/>
              <a:ext cx="287640" cy="3175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D0E6FCD-02A1-6348-BF56-FC1DC8AC4D5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724650" y="5449904"/>
                <a:ext cx="34884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C3BD339-735B-6E44-B898-EE2DA589CB4B}"/>
                  </a:ext>
                </a:extLst>
              </p14:cNvPr>
              <p14:cNvContentPartPr/>
              <p14:nvPr/>
            </p14:nvContentPartPr>
            <p14:xfrm>
              <a:off x="3362570" y="5445584"/>
              <a:ext cx="33480" cy="3409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C3BD339-735B-6E44-B898-EE2DA589CB4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331970" y="5414984"/>
                <a:ext cx="9468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9A4E738-DA5F-CF40-9421-A25A13C6C052}"/>
                  </a:ext>
                </a:extLst>
              </p14:cNvPr>
              <p14:cNvContentPartPr/>
              <p14:nvPr/>
            </p14:nvContentPartPr>
            <p14:xfrm>
              <a:off x="3307490" y="5471864"/>
              <a:ext cx="519480" cy="2764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9A4E738-DA5F-CF40-9421-A25A13C6C05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276530" y="5441264"/>
                <a:ext cx="58068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85ED3B8-68CA-034E-9806-706BB115036F}"/>
                  </a:ext>
                </a:extLst>
              </p14:cNvPr>
              <p14:cNvContentPartPr/>
              <p14:nvPr/>
            </p14:nvContentPartPr>
            <p14:xfrm>
              <a:off x="4163210" y="5466824"/>
              <a:ext cx="458640" cy="4078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85ED3B8-68CA-034E-9806-706BB115036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132610" y="5436224"/>
                <a:ext cx="519840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D463EDD-D202-4641-B577-440C3E32D700}"/>
                  </a:ext>
                </a:extLst>
              </p14:cNvPr>
              <p14:cNvContentPartPr/>
              <p14:nvPr/>
            </p14:nvContentPartPr>
            <p14:xfrm>
              <a:off x="4638050" y="5499944"/>
              <a:ext cx="160560" cy="2206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D463EDD-D202-4641-B577-440C3E32D70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607450" y="5469344"/>
                <a:ext cx="2217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0C61A5E-B0B4-5F49-B268-F098FB9A207C}"/>
                  </a:ext>
                </a:extLst>
              </p14:cNvPr>
              <p14:cNvContentPartPr/>
              <p14:nvPr/>
            </p14:nvContentPartPr>
            <p14:xfrm>
              <a:off x="5173730" y="5278544"/>
              <a:ext cx="955800" cy="4143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0C61A5E-B0B4-5F49-B268-F098FB9A207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143130" y="5247944"/>
                <a:ext cx="101700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E6A8254-2683-0E42-B472-DEDEE57BA5E9}"/>
                  </a:ext>
                </a:extLst>
              </p14:cNvPr>
              <p14:cNvContentPartPr/>
              <p14:nvPr/>
            </p14:nvContentPartPr>
            <p14:xfrm>
              <a:off x="6487730" y="5411024"/>
              <a:ext cx="464040" cy="2041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E6A8254-2683-0E42-B472-DEDEE57BA5E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457130" y="5380424"/>
                <a:ext cx="52560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219E5420-6BB6-6B41-9679-1E0CC834E00A}"/>
                  </a:ext>
                </a:extLst>
              </p14:cNvPr>
              <p14:cNvContentPartPr/>
              <p14:nvPr/>
            </p14:nvContentPartPr>
            <p14:xfrm>
              <a:off x="6935210" y="5444144"/>
              <a:ext cx="50040" cy="1101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219E5420-6BB6-6B41-9679-1E0CC834E00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904610" y="5413544"/>
                <a:ext cx="11124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82B7D02-C4A2-0344-AA88-A359C616931F}"/>
                  </a:ext>
                </a:extLst>
              </p14:cNvPr>
              <p14:cNvContentPartPr/>
              <p14:nvPr/>
            </p14:nvContentPartPr>
            <p14:xfrm>
              <a:off x="6924050" y="5311664"/>
              <a:ext cx="88560" cy="280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82B7D02-C4A2-0344-AA88-A359C616931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893450" y="5281064"/>
                <a:ext cx="15012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73A3E292-3E2E-184F-86C5-CD50A5263C99}"/>
                  </a:ext>
                </a:extLst>
              </p14:cNvPr>
              <p14:cNvContentPartPr/>
              <p14:nvPr/>
            </p14:nvContentPartPr>
            <p14:xfrm>
              <a:off x="6995690" y="5240024"/>
              <a:ext cx="420120" cy="3088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73A3E292-3E2E-184F-86C5-CD50A5263C9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965090" y="5209424"/>
                <a:ext cx="4813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0C4A0ED-18DB-F244-99FF-D31BF4601A8F}"/>
                  </a:ext>
                </a:extLst>
              </p14:cNvPr>
              <p14:cNvContentPartPr/>
              <p14:nvPr/>
            </p14:nvContentPartPr>
            <p14:xfrm>
              <a:off x="7768970" y="5215544"/>
              <a:ext cx="49320" cy="3286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0C4A0ED-18DB-F244-99FF-D31BF4601A8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738370" y="5184584"/>
                <a:ext cx="11088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5DFF956-E5C7-8044-92D6-DE03509A2D5E}"/>
                  </a:ext>
                </a:extLst>
              </p14:cNvPr>
              <p14:cNvContentPartPr/>
              <p14:nvPr/>
            </p14:nvContentPartPr>
            <p14:xfrm>
              <a:off x="7636490" y="5245424"/>
              <a:ext cx="640440" cy="3042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5DFF956-E5C7-8044-92D6-DE03509A2D5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605530" y="5214824"/>
                <a:ext cx="70164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EDEEF27-F0F5-B848-BAB0-353F5D40E38D}"/>
                  </a:ext>
                </a:extLst>
              </p14:cNvPr>
              <p14:cNvContentPartPr/>
              <p14:nvPr/>
            </p14:nvContentPartPr>
            <p14:xfrm>
              <a:off x="1755890" y="6101504"/>
              <a:ext cx="187560" cy="3538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EDEEF27-F0F5-B848-BAB0-353F5D40E38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724930" y="6070544"/>
                <a:ext cx="24876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D22D848-5CD7-1D4A-B6F2-24D7B9764C34}"/>
                  </a:ext>
                </a:extLst>
              </p14:cNvPr>
              <p14:cNvContentPartPr/>
              <p14:nvPr/>
            </p14:nvContentPartPr>
            <p14:xfrm>
              <a:off x="2004290" y="5943824"/>
              <a:ext cx="364680" cy="3456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D22D848-5CD7-1D4A-B6F2-24D7B9764C3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973690" y="5912864"/>
                <a:ext cx="42624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6E65AE4-FD6E-044B-9412-9522741E3D9E}"/>
                  </a:ext>
                </a:extLst>
              </p14:cNvPr>
              <p14:cNvContentPartPr/>
              <p14:nvPr/>
            </p14:nvContentPartPr>
            <p14:xfrm>
              <a:off x="2860010" y="6095744"/>
              <a:ext cx="38880" cy="1382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6E65AE4-FD6E-044B-9412-9522741E3D9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829410" y="6065144"/>
                <a:ext cx="1004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0FDDCFE-B3CD-1043-9A3F-FB4DA8BA7ECF}"/>
                  </a:ext>
                </a:extLst>
              </p14:cNvPr>
              <p14:cNvContentPartPr/>
              <p14:nvPr/>
            </p14:nvContentPartPr>
            <p14:xfrm>
              <a:off x="2815730" y="5996384"/>
              <a:ext cx="348120" cy="2599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0FDDCFE-B3CD-1043-9A3F-FB4DA8BA7EC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785130" y="5965784"/>
                <a:ext cx="4096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9C66509-85F8-FC49-852C-994D743CB418}"/>
                  </a:ext>
                </a:extLst>
              </p14:cNvPr>
              <p14:cNvContentPartPr/>
              <p14:nvPr/>
            </p14:nvContentPartPr>
            <p14:xfrm>
              <a:off x="3478490" y="5985224"/>
              <a:ext cx="248760" cy="2818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9C66509-85F8-FC49-852C-994D743CB41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447890" y="5954624"/>
                <a:ext cx="31032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0003C459-904B-E44B-882F-3B1F784D325F}"/>
                  </a:ext>
                </a:extLst>
              </p14:cNvPr>
              <p14:cNvContentPartPr/>
              <p14:nvPr/>
            </p14:nvContentPartPr>
            <p14:xfrm>
              <a:off x="3760730" y="6051824"/>
              <a:ext cx="181440" cy="1879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0003C459-904B-E44B-882F-3B1F784D325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730130" y="6020864"/>
                <a:ext cx="2426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4234716-EAE0-C045-869F-35E7EBF6289E}"/>
                  </a:ext>
                </a:extLst>
              </p14:cNvPr>
              <p14:cNvContentPartPr/>
              <p14:nvPr/>
            </p14:nvContentPartPr>
            <p14:xfrm>
              <a:off x="4003010" y="5936264"/>
              <a:ext cx="149400" cy="1101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4234716-EAE0-C045-869F-35E7EBF6289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972410" y="5905664"/>
                <a:ext cx="210960" cy="1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88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60110D-0E0C-684B-9678-C034A1D0E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18"/>
            <a:ext cx="9563100" cy="167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911DC5-C910-A845-BA57-C863C9781C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14" t="16378" b="5599"/>
          <a:stretch/>
        </p:blipFill>
        <p:spPr>
          <a:xfrm>
            <a:off x="267285" y="1931963"/>
            <a:ext cx="2919479" cy="21898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" name="Ink 29">
                <a:extLst>
                  <a:ext uri="{FF2B5EF4-FFF2-40B4-BE49-F238E27FC236}">
                    <a16:creationId xmlns:a16="http://schemas.microsoft.com/office/drawing/2014/main" id="{987E1218-29B1-2A42-A305-91DCE64E9177}"/>
                  </a:ext>
                </a:extLst>
              </p14:cNvPr>
              <p14:cNvContentPartPr/>
              <p14:nvPr/>
            </p14:nvContentPartPr>
            <p14:xfrm>
              <a:off x="4638770" y="2782664"/>
              <a:ext cx="165240" cy="116280"/>
            </p14:xfrm>
          </p:contentPart>
        </mc:Choice>
        <mc:Fallback>
          <p:pic>
            <p:nvPicPr>
              <p:cNvPr id="26" name="Ink 29">
                <a:extLst>
                  <a:ext uri="{FF2B5EF4-FFF2-40B4-BE49-F238E27FC236}">
                    <a16:creationId xmlns:a16="http://schemas.microsoft.com/office/drawing/2014/main" id="{987E1218-29B1-2A42-A305-91DCE64E91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8170" y="2752064"/>
                <a:ext cx="2268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7" name="Ink 30">
                <a:extLst>
                  <a:ext uri="{FF2B5EF4-FFF2-40B4-BE49-F238E27FC236}">
                    <a16:creationId xmlns:a16="http://schemas.microsoft.com/office/drawing/2014/main" id="{79F215F4-A9DE-2A40-8E45-AFC275D4350D}"/>
                  </a:ext>
                </a:extLst>
              </p14:cNvPr>
              <p14:cNvContentPartPr/>
              <p14:nvPr/>
            </p14:nvContentPartPr>
            <p14:xfrm>
              <a:off x="3914810" y="2540384"/>
              <a:ext cx="425520" cy="441720"/>
            </p14:xfrm>
          </p:contentPart>
        </mc:Choice>
        <mc:Fallback>
          <p:pic>
            <p:nvPicPr>
              <p:cNvPr id="27" name="Ink 30">
                <a:extLst>
                  <a:ext uri="{FF2B5EF4-FFF2-40B4-BE49-F238E27FC236}">
                    <a16:creationId xmlns:a16="http://schemas.microsoft.com/office/drawing/2014/main" id="{79F215F4-A9DE-2A40-8E45-AFC275D435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84210" y="2509759"/>
                <a:ext cx="486720" cy="5033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8" name="Ink 31">
                <a:extLst>
                  <a:ext uri="{FF2B5EF4-FFF2-40B4-BE49-F238E27FC236}">
                    <a16:creationId xmlns:a16="http://schemas.microsoft.com/office/drawing/2014/main" id="{A3A55497-D695-E348-839F-3C9481CAD93A}"/>
                  </a:ext>
                </a:extLst>
              </p14:cNvPr>
              <p14:cNvContentPartPr/>
              <p14:nvPr/>
            </p14:nvContentPartPr>
            <p14:xfrm>
              <a:off x="5328170" y="1584584"/>
              <a:ext cx="651960" cy="685080"/>
            </p14:xfrm>
          </p:contentPart>
        </mc:Choice>
        <mc:Fallback>
          <p:pic>
            <p:nvPicPr>
              <p:cNvPr id="28" name="Ink 31">
                <a:extLst>
                  <a:ext uri="{FF2B5EF4-FFF2-40B4-BE49-F238E27FC236}">
                    <a16:creationId xmlns:a16="http://schemas.microsoft.com/office/drawing/2014/main" id="{A3A55497-D695-E348-839F-3C9481CAD9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97570" y="1553984"/>
                <a:ext cx="713160" cy="74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9" name="Ink 32">
                <a:extLst>
                  <a:ext uri="{FF2B5EF4-FFF2-40B4-BE49-F238E27FC236}">
                    <a16:creationId xmlns:a16="http://schemas.microsoft.com/office/drawing/2014/main" id="{3A908217-AFBD-7446-B9D0-7C8FA9D88190}"/>
                  </a:ext>
                </a:extLst>
              </p14:cNvPr>
              <p14:cNvContentPartPr/>
              <p14:nvPr/>
            </p14:nvContentPartPr>
            <p14:xfrm>
              <a:off x="3500450" y="1778264"/>
              <a:ext cx="1469520" cy="480600"/>
            </p14:xfrm>
          </p:contentPart>
        </mc:Choice>
        <mc:Fallback>
          <p:pic>
            <p:nvPicPr>
              <p:cNvPr id="29" name="Ink 32">
                <a:extLst>
                  <a:ext uri="{FF2B5EF4-FFF2-40B4-BE49-F238E27FC236}">
                    <a16:creationId xmlns:a16="http://schemas.microsoft.com/office/drawing/2014/main" id="{3A908217-AFBD-7446-B9D0-7C8FA9D881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69843" y="1747641"/>
                <a:ext cx="1530735" cy="541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1" name="Ink 52">
                <a:extLst>
                  <a:ext uri="{FF2B5EF4-FFF2-40B4-BE49-F238E27FC236}">
                    <a16:creationId xmlns:a16="http://schemas.microsoft.com/office/drawing/2014/main" id="{B74A7C61-AF5E-294A-8E48-CC38BDED12F3}"/>
                  </a:ext>
                </a:extLst>
              </p14:cNvPr>
              <p14:cNvContentPartPr/>
              <p14:nvPr/>
            </p14:nvContentPartPr>
            <p14:xfrm>
              <a:off x="4726250" y="3368024"/>
              <a:ext cx="199440" cy="110880"/>
            </p14:xfrm>
          </p:contentPart>
        </mc:Choice>
        <mc:Fallback>
          <p:pic>
            <p:nvPicPr>
              <p:cNvPr id="51" name="Ink 52">
                <a:extLst>
                  <a:ext uri="{FF2B5EF4-FFF2-40B4-BE49-F238E27FC236}">
                    <a16:creationId xmlns:a16="http://schemas.microsoft.com/office/drawing/2014/main" id="{B74A7C61-AF5E-294A-8E48-CC38BDED12F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95595" y="3337424"/>
                <a:ext cx="261111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2" name="Ink 53">
                <a:extLst>
                  <a:ext uri="{FF2B5EF4-FFF2-40B4-BE49-F238E27FC236}">
                    <a16:creationId xmlns:a16="http://schemas.microsoft.com/office/drawing/2014/main" id="{3F81E39D-7159-FC4F-BA88-99D9064A27D0}"/>
                  </a:ext>
                </a:extLst>
              </p14:cNvPr>
              <p14:cNvContentPartPr/>
              <p14:nvPr/>
            </p14:nvContentPartPr>
            <p14:xfrm>
              <a:off x="5140610" y="2297024"/>
              <a:ext cx="1805400" cy="767880"/>
            </p14:xfrm>
          </p:contentPart>
        </mc:Choice>
        <mc:Fallback>
          <p:pic>
            <p:nvPicPr>
              <p:cNvPr id="52" name="Ink 53">
                <a:extLst>
                  <a:ext uri="{FF2B5EF4-FFF2-40B4-BE49-F238E27FC236}">
                    <a16:creationId xmlns:a16="http://schemas.microsoft.com/office/drawing/2014/main" id="{3F81E39D-7159-FC4F-BA88-99D9064A27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10010" y="2266064"/>
                <a:ext cx="1866600" cy="82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8" name="Ink 58">
                <a:extLst>
                  <a:ext uri="{FF2B5EF4-FFF2-40B4-BE49-F238E27FC236}">
                    <a16:creationId xmlns:a16="http://schemas.microsoft.com/office/drawing/2014/main" id="{396B15B6-D064-3343-A4F4-327726F2B062}"/>
                  </a:ext>
                </a:extLst>
              </p14:cNvPr>
              <p14:cNvContentPartPr/>
              <p14:nvPr/>
            </p14:nvContentPartPr>
            <p14:xfrm>
              <a:off x="5257120" y="3146665"/>
              <a:ext cx="360360" cy="382320"/>
            </p14:xfrm>
          </p:contentPart>
        </mc:Choice>
        <mc:Fallback>
          <p:pic>
            <p:nvPicPr>
              <p:cNvPr id="58" name="Ink 58">
                <a:extLst>
                  <a:ext uri="{FF2B5EF4-FFF2-40B4-BE49-F238E27FC236}">
                    <a16:creationId xmlns:a16="http://schemas.microsoft.com/office/drawing/2014/main" id="{396B15B6-D064-3343-A4F4-327726F2B0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26520" y="3115705"/>
                <a:ext cx="42156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8" name="Ink 70">
                <a:extLst>
                  <a:ext uri="{FF2B5EF4-FFF2-40B4-BE49-F238E27FC236}">
                    <a16:creationId xmlns:a16="http://schemas.microsoft.com/office/drawing/2014/main" id="{F0626416-2A6B-214A-9399-93A6EE08FD90}"/>
                  </a:ext>
                </a:extLst>
              </p14:cNvPr>
              <p14:cNvContentPartPr/>
              <p14:nvPr/>
            </p14:nvContentPartPr>
            <p14:xfrm>
              <a:off x="5318680" y="3760825"/>
              <a:ext cx="756360" cy="326520"/>
            </p14:xfrm>
          </p:contentPart>
        </mc:Choice>
        <mc:Fallback>
          <p:pic>
            <p:nvPicPr>
              <p:cNvPr id="68" name="Ink 70">
                <a:extLst>
                  <a:ext uri="{FF2B5EF4-FFF2-40B4-BE49-F238E27FC236}">
                    <a16:creationId xmlns:a16="http://schemas.microsoft.com/office/drawing/2014/main" id="{F0626416-2A6B-214A-9399-93A6EE08FD9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88080" y="3730225"/>
                <a:ext cx="81756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9" name="Ink 71">
                <a:extLst>
                  <a:ext uri="{FF2B5EF4-FFF2-40B4-BE49-F238E27FC236}">
                    <a16:creationId xmlns:a16="http://schemas.microsoft.com/office/drawing/2014/main" id="{1B4E7E5B-FDF8-0247-AD64-53892E894341}"/>
                  </a:ext>
                </a:extLst>
              </p14:cNvPr>
              <p14:cNvContentPartPr/>
              <p14:nvPr/>
            </p14:nvContentPartPr>
            <p14:xfrm>
              <a:off x="4759240" y="3871705"/>
              <a:ext cx="315720" cy="320760"/>
            </p14:xfrm>
          </p:contentPart>
        </mc:Choice>
        <mc:Fallback>
          <p:pic>
            <p:nvPicPr>
              <p:cNvPr id="69" name="Ink 71">
                <a:extLst>
                  <a:ext uri="{FF2B5EF4-FFF2-40B4-BE49-F238E27FC236}">
                    <a16:creationId xmlns:a16="http://schemas.microsoft.com/office/drawing/2014/main" id="{1B4E7E5B-FDF8-0247-AD64-53892E89434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28280" y="3841105"/>
                <a:ext cx="37728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0" name="Ink 72">
                <a:extLst>
                  <a:ext uri="{FF2B5EF4-FFF2-40B4-BE49-F238E27FC236}">
                    <a16:creationId xmlns:a16="http://schemas.microsoft.com/office/drawing/2014/main" id="{26B873E9-23B1-534D-A5A5-A6941E48A8D1}"/>
                  </a:ext>
                </a:extLst>
              </p14:cNvPr>
              <p14:cNvContentPartPr/>
              <p14:nvPr/>
            </p14:nvContentPartPr>
            <p14:xfrm>
              <a:off x="5783080" y="3190945"/>
              <a:ext cx="614880" cy="343440"/>
            </p14:xfrm>
          </p:contentPart>
        </mc:Choice>
        <mc:Fallback>
          <p:pic>
            <p:nvPicPr>
              <p:cNvPr id="70" name="Ink 72">
                <a:extLst>
                  <a:ext uri="{FF2B5EF4-FFF2-40B4-BE49-F238E27FC236}">
                    <a16:creationId xmlns:a16="http://schemas.microsoft.com/office/drawing/2014/main" id="{26B873E9-23B1-534D-A5A5-A6941E48A8D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52480" y="3159985"/>
                <a:ext cx="67608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0" name="Ink 91">
                <a:extLst>
                  <a:ext uri="{FF2B5EF4-FFF2-40B4-BE49-F238E27FC236}">
                    <a16:creationId xmlns:a16="http://schemas.microsoft.com/office/drawing/2014/main" id="{B1A7923E-06BA-4C44-ADD9-0374B96D029A}"/>
                  </a:ext>
                </a:extLst>
              </p14:cNvPr>
              <p14:cNvContentPartPr/>
              <p14:nvPr/>
            </p14:nvContentPartPr>
            <p14:xfrm>
              <a:off x="1017040" y="5366425"/>
              <a:ext cx="2208960" cy="609120"/>
            </p14:xfrm>
          </p:contentPart>
        </mc:Choice>
        <mc:Fallback>
          <p:pic>
            <p:nvPicPr>
              <p:cNvPr id="90" name="Ink 91">
                <a:extLst>
                  <a:ext uri="{FF2B5EF4-FFF2-40B4-BE49-F238E27FC236}">
                    <a16:creationId xmlns:a16="http://schemas.microsoft.com/office/drawing/2014/main" id="{B1A7923E-06BA-4C44-ADD9-0374B96D029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6080" y="5335465"/>
                <a:ext cx="2270520" cy="67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91" name="Ink 92">
                <a:extLst>
                  <a:ext uri="{FF2B5EF4-FFF2-40B4-BE49-F238E27FC236}">
                    <a16:creationId xmlns:a16="http://schemas.microsoft.com/office/drawing/2014/main" id="{16D4130A-C2D4-FE4D-AD9B-0FC43DD97427}"/>
                  </a:ext>
                </a:extLst>
              </p14:cNvPr>
              <p14:cNvContentPartPr/>
              <p14:nvPr/>
            </p14:nvContentPartPr>
            <p14:xfrm>
              <a:off x="435640" y="4536625"/>
              <a:ext cx="2727000" cy="675000"/>
            </p14:xfrm>
          </p:contentPart>
        </mc:Choice>
        <mc:Fallback>
          <p:pic>
            <p:nvPicPr>
              <p:cNvPr id="91" name="Ink 92">
                <a:extLst>
                  <a:ext uri="{FF2B5EF4-FFF2-40B4-BE49-F238E27FC236}">
                    <a16:creationId xmlns:a16="http://schemas.microsoft.com/office/drawing/2014/main" id="{16D4130A-C2D4-FE4D-AD9B-0FC43DD9742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5040" y="4506025"/>
                <a:ext cx="2788200" cy="73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7" name="Ink 97">
                <a:extLst>
                  <a:ext uri="{FF2B5EF4-FFF2-40B4-BE49-F238E27FC236}">
                    <a16:creationId xmlns:a16="http://schemas.microsoft.com/office/drawing/2014/main" id="{DCF52166-50E2-334F-B1A8-66B5A189F813}"/>
                  </a:ext>
                </a:extLst>
              </p14:cNvPr>
              <p14:cNvContentPartPr/>
              <p14:nvPr/>
            </p14:nvContentPartPr>
            <p14:xfrm>
              <a:off x="3624160" y="5194705"/>
              <a:ext cx="514800" cy="542880"/>
            </p14:xfrm>
          </p:contentPart>
        </mc:Choice>
        <mc:Fallback>
          <p:pic>
            <p:nvPicPr>
              <p:cNvPr id="97" name="Ink 97">
                <a:extLst>
                  <a:ext uri="{FF2B5EF4-FFF2-40B4-BE49-F238E27FC236}">
                    <a16:creationId xmlns:a16="http://schemas.microsoft.com/office/drawing/2014/main" id="{DCF52166-50E2-334F-B1A8-66B5A189F81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93539" y="5164105"/>
                <a:ext cx="576403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4" name="Ink 105">
                <a:extLst>
                  <a:ext uri="{FF2B5EF4-FFF2-40B4-BE49-F238E27FC236}">
                    <a16:creationId xmlns:a16="http://schemas.microsoft.com/office/drawing/2014/main" id="{71EE8E37-B531-AA43-A391-8AD3EFE186BD}"/>
                  </a:ext>
                </a:extLst>
              </p14:cNvPr>
              <p14:cNvContentPartPr/>
              <p14:nvPr/>
            </p14:nvContentPartPr>
            <p14:xfrm>
              <a:off x="1553800" y="6285145"/>
              <a:ext cx="249480" cy="161280"/>
            </p14:xfrm>
          </p:contentPart>
        </mc:Choice>
        <mc:Fallback>
          <p:pic>
            <p:nvPicPr>
              <p:cNvPr id="104" name="Ink 105">
                <a:extLst>
                  <a:ext uri="{FF2B5EF4-FFF2-40B4-BE49-F238E27FC236}">
                    <a16:creationId xmlns:a16="http://schemas.microsoft.com/office/drawing/2014/main" id="{71EE8E37-B531-AA43-A391-8AD3EFE186B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23200" y="6254477"/>
                <a:ext cx="310680" cy="2226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11" name="Ink 111">
                <a:extLst>
                  <a:ext uri="{FF2B5EF4-FFF2-40B4-BE49-F238E27FC236}">
                    <a16:creationId xmlns:a16="http://schemas.microsoft.com/office/drawing/2014/main" id="{E6CB8EB4-52A4-FA46-AF5D-CF4724561E59}"/>
                  </a:ext>
                </a:extLst>
              </p14:cNvPr>
              <p14:cNvContentPartPr/>
              <p14:nvPr/>
            </p14:nvContentPartPr>
            <p14:xfrm>
              <a:off x="2085880" y="6074905"/>
              <a:ext cx="652320" cy="371160"/>
            </p14:xfrm>
          </p:contentPart>
        </mc:Choice>
        <mc:Fallback>
          <p:pic>
            <p:nvPicPr>
              <p:cNvPr id="111" name="Ink 111">
                <a:extLst>
                  <a:ext uri="{FF2B5EF4-FFF2-40B4-BE49-F238E27FC236}">
                    <a16:creationId xmlns:a16="http://schemas.microsoft.com/office/drawing/2014/main" id="{E6CB8EB4-52A4-FA46-AF5D-CF4724561E5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55280" y="6044305"/>
                <a:ext cx="71352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F27BF128-D3FD-A541-BB38-A463EFD8D8B5}"/>
                  </a:ext>
                </a:extLst>
              </p14:cNvPr>
              <p14:cNvContentPartPr/>
              <p14:nvPr/>
            </p14:nvContentPartPr>
            <p14:xfrm>
              <a:off x="2838280" y="6009025"/>
              <a:ext cx="160920" cy="315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F27BF128-D3FD-A541-BB38-A463EFD8D8B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07680" y="5978425"/>
                <a:ext cx="22212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21" name="Ink 121">
                <a:extLst>
                  <a:ext uri="{FF2B5EF4-FFF2-40B4-BE49-F238E27FC236}">
                    <a16:creationId xmlns:a16="http://schemas.microsoft.com/office/drawing/2014/main" id="{2E43A298-ABF8-4E46-858C-BAD2C72B9096}"/>
                  </a:ext>
                </a:extLst>
              </p14:cNvPr>
              <p14:cNvContentPartPr/>
              <p14:nvPr/>
            </p14:nvContentPartPr>
            <p14:xfrm>
              <a:off x="3773560" y="6135745"/>
              <a:ext cx="1450800" cy="331920"/>
            </p14:xfrm>
          </p:contentPart>
        </mc:Choice>
        <mc:Fallback>
          <p:pic>
            <p:nvPicPr>
              <p:cNvPr id="121" name="Ink 121">
                <a:extLst>
                  <a:ext uri="{FF2B5EF4-FFF2-40B4-BE49-F238E27FC236}">
                    <a16:creationId xmlns:a16="http://schemas.microsoft.com/office/drawing/2014/main" id="{2E43A298-ABF8-4E46-858C-BAD2C72B909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742960" y="6105145"/>
                <a:ext cx="151200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56" name="Ink 156">
                <a:extLst>
                  <a:ext uri="{FF2B5EF4-FFF2-40B4-BE49-F238E27FC236}">
                    <a16:creationId xmlns:a16="http://schemas.microsoft.com/office/drawing/2014/main" id="{BCA114C6-2411-AB43-8A82-9B83B09B5D8F}"/>
                  </a:ext>
                </a:extLst>
              </p14:cNvPr>
              <p14:cNvContentPartPr/>
              <p14:nvPr/>
            </p14:nvContentPartPr>
            <p14:xfrm>
              <a:off x="6430720" y="3750025"/>
              <a:ext cx="2159280" cy="382320"/>
            </p14:xfrm>
          </p:contentPart>
        </mc:Choice>
        <mc:Fallback>
          <p:pic>
            <p:nvPicPr>
              <p:cNvPr id="156" name="Ink 156">
                <a:extLst>
                  <a:ext uri="{FF2B5EF4-FFF2-40B4-BE49-F238E27FC236}">
                    <a16:creationId xmlns:a16="http://schemas.microsoft.com/office/drawing/2014/main" id="{BCA114C6-2411-AB43-8A82-9B83B09B5D8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15600" y="3734545"/>
                <a:ext cx="21898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64" name="Ink 164">
                <a:extLst>
                  <a:ext uri="{FF2B5EF4-FFF2-40B4-BE49-F238E27FC236}">
                    <a16:creationId xmlns:a16="http://schemas.microsoft.com/office/drawing/2014/main" id="{2AEF24DB-DB65-B04A-8FD9-6FF15ABF6B9D}"/>
                  </a:ext>
                </a:extLst>
              </p14:cNvPr>
              <p14:cNvContentPartPr/>
              <p14:nvPr/>
            </p14:nvContentPartPr>
            <p14:xfrm>
              <a:off x="8838760" y="3822025"/>
              <a:ext cx="598680" cy="221760"/>
            </p14:xfrm>
          </p:contentPart>
        </mc:Choice>
        <mc:Fallback>
          <p:pic>
            <p:nvPicPr>
              <p:cNvPr id="164" name="Ink 164">
                <a:extLst>
                  <a:ext uri="{FF2B5EF4-FFF2-40B4-BE49-F238E27FC236}">
                    <a16:creationId xmlns:a16="http://schemas.microsoft.com/office/drawing/2014/main" id="{2AEF24DB-DB65-B04A-8FD9-6FF15ABF6B9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823631" y="3806545"/>
                <a:ext cx="628938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69" name="Ink 169">
                <a:extLst>
                  <a:ext uri="{FF2B5EF4-FFF2-40B4-BE49-F238E27FC236}">
                    <a16:creationId xmlns:a16="http://schemas.microsoft.com/office/drawing/2014/main" id="{F94AC044-4D59-AB40-AB18-730A09C3431A}"/>
                  </a:ext>
                </a:extLst>
              </p14:cNvPr>
              <p14:cNvContentPartPr/>
              <p14:nvPr/>
            </p14:nvContentPartPr>
            <p14:xfrm>
              <a:off x="7156120" y="4165105"/>
              <a:ext cx="598320" cy="282600"/>
            </p14:xfrm>
          </p:contentPart>
        </mc:Choice>
        <mc:Fallback>
          <p:pic>
            <p:nvPicPr>
              <p:cNvPr id="169" name="Ink 169">
                <a:extLst>
                  <a:ext uri="{FF2B5EF4-FFF2-40B4-BE49-F238E27FC236}">
                    <a16:creationId xmlns:a16="http://schemas.microsoft.com/office/drawing/2014/main" id="{F94AC044-4D59-AB40-AB18-730A09C3431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140640" y="4149985"/>
                <a:ext cx="6285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74" name="Ink 174">
                <a:extLst>
                  <a:ext uri="{FF2B5EF4-FFF2-40B4-BE49-F238E27FC236}">
                    <a16:creationId xmlns:a16="http://schemas.microsoft.com/office/drawing/2014/main" id="{0ACE3AE0-D04C-594E-9680-4FACD73D7861}"/>
                  </a:ext>
                </a:extLst>
              </p14:cNvPr>
              <p14:cNvContentPartPr/>
              <p14:nvPr/>
            </p14:nvContentPartPr>
            <p14:xfrm>
              <a:off x="4842760" y="4192825"/>
              <a:ext cx="3780720" cy="1316520"/>
            </p14:xfrm>
          </p:contentPart>
        </mc:Choice>
        <mc:Fallback>
          <p:pic>
            <p:nvPicPr>
              <p:cNvPr id="174" name="Ink 174">
                <a:extLst>
                  <a:ext uri="{FF2B5EF4-FFF2-40B4-BE49-F238E27FC236}">
                    <a16:creationId xmlns:a16="http://schemas.microsoft.com/office/drawing/2014/main" id="{0ACE3AE0-D04C-594E-9680-4FACD73D786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27640" y="4177345"/>
                <a:ext cx="3810960" cy="134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48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191</TotalTime>
  <Words>130</Words>
  <Application>Microsoft Office PowerPoint</Application>
  <PresentationFormat>A4 Paper (210x297 mm)</PresentationFormat>
  <Paragraphs>30</Paragraphs>
  <Slides>13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A4</vt:lpstr>
      <vt:lpstr>Trigonometric Ratios</vt:lpstr>
      <vt:lpstr>Sides of a Right Angled Triangle</vt:lpstr>
      <vt:lpstr>Trigonometric ratios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Angles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Trigonometric Ratios</dc:title>
  <dc:creator>LOH Michael [Shenton College]</dc:creator>
  <cp:lastModifiedBy>LOH Michael [Shenton College]</cp:lastModifiedBy>
  <cp:revision>8</cp:revision>
  <dcterms:created xsi:type="dcterms:W3CDTF">2017-07-20T02:18:07Z</dcterms:created>
  <dcterms:modified xsi:type="dcterms:W3CDTF">2019-09-23T04:37:12Z</dcterms:modified>
</cp:coreProperties>
</file>